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Lst>
  <p:sldSz cy="5143500" cx="9144000"/>
  <p:notesSz cx="6858000" cy="9144000"/>
  <p:embeddedFontLst>
    <p:embeddedFont>
      <p:font typeface="Krona One"/>
      <p:regular r:id="rId72"/>
    </p:embeddedFont>
    <p:embeddedFont>
      <p:font typeface="Patrick Hand"/>
      <p:regular r:id="rId73"/>
    </p:embeddedFont>
    <p:embeddedFont>
      <p:font typeface="Proxima Nova"/>
      <p:regular r:id="rId74"/>
      <p:bold r:id="rId75"/>
      <p:italic r:id="rId76"/>
      <p:boldItalic r:id="rId77"/>
    </p:embeddedFont>
    <p:embeddedFont>
      <p:font typeface="Roboto Medium"/>
      <p:regular r:id="rId78"/>
      <p:bold r:id="rId79"/>
      <p:italic r:id="rId80"/>
      <p:boldItalic r:id="rId81"/>
    </p:embeddedFont>
    <p:embeddedFont>
      <p:font typeface="Anaheim"/>
      <p:regular r:id="rId82"/>
      <p:bold r:id="rId83"/>
    </p:embeddedFont>
    <p:embeddedFont>
      <p:font typeface="Barlow"/>
      <p:regular r:id="rId84"/>
      <p:bold r:id="rId85"/>
      <p:italic r:id="rId86"/>
      <p:boldItalic r:id="rId87"/>
    </p:embeddedFont>
    <p:embeddedFont>
      <p:font typeface="Amatic SC"/>
      <p:regular r:id="rId88"/>
      <p:bold r:id="rId89"/>
    </p:embeddedFont>
    <p:embeddedFont>
      <p:font typeface="Poppins"/>
      <p:regular r:id="rId90"/>
      <p:bold r:id="rId91"/>
      <p:italic r:id="rId92"/>
      <p:boldItalic r:id="rId93"/>
    </p:embeddedFont>
    <p:embeddedFont>
      <p:font typeface="Lato"/>
      <p:regular r:id="rId94"/>
      <p:bold r:id="rId95"/>
      <p:italic r:id="rId96"/>
      <p:boldItalic r:id="rId97"/>
    </p:embeddedFont>
    <p:embeddedFont>
      <p:font typeface="Bebas Neue"/>
      <p:regular r:id="rId98"/>
    </p:embeddedFont>
    <p:embeddedFont>
      <p:font typeface="Barlow Medium"/>
      <p:regular r:id="rId99"/>
      <p:bold r:id="rId100"/>
      <p:italic r:id="rId101"/>
      <p:boldItalic r:id="rId10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pos="2880">
          <p15:clr>
            <a:srgbClr val="9AA0A6"/>
          </p15:clr>
        </p15:guide>
        <p15:guide id="2" orient="horz" pos="767">
          <p15:clr>
            <a:srgbClr val="9AA0A6"/>
          </p15:clr>
        </p15:guide>
        <p15:guide id="3" orient="horz" pos="2075">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8F1E942-4D38-4C3C-94FC-BD64A0FC4CDF}">
  <a:tblStyle styleId="{08F1E942-4D38-4C3C-94FC-BD64A0FC4CD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880"/>
        <p:guide pos="767" orient="horz"/>
        <p:guide pos="2075"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2" Type="http://schemas.openxmlformats.org/officeDocument/2006/relationships/font" Target="fonts/BarlowMedium-boldItalic.fntdata"/><Relationship Id="rId101" Type="http://schemas.openxmlformats.org/officeDocument/2006/relationships/font" Target="fonts/BarlowMedium-italic.fntdata"/><Relationship Id="rId100" Type="http://schemas.openxmlformats.org/officeDocument/2006/relationships/font" Target="fonts/BarlowMedium-bold.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Lato-bold.fntdata"/><Relationship Id="rId94" Type="http://schemas.openxmlformats.org/officeDocument/2006/relationships/font" Target="fonts/Lato-regular.fntdata"/><Relationship Id="rId97" Type="http://schemas.openxmlformats.org/officeDocument/2006/relationships/font" Target="fonts/Lato-boldItalic.fntdata"/><Relationship Id="rId96" Type="http://schemas.openxmlformats.org/officeDocument/2006/relationships/font" Target="fonts/Lato-italic.fntdata"/><Relationship Id="rId11" Type="http://schemas.openxmlformats.org/officeDocument/2006/relationships/slide" Target="slides/slide4.xml"/><Relationship Id="rId99" Type="http://schemas.openxmlformats.org/officeDocument/2006/relationships/font" Target="fonts/BarlowMedium-regular.fntdata"/><Relationship Id="rId10" Type="http://schemas.openxmlformats.org/officeDocument/2006/relationships/slide" Target="slides/slide3.xml"/><Relationship Id="rId98" Type="http://schemas.openxmlformats.org/officeDocument/2006/relationships/font" Target="fonts/BebasNeue-regular.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Poppins-bold.fntdata"/><Relationship Id="rId90" Type="http://schemas.openxmlformats.org/officeDocument/2006/relationships/font" Target="fonts/Poppins-regular.fntdata"/><Relationship Id="rId93" Type="http://schemas.openxmlformats.org/officeDocument/2006/relationships/font" Target="fonts/Poppins-boldItalic.fntdata"/><Relationship Id="rId92" Type="http://schemas.openxmlformats.org/officeDocument/2006/relationships/font" Target="fonts/Poppins-italic.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font" Target="fonts/Barlow-regular.fntdata"/><Relationship Id="rId83" Type="http://schemas.openxmlformats.org/officeDocument/2006/relationships/font" Target="fonts/Anaheim-bold.fntdata"/><Relationship Id="rId86" Type="http://schemas.openxmlformats.org/officeDocument/2006/relationships/font" Target="fonts/Barlow-italic.fntdata"/><Relationship Id="rId85" Type="http://schemas.openxmlformats.org/officeDocument/2006/relationships/font" Target="fonts/Barlow-bold.fntdata"/><Relationship Id="rId88" Type="http://schemas.openxmlformats.org/officeDocument/2006/relationships/font" Target="fonts/AmaticSC-regular.fntdata"/><Relationship Id="rId87" Type="http://schemas.openxmlformats.org/officeDocument/2006/relationships/font" Target="fonts/Barlow-boldItalic.fntdata"/><Relationship Id="rId89" Type="http://schemas.openxmlformats.org/officeDocument/2006/relationships/font" Target="fonts/AmaticSC-bold.fntdata"/><Relationship Id="rId80" Type="http://schemas.openxmlformats.org/officeDocument/2006/relationships/font" Target="fonts/RobotoMedium-italic.fntdata"/><Relationship Id="rId82" Type="http://schemas.openxmlformats.org/officeDocument/2006/relationships/font" Target="fonts/Anaheim-regular.fntdata"/><Relationship Id="rId81" Type="http://schemas.openxmlformats.org/officeDocument/2006/relationships/font" Target="fonts/RobotoMedium-boldItalic.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atrickHand-regular.fntdata"/><Relationship Id="rId72" Type="http://schemas.openxmlformats.org/officeDocument/2006/relationships/font" Target="fonts/KronaOne-regular.fntdata"/><Relationship Id="rId75" Type="http://schemas.openxmlformats.org/officeDocument/2006/relationships/font" Target="fonts/ProximaNova-bold.fntdata"/><Relationship Id="rId74" Type="http://schemas.openxmlformats.org/officeDocument/2006/relationships/font" Target="fonts/ProximaNova-regular.fntdata"/><Relationship Id="rId77" Type="http://schemas.openxmlformats.org/officeDocument/2006/relationships/font" Target="fonts/ProximaNova-boldItalic.fntdata"/><Relationship Id="rId76" Type="http://schemas.openxmlformats.org/officeDocument/2006/relationships/font" Target="fonts/ProximaNova-italic.fntdata"/><Relationship Id="rId79" Type="http://schemas.openxmlformats.org/officeDocument/2006/relationships/font" Target="fonts/RobotoMedium-bold.fntdata"/><Relationship Id="rId78" Type="http://schemas.openxmlformats.org/officeDocument/2006/relationships/font" Target="fonts/RobotoMedium-regular.fntdata"/><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9" name="Shape 1319"/>
        <p:cNvGrpSpPr/>
        <p:nvPr/>
      </p:nvGrpSpPr>
      <p:grpSpPr>
        <a:xfrm>
          <a:off x="0" y="0"/>
          <a:ext cx="0" cy="0"/>
          <a:chOff x="0" y="0"/>
          <a:chExt cx="0" cy="0"/>
        </a:xfrm>
      </p:grpSpPr>
      <p:sp>
        <p:nvSpPr>
          <p:cNvPr id="1320" name="Google Shape;1320;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1" name="Google Shape;132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0" name="Shape 1360"/>
        <p:cNvGrpSpPr/>
        <p:nvPr/>
      </p:nvGrpSpPr>
      <p:grpSpPr>
        <a:xfrm>
          <a:off x="0" y="0"/>
          <a:ext cx="0" cy="0"/>
          <a:chOff x="0" y="0"/>
          <a:chExt cx="0" cy="0"/>
        </a:xfrm>
      </p:grpSpPr>
      <p:sp>
        <p:nvSpPr>
          <p:cNvPr id="1361" name="Google Shape;1361;g1044b0d6ec8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2" name="Google Shape;1362;g1044b0d6ec8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 name="Shape 1374"/>
        <p:cNvGrpSpPr/>
        <p:nvPr/>
      </p:nvGrpSpPr>
      <p:grpSpPr>
        <a:xfrm>
          <a:off x="0" y="0"/>
          <a:ext cx="0" cy="0"/>
          <a:chOff x="0" y="0"/>
          <a:chExt cx="0" cy="0"/>
        </a:xfrm>
      </p:grpSpPr>
      <p:sp>
        <p:nvSpPr>
          <p:cNvPr id="1375" name="Google Shape;1375;g1044b0d6ec8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6" name="Google Shape;1376;g1044b0d6ec8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 name="Shape 1427"/>
        <p:cNvGrpSpPr/>
        <p:nvPr/>
      </p:nvGrpSpPr>
      <p:grpSpPr>
        <a:xfrm>
          <a:off x="0" y="0"/>
          <a:ext cx="0" cy="0"/>
          <a:chOff x="0" y="0"/>
          <a:chExt cx="0" cy="0"/>
        </a:xfrm>
      </p:grpSpPr>
      <p:sp>
        <p:nvSpPr>
          <p:cNvPr id="1428" name="Google Shape;1428;g10467667cc2_0_1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9" name="Google Shape;1429;g10467667cc2_0_1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1044b0d6ec8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1044b0d6ec8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 name="Shape 1481"/>
        <p:cNvGrpSpPr/>
        <p:nvPr/>
      </p:nvGrpSpPr>
      <p:grpSpPr>
        <a:xfrm>
          <a:off x="0" y="0"/>
          <a:ext cx="0" cy="0"/>
          <a:chOff x="0" y="0"/>
          <a:chExt cx="0" cy="0"/>
        </a:xfrm>
      </p:grpSpPr>
      <p:sp>
        <p:nvSpPr>
          <p:cNvPr id="1482" name="Google Shape;1482;g10440c3c32a_0_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3" name="Google Shape;1483;g10440c3c32a_0_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9" name="Shape 1509"/>
        <p:cNvGrpSpPr/>
        <p:nvPr/>
      </p:nvGrpSpPr>
      <p:grpSpPr>
        <a:xfrm>
          <a:off x="0" y="0"/>
          <a:ext cx="0" cy="0"/>
          <a:chOff x="0" y="0"/>
          <a:chExt cx="0" cy="0"/>
        </a:xfrm>
      </p:grpSpPr>
      <p:sp>
        <p:nvSpPr>
          <p:cNvPr id="1510" name="Google Shape;1510;g1044b0d6ec8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1" name="Google Shape;1511;g1044b0d6ec8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 name="Shape 1554"/>
        <p:cNvGrpSpPr/>
        <p:nvPr/>
      </p:nvGrpSpPr>
      <p:grpSpPr>
        <a:xfrm>
          <a:off x="0" y="0"/>
          <a:ext cx="0" cy="0"/>
          <a:chOff x="0" y="0"/>
          <a:chExt cx="0" cy="0"/>
        </a:xfrm>
      </p:grpSpPr>
      <p:sp>
        <p:nvSpPr>
          <p:cNvPr id="1555" name="Google Shape;1555;g10467667cc2_0_5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 name="Google Shape;1556;g10467667cc2_0_5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 name="Shape 1579"/>
        <p:cNvGrpSpPr/>
        <p:nvPr/>
      </p:nvGrpSpPr>
      <p:grpSpPr>
        <a:xfrm>
          <a:off x="0" y="0"/>
          <a:ext cx="0" cy="0"/>
          <a:chOff x="0" y="0"/>
          <a:chExt cx="0" cy="0"/>
        </a:xfrm>
      </p:grpSpPr>
      <p:sp>
        <p:nvSpPr>
          <p:cNvPr id="1580" name="Google Shape;1580;g10467667cc2_0_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1" name="Google Shape;1581;g10467667cc2_0_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g10467667cc2_0_5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0" name="Google Shape;1610;g10467667cc2_0_5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1" name="Shape 1651"/>
        <p:cNvGrpSpPr/>
        <p:nvPr/>
      </p:nvGrpSpPr>
      <p:grpSpPr>
        <a:xfrm>
          <a:off x="0" y="0"/>
          <a:ext cx="0" cy="0"/>
          <a:chOff x="0" y="0"/>
          <a:chExt cx="0" cy="0"/>
        </a:xfrm>
      </p:grpSpPr>
      <p:sp>
        <p:nvSpPr>
          <p:cNvPr id="1652" name="Google Shape;1652;g10467667cc2_0_6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3" name="Google Shape;1653;g10467667cc2_0_6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1" name="Shape 1721"/>
        <p:cNvGrpSpPr/>
        <p:nvPr/>
      </p:nvGrpSpPr>
      <p:grpSpPr>
        <a:xfrm>
          <a:off x="0" y="0"/>
          <a:ext cx="0" cy="0"/>
          <a:chOff x="0" y="0"/>
          <a:chExt cx="0" cy="0"/>
        </a:xfrm>
      </p:grpSpPr>
      <p:sp>
        <p:nvSpPr>
          <p:cNvPr id="1722" name="Google Shape;1722;g10467667cc2_0_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3" name="Google Shape;1723;g10467667cc2_0_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8" name="Shape 1738"/>
        <p:cNvGrpSpPr/>
        <p:nvPr/>
      </p:nvGrpSpPr>
      <p:grpSpPr>
        <a:xfrm>
          <a:off x="0" y="0"/>
          <a:ext cx="0" cy="0"/>
          <a:chOff x="0" y="0"/>
          <a:chExt cx="0" cy="0"/>
        </a:xfrm>
      </p:grpSpPr>
      <p:sp>
        <p:nvSpPr>
          <p:cNvPr id="1739" name="Google Shape;1739;g10467667cc2_0_6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0" name="Google Shape;1740;g10467667cc2_0_6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 name="Shape 1792"/>
        <p:cNvGrpSpPr/>
        <p:nvPr/>
      </p:nvGrpSpPr>
      <p:grpSpPr>
        <a:xfrm>
          <a:off x="0" y="0"/>
          <a:ext cx="0" cy="0"/>
          <a:chOff x="0" y="0"/>
          <a:chExt cx="0" cy="0"/>
        </a:xfrm>
      </p:grpSpPr>
      <p:sp>
        <p:nvSpPr>
          <p:cNvPr id="1793" name="Google Shape;1793;g10467667cc2_0_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4" name="Google Shape;1794;g10467667cc2_0_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7" name="Shape 1817"/>
        <p:cNvGrpSpPr/>
        <p:nvPr/>
      </p:nvGrpSpPr>
      <p:grpSpPr>
        <a:xfrm>
          <a:off x="0" y="0"/>
          <a:ext cx="0" cy="0"/>
          <a:chOff x="0" y="0"/>
          <a:chExt cx="0" cy="0"/>
        </a:xfrm>
      </p:grpSpPr>
      <p:sp>
        <p:nvSpPr>
          <p:cNvPr id="1818" name="Google Shape;1818;g10467667cc2_0_6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9" name="Google Shape;1819;g10467667cc2_0_6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2" name="Shape 1822"/>
        <p:cNvGrpSpPr/>
        <p:nvPr/>
      </p:nvGrpSpPr>
      <p:grpSpPr>
        <a:xfrm>
          <a:off x="0" y="0"/>
          <a:ext cx="0" cy="0"/>
          <a:chOff x="0" y="0"/>
          <a:chExt cx="0" cy="0"/>
        </a:xfrm>
      </p:grpSpPr>
      <p:sp>
        <p:nvSpPr>
          <p:cNvPr id="1823" name="Google Shape;1823;g10467667cc2_0_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4" name="Google Shape;1824;g10467667cc2_0_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6" name="Shape 1846"/>
        <p:cNvGrpSpPr/>
        <p:nvPr/>
      </p:nvGrpSpPr>
      <p:grpSpPr>
        <a:xfrm>
          <a:off x="0" y="0"/>
          <a:ext cx="0" cy="0"/>
          <a:chOff x="0" y="0"/>
          <a:chExt cx="0" cy="0"/>
        </a:xfrm>
      </p:grpSpPr>
      <p:sp>
        <p:nvSpPr>
          <p:cNvPr id="1847" name="Google Shape;1847;g10467667cc2_0_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8" name="Google Shape;1848;g10467667cc2_0_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8" name="Shape 1878"/>
        <p:cNvGrpSpPr/>
        <p:nvPr/>
      </p:nvGrpSpPr>
      <p:grpSpPr>
        <a:xfrm>
          <a:off x="0" y="0"/>
          <a:ext cx="0" cy="0"/>
          <a:chOff x="0" y="0"/>
          <a:chExt cx="0" cy="0"/>
        </a:xfrm>
      </p:grpSpPr>
      <p:sp>
        <p:nvSpPr>
          <p:cNvPr id="1879" name="Google Shape;1879;g10467667cc2_0_6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0" name="Google Shape;1880;g10467667cc2_0_6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6" name="Shape 1916"/>
        <p:cNvGrpSpPr/>
        <p:nvPr/>
      </p:nvGrpSpPr>
      <p:grpSpPr>
        <a:xfrm>
          <a:off x="0" y="0"/>
          <a:ext cx="0" cy="0"/>
          <a:chOff x="0" y="0"/>
          <a:chExt cx="0" cy="0"/>
        </a:xfrm>
      </p:grpSpPr>
      <p:sp>
        <p:nvSpPr>
          <p:cNvPr id="1917" name="Google Shape;1917;g10467667cc2_0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8" name="Google Shape;1918;g10467667cc2_0_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6" name="Shape 1936"/>
        <p:cNvGrpSpPr/>
        <p:nvPr/>
      </p:nvGrpSpPr>
      <p:grpSpPr>
        <a:xfrm>
          <a:off x="0" y="0"/>
          <a:ext cx="0" cy="0"/>
          <a:chOff x="0" y="0"/>
          <a:chExt cx="0" cy="0"/>
        </a:xfrm>
      </p:grpSpPr>
      <p:sp>
        <p:nvSpPr>
          <p:cNvPr id="1937" name="Google Shape;1937;g10467667cc2_0_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8" name="Google Shape;1938;g10467667cc2_0_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7" name="Shape 1947"/>
        <p:cNvGrpSpPr/>
        <p:nvPr/>
      </p:nvGrpSpPr>
      <p:grpSpPr>
        <a:xfrm>
          <a:off x="0" y="0"/>
          <a:ext cx="0" cy="0"/>
          <a:chOff x="0" y="0"/>
          <a:chExt cx="0" cy="0"/>
        </a:xfrm>
      </p:grpSpPr>
      <p:sp>
        <p:nvSpPr>
          <p:cNvPr id="1948" name="Google Shape;1948;g10467667cc2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9" name="Google Shape;1949;g10467667cc2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9" name="Shape 1959"/>
        <p:cNvGrpSpPr/>
        <p:nvPr/>
      </p:nvGrpSpPr>
      <p:grpSpPr>
        <a:xfrm>
          <a:off x="0" y="0"/>
          <a:ext cx="0" cy="0"/>
          <a:chOff x="0" y="0"/>
          <a:chExt cx="0" cy="0"/>
        </a:xfrm>
      </p:grpSpPr>
      <p:sp>
        <p:nvSpPr>
          <p:cNvPr id="1960" name="Google Shape;1960;g10467667cc2_0_7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1" name="Google Shape;1961;g10467667cc2_0_7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1" name="Shape 1971"/>
        <p:cNvGrpSpPr/>
        <p:nvPr/>
      </p:nvGrpSpPr>
      <p:grpSpPr>
        <a:xfrm>
          <a:off x="0" y="0"/>
          <a:ext cx="0" cy="0"/>
          <a:chOff x="0" y="0"/>
          <a:chExt cx="0" cy="0"/>
        </a:xfrm>
      </p:grpSpPr>
      <p:sp>
        <p:nvSpPr>
          <p:cNvPr id="1972" name="Google Shape;1972;g10467667cc2_0_1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3" name="Google Shape;1973;g10467667cc2_0_1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5" name="Shape 2015"/>
        <p:cNvGrpSpPr/>
        <p:nvPr/>
      </p:nvGrpSpPr>
      <p:grpSpPr>
        <a:xfrm>
          <a:off x="0" y="0"/>
          <a:ext cx="0" cy="0"/>
          <a:chOff x="0" y="0"/>
          <a:chExt cx="0" cy="0"/>
        </a:xfrm>
      </p:grpSpPr>
      <p:sp>
        <p:nvSpPr>
          <p:cNvPr id="2016" name="Google Shape;2016;g10467667cc2_0_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7" name="Google Shape;2017;g10467667cc2_0_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3" name="Shape 2033"/>
        <p:cNvGrpSpPr/>
        <p:nvPr/>
      </p:nvGrpSpPr>
      <p:grpSpPr>
        <a:xfrm>
          <a:off x="0" y="0"/>
          <a:ext cx="0" cy="0"/>
          <a:chOff x="0" y="0"/>
          <a:chExt cx="0" cy="0"/>
        </a:xfrm>
      </p:grpSpPr>
      <p:sp>
        <p:nvSpPr>
          <p:cNvPr id="2034" name="Google Shape;2034;g10467667cc2_0_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5" name="Google Shape;2035;g10467667cc2_0_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3" name="Shape 2043"/>
        <p:cNvGrpSpPr/>
        <p:nvPr/>
      </p:nvGrpSpPr>
      <p:grpSpPr>
        <a:xfrm>
          <a:off x="0" y="0"/>
          <a:ext cx="0" cy="0"/>
          <a:chOff x="0" y="0"/>
          <a:chExt cx="0" cy="0"/>
        </a:xfrm>
      </p:grpSpPr>
      <p:sp>
        <p:nvSpPr>
          <p:cNvPr id="2044" name="Google Shape;2044;g10467667cc2_0_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5" name="Google Shape;2045;g10467667cc2_0_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4" name="Shape 2114"/>
        <p:cNvGrpSpPr/>
        <p:nvPr/>
      </p:nvGrpSpPr>
      <p:grpSpPr>
        <a:xfrm>
          <a:off x="0" y="0"/>
          <a:ext cx="0" cy="0"/>
          <a:chOff x="0" y="0"/>
          <a:chExt cx="0" cy="0"/>
        </a:xfrm>
      </p:grpSpPr>
      <p:sp>
        <p:nvSpPr>
          <p:cNvPr id="2115" name="Google Shape;2115;g10467667cc2_0_1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6" name="Google Shape;2116;g10467667cc2_0_10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5" name="Shape 2145"/>
        <p:cNvGrpSpPr/>
        <p:nvPr/>
      </p:nvGrpSpPr>
      <p:grpSpPr>
        <a:xfrm>
          <a:off x="0" y="0"/>
          <a:ext cx="0" cy="0"/>
          <a:chOff x="0" y="0"/>
          <a:chExt cx="0" cy="0"/>
        </a:xfrm>
      </p:grpSpPr>
      <p:sp>
        <p:nvSpPr>
          <p:cNvPr id="2146" name="Google Shape;2146;g10467667cc2_0_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7" name="Google Shape;2147;g10467667cc2_0_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8" name="Shape 2218"/>
        <p:cNvGrpSpPr/>
        <p:nvPr/>
      </p:nvGrpSpPr>
      <p:grpSpPr>
        <a:xfrm>
          <a:off x="0" y="0"/>
          <a:ext cx="0" cy="0"/>
          <a:chOff x="0" y="0"/>
          <a:chExt cx="0" cy="0"/>
        </a:xfrm>
      </p:grpSpPr>
      <p:sp>
        <p:nvSpPr>
          <p:cNvPr id="2219" name="Google Shape;2219;g10467667cc2_0_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0" name="Google Shape;2220;g10467667cc2_0_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10467667cc2_0_1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7" name="Google Shape;2297;g10467667cc2_0_1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9" name="Shape 2339"/>
        <p:cNvGrpSpPr/>
        <p:nvPr/>
      </p:nvGrpSpPr>
      <p:grpSpPr>
        <a:xfrm>
          <a:off x="0" y="0"/>
          <a:ext cx="0" cy="0"/>
          <a:chOff x="0" y="0"/>
          <a:chExt cx="0" cy="0"/>
        </a:xfrm>
      </p:grpSpPr>
      <p:sp>
        <p:nvSpPr>
          <p:cNvPr id="2340" name="Google Shape;2340;g104c22517a3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1" name="Google Shape;2341;g104c22517a3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2" name="Shape 2352"/>
        <p:cNvGrpSpPr/>
        <p:nvPr/>
      </p:nvGrpSpPr>
      <p:grpSpPr>
        <a:xfrm>
          <a:off x="0" y="0"/>
          <a:ext cx="0" cy="0"/>
          <a:chOff x="0" y="0"/>
          <a:chExt cx="0" cy="0"/>
        </a:xfrm>
      </p:grpSpPr>
      <p:sp>
        <p:nvSpPr>
          <p:cNvPr id="2353" name="Google Shape;2353;g10467667cc2_0_1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4" name="Google Shape;2354;g10467667cc2_0_1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7" name="Shape 2367"/>
        <p:cNvGrpSpPr/>
        <p:nvPr/>
      </p:nvGrpSpPr>
      <p:grpSpPr>
        <a:xfrm>
          <a:off x="0" y="0"/>
          <a:ext cx="0" cy="0"/>
          <a:chOff x="0" y="0"/>
          <a:chExt cx="0" cy="0"/>
        </a:xfrm>
      </p:grpSpPr>
      <p:sp>
        <p:nvSpPr>
          <p:cNvPr id="2368" name="Google Shape;2368;g10467667cc2_0_1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9" name="Google Shape;2369;g10467667cc2_0_1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7" name="Shape 2377"/>
        <p:cNvGrpSpPr/>
        <p:nvPr/>
      </p:nvGrpSpPr>
      <p:grpSpPr>
        <a:xfrm>
          <a:off x="0" y="0"/>
          <a:ext cx="0" cy="0"/>
          <a:chOff x="0" y="0"/>
          <a:chExt cx="0" cy="0"/>
        </a:xfrm>
      </p:grpSpPr>
      <p:sp>
        <p:nvSpPr>
          <p:cNvPr id="2378" name="Google Shape;2378;g10467667cc2_0_1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9" name="Google Shape;2379;g10467667cc2_0_1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1" name="Shape 2391"/>
        <p:cNvGrpSpPr/>
        <p:nvPr/>
      </p:nvGrpSpPr>
      <p:grpSpPr>
        <a:xfrm>
          <a:off x="0" y="0"/>
          <a:ext cx="0" cy="0"/>
          <a:chOff x="0" y="0"/>
          <a:chExt cx="0" cy="0"/>
        </a:xfrm>
      </p:grpSpPr>
      <p:sp>
        <p:nvSpPr>
          <p:cNvPr id="2392" name="Google Shape;2392;g10467667cc2_0_1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3" name="Google Shape;2393;g10467667cc2_0_1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9" name="Shape 2419"/>
        <p:cNvGrpSpPr/>
        <p:nvPr/>
      </p:nvGrpSpPr>
      <p:grpSpPr>
        <a:xfrm>
          <a:off x="0" y="0"/>
          <a:ext cx="0" cy="0"/>
          <a:chOff x="0" y="0"/>
          <a:chExt cx="0" cy="0"/>
        </a:xfrm>
      </p:grpSpPr>
      <p:sp>
        <p:nvSpPr>
          <p:cNvPr id="2420" name="Google Shape;2420;g10467667cc2_0_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1" name="Google Shape;2421;g10467667cc2_0_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4" name="Shape 2464"/>
        <p:cNvGrpSpPr/>
        <p:nvPr/>
      </p:nvGrpSpPr>
      <p:grpSpPr>
        <a:xfrm>
          <a:off x="0" y="0"/>
          <a:ext cx="0" cy="0"/>
          <a:chOff x="0" y="0"/>
          <a:chExt cx="0" cy="0"/>
        </a:xfrm>
      </p:grpSpPr>
      <p:sp>
        <p:nvSpPr>
          <p:cNvPr id="2465" name="Google Shape;2465;g10467667cc2_0_1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6" name="Google Shape;2466;g10467667cc2_0_1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5" name="Shape 3135"/>
        <p:cNvGrpSpPr/>
        <p:nvPr/>
      </p:nvGrpSpPr>
      <p:grpSpPr>
        <a:xfrm>
          <a:off x="0" y="0"/>
          <a:ext cx="0" cy="0"/>
          <a:chOff x="0" y="0"/>
          <a:chExt cx="0" cy="0"/>
        </a:xfrm>
      </p:grpSpPr>
      <p:sp>
        <p:nvSpPr>
          <p:cNvPr id="3136" name="Google Shape;3136;g10467667cc2_0_1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7" name="Google Shape;3137;g10467667cc2_0_1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7" name="Shape 3177"/>
        <p:cNvGrpSpPr/>
        <p:nvPr/>
      </p:nvGrpSpPr>
      <p:grpSpPr>
        <a:xfrm>
          <a:off x="0" y="0"/>
          <a:ext cx="0" cy="0"/>
          <a:chOff x="0" y="0"/>
          <a:chExt cx="0" cy="0"/>
        </a:xfrm>
      </p:grpSpPr>
      <p:sp>
        <p:nvSpPr>
          <p:cNvPr id="3178" name="Google Shape;3178;g10467667cc2_0_1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9" name="Google Shape;3179;g10467667cc2_0_1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5" name="Shape 3185"/>
        <p:cNvGrpSpPr/>
        <p:nvPr/>
      </p:nvGrpSpPr>
      <p:grpSpPr>
        <a:xfrm>
          <a:off x="0" y="0"/>
          <a:ext cx="0" cy="0"/>
          <a:chOff x="0" y="0"/>
          <a:chExt cx="0" cy="0"/>
        </a:xfrm>
      </p:grpSpPr>
      <p:sp>
        <p:nvSpPr>
          <p:cNvPr id="3186" name="Google Shape;3186;g222483a604d_2_19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7" name="Google Shape;3187;g222483a604d_2_19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1" name="Shape 3191"/>
        <p:cNvGrpSpPr/>
        <p:nvPr/>
      </p:nvGrpSpPr>
      <p:grpSpPr>
        <a:xfrm>
          <a:off x="0" y="0"/>
          <a:ext cx="0" cy="0"/>
          <a:chOff x="0" y="0"/>
          <a:chExt cx="0" cy="0"/>
        </a:xfrm>
      </p:grpSpPr>
      <p:sp>
        <p:nvSpPr>
          <p:cNvPr id="3192" name="Google Shape;3192;g222483a604d_2_198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3" name="Google Shape;3193;g222483a604d_2_198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7" name="Shape 3197"/>
        <p:cNvGrpSpPr/>
        <p:nvPr/>
      </p:nvGrpSpPr>
      <p:grpSpPr>
        <a:xfrm>
          <a:off x="0" y="0"/>
          <a:ext cx="0" cy="0"/>
          <a:chOff x="0" y="0"/>
          <a:chExt cx="0" cy="0"/>
        </a:xfrm>
      </p:grpSpPr>
      <p:sp>
        <p:nvSpPr>
          <p:cNvPr id="3198" name="Google Shape;3198;g222483a604d_2_19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9" name="Google Shape;3199;g222483a604d_2_19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7" name="Shape 3217"/>
        <p:cNvGrpSpPr/>
        <p:nvPr/>
      </p:nvGrpSpPr>
      <p:grpSpPr>
        <a:xfrm>
          <a:off x="0" y="0"/>
          <a:ext cx="0" cy="0"/>
          <a:chOff x="0" y="0"/>
          <a:chExt cx="0" cy="0"/>
        </a:xfrm>
      </p:grpSpPr>
      <p:sp>
        <p:nvSpPr>
          <p:cNvPr id="3218" name="Google Shape;3218;g222483a604d_2_198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9" name="Google Shape;3219;g222483a604d_2_198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3" name="Shape 3233"/>
        <p:cNvGrpSpPr/>
        <p:nvPr/>
      </p:nvGrpSpPr>
      <p:grpSpPr>
        <a:xfrm>
          <a:off x="0" y="0"/>
          <a:ext cx="0" cy="0"/>
          <a:chOff x="0" y="0"/>
          <a:chExt cx="0" cy="0"/>
        </a:xfrm>
      </p:grpSpPr>
      <p:sp>
        <p:nvSpPr>
          <p:cNvPr id="3234" name="Google Shape;3234;g222483a604d_2_19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5" name="Google Shape;3235;g222483a604d_2_19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2" name="Shape 3572"/>
        <p:cNvGrpSpPr/>
        <p:nvPr/>
      </p:nvGrpSpPr>
      <p:grpSpPr>
        <a:xfrm>
          <a:off x="0" y="0"/>
          <a:ext cx="0" cy="0"/>
          <a:chOff x="0" y="0"/>
          <a:chExt cx="0" cy="0"/>
        </a:xfrm>
      </p:grpSpPr>
      <p:sp>
        <p:nvSpPr>
          <p:cNvPr id="3573" name="Google Shape;3573;g222483a604d_2_20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4" name="Google Shape;3574;g222483a604d_2_20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7" name="Shape 5717"/>
        <p:cNvGrpSpPr/>
        <p:nvPr/>
      </p:nvGrpSpPr>
      <p:grpSpPr>
        <a:xfrm>
          <a:off x="0" y="0"/>
          <a:ext cx="0" cy="0"/>
          <a:chOff x="0" y="0"/>
          <a:chExt cx="0" cy="0"/>
        </a:xfrm>
      </p:grpSpPr>
      <p:sp>
        <p:nvSpPr>
          <p:cNvPr id="5718" name="Google Shape;5718;g222483a604d_2_223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9" name="Google Shape;5719;g222483a604d_2_223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6" name="Shape 6136"/>
        <p:cNvGrpSpPr/>
        <p:nvPr/>
      </p:nvGrpSpPr>
      <p:grpSpPr>
        <a:xfrm>
          <a:off x="0" y="0"/>
          <a:ext cx="0" cy="0"/>
          <a:chOff x="0" y="0"/>
          <a:chExt cx="0" cy="0"/>
        </a:xfrm>
      </p:grpSpPr>
      <p:sp>
        <p:nvSpPr>
          <p:cNvPr id="6137" name="Google Shape;6137;g222483a604d_2_22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38" name="Google Shape;6138;g222483a604d_2_22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6" name="Shape 6306"/>
        <p:cNvGrpSpPr/>
        <p:nvPr/>
      </p:nvGrpSpPr>
      <p:grpSpPr>
        <a:xfrm>
          <a:off x="0" y="0"/>
          <a:ext cx="0" cy="0"/>
          <a:chOff x="0" y="0"/>
          <a:chExt cx="0" cy="0"/>
        </a:xfrm>
      </p:grpSpPr>
      <p:sp>
        <p:nvSpPr>
          <p:cNvPr id="6307" name="Google Shape;6307;g222483a604d_2_22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8" name="Google Shape;6308;g222483a604d_2_229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0" name="Shape 6710"/>
        <p:cNvGrpSpPr/>
        <p:nvPr/>
      </p:nvGrpSpPr>
      <p:grpSpPr>
        <a:xfrm>
          <a:off x="0" y="0"/>
          <a:ext cx="0" cy="0"/>
          <a:chOff x="0" y="0"/>
          <a:chExt cx="0" cy="0"/>
        </a:xfrm>
      </p:grpSpPr>
      <p:sp>
        <p:nvSpPr>
          <p:cNvPr id="6711" name="Google Shape;6711;g222483a604d_2_23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12" name="Google Shape;6712;g222483a604d_2_23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0" name="Shape 7090"/>
        <p:cNvGrpSpPr/>
        <p:nvPr/>
      </p:nvGrpSpPr>
      <p:grpSpPr>
        <a:xfrm>
          <a:off x="0" y="0"/>
          <a:ext cx="0" cy="0"/>
          <a:chOff x="0" y="0"/>
          <a:chExt cx="0" cy="0"/>
        </a:xfrm>
      </p:grpSpPr>
      <p:sp>
        <p:nvSpPr>
          <p:cNvPr id="7091" name="Google Shape;7091;g222483a604d_2_23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2" name="Google Shape;7092;g222483a604d_2_23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6" name="Shape 8026"/>
        <p:cNvGrpSpPr/>
        <p:nvPr/>
      </p:nvGrpSpPr>
      <p:grpSpPr>
        <a:xfrm>
          <a:off x="0" y="0"/>
          <a:ext cx="0" cy="0"/>
          <a:chOff x="0" y="0"/>
          <a:chExt cx="0" cy="0"/>
        </a:xfrm>
      </p:grpSpPr>
      <p:sp>
        <p:nvSpPr>
          <p:cNvPr id="8027" name="Google Shape;8027;g222483a604d_2_24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28" name="Google Shape;8028;g222483a604d_2_24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0" name="Shape 9460"/>
        <p:cNvGrpSpPr/>
        <p:nvPr/>
      </p:nvGrpSpPr>
      <p:grpSpPr>
        <a:xfrm>
          <a:off x="0" y="0"/>
          <a:ext cx="0" cy="0"/>
          <a:chOff x="0" y="0"/>
          <a:chExt cx="0" cy="0"/>
        </a:xfrm>
      </p:grpSpPr>
      <p:sp>
        <p:nvSpPr>
          <p:cNvPr id="9461" name="Google Shape;9461;g222483a604d_2_26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2" name="Google Shape;9462;g222483a604d_2_26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16" name="Shape 12016"/>
        <p:cNvGrpSpPr/>
        <p:nvPr/>
      </p:nvGrpSpPr>
      <p:grpSpPr>
        <a:xfrm>
          <a:off x="0" y="0"/>
          <a:ext cx="0" cy="0"/>
          <a:chOff x="0" y="0"/>
          <a:chExt cx="0" cy="0"/>
        </a:xfrm>
      </p:grpSpPr>
      <p:sp>
        <p:nvSpPr>
          <p:cNvPr id="12017" name="Google Shape;12017;g222483a604d_2_28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18" name="Google Shape;12018;g222483a604d_2_28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66" name="Shape 13966"/>
        <p:cNvGrpSpPr/>
        <p:nvPr/>
      </p:nvGrpSpPr>
      <p:grpSpPr>
        <a:xfrm>
          <a:off x="0" y="0"/>
          <a:ext cx="0" cy="0"/>
          <a:chOff x="0" y="0"/>
          <a:chExt cx="0" cy="0"/>
        </a:xfrm>
      </p:grpSpPr>
      <p:sp>
        <p:nvSpPr>
          <p:cNvPr id="13967" name="Google Shape;13967;g222483a604d_2_306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68" name="Google Shape;13968;g222483a604d_2_30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41" name="Shape 15741"/>
        <p:cNvGrpSpPr/>
        <p:nvPr/>
      </p:nvGrpSpPr>
      <p:grpSpPr>
        <a:xfrm>
          <a:off x="0" y="0"/>
          <a:ext cx="0" cy="0"/>
          <a:chOff x="0" y="0"/>
          <a:chExt cx="0" cy="0"/>
        </a:xfrm>
      </p:grpSpPr>
      <p:sp>
        <p:nvSpPr>
          <p:cNvPr id="15742" name="Google Shape;15742;g222483a604d_2_324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43" name="Google Shape;15743;g222483a604d_2_324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83" name="Shape 16783"/>
        <p:cNvGrpSpPr/>
        <p:nvPr/>
      </p:nvGrpSpPr>
      <p:grpSpPr>
        <a:xfrm>
          <a:off x="0" y="0"/>
          <a:ext cx="0" cy="0"/>
          <a:chOff x="0" y="0"/>
          <a:chExt cx="0" cy="0"/>
        </a:xfrm>
      </p:grpSpPr>
      <p:sp>
        <p:nvSpPr>
          <p:cNvPr id="16784" name="Google Shape;16784;g222483a604d_2_334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85" name="Google Shape;16785;g222483a604d_2_334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03" name="Shape 18503"/>
        <p:cNvGrpSpPr/>
        <p:nvPr/>
      </p:nvGrpSpPr>
      <p:grpSpPr>
        <a:xfrm>
          <a:off x="0" y="0"/>
          <a:ext cx="0" cy="0"/>
          <a:chOff x="0" y="0"/>
          <a:chExt cx="0" cy="0"/>
        </a:xfrm>
      </p:grpSpPr>
      <p:sp>
        <p:nvSpPr>
          <p:cNvPr id="18504" name="Google Shape;18504;g222483a604d_2_35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05" name="Google Shape;18505;g222483a604d_2_35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58" name="Shape 18658"/>
        <p:cNvGrpSpPr/>
        <p:nvPr/>
      </p:nvGrpSpPr>
      <p:grpSpPr>
        <a:xfrm>
          <a:off x="0" y="0"/>
          <a:ext cx="0" cy="0"/>
          <a:chOff x="0" y="0"/>
          <a:chExt cx="0" cy="0"/>
        </a:xfrm>
      </p:grpSpPr>
      <p:sp>
        <p:nvSpPr>
          <p:cNvPr id="18659" name="Google Shape;18659;g222483a604d_2_35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60" name="Google Shape;18660;g222483a604d_2_35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04" name="Shape 18704"/>
        <p:cNvGrpSpPr/>
        <p:nvPr/>
      </p:nvGrpSpPr>
      <p:grpSpPr>
        <a:xfrm>
          <a:off x="0" y="0"/>
          <a:ext cx="0" cy="0"/>
          <a:chOff x="0" y="0"/>
          <a:chExt cx="0" cy="0"/>
        </a:xfrm>
      </p:grpSpPr>
      <p:sp>
        <p:nvSpPr>
          <p:cNvPr id="18705" name="Google Shape;18705;g222483a604d_2_35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06" name="Google Shape;18706;g222483a604d_2_35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60" name="Shape 19560"/>
        <p:cNvGrpSpPr/>
        <p:nvPr/>
      </p:nvGrpSpPr>
      <p:grpSpPr>
        <a:xfrm>
          <a:off x="0" y="0"/>
          <a:ext cx="0" cy="0"/>
          <a:chOff x="0" y="0"/>
          <a:chExt cx="0" cy="0"/>
        </a:xfrm>
      </p:grpSpPr>
      <p:sp>
        <p:nvSpPr>
          <p:cNvPr id="19561" name="Google Shape;19561;g222483a604d_2_36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62" name="Google Shape;19562;g222483a604d_2_36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38" name="Shape 20638"/>
        <p:cNvGrpSpPr/>
        <p:nvPr/>
      </p:nvGrpSpPr>
      <p:grpSpPr>
        <a:xfrm>
          <a:off x="0" y="0"/>
          <a:ext cx="0" cy="0"/>
          <a:chOff x="0" y="0"/>
          <a:chExt cx="0" cy="0"/>
        </a:xfrm>
      </p:grpSpPr>
      <p:sp>
        <p:nvSpPr>
          <p:cNvPr id="20639" name="Google Shape;20639;g222483a604d_2_37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40" name="Google Shape;20640;g222483a604d_2_37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54" name="Shape 21554"/>
        <p:cNvGrpSpPr/>
        <p:nvPr/>
      </p:nvGrpSpPr>
      <p:grpSpPr>
        <a:xfrm>
          <a:off x="0" y="0"/>
          <a:ext cx="0" cy="0"/>
          <a:chOff x="0" y="0"/>
          <a:chExt cx="0" cy="0"/>
        </a:xfrm>
      </p:grpSpPr>
      <p:sp>
        <p:nvSpPr>
          <p:cNvPr id="21555" name="Google Shape;21555;g222483a604d_2_38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56" name="Google Shape;21556;g222483a604d_2_38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39" name="Shape 22139"/>
        <p:cNvGrpSpPr/>
        <p:nvPr/>
      </p:nvGrpSpPr>
      <p:grpSpPr>
        <a:xfrm>
          <a:off x="0" y="0"/>
          <a:ext cx="0" cy="0"/>
          <a:chOff x="0" y="0"/>
          <a:chExt cx="0" cy="0"/>
        </a:xfrm>
      </p:grpSpPr>
      <p:sp>
        <p:nvSpPr>
          <p:cNvPr id="22140" name="Google Shape;22140;g222483a604d_2_38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41" name="Google Shape;22141;g222483a604d_2_38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46" name="Shape 23046"/>
        <p:cNvGrpSpPr/>
        <p:nvPr/>
      </p:nvGrpSpPr>
      <p:grpSpPr>
        <a:xfrm>
          <a:off x="0" y="0"/>
          <a:ext cx="0" cy="0"/>
          <a:chOff x="0" y="0"/>
          <a:chExt cx="0" cy="0"/>
        </a:xfrm>
      </p:grpSpPr>
      <p:sp>
        <p:nvSpPr>
          <p:cNvPr id="23047" name="Google Shape;23047;g222483a604d_2_39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48" name="Google Shape;23048;g222483a604d_2_39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10900" y="0"/>
            <a:ext cx="9142800" cy="5143500"/>
            <a:chOff x="10900" y="0"/>
            <a:chExt cx="9142800" cy="5143500"/>
          </a:xfrm>
        </p:grpSpPr>
        <p:cxnSp>
          <p:nvCxnSpPr>
            <p:cNvPr id="10" name="Google Shape;10;p2"/>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 name="Google Shape;11;p2"/>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 name="Google Shape;12;p2"/>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3" name="Google Shape;13;p2"/>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 name="Google Shape;14;p2"/>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 name="Google Shape;15;p2"/>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6" name="Google Shape;16;p2"/>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7" name="Google Shape;17;p2"/>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8" name="Google Shape;18;p2"/>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 name="Google Shape;19;p2"/>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0" name="Google Shape;20;p2"/>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1" name="Google Shape;21;p2"/>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2" name="Google Shape;22;p2"/>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 name="Google Shape;23;p2"/>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4" name="Google Shape;24;p2"/>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5" name="Google Shape;25;p2"/>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6" name="Google Shape;26;p2"/>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 name="Google Shape;27;p2"/>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 name="Google Shape;28;p2"/>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9" name="Google Shape;29;p2"/>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0" name="Google Shape;30;p2"/>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1" name="Google Shape;31;p2"/>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2" name="Google Shape;32;p2"/>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 name="Google Shape;33;p2"/>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4" name="Google Shape;34;p2"/>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5" name="Google Shape;35;p2"/>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6" name="Google Shape;36;p2"/>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7" name="Google Shape;37;p2"/>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sp>
        <p:nvSpPr>
          <p:cNvPr id="38" name="Google Shape;38;p2"/>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txBox="1"/>
          <p:nvPr>
            <p:ph type="ctrTitle"/>
          </p:nvPr>
        </p:nvSpPr>
        <p:spPr>
          <a:xfrm>
            <a:off x="747700" y="1353000"/>
            <a:ext cx="4417500" cy="2180400"/>
          </a:xfrm>
          <a:prstGeom prst="rect">
            <a:avLst/>
          </a:prstGeom>
        </p:spPr>
        <p:txBody>
          <a:bodyPr anchorCtr="0" anchor="ctr" bIns="91425" lIns="91425" spcFirstLastPara="1" rIns="91425" wrap="square" tIns="91425">
            <a:noAutofit/>
          </a:bodyPr>
          <a:lstStyle>
            <a:lvl1pPr lvl="0">
              <a:spcBef>
                <a:spcPts val="0"/>
              </a:spcBef>
              <a:spcAft>
                <a:spcPts val="0"/>
              </a:spcAft>
              <a:buClr>
                <a:srgbClr val="191919"/>
              </a:buClr>
              <a:buSzPts val="5200"/>
              <a:buNone/>
              <a:defRPr b="1" sz="8500">
                <a:solidFill>
                  <a:srgbClr val="191919"/>
                </a:solidFill>
                <a:latin typeface="Patrick Hand"/>
                <a:ea typeface="Patrick Hand"/>
                <a:cs typeface="Patrick Hand"/>
                <a:sym typeface="Patrick Hand"/>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6" name="Google Shape;46;p2"/>
          <p:cNvSpPr txBox="1"/>
          <p:nvPr>
            <p:ph idx="1" type="subTitle"/>
          </p:nvPr>
        </p:nvSpPr>
        <p:spPr>
          <a:xfrm>
            <a:off x="747700" y="3533400"/>
            <a:ext cx="4359000" cy="4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500">
                <a:latin typeface="Barlow Medium"/>
                <a:ea typeface="Barlow Medium"/>
                <a:cs typeface="Barlow Medium"/>
                <a:sym typeface="Barlow Medium"/>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47" name="Google Shape;47;p2"/>
          <p:cNvSpPr/>
          <p:nvPr/>
        </p:nvSpPr>
        <p:spPr>
          <a:xfrm>
            <a:off x="8032959"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94988"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0" name="Shape 50"/>
        <p:cNvGrpSpPr/>
        <p:nvPr/>
      </p:nvGrpSpPr>
      <p:grpSpPr>
        <a:xfrm>
          <a:off x="0" y="0"/>
          <a:ext cx="0" cy="0"/>
          <a:chOff x="0" y="0"/>
          <a:chExt cx="0" cy="0"/>
        </a:xfrm>
      </p:grpSpPr>
      <p:grpSp>
        <p:nvGrpSpPr>
          <p:cNvPr id="51" name="Google Shape;51;p3"/>
          <p:cNvGrpSpPr/>
          <p:nvPr/>
        </p:nvGrpSpPr>
        <p:grpSpPr>
          <a:xfrm>
            <a:off x="10900" y="0"/>
            <a:ext cx="9142800" cy="5143500"/>
            <a:chOff x="10900" y="0"/>
            <a:chExt cx="9142800" cy="5143500"/>
          </a:xfrm>
        </p:grpSpPr>
        <p:cxnSp>
          <p:nvCxnSpPr>
            <p:cNvPr id="52" name="Google Shape;52;p3"/>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3" name="Google Shape;53;p3"/>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4" name="Google Shape;54;p3"/>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 name="Google Shape;55;p3"/>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6" name="Google Shape;56;p3"/>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7" name="Google Shape;57;p3"/>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8" name="Google Shape;58;p3"/>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 name="Google Shape;59;p3"/>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0" name="Google Shape;60;p3"/>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1" name="Google Shape;61;p3"/>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2" name="Google Shape;62;p3"/>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 name="Google Shape;63;p3"/>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 name="Google Shape;64;p3"/>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5" name="Google Shape;65;p3"/>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6" name="Google Shape;66;p3"/>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7" name="Google Shape;67;p3"/>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 name="Google Shape;68;p3"/>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9" name="Google Shape;69;p3"/>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0" name="Google Shape;70;p3"/>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1" name="Google Shape;71;p3"/>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2" name="Google Shape;72;p3"/>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3" name="Google Shape;73;p3"/>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4" name="Google Shape;74;p3"/>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5" name="Google Shape;75;p3"/>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6" name="Google Shape;76;p3"/>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7" name="Google Shape;77;p3"/>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 name="Google Shape;78;p3"/>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9" name="Google Shape;79;p3"/>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80" name="Google Shape;80;p3"/>
          <p:cNvGrpSpPr/>
          <p:nvPr/>
        </p:nvGrpSpPr>
        <p:grpSpPr>
          <a:xfrm flipH="1">
            <a:off x="-44062" y="-749742"/>
            <a:ext cx="9384877" cy="6019445"/>
            <a:chOff x="-44062" y="-749742"/>
            <a:chExt cx="9384877" cy="6019445"/>
          </a:xfrm>
        </p:grpSpPr>
        <p:sp>
          <p:nvSpPr>
            <p:cNvPr id="81" name="Google Shape;81;p3"/>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rot="-2225305">
              <a:off x="8520032" y="12613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 name="Google Shape;87;p3"/>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txBox="1"/>
          <p:nvPr>
            <p:ph type="title"/>
          </p:nvPr>
        </p:nvSpPr>
        <p:spPr>
          <a:xfrm>
            <a:off x="2228250" y="2671825"/>
            <a:ext cx="4687500" cy="104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b="1" sz="4000">
                <a:latin typeface="Patrick Hand"/>
                <a:ea typeface="Patrick Hand"/>
                <a:cs typeface="Patrick Hand"/>
                <a:sym typeface="Patrick Hand"/>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9" name="Google Shape;89;p3"/>
          <p:cNvSpPr txBox="1"/>
          <p:nvPr>
            <p:ph hasCustomPrompt="1" idx="2" type="title"/>
          </p:nvPr>
        </p:nvSpPr>
        <p:spPr>
          <a:xfrm>
            <a:off x="4047000" y="1418750"/>
            <a:ext cx="1050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7000">
                <a:latin typeface="Patrick Hand"/>
                <a:ea typeface="Patrick Hand"/>
                <a:cs typeface="Patrick Hand"/>
                <a:sym typeface="Patrick Hand"/>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0" name="Google Shape;90;p3"/>
          <p:cNvSpPr txBox="1"/>
          <p:nvPr>
            <p:ph idx="1" type="subTitle"/>
          </p:nvPr>
        </p:nvSpPr>
        <p:spPr>
          <a:xfrm>
            <a:off x="2391900" y="3859075"/>
            <a:ext cx="4360200" cy="38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3"/>
          <p:cNvSpPr/>
          <p:nvPr/>
        </p:nvSpPr>
        <p:spPr>
          <a:xfrm flipH="1">
            <a:off x="194988"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4" name="Shape 94"/>
        <p:cNvGrpSpPr/>
        <p:nvPr/>
      </p:nvGrpSpPr>
      <p:grpSpPr>
        <a:xfrm>
          <a:off x="0" y="0"/>
          <a:ext cx="0" cy="0"/>
          <a:chOff x="0" y="0"/>
          <a:chExt cx="0" cy="0"/>
        </a:xfrm>
      </p:grpSpPr>
      <p:grpSp>
        <p:nvGrpSpPr>
          <p:cNvPr id="95" name="Google Shape;95;p4"/>
          <p:cNvGrpSpPr/>
          <p:nvPr/>
        </p:nvGrpSpPr>
        <p:grpSpPr>
          <a:xfrm>
            <a:off x="10900" y="0"/>
            <a:ext cx="9142800" cy="5143500"/>
            <a:chOff x="10900" y="0"/>
            <a:chExt cx="9142800" cy="5143500"/>
          </a:xfrm>
        </p:grpSpPr>
        <p:cxnSp>
          <p:nvCxnSpPr>
            <p:cNvPr id="96" name="Google Shape;96;p4"/>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7" name="Google Shape;97;p4"/>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8" name="Google Shape;98;p4"/>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 name="Google Shape;99;p4"/>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0" name="Google Shape;100;p4"/>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1" name="Google Shape;101;p4"/>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2" name="Google Shape;102;p4"/>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 name="Google Shape;103;p4"/>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 name="Google Shape;104;p4"/>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5" name="Google Shape;105;p4"/>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6" name="Google Shape;106;p4"/>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7" name="Google Shape;107;p4"/>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8" name="Google Shape;108;p4"/>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 name="Google Shape;109;p4"/>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0" name="Google Shape;110;p4"/>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1" name="Google Shape;111;p4"/>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2" name="Google Shape;112;p4"/>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3" name="Google Shape;113;p4"/>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 name="Google Shape;114;p4"/>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 name="Google Shape;115;p4"/>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6" name="Google Shape;116;p4"/>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7" name="Google Shape;117;p4"/>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8" name="Google Shape;118;p4"/>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9" name="Google Shape;119;p4"/>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0" name="Google Shape;120;p4"/>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1" name="Google Shape;121;p4"/>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2" name="Google Shape;122;p4"/>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3" name="Google Shape;123;p4"/>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124" name="Google Shape;124;p4"/>
          <p:cNvGrpSpPr/>
          <p:nvPr/>
        </p:nvGrpSpPr>
        <p:grpSpPr>
          <a:xfrm flipH="1">
            <a:off x="-44062" y="-749742"/>
            <a:ext cx="9384877" cy="6019445"/>
            <a:chOff x="-44062" y="-749742"/>
            <a:chExt cx="9384877" cy="6019445"/>
          </a:xfrm>
        </p:grpSpPr>
        <p:sp>
          <p:nvSpPr>
            <p:cNvPr id="125" name="Google Shape;125;p4"/>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4"/>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4"/>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4"/>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4"/>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4"/>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 name="Google Shape;131;p4"/>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4"/>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3" name="Google Shape;133;p4"/>
          <p:cNvSpPr txBox="1"/>
          <p:nvPr>
            <p:ph idx="1" type="body"/>
          </p:nvPr>
        </p:nvSpPr>
        <p:spPr>
          <a:xfrm>
            <a:off x="720000" y="1449325"/>
            <a:ext cx="7704000" cy="338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Barlow Medium"/>
              <a:buChar char="●"/>
              <a:defRPr sz="1100">
                <a:latin typeface="Barlow Medium"/>
                <a:ea typeface="Barlow Medium"/>
                <a:cs typeface="Barlow Medium"/>
                <a:sym typeface="Barlow Medium"/>
              </a:defRPr>
            </a:lvl1pPr>
            <a:lvl2pPr indent="-304800" lvl="1" marL="914400" rtl="0">
              <a:lnSpc>
                <a:spcPct val="115000"/>
              </a:lnSpc>
              <a:spcBef>
                <a:spcPts val="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Char char="■"/>
              <a:defRPr>
                <a:solidFill>
                  <a:srgbClr val="434343"/>
                </a:solidFill>
              </a:defRPr>
            </a:lvl9pPr>
          </a:lstStyle>
          <a:p/>
        </p:txBody>
      </p:sp>
      <p:sp>
        <p:nvSpPr>
          <p:cNvPr id="134" name="Google Shape;134;p4"/>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4"/>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36" name="Shape 136"/>
        <p:cNvGrpSpPr/>
        <p:nvPr/>
      </p:nvGrpSpPr>
      <p:grpSpPr>
        <a:xfrm>
          <a:off x="0" y="0"/>
          <a:ext cx="0" cy="0"/>
          <a:chOff x="0" y="0"/>
          <a:chExt cx="0" cy="0"/>
        </a:xfrm>
      </p:grpSpPr>
      <p:grpSp>
        <p:nvGrpSpPr>
          <p:cNvPr id="137" name="Google Shape;137;p5"/>
          <p:cNvGrpSpPr/>
          <p:nvPr/>
        </p:nvGrpSpPr>
        <p:grpSpPr>
          <a:xfrm>
            <a:off x="10900" y="0"/>
            <a:ext cx="9142800" cy="5143500"/>
            <a:chOff x="10900" y="0"/>
            <a:chExt cx="9142800" cy="5143500"/>
          </a:xfrm>
        </p:grpSpPr>
        <p:cxnSp>
          <p:nvCxnSpPr>
            <p:cNvPr id="138" name="Google Shape;138;p5"/>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39" name="Google Shape;139;p5"/>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0" name="Google Shape;140;p5"/>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1" name="Google Shape;141;p5"/>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2" name="Google Shape;142;p5"/>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3" name="Google Shape;143;p5"/>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4" name="Google Shape;144;p5"/>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5" name="Google Shape;145;p5"/>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6" name="Google Shape;146;p5"/>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7" name="Google Shape;147;p5"/>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8" name="Google Shape;148;p5"/>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49" name="Google Shape;149;p5"/>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0" name="Google Shape;150;p5"/>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1" name="Google Shape;151;p5"/>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2" name="Google Shape;152;p5"/>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3" name="Google Shape;153;p5"/>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4" name="Google Shape;154;p5"/>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5" name="Google Shape;155;p5"/>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56" name="Google Shape;156;p5"/>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57" name="Google Shape;157;p5"/>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58" name="Google Shape;158;p5"/>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59" name="Google Shape;159;p5"/>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60" name="Google Shape;160;p5"/>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61" name="Google Shape;161;p5"/>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62" name="Google Shape;162;p5"/>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63" name="Google Shape;163;p5"/>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64" name="Google Shape;164;p5"/>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65" name="Google Shape;165;p5"/>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166" name="Google Shape;166;p5"/>
          <p:cNvGrpSpPr/>
          <p:nvPr/>
        </p:nvGrpSpPr>
        <p:grpSpPr>
          <a:xfrm flipH="1" rot="10800000">
            <a:off x="-44062" y="-749742"/>
            <a:ext cx="9384877" cy="6019445"/>
            <a:chOff x="-44062" y="-749742"/>
            <a:chExt cx="9384877" cy="6019445"/>
          </a:xfrm>
        </p:grpSpPr>
        <p:sp>
          <p:nvSpPr>
            <p:cNvPr id="167" name="Google Shape;167;p5"/>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5"/>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5"/>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5"/>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5"/>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5"/>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 name="Google Shape;173;p5"/>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5"/>
          <p:cNvSpPr txBox="1"/>
          <p:nvPr>
            <p:ph idx="1" type="subTitle"/>
          </p:nvPr>
        </p:nvSpPr>
        <p:spPr>
          <a:xfrm>
            <a:off x="1455463" y="2713225"/>
            <a:ext cx="2578200" cy="531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b="1" sz="2200">
                <a:solidFill>
                  <a:schemeClr val="dk1"/>
                </a:solidFill>
                <a:latin typeface="Patrick Hand"/>
                <a:ea typeface="Patrick Hand"/>
                <a:cs typeface="Patrick Hand"/>
                <a:sym typeface="Patrick Hand"/>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75" name="Google Shape;175;p5"/>
          <p:cNvSpPr txBox="1"/>
          <p:nvPr>
            <p:ph idx="2" type="subTitle"/>
          </p:nvPr>
        </p:nvSpPr>
        <p:spPr>
          <a:xfrm>
            <a:off x="5110338" y="2713175"/>
            <a:ext cx="2578200" cy="531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200">
                <a:solidFill>
                  <a:schemeClr val="dk1"/>
                </a:solidFill>
                <a:latin typeface="Patrick Hand"/>
                <a:ea typeface="Patrick Hand"/>
                <a:cs typeface="Patrick Hand"/>
                <a:sym typeface="Patrick Han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76" name="Google Shape;176;p5"/>
          <p:cNvSpPr txBox="1"/>
          <p:nvPr>
            <p:ph idx="3" type="subTitle"/>
          </p:nvPr>
        </p:nvSpPr>
        <p:spPr>
          <a:xfrm>
            <a:off x="1455463" y="3270250"/>
            <a:ext cx="2578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 name="Google Shape;177;p5"/>
          <p:cNvSpPr txBox="1"/>
          <p:nvPr>
            <p:ph idx="4" type="subTitle"/>
          </p:nvPr>
        </p:nvSpPr>
        <p:spPr>
          <a:xfrm>
            <a:off x="5110338" y="3270250"/>
            <a:ext cx="2578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8" name="Google Shape;178;p5"/>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9" name="Google Shape;179;p5"/>
          <p:cNvSpPr/>
          <p:nvPr/>
        </p:nvSpPr>
        <p:spPr>
          <a:xfrm>
            <a:off x="8032959"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5"/>
          <p:cNvSpPr/>
          <p:nvPr/>
        </p:nvSpPr>
        <p:spPr>
          <a:xfrm>
            <a:off x="87438" y="2011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5"/>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82" name="Shape 182"/>
        <p:cNvGrpSpPr/>
        <p:nvPr/>
      </p:nvGrpSpPr>
      <p:grpSpPr>
        <a:xfrm>
          <a:off x="0" y="0"/>
          <a:ext cx="0" cy="0"/>
          <a:chOff x="0" y="0"/>
          <a:chExt cx="0" cy="0"/>
        </a:xfrm>
      </p:grpSpPr>
      <p:grpSp>
        <p:nvGrpSpPr>
          <p:cNvPr id="183" name="Google Shape;183;p6"/>
          <p:cNvGrpSpPr/>
          <p:nvPr/>
        </p:nvGrpSpPr>
        <p:grpSpPr>
          <a:xfrm>
            <a:off x="10900" y="0"/>
            <a:ext cx="9142800" cy="5143500"/>
            <a:chOff x="10900" y="0"/>
            <a:chExt cx="9142800" cy="5143500"/>
          </a:xfrm>
        </p:grpSpPr>
        <p:cxnSp>
          <p:nvCxnSpPr>
            <p:cNvPr id="184" name="Google Shape;184;p6"/>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85" name="Google Shape;185;p6"/>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86" name="Google Shape;186;p6"/>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87" name="Google Shape;187;p6"/>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88" name="Google Shape;188;p6"/>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89" name="Google Shape;189;p6"/>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0" name="Google Shape;190;p6"/>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1" name="Google Shape;191;p6"/>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2" name="Google Shape;192;p6"/>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3" name="Google Shape;193;p6"/>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4" name="Google Shape;194;p6"/>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5" name="Google Shape;195;p6"/>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6" name="Google Shape;196;p6"/>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7" name="Google Shape;197;p6"/>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8" name="Google Shape;198;p6"/>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99" name="Google Shape;199;p6"/>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00" name="Google Shape;200;p6"/>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01" name="Google Shape;201;p6"/>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02" name="Google Shape;202;p6"/>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03" name="Google Shape;203;p6"/>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04" name="Google Shape;204;p6"/>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05" name="Google Shape;205;p6"/>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06" name="Google Shape;206;p6"/>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07" name="Google Shape;207;p6"/>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08" name="Google Shape;208;p6"/>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09" name="Google Shape;209;p6"/>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10" name="Google Shape;210;p6"/>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11" name="Google Shape;211;p6"/>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212" name="Google Shape;212;p6"/>
          <p:cNvGrpSpPr/>
          <p:nvPr/>
        </p:nvGrpSpPr>
        <p:grpSpPr>
          <a:xfrm>
            <a:off x="-44062" y="-749742"/>
            <a:ext cx="9384877" cy="6019445"/>
            <a:chOff x="-44062" y="-749742"/>
            <a:chExt cx="9384877" cy="6019445"/>
          </a:xfrm>
        </p:grpSpPr>
        <p:sp>
          <p:nvSpPr>
            <p:cNvPr id="213" name="Google Shape;213;p6"/>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6"/>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6"/>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6"/>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6"/>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6"/>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 name="Google Shape;219;p6"/>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6"/>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1" name="Google Shape;221;p6"/>
          <p:cNvSpPr/>
          <p:nvPr/>
        </p:nvSpPr>
        <p:spPr>
          <a:xfrm rot="1604515">
            <a:off x="136323" y="1317084"/>
            <a:ext cx="520083" cy="621028"/>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6"/>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23" name="Shape 223"/>
        <p:cNvGrpSpPr/>
        <p:nvPr/>
      </p:nvGrpSpPr>
      <p:grpSpPr>
        <a:xfrm>
          <a:off x="0" y="0"/>
          <a:ext cx="0" cy="0"/>
          <a:chOff x="0" y="0"/>
          <a:chExt cx="0" cy="0"/>
        </a:xfrm>
      </p:grpSpPr>
      <p:grpSp>
        <p:nvGrpSpPr>
          <p:cNvPr id="224" name="Google Shape;224;p7"/>
          <p:cNvGrpSpPr/>
          <p:nvPr/>
        </p:nvGrpSpPr>
        <p:grpSpPr>
          <a:xfrm>
            <a:off x="10900" y="0"/>
            <a:ext cx="9142800" cy="5143500"/>
            <a:chOff x="10900" y="0"/>
            <a:chExt cx="9142800" cy="5143500"/>
          </a:xfrm>
        </p:grpSpPr>
        <p:cxnSp>
          <p:nvCxnSpPr>
            <p:cNvPr id="225" name="Google Shape;225;p7"/>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26" name="Google Shape;226;p7"/>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27" name="Google Shape;227;p7"/>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28" name="Google Shape;228;p7"/>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29" name="Google Shape;229;p7"/>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0" name="Google Shape;230;p7"/>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1" name="Google Shape;231;p7"/>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2" name="Google Shape;232;p7"/>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3" name="Google Shape;233;p7"/>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4" name="Google Shape;234;p7"/>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5" name="Google Shape;235;p7"/>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6" name="Google Shape;236;p7"/>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7" name="Google Shape;237;p7"/>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8" name="Google Shape;238;p7"/>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39" name="Google Shape;239;p7"/>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40" name="Google Shape;240;p7"/>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41" name="Google Shape;241;p7"/>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42" name="Google Shape;242;p7"/>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43" name="Google Shape;243;p7"/>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44" name="Google Shape;244;p7"/>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45" name="Google Shape;245;p7"/>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46" name="Google Shape;246;p7"/>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47" name="Google Shape;247;p7"/>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48" name="Google Shape;248;p7"/>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49" name="Google Shape;249;p7"/>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50" name="Google Shape;250;p7"/>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51" name="Google Shape;251;p7"/>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52" name="Google Shape;252;p7"/>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253" name="Google Shape;253;p7"/>
          <p:cNvGrpSpPr/>
          <p:nvPr/>
        </p:nvGrpSpPr>
        <p:grpSpPr>
          <a:xfrm rot="10800000">
            <a:off x="-44062" y="-749742"/>
            <a:ext cx="9384877" cy="6019445"/>
            <a:chOff x="-44062" y="-749742"/>
            <a:chExt cx="9384877" cy="6019445"/>
          </a:xfrm>
        </p:grpSpPr>
        <p:sp>
          <p:nvSpPr>
            <p:cNvPr id="254" name="Google Shape;254;p7"/>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7"/>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7"/>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7"/>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7"/>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7"/>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 name="Google Shape;260;p7"/>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7"/>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2" name="Google Shape;262;p7"/>
          <p:cNvSpPr txBox="1"/>
          <p:nvPr>
            <p:ph idx="1" type="body"/>
          </p:nvPr>
        </p:nvSpPr>
        <p:spPr>
          <a:xfrm>
            <a:off x="720000" y="1547400"/>
            <a:ext cx="4587000" cy="2212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595959"/>
              </a:buClr>
              <a:buSzPts val="1400"/>
              <a:buChar char="●"/>
              <a:defRPr sz="1500">
                <a:solidFill>
                  <a:srgbClr val="434343"/>
                </a:solidFill>
                <a:latin typeface="Barlow Medium"/>
                <a:ea typeface="Barlow Medium"/>
                <a:cs typeface="Barlow Medium"/>
                <a:sym typeface="Barlow Medium"/>
              </a:defRPr>
            </a:lvl1pPr>
            <a:lvl2pPr indent="-317500" lvl="1" marL="914400" rtl="0">
              <a:lnSpc>
                <a:spcPct val="115000"/>
              </a:lnSpc>
              <a:spcBef>
                <a:spcPts val="0"/>
              </a:spcBef>
              <a:spcAft>
                <a:spcPts val="0"/>
              </a:spcAft>
              <a:buClr>
                <a:srgbClr val="595959"/>
              </a:buClr>
              <a:buSzPts val="1400"/>
              <a:buChar char="○"/>
              <a:defRPr>
                <a:solidFill>
                  <a:srgbClr val="434343"/>
                </a:solidFill>
              </a:defRPr>
            </a:lvl2pPr>
            <a:lvl3pPr indent="-317500" lvl="2" marL="1371600" rtl="0">
              <a:lnSpc>
                <a:spcPct val="115000"/>
              </a:lnSpc>
              <a:spcBef>
                <a:spcPts val="0"/>
              </a:spcBef>
              <a:spcAft>
                <a:spcPts val="0"/>
              </a:spcAft>
              <a:buClr>
                <a:srgbClr val="595959"/>
              </a:buClr>
              <a:buSzPts val="1400"/>
              <a:buChar char="■"/>
              <a:defRPr>
                <a:solidFill>
                  <a:srgbClr val="434343"/>
                </a:solidFill>
              </a:defRPr>
            </a:lvl3pPr>
            <a:lvl4pPr indent="-317500" lvl="3" marL="1828800" rtl="0">
              <a:lnSpc>
                <a:spcPct val="115000"/>
              </a:lnSpc>
              <a:spcBef>
                <a:spcPts val="0"/>
              </a:spcBef>
              <a:spcAft>
                <a:spcPts val="0"/>
              </a:spcAft>
              <a:buClr>
                <a:srgbClr val="595959"/>
              </a:buClr>
              <a:buSzPts val="1400"/>
              <a:buChar char="●"/>
              <a:defRPr>
                <a:solidFill>
                  <a:srgbClr val="434343"/>
                </a:solidFill>
              </a:defRPr>
            </a:lvl4pPr>
            <a:lvl5pPr indent="-317500" lvl="4" marL="2286000" rtl="0">
              <a:lnSpc>
                <a:spcPct val="115000"/>
              </a:lnSpc>
              <a:spcBef>
                <a:spcPts val="0"/>
              </a:spcBef>
              <a:spcAft>
                <a:spcPts val="0"/>
              </a:spcAft>
              <a:buClr>
                <a:srgbClr val="595959"/>
              </a:buClr>
              <a:buSzPts val="1400"/>
              <a:buChar char="○"/>
              <a:defRPr>
                <a:solidFill>
                  <a:srgbClr val="434343"/>
                </a:solidFill>
              </a:defRPr>
            </a:lvl5pPr>
            <a:lvl6pPr indent="-317500" lvl="5" marL="2743200" rtl="0">
              <a:lnSpc>
                <a:spcPct val="115000"/>
              </a:lnSpc>
              <a:spcBef>
                <a:spcPts val="0"/>
              </a:spcBef>
              <a:spcAft>
                <a:spcPts val="0"/>
              </a:spcAft>
              <a:buClr>
                <a:srgbClr val="595959"/>
              </a:buClr>
              <a:buSzPts val="1400"/>
              <a:buChar char="■"/>
              <a:defRPr>
                <a:solidFill>
                  <a:srgbClr val="434343"/>
                </a:solidFill>
              </a:defRPr>
            </a:lvl6pPr>
            <a:lvl7pPr indent="-317500" lvl="6" marL="3200400" rtl="0">
              <a:lnSpc>
                <a:spcPct val="115000"/>
              </a:lnSpc>
              <a:spcBef>
                <a:spcPts val="0"/>
              </a:spcBef>
              <a:spcAft>
                <a:spcPts val="0"/>
              </a:spcAft>
              <a:buClr>
                <a:srgbClr val="595959"/>
              </a:buClr>
              <a:buSzPts val="1400"/>
              <a:buChar char="●"/>
              <a:defRPr>
                <a:solidFill>
                  <a:srgbClr val="434343"/>
                </a:solidFill>
              </a:defRPr>
            </a:lvl7pPr>
            <a:lvl8pPr indent="-317500" lvl="7" marL="3657600" rtl="0">
              <a:lnSpc>
                <a:spcPct val="115000"/>
              </a:lnSpc>
              <a:spcBef>
                <a:spcPts val="0"/>
              </a:spcBef>
              <a:spcAft>
                <a:spcPts val="0"/>
              </a:spcAft>
              <a:buClr>
                <a:srgbClr val="595959"/>
              </a:buClr>
              <a:buSzPts val="1400"/>
              <a:buChar char="○"/>
              <a:defRPr>
                <a:solidFill>
                  <a:srgbClr val="434343"/>
                </a:solidFill>
              </a:defRPr>
            </a:lvl8pPr>
            <a:lvl9pPr indent="-317500" lvl="8" marL="4114800" rtl="0">
              <a:lnSpc>
                <a:spcPct val="115000"/>
              </a:lnSpc>
              <a:spcBef>
                <a:spcPts val="0"/>
              </a:spcBef>
              <a:spcAft>
                <a:spcPts val="0"/>
              </a:spcAft>
              <a:buClr>
                <a:srgbClr val="595959"/>
              </a:buClr>
              <a:buSzPts val="1400"/>
              <a:buChar char="■"/>
              <a:defRPr>
                <a:solidFill>
                  <a:srgbClr val="434343"/>
                </a:solidFill>
              </a:defRPr>
            </a:lvl9pPr>
          </a:lstStyle>
          <a:p/>
        </p:txBody>
      </p:sp>
      <p:sp>
        <p:nvSpPr>
          <p:cNvPr id="263" name="Google Shape;263;p7"/>
          <p:cNvSpPr/>
          <p:nvPr/>
        </p:nvSpPr>
        <p:spPr>
          <a:xfrm rot="10800000">
            <a:off x="443088" y="401711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7"/>
          <p:cNvSpPr/>
          <p:nvPr/>
        </p:nvSpPr>
        <p:spPr>
          <a:xfrm rot="10800000">
            <a:off x="8423988" y="4174000"/>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7"/>
          <p:cNvSpPr/>
          <p:nvPr/>
        </p:nvSpPr>
        <p:spPr>
          <a:xfrm rot="10800000">
            <a:off x="7810615"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66" name="Shape 266"/>
        <p:cNvGrpSpPr/>
        <p:nvPr/>
      </p:nvGrpSpPr>
      <p:grpSpPr>
        <a:xfrm>
          <a:off x="0" y="0"/>
          <a:ext cx="0" cy="0"/>
          <a:chOff x="0" y="0"/>
          <a:chExt cx="0" cy="0"/>
        </a:xfrm>
      </p:grpSpPr>
      <p:grpSp>
        <p:nvGrpSpPr>
          <p:cNvPr id="267" name="Google Shape;267;p8"/>
          <p:cNvGrpSpPr/>
          <p:nvPr/>
        </p:nvGrpSpPr>
        <p:grpSpPr>
          <a:xfrm>
            <a:off x="10900" y="0"/>
            <a:ext cx="9142800" cy="5143500"/>
            <a:chOff x="10900" y="0"/>
            <a:chExt cx="9142800" cy="5143500"/>
          </a:xfrm>
        </p:grpSpPr>
        <p:cxnSp>
          <p:nvCxnSpPr>
            <p:cNvPr id="268" name="Google Shape;268;p8"/>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69" name="Google Shape;269;p8"/>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0" name="Google Shape;270;p8"/>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1" name="Google Shape;271;p8"/>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2" name="Google Shape;272;p8"/>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3" name="Google Shape;273;p8"/>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4" name="Google Shape;274;p8"/>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5" name="Google Shape;275;p8"/>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6" name="Google Shape;276;p8"/>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7" name="Google Shape;277;p8"/>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8" name="Google Shape;278;p8"/>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79" name="Google Shape;279;p8"/>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0" name="Google Shape;280;p8"/>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1" name="Google Shape;281;p8"/>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2" name="Google Shape;282;p8"/>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3" name="Google Shape;283;p8"/>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4" name="Google Shape;284;p8"/>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5" name="Google Shape;285;p8"/>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286" name="Google Shape;286;p8"/>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87" name="Google Shape;287;p8"/>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88" name="Google Shape;288;p8"/>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89" name="Google Shape;289;p8"/>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90" name="Google Shape;290;p8"/>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91" name="Google Shape;291;p8"/>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92" name="Google Shape;292;p8"/>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93" name="Google Shape;293;p8"/>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94" name="Google Shape;294;p8"/>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295" name="Google Shape;295;p8"/>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296" name="Google Shape;296;p8"/>
          <p:cNvGrpSpPr/>
          <p:nvPr/>
        </p:nvGrpSpPr>
        <p:grpSpPr>
          <a:xfrm flipH="1" rot="10800000">
            <a:off x="-44062" y="-749742"/>
            <a:ext cx="9384877" cy="6019445"/>
            <a:chOff x="-44062" y="-749742"/>
            <a:chExt cx="9384877" cy="6019445"/>
          </a:xfrm>
        </p:grpSpPr>
        <p:sp>
          <p:nvSpPr>
            <p:cNvPr id="297" name="Google Shape;297;p8"/>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8"/>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8"/>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8"/>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8"/>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8"/>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 name="Google Shape;303;p8"/>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305" name="Google Shape;305;p8"/>
          <p:cNvSpPr/>
          <p:nvPr/>
        </p:nvSpPr>
        <p:spPr>
          <a:xfrm flipH="1">
            <a:off x="69563" y="3158221"/>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8"/>
          <p:cNvSpPr/>
          <p:nvPr/>
        </p:nvSpPr>
        <p:spPr>
          <a:xfrm flipH="1">
            <a:off x="8428888" y="1949438"/>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8"/>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08" name="Shape 308"/>
        <p:cNvGrpSpPr/>
        <p:nvPr/>
      </p:nvGrpSpPr>
      <p:grpSpPr>
        <a:xfrm>
          <a:off x="0" y="0"/>
          <a:ext cx="0" cy="0"/>
          <a:chOff x="0" y="0"/>
          <a:chExt cx="0" cy="0"/>
        </a:xfrm>
      </p:grpSpPr>
      <p:grpSp>
        <p:nvGrpSpPr>
          <p:cNvPr id="309" name="Google Shape;309;p9"/>
          <p:cNvGrpSpPr/>
          <p:nvPr/>
        </p:nvGrpSpPr>
        <p:grpSpPr>
          <a:xfrm>
            <a:off x="10900" y="0"/>
            <a:ext cx="9142800" cy="5143500"/>
            <a:chOff x="10900" y="0"/>
            <a:chExt cx="9142800" cy="5143500"/>
          </a:xfrm>
        </p:grpSpPr>
        <p:cxnSp>
          <p:nvCxnSpPr>
            <p:cNvPr id="310" name="Google Shape;310;p9"/>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1" name="Google Shape;311;p9"/>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2" name="Google Shape;312;p9"/>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3" name="Google Shape;313;p9"/>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4" name="Google Shape;314;p9"/>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5" name="Google Shape;315;p9"/>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6" name="Google Shape;316;p9"/>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7" name="Google Shape;317;p9"/>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8" name="Google Shape;318;p9"/>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19" name="Google Shape;319;p9"/>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0" name="Google Shape;320;p9"/>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1" name="Google Shape;321;p9"/>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2" name="Google Shape;322;p9"/>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3" name="Google Shape;323;p9"/>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4" name="Google Shape;324;p9"/>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5" name="Google Shape;325;p9"/>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6" name="Google Shape;326;p9"/>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7" name="Google Shape;327;p9"/>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28" name="Google Shape;328;p9"/>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29" name="Google Shape;329;p9"/>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0" name="Google Shape;330;p9"/>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1" name="Google Shape;331;p9"/>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2" name="Google Shape;332;p9"/>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3" name="Google Shape;333;p9"/>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4" name="Google Shape;334;p9"/>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5" name="Google Shape;335;p9"/>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6" name="Google Shape;336;p9"/>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37" name="Google Shape;337;p9"/>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338" name="Google Shape;338;p9"/>
          <p:cNvGrpSpPr/>
          <p:nvPr/>
        </p:nvGrpSpPr>
        <p:grpSpPr>
          <a:xfrm flipH="1" rot="10800000">
            <a:off x="-44062" y="-749742"/>
            <a:ext cx="9384877" cy="6019445"/>
            <a:chOff x="-44062" y="-749742"/>
            <a:chExt cx="9384877" cy="6019445"/>
          </a:xfrm>
        </p:grpSpPr>
        <p:sp>
          <p:nvSpPr>
            <p:cNvPr id="339" name="Google Shape;339;p9"/>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9"/>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9"/>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9"/>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9"/>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9"/>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 name="Google Shape;345;p9"/>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9"/>
          <p:cNvSpPr txBox="1"/>
          <p:nvPr>
            <p:ph type="title"/>
          </p:nvPr>
        </p:nvSpPr>
        <p:spPr>
          <a:xfrm>
            <a:off x="715100" y="2513863"/>
            <a:ext cx="4108800" cy="6822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b="1" sz="4200">
                <a:latin typeface="Patrick Hand"/>
                <a:ea typeface="Patrick Hand"/>
                <a:cs typeface="Patrick Hand"/>
                <a:sym typeface="Patrick Hand"/>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47" name="Google Shape;347;p9"/>
          <p:cNvSpPr txBox="1"/>
          <p:nvPr>
            <p:ph idx="1" type="subTitle"/>
          </p:nvPr>
        </p:nvSpPr>
        <p:spPr>
          <a:xfrm>
            <a:off x="720000" y="3285788"/>
            <a:ext cx="4108800" cy="841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7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8" name="Google Shape;348;p9"/>
          <p:cNvSpPr/>
          <p:nvPr/>
        </p:nvSpPr>
        <p:spPr>
          <a:xfrm flipH="1" rot="10800000">
            <a:off x="8032959" y="73036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9"/>
          <p:cNvSpPr/>
          <p:nvPr/>
        </p:nvSpPr>
        <p:spPr>
          <a:xfrm flipH="1" rot="10800000">
            <a:off x="194988"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9"/>
          <p:cNvSpPr/>
          <p:nvPr/>
        </p:nvSpPr>
        <p:spPr>
          <a:xfrm flipH="1" rot="10800000">
            <a:off x="715108"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51" name="Shape 351"/>
        <p:cNvGrpSpPr/>
        <p:nvPr/>
      </p:nvGrpSpPr>
      <p:grpSpPr>
        <a:xfrm>
          <a:off x="0" y="0"/>
          <a:ext cx="0" cy="0"/>
          <a:chOff x="0" y="0"/>
          <a:chExt cx="0" cy="0"/>
        </a:xfrm>
      </p:grpSpPr>
      <p:grpSp>
        <p:nvGrpSpPr>
          <p:cNvPr id="352" name="Google Shape;352;p10"/>
          <p:cNvGrpSpPr/>
          <p:nvPr/>
        </p:nvGrpSpPr>
        <p:grpSpPr>
          <a:xfrm flipH="1">
            <a:off x="-44062" y="-749742"/>
            <a:ext cx="9594277" cy="6019445"/>
            <a:chOff x="-253462" y="-749742"/>
            <a:chExt cx="9594277" cy="6019445"/>
          </a:xfrm>
        </p:grpSpPr>
        <p:sp>
          <p:nvSpPr>
            <p:cNvPr id="353" name="Google Shape;353;p10"/>
            <p:cNvSpPr/>
            <p:nvPr/>
          </p:nvSpPr>
          <p:spPr>
            <a:xfrm>
              <a:off x="-2534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0"/>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0"/>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0"/>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10"/>
          <p:cNvSpPr txBox="1"/>
          <p:nvPr>
            <p:ph type="title"/>
          </p:nvPr>
        </p:nvSpPr>
        <p:spPr>
          <a:xfrm>
            <a:off x="720000" y="3635075"/>
            <a:ext cx="4745100" cy="9735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3500"/>
              <a:buNone/>
              <a:defRPr b="1" sz="3600">
                <a:solidFill>
                  <a:schemeClr val="lt2"/>
                </a:solidFill>
                <a:latin typeface="Patrick Hand"/>
                <a:ea typeface="Patrick Hand"/>
                <a:cs typeface="Patrick Hand"/>
                <a:sym typeface="Patrick Hand"/>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358" name="Google Shape;358;p10"/>
          <p:cNvSpPr/>
          <p:nvPr/>
        </p:nvSpPr>
        <p:spPr>
          <a:xfrm>
            <a:off x="8796809" y="12284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0"/>
          <p:cNvSpPr/>
          <p:nvPr/>
        </p:nvSpPr>
        <p:spPr>
          <a:xfrm>
            <a:off x="-299587" y="1730488"/>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60" name="Shape 360"/>
        <p:cNvGrpSpPr/>
        <p:nvPr/>
      </p:nvGrpSpPr>
      <p:grpSpPr>
        <a:xfrm>
          <a:off x="0" y="0"/>
          <a:ext cx="0" cy="0"/>
          <a:chOff x="0" y="0"/>
          <a:chExt cx="0" cy="0"/>
        </a:xfrm>
      </p:grpSpPr>
      <p:grpSp>
        <p:nvGrpSpPr>
          <p:cNvPr id="361" name="Google Shape;361;p11"/>
          <p:cNvGrpSpPr/>
          <p:nvPr/>
        </p:nvGrpSpPr>
        <p:grpSpPr>
          <a:xfrm>
            <a:off x="10900" y="0"/>
            <a:ext cx="9142800" cy="5143500"/>
            <a:chOff x="10900" y="0"/>
            <a:chExt cx="9142800" cy="5143500"/>
          </a:xfrm>
        </p:grpSpPr>
        <p:cxnSp>
          <p:nvCxnSpPr>
            <p:cNvPr id="362" name="Google Shape;362;p11"/>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63" name="Google Shape;363;p11"/>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64" name="Google Shape;364;p11"/>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65" name="Google Shape;365;p11"/>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66" name="Google Shape;366;p11"/>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67" name="Google Shape;367;p11"/>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68" name="Google Shape;368;p11"/>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69" name="Google Shape;369;p11"/>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0" name="Google Shape;370;p11"/>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1" name="Google Shape;371;p11"/>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2" name="Google Shape;372;p11"/>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3" name="Google Shape;373;p11"/>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4" name="Google Shape;374;p11"/>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5" name="Google Shape;375;p11"/>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6" name="Google Shape;376;p11"/>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7" name="Google Shape;377;p11"/>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8" name="Google Shape;378;p11"/>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79" name="Google Shape;379;p11"/>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380" name="Google Shape;380;p11"/>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1" name="Google Shape;381;p11"/>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2" name="Google Shape;382;p11"/>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3" name="Google Shape;383;p11"/>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4" name="Google Shape;384;p11"/>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5" name="Google Shape;385;p11"/>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6" name="Google Shape;386;p11"/>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7" name="Google Shape;387;p11"/>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8" name="Google Shape;388;p11"/>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389" name="Google Shape;389;p11"/>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390" name="Google Shape;390;p11"/>
          <p:cNvGrpSpPr/>
          <p:nvPr/>
        </p:nvGrpSpPr>
        <p:grpSpPr>
          <a:xfrm flipH="1" rot="10800000">
            <a:off x="-44062" y="-749742"/>
            <a:ext cx="9384877" cy="6019445"/>
            <a:chOff x="-44062" y="-749742"/>
            <a:chExt cx="9384877" cy="6019445"/>
          </a:xfrm>
        </p:grpSpPr>
        <p:sp>
          <p:nvSpPr>
            <p:cNvPr id="391" name="Google Shape;391;p11"/>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1"/>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1"/>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1"/>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1"/>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1"/>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 name="Google Shape;397;p11"/>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1"/>
          <p:cNvSpPr txBox="1"/>
          <p:nvPr>
            <p:ph hasCustomPrompt="1" type="title"/>
          </p:nvPr>
        </p:nvSpPr>
        <p:spPr>
          <a:xfrm>
            <a:off x="1036525" y="2495188"/>
            <a:ext cx="4619100" cy="1387500"/>
          </a:xfrm>
          <a:prstGeom prst="rect">
            <a:avLst/>
          </a:prstGeom>
        </p:spPr>
        <p:txBody>
          <a:bodyPr anchorCtr="0" anchor="ctr" bIns="91425" lIns="91425" spcFirstLastPara="1" rIns="91425" wrap="square" tIns="91425">
            <a:noAutofit/>
          </a:bodyPr>
          <a:lstStyle>
            <a:lvl1pPr lvl="0">
              <a:spcBef>
                <a:spcPts val="0"/>
              </a:spcBef>
              <a:spcAft>
                <a:spcPts val="0"/>
              </a:spcAft>
              <a:buSzPts val="9600"/>
              <a:buNone/>
              <a:defRPr b="1" sz="11000">
                <a:latin typeface="Patrick Hand"/>
                <a:ea typeface="Patrick Hand"/>
                <a:cs typeface="Patrick Hand"/>
                <a:sym typeface="Patrick Han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99" name="Google Shape;399;p11"/>
          <p:cNvSpPr txBox="1"/>
          <p:nvPr>
            <p:ph idx="1" type="subTitle"/>
          </p:nvPr>
        </p:nvSpPr>
        <p:spPr>
          <a:xfrm>
            <a:off x="1036525" y="3882863"/>
            <a:ext cx="4619100" cy="39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400" name="Google Shape;400;p11"/>
          <p:cNvSpPr/>
          <p:nvPr/>
        </p:nvSpPr>
        <p:spPr>
          <a:xfrm flipH="1" rot="10800000">
            <a:off x="8032959" y="73036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1"/>
          <p:cNvSpPr/>
          <p:nvPr/>
        </p:nvSpPr>
        <p:spPr>
          <a:xfrm flipH="1" rot="10800000">
            <a:off x="194988"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1"/>
          <p:cNvSpPr/>
          <p:nvPr/>
        </p:nvSpPr>
        <p:spPr>
          <a:xfrm flipH="1" rot="10800000">
            <a:off x="715108"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3"/>
        </a:solidFill>
      </p:bgPr>
    </p:bg>
    <p:spTree>
      <p:nvGrpSpPr>
        <p:cNvPr id="403" name="Shape 40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04" name="Shape 404"/>
        <p:cNvGrpSpPr/>
        <p:nvPr/>
      </p:nvGrpSpPr>
      <p:grpSpPr>
        <a:xfrm>
          <a:off x="0" y="0"/>
          <a:ext cx="0" cy="0"/>
          <a:chOff x="0" y="0"/>
          <a:chExt cx="0" cy="0"/>
        </a:xfrm>
      </p:grpSpPr>
      <p:grpSp>
        <p:nvGrpSpPr>
          <p:cNvPr id="405" name="Google Shape;405;p13"/>
          <p:cNvGrpSpPr/>
          <p:nvPr/>
        </p:nvGrpSpPr>
        <p:grpSpPr>
          <a:xfrm>
            <a:off x="10900" y="0"/>
            <a:ext cx="9142800" cy="5143500"/>
            <a:chOff x="10900" y="0"/>
            <a:chExt cx="9142800" cy="5143500"/>
          </a:xfrm>
        </p:grpSpPr>
        <p:cxnSp>
          <p:nvCxnSpPr>
            <p:cNvPr id="406" name="Google Shape;406;p13"/>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07" name="Google Shape;407;p13"/>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08" name="Google Shape;408;p13"/>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09" name="Google Shape;409;p13"/>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0" name="Google Shape;410;p13"/>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1" name="Google Shape;411;p13"/>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2" name="Google Shape;412;p13"/>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3" name="Google Shape;413;p13"/>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4" name="Google Shape;414;p13"/>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5" name="Google Shape;415;p13"/>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6" name="Google Shape;416;p13"/>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7" name="Google Shape;417;p13"/>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8" name="Google Shape;418;p13"/>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19" name="Google Shape;419;p13"/>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20" name="Google Shape;420;p13"/>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21" name="Google Shape;421;p13"/>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22" name="Google Shape;422;p13"/>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23" name="Google Shape;423;p13"/>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24" name="Google Shape;424;p13"/>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25" name="Google Shape;425;p13"/>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26" name="Google Shape;426;p13"/>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27" name="Google Shape;427;p13"/>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28" name="Google Shape;428;p13"/>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29" name="Google Shape;429;p13"/>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30" name="Google Shape;430;p13"/>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31" name="Google Shape;431;p13"/>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32" name="Google Shape;432;p13"/>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33" name="Google Shape;433;p13"/>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434" name="Google Shape;434;p13"/>
          <p:cNvGrpSpPr/>
          <p:nvPr/>
        </p:nvGrpSpPr>
        <p:grpSpPr>
          <a:xfrm>
            <a:off x="-44062" y="-749742"/>
            <a:ext cx="9384877" cy="6019445"/>
            <a:chOff x="-44062" y="-749742"/>
            <a:chExt cx="9384877" cy="6019445"/>
          </a:xfrm>
        </p:grpSpPr>
        <p:sp>
          <p:nvSpPr>
            <p:cNvPr id="435" name="Google Shape;435;p13"/>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3"/>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3"/>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3"/>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3"/>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3"/>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 name="Google Shape;441;p13"/>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3"/>
          <p:cNvSpPr txBox="1"/>
          <p:nvPr>
            <p:ph type="title"/>
          </p:nvPr>
        </p:nvSpPr>
        <p:spPr>
          <a:xfrm>
            <a:off x="1427263" y="1712888"/>
            <a:ext cx="2669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1" sz="2200">
                <a:latin typeface="Patrick Hand"/>
                <a:ea typeface="Patrick Hand"/>
                <a:cs typeface="Patrick Hand"/>
                <a:sym typeface="Patrick Han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43" name="Google Shape;443;p13"/>
          <p:cNvSpPr txBox="1"/>
          <p:nvPr>
            <p:ph hasCustomPrompt="1" idx="2" type="title"/>
          </p:nvPr>
        </p:nvSpPr>
        <p:spPr>
          <a:xfrm>
            <a:off x="715088" y="1746650"/>
            <a:ext cx="648900" cy="46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atin typeface="Patrick Hand"/>
                <a:ea typeface="Patrick Hand"/>
                <a:cs typeface="Patrick Hand"/>
                <a:sym typeface="Patrick Han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4" name="Google Shape;444;p13"/>
          <p:cNvSpPr txBox="1"/>
          <p:nvPr>
            <p:ph idx="1" type="subTitle"/>
          </p:nvPr>
        </p:nvSpPr>
        <p:spPr>
          <a:xfrm>
            <a:off x="1427276" y="2299425"/>
            <a:ext cx="2669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45" name="Google Shape;445;p13"/>
          <p:cNvSpPr txBox="1"/>
          <p:nvPr>
            <p:ph idx="3" type="title"/>
          </p:nvPr>
        </p:nvSpPr>
        <p:spPr>
          <a:xfrm>
            <a:off x="5754900" y="1712888"/>
            <a:ext cx="2669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1" sz="2200">
                <a:latin typeface="Patrick Hand"/>
                <a:ea typeface="Patrick Hand"/>
                <a:cs typeface="Patrick Hand"/>
                <a:sym typeface="Patrick Han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46" name="Google Shape;446;p13"/>
          <p:cNvSpPr txBox="1"/>
          <p:nvPr>
            <p:ph hasCustomPrompt="1" idx="4" type="title"/>
          </p:nvPr>
        </p:nvSpPr>
        <p:spPr>
          <a:xfrm>
            <a:off x="5052700" y="1746638"/>
            <a:ext cx="648900" cy="46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atin typeface="Patrick Hand"/>
                <a:ea typeface="Patrick Hand"/>
                <a:cs typeface="Patrick Hand"/>
                <a:sym typeface="Patrick Han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7" name="Google Shape;447;p13"/>
          <p:cNvSpPr txBox="1"/>
          <p:nvPr>
            <p:ph idx="5" type="subTitle"/>
          </p:nvPr>
        </p:nvSpPr>
        <p:spPr>
          <a:xfrm>
            <a:off x="5754900" y="2299425"/>
            <a:ext cx="2669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48" name="Google Shape;448;p13"/>
          <p:cNvSpPr txBox="1"/>
          <p:nvPr>
            <p:ph idx="6" type="title"/>
          </p:nvPr>
        </p:nvSpPr>
        <p:spPr>
          <a:xfrm>
            <a:off x="3591081" y="3286300"/>
            <a:ext cx="2669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1" sz="2200">
                <a:latin typeface="Patrick Hand"/>
                <a:ea typeface="Patrick Hand"/>
                <a:cs typeface="Patrick Hand"/>
                <a:sym typeface="Patrick Han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49" name="Google Shape;449;p13"/>
          <p:cNvSpPr txBox="1"/>
          <p:nvPr>
            <p:ph hasCustomPrompt="1" idx="7" type="title"/>
          </p:nvPr>
        </p:nvSpPr>
        <p:spPr>
          <a:xfrm>
            <a:off x="2883894" y="3241825"/>
            <a:ext cx="648900" cy="46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atin typeface="Patrick Hand"/>
                <a:ea typeface="Patrick Hand"/>
                <a:cs typeface="Patrick Hand"/>
                <a:sym typeface="Patrick Han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0" name="Google Shape;450;p13"/>
          <p:cNvSpPr txBox="1"/>
          <p:nvPr>
            <p:ph idx="8" type="subTitle"/>
          </p:nvPr>
        </p:nvSpPr>
        <p:spPr>
          <a:xfrm>
            <a:off x="3591088" y="3870925"/>
            <a:ext cx="26691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1" name="Google Shape;451;p13"/>
          <p:cNvSpPr txBox="1"/>
          <p:nvPr>
            <p:ph idx="9" type="title"/>
          </p:nvPr>
        </p:nvSpPr>
        <p:spPr>
          <a:xfrm>
            <a:off x="720000" y="819425"/>
            <a:ext cx="7704000" cy="46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2" name="Google Shape;452;p13"/>
          <p:cNvSpPr/>
          <p:nvPr/>
        </p:nvSpPr>
        <p:spPr>
          <a:xfrm>
            <a:off x="8032959"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3"/>
          <p:cNvSpPr/>
          <p:nvPr/>
        </p:nvSpPr>
        <p:spPr>
          <a:xfrm>
            <a:off x="194988"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3"/>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spTree>
      <p:nvGrpSpPr>
        <p:cNvPr id="455" name="Shape 455"/>
        <p:cNvGrpSpPr/>
        <p:nvPr/>
      </p:nvGrpSpPr>
      <p:grpSpPr>
        <a:xfrm>
          <a:off x="0" y="0"/>
          <a:ext cx="0" cy="0"/>
          <a:chOff x="0" y="0"/>
          <a:chExt cx="0" cy="0"/>
        </a:xfrm>
      </p:grpSpPr>
      <p:grpSp>
        <p:nvGrpSpPr>
          <p:cNvPr id="456" name="Google Shape;456;p14"/>
          <p:cNvGrpSpPr/>
          <p:nvPr/>
        </p:nvGrpSpPr>
        <p:grpSpPr>
          <a:xfrm>
            <a:off x="10900" y="0"/>
            <a:ext cx="9142800" cy="5143500"/>
            <a:chOff x="10900" y="0"/>
            <a:chExt cx="9142800" cy="5143500"/>
          </a:xfrm>
        </p:grpSpPr>
        <p:cxnSp>
          <p:nvCxnSpPr>
            <p:cNvPr id="457" name="Google Shape;457;p14"/>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58" name="Google Shape;458;p14"/>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59" name="Google Shape;459;p14"/>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0" name="Google Shape;460;p14"/>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1" name="Google Shape;461;p14"/>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2" name="Google Shape;462;p14"/>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3" name="Google Shape;463;p14"/>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4" name="Google Shape;464;p14"/>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5" name="Google Shape;465;p14"/>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6" name="Google Shape;466;p14"/>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7" name="Google Shape;467;p14"/>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8" name="Google Shape;468;p14"/>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69" name="Google Shape;469;p14"/>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70" name="Google Shape;470;p14"/>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71" name="Google Shape;471;p14"/>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72" name="Google Shape;472;p14"/>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73" name="Google Shape;473;p14"/>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74" name="Google Shape;474;p14"/>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475" name="Google Shape;475;p14"/>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76" name="Google Shape;476;p14"/>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77" name="Google Shape;477;p14"/>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78" name="Google Shape;478;p14"/>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79" name="Google Shape;479;p14"/>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80" name="Google Shape;480;p14"/>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81" name="Google Shape;481;p14"/>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82" name="Google Shape;482;p14"/>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83" name="Google Shape;483;p14"/>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484" name="Google Shape;484;p14"/>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485" name="Google Shape;485;p14"/>
          <p:cNvGrpSpPr/>
          <p:nvPr/>
        </p:nvGrpSpPr>
        <p:grpSpPr>
          <a:xfrm flipH="1" rot="10800000">
            <a:off x="-44062" y="-749742"/>
            <a:ext cx="9384877" cy="6019445"/>
            <a:chOff x="-44062" y="-749742"/>
            <a:chExt cx="9384877" cy="6019445"/>
          </a:xfrm>
        </p:grpSpPr>
        <p:sp>
          <p:nvSpPr>
            <p:cNvPr id="486" name="Google Shape;486;p14"/>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4"/>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4"/>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4"/>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4"/>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4"/>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 name="Google Shape;492;p14"/>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4"/>
          <p:cNvSpPr/>
          <p:nvPr/>
        </p:nvSpPr>
        <p:spPr>
          <a:xfrm flipH="1" rot="10800000">
            <a:off x="7884884" y="405506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4"/>
          <p:cNvSpPr/>
          <p:nvPr/>
        </p:nvSpPr>
        <p:spPr>
          <a:xfrm flipH="1" rot="10800000">
            <a:off x="194988"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4"/>
          <p:cNvSpPr/>
          <p:nvPr/>
        </p:nvSpPr>
        <p:spPr>
          <a:xfrm flipH="1" rot="10800000">
            <a:off x="715108"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4"/>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BLANK_1_2">
    <p:spTree>
      <p:nvGrpSpPr>
        <p:cNvPr id="497" name="Shape 497"/>
        <p:cNvGrpSpPr/>
        <p:nvPr/>
      </p:nvGrpSpPr>
      <p:grpSpPr>
        <a:xfrm>
          <a:off x="0" y="0"/>
          <a:ext cx="0" cy="0"/>
          <a:chOff x="0" y="0"/>
          <a:chExt cx="0" cy="0"/>
        </a:xfrm>
      </p:grpSpPr>
      <p:grpSp>
        <p:nvGrpSpPr>
          <p:cNvPr id="498" name="Google Shape;498;p15"/>
          <p:cNvGrpSpPr/>
          <p:nvPr/>
        </p:nvGrpSpPr>
        <p:grpSpPr>
          <a:xfrm>
            <a:off x="10900" y="0"/>
            <a:ext cx="9142800" cy="5143500"/>
            <a:chOff x="10900" y="0"/>
            <a:chExt cx="9142800" cy="5143500"/>
          </a:xfrm>
        </p:grpSpPr>
        <p:cxnSp>
          <p:nvCxnSpPr>
            <p:cNvPr id="499" name="Google Shape;499;p15"/>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0" name="Google Shape;500;p15"/>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1" name="Google Shape;501;p15"/>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2" name="Google Shape;502;p15"/>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3" name="Google Shape;503;p15"/>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4" name="Google Shape;504;p15"/>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5" name="Google Shape;505;p15"/>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6" name="Google Shape;506;p15"/>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7" name="Google Shape;507;p15"/>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8" name="Google Shape;508;p15"/>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09" name="Google Shape;509;p15"/>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0" name="Google Shape;510;p15"/>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1" name="Google Shape;511;p15"/>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2" name="Google Shape;512;p15"/>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3" name="Google Shape;513;p15"/>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4" name="Google Shape;514;p15"/>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5" name="Google Shape;515;p15"/>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6" name="Google Shape;516;p15"/>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17" name="Google Shape;517;p15"/>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18" name="Google Shape;518;p15"/>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19" name="Google Shape;519;p15"/>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20" name="Google Shape;520;p15"/>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21" name="Google Shape;521;p15"/>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22" name="Google Shape;522;p15"/>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23" name="Google Shape;523;p15"/>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24" name="Google Shape;524;p15"/>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25" name="Google Shape;525;p15"/>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26" name="Google Shape;526;p15"/>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527" name="Google Shape;527;p15"/>
          <p:cNvGrpSpPr/>
          <p:nvPr/>
        </p:nvGrpSpPr>
        <p:grpSpPr>
          <a:xfrm flipH="1">
            <a:off x="-44062" y="-749742"/>
            <a:ext cx="9384877" cy="6019445"/>
            <a:chOff x="-44062" y="-749742"/>
            <a:chExt cx="9384877" cy="6019445"/>
          </a:xfrm>
        </p:grpSpPr>
        <p:sp>
          <p:nvSpPr>
            <p:cNvPr id="528" name="Google Shape;528;p15"/>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5"/>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5"/>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5"/>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5"/>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5"/>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 name="Google Shape;534;p15"/>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5"/>
          <p:cNvSpPr txBox="1"/>
          <p:nvPr>
            <p:ph type="title"/>
          </p:nvPr>
        </p:nvSpPr>
        <p:spPr>
          <a:xfrm>
            <a:off x="948600" y="2636825"/>
            <a:ext cx="4673100" cy="11190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b="1" sz="4000">
                <a:latin typeface="Patrick Hand"/>
                <a:ea typeface="Patrick Hand"/>
                <a:cs typeface="Patrick Hand"/>
                <a:sym typeface="Patrick Hand"/>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36" name="Google Shape;536;p15"/>
          <p:cNvSpPr txBox="1"/>
          <p:nvPr>
            <p:ph hasCustomPrompt="1" idx="2" type="title"/>
          </p:nvPr>
        </p:nvSpPr>
        <p:spPr>
          <a:xfrm>
            <a:off x="1083900" y="1370600"/>
            <a:ext cx="1113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7000">
                <a:latin typeface="Patrick Hand"/>
                <a:ea typeface="Patrick Hand"/>
                <a:cs typeface="Patrick Hand"/>
                <a:sym typeface="Patrick Hand"/>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37" name="Google Shape;537;p15"/>
          <p:cNvSpPr txBox="1"/>
          <p:nvPr>
            <p:ph idx="1" type="subTitle"/>
          </p:nvPr>
        </p:nvSpPr>
        <p:spPr>
          <a:xfrm>
            <a:off x="948600" y="3820850"/>
            <a:ext cx="4360200" cy="40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8" name="Google Shape;538;p15"/>
          <p:cNvSpPr/>
          <p:nvPr/>
        </p:nvSpPr>
        <p:spPr>
          <a:xfrm flipH="1" rot="10800000">
            <a:off x="8032959" y="73036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5"/>
          <p:cNvSpPr/>
          <p:nvPr/>
        </p:nvSpPr>
        <p:spPr>
          <a:xfrm flipH="1" rot="10800000">
            <a:off x="194988"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5"/>
          <p:cNvSpPr/>
          <p:nvPr/>
        </p:nvSpPr>
        <p:spPr>
          <a:xfrm flipH="1" rot="10800000">
            <a:off x="715108"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BLANK_1_2_1">
    <p:spTree>
      <p:nvGrpSpPr>
        <p:cNvPr id="541" name="Shape 541"/>
        <p:cNvGrpSpPr/>
        <p:nvPr/>
      </p:nvGrpSpPr>
      <p:grpSpPr>
        <a:xfrm>
          <a:off x="0" y="0"/>
          <a:ext cx="0" cy="0"/>
          <a:chOff x="0" y="0"/>
          <a:chExt cx="0" cy="0"/>
        </a:xfrm>
      </p:grpSpPr>
      <p:grpSp>
        <p:nvGrpSpPr>
          <p:cNvPr id="542" name="Google Shape;542;p16"/>
          <p:cNvGrpSpPr/>
          <p:nvPr/>
        </p:nvGrpSpPr>
        <p:grpSpPr>
          <a:xfrm>
            <a:off x="10900" y="0"/>
            <a:ext cx="9142800" cy="5143500"/>
            <a:chOff x="10900" y="0"/>
            <a:chExt cx="9142800" cy="5143500"/>
          </a:xfrm>
        </p:grpSpPr>
        <p:cxnSp>
          <p:nvCxnSpPr>
            <p:cNvPr id="543" name="Google Shape;543;p16"/>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44" name="Google Shape;544;p16"/>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45" name="Google Shape;545;p16"/>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46" name="Google Shape;546;p16"/>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47" name="Google Shape;547;p16"/>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48" name="Google Shape;548;p16"/>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49" name="Google Shape;549;p16"/>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0" name="Google Shape;550;p16"/>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1" name="Google Shape;551;p16"/>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2" name="Google Shape;552;p16"/>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3" name="Google Shape;553;p16"/>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4" name="Google Shape;554;p16"/>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5" name="Google Shape;555;p16"/>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6" name="Google Shape;556;p16"/>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7" name="Google Shape;557;p16"/>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8" name="Google Shape;558;p16"/>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59" name="Google Shape;559;p16"/>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60" name="Google Shape;560;p16"/>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61" name="Google Shape;561;p16"/>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2" name="Google Shape;562;p16"/>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3" name="Google Shape;563;p16"/>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4" name="Google Shape;564;p16"/>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5" name="Google Shape;565;p16"/>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6" name="Google Shape;566;p16"/>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7" name="Google Shape;567;p16"/>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8" name="Google Shape;568;p16"/>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69" name="Google Shape;569;p16"/>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570" name="Google Shape;570;p16"/>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571" name="Google Shape;571;p16"/>
          <p:cNvGrpSpPr/>
          <p:nvPr/>
        </p:nvGrpSpPr>
        <p:grpSpPr>
          <a:xfrm flipH="1" rot="10800000">
            <a:off x="-44062" y="-749742"/>
            <a:ext cx="9384877" cy="6019445"/>
            <a:chOff x="-44062" y="-749742"/>
            <a:chExt cx="9384877" cy="6019445"/>
          </a:xfrm>
        </p:grpSpPr>
        <p:sp>
          <p:nvSpPr>
            <p:cNvPr id="572" name="Google Shape;572;p16"/>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6"/>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6"/>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6"/>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6"/>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6"/>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 name="Google Shape;578;p16"/>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6"/>
          <p:cNvSpPr txBox="1"/>
          <p:nvPr>
            <p:ph type="title"/>
          </p:nvPr>
        </p:nvSpPr>
        <p:spPr>
          <a:xfrm>
            <a:off x="3386075" y="3116600"/>
            <a:ext cx="4580700" cy="5961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b="1" sz="4000">
                <a:latin typeface="Patrick Hand"/>
                <a:ea typeface="Patrick Hand"/>
                <a:cs typeface="Patrick Hand"/>
                <a:sym typeface="Patrick Hand"/>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80" name="Google Shape;580;p16"/>
          <p:cNvSpPr txBox="1"/>
          <p:nvPr>
            <p:ph hasCustomPrompt="1" idx="2" type="title"/>
          </p:nvPr>
        </p:nvSpPr>
        <p:spPr>
          <a:xfrm>
            <a:off x="6705850" y="1871225"/>
            <a:ext cx="10323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7000">
                <a:latin typeface="Patrick Hand"/>
                <a:ea typeface="Patrick Hand"/>
                <a:cs typeface="Patrick Hand"/>
                <a:sym typeface="Patrick Hand"/>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81" name="Google Shape;581;p16"/>
          <p:cNvSpPr txBox="1"/>
          <p:nvPr>
            <p:ph idx="1" type="subTitle"/>
          </p:nvPr>
        </p:nvSpPr>
        <p:spPr>
          <a:xfrm>
            <a:off x="3606600" y="3733800"/>
            <a:ext cx="4360200" cy="416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2" name="Google Shape;582;p16"/>
          <p:cNvSpPr/>
          <p:nvPr/>
        </p:nvSpPr>
        <p:spPr>
          <a:xfrm flipH="1" rot="1788335">
            <a:off x="8032961" y="4096967"/>
            <a:ext cx="544014" cy="934806"/>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6"/>
          <p:cNvSpPr/>
          <p:nvPr/>
        </p:nvSpPr>
        <p:spPr>
          <a:xfrm>
            <a:off x="194988"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6"/>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85" name="Shape 585"/>
        <p:cNvGrpSpPr/>
        <p:nvPr/>
      </p:nvGrpSpPr>
      <p:grpSpPr>
        <a:xfrm>
          <a:off x="0" y="0"/>
          <a:ext cx="0" cy="0"/>
          <a:chOff x="0" y="0"/>
          <a:chExt cx="0" cy="0"/>
        </a:xfrm>
      </p:grpSpPr>
      <p:grpSp>
        <p:nvGrpSpPr>
          <p:cNvPr id="586" name="Google Shape;586;p17"/>
          <p:cNvGrpSpPr/>
          <p:nvPr/>
        </p:nvGrpSpPr>
        <p:grpSpPr>
          <a:xfrm>
            <a:off x="10900" y="0"/>
            <a:ext cx="9142800" cy="5143500"/>
            <a:chOff x="10900" y="0"/>
            <a:chExt cx="9142800" cy="5143500"/>
          </a:xfrm>
        </p:grpSpPr>
        <p:cxnSp>
          <p:nvCxnSpPr>
            <p:cNvPr id="587" name="Google Shape;587;p17"/>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88" name="Google Shape;588;p17"/>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89" name="Google Shape;589;p17"/>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0" name="Google Shape;590;p17"/>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1" name="Google Shape;591;p17"/>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2" name="Google Shape;592;p17"/>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3" name="Google Shape;593;p17"/>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4" name="Google Shape;594;p17"/>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5" name="Google Shape;595;p17"/>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6" name="Google Shape;596;p17"/>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7" name="Google Shape;597;p17"/>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8" name="Google Shape;598;p17"/>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599" name="Google Shape;599;p17"/>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00" name="Google Shape;600;p17"/>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01" name="Google Shape;601;p17"/>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02" name="Google Shape;602;p17"/>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03" name="Google Shape;603;p17"/>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04" name="Google Shape;604;p17"/>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05" name="Google Shape;605;p17"/>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06" name="Google Shape;606;p17"/>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07" name="Google Shape;607;p17"/>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08" name="Google Shape;608;p17"/>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09" name="Google Shape;609;p17"/>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10" name="Google Shape;610;p17"/>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11" name="Google Shape;611;p17"/>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12" name="Google Shape;612;p17"/>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13" name="Google Shape;613;p17"/>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14" name="Google Shape;614;p17"/>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615" name="Google Shape;615;p17"/>
          <p:cNvGrpSpPr/>
          <p:nvPr/>
        </p:nvGrpSpPr>
        <p:grpSpPr>
          <a:xfrm>
            <a:off x="-44062" y="-749742"/>
            <a:ext cx="9384877" cy="6019445"/>
            <a:chOff x="-44062" y="-749742"/>
            <a:chExt cx="9384877" cy="6019445"/>
          </a:xfrm>
        </p:grpSpPr>
        <p:sp>
          <p:nvSpPr>
            <p:cNvPr id="616" name="Google Shape;616;p17"/>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7"/>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7"/>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7"/>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7"/>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7"/>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17"/>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7"/>
          <p:cNvSpPr txBox="1"/>
          <p:nvPr>
            <p:ph type="title"/>
          </p:nvPr>
        </p:nvSpPr>
        <p:spPr>
          <a:xfrm>
            <a:off x="3879500" y="3637125"/>
            <a:ext cx="43209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b="1" sz="2200">
                <a:latin typeface="Patrick Hand"/>
                <a:ea typeface="Patrick Hand"/>
                <a:cs typeface="Patrick Hand"/>
                <a:sym typeface="Patrick Hand"/>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24" name="Google Shape;624;p17"/>
          <p:cNvSpPr txBox="1"/>
          <p:nvPr>
            <p:ph idx="1" type="subTitle"/>
          </p:nvPr>
        </p:nvSpPr>
        <p:spPr>
          <a:xfrm>
            <a:off x="3879500" y="1896825"/>
            <a:ext cx="4320900" cy="1740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500"/>
              <a:buNone/>
              <a:defRPr sz="2600">
                <a:latin typeface="Barlow Medium"/>
                <a:ea typeface="Barlow Medium"/>
                <a:cs typeface="Barlow Medium"/>
                <a:sym typeface="Barlow Medium"/>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625" name="Google Shape;625;p17"/>
          <p:cNvSpPr/>
          <p:nvPr/>
        </p:nvSpPr>
        <p:spPr>
          <a:xfrm rot="7974970">
            <a:off x="5602478" y="534807"/>
            <a:ext cx="544009" cy="934797"/>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7"/>
          <p:cNvSpPr/>
          <p:nvPr/>
        </p:nvSpPr>
        <p:spPr>
          <a:xfrm rot="10800000">
            <a:off x="77613" y="11348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7"/>
          <p:cNvSpPr/>
          <p:nvPr/>
        </p:nvSpPr>
        <p:spPr>
          <a:xfrm rot="10800000">
            <a:off x="7810615"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7"/>
          <p:cNvSpPr/>
          <p:nvPr/>
        </p:nvSpPr>
        <p:spPr>
          <a:xfrm rot="10800000">
            <a:off x="6853913" y="4388912"/>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29" name="Shape 629"/>
        <p:cNvGrpSpPr/>
        <p:nvPr/>
      </p:nvGrpSpPr>
      <p:grpSpPr>
        <a:xfrm>
          <a:off x="0" y="0"/>
          <a:ext cx="0" cy="0"/>
          <a:chOff x="0" y="0"/>
          <a:chExt cx="0" cy="0"/>
        </a:xfrm>
      </p:grpSpPr>
      <p:grpSp>
        <p:nvGrpSpPr>
          <p:cNvPr id="630" name="Google Shape;630;p18"/>
          <p:cNvGrpSpPr/>
          <p:nvPr/>
        </p:nvGrpSpPr>
        <p:grpSpPr>
          <a:xfrm>
            <a:off x="10900" y="0"/>
            <a:ext cx="9142800" cy="5143500"/>
            <a:chOff x="10900" y="0"/>
            <a:chExt cx="9142800" cy="5143500"/>
          </a:xfrm>
        </p:grpSpPr>
        <p:cxnSp>
          <p:nvCxnSpPr>
            <p:cNvPr id="631" name="Google Shape;631;p18"/>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2" name="Google Shape;632;p18"/>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3" name="Google Shape;633;p18"/>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4" name="Google Shape;634;p18"/>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5" name="Google Shape;635;p18"/>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6" name="Google Shape;636;p18"/>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7" name="Google Shape;637;p18"/>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8" name="Google Shape;638;p18"/>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39" name="Google Shape;639;p18"/>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0" name="Google Shape;640;p18"/>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1" name="Google Shape;641;p18"/>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2" name="Google Shape;642;p18"/>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3" name="Google Shape;643;p18"/>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4" name="Google Shape;644;p18"/>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5" name="Google Shape;645;p18"/>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6" name="Google Shape;646;p18"/>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7" name="Google Shape;647;p18"/>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8" name="Google Shape;648;p18"/>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49" name="Google Shape;649;p18"/>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0" name="Google Shape;650;p18"/>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1" name="Google Shape;651;p18"/>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2" name="Google Shape;652;p18"/>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3" name="Google Shape;653;p18"/>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4" name="Google Shape;654;p18"/>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5" name="Google Shape;655;p18"/>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6" name="Google Shape;656;p18"/>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7" name="Google Shape;657;p18"/>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58" name="Google Shape;658;p18"/>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659" name="Google Shape;659;p18"/>
          <p:cNvGrpSpPr/>
          <p:nvPr/>
        </p:nvGrpSpPr>
        <p:grpSpPr>
          <a:xfrm>
            <a:off x="-44062" y="-749742"/>
            <a:ext cx="9384877" cy="6019445"/>
            <a:chOff x="-44062" y="-749742"/>
            <a:chExt cx="9384877" cy="6019445"/>
          </a:xfrm>
        </p:grpSpPr>
        <p:sp>
          <p:nvSpPr>
            <p:cNvPr id="660" name="Google Shape;660;p18"/>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8"/>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8"/>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8"/>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8"/>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8"/>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 name="Google Shape;666;p18"/>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8"/>
          <p:cNvSpPr txBox="1"/>
          <p:nvPr>
            <p:ph idx="1" type="subTitle"/>
          </p:nvPr>
        </p:nvSpPr>
        <p:spPr>
          <a:xfrm>
            <a:off x="2185950" y="3121350"/>
            <a:ext cx="47721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8" name="Google Shape;668;p18"/>
          <p:cNvSpPr txBox="1"/>
          <p:nvPr>
            <p:ph type="title"/>
          </p:nvPr>
        </p:nvSpPr>
        <p:spPr>
          <a:xfrm>
            <a:off x="2185950" y="1601850"/>
            <a:ext cx="4772100" cy="144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120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9" name="Google Shape;669;p18"/>
          <p:cNvSpPr/>
          <p:nvPr/>
        </p:nvSpPr>
        <p:spPr>
          <a:xfrm rot="10800000">
            <a:off x="194988" y="73036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8"/>
          <p:cNvSpPr/>
          <p:nvPr/>
        </p:nvSpPr>
        <p:spPr>
          <a:xfrm rot="10800000">
            <a:off x="8056863"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8"/>
          <p:cNvSpPr/>
          <p:nvPr/>
        </p:nvSpPr>
        <p:spPr>
          <a:xfrm rot="10800000">
            <a:off x="7810615"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672" name="Shape 672"/>
        <p:cNvGrpSpPr/>
        <p:nvPr/>
      </p:nvGrpSpPr>
      <p:grpSpPr>
        <a:xfrm>
          <a:off x="0" y="0"/>
          <a:ext cx="0" cy="0"/>
          <a:chOff x="0" y="0"/>
          <a:chExt cx="0" cy="0"/>
        </a:xfrm>
      </p:grpSpPr>
      <p:grpSp>
        <p:nvGrpSpPr>
          <p:cNvPr id="673" name="Google Shape;673;p19"/>
          <p:cNvGrpSpPr/>
          <p:nvPr/>
        </p:nvGrpSpPr>
        <p:grpSpPr>
          <a:xfrm>
            <a:off x="10900" y="0"/>
            <a:ext cx="9142800" cy="5143500"/>
            <a:chOff x="10900" y="0"/>
            <a:chExt cx="9142800" cy="5143500"/>
          </a:xfrm>
        </p:grpSpPr>
        <p:cxnSp>
          <p:nvCxnSpPr>
            <p:cNvPr id="674" name="Google Shape;674;p19"/>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75" name="Google Shape;675;p19"/>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76" name="Google Shape;676;p19"/>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77" name="Google Shape;677;p19"/>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78" name="Google Shape;678;p19"/>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79" name="Google Shape;679;p19"/>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0" name="Google Shape;680;p19"/>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1" name="Google Shape;681;p19"/>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2" name="Google Shape;682;p19"/>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3" name="Google Shape;683;p19"/>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4" name="Google Shape;684;p19"/>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5" name="Google Shape;685;p19"/>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6" name="Google Shape;686;p19"/>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7" name="Google Shape;687;p19"/>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8" name="Google Shape;688;p19"/>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89" name="Google Shape;689;p19"/>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90" name="Google Shape;690;p19"/>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91" name="Google Shape;691;p19"/>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692" name="Google Shape;692;p19"/>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93" name="Google Shape;693;p19"/>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94" name="Google Shape;694;p19"/>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95" name="Google Shape;695;p19"/>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96" name="Google Shape;696;p19"/>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97" name="Google Shape;697;p19"/>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98" name="Google Shape;698;p19"/>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699" name="Google Shape;699;p19"/>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00" name="Google Shape;700;p19"/>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01" name="Google Shape;701;p19"/>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702" name="Google Shape;702;p19"/>
          <p:cNvGrpSpPr/>
          <p:nvPr/>
        </p:nvGrpSpPr>
        <p:grpSpPr>
          <a:xfrm rot="10800000">
            <a:off x="-44062" y="-749742"/>
            <a:ext cx="9384877" cy="6019445"/>
            <a:chOff x="-44062" y="-749742"/>
            <a:chExt cx="9384877" cy="6019445"/>
          </a:xfrm>
        </p:grpSpPr>
        <p:sp>
          <p:nvSpPr>
            <p:cNvPr id="703" name="Google Shape;703;p19"/>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9"/>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9"/>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9"/>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9"/>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9"/>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 name="Google Shape;709;p19"/>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9"/>
          <p:cNvSpPr txBox="1"/>
          <p:nvPr>
            <p:ph idx="1" type="subTitle"/>
          </p:nvPr>
        </p:nvSpPr>
        <p:spPr>
          <a:xfrm>
            <a:off x="715100" y="3208200"/>
            <a:ext cx="3739800" cy="82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1" name="Google Shape;711;p19"/>
          <p:cNvSpPr txBox="1"/>
          <p:nvPr>
            <p:ph type="title"/>
          </p:nvPr>
        </p:nvSpPr>
        <p:spPr>
          <a:xfrm>
            <a:off x="715100" y="1569600"/>
            <a:ext cx="3739800" cy="16386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12" name="Google Shape;712;p19"/>
          <p:cNvSpPr/>
          <p:nvPr/>
        </p:nvSpPr>
        <p:spPr>
          <a:xfrm flipH="1" rot="-4052368">
            <a:off x="443086" y="4141101"/>
            <a:ext cx="544015" cy="934807"/>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9"/>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9"/>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715" name="Shape 715"/>
        <p:cNvGrpSpPr/>
        <p:nvPr/>
      </p:nvGrpSpPr>
      <p:grpSpPr>
        <a:xfrm>
          <a:off x="0" y="0"/>
          <a:ext cx="0" cy="0"/>
          <a:chOff x="0" y="0"/>
          <a:chExt cx="0" cy="0"/>
        </a:xfrm>
      </p:grpSpPr>
      <p:grpSp>
        <p:nvGrpSpPr>
          <p:cNvPr id="716" name="Google Shape;716;p20"/>
          <p:cNvGrpSpPr/>
          <p:nvPr/>
        </p:nvGrpSpPr>
        <p:grpSpPr>
          <a:xfrm>
            <a:off x="10900" y="0"/>
            <a:ext cx="9142800" cy="5143500"/>
            <a:chOff x="10900" y="0"/>
            <a:chExt cx="9142800" cy="5143500"/>
          </a:xfrm>
        </p:grpSpPr>
        <p:cxnSp>
          <p:nvCxnSpPr>
            <p:cNvPr id="717" name="Google Shape;717;p20"/>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18" name="Google Shape;718;p20"/>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19" name="Google Shape;719;p20"/>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0" name="Google Shape;720;p20"/>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1" name="Google Shape;721;p20"/>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2" name="Google Shape;722;p20"/>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3" name="Google Shape;723;p20"/>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4" name="Google Shape;724;p20"/>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5" name="Google Shape;725;p20"/>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6" name="Google Shape;726;p20"/>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7" name="Google Shape;727;p20"/>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8" name="Google Shape;728;p20"/>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29" name="Google Shape;729;p20"/>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30" name="Google Shape;730;p20"/>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31" name="Google Shape;731;p20"/>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32" name="Google Shape;732;p20"/>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33" name="Google Shape;733;p20"/>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34" name="Google Shape;734;p20"/>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35" name="Google Shape;735;p20"/>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36" name="Google Shape;736;p20"/>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37" name="Google Shape;737;p20"/>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38" name="Google Shape;738;p20"/>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39" name="Google Shape;739;p20"/>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40" name="Google Shape;740;p20"/>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41" name="Google Shape;741;p20"/>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42" name="Google Shape;742;p20"/>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43" name="Google Shape;743;p20"/>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44" name="Google Shape;744;p20"/>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745" name="Google Shape;745;p20"/>
          <p:cNvGrpSpPr/>
          <p:nvPr/>
        </p:nvGrpSpPr>
        <p:grpSpPr>
          <a:xfrm flipH="1" rot="10800000">
            <a:off x="-44062" y="-749742"/>
            <a:ext cx="9384877" cy="6019445"/>
            <a:chOff x="-44062" y="-749742"/>
            <a:chExt cx="9384877" cy="6019445"/>
          </a:xfrm>
        </p:grpSpPr>
        <p:sp>
          <p:nvSpPr>
            <p:cNvPr id="746" name="Google Shape;746;p20"/>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0"/>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0"/>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0"/>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0"/>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0"/>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 name="Google Shape;752;p20"/>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0"/>
          <p:cNvSpPr txBox="1"/>
          <p:nvPr>
            <p:ph idx="1" type="subTitle"/>
          </p:nvPr>
        </p:nvSpPr>
        <p:spPr>
          <a:xfrm>
            <a:off x="1090977" y="2449713"/>
            <a:ext cx="2907600" cy="1014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54" name="Google Shape;754;p20"/>
          <p:cNvSpPr txBox="1"/>
          <p:nvPr>
            <p:ph type="title"/>
          </p:nvPr>
        </p:nvSpPr>
        <p:spPr>
          <a:xfrm>
            <a:off x="1090977" y="1831288"/>
            <a:ext cx="29076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55" name="Google Shape;755;p20"/>
          <p:cNvSpPr/>
          <p:nvPr/>
        </p:nvSpPr>
        <p:spPr>
          <a:xfrm flipH="1">
            <a:off x="194988"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0"/>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0"/>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758" name="Shape 758"/>
        <p:cNvGrpSpPr/>
        <p:nvPr/>
      </p:nvGrpSpPr>
      <p:grpSpPr>
        <a:xfrm>
          <a:off x="0" y="0"/>
          <a:ext cx="0" cy="0"/>
          <a:chOff x="0" y="0"/>
          <a:chExt cx="0" cy="0"/>
        </a:xfrm>
      </p:grpSpPr>
      <p:grpSp>
        <p:nvGrpSpPr>
          <p:cNvPr id="759" name="Google Shape;759;p21"/>
          <p:cNvGrpSpPr/>
          <p:nvPr/>
        </p:nvGrpSpPr>
        <p:grpSpPr>
          <a:xfrm>
            <a:off x="10900" y="0"/>
            <a:ext cx="9142800" cy="5143500"/>
            <a:chOff x="10900" y="0"/>
            <a:chExt cx="9142800" cy="5143500"/>
          </a:xfrm>
        </p:grpSpPr>
        <p:cxnSp>
          <p:nvCxnSpPr>
            <p:cNvPr id="760" name="Google Shape;760;p21"/>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1" name="Google Shape;761;p21"/>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2" name="Google Shape;762;p21"/>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3" name="Google Shape;763;p21"/>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4" name="Google Shape;764;p21"/>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5" name="Google Shape;765;p21"/>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6" name="Google Shape;766;p21"/>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7" name="Google Shape;767;p21"/>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8" name="Google Shape;768;p21"/>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69" name="Google Shape;769;p21"/>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0" name="Google Shape;770;p21"/>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1" name="Google Shape;771;p21"/>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2" name="Google Shape;772;p21"/>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3" name="Google Shape;773;p21"/>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4" name="Google Shape;774;p21"/>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5" name="Google Shape;775;p21"/>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6" name="Google Shape;776;p21"/>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7" name="Google Shape;777;p21"/>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778" name="Google Shape;778;p21"/>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79" name="Google Shape;779;p21"/>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0" name="Google Shape;780;p21"/>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1" name="Google Shape;781;p21"/>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2" name="Google Shape;782;p21"/>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3" name="Google Shape;783;p21"/>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4" name="Google Shape;784;p21"/>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5" name="Google Shape;785;p21"/>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6" name="Google Shape;786;p21"/>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787" name="Google Shape;787;p21"/>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788" name="Google Shape;788;p21"/>
          <p:cNvGrpSpPr/>
          <p:nvPr/>
        </p:nvGrpSpPr>
        <p:grpSpPr>
          <a:xfrm>
            <a:off x="-44062" y="-749742"/>
            <a:ext cx="9384877" cy="6019445"/>
            <a:chOff x="-44062" y="-749742"/>
            <a:chExt cx="9384877" cy="6019445"/>
          </a:xfrm>
        </p:grpSpPr>
        <p:sp>
          <p:nvSpPr>
            <p:cNvPr id="789" name="Google Shape;789;p21"/>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1"/>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1"/>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1"/>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1"/>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1"/>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 name="Google Shape;795;p21"/>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1"/>
          <p:cNvSpPr txBox="1"/>
          <p:nvPr>
            <p:ph idx="1" type="subTitle"/>
          </p:nvPr>
        </p:nvSpPr>
        <p:spPr>
          <a:xfrm>
            <a:off x="4590554" y="2464975"/>
            <a:ext cx="2793600" cy="976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7" name="Google Shape;797;p21"/>
          <p:cNvSpPr txBox="1"/>
          <p:nvPr>
            <p:ph type="title"/>
          </p:nvPr>
        </p:nvSpPr>
        <p:spPr>
          <a:xfrm>
            <a:off x="4590554" y="1824900"/>
            <a:ext cx="27936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98" name="Google Shape;798;p21"/>
          <p:cNvSpPr/>
          <p:nvPr/>
        </p:nvSpPr>
        <p:spPr>
          <a:xfrm rot="10800000">
            <a:off x="194988" y="73036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1"/>
          <p:cNvSpPr/>
          <p:nvPr/>
        </p:nvSpPr>
        <p:spPr>
          <a:xfrm rot="10800000">
            <a:off x="8056863"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1"/>
          <p:cNvSpPr/>
          <p:nvPr/>
        </p:nvSpPr>
        <p:spPr>
          <a:xfrm rot="10800000">
            <a:off x="7810615"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1_1">
    <p:spTree>
      <p:nvGrpSpPr>
        <p:cNvPr id="801" name="Shape 801"/>
        <p:cNvGrpSpPr/>
        <p:nvPr/>
      </p:nvGrpSpPr>
      <p:grpSpPr>
        <a:xfrm>
          <a:off x="0" y="0"/>
          <a:ext cx="0" cy="0"/>
          <a:chOff x="0" y="0"/>
          <a:chExt cx="0" cy="0"/>
        </a:xfrm>
      </p:grpSpPr>
      <p:grpSp>
        <p:nvGrpSpPr>
          <p:cNvPr id="802" name="Google Shape;802;p22"/>
          <p:cNvGrpSpPr/>
          <p:nvPr/>
        </p:nvGrpSpPr>
        <p:grpSpPr>
          <a:xfrm>
            <a:off x="10900" y="0"/>
            <a:ext cx="9142800" cy="5143500"/>
            <a:chOff x="10900" y="0"/>
            <a:chExt cx="9142800" cy="5143500"/>
          </a:xfrm>
        </p:grpSpPr>
        <p:cxnSp>
          <p:nvCxnSpPr>
            <p:cNvPr id="803" name="Google Shape;803;p22"/>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04" name="Google Shape;804;p22"/>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05" name="Google Shape;805;p22"/>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06" name="Google Shape;806;p22"/>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07" name="Google Shape;807;p22"/>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08" name="Google Shape;808;p22"/>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09" name="Google Shape;809;p22"/>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0" name="Google Shape;810;p22"/>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1" name="Google Shape;811;p22"/>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2" name="Google Shape;812;p22"/>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3" name="Google Shape;813;p22"/>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4" name="Google Shape;814;p22"/>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5" name="Google Shape;815;p22"/>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6" name="Google Shape;816;p22"/>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7" name="Google Shape;817;p22"/>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8" name="Google Shape;818;p22"/>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19" name="Google Shape;819;p22"/>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20" name="Google Shape;820;p22"/>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21" name="Google Shape;821;p22"/>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2" name="Google Shape;822;p22"/>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3" name="Google Shape;823;p22"/>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4" name="Google Shape;824;p22"/>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5" name="Google Shape;825;p22"/>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6" name="Google Shape;826;p22"/>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7" name="Google Shape;827;p22"/>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8" name="Google Shape;828;p22"/>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29" name="Google Shape;829;p22"/>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30" name="Google Shape;830;p22"/>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831" name="Google Shape;831;p22"/>
          <p:cNvGrpSpPr/>
          <p:nvPr/>
        </p:nvGrpSpPr>
        <p:grpSpPr>
          <a:xfrm flipH="1">
            <a:off x="-44062" y="-749742"/>
            <a:ext cx="9384877" cy="6019445"/>
            <a:chOff x="-44062" y="-749742"/>
            <a:chExt cx="9384877" cy="6019445"/>
          </a:xfrm>
        </p:grpSpPr>
        <p:sp>
          <p:nvSpPr>
            <p:cNvPr id="832" name="Google Shape;832;p22"/>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2"/>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2"/>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2"/>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2"/>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2"/>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22"/>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2"/>
          <p:cNvSpPr txBox="1"/>
          <p:nvPr>
            <p:ph idx="1" type="subTitle"/>
          </p:nvPr>
        </p:nvSpPr>
        <p:spPr>
          <a:xfrm>
            <a:off x="2039836" y="2448325"/>
            <a:ext cx="2907600" cy="101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0" name="Google Shape;840;p22"/>
          <p:cNvSpPr txBox="1"/>
          <p:nvPr>
            <p:ph type="title"/>
          </p:nvPr>
        </p:nvSpPr>
        <p:spPr>
          <a:xfrm>
            <a:off x="2039836" y="1829950"/>
            <a:ext cx="29076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41" name="Google Shape;841;p22"/>
          <p:cNvSpPr/>
          <p:nvPr/>
        </p:nvSpPr>
        <p:spPr>
          <a:xfrm>
            <a:off x="8032959"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2"/>
          <p:cNvSpPr/>
          <p:nvPr/>
        </p:nvSpPr>
        <p:spPr>
          <a:xfrm>
            <a:off x="194988"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2"/>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_1_1_1_1">
    <p:spTree>
      <p:nvGrpSpPr>
        <p:cNvPr id="844" name="Shape 844"/>
        <p:cNvGrpSpPr/>
        <p:nvPr/>
      </p:nvGrpSpPr>
      <p:grpSpPr>
        <a:xfrm>
          <a:off x="0" y="0"/>
          <a:ext cx="0" cy="0"/>
          <a:chOff x="0" y="0"/>
          <a:chExt cx="0" cy="0"/>
        </a:xfrm>
      </p:grpSpPr>
      <p:grpSp>
        <p:nvGrpSpPr>
          <p:cNvPr id="845" name="Google Shape;845;p23"/>
          <p:cNvGrpSpPr/>
          <p:nvPr/>
        </p:nvGrpSpPr>
        <p:grpSpPr>
          <a:xfrm>
            <a:off x="10900" y="0"/>
            <a:ext cx="9142800" cy="5143500"/>
            <a:chOff x="10900" y="0"/>
            <a:chExt cx="9142800" cy="5143500"/>
          </a:xfrm>
        </p:grpSpPr>
        <p:cxnSp>
          <p:nvCxnSpPr>
            <p:cNvPr id="846" name="Google Shape;846;p23"/>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47" name="Google Shape;847;p23"/>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48" name="Google Shape;848;p23"/>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49" name="Google Shape;849;p23"/>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0" name="Google Shape;850;p23"/>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1" name="Google Shape;851;p23"/>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2" name="Google Shape;852;p23"/>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3" name="Google Shape;853;p23"/>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4" name="Google Shape;854;p23"/>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5" name="Google Shape;855;p23"/>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6" name="Google Shape;856;p23"/>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7" name="Google Shape;857;p23"/>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8" name="Google Shape;858;p23"/>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59" name="Google Shape;859;p23"/>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60" name="Google Shape;860;p23"/>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61" name="Google Shape;861;p23"/>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62" name="Google Shape;862;p23"/>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63" name="Google Shape;863;p23"/>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64" name="Google Shape;864;p23"/>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65" name="Google Shape;865;p23"/>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66" name="Google Shape;866;p23"/>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67" name="Google Shape;867;p23"/>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68" name="Google Shape;868;p23"/>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69" name="Google Shape;869;p23"/>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70" name="Google Shape;870;p23"/>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71" name="Google Shape;871;p23"/>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72" name="Google Shape;872;p23"/>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873" name="Google Shape;873;p23"/>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874" name="Google Shape;874;p23"/>
          <p:cNvGrpSpPr/>
          <p:nvPr/>
        </p:nvGrpSpPr>
        <p:grpSpPr>
          <a:xfrm flipH="1">
            <a:off x="-44062" y="-749742"/>
            <a:ext cx="9384877" cy="6019445"/>
            <a:chOff x="-44062" y="-749742"/>
            <a:chExt cx="9384877" cy="6019445"/>
          </a:xfrm>
        </p:grpSpPr>
        <p:sp>
          <p:nvSpPr>
            <p:cNvPr id="875" name="Google Shape;875;p23"/>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3"/>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3"/>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3"/>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3"/>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3"/>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 name="Google Shape;881;p23"/>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3"/>
          <p:cNvSpPr txBox="1"/>
          <p:nvPr>
            <p:ph idx="1" type="subTitle"/>
          </p:nvPr>
        </p:nvSpPr>
        <p:spPr>
          <a:xfrm>
            <a:off x="3700225" y="3013575"/>
            <a:ext cx="4376400" cy="1196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83" name="Google Shape;883;p23"/>
          <p:cNvSpPr txBox="1"/>
          <p:nvPr>
            <p:ph type="title"/>
          </p:nvPr>
        </p:nvSpPr>
        <p:spPr>
          <a:xfrm>
            <a:off x="3700225" y="2382800"/>
            <a:ext cx="4376400" cy="572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84" name="Google Shape;884;p23"/>
          <p:cNvSpPr/>
          <p:nvPr/>
        </p:nvSpPr>
        <p:spPr>
          <a:xfrm flipH="1">
            <a:off x="194988"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3"/>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3"/>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887" name="Shape 887"/>
        <p:cNvGrpSpPr/>
        <p:nvPr/>
      </p:nvGrpSpPr>
      <p:grpSpPr>
        <a:xfrm>
          <a:off x="0" y="0"/>
          <a:ext cx="0" cy="0"/>
          <a:chOff x="0" y="0"/>
          <a:chExt cx="0" cy="0"/>
        </a:xfrm>
      </p:grpSpPr>
      <p:grpSp>
        <p:nvGrpSpPr>
          <p:cNvPr id="888" name="Google Shape;888;p24"/>
          <p:cNvGrpSpPr/>
          <p:nvPr/>
        </p:nvGrpSpPr>
        <p:grpSpPr>
          <a:xfrm>
            <a:off x="10900" y="0"/>
            <a:ext cx="9142800" cy="5143500"/>
            <a:chOff x="10900" y="0"/>
            <a:chExt cx="9142800" cy="5143500"/>
          </a:xfrm>
        </p:grpSpPr>
        <p:cxnSp>
          <p:nvCxnSpPr>
            <p:cNvPr id="889" name="Google Shape;889;p24"/>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0" name="Google Shape;890;p24"/>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1" name="Google Shape;891;p24"/>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2" name="Google Shape;892;p24"/>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3" name="Google Shape;893;p24"/>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4" name="Google Shape;894;p24"/>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5" name="Google Shape;895;p24"/>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6" name="Google Shape;896;p24"/>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7" name="Google Shape;897;p24"/>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8" name="Google Shape;898;p24"/>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899" name="Google Shape;899;p24"/>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0" name="Google Shape;900;p24"/>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1" name="Google Shape;901;p24"/>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2" name="Google Shape;902;p24"/>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3" name="Google Shape;903;p24"/>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4" name="Google Shape;904;p24"/>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5" name="Google Shape;905;p24"/>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6" name="Google Shape;906;p24"/>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07" name="Google Shape;907;p24"/>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08" name="Google Shape;908;p24"/>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09" name="Google Shape;909;p24"/>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10" name="Google Shape;910;p24"/>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11" name="Google Shape;911;p24"/>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12" name="Google Shape;912;p24"/>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13" name="Google Shape;913;p24"/>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14" name="Google Shape;914;p24"/>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15" name="Google Shape;915;p24"/>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16" name="Google Shape;916;p24"/>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917" name="Google Shape;917;p24"/>
          <p:cNvGrpSpPr/>
          <p:nvPr/>
        </p:nvGrpSpPr>
        <p:grpSpPr>
          <a:xfrm flipH="1" rot="10800000">
            <a:off x="-44062" y="-749742"/>
            <a:ext cx="9384877" cy="6019445"/>
            <a:chOff x="-44062" y="-749742"/>
            <a:chExt cx="9384877" cy="6019445"/>
          </a:xfrm>
        </p:grpSpPr>
        <p:sp>
          <p:nvSpPr>
            <p:cNvPr id="918" name="Google Shape;918;p24"/>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4"/>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4"/>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4"/>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4"/>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4"/>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 name="Google Shape;924;p24"/>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4"/>
          <p:cNvSpPr txBox="1"/>
          <p:nvPr>
            <p:ph idx="1" type="subTitle"/>
          </p:nvPr>
        </p:nvSpPr>
        <p:spPr>
          <a:xfrm>
            <a:off x="1827613" y="3372025"/>
            <a:ext cx="2291100" cy="48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200">
                <a:solidFill>
                  <a:schemeClr val="dk1"/>
                </a:solidFill>
                <a:latin typeface="Patrick Hand"/>
                <a:ea typeface="Patrick Hand"/>
                <a:cs typeface="Patrick Hand"/>
                <a:sym typeface="Patrick Han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926" name="Google Shape;926;p24"/>
          <p:cNvSpPr txBox="1"/>
          <p:nvPr>
            <p:ph idx="2" type="subTitle"/>
          </p:nvPr>
        </p:nvSpPr>
        <p:spPr>
          <a:xfrm>
            <a:off x="5025288" y="3372025"/>
            <a:ext cx="2291100" cy="48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200">
                <a:solidFill>
                  <a:schemeClr val="dk1"/>
                </a:solidFill>
                <a:latin typeface="Patrick Hand"/>
                <a:ea typeface="Patrick Hand"/>
                <a:cs typeface="Patrick Hand"/>
                <a:sym typeface="Patrick Han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927" name="Google Shape;927;p24"/>
          <p:cNvSpPr txBox="1"/>
          <p:nvPr>
            <p:ph idx="3" type="subTitle"/>
          </p:nvPr>
        </p:nvSpPr>
        <p:spPr>
          <a:xfrm>
            <a:off x="1827613" y="3860350"/>
            <a:ext cx="2291100" cy="48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8" name="Google Shape;928;p24"/>
          <p:cNvSpPr txBox="1"/>
          <p:nvPr>
            <p:ph idx="4" type="subTitle"/>
          </p:nvPr>
        </p:nvSpPr>
        <p:spPr>
          <a:xfrm>
            <a:off x="5025288" y="3860350"/>
            <a:ext cx="2291100" cy="48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9" name="Google Shape;929;p24"/>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30" name="Google Shape;930;p24"/>
          <p:cNvSpPr/>
          <p:nvPr/>
        </p:nvSpPr>
        <p:spPr>
          <a:xfrm flipH="1">
            <a:off x="194988"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4"/>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4"/>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933" name="Shape 933"/>
        <p:cNvGrpSpPr/>
        <p:nvPr/>
      </p:nvGrpSpPr>
      <p:grpSpPr>
        <a:xfrm>
          <a:off x="0" y="0"/>
          <a:ext cx="0" cy="0"/>
          <a:chOff x="0" y="0"/>
          <a:chExt cx="0" cy="0"/>
        </a:xfrm>
      </p:grpSpPr>
      <p:grpSp>
        <p:nvGrpSpPr>
          <p:cNvPr id="934" name="Google Shape;934;p25"/>
          <p:cNvGrpSpPr/>
          <p:nvPr/>
        </p:nvGrpSpPr>
        <p:grpSpPr>
          <a:xfrm>
            <a:off x="10900" y="0"/>
            <a:ext cx="9142800" cy="5143500"/>
            <a:chOff x="10900" y="0"/>
            <a:chExt cx="9142800" cy="5143500"/>
          </a:xfrm>
        </p:grpSpPr>
        <p:cxnSp>
          <p:nvCxnSpPr>
            <p:cNvPr id="935" name="Google Shape;935;p25"/>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36" name="Google Shape;936;p25"/>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37" name="Google Shape;937;p25"/>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38" name="Google Shape;938;p25"/>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39" name="Google Shape;939;p25"/>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0" name="Google Shape;940;p25"/>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1" name="Google Shape;941;p25"/>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2" name="Google Shape;942;p25"/>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3" name="Google Shape;943;p25"/>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4" name="Google Shape;944;p25"/>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5" name="Google Shape;945;p25"/>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6" name="Google Shape;946;p25"/>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7" name="Google Shape;947;p25"/>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8" name="Google Shape;948;p25"/>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49" name="Google Shape;949;p25"/>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50" name="Google Shape;950;p25"/>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51" name="Google Shape;951;p25"/>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52" name="Google Shape;952;p25"/>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53" name="Google Shape;953;p25"/>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54" name="Google Shape;954;p25"/>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55" name="Google Shape;955;p25"/>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56" name="Google Shape;956;p25"/>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57" name="Google Shape;957;p25"/>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58" name="Google Shape;958;p25"/>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59" name="Google Shape;959;p25"/>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60" name="Google Shape;960;p25"/>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61" name="Google Shape;961;p25"/>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962" name="Google Shape;962;p25"/>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963" name="Google Shape;963;p25"/>
          <p:cNvGrpSpPr/>
          <p:nvPr/>
        </p:nvGrpSpPr>
        <p:grpSpPr>
          <a:xfrm>
            <a:off x="-44062" y="-749742"/>
            <a:ext cx="9384877" cy="6019445"/>
            <a:chOff x="-44062" y="-749742"/>
            <a:chExt cx="9384877" cy="6019445"/>
          </a:xfrm>
        </p:grpSpPr>
        <p:sp>
          <p:nvSpPr>
            <p:cNvPr id="964" name="Google Shape;964;p25"/>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5"/>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5"/>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5"/>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5"/>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5"/>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25"/>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5"/>
          <p:cNvSpPr txBox="1"/>
          <p:nvPr>
            <p:ph type="title"/>
          </p:nvPr>
        </p:nvSpPr>
        <p:spPr>
          <a:xfrm>
            <a:off x="720000" y="2804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72" name="Google Shape;972;p25"/>
          <p:cNvSpPr txBox="1"/>
          <p:nvPr>
            <p:ph idx="1" type="subTitle"/>
          </p:nvPr>
        </p:nvSpPr>
        <p:spPr>
          <a:xfrm>
            <a:off x="720000" y="3390854"/>
            <a:ext cx="2336400" cy="65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3" name="Google Shape;973;p25"/>
          <p:cNvSpPr txBox="1"/>
          <p:nvPr>
            <p:ph idx="2" type="title"/>
          </p:nvPr>
        </p:nvSpPr>
        <p:spPr>
          <a:xfrm>
            <a:off x="3403800" y="2804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74" name="Google Shape;974;p25"/>
          <p:cNvSpPr txBox="1"/>
          <p:nvPr>
            <p:ph idx="3" type="subTitle"/>
          </p:nvPr>
        </p:nvSpPr>
        <p:spPr>
          <a:xfrm>
            <a:off x="3403800" y="3390854"/>
            <a:ext cx="2336400" cy="65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5" name="Google Shape;975;p25"/>
          <p:cNvSpPr txBox="1"/>
          <p:nvPr>
            <p:ph idx="4" type="title"/>
          </p:nvPr>
        </p:nvSpPr>
        <p:spPr>
          <a:xfrm>
            <a:off x="6087600" y="2804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76" name="Google Shape;976;p25"/>
          <p:cNvSpPr txBox="1"/>
          <p:nvPr>
            <p:ph idx="5" type="subTitle"/>
          </p:nvPr>
        </p:nvSpPr>
        <p:spPr>
          <a:xfrm>
            <a:off x="6087600" y="3390854"/>
            <a:ext cx="2336400" cy="65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7" name="Google Shape;977;p25"/>
          <p:cNvSpPr txBox="1"/>
          <p:nvPr>
            <p:ph idx="6" type="title"/>
          </p:nvPr>
        </p:nvSpPr>
        <p:spPr>
          <a:xfrm>
            <a:off x="720000" y="805025"/>
            <a:ext cx="77040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78" name="Google Shape;978;p25"/>
          <p:cNvSpPr/>
          <p:nvPr/>
        </p:nvSpPr>
        <p:spPr>
          <a:xfrm flipH="1" rot="8100000">
            <a:off x="126557" y="958090"/>
            <a:ext cx="543981" cy="934750"/>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5"/>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5"/>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981" name="Shape 981"/>
        <p:cNvGrpSpPr/>
        <p:nvPr/>
      </p:nvGrpSpPr>
      <p:grpSpPr>
        <a:xfrm>
          <a:off x="0" y="0"/>
          <a:ext cx="0" cy="0"/>
          <a:chOff x="0" y="0"/>
          <a:chExt cx="0" cy="0"/>
        </a:xfrm>
      </p:grpSpPr>
      <p:grpSp>
        <p:nvGrpSpPr>
          <p:cNvPr id="982" name="Google Shape;982;p26"/>
          <p:cNvGrpSpPr/>
          <p:nvPr/>
        </p:nvGrpSpPr>
        <p:grpSpPr>
          <a:xfrm>
            <a:off x="10900" y="0"/>
            <a:ext cx="9142800" cy="5143500"/>
            <a:chOff x="10900" y="0"/>
            <a:chExt cx="9142800" cy="5143500"/>
          </a:xfrm>
        </p:grpSpPr>
        <p:cxnSp>
          <p:nvCxnSpPr>
            <p:cNvPr id="983" name="Google Shape;983;p26"/>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84" name="Google Shape;984;p26"/>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85" name="Google Shape;985;p26"/>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86" name="Google Shape;986;p26"/>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87" name="Google Shape;987;p26"/>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88" name="Google Shape;988;p26"/>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89" name="Google Shape;989;p26"/>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0" name="Google Shape;990;p26"/>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1" name="Google Shape;991;p26"/>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2" name="Google Shape;992;p26"/>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3" name="Google Shape;993;p26"/>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4" name="Google Shape;994;p26"/>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5" name="Google Shape;995;p26"/>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6" name="Google Shape;996;p26"/>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7" name="Google Shape;997;p26"/>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8" name="Google Shape;998;p26"/>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999" name="Google Shape;999;p26"/>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00" name="Google Shape;1000;p26"/>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01" name="Google Shape;1001;p26"/>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2" name="Google Shape;1002;p26"/>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3" name="Google Shape;1003;p26"/>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4" name="Google Shape;1004;p26"/>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5" name="Google Shape;1005;p26"/>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6" name="Google Shape;1006;p26"/>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7" name="Google Shape;1007;p26"/>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8" name="Google Shape;1008;p26"/>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09" name="Google Shape;1009;p26"/>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10" name="Google Shape;1010;p26"/>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1011" name="Google Shape;1011;p26"/>
          <p:cNvGrpSpPr/>
          <p:nvPr/>
        </p:nvGrpSpPr>
        <p:grpSpPr>
          <a:xfrm flipH="1">
            <a:off x="-44062" y="-749742"/>
            <a:ext cx="9384877" cy="6019445"/>
            <a:chOff x="-44062" y="-749742"/>
            <a:chExt cx="9384877" cy="6019445"/>
          </a:xfrm>
        </p:grpSpPr>
        <p:sp>
          <p:nvSpPr>
            <p:cNvPr id="1012" name="Google Shape;1012;p26"/>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6"/>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6"/>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6"/>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6"/>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6"/>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 name="Google Shape;1018;p26"/>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6"/>
          <p:cNvSpPr txBox="1"/>
          <p:nvPr>
            <p:ph type="title"/>
          </p:nvPr>
        </p:nvSpPr>
        <p:spPr>
          <a:xfrm>
            <a:off x="1424475" y="1682850"/>
            <a:ext cx="2803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20" name="Google Shape;1020;p26"/>
          <p:cNvSpPr txBox="1"/>
          <p:nvPr>
            <p:ph idx="1" type="subTitle"/>
          </p:nvPr>
        </p:nvSpPr>
        <p:spPr>
          <a:xfrm>
            <a:off x="1424475" y="2269375"/>
            <a:ext cx="2803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1" name="Google Shape;1021;p26"/>
          <p:cNvSpPr txBox="1"/>
          <p:nvPr>
            <p:ph idx="2" type="title"/>
          </p:nvPr>
        </p:nvSpPr>
        <p:spPr>
          <a:xfrm>
            <a:off x="5309650" y="1682850"/>
            <a:ext cx="2803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22" name="Google Shape;1022;p26"/>
          <p:cNvSpPr txBox="1"/>
          <p:nvPr>
            <p:ph idx="3" type="subTitle"/>
          </p:nvPr>
        </p:nvSpPr>
        <p:spPr>
          <a:xfrm>
            <a:off x="5309650" y="2269375"/>
            <a:ext cx="2803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3" name="Google Shape;1023;p26"/>
          <p:cNvSpPr txBox="1"/>
          <p:nvPr>
            <p:ph idx="4" type="title"/>
          </p:nvPr>
        </p:nvSpPr>
        <p:spPr>
          <a:xfrm>
            <a:off x="1424475" y="3268650"/>
            <a:ext cx="2803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24" name="Google Shape;1024;p26"/>
          <p:cNvSpPr txBox="1"/>
          <p:nvPr>
            <p:ph idx="5" type="subTitle"/>
          </p:nvPr>
        </p:nvSpPr>
        <p:spPr>
          <a:xfrm>
            <a:off x="1424475" y="3855175"/>
            <a:ext cx="2803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5" name="Google Shape;1025;p26"/>
          <p:cNvSpPr txBox="1"/>
          <p:nvPr>
            <p:ph idx="6" type="title"/>
          </p:nvPr>
        </p:nvSpPr>
        <p:spPr>
          <a:xfrm>
            <a:off x="5309650" y="3268650"/>
            <a:ext cx="2803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26" name="Google Shape;1026;p26"/>
          <p:cNvSpPr txBox="1"/>
          <p:nvPr>
            <p:ph idx="7" type="subTitle"/>
          </p:nvPr>
        </p:nvSpPr>
        <p:spPr>
          <a:xfrm>
            <a:off x="5309650" y="3855175"/>
            <a:ext cx="2803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7" name="Google Shape;1027;p26"/>
          <p:cNvSpPr txBox="1"/>
          <p:nvPr>
            <p:ph idx="8" type="title"/>
          </p:nvPr>
        </p:nvSpPr>
        <p:spPr>
          <a:xfrm>
            <a:off x="720000" y="805025"/>
            <a:ext cx="77040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28" name="Google Shape;1028;p26"/>
          <p:cNvSpPr/>
          <p:nvPr/>
        </p:nvSpPr>
        <p:spPr>
          <a:xfrm rot="10800000">
            <a:off x="8056863"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6"/>
          <p:cNvSpPr/>
          <p:nvPr/>
        </p:nvSpPr>
        <p:spPr>
          <a:xfrm rot="10800000">
            <a:off x="7810615"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030" name="Shape 1030"/>
        <p:cNvGrpSpPr/>
        <p:nvPr/>
      </p:nvGrpSpPr>
      <p:grpSpPr>
        <a:xfrm>
          <a:off x="0" y="0"/>
          <a:ext cx="0" cy="0"/>
          <a:chOff x="0" y="0"/>
          <a:chExt cx="0" cy="0"/>
        </a:xfrm>
      </p:grpSpPr>
      <p:grpSp>
        <p:nvGrpSpPr>
          <p:cNvPr id="1031" name="Google Shape;1031;p27"/>
          <p:cNvGrpSpPr/>
          <p:nvPr/>
        </p:nvGrpSpPr>
        <p:grpSpPr>
          <a:xfrm>
            <a:off x="10900" y="0"/>
            <a:ext cx="9142800" cy="5143500"/>
            <a:chOff x="10900" y="0"/>
            <a:chExt cx="9142800" cy="5143500"/>
          </a:xfrm>
        </p:grpSpPr>
        <p:cxnSp>
          <p:nvCxnSpPr>
            <p:cNvPr id="1032" name="Google Shape;1032;p27"/>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3" name="Google Shape;1033;p27"/>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4" name="Google Shape;1034;p27"/>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5" name="Google Shape;1035;p27"/>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6" name="Google Shape;1036;p27"/>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7" name="Google Shape;1037;p27"/>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8" name="Google Shape;1038;p27"/>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39" name="Google Shape;1039;p27"/>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0" name="Google Shape;1040;p27"/>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1" name="Google Shape;1041;p27"/>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2" name="Google Shape;1042;p27"/>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3" name="Google Shape;1043;p27"/>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4" name="Google Shape;1044;p27"/>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5" name="Google Shape;1045;p27"/>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6" name="Google Shape;1046;p27"/>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7" name="Google Shape;1047;p27"/>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8" name="Google Shape;1048;p27"/>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49" name="Google Shape;1049;p27"/>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50" name="Google Shape;1050;p27"/>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1" name="Google Shape;1051;p27"/>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2" name="Google Shape;1052;p27"/>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3" name="Google Shape;1053;p27"/>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4" name="Google Shape;1054;p27"/>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5" name="Google Shape;1055;p27"/>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6" name="Google Shape;1056;p27"/>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7" name="Google Shape;1057;p27"/>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8" name="Google Shape;1058;p27"/>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059" name="Google Shape;1059;p27"/>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1060" name="Google Shape;1060;p27"/>
          <p:cNvGrpSpPr/>
          <p:nvPr/>
        </p:nvGrpSpPr>
        <p:grpSpPr>
          <a:xfrm rot="10800000">
            <a:off x="-44062" y="-749742"/>
            <a:ext cx="9384877" cy="6019445"/>
            <a:chOff x="-44062" y="-749742"/>
            <a:chExt cx="9384877" cy="6019445"/>
          </a:xfrm>
        </p:grpSpPr>
        <p:sp>
          <p:nvSpPr>
            <p:cNvPr id="1061" name="Google Shape;1061;p27"/>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7"/>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7"/>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7"/>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7"/>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7"/>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 name="Google Shape;1067;p27"/>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7"/>
          <p:cNvSpPr txBox="1"/>
          <p:nvPr>
            <p:ph type="title"/>
          </p:nvPr>
        </p:nvSpPr>
        <p:spPr>
          <a:xfrm>
            <a:off x="720000" y="1803150"/>
            <a:ext cx="2305500" cy="40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69" name="Google Shape;1069;p27"/>
          <p:cNvSpPr txBox="1"/>
          <p:nvPr>
            <p:ph idx="1" type="subTitle"/>
          </p:nvPr>
        </p:nvSpPr>
        <p:spPr>
          <a:xfrm>
            <a:off x="720000"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0" name="Google Shape;1070;p27"/>
          <p:cNvSpPr txBox="1"/>
          <p:nvPr>
            <p:ph idx="2" type="title"/>
          </p:nvPr>
        </p:nvSpPr>
        <p:spPr>
          <a:xfrm>
            <a:off x="3419271" y="1803150"/>
            <a:ext cx="2305500" cy="40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71" name="Google Shape;1071;p27"/>
          <p:cNvSpPr txBox="1"/>
          <p:nvPr>
            <p:ph idx="3" type="subTitle"/>
          </p:nvPr>
        </p:nvSpPr>
        <p:spPr>
          <a:xfrm>
            <a:off x="3419269"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2" name="Google Shape;1072;p27"/>
          <p:cNvSpPr txBox="1"/>
          <p:nvPr>
            <p:ph idx="4" type="title"/>
          </p:nvPr>
        </p:nvSpPr>
        <p:spPr>
          <a:xfrm>
            <a:off x="720000" y="3236475"/>
            <a:ext cx="2305500" cy="40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73" name="Google Shape;1073;p27"/>
          <p:cNvSpPr txBox="1"/>
          <p:nvPr>
            <p:ph idx="5" type="subTitle"/>
          </p:nvPr>
        </p:nvSpPr>
        <p:spPr>
          <a:xfrm>
            <a:off x="720000" y="37027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4" name="Google Shape;1074;p27"/>
          <p:cNvSpPr txBox="1"/>
          <p:nvPr>
            <p:ph idx="6" type="title"/>
          </p:nvPr>
        </p:nvSpPr>
        <p:spPr>
          <a:xfrm>
            <a:off x="3419271" y="3236475"/>
            <a:ext cx="2305500" cy="40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75" name="Google Shape;1075;p27"/>
          <p:cNvSpPr txBox="1"/>
          <p:nvPr>
            <p:ph idx="7" type="subTitle"/>
          </p:nvPr>
        </p:nvSpPr>
        <p:spPr>
          <a:xfrm>
            <a:off x="3419269" y="37027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6" name="Google Shape;1076;p27"/>
          <p:cNvSpPr txBox="1"/>
          <p:nvPr>
            <p:ph idx="8" type="title"/>
          </p:nvPr>
        </p:nvSpPr>
        <p:spPr>
          <a:xfrm>
            <a:off x="6118549" y="1803150"/>
            <a:ext cx="2305500" cy="40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77" name="Google Shape;1077;p27"/>
          <p:cNvSpPr txBox="1"/>
          <p:nvPr>
            <p:ph idx="9" type="subTitle"/>
          </p:nvPr>
        </p:nvSpPr>
        <p:spPr>
          <a:xfrm>
            <a:off x="6118545"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8" name="Google Shape;1078;p27"/>
          <p:cNvSpPr txBox="1"/>
          <p:nvPr>
            <p:ph idx="13" type="title"/>
          </p:nvPr>
        </p:nvSpPr>
        <p:spPr>
          <a:xfrm>
            <a:off x="6118549" y="3236475"/>
            <a:ext cx="2305500" cy="40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latin typeface="Patrick Hand"/>
                <a:ea typeface="Patrick Hand"/>
                <a:cs typeface="Patrick Hand"/>
                <a:sym typeface="Patrick Hand"/>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79" name="Google Shape;1079;p27"/>
          <p:cNvSpPr txBox="1"/>
          <p:nvPr>
            <p:ph idx="14" type="subTitle"/>
          </p:nvPr>
        </p:nvSpPr>
        <p:spPr>
          <a:xfrm>
            <a:off x="6118545" y="37027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0" name="Google Shape;1080;p27"/>
          <p:cNvSpPr txBox="1"/>
          <p:nvPr>
            <p:ph idx="15" type="title"/>
          </p:nvPr>
        </p:nvSpPr>
        <p:spPr>
          <a:xfrm>
            <a:off x="720000" y="805025"/>
            <a:ext cx="77040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600">
                <a:latin typeface="Patrick Hand"/>
                <a:ea typeface="Patrick Hand"/>
                <a:cs typeface="Patrick Hand"/>
                <a:sym typeface="Patrick Hand"/>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81" name="Google Shape;1081;p27"/>
          <p:cNvSpPr/>
          <p:nvPr/>
        </p:nvSpPr>
        <p:spPr>
          <a:xfrm>
            <a:off x="8492534" y="3167971"/>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7"/>
          <p:cNvSpPr/>
          <p:nvPr/>
        </p:nvSpPr>
        <p:spPr>
          <a:xfrm>
            <a:off x="79338" y="18907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7"/>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084" name="Shape 1084"/>
        <p:cNvGrpSpPr/>
        <p:nvPr/>
      </p:nvGrpSpPr>
      <p:grpSpPr>
        <a:xfrm>
          <a:off x="0" y="0"/>
          <a:ext cx="0" cy="0"/>
          <a:chOff x="0" y="0"/>
          <a:chExt cx="0" cy="0"/>
        </a:xfrm>
      </p:grpSpPr>
      <p:grpSp>
        <p:nvGrpSpPr>
          <p:cNvPr id="1085" name="Google Shape;1085;p28"/>
          <p:cNvGrpSpPr/>
          <p:nvPr/>
        </p:nvGrpSpPr>
        <p:grpSpPr>
          <a:xfrm>
            <a:off x="10900" y="0"/>
            <a:ext cx="9142800" cy="5143500"/>
            <a:chOff x="10900" y="0"/>
            <a:chExt cx="9142800" cy="5143500"/>
          </a:xfrm>
        </p:grpSpPr>
        <p:cxnSp>
          <p:nvCxnSpPr>
            <p:cNvPr id="1086" name="Google Shape;1086;p28"/>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87" name="Google Shape;1087;p28"/>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88" name="Google Shape;1088;p28"/>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89" name="Google Shape;1089;p28"/>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0" name="Google Shape;1090;p28"/>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1" name="Google Shape;1091;p28"/>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2" name="Google Shape;1092;p28"/>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3" name="Google Shape;1093;p28"/>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4" name="Google Shape;1094;p28"/>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5" name="Google Shape;1095;p28"/>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6" name="Google Shape;1096;p28"/>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7" name="Google Shape;1097;p28"/>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8" name="Google Shape;1098;p28"/>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099" name="Google Shape;1099;p28"/>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00" name="Google Shape;1100;p28"/>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01" name="Google Shape;1101;p28"/>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02" name="Google Shape;1102;p28"/>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03" name="Google Shape;1103;p28"/>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04" name="Google Shape;1104;p28"/>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05" name="Google Shape;1105;p28"/>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06" name="Google Shape;1106;p28"/>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07" name="Google Shape;1107;p28"/>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08" name="Google Shape;1108;p28"/>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09" name="Google Shape;1109;p28"/>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10" name="Google Shape;1110;p28"/>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11" name="Google Shape;1111;p28"/>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12" name="Google Shape;1112;p28"/>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13" name="Google Shape;1113;p28"/>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1114" name="Google Shape;1114;p28"/>
          <p:cNvGrpSpPr/>
          <p:nvPr/>
        </p:nvGrpSpPr>
        <p:grpSpPr>
          <a:xfrm>
            <a:off x="-44062" y="-749742"/>
            <a:ext cx="9384877" cy="6019445"/>
            <a:chOff x="-44062" y="-749742"/>
            <a:chExt cx="9384877" cy="6019445"/>
          </a:xfrm>
        </p:grpSpPr>
        <p:sp>
          <p:nvSpPr>
            <p:cNvPr id="1115" name="Google Shape;1115;p28"/>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8"/>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8"/>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8"/>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8"/>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8"/>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 name="Google Shape;1121;p28"/>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8"/>
          <p:cNvSpPr txBox="1"/>
          <p:nvPr>
            <p:ph hasCustomPrompt="1" type="title"/>
          </p:nvPr>
        </p:nvSpPr>
        <p:spPr>
          <a:xfrm>
            <a:off x="2316750" y="879675"/>
            <a:ext cx="4510500" cy="717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1" sz="5000">
                <a:latin typeface="Patrick Hand"/>
                <a:ea typeface="Patrick Hand"/>
                <a:cs typeface="Patrick Hand"/>
                <a:sym typeface="Patrick Hand"/>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23" name="Google Shape;1123;p28"/>
          <p:cNvSpPr txBox="1"/>
          <p:nvPr>
            <p:ph idx="1" type="subTitle"/>
          </p:nvPr>
        </p:nvSpPr>
        <p:spPr>
          <a:xfrm>
            <a:off x="2316750" y="1474627"/>
            <a:ext cx="45105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4" name="Google Shape;1124;p28"/>
          <p:cNvSpPr txBox="1"/>
          <p:nvPr>
            <p:ph hasCustomPrompt="1" idx="2" type="title"/>
          </p:nvPr>
        </p:nvSpPr>
        <p:spPr>
          <a:xfrm>
            <a:off x="2316750" y="2107153"/>
            <a:ext cx="4510500" cy="717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1" sz="5000">
                <a:latin typeface="Patrick Hand"/>
                <a:ea typeface="Patrick Hand"/>
                <a:cs typeface="Patrick Hand"/>
                <a:sym typeface="Patrick Hand"/>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25" name="Google Shape;1125;p28"/>
          <p:cNvSpPr txBox="1"/>
          <p:nvPr>
            <p:ph idx="3" type="subTitle"/>
          </p:nvPr>
        </p:nvSpPr>
        <p:spPr>
          <a:xfrm>
            <a:off x="2316750" y="2702170"/>
            <a:ext cx="45105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6" name="Google Shape;1126;p28"/>
          <p:cNvSpPr txBox="1"/>
          <p:nvPr>
            <p:ph hasCustomPrompt="1" idx="4" type="title"/>
          </p:nvPr>
        </p:nvSpPr>
        <p:spPr>
          <a:xfrm>
            <a:off x="2316750" y="3334708"/>
            <a:ext cx="4510500" cy="717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1" sz="5000">
                <a:latin typeface="Patrick Hand"/>
                <a:ea typeface="Patrick Hand"/>
                <a:cs typeface="Patrick Hand"/>
                <a:sym typeface="Patrick Hand"/>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27" name="Google Shape;1127;p28"/>
          <p:cNvSpPr txBox="1"/>
          <p:nvPr>
            <p:ph idx="5" type="subTitle"/>
          </p:nvPr>
        </p:nvSpPr>
        <p:spPr>
          <a:xfrm>
            <a:off x="2316750" y="3929725"/>
            <a:ext cx="45105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8" name="Google Shape;1128;p28"/>
          <p:cNvSpPr/>
          <p:nvPr/>
        </p:nvSpPr>
        <p:spPr>
          <a:xfrm>
            <a:off x="8032959"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8"/>
          <p:cNvSpPr/>
          <p:nvPr/>
        </p:nvSpPr>
        <p:spPr>
          <a:xfrm>
            <a:off x="194988"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8"/>
          <p:cNvSpPr/>
          <p:nvPr/>
        </p:nvSpPr>
        <p:spPr>
          <a:xfrm>
            <a:off x="715108"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1131" name="Shape 1131"/>
        <p:cNvGrpSpPr/>
        <p:nvPr/>
      </p:nvGrpSpPr>
      <p:grpSpPr>
        <a:xfrm>
          <a:off x="0" y="0"/>
          <a:ext cx="0" cy="0"/>
          <a:chOff x="0" y="0"/>
          <a:chExt cx="0" cy="0"/>
        </a:xfrm>
      </p:grpSpPr>
      <p:grpSp>
        <p:nvGrpSpPr>
          <p:cNvPr id="1132" name="Google Shape;1132;p29"/>
          <p:cNvGrpSpPr/>
          <p:nvPr/>
        </p:nvGrpSpPr>
        <p:grpSpPr>
          <a:xfrm>
            <a:off x="10900" y="0"/>
            <a:ext cx="9142800" cy="5143500"/>
            <a:chOff x="10900" y="0"/>
            <a:chExt cx="9142800" cy="5143500"/>
          </a:xfrm>
        </p:grpSpPr>
        <p:cxnSp>
          <p:nvCxnSpPr>
            <p:cNvPr id="1133" name="Google Shape;1133;p29"/>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34" name="Google Shape;1134;p29"/>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35" name="Google Shape;1135;p29"/>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36" name="Google Shape;1136;p29"/>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37" name="Google Shape;1137;p29"/>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38" name="Google Shape;1138;p29"/>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39" name="Google Shape;1139;p29"/>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0" name="Google Shape;1140;p29"/>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1" name="Google Shape;1141;p29"/>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2" name="Google Shape;1142;p29"/>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3" name="Google Shape;1143;p29"/>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4" name="Google Shape;1144;p29"/>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5" name="Google Shape;1145;p29"/>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6" name="Google Shape;1146;p29"/>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7" name="Google Shape;1147;p29"/>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8" name="Google Shape;1148;p29"/>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49" name="Google Shape;1149;p29"/>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50" name="Google Shape;1150;p29"/>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51" name="Google Shape;1151;p29"/>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2" name="Google Shape;1152;p29"/>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3" name="Google Shape;1153;p29"/>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4" name="Google Shape;1154;p29"/>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5" name="Google Shape;1155;p29"/>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6" name="Google Shape;1156;p29"/>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7" name="Google Shape;1157;p29"/>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8" name="Google Shape;1158;p29"/>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59" name="Google Shape;1159;p29"/>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160" name="Google Shape;1160;p29"/>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1161" name="Google Shape;1161;p29"/>
          <p:cNvGrpSpPr/>
          <p:nvPr/>
        </p:nvGrpSpPr>
        <p:grpSpPr>
          <a:xfrm flipH="1">
            <a:off x="-44062" y="-749742"/>
            <a:ext cx="9384877" cy="6019445"/>
            <a:chOff x="-44062" y="-749742"/>
            <a:chExt cx="9384877" cy="6019445"/>
          </a:xfrm>
        </p:grpSpPr>
        <p:sp>
          <p:nvSpPr>
            <p:cNvPr id="1162" name="Google Shape;1162;p29"/>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9"/>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9"/>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9"/>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9"/>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9"/>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 name="Google Shape;1168;p29"/>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9"/>
          <p:cNvSpPr txBox="1"/>
          <p:nvPr>
            <p:ph type="title"/>
          </p:nvPr>
        </p:nvSpPr>
        <p:spPr>
          <a:xfrm>
            <a:off x="3465387" y="3316275"/>
            <a:ext cx="2213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b="1" sz="2200">
                <a:latin typeface="Patrick Hand"/>
                <a:ea typeface="Patrick Hand"/>
                <a:cs typeface="Patrick Hand"/>
                <a:sym typeface="Patrick Hand"/>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1170" name="Google Shape;1170;p29"/>
          <p:cNvSpPr txBox="1"/>
          <p:nvPr/>
        </p:nvSpPr>
        <p:spPr>
          <a:xfrm>
            <a:off x="1042162" y="3184750"/>
            <a:ext cx="21813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rgbClr val="D25A56"/>
              </a:solidFill>
              <a:latin typeface="Fredoka One"/>
              <a:ea typeface="Fredoka One"/>
              <a:cs typeface="Fredoka One"/>
              <a:sym typeface="Fredoka One"/>
            </a:endParaRPr>
          </a:p>
        </p:txBody>
      </p:sp>
      <p:sp>
        <p:nvSpPr>
          <p:cNvPr id="1171" name="Google Shape;1171;p29"/>
          <p:cNvSpPr txBox="1"/>
          <p:nvPr>
            <p:ph idx="2" type="title"/>
          </p:nvPr>
        </p:nvSpPr>
        <p:spPr>
          <a:xfrm>
            <a:off x="997138" y="3316275"/>
            <a:ext cx="2213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b="1" sz="2200">
                <a:latin typeface="Patrick Hand"/>
                <a:ea typeface="Patrick Hand"/>
                <a:cs typeface="Patrick Hand"/>
                <a:sym typeface="Patrick Hand"/>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1172" name="Google Shape;1172;p29"/>
          <p:cNvSpPr txBox="1"/>
          <p:nvPr>
            <p:ph idx="3" type="title"/>
          </p:nvPr>
        </p:nvSpPr>
        <p:spPr>
          <a:xfrm>
            <a:off x="5933463" y="3316275"/>
            <a:ext cx="2213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b="1" sz="2200">
                <a:latin typeface="Patrick Hand"/>
                <a:ea typeface="Patrick Hand"/>
                <a:cs typeface="Patrick Hand"/>
                <a:sym typeface="Patrick Hand"/>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1173" name="Google Shape;1173;p29"/>
          <p:cNvSpPr txBox="1"/>
          <p:nvPr>
            <p:ph idx="1" type="subTitle"/>
          </p:nvPr>
        </p:nvSpPr>
        <p:spPr>
          <a:xfrm>
            <a:off x="997138" y="3804675"/>
            <a:ext cx="22134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174" name="Google Shape;1174;p29"/>
          <p:cNvSpPr txBox="1"/>
          <p:nvPr>
            <p:ph idx="4" type="subTitle"/>
          </p:nvPr>
        </p:nvSpPr>
        <p:spPr>
          <a:xfrm>
            <a:off x="3465387" y="3804675"/>
            <a:ext cx="22134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175" name="Google Shape;1175;p29"/>
          <p:cNvSpPr txBox="1"/>
          <p:nvPr>
            <p:ph idx="5" type="subTitle"/>
          </p:nvPr>
        </p:nvSpPr>
        <p:spPr>
          <a:xfrm>
            <a:off x="5933463" y="3804675"/>
            <a:ext cx="2213400" cy="59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latin typeface="Barlow Medium"/>
                <a:ea typeface="Barlow Medium"/>
                <a:cs typeface="Barlow Medium"/>
                <a:sym typeface="Barlow Medium"/>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176" name="Google Shape;1176;p29"/>
          <p:cNvSpPr txBox="1"/>
          <p:nvPr>
            <p:ph hasCustomPrompt="1" idx="6" type="title"/>
          </p:nvPr>
        </p:nvSpPr>
        <p:spPr>
          <a:xfrm>
            <a:off x="1494538" y="1532800"/>
            <a:ext cx="12186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b="1" sz="4000">
                <a:latin typeface="Patrick Hand"/>
                <a:ea typeface="Patrick Hand"/>
                <a:cs typeface="Patrick Hand"/>
                <a:sym typeface="Patrick Hand"/>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77" name="Google Shape;1177;p29"/>
          <p:cNvSpPr txBox="1"/>
          <p:nvPr>
            <p:ph hasCustomPrompt="1" idx="7" type="title"/>
          </p:nvPr>
        </p:nvSpPr>
        <p:spPr>
          <a:xfrm>
            <a:off x="3962787" y="1532800"/>
            <a:ext cx="12186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b="1" sz="4000">
                <a:latin typeface="Patrick Hand"/>
                <a:ea typeface="Patrick Hand"/>
                <a:cs typeface="Patrick Hand"/>
                <a:sym typeface="Patrick Hand"/>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78" name="Google Shape;1178;p29"/>
          <p:cNvSpPr txBox="1"/>
          <p:nvPr>
            <p:ph hasCustomPrompt="1" idx="8" type="title"/>
          </p:nvPr>
        </p:nvSpPr>
        <p:spPr>
          <a:xfrm>
            <a:off x="6430863" y="1532800"/>
            <a:ext cx="12186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b="1" sz="4000">
                <a:latin typeface="Patrick Hand"/>
                <a:ea typeface="Patrick Hand"/>
                <a:cs typeface="Patrick Hand"/>
                <a:sym typeface="Patrick Hand"/>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79" name="Google Shape;1179;p29"/>
          <p:cNvSpPr txBox="1"/>
          <p:nvPr>
            <p:ph idx="9" type="title"/>
          </p:nvPr>
        </p:nvSpPr>
        <p:spPr>
          <a:xfrm>
            <a:off x="728375" y="807175"/>
            <a:ext cx="76872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700"/>
              <a:buNone/>
              <a:defRPr b="1" sz="3600">
                <a:latin typeface="Patrick Hand"/>
                <a:ea typeface="Patrick Hand"/>
                <a:cs typeface="Patrick Hand"/>
                <a:sym typeface="Patrick Hand"/>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1180" name="Google Shape;1180;p29"/>
          <p:cNvSpPr/>
          <p:nvPr/>
        </p:nvSpPr>
        <p:spPr>
          <a:xfrm flipH="1" rot="10800000">
            <a:off x="8032959" y="730363"/>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9"/>
          <p:cNvSpPr/>
          <p:nvPr/>
        </p:nvSpPr>
        <p:spPr>
          <a:xfrm flipH="1" rot="10800000">
            <a:off x="194988" y="4410687"/>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9"/>
          <p:cNvSpPr/>
          <p:nvPr/>
        </p:nvSpPr>
        <p:spPr>
          <a:xfrm flipH="1" rot="10800000">
            <a:off x="715108"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183" name="Shape 1183"/>
        <p:cNvGrpSpPr/>
        <p:nvPr/>
      </p:nvGrpSpPr>
      <p:grpSpPr>
        <a:xfrm>
          <a:off x="0" y="0"/>
          <a:ext cx="0" cy="0"/>
          <a:chOff x="0" y="0"/>
          <a:chExt cx="0" cy="0"/>
        </a:xfrm>
      </p:grpSpPr>
      <p:grpSp>
        <p:nvGrpSpPr>
          <p:cNvPr id="1184" name="Google Shape;1184;p30"/>
          <p:cNvGrpSpPr/>
          <p:nvPr/>
        </p:nvGrpSpPr>
        <p:grpSpPr>
          <a:xfrm>
            <a:off x="10900" y="0"/>
            <a:ext cx="9142800" cy="5143500"/>
            <a:chOff x="10900" y="0"/>
            <a:chExt cx="9142800" cy="5143500"/>
          </a:xfrm>
        </p:grpSpPr>
        <p:cxnSp>
          <p:nvCxnSpPr>
            <p:cNvPr id="1185" name="Google Shape;1185;p30"/>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86" name="Google Shape;1186;p30"/>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87" name="Google Shape;1187;p30"/>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88" name="Google Shape;1188;p30"/>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89" name="Google Shape;1189;p30"/>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0" name="Google Shape;1190;p30"/>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1" name="Google Shape;1191;p30"/>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2" name="Google Shape;1192;p30"/>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3" name="Google Shape;1193;p30"/>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4" name="Google Shape;1194;p30"/>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5" name="Google Shape;1195;p30"/>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6" name="Google Shape;1196;p30"/>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7" name="Google Shape;1197;p30"/>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8" name="Google Shape;1198;p30"/>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199" name="Google Shape;1199;p30"/>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00" name="Google Shape;1200;p30"/>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01" name="Google Shape;1201;p30"/>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02" name="Google Shape;1202;p30"/>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03" name="Google Shape;1203;p30"/>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04" name="Google Shape;1204;p30"/>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05" name="Google Shape;1205;p30"/>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06" name="Google Shape;1206;p30"/>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07" name="Google Shape;1207;p30"/>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08" name="Google Shape;1208;p30"/>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09" name="Google Shape;1209;p30"/>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10" name="Google Shape;1210;p30"/>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11" name="Google Shape;1211;p30"/>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12" name="Google Shape;1212;p30"/>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grpSp>
        <p:nvGrpSpPr>
          <p:cNvPr id="1213" name="Google Shape;1213;p30"/>
          <p:cNvGrpSpPr/>
          <p:nvPr/>
        </p:nvGrpSpPr>
        <p:grpSpPr>
          <a:xfrm rot="10800000">
            <a:off x="-44062" y="-749742"/>
            <a:ext cx="9384877" cy="6019445"/>
            <a:chOff x="-44062" y="-749742"/>
            <a:chExt cx="9384877" cy="6019445"/>
          </a:xfrm>
        </p:grpSpPr>
        <p:sp>
          <p:nvSpPr>
            <p:cNvPr id="1214" name="Google Shape;1214;p30"/>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0"/>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rgbClr val="DE80D7"/>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0"/>
            <p:cNvSpPr/>
            <p:nvPr/>
          </p:nvSpPr>
          <p:spPr>
            <a:xfrm>
              <a:off x="715099" y="-749742"/>
              <a:ext cx="748453" cy="1751944"/>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0"/>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0"/>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0"/>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 name="Google Shape;1220;p30"/>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0"/>
          <p:cNvSpPr txBox="1"/>
          <p:nvPr>
            <p:ph type="ctrTitle"/>
          </p:nvPr>
        </p:nvSpPr>
        <p:spPr>
          <a:xfrm>
            <a:off x="2429950" y="883375"/>
            <a:ext cx="4284000" cy="86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b="1" sz="7000">
                <a:latin typeface="Patrick Hand"/>
                <a:ea typeface="Patrick Hand"/>
                <a:cs typeface="Patrick Hand"/>
                <a:sym typeface="Patrick Hand"/>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222" name="Google Shape;1222;p30"/>
          <p:cNvSpPr txBox="1"/>
          <p:nvPr>
            <p:ph idx="1" type="subTitle"/>
          </p:nvPr>
        </p:nvSpPr>
        <p:spPr>
          <a:xfrm>
            <a:off x="2425075" y="1856950"/>
            <a:ext cx="4293900" cy="107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223" name="Google Shape;1223;p30"/>
          <p:cNvSpPr txBox="1"/>
          <p:nvPr/>
        </p:nvSpPr>
        <p:spPr>
          <a:xfrm>
            <a:off x="2685600" y="3980950"/>
            <a:ext cx="3772800" cy="390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1000">
                <a:solidFill>
                  <a:schemeClr val="dk2"/>
                </a:solidFill>
                <a:latin typeface="Barlow Medium"/>
                <a:ea typeface="Barlow Medium"/>
                <a:cs typeface="Barlow Medium"/>
                <a:sym typeface="Barlow Medium"/>
              </a:rPr>
              <a:t>CREDITS: This presentation template was created by </a:t>
            </a:r>
            <a:r>
              <a:rPr b="1" lang="en" sz="1000">
                <a:solidFill>
                  <a:schemeClr val="dk2"/>
                </a:solidFill>
                <a:uFill>
                  <a:noFill/>
                </a:uFill>
                <a:latin typeface="Barlow"/>
                <a:ea typeface="Barlow"/>
                <a:cs typeface="Barlow"/>
                <a:sym typeface="Barlow"/>
                <a:hlinkClick r:id="rId2">
                  <a:extLst>
                    <a:ext uri="{A12FA001-AC4F-418D-AE19-62706E023703}">
                      <ahyp:hlinkClr val="tx"/>
                    </a:ext>
                  </a:extLst>
                </a:hlinkClick>
              </a:rPr>
              <a:t>Slidesgo</a:t>
            </a:r>
            <a:r>
              <a:rPr lang="en" sz="1000">
                <a:solidFill>
                  <a:schemeClr val="dk2"/>
                </a:solidFill>
                <a:latin typeface="Barlow Medium"/>
                <a:ea typeface="Barlow Medium"/>
                <a:cs typeface="Barlow Medium"/>
                <a:sym typeface="Barlow Medium"/>
              </a:rPr>
              <a:t>, including icons by </a:t>
            </a:r>
            <a:r>
              <a:rPr b="1" lang="en" sz="1000">
                <a:solidFill>
                  <a:schemeClr val="dk2"/>
                </a:solidFill>
                <a:uFill>
                  <a:noFill/>
                </a:uFill>
                <a:latin typeface="Barlow"/>
                <a:ea typeface="Barlow"/>
                <a:cs typeface="Barlow"/>
                <a:sym typeface="Barlow"/>
                <a:hlinkClick r:id="rId3">
                  <a:extLst>
                    <a:ext uri="{A12FA001-AC4F-418D-AE19-62706E023703}">
                      <ahyp:hlinkClr val="tx"/>
                    </a:ext>
                  </a:extLst>
                </a:hlinkClick>
              </a:rPr>
              <a:t>Flaticon</a:t>
            </a:r>
            <a:r>
              <a:rPr lang="en" sz="1000">
                <a:solidFill>
                  <a:schemeClr val="dk2"/>
                </a:solidFill>
                <a:latin typeface="Barlow Medium"/>
                <a:ea typeface="Barlow Medium"/>
                <a:cs typeface="Barlow Medium"/>
                <a:sym typeface="Barlow Medium"/>
              </a:rPr>
              <a:t> and infographics &amp; images by </a:t>
            </a:r>
            <a:r>
              <a:rPr b="1" lang="en" sz="1000">
                <a:solidFill>
                  <a:schemeClr val="dk2"/>
                </a:solidFill>
                <a:uFill>
                  <a:noFill/>
                </a:uFill>
                <a:latin typeface="Barlow"/>
                <a:ea typeface="Barlow"/>
                <a:cs typeface="Barlow"/>
                <a:sym typeface="Barlow"/>
                <a:hlinkClick r:id="rId4">
                  <a:extLst>
                    <a:ext uri="{A12FA001-AC4F-418D-AE19-62706E023703}">
                      <ahyp:hlinkClr val="tx"/>
                    </a:ext>
                  </a:extLst>
                </a:hlinkClick>
              </a:rPr>
              <a:t>Freepik</a:t>
            </a:r>
            <a:endParaRPr b="1" sz="1000">
              <a:solidFill>
                <a:schemeClr val="dk2"/>
              </a:solidFill>
              <a:latin typeface="Barlow"/>
              <a:ea typeface="Barlow"/>
              <a:cs typeface="Barlow"/>
              <a:sym typeface="Barlow"/>
            </a:endParaRPr>
          </a:p>
        </p:txBody>
      </p:sp>
      <p:sp>
        <p:nvSpPr>
          <p:cNvPr id="1224" name="Google Shape;1224;p30"/>
          <p:cNvSpPr/>
          <p:nvPr/>
        </p:nvSpPr>
        <p:spPr>
          <a:xfrm flipH="1">
            <a:off x="194988" y="4096946"/>
            <a:ext cx="544006" cy="934791"/>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0"/>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0"/>
          <p:cNvSpPr/>
          <p:nvPr/>
        </p:nvSpPr>
        <p:spPr>
          <a:xfrm flipH="1">
            <a:off x="7810615" y="4449438"/>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lt1"/>
        </a:solidFill>
      </p:bgPr>
    </p:bg>
    <p:spTree>
      <p:nvGrpSpPr>
        <p:cNvPr id="1227" name="Shape 1227"/>
        <p:cNvGrpSpPr/>
        <p:nvPr/>
      </p:nvGrpSpPr>
      <p:grpSpPr>
        <a:xfrm>
          <a:off x="0" y="0"/>
          <a:ext cx="0" cy="0"/>
          <a:chOff x="0" y="0"/>
          <a:chExt cx="0" cy="0"/>
        </a:xfrm>
      </p:grpSpPr>
      <p:grpSp>
        <p:nvGrpSpPr>
          <p:cNvPr id="1228" name="Google Shape;1228;p31"/>
          <p:cNvGrpSpPr/>
          <p:nvPr/>
        </p:nvGrpSpPr>
        <p:grpSpPr>
          <a:xfrm>
            <a:off x="10900" y="0"/>
            <a:ext cx="9142800" cy="5143500"/>
            <a:chOff x="10900" y="0"/>
            <a:chExt cx="9142800" cy="5143500"/>
          </a:xfrm>
        </p:grpSpPr>
        <p:cxnSp>
          <p:nvCxnSpPr>
            <p:cNvPr id="1229" name="Google Shape;1229;p31"/>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0" name="Google Shape;1230;p31"/>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1" name="Google Shape;1231;p31"/>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2" name="Google Shape;1232;p31"/>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3" name="Google Shape;1233;p31"/>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4" name="Google Shape;1234;p31"/>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5" name="Google Shape;1235;p31"/>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6" name="Google Shape;1236;p31"/>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7" name="Google Shape;1237;p31"/>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8" name="Google Shape;1238;p31"/>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39" name="Google Shape;1239;p31"/>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0" name="Google Shape;1240;p31"/>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1" name="Google Shape;1241;p31"/>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2" name="Google Shape;1242;p31"/>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3" name="Google Shape;1243;p31"/>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4" name="Google Shape;1244;p31"/>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5" name="Google Shape;1245;p31"/>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6" name="Google Shape;1246;p31"/>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47" name="Google Shape;1247;p31"/>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48" name="Google Shape;1248;p31"/>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49" name="Google Shape;1249;p31"/>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50" name="Google Shape;1250;p31"/>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51" name="Google Shape;1251;p31"/>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52" name="Google Shape;1252;p31"/>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53" name="Google Shape;1253;p31"/>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54" name="Google Shape;1254;p31"/>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55" name="Google Shape;1255;p31"/>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56" name="Google Shape;1256;p31"/>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sp>
        <p:nvSpPr>
          <p:cNvPr id="1257" name="Google Shape;1257;p31"/>
          <p:cNvSpPr/>
          <p:nvPr/>
        </p:nvSpPr>
        <p:spPr>
          <a:xfrm>
            <a:off x="165315" y="2970308"/>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1"/>
          <p:cNvSpPr/>
          <p:nvPr/>
        </p:nvSpPr>
        <p:spPr>
          <a:xfrm>
            <a:off x="-44062" y="3571652"/>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1"/>
          <p:cNvSpPr/>
          <p:nvPr/>
        </p:nvSpPr>
        <p:spPr>
          <a:xfrm rot="4240344">
            <a:off x="715076" y="-583501"/>
            <a:ext cx="748466" cy="1751975"/>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1"/>
          <p:cNvSpPr/>
          <p:nvPr/>
        </p:nvSpPr>
        <p:spPr>
          <a:xfrm rot="-2225305">
            <a:off x="8513182" y="374580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1"/>
          <p:cNvSpPr/>
          <p:nvPr/>
        </p:nvSpPr>
        <p:spPr>
          <a:xfrm>
            <a:off x="8054827" y="-79728"/>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1"/>
          <p:cNvSpPr/>
          <p:nvPr/>
        </p:nvSpPr>
        <p:spPr>
          <a:xfrm>
            <a:off x="8877766" y="31338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1"/>
          <p:cNvSpPr/>
          <p:nvPr/>
        </p:nvSpPr>
        <p:spPr>
          <a:xfrm>
            <a:off x="-112759" y="1281602"/>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1"/>
          <p:cNvSpPr/>
          <p:nvPr/>
        </p:nvSpPr>
        <p:spPr>
          <a:xfrm rot="-2225305">
            <a:off x="8513182" y="113934"/>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1"/>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1"/>
          <p:cNvSpPr/>
          <p:nvPr/>
        </p:nvSpPr>
        <p:spPr>
          <a:xfrm flipH="1" rot="2114296">
            <a:off x="5798111" y="67620"/>
            <a:ext cx="543992" cy="934767"/>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1"/>
          <p:cNvSpPr/>
          <p:nvPr/>
        </p:nvSpPr>
        <p:spPr>
          <a:xfrm flipH="1">
            <a:off x="8056863" y="730363"/>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1"/>
          <p:cNvSpPr/>
          <p:nvPr/>
        </p:nvSpPr>
        <p:spPr>
          <a:xfrm flipH="1">
            <a:off x="7881940" y="4356613"/>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1"/>
          <p:cNvSpPr/>
          <p:nvPr/>
        </p:nvSpPr>
        <p:spPr>
          <a:xfrm flipH="1" rot="5626181">
            <a:off x="1833758" y="4191374"/>
            <a:ext cx="544009" cy="934798"/>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lt1"/>
        </a:solidFill>
      </p:bgPr>
    </p:bg>
    <p:spTree>
      <p:nvGrpSpPr>
        <p:cNvPr id="1270" name="Shape 1270"/>
        <p:cNvGrpSpPr/>
        <p:nvPr/>
      </p:nvGrpSpPr>
      <p:grpSpPr>
        <a:xfrm>
          <a:off x="0" y="0"/>
          <a:ext cx="0" cy="0"/>
          <a:chOff x="0" y="0"/>
          <a:chExt cx="0" cy="0"/>
        </a:xfrm>
      </p:grpSpPr>
      <p:grpSp>
        <p:nvGrpSpPr>
          <p:cNvPr id="1271" name="Google Shape;1271;p32"/>
          <p:cNvGrpSpPr/>
          <p:nvPr/>
        </p:nvGrpSpPr>
        <p:grpSpPr>
          <a:xfrm rot="10800000">
            <a:off x="32318" y="-11277"/>
            <a:ext cx="9142800" cy="5143500"/>
            <a:chOff x="10900" y="0"/>
            <a:chExt cx="9142800" cy="5143500"/>
          </a:xfrm>
        </p:grpSpPr>
        <p:cxnSp>
          <p:nvCxnSpPr>
            <p:cNvPr id="1272" name="Google Shape;1272;p32"/>
            <p:cNvCxnSpPr/>
            <p:nvPr/>
          </p:nvCxnSpPr>
          <p:spPr>
            <a:xfrm>
              <a:off x="45767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73" name="Google Shape;1273;p32"/>
            <p:cNvCxnSpPr/>
            <p:nvPr/>
          </p:nvCxnSpPr>
          <p:spPr>
            <a:xfrm>
              <a:off x="578761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74" name="Google Shape;1274;p32"/>
            <p:cNvCxnSpPr/>
            <p:nvPr/>
          </p:nvCxnSpPr>
          <p:spPr>
            <a:xfrm>
              <a:off x="627215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75" name="Google Shape;1275;p32"/>
            <p:cNvCxnSpPr/>
            <p:nvPr/>
          </p:nvCxnSpPr>
          <p:spPr>
            <a:xfrm>
              <a:off x="675669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76" name="Google Shape;1276;p32"/>
            <p:cNvCxnSpPr/>
            <p:nvPr/>
          </p:nvCxnSpPr>
          <p:spPr>
            <a:xfrm>
              <a:off x="724123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77" name="Google Shape;1277;p32"/>
            <p:cNvCxnSpPr/>
            <p:nvPr/>
          </p:nvCxnSpPr>
          <p:spPr>
            <a:xfrm>
              <a:off x="7725771"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78" name="Google Shape;1278;p32"/>
            <p:cNvCxnSpPr/>
            <p:nvPr/>
          </p:nvCxnSpPr>
          <p:spPr>
            <a:xfrm>
              <a:off x="821031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79" name="Google Shape;1279;p32"/>
            <p:cNvCxnSpPr/>
            <p:nvPr/>
          </p:nvCxnSpPr>
          <p:spPr>
            <a:xfrm>
              <a:off x="8694850"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0" name="Google Shape;1280;p32"/>
            <p:cNvCxnSpPr/>
            <p:nvPr/>
          </p:nvCxnSpPr>
          <p:spPr>
            <a:xfrm>
              <a:off x="942215"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1" name="Google Shape;1281;p32"/>
            <p:cNvCxnSpPr/>
            <p:nvPr/>
          </p:nvCxnSpPr>
          <p:spPr>
            <a:xfrm>
              <a:off x="142675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2" name="Google Shape;1282;p32"/>
            <p:cNvCxnSpPr/>
            <p:nvPr/>
          </p:nvCxnSpPr>
          <p:spPr>
            <a:xfrm>
              <a:off x="191129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3" name="Google Shape;1283;p32"/>
            <p:cNvCxnSpPr/>
            <p:nvPr/>
          </p:nvCxnSpPr>
          <p:spPr>
            <a:xfrm>
              <a:off x="239583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4" name="Google Shape;1284;p32"/>
            <p:cNvCxnSpPr/>
            <p:nvPr/>
          </p:nvCxnSpPr>
          <p:spPr>
            <a:xfrm>
              <a:off x="2880374"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5" name="Google Shape;1285;p32"/>
            <p:cNvCxnSpPr/>
            <p:nvPr/>
          </p:nvCxnSpPr>
          <p:spPr>
            <a:xfrm>
              <a:off x="336491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6" name="Google Shape;1286;p32"/>
            <p:cNvCxnSpPr/>
            <p:nvPr/>
          </p:nvCxnSpPr>
          <p:spPr>
            <a:xfrm>
              <a:off x="384945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7" name="Google Shape;1287;p32"/>
            <p:cNvCxnSpPr/>
            <p:nvPr/>
          </p:nvCxnSpPr>
          <p:spPr>
            <a:xfrm>
              <a:off x="4333993"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8" name="Google Shape;1288;p32"/>
            <p:cNvCxnSpPr/>
            <p:nvPr/>
          </p:nvCxnSpPr>
          <p:spPr>
            <a:xfrm>
              <a:off x="481853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89" name="Google Shape;1289;p32"/>
            <p:cNvCxnSpPr/>
            <p:nvPr/>
          </p:nvCxnSpPr>
          <p:spPr>
            <a:xfrm>
              <a:off x="5303072" y="0"/>
              <a:ext cx="0" cy="5143500"/>
            </a:xfrm>
            <a:prstGeom prst="straightConnector1">
              <a:avLst/>
            </a:prstGeom>
            <a:noFill/>
            <a:ln cap="flat" cmpd="sng" w="28575">
              <a:solidFill>
                <a:srgbClr val="9FABFF"/>
              </a:solidFill>
              <a:prstDash val="solid"/>
              <a:round/>
              <a:headEnd len="med" w="med" type="none"/>
              <a:tailEnd len="med" w="med" type="none"/>
            </a:ln>
          </p:spPr>
        </p:cxnSp>
        <p:cxnSp>
          <p:nvCxnSpPr>
            <p:cNvPr id="1290" name="Google Shape;1290;p32"/>
            <p:cNvCxnSpPr/>
            <p:nvPr/>
          </p:nvCxnSpPr>
          <p:spPr>
            <a:xfrm>
              <a:off x="10900" y="4685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1" name="Google Shape;1291;p32"/>
            <p:cNvCxnSpPr/>
            <p:nvPr/>
          </p:nvCxnSpPr>
          <p:spPr>
            <a:xfrm>
              <a:off x="10900" y="46965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2" name="Google Shape;1292;p32"/>
            <p:cNvCxnSpPr/>
            <p:nvPr/>
          </p:nvCxnSpPr>
          <p:spPr>
            <a:xfrm>
              <a:off x="10900" y="9383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3" name="Google Shape;1293;p32"/>
            <p:cNvCxnSpPr/>
            <p:nvPr/>
          </p:nvCxnSpPr>
          <p:spPr>
            <a:xfrm>
              <a:off x="10900" y="14081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4" name="Google Shape;1294;p32"/>
            <p:cNvCxnSpPr/>
            <p:nvPr/>
          </p:nvCxnSpPr>
          <p:spPr>
            <a:xfrm>
              <a:off x="10900" y="18779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5" name="Google Shape;1295;p32"/>
            <p:cNvCxnSpPr/>
            <p:nvPr/>
          </p:nvCxnSpPr>
          <p:spPr>
            <a:xfrm>
              <a:off x="10900" y="234767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6" name="Google Shape;1296;p32"/>
            <p:cNvCxnSpPr/>
            <p:nvPr/>
          </p:nvCxnSpPr>
          <p:spPr>
            <a:xfrm>
              <a:off x="10900" y="281745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7" name="Google Shape;1297;p32"/>
            <p:cNvCxnSpPr/>
            <p:nvPr/>
          </p:nvCxnSpPr>
          <p:spPr>
            <a:xfrm>
              <a:off x="10900" y="3287225"/>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8" name="Google Shape;1298;p32"/>
            <p:cNvCxnSpPr/>
            <p:nvPr/>
          </p:nvCxnSpPr>
          <p:spPr>
            <a:xfrm>
              <a:off x="10900" y="3757000"/>
              <a:ext cx="9142800" cy="0"/>
            </a:xfrm>
            <a:prstGeom prst="straightConnector1">
              <a:avLst/>
            </a:prstGeom>
            <a:noFill/>
            <a:ln cap="flat" cmpd="sng" w="28575">
              <a:solidFill>
                <a:srgbClr val="9FABFF"/>
              </a:solidFill>
              <a:prstDash val="solid"/>
              <a:round/>
              <a:headEnd len="med" w="med" type="none"/>
              <a:tailEnd len="med" w="med" type="none"/>
            </a:ln>
          </p:spPr>
        </p:cxnSp>
        <p:cxnSp>
          <p:nvCxnSpPr>
            <p:cNvPr id="1299" name="Google Shape;1299;p32"/>
            <p:cNvCxnSpPr/>
            <p:nvPr/>
          </p:nvCxnSpPr>
          <p:spPr>
            <a:xfrm>
              <a:off x="10900" y="4226775"/>
              <a:ext cx="9142800" cy="0"/>
            </a:xfrm>
            <a:prstGeom prst="straightConnector1">
              <a:avLst/>
            </a:prstGeom>
            <a:noFill/>
            <a:ln cap="flat" cmpd="sng" w="28575">
              <a:solidFill>
                <a:srgbClr val="9FABFF"/>
              </a:solidFill>
              <a:prstDash val="solid"/>
              <a:round/>
              <a:headEnd len="med" w="med" type="none"/>
              <a:tailEnd len="med" w="med" type="none"/>
            </a:ln>
          </p:spPr>
        </p:cxnSp>
      </p:grpSp>
      <p:sp>
        <p:nvSpPr>
          <p:cNvPr id="1300" name="Google Shape;1300;p32"/>
          <p:cNvSpPr/>
          <p:nvPr/>
        </p:nvSpPr>
        <p:spPr>
          <a:xfrm rot="10800000">
            <a:off x="8680305" y="1786659"/>
            <a:ext cx="340398" cy="375255"/>
          </a:xfrm>
          <a:custGeom>
            <a:rect b="b" l="l" r="r" t="t"/>
            <a:pathLst>
              <a:path extrusionOk="0" h="12951" w="11748">
                <a:moveTo>
                  <a:pt x="2065" y="1"/>
                </a:moveTo>
                <a:cubicBezTo>
                  <a:pt x="1319" y="1"/>
                  <a:pt x="488" y="136"/>
                  <a:pt x="417" y="513"/>
                </a:cubicBezTo>
                <a:cubicBezTo>
                  <a:pt x="160" y="1879"/>
                  <a:pt x="0" y="3428"/>
                  <a:pt x="608" y="4730"/>
                </a:cubicBezTo>
                <a:cubicBezTo>
                  <a:pt x="1026" y="5631"/>
                  <a:pt x="1766" y="6254"/>
                  <a:pt x="2646" y="6678"/>
                </a:cubicBezTo>
                <a:cubicBezTo>
                  <a:pt x="3565" y="7119"/>
                  <a:pt x="4547" y="7373"/>
                  <a:pt x="5510" y="7692"/>
                </a:cubicBezTo>
                <a:cubicBezTo>
                  <a:pt x="6416" y="7993"/>
                  <a:pt x="7175" y="8275"/>
                  <a:pt x="7867" y="8994"/>
                </a:cubicBezTo>
                <a:cubicBezTo>
                  <a:pt x="8808" y="9972"/>
                  <a:pt x="8907" y="11419"/>
                  <a:pt x="8798" y="12704"/>
                </a:cubicBezTo>
                <a:cubicBezTo>
                  <a:pt x="8780" y="12905"/>
                  <a:pt x="9222" y="12951"/>
                  <a:pt x="9626" y="12951"/>
                </a:cubicBezTo>
                <a:cubicBezTo>
                  <a:pt x="9914" y="12951"/>
                  <a:pt x="10184" y="12928"/>
                  <a:pt x="10255" y="12921"/>
                </a:cubicBezTo>
                <a:cubicBezTo>
                  <a:pt x="10520" y="12894"/>
                  <a:pt x="11608" y="12825"/>
                  <a:pt x="11642" y="12424"/>
                </a:cubicBezTo>
                <a:cubicBezTo>
                  <a:pt x="11747" y="11189"/>
                  <a:pt x="11640" y="9918"/>
                  <a:pt x="10888" y="8889"/>
                </a:cubicBezTo>
                <a:cubicBezTo>
                  <a:pt x="10305" y="8095"/>
                  <a:pt x="9408" y="7638"/>
                  <a:pt x="8507" y="7294"/>
                </a:cubicBezTo>
                <a:cubicBezTo>
                  <a:pt x="6779" y="6638"/>
                  <a:pt x="4651" y="6461"/>
                  <a:pt x="3622" y="4774"/>
                </a:cubicBezTo>
                <a:cubicBezTo>
                  <a:pt x="2807" y="3438"/>
                  <a:pt x="2986" y="1695"/>
                  <a:pt x="3261" y="233"/>
                </a:cubicBezTo>
                <a:cubicBezTo>
                  <a:pt x="3286" y="101"/>
                  <a:pt x="2707" y="1"/>
                  <a:pt x="2065" y="1"/>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2"/>
          <p:cNvSpPr/>
          <p:nvPr/>
        </p:nvSpPr>
        <p:spPr>
          <a:xfrm rot="10800000">
            <a:off x="8470906" y="-137480"/>
            <a:ext cx="759174" cy="1698051"/>
          </a:xfrm>
          <a:custGeom>
            <a:rect b="b" l="l" r="r" t="t"/>
            <a:pathLst>
              <a:path extrusionOk="0" h="58604" w="26201">
                <a:moveTo>
                  <a:pt x="5742" y="22424"/>
                </a:moveTo>
                <a:cubicBezTo>
                  <a:pt x="5704" y="22426"/>
                  <a:pt x="5689" y="22426"/>
                  <a:pt x="5687" y="22426"/>
                </a:cubicBezTo>
                <a:cubicBezTo>
                  <a:pt x="5683" y="22426"/>
                  <a:pt x="5717" y="22425"/>
                  <a:pt x="5742" y="22424"/>
                </a:cubicBezTo>
                <a:close/>
                <a:moveTo>
                  <a:pt x="15230" y="22608"/>
                </a:moveTo>
                <a:lnTo>
                  <a:pt x="15230" y="22608"/>
                </a:lnTo>
                <a:cubicBezTo>
                  <a:pt x="15231" y="22608"/>
                  <a:pt x="15232" y="22608"/>
                  <a:pt x="15233" y="22608"/>
                </a:cubicBezTo>
                <a:lnTo>
                  <a:pt x="15233" y="22608"/>
                </a:lnTo>
                <a:cubicBezTo>
                  <a:pt x="15231" y="22608"/>
                  <a:pt x="15230" y="22608"/>
                  <a:pt x="15230" y="22608"/>
                </a:cubicBezTo>
                <a:close/>
                <a:moveTo>
                  <a:pt x="15790" y="22813"/>
                </a:moveTo>
                <a:lnTo>
                  <a:pt x="15790" y="22813"/>
                </a:lnTo>
                <a:cubicBezTo>
                  <a:pt x="15802" y="22823"/>
                  <a:pt x="15812" y="22831"/>
                  <a:pt x="15820" y="22837"/>
                </a:cubicBezTo>
                <a:lnTo>
                  <a:pt x="15820" y="22837"/>
                </a:lnTo>
                <a:cubicBezTo>
                  <a:pt x="15810" y="22829"/>
                  <a:pt x="15800" y="22822"/>
                  <a:pt x="15791" y="22813"/>
                </a:cubicBezTo>
                <a:lnTo>
                  <a:pt x="15791" y="22813"/>
                </a:lnTo>
                <a:cubicBezTo>
                  <a:pt x="15791" y="22813"/>
                  <a:pt x="15791" y="22813"/>
                  <a:pt x="15790" y="22813"/>
                </a:cubicBezTo>
                <a:close/>
                <a:moveTo>
                  <a:pt x="15987" y="22959"/>
                </a:moveTo>
                <a:cubicBezTo>
                  <a:pt x="16003" y="22971"/>
                  <a:pt x="16020" y="22982"/>
                  <a:pt x="16035" y="22994"/>
                </a:cubicBezTo>
                <a:cubicBezTo>
                  <a:pt x="16016" y="22980"/>
                  <a:pt x="16000" y="22968"/>
                  <a:pt x="15987" y="22959"/>
                </a:cubicBezTo>
                <a:close/>
                <a:moveTo>
                  <a:pt x="16201" y="23148"/>
                </a:moveTo>
                <a:cubicBezTo>
                  <a:pt x="16275" y="23214"/>
                  <a:pt x="16300" y="23237"/>
                  <a:pt x="16300" y="23237"/>
                </a:cubicBezTo>
                <a:cubicBezTo>
                  <a:pt x="16300" y="23237"/>
                  <a:pt x="16243" y="23186"/>
                  <a:pt x="16201" y="23148"/>
                </a:cubicBezTo>
                <a:close/>
                <a:moveTo>
                  <a:pt x="16412" y="25138"/>
                </a:moveTo>
                <a:lnTo>
                  <a:pt x="16412" y="25138"/>
                </a:lnTo>
                <a:cubicBezTo>
                  <a:pt x="16412" y="25139"/>
                  <a:pt x="16411" y="25140"/>
                  <a:pt x="16411" y="25141"/>
                </a:cubicBezTo>
                <a:lnTo>
                  <a:pt x="16411" y="25141"/>
                </a:lnTo>
                <a:cubicBezTo>
                  <a:pt x="16411" y="25140"/>
                  <a:pt x="16412" y="25139"/>
                  <a:pt x="16412" y="25138"/>
                </a:cubicBezTo>
                <a:close/>
                <a:moveTo>
                  <a:pt x="19352" y="36701"/>
                </a:moveTo>
                <a:cubicBezTo>
                  <a:pt x="19353" y="36701"/>
                  <a:pt x="19353" y="36701"/>
                  <a:pt x="19354" y="36701"/>
                </a:cubicBezTo>
                <a:lnTo>
                  <a:pt x="19354" y="36701"/>
                </a:lnTo>
                <a:cubicBezTo>
                  <a:pt x="19354" y="36705"/>
                  <a:pt x="19353" y="36710"/>
                  <a:pt x="19353" y="36714"/>
                </a:cubicBezTo>
                <a:lnTo>
                  <a:pt x="19353" y="36714"/>
                </a:lnTo>
                <a:cubicBezTo>
                  <a:pt x="19353" y="36709"/>
                  <a:pt x="19353" y="36705"/>
                  <a:pt x="19352" y="36701"/>
                </a:cubicBezTo>
                <a:close/>
                <a:moveTo>
                  <a:pt x="17957" y="36354"/>
                </a:moveTo>
                <a:cubicBezTo>
                  <a:pt x="18149" y="36354"/>
                  <a:pt x="18350" y="36377"/>
                  <a:pt x="18618" y="36421"/>
                </a:cubicBezTo>
                <a:cubicBezTo>
                  <a:pt x="18581" y="36415"/>
                  <a:pt x="18561" y="36413"/>
                  <a:pt x="18556" y="36413"/>
                </a:cubicBezTo>
                <a:cubicBezTo>
                  <a:pt x="18528" y="36413"/>
                  <a:pt x="18808" y="36472"/>
                  <a:pt x="18866" y="36490"/>
                </a:cubicBezTo>
                <a:cubicBezTo>
                  <a:pt x="18922" y="36508"/>
                  <a:pt x="18978" y="36530"/>
                  <a:pt x="19034" y="36546"/>
                </a:cubicBezTo>
                <a:cubicBezTo>
                  <a:pt x="19046" y="36549"/>
                  <a:pt x="19057" y="36552"/>
                  <a:pt x="19067" y="36555"/>
                </a:cubicBezTo>
                <a:lnTo>
                  <a:pt x="19067" y="36555"/>
                </a:lnTo>
                <a:cubicBezTo>
                  <a:pt x="19075" y="36559"/>
                  <a:pt x="19085" y="36564"/>
                  <a:pt x="19096" y="36570"/>
                </a:cubicBezTo>
                <a:cubicBezTo>
                  <a:pt x="19181" y="36613"/>
                  <a:pt x="19265" y="36655"/>
                  <a:pt x="19348" y="36698"/>
                </a:cubicBezTo>
                <a:lnTo>
                  <a:pt x="19348" y="36698"/>
                </a:lnTo>
                <a:cubicBezTo>
                  <a:pt x="19350" y="36708"/>
                  <a:pt x="19351" y="36718"/>
                  <a:pt x="19353" y="36728"/>
                </a:cubicBezTo>
                <a:lnTo>
                  <a:pt x="19353" y="36728"/>
                </a:lnTo>
                <a:cubicBezTo>
                  <a:pt x="19352" y="36754"/>
                  <a:pt x="19348" y="36785"/>
                  <a:pt x="19340" y="36816"/>
                </a:cubicBezTo>
                <a:cubicBezTo>
                  <a:pt x="19323" y="36888"/>
                  <a:pt x="19299" y="36960"/>
                  <a:pt x="19280" y="37032"/>
                </a:cubicBezTo>
                <a:cubicBezTo>
                  <a:pt x="19276" y="37048"/>
                  <a:pt x="19273" y="37061"/>
                  <a:pt x="19271" y="37070"/>
                </a:cubicBezTo>
                <a:lnTo>
                  <a:pt x="19271" y="37070"/>
                </a:lnTo>
                <a:cubicBezTo>
                  <a:pt x="19264" y="37079"/>
                  <a:pt x="19254" y="37092"/>
                  <a:pt x="19241" y="37111"/>
                </a:cubicBezTo>
                <a:cubicBezTo>
                  <a:pt x="19142" y="37257"/>
                  <a:pt x="19054" y="37402"/>
                  <a:pt x="18938" y="37535"/>
                </a:cubicBezTo>
                <a:cubicBezTo>
                  <a:pt x="18876" y="37607"/>
                  <a:pt x="18808" y="37674"/>
                  <a:pt x="18743" y="37742"/>
                </a:cubicBezTo>
                <a:cubicBezTo>
                  <a:pt x="18708" y="37778"/>
                  <a:pt x="18671" y="37810"/>
                  <a:pt x="18634" y="37843"/>
                </a:cubicBezTo>
                <a:cubicBezTo>
                  <a:pt x="18631" y="37846"/>
                  <a:pt x="18628" y="37849"/>
                  <a:pt x="18625" y="37852"/>
                </a:cubicBezTo>
                <a:lnTo>
                  <a:pt x="18625" y="37852"/>
                </a:lnTo>
                <a:cubicBezTo>
                  <a:pt x="18623" y="37853"/>
                  <a:pt x="18622" y="37854"/>
                  <a:pt x="18620" y="37856"/>
                </a:cubicBezTo>
                <a:cubicBezTo>
                  <a:pt x="18451" y="37993"/>
                  <a:pt x="18273" y="38123"/>
                  <a:pt x="18091" y="38243"/>
                </a:cubicBezTo>
                <a:cubicBezTo>
                  <a:pt x="17679" y="38506"/>
                  <a:pt x="17243" y="38733"/>
                  <a:pt x="16791" y="38921"/>
                </a:cubicBezTo>
                <a:cubicBezTo>
                  <a:pt x="16233" y="39158"/>
                  <a:pt x="15938" y="39255"/>
                  <a:pt x="15351" y="39401"/>
                </a:cubicBezTo>
                <a:cubicBezTo>
                  <a:pt x="14819" y="39535"/>
                  <a:pt x="14276" y="39629"/>
                  <a:pt x="13730" y="39680"/>
                </a:cubicBezTo>
                <a:cubicBezTo>
                  <a:pt x="13608" y="39691"/>
                  <a:pt x="13487" y="39701"/>
                  <a:pt x="13364" y="39707"/>
                </a:cubicBezTo>
                <a:cubicBezTo>
                  <a:pt x="13348" y="39708"/>
                  <a:pt x="13332" y="39709"/>
                  <a:pt x="13315" y="39710"/>
                </a:cubicBezTo>
                <a:lnTo>
                  <a:pt x="13315" y="39710"/>
                </a:lnTo>
                <a:cubicBezTo>
                  <a:pt x="13600" y="39178"/>
                  <a:pt x="13950" y="38677"/>
                  <a:pt x="14359" y="38222"/>
                </a:cubicBezTo>
                <a:cubicBezTo>
                  <a:pt x="15102" y="37394"/>
                  <a:pt x="16144" y="36693"/>
                  <a:pt x="17152" y="36466"/>
                </a:cubicBezTo>
                <a:cubicBezTo>
                  <a:pt x="17487" y="36390"/>
                  <a:pt x="17715" y="36354"/>
                  <a:pt x="17957" y="36354"/>
                </a:cubicBezTo>
                <a:close/>
                <a:moveTo>
                  <a:pt x="9409" y="1"/>
                </a:moveTo>
                <a:cubicBezTo>
                  <a:pt x="9281" y="1"/>
                  <a:pt x="9160" y="30"/>
                  <a:pt x="9057" y="97"/>
                </a:cubicBezTo>
                <a:lnTo>
                  <a:pt x="9057" y="94"/>
                </a:lnTo>
                <a:cubicBezTo>
                  <a:pt x="7445" y="1132"/>
                  <a:pt x="6145" y="2683"/>
                  <a:pt x="5023" y="4215"/>
                </a:cubicBezTo>
                <a:cubicBezTo>
                  <a:pt x="3600" y="6163"/>
                  <a:pt x="2415" y="8275"/>
                  <a:pt x="1491" y="10505"/>
                </a:cubicBezTo>
                <a:cubicBezTo>
                  <a:pt x="633" y="12581"/>
                  <a:pt x="1" y="14816"/>
                  <a:pt x="69" y="17082"/>
                </a:cubicBezTo>
                <a:cubicBezTo>
                  <a:pt x="98" y="18048"/>
                  <a:pt x="288" y="19039"/>
                  <a:pt x="702" y="19917"/>
                </a:cubicBezTo>
                <a:cubicBezTo>
                  <a:pt x="1183" y="20938"/>
                  <a:pt x="1863" y="22077"/>
                  <a:pt x="2838" y="22906"/>
                </a:cubicBezTo>
                <a:cubicBezTo>
                  <a:pt x="3949" y="23851"/>
                  <a:pt x="5280" y="24228"/>
                  <a:pt x="6653" y="24228"/>
                </a:cubicBezTo>
                <a:cubicBezTo>
                  <a:pt x="7272" y="24228"/>
                  <a:pt x="7899" y="24151"/>
                  <a:pt x="8519" y="24017"/>
                </a:cubicBezTo>
                <a:cubicBezTo>
                  <a:pt x="10343" y="23619"/>
                  <a:pt x="12084" y="22830"/>
                  <a:pt x="13946" y="22600"/>
                </a:cubicBezTo>
                <a:cubicBezTo>
                  <a:pt x="14224" y="22565"/>
                  <a:pt x="14376" y="22546"/>
                  <a:pt x="14541" y="22546"/>
                </a:cubicBezTo>
                <a:cubicBezTo>
                  <a:pt x="14671" y="22546"/>
                  <a:pt x="14809" y="22558"/>
                  <a:pt x="15025" y="22582"/>
                </a:cubicBezTo>
                <a:cubicBezTo>
                  <a:pt x="15105" y="22592"/>
                  <a:pt x="15184" y="22604"/>
                  <a:pt x="15263" y="22616"/>
                </a:cubicBezTo>
                <a:lnTo>
                  <a:pt x="15263" y="22616"/>
                </a:lnTo>
                <a:cubicBezTo>
                  <a:pt x="15303" y="22626"/>
                  <a:pt x="15343" y="22635"/>
                  <a:pt x="15382" y="22647"/>
                </a:cubicBezTo>
                <a:cubicBezTo>
                  <a:pt x="15457" y="22671"/>
                  <a:pt x="15533" y="22698"/>
                  <a:pt x="15609" y="22723"/>
                </a:cubicBezTo>
                <a:lnTo>
                  <a:pt x="15609" y="22723"/>
                </a:lnTo>
                <a:cubicBezTo>
                  <a:pt x="15659" y="22749"/>
                  <a:pt x="15712" y="22774"/>
                  <a:pt x="15764" y="22799"/>
                </a:cubicBezTo>
                <a:cubicBezTo>
                  <a:pt x="15773" y="22804"/>
                  <a:pt x="15782" y="22809"/>
                  <a:pt x="15790" y="22813"/>
                </a:cubicBezTo>
                <a:lnTo>
                  <a:pt x="15790" y="22813"/>
                </a:lnTo>
                <a:cubicBezTo>
                  <a:pt x="15786" y="22810"/>
                  <a:pt x="15782" y="22806"/>
                  <a:pt x="15778" y="22803"/>
                </a:cubicBezTo>
                <a:lnTo>
                  <a:pt x="15778" y="22803"/>
                </a:lnTo>
                <a:cubicBezTo>
                  <a:pt x="15782" y="22806"/>
                  <a:pt x="15786" y="22810"/>
                  <a:pt x="15791" y="22813"/>
                </a:cubicBezTo>
                <a:lnTo>
                  <a:pt x="15791" y="22813"/>
                </a:lnTo>
                <a:cubicBezTo>
                  <a:pt x="15850" y="22846"/>
                  <a:pt x="15877" y="22870"/>
                  <a:pt x="15871" y="22870"/>
                </a:cubicBezTo>
                <a:cubicBezTo>
                  <a:pt x="15867" y="22870"/>
                  <a:pt x="15850" y="22860"/>
                  <a:pt x="15820" y="22837"/>
                </a:cubicBezTo>
                <a:lnTo>
                  <a:pt x="15820" y="22837"/>
                </a:lnTo>
                <a:cubicBezTo>
                  <a:pt x="15863" y="22870"/>
                  <a:pt x="15908" y="22902"/>
                  <a:pt x="15952" y="22933"/>
                </a:cubicBezTo>
                <a:lnTo>
                  <a:pt x="15952" y="22933"/>
                </a:lnTo>
                <a:cubicBezTo>
                  <a:pt x="15943" y="22928"/>
                  <a:pt x="15939" y="22925"/>
                  <a:pt x="15938" y="22925"/>
                </a:cubicBezTo>
                <a:cubicBezTo>
                  <a:pt x="15932" y="22925"/>
                  <a:pt x="16115" y="23070"/>
                  <a:pt x="16171" y="23120"/>
                </a:cubicBezTo>
                <a:cubicBezTo>
                  <a:pt x="16179" y="23127"/>
                  <a:pt x="16186" y="23134"/>
                  <a:pt x="16193" y="23140"/>
                </a:cubicBezTo>
                <a:lnTo>
                  <a:pt x="16193" y="23140"/>
                </a:lnTo>
                <a:cubicBezTo>
                  <a:pt x="16230" y="23176"/>
                  <a:pt x="16269" y="23210"/>
                  <a:pt x="16305" y="23247"/>
                </a:cubicBezTo>
                <a:cubicBezTo>
                  <a:pt x="16361" y="23306"/>
                  <a:pt x="16413" y="23376"/>
                  <a:pt x="16472" y="23428"/>
                </a:cubicBezTo>
                <a:lnTo>
                  <a:pt x="16472" y="23428"/>
                </a:lnTo>
                <a:cubicBezTo>
                  <a:pt x="16392" y="23356"/>
                  <a:pt x="16363" y="23330"/>
                  <a:pt x="16362" y="23330"/>
                </a:cubicBezTo>
                <a:lnTo>
                  <a:pt x="16362" y="23330"/>
                </a:lnTo>
                <a:cubicBezTo>
                  <a:pt x="16361" y="23330"/>
                  <a:pt x="16447" y="23411"/>
                  <a:pt x="16489" y="23467"/>
                </a:cubicBezTo>
                <a:cubicBezTo>
                  <a:pt x="16498" y="23480"/>
                  <a:pt x="16506" y="23493"/>
                  <a:pt x="16514" y="23507"/>
                </a:cubicBezTo>
                <a:lnTo>
                  <a:pt x="16514" y="23507"/>
                </a:lnTo>
                <a:cubicBezTo>
                  <a:pt x="16539" y="23572"/>
                  <a:pt x="16567" y="23639"/>
                  <a:pt x="16597" y="23700"/>
                </a:cubicBezTo>
                <a:cubicBezTo>
                  <a:pt x="16601" y="23708"/>
                  <a:pt x="16605" y="23715"/>
                  <a:pt x="16608" y="23721"/>
                </a:cubicBezTo>
                <a:lnTo>
                  <a:pt x="16608" y="23721"/>
                </a:lnTo>
                <a:cubicBezTo>
                  <a:pt x="16608" y="23723"/>
                  <a:pt x="16608" y="23724"/>
                  <a:pt x="16609" y="23726"/>
                </a:cubicBezTo>
                <a:cubicBezTo>
                  <a:pt x="16621" y="23802"/>
                  <a:pt x="16639" y="23878"/>
                  <a:pt x="16647" y="23956"/>
                </a:cubicBezTo>
                <a:cubicBezTo>
                  <a:pt x="16653" y="24025"/>
                  <a:pt x="16655" y="24092"/>
                  <a:pt x="16658" y="24160"/>
                </a:cubicBezTo>
                <a:cubicBezTo>
                  <a:pt x="16658" y="24162"/>
                  <a:pt x="16658" y="24163"/>
                  <a:pt x="16658" y="24164"/>
                </a:cubicBezTo>
                <a:lnTo>
                  <a:pt x="16658" y="24164"/>
                </a:lnTo>
                <a:cubicBezTo>
                  <a:pt x="16656" y="24191"/>
                  <a:pt x="16654" y="24219"/>
                  <a:pt x="16650" y="24245"/>
                </a:cubicBezTo>
                <a:cubicBezTo>
                  <a:pt x="16609" y="24560"/>
                  <a:pt x="16524" y="24868"/>
                  <a:pt x="16401" y="25160"/>
                </a:cubicBezTo>
                <a:cubicBezTo>
                  <a:pt x="16400" y="25163"/>
                  <a:pt x="16398" y="25166"/>
                  <a:pt x="16397" y="25169"/>
                </a:cubicBezTo>
                <a:lnTo>
                  <a:pt x="16397" y="25169"/>
                </a:lnTo>
                <a:cubicBezTo>
                  <a:pt x="16382" y="25201"/>
                  <a:pt x="16367" y="25233"/>
                  <a:pt x="16351" y="25264"/>
                </a:cubicBezTo>
                <a:cubicBezTo>
                  <a:pt x="16313" y="25339"/>
                  <a:pt x="16275" y="25413"/>
                  <a:pt x="16235" y="25486"/>
                </a:cubicBezTo>
                <a:cubicBezTo>
                  <a:pt x="16137" y="25664"/>
                  <a:pt x="16032" y="25835"/>
                  <a:pt x="15920" y="26001"/>
                </a:cubicBezTo>
                <a:cubicBezTo>
                  <a:pt x="15690" y="26344"/>
                  <a:pt x="15442" y="26673"/>
                  <a:pt x="15177" y="26991"/>
                </a:cubicBezTo>
                <a:cubicBezTo>
                  <a:pt x="13966" y="28456"/>
                  <a:pt x="12552" y="29742"/>
                  <a:pt x="11243" y="31118"/>
                </a:cubicBezTo>
                <a:cubicBezTo>
                  <a:pt x="10048" y="32372"/>
                  <a:pt x="8782" y="33752"/>
                  <a:pt x="8226" y="35431"/>
                </a:cubicBezTo>
                <a:cubicBezTo>
                  <a:pt x="7701" y="37022"/>
                  <a:pt x="8263" y="38848"/>
                  <a:pt x="9484" y="39968"/>
                </a:cubicBezTo>
                <a:cubicBezTo>
                  <a:pt x="9800" y="40258"/>
                  <a:pt x="10141" y="40502"/>
                  <a:pt x="10499" y="40704"/>
                </a:cubicBezTo>
                <a:lnTo>
                  <a:pt x="10499" y="40704"/>
                </a:lnTo>
                <a:cubicBezTo>
                  <a:pt x="10290" y="41706"/>
                  <a:pt x="10257" y="42744"/>
                  <a:pt x="10420" y="43759"/>
                </a:cubicBezTo>
                <a:cubicBezTo>
                  <a:pt x="10829" y="46302"/>
                  <a:pt x="12410" y="48773"/>
                  <a:pt x="14509" y="50262"/>
                </a:cubicBezTo>
                <a:cubicBezTo>
                  <a:pt x="16198" y="51460"/>
                  <a:pt x="18182" y="51989"/>
                  <a:pt x="20141" y="52561"/>
                </a:cubicBezTo>
                <a:cubicBezTo>
                  <a:pt x="20575" y="52687"/>
                  <a:pt x="21010" y="52820"/>
                  <a:pt x="21436" y="52973"/>
                </a:cubicBezTo>
                <a:cubicBezTo>
                  <a:pt x="21532" y="53007"/>
                  <a:pt x="21628" y="53042"/>
                  <a:pt x="21724" y="53079"/>
                </a:cubicBezTo>
                <a:cubicBezTo>
                  <a:pt x="21774" y="53099"/>
                  <a:pt x="21853" y="53132"/>
                  <a:pt x="21887" y="53146"/>
                </a:cubicBezTo>
                <a:lnTo>
                  <a:pt x="21887" y="53146"/>
                </a:lnTo>
                <a:cubicBezTo>
                  <a:pt x="22068" y="53227"/>
                  <a:pt x="22249" y="53310"/>
                  <a:pt x="22424" y="53403"/>
                </a:cubicBezTo>
                <a:cubicBezTo>
                  <a:pt x="22510" y="53448"/>
                  <a:pt x="22593" y="53496"/>
                  <a:pt x="22676" y="53544"/>
                </a:cubicBezTo>
                <a:cubicBezTo>
                  <a:pt x="22684" y="53548"/>
                  <a:pt x="22692" y="53552"/>
                  <a:pt x="22699" y="53556"/>
                </a:cubicBezTo>
                <a:lnTo>
                  <a:pt x="22699" y="53556"/>
                </a:lnTo>
                <a:cubicBezTo>
                  <a:pt x="22704" y="53560"/>
                  <a:pt x="22710" y="53565"/>
                  <a:pt x="22718" y="53571"/>
                </a:cubicBezTo>
                <a:cubicBezTo>
                  <a:pt x="22793" y="53628"/>
                  <a:pt x="22873" y="53678"/>
                  <a:pt x="22948" y="53735"/>
                </a:cubicBezTo>
                <a:cubicBezTo>
                  <a:pt x="23010" y="53783"/>
                  <a:pt x="23129" y="53916"/>
                  <a:pt x="23133" y="53916"/>
                </a:cubicBezTo>
                <a:cubicBezTo>
                  <a:pt x="23135" y="53916"/>
                  <a:pt x="23112" y="53888"/>
                  <a:pt x="23049" y="53811"/>
                </a:cubicBezTo>
                <a:lnTo>
                  <a:pt x="23049" y="53811"/>
                </a:lnTo>
                <a:cubicBezTo>
                  <a:pt x="23108" y="53882"/>
                  <a:pt x="23183" y="53941"/>
                  <a:pt x="23246" y="54007"/>
                </a:cubicBezTo>
                <a:cubicBezTo>
                  <a:pt x="23295" y="54059"/>
                  <a:pt x="23361" y="54139"/>
                  <a:pt x="23363" y="54139"/>
                </a:cubicBezTo>
                <a:cubicBezTo>
                  <a:pt x="23363" y="54139"/>
                  <a:pt x="23363" y="54139"/>
                  <a:pt x="23363" y="54139"/>
                </a:cubicBezTo>
                <a:lnTo>
                  <a:pt x="23363" y="54139"/>
                </a:lnTo>
                <a:cubicBezTo>
                  <a:pt x="23399" y="54187"/>
                  <a:pt x="23434" y="54236"/>
                  <a:pt x="23468" y="54285"/>
                </a:cubicBezTo>
                <a:cubicBezTo>
                  <a:pt x="23492" y="54319"/>
                  <a:pt x="23607" y="54516"/>
                  <a:pt x="23612" y="54516"/>
                </a:cubicBezTo>
                <a:cubicBezTo>
                  <a:pt x="23613" y="54516"/>
                  <a:pt x="23604" y="54497"/>
                  <a:pt x="23579" y="54448"/>
                </a:cubicBezTo>
                <a:lnTo>
                  <a:pt x="23579" y="54448"/>
                </a:lnTo>
                <a:cubicBezTo>
                  <a:pt x="24016" y="55277"/>
                  <a:pt x="24114" y="56167"/>
                  <a:pt x="24067" y="57165"/>
                </a:cubicBezTo>
                <a:cubicBezTo>
                  <a:pt x="24040" y="57731"/>
                  <a:pt x="24456" y="58196"/>
                  <a:pt x="24941" y="58443"/>
                </a:cubicBezTo>
                <a:cubicBezTo>
                  <a:pt x="25080" y="58514"/>
                  <a:pt x="25373" y="58604"/>
                  <a:pt x="25634" y="58604"/>
                </a:cubicBezTo>
                <a:cubicBezTo>
                  <a:pt x="25894" y="58604"/>
                  <a:pt x="26124" y="58515"/>
                  <a:pt x="26136" y="58231"/>
                </a:cubicBezTo>
                <a:cubicBezTo>
                  <a:pt x="26200" y="56865"/>
                  <a:pt x="26050" y="55539"/>
                  <a:pt x="25369" y="54330"/>
                </a:cubicBezTo>
                <a:cubicBezTo>
                  <a:pt x="24801" y="53318"/>
                  <a:pt x="23892" y="52555"/>
                  <a:pt x="22892" y="51992"/>
                </a:cubicBezTo>
                <a:cubicBezTo>
                  <a:pt x="20999" y="50926"/>
                  <a:pt x="18775" y="50634"/>
                  <a:pt x="16767" y="49853"/>
                </a:cubicBezTo>
                <a:lnTo>
                  <a:pt x="16767" y="49853"/>
                </a:lnTo>
                <a:cubicBezTo>
                  <a:pt x="16768" y="49853"/>
                  <a:pt x="16768" y="49853"/>
                  <a:pt x="16768" y="49853"/>
                </a:cubicBezTo>
                <a:cubicBezTo>
                  <a:pt x="16768" y="49853"/>
                  <a:pt x="16767" y="49853"/>
                  <a:pt x="16766" y="49852"/>
                </a:cubicBezTo>
                <a:lnTo>
                  <a:pt x="16766" y="49852"/>
                </a:lnTo>
                <a:cubicBezTo>
                  <a:pt x="16767" y="49853"/>
                  <a:pt x="16767" y="49853"/>
                  <a:pt x="16767" y="49853"/>
                </a:cubicBezTo>
                <a:lnTo>
                  <a:pt x="16767" y="49853"/>
                </a:lnTo>
                <a:cubicBezTo>
                  <a:pt x="16763" y="49851"/>
                  <a:pt x="16759" y="49849"/>
                  <a:pt x="16753" y="49847"/>
                </a:cubicBezTo>
                <a:lnTo>
                  <a:pt x="16753" y="49847"/>
                </a:lnTo>
                <a:cubicBezTo>
                  <a:pt x="16758" y="49849"/>
                  <a:pt x="16762" y="49851"/>
                  <a:pt x="16766" y="49852"/>
                </a:cubicBezTo>
                <a:lnTo>
                  <a:pt x="16766" y="49852"/>
                </a:lnTo>
                <a:cubicBezTo>
                  <a:pt x="16764" y="49852"/>
                  <a:pt x="16762" y="49851"/>
                  <a:pt x="16760" y="49850"/>
                </a:cubicBezTo>
                <a:cubicBezTo>
                  <a:pt x="16688" y="49822"/>
                  <a:pt x="16664" y="49812"/>
                  <a:pt x="16665" y="49812"/>
                </a:cubicBezTo>
                <a:lnTo>
                  <a:pt x="16665" y="49812"/>
                </a:lnTo>
                <a:cubicBezTo>
                  <a:pt x="16666" y="49812"/>
                  <a:pt x="16721" y="49833"/>
                  <a:pt x="16753" y="49847"/>
                </a:cubicBezTo>
                <a:lnTo>
                  <a:pt x="16753" y="49847"/>
                </a:lnTo>
                <a:cubicBezTo>
                  <a:pt x="16699" y="49823"/>
                  <a:pt x="16647" y="49800"/>
                  <a:pt x="16594" y="49777"/>
                </a:cubicBezTo>
                <a:cubicBezTo>
                  <a:pt x="16463" y="49716"/>
                  <a:pt x="16334" y="49658"/>
                  <a:pt x="16206" y="49595"/>
                </a:cubicBezTo>
                <a:cubicBezTo>
                  <a:pt x="16093" y="49539"/>
                  <a:pt x="15981" y="49479"/>
                  <a:pt x="15869" y="49419"/>
                </a:cubicBezTo>
                <a:cubicBezTo>
                  <a:pt x="15800" y="49380"/>
                  <a:pt x="15732" y="49341"/>
                  <a:pt x="15663" y="49302"/>
                </a:cubicBezTo>
                <a:cubicBezTo>
                  <a:pt x="15648" y="49294"/>
                  <a:pt x="15593" y="49260"/>
                  <a:pt x="15552" y="49234"/>
                </a:cubicBezTo>
                <a:lnTo>
                  <a:pt x="15552" y="49234"/>
                </a:lnTo>
                <a:cubicBezTo>
                  <a:pt x="15489" y="49190"/>
                  <a:pt x="15355" y="49099"/>
                  <a:pt x="15332" y="49082"/>
                </a:cubicBezTo>
                <a:cubicBezTo>
                  <a:pt x="15214" y="48997"/>
                  <a:pt x="15104" y="48906"/>
                  <a:pt x="14989" y="48818"/>
                </a:cubicBezTo>
                <a:cubicBezTo>
                  <a:pt x="14978" y="48810"/>
                  <a:pt x="14963" y="48798"/>
                  <a:pt x="14949" y="48786"/>
                </a:cubicBezTo>
                <a:lnTo>
                  <a:pt x="14949" y="48786"/>
                </a:lnTo>
                <a:cubicBezTo>
                  <a:pt x="14920" y="48759"/>
                  <a:pt x="14891" y="48733"/>
                  <a:pt x="14863" y="48706"/>
                </a:cubicBezTo>
                <a:cubicBezTo>
                  <a:pt x="14708" y="48559"/>
                  <a:pt x="14561" y="48404"/>
                  <a:pt x="14417" y="48246"/>
                </a:cubicBezTo>
                <a:cubicBezTo>
                  <a:pt x="13541" y="47289"/>
                  <a:pt x="12856" y="46101"/>
                  <a:pt x="12578" y="44799"/>
                </a:cubicBezTo>
                <a:cubicBezTo>
                  <a:pt x="12337" y="43674"/>
                  <a:pt x="12370" y="42521"/>
                  <a:pt x="12647" y="41430"/>
                </a:cubicBezTo>
                <a:lnTo>
                  <a:pt x="12647" y="41430"/>
                </a:lnTo>
                <a:cubicBezTo>
                  <a:pt x="13099" y="41503"/>
                  <a:pt x="13561" y="41535"/>
                  <a:pt x="14025" y="41535"/>
                </a:cubicBezTo>
                <a:cubicBezTo>
                  <a:pt x="14196" y="41535"/>
                  <a:pt x="14367" y="41531"/>
                  <a:pt x="14538" y="41522"/>
                </a:cubicBezTo>
                <a:cubicBezTo>
                  <a:pt x="16157" y="41439"/>
                  <a:pt x="17828" y="40974"/>
                  <a:pt x="19248" y="40191"/>
                </a:cubicBezTo>
                <a:cubicBezTo>
                  <a:pt x="20278" y="39623"/>
                  <a:pt x="21519" y="38687"/>
                  <a:pt x="21438" y="37370"/>
                </a:cubicBezTo>
                <a:cubicBezTo>
                  <a:pt x="21372" y="36302"/>
                  <a:pt x="20462" y="35607"/>
                  <a:pt x="19582" y="35159"/>
                </a:cubicBezTo>
                <a:cubicBezTo>
                  <a:pt x="18782" y="34755"/>
                  <a:pt x="17912" y="34539"/>
                  <a:pt x="17024" y="34539"/>
                </a:cubicBezTo>
                <a:cubicBezTo>
                  <a:pt x="16859" y="34539"/>
                  <a:pt x="16694" y="34547"/>
                  <a:pt x="16529" y="34562"/>
                </a:cubicBezTo>
                <a:cubicBezTo>
                  <a:pt x="14628" y="34734"/>
                  <a:pt x="12934" y="36006"/>
                  <a:pt x="11867" y="37533"/>
                </a:cubicBezTo>
                <a:cubicBezTo>
                  <a:pt x="11486" y="38078"/>
                  <a:pt x="11171" y="38666"/>
                  <a:pt x="10927" y="39283"/>
                </a:cubicBezTo>
                <a:lnTo>
                  <a:pt x="10927" y="39283"/>
                </a:lnTo>
                <a:cubicBezTo>
                  <a:pt x="10913" y="39274"/>
                  <a:pt x="10898" y="39266"/>
                  <a:pt x="10884" y="39258"/>
                </a:cubicBezTo>
                <a:lnTo>
                  <a:pt x="10884" y="39258"/>
                </a:lnTo>
                <a:cubicBezTo>
                  <a:pt x="10805" y="39194"/>
                  <a:pt x="10716" y="39124"/>
                  <a:pt x="10632" y="39067"/>
                </a:cubicBezTo>
                <a:lnTo>
                  <a:pt x="10632" y="39067"/>
                </a:lnTo>
                <a:cubicBezTo>
                  <a:pt x="10730" y="39132"/>
                  <a:pt x="10768" y="39156"/>
                  <a:pt x="10773" y="39156"/>
                </a:cubicBezTo>
                <a:cubicBezTo>
                  <a:pt x="10783" y="39156"/>
                  <a:pt x="10623" y="39036"/>
                  <a:pt x="10557" y="38971"/>
                </a:cubicBezTo>
                <a:cubicBezTo>
                  <a:pt x="10551" y="38965"/>
                  <a:pt x="10545" y="38959"/>
                  <a:pt x="10540" y="38955"/>
                </a:cubicBezTo>
                <a:lnTo>
                  <a:pt x="10540" y="38955"/>
                </a:lnTo>
                <a:cubicBezTo>
                  <a:pt x="10533" y="38942"/>
                  <a:pt x="10524" y="38925"/>
                  <a:pt x="10511" y="38904"/>
                </a:cubicBezTo>
                <a:cubicBezTo>
                  <a:pt x="10481" y="38856"/>
                  <a:pt x="10390" y="38677"/>
                  <a:pt x="10384" y="38677"/>
                </a:cubicBezTo>
                <a:lnTo>
                  <a:pt x="10384" y="38677"/>
                </a:lnTo>
                <a:cubicBezTo>
                  <a:pt x="10382" y="38677"/>
                  <a:pt x="10392" y="38704"/>
                  <a:pt x="10425" y="38778"/>
                </a:cubicBezTo>
                <a:cubicBezTo>
                  <a:pt x="10375" y="38666"/>
                  <a:pt x="10322" y="38557"/>
                  <a:pt x="10281" y="38444"/>
                </a:cubicBezTo>
                <a:cubicBezTo>
                  <a:pt x="10263" y="38396"/>
                  <a:pt x="10247" y="38350"/>
                  <a:pt x="10231" y="38302"/>
                </a:cubicBezTo>
                <a:cubicBezTo>
                  <a:pt x="10224" y="38279"/>
                  <a:pt x="10219" y="38265"/>
                  <a:pt x="10216" y="38257"/>
                </a:cubicBezTo>
                <a:lnTo>
                  <a:pt x="10216" y="38257"/>
                </a:lnTo>
                <a:cubicBezTo>
                  <a:pt x="10213" y="38243"/>
                  <a:pt x="10210" y="38222"/>
                  <a:pt x="10204" y="38191"/>
                </a:cubicBezTo>
                <a:cubicBezTo>
                  <a:pt x="10161" y="37963"/>
                  <a:pt x="10131" y="37731"/>
                  <a:pt x="10113" y="37498"/>
                </a:cubicBezTo>
                <a:cubicBezTo>
                  <a:pt x="10109" y="37437"/>
                  <a:pt x="10105" y="37412"/>
                  <a:pt x="10102" y="37404"/>
                </a:cubicBezTo>
                <a:lnTo>
                  <a:pt x="10102" y="37404"/>
                </a:lnTo>
                <a:cubicBezTo>
                  <a:pt x="10105" y="37397"/>
                  <a:pt x="10111" y="37373"/>
                  <a:pt x="10119" y="37308"/>
                </a:cubicBezTo>
                <a:cubicBezTo>
                  <a:pt x="10135" y="37183"/>
                  <a:pt x="10151" y="37060"/>
                  <a:pt x="10177" y="36937"/>
                </a:cubicBezTo>
                <a:cubicBezTo>
                  <a:pt x="10287" y="36409"/>
                  <a:pt x="10437" y="36087"/>
                  <a:pt x="10667" y="35674"/>
                </a:cubicBezTo>
                <a:cubicBezTo>
                  <a:pt x="11890" y="33488"/>
                  <a:pt x="13912" y="31792"/>
                  <a:pt x="15633" y="30014"/>
                </a:cubicBezTo>
                <a:cubicBezTo>
                  <a:pt x="16970" y="28632"/>
                  <a:pt x="18959" y="26726"/>
                  <a:pt x="18729" y="24603"/>
                </a:cubicBezTo>
                <a:cubicBezTo>
                  <a:pt x="18673" y="24080"/>
                  <a:pt x="18455" y="23566"/>
                  <a:pt x="18158" y="23136"/>
                </a:cubicBezTo>
                <a:cubicBezTo>
                  <a:pt x="17990" y="22893"/>
                  <a:pt x="17799" y="22668"/>
                  <a:pt x="17588" y="22461"/>
                </a:cubicBezTo>
                <a:cubicBezTo>
                  <a:pt x="17529" y="22403"/>
                  <a:pt x="17338" y="22232"/>
                  <a:pt x="17261" y="22162"/>
                </a:cubicBezTo>
                <a:lnTo>
                  <a:pt x="17261" y="22162"/>
                </a:lnTo>
                <a:cubicBezTo>
                  <a:pt x="17099" y="22016"/>
                  <a:pt x="16938" y="21868"/>
                  <a:pt x="16764" y="21738"/>
                </a:cubicBezTo>
                <a:cubicBezTo>
                  <a:pt x="15822" y="21037"/>
                  <a:pt x="14720" y="20736"/>
                  <a:pt x="13579" y="20736"/>
                </a:cubicBezTo>
                <a:cubicBezTo>
                  <a:pt x="13382" y="20736"/>
                  <a:pt x="13184" y="20745"/>
                  <a:pt x="12985" y="20762"/>
                </a:cubicBezTo>
                <a:cubicBezTo>
                  <a:pt x="10516" y="20980"/>
                  <a:pt x="8273" y="22299"/>
                  <a:pt x="5785" y="22422"/>
                </a:cubicBezTo>
                <a:cubicBezTo>
                  <a:pt x="5771" y="22423"/>
                  <a:pt x="5759" y="22423"/>
                  <a:pt x="5749" y="22424"/>
                </a:cubicBezTo>
                <a:lnTo>
                  <a:pt x="5749" y="22424"/>
                </a:lnTo>
                <a:cubicBezTo>
                  <a:pt x="5666" y="22424"/>
                  <a:pt x="5584" y="22422"/>
                  <a:pt x="5501" y="22419"/>
                </a:cubicBezTo>
                <a:cubicBezTo>
                  <a:pt x="5373" y="22414"/>
                  <a:pt x="5247" y="22405"/>
                  <a:pt x="5119" y="22390"/>
                </a:cubicBezTo>
                <a:cubicBezTo>
                  <a:pt x="5049" y="22382"/>
                  <a:pt x="4980" y="22371"/>
                  <a:pt x="4910" y="22362"/>
                </a:cubicBezTo>
                <a:cubicBezTo>
                  <a:pt x="4892" y="22359"/>
                  <a:pt x="4878" y="22358"/>
                  <a:pt x="4865" y="22356"/>
                </a:cubicBezTo>
                <a:lnTo>
                  <a:pt x="4865" y="22356"/>
                </a:lnTo>
                <a:cubicBezTo>
                  <a:pt x="4721" y="22321"/>
                  <a:pt x="4582" y="22268"/>
                  <a:pt x="4437" y="22231"/>
                </a:cubicBezTo>
                <a:cubicBezTo>
                  <a:pt x="4429" y="22228"/>
                  <a:pt x="4422" y="22227"/>
                  <a:pt x="4415" y="22225"/>
                </a:cubicBezTo>
                <a:lnTo>
                  <a:pt x="4415" y="22225"/>
                </a:lnTo>
                <a:cubicBezTo>
                  <a:pt x="4356" y="22197"/>
                  <a:pt x="4298" y="22170"/>
                  <a:pt x="4241" y="22141"/>
                </a:cubicBezTo>
                <a:cubicBezTo>
                  <a:pt x="4189" y="22115"/>
                  <a:pt x="4140" y="22084"/>
                  <a:pt x="4087" y="22058"/>
                </a:cubicBezTo>
                <a:cubicBezTo>
                  <a:pt x="4082" y="22056"/>
                  <a:pt x="4077" y="22053"/>
                  <a:pt x="4073" y="22051"/>
                </a:cubicBezTo>
                <a:lnTo>
                  <a:pt x="4073" y="22051"/>
                </a:lnTo>
                <a:cubicBezTo>
                  <a:pt x="4068" y="22047"/>
                  <a:pt x="4064" y="22043"/>
                  <a:pt x="4058" y="22039"/>
                </a:cubicBezTo>
                <a:cubicBezTo>
                  <a:pt x="4018" y="22004"/>
                  <a:pt x="3859" y="21880"/>
                  <a:pt x="3808" y="21845"/>
                </a:cubicBezTo>
                <a:lnTo>
                  <a:pt x="3808" y="21845"/>
                </a:lnTo>
                <a:cubicBezTo>
                  <a:pt x="3771" y="21810"/>
                  <a:pt x="3728" y="21770"/>
                  <a:pt x="3726" y="21767"/>
                </a:cubicBezTo>
                <a:cubicBezTo>
                  <a:pt x="3654" y="21697"/>
                  <a:pt x="3589" y="21623"/>
                  <a:pt x="3522" y="21550"/>
                </a:cubicBezTo>
                <a:cubicBezTo>
                  <a:pt x="3508" y="21535"/>
                  <a:pt x="3497" y="21523"/>
                  <a:pt x="3487" y="21512"/>
                </a:cubicBezTo>
                <a:lnTo>
                  <a:pt x="3487" y="21512"/>
                </a:lnTo>
                <a:cubicBezTo>
                  <a:pt x="3484" y="21507"/>
                  <a:pt x="3479" y="21501"/>
                  <a:pt x="3474" y="21494"/>
                </a:cubicBezTo>
                <a:cubicBezTo>
                  <a:pt x="3419" y="21422"/>
                  <a:pt x="3365" y="21349"/>
                  <a:pt x="3314" y="21275"/>
                </a:cubicBezTo>
                <a:cubicBezTo>
                  <a:pt x="3205" y="21117"/>
                  <a:pt x="3102" y="20952"/>
                  <a:pt x="3007" y="20785"/>
                </a:cubicBezTo>
                <a:cubicBezTo>
                  <a:pt x="2931" y="20649"/>
                  <a:pt x="2868" y="20515"/>
                  <a:pt x="2779" y="20344"/>
                </a:cubicBezTo>
                <a:cubicBezTo>
                  <a:pt x="2748" y="20284"/>
                  <a:pt x="2728" y="20247"/>
                  <a:pt x="2717" y="20227"/>
                </a:cubicBezTo>
                <a:lnTo>
                  <a:pt x="2717" y="20227"/>
                </a:lnTo>
                <a:cubicBezTo>
                  <a:pt x="2679" y="20148"/>
                  <a:pt x="2641" y="20070"/>
                  <a:pt x="2605" y="19989"/>
                </a:cubicBezTo>
                <a:cubicBezTo>
                  <a:pt x="2351" y="19411"/>
                  <a:pt x="2266" y="19037"/>
                  <a:pt x="2194" y="18361"/>
                </a:cubicBezTo>
                <a:cubicBezTo>
                  <a:pt x="1887" y="15500"/>
                  <a:pt x="3049" y="12454"/>
                  <a:pt x="4320" y="9923"/>
                </a:cubicBezTo>
                <a:cubicBezTo>
                  <a:pt x="5638" y="7298"/>
                  <a:pt x="7329" y="4706"/>
                  <a:pt x="9493" y="2696"/>
                </a:cubicBezTo>
                <a:cubicBezTo>
                  <a:pt x="9857" y="2356"/>
                  <a:pt x="10252" y="2047"/>
                  <a:pt x="10671" y="1776"/>
                </a:cubicBezTo>
                <a:cubicBezTo>
                  <a:pt x="11456" y="1270"/>
                  <a:pt x="10251" y="1"/>
                  <a:pt x="940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2"/>
          <p:cNvSpPr/>
          <p:nvPr/>
        </p:nvSpPr>
        <p:spPr>
          <a:xfrm rot="-6559656">
            <a:off x="7722476" y="3963748"/>
            <a:ext cx="748466" cy="1751975"/>
          </a:xfrm>
          <a:custGeom>
            <a:rect b="b" l="l" r="r" t="t"/>
            <a:pathLst>
              <a:path extrusionOk="0" h="60464" w="25831">
                <a:moveTo>
                  <a:pt x="14353" y="21284"/>
                </a:moveTo>
                <a:cubicBezTo>
                  <a:pt x="14354" y="21284"/>
                  <a:pt x="14354" y="21284"/>
                  <a:pt x="14354" y="21284"/>
                </a:cubicBezTo>
                <a:cubicBezTo>
                  <a:pt x="14354" y="21284"/>
                  <a:pt x="14354" y="21284"/>
                  <a:pt x="14353" y="21284"/>
                </a:cubicBezTo>
                <a:close/>
                <a:moveTo>
                  <a:pt x="14972" y="22124"/>
                </a:moveTo>
                <a:cubicBezTo>
                  <a:pt x="14973" y="22126"/>
                  <a:pt x="14974" y="22128"/>
                  <a:pt x="14974" y="22130"/>
                </a:cubicBezTo>
                <a:lnTo>
                  <a:pt x="14974" y="22130"/>
                </a:lnTo>
                <a:cubicBezTo>
                  <a:pt x="14974" y="22128"/>
                  <a:pt x="14973" y="22126"/>
                  <a:pt x="14972" y="22124"/>
                </a:cubicBezTo>
                <a:close/>
                <a:moveTo>
                  <a:pt x="14144" y="21194"/>
                </a:moveTo>
                <a:cubicBezTo>
                  <a:pt x="14170" y="21203"/>
                  <a:pt x="14227" y="21221"/>
                  <a:pt x="14276" y="21236"/>
                </a:cubicBezTo>
                <a:lnTo>
                  <a:pt x="14276" y="21236"/>
                </a:lnTo>
                <a:cubicBezTo>
                  <a:pt x="14312" y="21272"/>
                  <a:pt x="14362" y="21305"/>
                  <a:pt x="14404" y="21335"/>
                </a:cubicBezTo>
                <a:cubicBezTo>
                  <a:pt x="14411" y="21341"/>
                  <a:pt x="14417" y="21345"/>
                  <a:pt x="14421" y="21347"/>
                </a:cubicBezTo>
                <a:lnTo>
                  <a:pt x="14421" y="21347"/>
                </a:lnTo>
                <a:cubicBezTo>
                  <a:pt x="14423" y="21349"/>
                  <a:pt x="14425" y="21352"/>
                  <a:pt x="14428" y="21354"/>
                </a:cubicBezTo>
                <a:cubicBezTo>
                  <a:pt x="14614" y="21565"/>
                  <a:pt x="14726" y="21709"/>
                  <a:pt x="14822" y="21872"/>
                </a:cubicBezTo>
                <a:cubicBezTo>
                  <a:pt x="14873" y="21958"/>
                  <a:pt x="14921" y="22046"/>
                  <a:pt x="14971" y="22134"/>
                </a:cubicBezTo>
                <a:cubicBezTo>
                  <a:pt x="14977" y="22145"/>
                  <a:pt x="14986" y="22167"/>
                  <a:pt x="14994" y="22184"/>
                </a:cubicBezTo>
                <a:lnTo>
                  <a:pt x="14994" y="22184"/>
                </a:lnTo>
                <a:cubicBezTo>
                  <a:pt x="15007" y="22225"/>
                  <a:pt x="15019" y="22267"/>
                  <a:pt x="15030" y="22308"/>
                </a:cubicBezTo>
                <a:cubicBezTo>
                  <a:pt x="15054" y="22396"/>
                  <a:pt x="15071" y="22485"/>
                  <a:pt x="15086" y="22573"/>
                </a:cubicBezTo>
                <a:cubicBezTo>
                  <a:pt x="15088" y="22587"/>
                  <a:pt x="15091" y="22624"/>
                  <a:pt x="15093" y="22643"/>
                </a:cubicBezTo>
                <a:lnTo>
                  <a:pt x="15093" y="22643"/>
                </a:lnTo>
                <a:cubicBezTo>
                  <a:pt x="15094" y="22677"/>
                  <a:pt x="15095" y="22713"/>
                  <a:pt x="15094" y="22746"/>
                </a:cubicBezTo>
                <a:cubicBezTo>
                  <a:pt x="15087" y="22963"/>
                  <a:pt x="15062" y="23180"/>
                  <a:pt x="15017" y="23393"/>
                </a:cubicBezTo>
                <a:cubicBezTo>
                  <a:pt x="14942" y="23741"/>
                  <a:pt x="14761" y="24150"/>
                  <a:pt x="14549" y="24538"/>
                </a:cubicBezTo>
                <a:cubicBezTo>
                  <a:pt x="13546" y="26367"/>
                  <a:pt x="11836" y="27877"/>
                  <a:pt x="10089" y="28978"/>
                </a:cubicBezTo>
                <a:cubicBezTo>
                  <a:pt x="9781" y="29172"/>
                  <a:pt x="9606" y="29280"/>
                  <a:pt x="9368" y="29395"/>
                </a:cubicBezTo>
                <a:lnTo>
                  <a:pt x="9368" y="29395"/>
                </a:lnTo>
                <a:cubicBezTo>
                  <a:pt x="9239" y="28649"/>
                  <a:pt x="9206" y="27758"/>
                  <a:pt x="9386" y="26920"/>
                </a:cubicBezTo>
                <a:cubicBezTo>
                  <a:pt x="9414" y="26780"/>
                  <a:pt x="9453" y="26641"/>
                  <a:pt x="9499" y="26505"/>
                </a:cubicBezTo>
                <a:cubicBezTo>
                  <a:pt x="9574" y="26289"/>
                  <a:pt x="9657" y="26075"/>
                  <a:pt x="9748" y="25864"/>
                </a:cubicBezTo>
                <a:cubicBezTo>
                  <a:pt x="9946" y="25406"/>
                  <a:pt x="10175" y="24960"/>
                  <a:pt x="10431" y="24529"/>
                </a:cubicBezTo>
                <a:cubicBezTo>
                  <a:pt x="10950" y="23648"/>
                  <a:pt x="11550" y="22826"/>
                  <a:pt x="12309" y="22147"/>
                </a:cubicBezTo>
                <a:cubicBezTo>
                  <a:pt x="12471" y="22001"/>
                  <a:pt x="12640" y="21864"/>
                  <a:pt x="12817" y="21735"/>
                </a:cubicBezTo>
                <a:cubicBezTo>
                  <a:pt x="12913" y="21666"/>
                  <a:pt x="13012" y="21600"/>
                  <a:pt x="13113" y="21537"/>
                </a:cubicBezTo>
                <a:cubicBezTo>
                  <a:pt x="13258" y="21444"/>
                  <a:pt x="13201" y="21477"/>
                  <a:pt x="13292" y="21434"/>
                </a:cubicBezTo>
                <a:cubicBezTo>
                  <a:pt x="13474" y="21350"/>
                  <a:pt x="13662" y="21279"/>
                  <a:pt x="13857" y="21227"/>
                </a:cubicBezTo>
                <a:cubicBezTo>
                  <a:pt x="13862" y="21225"/>
                  <a:pt x="13866" y="21224"/>
                  <a:pt x="13869" y="21223"/>
                </a:cubicBezTo>
                <a:lnTo>
                  <a:pt x="13869" y="21223"/>
                </a:lnTo>
                <a:cubicBezTo>
                  <a:pt x="13898" y="21219"/>
                  <a:pt x="13928" y="21214"/>
                  <a:pt x="13956" y="21212"/>
                </a:cubicBezTo>
                <a:cubicBezTo>
                  <a:pt x="14002" y="21209"/>
                  <a:pt x="14060" y="21209"/>
                  <a:pt x="14106" y="21201"/>
                </a:cubicBezTo>
                <a:lnTo>
                  <a:pt x="14106" y="21201"/>
                </a:lnTo>
                <a:cubicBezTo>
                  <a:pt x="14186" y="21216"/>
                  <a:pt x="14246" y="21232"/>
                  <a:pt x="14250" y="21232"/>
                </a:cubicBezTo>
                <a:cubicBezTo>
                  <a:pt x="14254" y="21232"/>
                  <a:pt x="14224" y="21222"/>
                  <a:pt x="14144" y="21194"/>
                </a:cubicBezTo>
                <a:lnTo>
                  <a:pt x="14144" y="21194"/>
                </a:lnTo>
                <a:cubicBezTo>
                  <a:pt x="14144" y="21194"/>
                  <a:pt x="14144" y="21194"/>
                  <a:pt x="14144" y="21194"/>
                </a:cubicBezTo>
                <a:close/>
                <a:moveTo>
                  <a:pt x="4782" y="29721"/>
                </a:moveTo>
                <a:cubicBezTo>
                  <a:pt x="4783" y="29721"/>
                  <a:pt x="4784" y="29721"/>
                  <a:pt x="4786" y="29722"/>
                </a:cubicBezTo>
                <a:lnTo>
                  <a:pt x="4786" y="29722"/>
                </a:lnTo>
                <a:cubicBezTo>
                  <a:pt x="4784" y="29721"/>
                  <a:pt x="4783" y="29721"/>
                  <a:pt x="4782" y="29721"/>
                </a:cubicBezTo>
                <a:close/>
                <a:moveTo>
                  <a:pt x="4807" y="29729"/>
                </a:moveTo>
                <a:cubicBezTo>
                  <a:pt x="4858" y="29748"/>
                  <a:pt x="4915" y="29780"/>
                  <a:pt x="4910" y="29780"/>
                </a:cubicBezTo>
                <a:cubicBezTo>
                  <a:pt x="4907" y="29780"/>
                  <a:pt x="4879" y="29767"/>
                  <a:pt x="4807" y="29729"/>
                </a:cubicBezTo>
                <a:close/>
                <a:moveTo>
                  <a:pt x="17346" y="35867"/>
                </a:moveTo>
                <a:cubicBezTo>
                  <a:pt x="17350" y="35867"/>
                  <a:pt x="17373" y="35889"/>
                  <a:pt x="17429" y="35954"/>
                </a:cubicBezTo>
                <a:lnTo>
                  <a:pt x="17429" y="35954"/>
                </a:lnTo>
                <a:cubicBezTo>
                  <a:pt x="17385" y="35925"/>
                  <a:pt x="17339" y="35867"/>
                  <a:pt x="17346" y="35867"/>
                </a:cubicBezTo>
                <a:close/>
                <a:moveTo>
                  <a:pt x="17569" y="36120"/>
                </a:moveTo>
                <a:cubicBezTo>
                  <a:pt x="17608" y="36168"/>
                  <a:pt x="17629" y="36219"/>
                  <a:pt x="17630" y="36232"/>
                </a:cubicBezTo>
                <a:lnTo>
                  <a:pt x="17630" y="36232"/>
                </a:lnTo>
                <a:cubicBezTo>
                  <a:pt x="17607" y="36195"/>
                  <a:pt x="17586" y="36158"/>
                  <a:pt x="17569" y="36120"/>
                </a:cubicBezTo>
                <a:close/>
                <a:moveTo>
                  <a:pt x="17781" y="36484"/>
                </a:moveTo>
                <a:lnTo>
                  <a:pt x="17781" y="36484"/>
                </a:lnTo>
                <a:cubicBezTo>
                  <a:pt x="17785" y="36496"/>
                  <a:pt x="17789" y="36508"/>
                  <a:pt x="17793" y="36519"/>
                </a:cubicBezTo>
                <a:lnTo>
                  <a:pt x="17793" y="36519"/>
                </a:lnTo>
                <a:cubicBezTo>
                  <a:pt x="17789" y="36509"/>
                  <a:pt x="17785" y="36497"/>
                  <a:pt x="17781" y="36484"/>
                </a:cubicBezTo>
                <a:close/>
                <a:moveTo>
                  <a:pt x="17796" y="36527"/>
                </a:moveTo>
                <a:cubicBezTo>
                  <a:pt x="17809" y="36560"/>
                  <a:pt x="17817" y="36584"/>
                  <a:pt x="17817" y="36584"/>
                </a:cubicBezTo>
                <a:cubicBezTo>
                  <a:pt x="17816" y="36584"/>
                  <a:pt x="17810" y="36567"/>
                  <a:pt x="17796" y="36527"/>
                </a:cubicBezTo>
                <a:close/>
                <a:moveTo>
                  <a:pt x="17985" y="37409"/>
                </a:moveTo>
                <a:cubicBezTo>
                  <a:pt x="17985" y="37411"/>
                  <a:pt x="17985" y="37413"/>
                  <a:pt x="17985" y="37414"/>
                </a:cubicBezTo>
                <a:cubicBezTo>
                  <a:pt x="17985" y="37413"/>
                  <a:pt x="17985" y="37411"/>
                  <a:pt x="17985" y="37409"/>
                </a:cubicBezTo>
                <a:close/>
                <a:moveTo>
                  <a:pt x="9734" y="1"/>
                </a:moveTo>
                <a:cubicBezTo>
                  <a:pt x="9543" y="1"/>
                  <a:pt x="9367" y="52"/>
                  <a:pt x="9231" y="170"/>
                </a:cubicBezTo>
                <a:lnTo>
                  <a:pt x="9231" y="173"/>
                </a:lnTo>
                <a:cubicBezTo>
                  <a:pt x="8296" y="981"/>
                  <a:pt x="7563" y="2042"/>
                  <a:pt x="6908" y="3084"/>
                </a:cubicBezTo>
                <a:cubicBezTo>
                  <a:pt x="6018" y="4499"/>
                  <a:pt x="5258" y="5999"/>
                  <a:pt x="4569" y="7521"/>
                </a:cubicBezTo>
                <a:cubicBezTo>
                  <a:pt x="2968" y="11066"/>
                  <a:pt x="1706" y="14822"/>
                  <a:pt x="986" y="18648"/>
                </a:cubicBezTo>
                <a:cubicBezTo>
                  <a:pt x="401" y="21749"/>
                  <a:pt x="0" y="25390"/>
                  <a:pt x="1411" y="28336"/>
                </a:cubicBezTo>
                <a:cubicBezTo>
                  <a:pt x="2074" y="29719"/>
                  <a:pt x="3230" y="30775"/>
                  <a:pt x="4652" y="31339"/>
                </a:cubicBezTo>
                <a:cubicBezTo>
                  <a:pt x="5448" y="31655"/>
                  <a:pt x="6286" y="31781"/>
                  <a:pt x="7129" y="31781"/>
                </a:cubicBezTo>
                <a:cubicBezTo>
                  <a:pt x="7534" y="31781"/>
                  <a:pt x="7940" y="31752"/>
                  <a:pt x="8343" y="31701"/>
                </a:cubicBezTo>
                <a:lnTo>
                  <a:pt x="8343" y="31701"/>
                </a:lnTo>
                <a:cubicBezTo>
                  <a:pt x="8977" y="32515"/>
                  <a:pt x="9817" y="33157"/>
                  <a:pt x="10776" y="33606"/>
                </a:cubicBezTo>
                <a:cubicBezTo>
                  <a:pt x="12086" y="34221"/>
                  <a:pt x="13477" y="34524"/>
                  <a:pt x="14870" y="34884"/>
                </a:cubicBezTo>
                <a:cubicBezTo>
                  <a:pt x="15477" y="35042"/>
                  <a:pt x="16061" y="35238"/>
                  <a:pt x="16650" y="35451"/>
                </a:cubicBezTo>
                <a:lnTo>
                  <a:pt x="16650" y="35451"/>
                </a:lnTo>
                <a:cubicBezTo>
                  <a:pt x="16700" y="35476"/>
                  <a:pt x="16752" y="35500"/>
                  <a:pt x="16803" y="35526"/>
                </a:cubicBezTo>
                <a:cubicBezTo>
                  <a:pt x="16925" y="35588"/>
                  <a:pt x="17039" y="35663"/>
                  <a:pt x="17158" y="35729"/>
                </a:cubicBezTo>
                <a:lnTo>
                  <a:pt x="17158" y="35729"/>
                </a:lnTo>
                <a:cubicBezTo>
                  <a:pt x="17208" y="35769"/>
                  <a:pt x="17259" y="35806"/>
                  <a:pt x="17308" y="35846"/>
                </a:cubicBezTo>
                <a:cubicBezTo>
                  <a:pt x="17345" y="35876"/>
                  <a:pt x="17387" y="35928"/>
                  <a:pt x="17430" y="35955"/>
                </a:cubicBezTo>
                <a:lnTo>
                  <a:pt x="17430" y="35955"/>
                </a:lnTo>
                <a:cubicBezTo>
                  <a:pt x="17473" y="36007"/>
                  <a:pt x="17517" y="36058"/>
                  <a:pt x="17560" y="36109"/>
                </a:cubicBezTo>
                <a:cubicBezTo>
                  <a:pt x="17563" y="36112"/>
                  <a:pt x="17566" y="36116"/>
                  <a:pt x="17569" y="36119"/>
                </a:cubicBezTo>
                <a:lnTo>
                  <a:pt x="17569" y="36119"/>
                </a:lnTo>
                <a:cubicBezTo>
                  <a:pt x="17565" y="36111"/>
                  <a:pt x="17562" y="36103"/>
                  <a:pt x="17559" y="36095"/>
                </a:cubicBezTo>
                <a:lnTo>
                  <a:pt x="17559" y="36095"/>
                </a:lnTo>
                <a:cubicBezTo>
                  <a:pt x="17562" y="36103"/>
                  <a:pt x="17566" y="36112"/>
                  <a:pt x="17569" y="36120"/>
                </a:cubicBezTo>
                <a:lnTo>
                  <a:pt x="17569" y="36120"/>
                </a:lnTo>
                <a:cubicBezTo>
                  <a:pt x="17569" y="36120"/>
                  <a:pt x="17569" y="36119"/>
                  <a:pt x="17569" y="36119"/>
                </a:cubicBezTo>
                <a:lnTo>
                  <a:pt x="17569" y="36119"/>
                </a:lnTo>
                <a:cubicBezTo>
                  <a:pt x="17604" y="36204"/>
                  <a:pt x="17623" y="36235"/>
                  <a:pt x="17628" y="36235"/>
                </a:cubicBezTo>
                <a:cubicBezTo>
                  <a:pt x="17629" y="36235"/>
                  <a:pt x="17630" y="36234"/>
                  <a:pt x="17630" y="36232"/>
                </a:cubicBezTo>
                <a:lnTo>
                  <a:pt x="17630" y="36232"/>
                </a:lnTo>
                <a:cubicBezTo>
                  <a:pt x="17675" y="36308"/>
                  <a:pt x="17727" y="36383"/>
                  <a:pt x="17765" y="36459"/>
                </a:cubicBezTo>
                <a:cubicBezTo>
                  <a:pt x="17777" y="36483"/>
                  <a:pt x="17787" y="36507"/>
                  <a:pt x="17796" y="36527"/>
                </a:cubicBezTo>
                <a:lnTo>
                  <a:pt x="17796" y="36527"/>
                </a:lnTo>
                <a:cubicBezTo>
                  <a:pt x="17815" y="36584"/>
                  <a:pt x="17835" y="36640"/>
                  <a:pt x="17851" y="36697"/>
                </a:cubicBezTo>
                <a:cubicBezTo>
                  <a:pt x="17896" y="36849"/>
                  <a:pt x="17931" y="37004"/>
                  <a:pt x="17955" y="37162"/>
                </a:cubicBezTo>
                <a:cubicBezTo>
                  <a:pt x="17965" y="37227"/>
                  <a:pt x="17973" y="37294"/>
                  <a:pt x="17980" y="37360"/>
                </a:cubicBezTo>
                <a:lnTo>
                  <a:pt x="17980" y="37360"/>
                </a:lnTo>
                <a:cubicBezTo>
                  <a:pt x="17978" y="37345"/>
                  <a:pt x="17977" y="37339"/>
                  <a:pt x="17977" y="37339"/>
                </a:cubicBezTo>
                <a:lnTo>
                  <a:pt x="17977" y="37339"/>
                </a:lnTo>
                <a:cubicBezTo>
                  <a:pt x="17975" y="37339"/>
                  <a:pt x="17986" y="37489"/>
                  <a:pt x="17988" y="37531"/>
                </a:cubicBezTo>
                <a:cubicBezTo>
                  <a:pt x="17992" y="37739"/>
                  <a:pt x="17985" y="37945"/>
                  <a:pt x="17968" y="38152"/>
                </a:cubicBezTo>
                <a:cubicBezTo>
                  <a:pt x="17926" y="38613"/>
                  <a:pt x="17849" y="39068"/>
                  <a:pt x="17738" y="39517"/>
                </a:cubicBezTo>
                <a:cubicBezTo>
                  <a:pt x="17100" y="42140"/>
                  <a:pt x="15452" y="44289"/>
                  <a:pt x="14164" y="46616"/>
                </a:cubicBezTo>
                <a:cubicBezTo>
                  <a:pt x="12796" y="49087"/>
                  <a:pt x="11733" y="51966"/>
                  <a:pt x="13044" y="54692"/>
                </a:cubicBezTo>
                <a:cubicBezTo>
                  <a:pt x="13768" y="56195"/>
                  <a:pt x="15054" y="57465"/>
                  <a:pt x="16581" y="58131"/>
                </a:cubicBezTo>
                <a:cubicBezTo>
                  <a:pt x="17907" y="58709"/>
                  <a:pt x="19330" y="58799"/>
                  <a:pt x="20752" y="58927"/>
                </a:cubicBezTo>
                <a:cubicBezTo>
                  <a:pt x="21083" y="58957"/>
                  <a:pt x="21414" y="58992"/>
                  <a:pt x="21743" y="59042"/>
                </a:cubicBezTo>
                <a:cubicBezTo>
                  <a:pt x="22019" y="59083"/>
                  <a:pt x="22345" y="59149"/>
                  <a:pt x="22477" y="59189"/>
                </a:cubicBezTo>
                <a:cubicBezTo>
                  <a:pt x="22634" y="59235"/>
                  <a:pt x="22787" y="59288"/>
                  <a:pt x="22941" y="59344"/>
                </a:cubicBezTo>
                <a:cubicBezTo>
                  <a:pt x="22960" y="59350"/>
                  <a:pt x="23053" y="59392"/>
                  <a:pt x="23056" y="59392"/>
                </a:cubicBezTo>
                <a:cubicBezTo>
                  <a:pt x="23056" y="59392"/>
                  <a:pt x="23056" y="59392"/>
                  <a:pt x="23056" y="59392"/>
                </a:cubicBezTo>
                <a:lnTo>
                  <a:pt x="23056" y="59392"/>
                </a:lnTo>
                <a:cubicBezTo>
                  <a:pt x="23108" y="59417"/>
                  <a:pt x="23159" y="59443"/>
                  <a:pt x="23209" y="59471"/>
                </a:cubicBezTo>
                <a:cubicBezTo>
                  <a:pt x="23396" y="59570"/>
                  <a:pt x="23589" y="59687"/>
                  <a:pt x="23771" y="59864"/>
                </a:cubicBezTo>
                <a:cubicBezTo>
                  <a:pt x="24085" y="60168"/>
                  <a:pt x="24534" y="60464"/>
                  <a:pt x="24991" y="60464"/>
                </a:cubicBezTo>
                <a:cubicBezTo>
                  <a:pt x="25105" y="60464"/>
                  <a:pt x="25219" y="60445"/>
                  <a:pt x="25332" y="60404"/>
                </a:cubicBezTo>
                <a:cubicBezTo>
                  <a:pt x="25831" y="60222"/>
                  <a:pt x="25805" y="59609"/>
                  <a:pt x="25462" y="59276"/>
                </a:cubicBezTo>
                <a:cubicBezTo>
                  <a:pt x="24319" y="58168"/>
                  <a:pt x="22955" y="57554"/>
                  <a:pt x="21386" y="57310"/>
                </a:cubicBezTo>
                <a:cubicBezTo>
                  <a:pt x="20177" y="57120"/>
                  <a:pt x="18802" y="57152"/>
                  <a:pt x="17685" y="56867"/>
                </a:cubicBezTo>
                <a:cubicBezTo>
                  <a:pt x="17163" y="56735"/>
                  <a:pt x="16720" y="56542"/>
                  <a:pt x="16335" y="56232"/>
                </a:cubicBezTo>
                <a:cubicBezTo>
                  <a:pt x="15864" y="55850"/>
                  <a:pt x="15431" y="55292"/>
                  <a:pt x="15132" y="54724"/>
                </a:cubicBezTo>
                <a:cubicBezTo>
                  <a:pt x="14560" y="53634"/>
                  <a:pt x="14539" y="52407"/>
                  <a:pt x="14801" y="51227"/>
                </a:cubicBezTo>
                <a:cubicBezTo>
                  <a:pt x="15392" y="48554"/>
                  <a:pt x="17202" y="46265"/>
                  <a:pt x="18517" y="43918"/>
                </a:cubicBezTo>
                <a:cubicBezTo>
                  <a:pt x="19477" y="42204"/>
                  <a:pt x="20305" y="40076"/>
                  <a:pt x="20188" y="38069"/>
                </a:cubicBezTo>
                <a:cubicBezTo>
                  <a:pt x="20097" y="36493"/>
                  <a:pt x="19294" y="35274"/>
                  <a:pt x="17977" y="34429"/>
                </a:cubicBezTo>
                <a:cubicBezTo>
                  <a:pt x="16899" y="33737"/>
                  <a:pt x="15619" y="33424"/>
                  <a:pt x="14391" y="33120"/>
                </a:cubicBezTo>
                <a:cubicBezTo>
                  <a:pt x="13766" y="32965"/>
                  <a:pt x="13142" y="32815"/>
                  <a:pt x="12528" y="32623"/>
                </a:cubicBezTo>
                <a:cubicBezTo>
                  <a:pt x="12220" y="32528"/>
                  <a:pt x="11915" y="32422"/>
                  <a:pt x="11616" y="32301"/>
                </a:cubicBezTo>
                <a:cubicBezTo>
                  <a:pt x="11582" y="32287"/>
                  <a:pt x="11538" y="32274"/>
                  <a:pt x="11497" y="32258"/>
                </a:cubicBezTo>
                <a:lnTo>
                  <a:pt x="11497" y="32258"/>
                </a:lnTo>
                <a:cubicBezTo>
                  <a:pt x="11475" y="32243"/>
                  <a:pt x="11451" y="32229"/>
                  <a:pt x="11429" y="32218"/>
                </a:cubicBezTo>
                <a:cubicBezTo>
                  <a:pt x="11285" y="32144"/>
                  <a:pt x="11140" y="32072"/>
                  <a:pt x="11001" y="31991"/>
                </a:cubicBezTo>
                <a:cubicBezTo>
                  <a:pt x="10944" y="31958"/>
                  <a:pt x="10888" y="31922"/>
                  <a:pt x="10831" y="31890"/>
                </a:cubicBezTo>
                <a:lnTo>
                  <a:pt x="10831" y="31890"/>
                </a:lnTo>
                <a:cubicBezTo>
                  <a:pt x="10713" y="31800"/>
                  <a:pt x="10593" y="31716"/>
                  <a:pt x="10480" y="31620"/>
                </a:cubicBezTo>
                <a:cubicBezTo>
                  <a:pt x="10448" y="31593"/>
                  <a:pt x="10416" y="31564"/>
                  <a:pt x="10384" y="31535"/>
                </a:cubicBezTo>
                <a:lnTo>
                  <a:pt x="10384" y="31535"/>
                </a:lnTo>
                <a:cubicBezTo>
                  <a:pt x="10399" y="31550"/>
                  <a:pt x="10405" y="31557"/>
                  <a:pt x="10404" y="31557"/>
                </a:cubicBezTo>
                <a:cubicBezTo>
                  <a:pt x="10401" y="31557"/>
                  <a:pt x="10378" y="31537"/>
                  <a:pt x="10337" y="31493"/>
                </a:cubicBezTo>
                <a:lnTo>
                  <a:pt x="10337" y="31493"/>
                </a:lnTo>
                <a:cubicBezTo>
                  <a:pt x="10353" y="31507"/>
                  <a:pt x="10368" y="31521"/>
                  <a:pt x="10384" y="31535"/>
                </a:cubicBezTo>
                <a:lnTo>
                  <a:pt x="10384" y="31535"/>
                </a:lnTo>
                <a:cubicBezTo>
                  <a:pt x="10372" y="31524"/>
                  <a:pt x="10356" y="31508"/>
                  <a:pt x="10333" y="31489"/>
                </a:cubicBezTo>
                <a:lnTo>
                  <a:pt x="10333" y="31489"/>
                </a:lnTo>
                <a:cubicBezTo>
                  <a:pt x="10335" y="31490"/>
                  <a:pt x="10336" y="31491"/>
                  <a:pt x="10337" y="31493"/>
                </a:cubicBezTo>
                <a:lnTo>
                  <a:pt x="10337" y="31493"/>
                </a:lnTo>
                <a:cubicBezTo>
                  <a:pt x="10324" y="31482"/>
                  <a:pt x="10312" y="31471"/>
                  <a:pt x="10300" y="31460"/>
                </a:cubicBezTo>
                <a:lnTo>
                  <a:pt x="10300" y="31460"/>
                </a:lnTo>
                <a:cubicBezTo>
                  <a:pt x="10312" y="31471"/>
                  <a:pt x="10323" y="31480"/>
                  <a:pt x="10333" y="31489"/>
                </a:cubicBezTo>
                <a:lnTo>
                  <a:pt x="10333" y="31489"/>
                </a:lnTo>
                <a:cubicBezTo>
                  <a:pt x="10329" y="31485"/>
                  <a:pt x="10325" y="31480"/>
                  <a:pt x="10320" y="31475"/>
                </a:cubicBezTo>
                <a:cubicBezTo>
                  <a:pt x="10275" y="31425"/>
                  <a:pt x="10232" y="31374"/>
                  <a:pt x="10190" y="31324"/>
                </a:cubicBezTo>
                <a:lnTo>
                  <a:pt x="10190" y="31324"/>
                </a:lnTo>
                <a:cubicBezTo>
                  <a:pt x="10339" y="31271"/>
                  <a:pt x="10485" y="31210"/>
                  <a:pt x="10629" y="31144"/>
                </a:cubicBezTo>
                <a:cubicBezTo>
                  <a:pt x="11084" y="30932"/>
                  <a:pt x="11526" y="30690"/>
                  <a:pt x="11948" y="30417"/>
                </a:cubicBezTo>
                <a:cubicBezTo>
                  <a:pt x="12907" y="29809"/>
                  <a:pt x="13797" y="29083"/>
                  <a:pt x="14600" y="28281"/>
                </a:cubicBezTo>
                <a:cubicBezTo>
                  <a:pt x="15988" y="26898"/>
                  <a:pt x="17752" y="24786"/>
                  <a:pt x="17218" y="22656"/>
                </a:cubicBezTo>
                <a:cubicBezTo>
                  <a:pt x="16773" y="20878"/>
                  <a:pt x="15040" y="19461"/>
                  <a:pt x="13254" y="19461"/>
                </a:cubicBezTo>
                <a:cubicBezTo>
                  <a:pt x="12761" y="19461"/>
                  <a:pt x="12264" y="19568"/>
                  <a:pt x="11788" y="19806"/>
                </a:cubicBezTo>
                <a:cubicBezTo>
                  <a:pt x="9881" y="20762"/>
                  <a:pt x="8485" y="22808"/>
                  <a:pt x="7660" y="24724"/>
                </a:cubicBezTo>
                <a:cubicBezTo>
                  <a:pt x="6966" y="26337"/>
                  <a:pt x="6845" y="28259"/>
                  <a:pt x="7404" y="29942"/>
                </a:cubicBezTo>
                <a:lnTo>
                  <a:pt x="7404" y="29942"/>
                </a:lnTo>
                <a:cubicBezTo>
                  <a:pt x="7265" y="29960"/>
                  <a:pt x="7126" y="29976"/>
                  <a:pt x="6988" y="29987"/>
                </a:cubicBezTo>
                <a:cubicBezTo>
                  <a:pt x="6817" y="30002"/>
                  <a:pt x="6646" y="30011"/>
                  <a:pt x="6475" y="30016"/>
                </a:cubicBezTo>
                <a:cubicBezTo>
                  <a:pt x="6454" y="30017"/>
                  <a:pt x="6432" y="30017"/>
                  <a:pt x="6411" y="30017"/>
                </a:cubicBezTo>
                <a:cubicBezTo>
                  <a:pt x="6373" y="30017"/>
                  <a:pt x="6336" y="30016"/>
                  <a:pt x="6298" y="30016"/>
                </a:cubicBezTo>
                <a:cubicBezTo>
                  <a:pt x="6263" y="30016"/>
                  <a:pt x="6229" y="30017"/>
                  <a:pt x="6194" y="30018"/>
                </a:cubicBezTo>
                <a:cubicBezTo>
                  <a:pt x="6185" y="30018"/>
                  <a:pt x="6178" y="30018"/>
                  <a:pt x="6172" y="30019"/>
                </a:cubicBezTo>
                <a:lnTo>
                  <a:pt x="6172" y="30019"/>
                </a:lnTo>
                <a:cubicBezTo>
                  <a:pt x="6159" y="30018"/>
                  <a:pt x="6143" y="30016"/>
                  <a:pt x="6124" y="30015"/>
                </a:cubicBezTo>
                <a:cubicBezTo>
                  <a:pt x="5962" y="30000"/>
                  <a:pt x="5801" y="29986"/>
                  <a:pt x="5641" y="29962"/>
                </a:cubicBezTo>
                <a:cubicBezTo>
                  <a:pt x="5569" y="29952"/>
                  <a:pt x="5497" y="29938"/>
                  <a:pt x="5425" y="29927"/>
                </a:cubicBezTo>
                <a:cubicBezTo>
                  <a:pt x="5404" y="29922"/>
                  <a:pt x="5383" y="29917"/>
                  <a:pt x="5361" y="29912"/>
                </a:cubicBezTo>
                <a:lnTo>
                  <a:pt x="5361" y="29912"/>
                </a:lnTo>
                <a:cubicBezTo>
                  <a:pt x="5235" y="29864"/>
                  <a:pt x="5095" y="29839"/>
                  <a:pt x="4967" y="29793"/>
                </a:cubicBezTo>
                <a:cubicBezTo>
                  <a:pt x="4912" y="29773"/>
                  <a:pt x="4859" y="29746"/>
                  <a:pt x="4805" y="29728"/>
                </a:cubicBezTo>
                <a:lnTo>
                  <a:pt x="4805" y="29728"/>
                </a:lnTo>
                <a:cubicBezTo>
                  <a:pt x="4801" y="29726"/>
                  <a:pt x="4796" y="29723"/>
                  <a:pt x="4791" y="29721"/>
                </a:cubicBezTo>
                <a:cubicBezTo>
                  <a:pt x="4681" y="29662"/>
                  <a:pt x="4573" y="29589"/>
                  <a:pt x="4462" y="29533"/>
                </a:cubicBezTo>
                <a:lnTo>
                  <a:pt x="4462" y="29533"/>
                </a:lnTo>
                <a:cubicBezTo>
                  <a:pt x="4409" y="29493"/>
                  <a:pt x="4355" y="29453"/>
                  <a:pt x="4304" y="29411"/>
                </a:cubicBezTo>
                <a:cubicBezTo>
                  <a:pt x="4255" y="29371"/>
                  <a:pt x="4209" y="29330"/>
                  <a:pt x="4161" y="29290"/>
                </a:cubicBezTo>
                <a:lnTo>
                  <a:pt x="4161" y="29290"/>
                </a:lnTo>
                <a:cubicBezTo>
                  <a:pt x="4074" y="29187"/>
                  <a:pt x="3976" y="29092"/>
                  <a:pt x="3890" y="28986"/>
                </a:cubicBezTo>
                <a:cubicBezTo>
                  <a:pt x="3852" y="28938"/>
                  <a:pt x="3816" y="28888"/>
                  <a:pt x="3776" y="28840"/>
                </a:cubicBezTo>
                <a:lnTo>
                  <a:pt x="3776" y="28840"/>
                </a:lnTo>
                <a:cubicBezTo>
                  <a:pt x="3704" y="28714"/>
                  <a:pt x="3621" y="28596"/>
                  <a:pt x="3552" y="28468"/>
                </a:cubicBezTo>
                <a:cubicBezTo>
                  <a:pt x="3483" y="28342"/>
                  <a:pt x="3417" y="28214"/>
                  <a:pt x="3358" y="28082"/>
                </a:cubicBezTo>
                <a:cubicBezTo>
                  <a:pt x="3330" y="28019"/>
                  <a:pt x="3304" y="27955"/>
                  <a:pt x="3277" y="27893"/>
                </a:cubicBezTo>
                <a:cubicBezTo>
                  <a:pt x="3275" y="27890"/>
                  <a:pt x="3274" y="27887"/>
                  <a:pt x="3272" y="27884"/>
                </a:cubicBezTo>
                <a:lnTo>
                  <a:pt x="3272" y="27884"/>
                </a:lnTo>
                <a:cubicBezTo>
                  <a:pt x="3263" y="27860"/>
                  <a:pt x="3255" y="27837"/>
                  <a:pt x="3246" y="27813"/>
                </a:cubicBezTo>
                <a:cubicBezTo>
                  <a:pt x="3031" y="27192"/>
                  <a:pt x="2881" y="26553"/>
                  <a:pt x="2798" y="25901"/>
                </a:cubicBezTo>
                <a:cubicBezTo>
                  <a:pt x="2774" y="25728"/>
                  <a:pt x="2756" y="25556"/>
                  <a:pt x="2738" y="25382"/>
                </a:cubicBezTo>
                <a:cubicBezTo>
                  <a:pt x="2736" y="25356"/>
                  <a:pt x="2734" y="25339"/>
                  <a:pt x="2733" y="25326"/>
                </a:cubicBezTo>
                <a:lnTo>
                  <a:pt x="2733" y="25326"/>
                </a:lnTo>
                <a:cubicBezTo>
                  <a:pt x="2733" y="25320"/>
                  <a:pt x="2732" y="25299"/>
                  <a:pt x="2729" y="25246"/>
                </a:cubicBezTo>
                <a:cubicBezTo>
                  <a:pt x="2722" y="25149"/>
                  <a:pt x="2716" y="25053"/>
                  <a:pt x="2713" y="24955"/>
                </a:cubicBezTo>
                <a:cubicBezTo>
                  <a:pt x="2694" y="24567"/>
                  <a:pt x="2690" y="24179"/>
                  <a:pt x="2698" y="23791"/>
                </a:cubicBezTo>
                <a:cubicBezTo>
                  <a:pt x="2719" y="22957"/>
                  <a:pt x="2783" y="22126"/>
                  <a:pt x="2890" y="21299"/>
                </a:cubicBezTo>
                <a:cubicBezTo>
                  <a:pt x="3357" y="17632"/>
                  <a:pt x="4406" y="14162"/>
                  <a:pt x="5766" y="10761"/>
                </a:cubicBezTo>
                <a:cubicBezTo>
                  <a:pt x="6900" y="7918"/>
                  <a:pt x="8229" y="4980"/>
                  <a:pt x="10153" y="2571"/>
                </a:cubicBezTo>
                <a:cubicBezTo>
                  <a:pt x="10192" y="2521"/>
                  <a:pt x="10232" y="2472"/>
                  <a:pt x="10272" y="2422"/>
                </a:cubicBezTo>
                <a:cubicBezTo>
                  <a:pt x="10293" y="2397"/>
                  <a:pt x="10316" y="2371"/>
                  <a:pt x="10337" y="2345"/>
                </a:cubicBezTo>
                <a:lnTo>
                  <a:pt x="10337" y="2345"/>
                </a:lnTo>
                <a:cubicBezTo>
                  <a:pt x="10410" y="2262"/>
                  <a:pt x="10484" y="2180"/>
                  <a:pt x="10560" y="2099"/>
                </a:cubicBezTo>
                <a:cubicBezTo>
                  <a:pt x="10715" y="1935"/>
                  <a:pt x="10876" y="1778"/>
                  <a:pt x="11047" y="1630"/>
                </a:cubicBezTo>
                <a:cubicBezTo>
                  <a:pt x="11750" y="1024"/>
                  <a:pt x="10588" y="1"/>
                  <a:pt x="973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2"/>
          <p:cNvSpPr/>
          <p:nvPr/>
        </p:nvSpPr>
        <p:spPr>
          <a:xfrm rot="8574695">
            <a:off x="237072" y="-36659"/>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2"/>
          <p:cNvSpPr/>
          <p:nvPr/>
        </p:nvSpPr>
        <p:spPr>
          <a:xfrm rot="10800000">
            <a:off x="76357" y="3780789"/>
            <a:ext cx="1054835" cy="1431162"/>
          </a:xfrm>
          <a:custGeom>
            <a:rect b="b" l="l" r="r" t="t"/>
            <a:pathLst>
              <a:path extrusionOk="0" h="49393" w="36405">
                <a:moveTo>
                  <a:pt x="14570" y="18820"/>
                </a:moveTo>
                <a:cubicBezTo>
                  <a:pt x="14571" y="18820"/>
                  <a:pt x="14584" y="18822"/>
                  <a:pt x="14618" y="18826"/>
                </a:cubicBezTo>
                <a:lnTo>
                  <a:pt x="14618" y="18826"/>
                </a:lnTo>
                <a:cubicBezTo>
                  <a:pt x="14592" y="18823"/>
                  <a:pt x="14569" y="18820"/>
                  <a:pt x="14570" y="18820"/>
                </a:cubicBezTo>
                <a:close/>
                <a:moveTo>
                  <a:pt x="14649" y="18829"/>
                </a:moveTo>
                <a:cubicBezTo>
                  <a:pt x="14656" y="18830"/>
                  <a:pt x="14663" y="18831"/>
                  <a:pt x="14671" y="18831"/>
                </a:cubicBezTo>
                <a:cubicBezTo>
                  <a:pt x="14664" y="18831"/>
                  <a:pt x="14656" y="18830"/>
                  <a:pt x="14649" y="18829"/>
                </a:cubicBezTo>
                <a:close/>
                <a:moveTo>
                  <a:pt x="4756" y="1"/>
                </a:moveTo>
                <a:cubicBezTo>
                  <a:pt x="4233" y="1"/>
                  <a:pt x="3605" y="121"/>
                  <a:pt x="3325" y="476"/>
                </a:cubicBezTo>
                <a:lnTo>
                  <a:pt x="3326" y="476"/>
                </a:lnTo>
                <a:cubicBezTo>
                  <a:pt x="2008" y="2142"/>
                  <a:pt x="1178" y="4142"/>
                  <a:pt x="699" y="6201"/>
                </a:cubicBezTo>
                <a:cubicBezTo>
                  <a:pt x="189" y="8379"/>
                  <a:pt x="0" y="10711"/>
                  <a:pt x="513" y="12908"/>
                </a:cubicBezTo>
                <a:cubicBezTo>
                  <a:pt x="1037" y="15152"/>
                  <a:pt x="2290" y="16981"/>
                  <a:pt x="4410" y="17964"/>
                </a:cubicBezTo>
                <a:cubicBezTo>
                  <a:pt x="5998" y="18700"/>
                  <a:pt x="7727" y="18857"/>
                  <a:pt x="9460" y="18857"/>
                </a:cubicBezTo>
                <a:cubicBezTo>
                  <a:pt x="10349" y="18857"/>
                  <a:pt x="11239" y="18815"/>
                  <a:pt x="12111" y="18790"/>
                </a:cubicBezTo>
                <a:cubicBezTo>
                  <a:pt x="12453" y="18779"/>
                  <a:pt x="12794" y="18772"/>
                  <a:pt x="13136" y="18772"/>
                </a:cubicBezTo>
                <a:cubicBezTo>
                  <a:pt x="13425" y="18772"/>
                  <a:pt x="13714" y="18777"/>
                  <a:pt x="14003" y="18790"/>
                </a:cubicBezTo>
                <a:cubicBezTo>
                  <a:pt x="14159" y="18796"/>
                  <a:pt x="14314" y="18804"/>
                  <a:pt x="14471" y="18815"/>
                </a:cubicBezTo>
                <a:cubicBezTo>
                  <a:pt x="14524" y="18819"/>
                  <a:pt x="14579" y="18823"/>
                  <a:pt x="14634" y="18828"/>
                </a:cubicBezTo>
                <a:lnTo>
                  <a:pt x="14634" y="18828"/>
                </a:lnTo>
                <a:cubicBezTo>
                  <a:pt x="14656" y="18831"/>
                  <a:pt x="14684" y="18835"/>
                  <a:pt x="14720" y="18839"/>
                </a:cubicBezTo>
                <a:cubicBezTo>
                  <a:pt x="15027" y="18879"/>
                  <a:pt x="15332" y="18924"/>
                  <a:pt x="15635" y="18988"/>
                </a:cubicBezTo>
                <a:cubicBezTo>
                  <a:pt x="16640" y="19200"/>
                  <a:pt x="17890" y="19807"/>
                  <a:pt x="18695" y="20664"/>
                </a:cubicBezTo>
                <a:cubicBezTo>
                  <a:pt x="19527" y="21549"/>
                  <a:pt x="20224" y="22576"/>
                  <a:pt x="20570" y="23749"/>
                </a:cubicBezTo>
                <a:cubicBezTo>
                  <a:pt x="20886" y="24819"/>
                  <a:pt x="20955" y="25940"/>
                  <a:pt x="20971" y="27052"/>
                </a:cubicBezTo>
                <a:cubicBezTo>
                  <a:pt x="20990" y="28322"/>
                  <a:pt x="20957" y="29591"/>
                  <a:pt x="21038" y="30859"/>
                </a:cubicBezTo>
                <a:cubicBezTo>
                  <a:pt x="21109" y="31947"/>
                  <a:pt x="21323" y="33040"/>
                  <a:pt x="21492" y="34117"/>
                </a:cubicBezTo>
                <a:cubicBezTo>
                  <a:pt x="21808" y="36134"/>
                  <a:pt x="22180" y="38161"/>
                  <a:pt x="22863" y="40093"/>
                </a:cubicBezTo>
                <a:cubicBezTo>
                  <a:pt x="23527" y="41973"/>
                  <a:pt x="24467" y="43754"/>
                  <a:pt x="25866" y="45194"/>
                </a:cubicBezTo>
                <a:cubicBezTo>
                  <a:pt x="27515" y="46892"/>
                  <a:pt x="29609" y="48042"/>
                  <a:pt x="31850" y="48764"/>
                </a:cubicBezTo>
                <a:cubicBezTo>
                  <a:pt x="32564" y="48994"/>
                  <a:pt x="33293" y="49180"/>
                  <a:pt x="34025" y="49343"/>
                </a:cubicBezTo>
                <a:cubicBezTo>
                  <a:pt x="34171" y="49376"/>
                  <a:pt x="34339" y="49393"/>
                  <a:pt x="34515" y="49393"/>
                </a:cubicBezTo>
                <a:cubicBezTo>
                  <a:pt x="35034" y="49393"/>
                  <a:pt x="35624" y="49242"/>
                  <a:pt x="35945" y="48906"/>
                </a:cubicBezTo>
                <a:cubicBezTo>
                  <a:pt x="36405" y="48427"/>
                  <a:pt x="35742" y="48132"/>
                  <a:pt x="35343" y="48042"/>
                </a:cubicBezTo>
                <a:cubicBezTo>
                  <a:pt x="33117" y="47542"/>
                  <a:pt x="30972" y="46657"/>
                  <a:pt x="29210" y="45162"/>
                </a:cubicBezTo>
                <a:cubicBezTo>
                  <a:pt x="27772" y="43941"/>
                  <a:pt x="26721" y="42297"/>
                  <a:pt x="25997" y="40569"/>
                </a:cubicBezTo>
                <a:cubicBezTo>
                  <a:pt x="25240" y="38761"/>
                  <a:pt x="24837" y="36808"/>
                  <a:pt x="24506" y="34883"/>
                </a:cubicBezTo>
                <a:cubicBezTo>
                  <a:pt x="24332" y="33863"/>
                  <a:pt x="24182" y="32837"/>
                  <a:pt x="24032" y="31813"/>
                </a:cubicBezTo>
                <a:cubicBezTo>
                  <a:pt x="23850" y="30583"/>
                  <a:pt x="23821" y="29356"/>
                  <a:pt x="23820" y="28115"/>
                </a:cubicBezTo>
                <a:cubicBezTo>
                  <a:pt x="23818" y="25859"/>
                  <a:pt x="23799" y="23608"/>
                  <a:pt x="22609" y="21606"/>
                </a:cubicBezTo>
                <a:cubicBezTo>
                  <a:pt x="21187" y="19216"/>
                  <a:pt x="18762" y="17862"/>
                  <a:pt x="16038" y="17537"/>
                </a:cubicBezTo>
                <a:cubicBezTo>
                  <a:pt x="15248" y="17443"/>
                  <a:pt x="14457" y="17412"/>
                  <a:pt x="13665" y="17412"/>
                </a:cubicBezTo>
                <a:cubicBezTo>
                  <a:pt x="13152" y="17412"/>
                  <a:pt x="12639" y="17425"/>
                  <a:pt x="12124" y="17443"/>
                </a:cubicBezTo>
                <a:cubicBezTo>
                  <a:pt x="11515" y="17466"/>
                  <a:pt x="10907" y="17489"/>
                  <a:pt x="10298" y="17494"/>
                </a:cubicBezTo>
                <a:cubicBezTo>
                  <a:pt x="10236" y="17495"/>
                  <a:pt x="10174" y="17495"/>
                  <a:pt x="10111" y="17495"/>
                </a:cubicBezTo>
                <a:cubicBezTo>
                  <a:pt x="9884" y="17495"/>
                  <a:pt x="9657" y="17492"/>
                  <a:pt x="9429" y="17485"/>
                </a:cubicBezTo>
                <a:cubicBezTo>
                  <a:pt x="9274" y="17480"/>
                  <a:pt x="9119" y="17472"/>
                  <a:pt x="8966" y="17464"/>
                </a:cubicBezTo>
                <a:cubicBezTo>
                  <a:pt x="8913" y="17460"/>
                  <a:pt x="8629" y="17434"/>
                  <a:pt x="8602" y="17434"/>
                </a:cubicBezTo>
                <a:cubicBezTo>
                  <a:pt x="8594" y="17434"/>
                  <a:pt x="8608" y="17436"/>
                  <a:pt x="8656" y="17442"/>
                </a:cubicBezTo>
                <a:cubicBezTo>
                  <a:pt x="8063" y="17371"/>
                  <a:pt x="7584" y="17285"/>
                  <a:pt x="7114" y="17128"/>
                </a:cubicBezTo>
                <a:cubicBezTo>
                  <a:pt x="6585" y="16956"/>
                  <a:pt x="6084" y="16707"/>
                  <a:pt x="5625" y="16392"/>
                </a:cubicBezTo>
                <a:cubicBezTo>
                  <a:pt x="4850" y="15860"/>
                  <a:pt x="4275" y="15020"/>
                  <a:pt x="3874" y="14167"/>
                </a:cubicBezTo>
                <a:cubicBezTo>
                  <a:pt x="2983" y="12275"/>
                  <a:pt x="2927" y="10002"/>
                  <a:pt x="3176" y="7962"/>
                </a:cubicBezTo>
                <a:cubicBezTo>
                  <a:pt x="3430" y="5869"/>
                  <a:pt x="4087" y="3764"/>
                  <a:pt x="5152" y="1939"/>
                </a:cubicBezTo>
                <a:cubicBezTo>
                  <a:pt x="5360" y="1578"/>
                  <a:pt x="5592" y="1233"/>
                  <a:pt x="5847" y="906"/>
                </a:cubicBezTo>
                <a:cubicBezTo>
                  <a:pt x="6232" y="418"/>
                  <a:pt x="5708" y="123"/>
                  <a:pt x="5245" y="40"/>
                </a:cubicBezTo>
                <a:cubicBezTo>
                  <a:pt x="5108" y="15"/>
                  <a:pt x="4938" y="1"/>
                  <a:pt x="475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2"/>
          <p:cNvSpPr/>
          <p:nvPr/>
        </p:nvSpPr>
        <p:spPr>
          <a:xfrm rot="10800000">
            <a:off x="-154797" y="1212214"/>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2"/>
          <p:cNvSpPr/>
          <p:nvPr/>
        </p:nvSpPr>
        <p:spPr>
          <a:xfrm rot="10800000">
            <a:off x="8835728" y="3064414"/>
            <a:ext cx="463049" cy="786208"/>
          </a:xfrm>
          <a:custGeom>
            <a:rect b="b" l="l" r="r" t="t"/>
            <a:pathLst>
              <a:path extrusionOk="0" h="27134" w="15981">
                <a:moveTo>
                  <a:pt x="7190" y="14865"/>
                </a:moveTo>
                <a:lnTo>
                  <a:pt x="7180" y="14871"/>
                </a:lnTo>
                <a:lnTo>
                  <a:pt x="7180" y="14871"/>
                </a:lnTo>
                <a:cubicBezTo>
                  <a:pt x="7185" y="14868"/>
                  <a:pt x="7188" y="14866"/>
                  <a:pt x="7190" y="14865"/>
                </a:cubicBezTo>
                <a:close/>
                <a:moveTo>
                  <a:pt x="2881" y="21722"/>
                </a:moveTo>
                <a:cubicBezTo>
                  <a:pt x="2871" y="21757"/>
                  <a:pt x="2867" y="21770"/>
                  <a:pt x="2867" y="21770"/>
                </a:cubicBezTo>
                <a:cubicBezTo>
                  <a:pt x="2867" y="21770"/>
                  <a:pt x="2874" y="21744"/>
                  <a:pt x="2881" y="21722"/>
                </a:cubicBezTo>
                <a:close/>
                <a:moveTo>
                  <a:pt x="14455" y="0"/>
                </a:moveTo>
                <a:cubicBezTo>
                  <a:pt x="14202" y="0"/>
                  <a:pt x="13948" y="49"/>
                  <a:pt x="13799" y="99"/>
                </a:cubicBezTo>
                <a:cubicBezTo>
                  <a:pt x="13337" y="254"/>
                  <a:pt x="12754" y="641"/>
                  <a:pt x="12862" y="1200"/>
                </a:cubicBezTo>
                <a:lnTo>
                  <a:pt x="12862" y="1198"/>
                </a:lnTo>
                <a:cubicBezTo>
                  <a:pt x="13145" y="2655"/>
                  <a:pt x="13322" y="4133"/>
                  <a:pt x="13276" y="5620"/>
                </a:cubicBezTo>
                <a:cubicBezTo>
                  <a:pt x="13259" y="6238"/>
                  <a:pt x="13198" y="6853"/>
                  <a:pt x="13094" y="7464"/>
                </a:cubicBezTo>
                <a:cubicBezTo>
                  <a:pt x="13001" y="8000"/>
                  <a:pt x="12872" y="8502"/>
                  <a:pt x="12738" y="8889"/>
                </a:cubicBezTo>
                <a:cubicBezTo>
                  <a:pt x="12580" y="9350"/>
                  <a:pt x="12383" y="9798"/>
                  <a:pt x="12155" y="10229"/>
                </a:cubicBezTo>
                <a:cubicBezTo>
                  <a:pt x="12051" y="10424"/>
                  <a:pt x="11939" y="10612"/>
                  <a:pt x="11822" y="10801"/>
                </a:cubicBezTo>
                <a:cubicBezTo>
                  <a:pt x="11798" y="10840"/>
                  <a:pt x="11783" y="10864"/>
                  <a:pt x="11775" y="10878"/>
                </a:cubicBezTo>
                <a:lnTo>
                  <a:pt x="11775" y="10878"/>
                </a:lnTo>
                <a:cubicBezTo>
                  <a:pt x="11766" y="10890"/>
                  <a:pt x="11749" y="10913"/>
                  <a:pt x="11719" y="10956"/>
                </a:cubicBezTo>
                <a:cubicBezTo>
                  <a:pt x="11650" y="11053"/>
                  <a:pt x="11581" y="11151"/>
                  <a:pt x="11509" y="11245"/>
                </a:cubicBezTo>
                <a:cubicBezTo>
                  <a:pt x="11239" y="11600"/>
                  <a:pt x="10949" y="11937"/>
                  <a:pt x="10637" y="12255"/>
                </a:cubicBezTo>
                <a:cubicBezTo>
                  <a:pt x="10556" y="12338"/>
                  <a:pt x="10472" y="12418"/>
                  <a:pt x="10391" y="12499"/>
                </a:cubicBezTo>
                <a:cubicBezTo>
                  <a:pt x="10459" y="12431"/>
                  <a:pt x="10484" y="12406"/>
                  <a:pt x="10483" y="12406"/>
                </a:cubicBezTo>
                <a:lnTo>
                  <a:pt x="10483" y="12406"/>
                </a:lnTo>
                <a:cubicBezTo>
                  <a:pt x="10482" y="12406"/>
                  <a:pt x="10350" y="12535"/>
                  <a:pt x="10313" y="12569"/>
                </a:cubicBezTo>
                <a:cubicBezTo>
                  <a:pt x="10142" y="12724"/>
                  <a:pt x="9966" y="12876"/>
                  <a:pt x="9789" y="13021"/>
                </a:cubicBezTo>
                <a:cubicBezTo>
                  <a:pt x="9102" y="13587"/>
                  <a:pt x="8370" y="14092"/>
                  <a:pt x="7629" y="14579"/>
                </a:cubicBezTo>
                <a:cubicBezTo>
                  <a:pt x="7455" y="14692"/>
                  <a:pt x="7281" y="14806"/>
                  <a:pt x="7108" y="14919"/>
                </a:cubicBezTo>
                <a:cubicBezTo>
                  <a:pt x="7080" y="14937"/>
                  <a:pt x="7064" y="14947"/>
                  <a:pt x="7056" y="14953"/>
                </a:cubicBezTo>
                <a:lnTo>
                  <a:pt x="7056" y="14953"/>
                </a:lnTo>
                <a:lnTo>
                  <a:pt x="7180" y="14871"/>
                </a:lnTo>
                <a:lnTo>
                  <a:pt x="7180" y="14871"/>
                </a:lnTo>
                <a:cubicBezTo>
                  <a:pt x="7147" y="14893"/>
                  <a:pt x="7049" y="14957"/>
                  <a:pt x="7049" y="14957"/>
                </a:cubicBezTo>
                <a:cubicBezTo>
                  <a:pt x="7049" y="14957"/>
                  <a:pt x="7051" y="14955"/>
                  <a:pt x="7056" y="14953"/>
                </a:cubicBezTo>
                <a:lnTo>
                  <a:pt x="7056" y="14953"/>
                </a:lnTo>
                <a:lnTo>
                  <a:pt x="7046" y="14959"/>
                </a:lnTo>
                <a:lnTo>
                  <a:pt x="6530" y="15291"/>
                </a:lnTo>
                <a:cubicBezTo>
                  <a:pt x="6166" y="15526"/>
                  <a:pt x="5803" y="15761"/>
                  <a:pt x="5445" y="16004"/>
                </a:cubicBezTo>
                <a:cubicBezTo>
                  <a:pt x="3923" y="17034"/>
                  <a:pt x="2501" y="18220"/>
                  <a:pt x="1502" y="19781"/>
                </a:cubicBezTo>
                <a:cubicBezTo>
                  <a:pt x="172" y="21859"/>
                  <a:pt x="1" y="24332"/>
                  <a:pt x="291" y="26723"/>
                </a:cubicBezTo>
                <a:cubicBezTo>
                  <a:pt x="330" y="27041"/>
                  <a:pt x="683" y="27133"/>
                  <a:pt x="1039" y="27133"/>
                </a:cubicBezTo>
                <a:cubicBezTo>
                  <a:pt x="1300" y="27133"/>
                  <a:pt x="1563" y="27083"/>
                  <a:pt x="1702" y="27036"/>
                </a:cubicBezTo>
                <a:cubicBezTo>
                  <a:pt x="2196" y="26870"/>
                  <a:pt x="2707" y="26503"/>
                  <a:pt x="2638" y="25936"/>
                </a:cubicBezTo>
                <a:cubicBezTo>
                  <a:pt x="2502" y="24818"/>
                  <a:pt x="2499" y="23669"/>
                  <a:pt x="2692" y="22557"/>
                </a:cubicBezTo>
                <a:cubicBezTo>
                  <a:pt x="2734" y="22316"/>
                  <a:pt x="2790" y="22079"/>
                  <a:pt x="2847" y="21841"/>
                </a:cubicBezTo>
                <a:cubicBezTo>
                  <a:pt x="2859" y="21799"/>
                  <a:pt x="2871" y="21757"/>
                  <a:pt x="2883" y="21714"/>
                </a:cubicBezTo>
                <a:lnTo>
                  <a:pt x="2883" y="21714"/>
                </a:lnTo>
                <a:cubicBezTo>
                  <a:pt x="2885" y="21706"/>
                  <a:pt x="2887" y="21699"/>
                  <a:pt x="2889" y="21694"/>
                </a:cubicBezTo>
                <a:cubicBezTo>
                  <a:pt x="2934" y="21555"/>
                  <a:pt x="2980" y="21420"/>
                  <a:pt x="3030" y="21284"/>
                </a:cubicBezTo>
                <a:cubicBezTo>
                  <a:pt x="3183" y="20873"/>
                  <a:pt x="3371" y="20477"/>
                  <a:pt x="3593" y="20098"/>
                </a:cubicBezTo>
                <a:cubicBezTo>
                  <a:pt x="3643" y="20012"/>
                  <a:pt x="3697" y="19928"/>
                  <a:pt x="3750" y="19841"/>
                </a:cubicBezTo>
                <a:cubicBezTo>
                  <a:pt x="3751" y="19840"/>
                  <a:pt x="3751" y="19840"/>
                  <a:pt x="3752" y="19839"/>
                </a:cubicBezTo>
                <a:lnTo>
                  <a:pt x="3752" y="19839"/>
                </a:lnTo>
                <a:cubicBezTo>
                  <a:pt x="3773" y="19806"/>
                  <a:pt x="3796" y="19774"/>
                  <a:pt x="3819" y="19742"/>
                </a:cubicBezTo>
                <a:cubicBezTo>
                  <a:pt x="3945" y="19562"/>
                  <a:pt x="4079" y="19388"/>
                  <a:pt x="4220" y="19218"/>
                </a:cubicBezTo>
                <a:cubicBezTo>
                  <a:pt x="4346" y="19066"/>
                  <a:pt x="4477" y="18919"/>
                  <a:pt x="4613" y="18776"/>
                </a:cubicBezTo>
                <a:cubicBezTo>
                  <a:pt x="4688" y="18696"/>
                  <a:pt x="4763" y="18618"/>
                  <a:pt x="4841" y="18541"/>
                </a:cubicBezTo>
                <a:cubicBezTo>
                  <a:pt x="4872" y="18511"/>
                  <a:pt x="4903" y="18480"/>
                  <a:pt x="4935" y="18450"/>
                </a:cubicBezTo>
                <a:cubicBezTo>
                  <a:pt x="4936" y="18449"/>
                  <a:pt x="4938" y="18448"/>
                  <a:pt x="4939" y="18447"/>
                </a:cubicBezTo>
                <a:lnTo>
                  <a:pt x="4939" y="18447"/>
                </a:lnTo>
                <a:cubicBezTo>
                  <a:pt x="5577" y="17885"/>
                  <a:pt x="6250" y="17362"/>
                  <a:pt x="6955" y="16883"/>
                </a:cubicBezTo>
                <a:cubicBezTo>
                  <a:pt x="7321" y="16633"/>
                  <a:pt x="7693" y="16392"/>
                  <a:pt x="8065" y="16151"/>
                </a:cubicBezTo>
                <a:cubicBezTo>
                  <a:pt x="8070" y="16148"/>
                  <a:pt x="8075" y="16145"/>
                  <a:pt x="8078" y="16142"/>
                </a:cubicBezTo>
                <a:lnTo>
                  <a:pt x="8078" y="16142"/>
                </a:lnTo>
                <a:cubicBezTo>
                  <a:pt x="8084" y="16138"/>
                  <a:pt x="8090" y="16134"/>
                  <a:pt x="8097" y="16130"/>
                </a:cubicBezTo>
                <a:lnTo>
                  <a:pt x="8586" y="15817"/>
                </a:lnTo>
                <a:cubicBezTo>
                  <a:pt x="8779" y="15692"/>
                  <a:pt x="8972" y="15566"/>
                  <a:pt x="9164" y="15440"/>
                </a:cubicBezTo>
                <a:cubicBezTo>
                  <a:pt x="9897" y="14961"/>
                  <a:pt x="10623" y="14464"/>
                  <a:pt x="11302" y="13911"/>
                </a:cubicBezTo>
                <a:cubicBezTo>
                  <a:pt x="12829" y="12670"/>
                  <a:pt x="14140" y="11143"/>
                  <a:pt x="14867" y="9294"/>
                </a:cubicBezTo>
                <a:cubicBezTo>
                  <a:pt x="15981" y="6464"/>
                  <a:pt x="15776" y="3342"/>
                  <a:pt x="15211" y="412"/>
                </a:cubicBezTo>
                <a:cubicBezTo>
                  <a:pt x="15149" y="94"/>
                  <a:pt x="14803" y="0"/>
                  <a:pt x="144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2"/>
          <p:cNvSpPr/>
          <p:nvPr/>
        </p:nvSpPr>
        <p:spPr>
          <a:xfrm rot="8574695">
            <a:off x="237072" y="3595216"/>
            <a:ext cx="435765" cy="1423073"/>
          </a:xfrm>
          <a:custGeom>
            <a:rect b="b" l="l" r="r" t="t"/>
            <a:pathLst>
              <a:path extrusionOk="0" h="49116" w="15040">
                <a:moveTo>
                  <a:pt x="2622" y="0"/>
                </a:moveTo>
                <a:cubicBezTo>
                  <a:pt x="2279" y="0"/>
                  <a:pt x="1966" y="93"/>
                  <a:pt x="1911" y="396"/>
                </a:cubicBezTo>
                <a:lnTo>
                  <a:pt x="1909" y="396"/>
                </a:lnTo>
                <a:cubicBezTo>
                  <a:pt x="1170" y="4445"/>
                  <a:pt x="0" y="8600"/>
                  <a:pt x="387" y="12750"/>
                </a:cubicBezTo>
                <a:cubicBezTo>
                  <a:pt x="561" y="14618"/>
                  <a:pt x="1107" y="16551"/>
                  <a:pt x="2154" y="18121"/>
                </a:cubicBezTo>
                <a:cubicBezTo>
                  <a:pt x="2937" y="19295"/>
                  <a:pt x="4098" y="20091"/>
                  <a:pt x="5333" y="20727"/>
                </a:cubicBezTo>
                <a:cubicBezTo>
                  <a:pt x="5897" y="21017"/>
                  <a:pt x="6464" y="21298"/>
                  <a:pt x="7006" y="21629"/>
                </a:cubicBezTo>
                <a:cubicBezTo>
                  <a:pt x="7157" y="21722"/>
                  <a:pt x="7306" y="21818"/>
                  <a:pt x="7453" y="21917"/>
                </a:cubicBezTo>
                <a:cubicBezTo>
                  <a:pt x="7485" y="21938"/>
                  <a:pt x="7517" y="21961"/>
                  <a:pt x="7548" y="21983"/>
                </a:cubicBezTo>
                <a:lnTo>
                  <a:pt x="7548" y="21983"/>
                </a:lnTo>
                <a:cubicBezTo>
                  <a:pt x="7581" y="22006"/>
                  <a:pt x="7646" y="22053"/>
                  <a:pt x="7673" y="22075"/>
                </a:cubicBezTo>
                <a:cubicBezTo>
                  <a:pt x="8022" y="22350"/>
                  <a:pt x="8354" y="22636"/>
                  <a:pt x="8675" y="22942"/>
                </a:cubicBezTo>
                <a:cubicBezTo>
                  <a:pt x="9261" y="23505"/>
                  <a:pt x="9958" y="24216"/>
                  <a:pt x="10290" y="24815"/>
                </a:cubicBezTo>
                <a:cubicBezTo>
                  <a:pt x="10641" y="25447"/>
                  <a:pt x="10772" y="25871"/>
                  <a:pt x="10764" y="26580"/>
                </a:cubicBezTo>
                <a:cubicBezTo>
                  <a:pt x="10758" y="27147"/>
                  <a:pt x="10613" y="27661"/>
                  <a:pt x="10386" y="28272"/>
                </a:cubicBezTo>
                <a:cubicBezTo>
                  <a:pt x="10124" y="28975"/>
                  <a:pt x="9796" y="29652"/>
                  <a:pt x="9488" y="30336"/>
                </a:cubicBezTo>
                <a:cubicBezTo>
                  <a:pt x="8680" y="32128"/>
                  <a:pt x="8081" y="33925"/>
                  <a:pt x="7886" y="35895"/>
                </a:cubicBezTo>
                <a:cubicBezTo>
                  <a:pt x="7421" y="40569"/>
                  <a:pt x="9649" y="44705"/>
                  <a:pt x="12362" y="48335"/>
                </a:cubicBezTo>
                <a:cubicBezTo>
                  <a:pt x="12712" y="48804"/>
                  <a:pt x="13393" y="49116"/>
                  <a:pt x="13996" y="49116"/>
                </a:cubicBezTo>
                <a:cubicBezTo>
                  <a:pt x="14077" y="49116"/>
                  <a:pt x="14156" y="49110"/>
                  <a:pt x="14233" y="49099"/>
                </a:cubicBezTo>
                <a:cubicBezTo>
                  <a:pt x="14838" y="49007"/>
                  <a:pt x="15039" y="48506"/>
                  <a:pt x="14674" y="48017"/>
                </a:cubicBezTo>
                <a:cubicBezTo>
                  <a:pt x="12375" y="44940"/>
                  <a:pt x="10450" y="41528"/>
                  <a:pt x="10539" y="37574"/>
                </a:cubicBezTo>
                <a:cubicBezTo>
                  <a:pt x="10582" y="35627"/>
                  <a:pt x="11092" y="33807"/>
                  <a:pt x="11860" y="32032"/>
                </a:cubicBezTo>
                <a:cubicBezTo>
                  <a:pt x="12415" y="30756"/>
                  <a:pt x="13130" y="29495"/>
                  <a:pt x="13381" y="28113"/>
                </a:cubicBezTo>
                <a:cubicBezTo>
                  <a:pt x="13662" y="26562"/>
                  <a:pt x="13156" y="25164"/>
                  <a:pt x="12210" y="23930"/>
                </a:cubicBezTo>
                <a:cubicBezTo>
                  <a:pt x="11103" y="22484"/>
                  <a:pt x="9622" y="21198"/>
                  <a:pt x="8047" y="20286"/>
                </a:cubicBezTo>
                <a:cubicBezTo>
                  <a:pt x="7510" y="19976"/>
                  <a:pt x="6951" y="19707"/>
                  <a:pt x="6403" y="19418"/>
                </a:cubicBezTo>
                <a:cubicBezTo>
                  <a:pt x="6175" y="19298"/>
                  <a:pt x="5948" y="19174"/>
                  <a:pt x="5729" y="19040"/>
                </a:cubicBezTo>
                <a:cubicBezTo>
                  <a:pt x="5620" y="18972"/>
                  <a:pt x="5515" y="18900"/>
                  <a:pt x="5408" y="18830"/>
                </a:cubicBezTo>
                <a:lnTo>
                  <a:pt x="5408" y="18830"/>
                </a:lnTo>
                <a:cubicBezTo>
                  <a:pt x="5469" y="18869"/>
                  <a:pt x="5496" y="18885"/>
                  <a:pt x="5499" y="18885"/>
                </a:cubicBezTo>
                <a:cubicBezTo>
                  <a:pt x="5510" y="18885"/>
                  <a:pt x="5241" y="18695"/>
                  <a:pt x="5178" y="18640"/>
                </a:cubicBezTo>
                <a:cubicBezTo>
                  <a:pt x="5143" y="18610"/>
                  <a:pt x="5024" y="18496"/>
                  <a:pt x="4968" y="18445"/>
                </a:cubicBezTo>
                <a:lnTo>
                  <a:pt x="4968" y="18445"/>
                </a:lnTo>
                <a:cubicBezTo>
                  <a:pt x="4920" y="18388"/>
                  <a:pt x="4796" y="18249"/>
                  <a:pt x="4763" y="18207"/>
                </a:cubicBezTo>
                <a:cubicBezTo>
                  <a:pt x="4657" y="18078"/>
                  <a:pt x="4558" y="17942"/>
                  <a:pt x="4465" y="17803"/>
                </a:cubicBezTo>
                <a:cubicBezTo>
                  <a:pt x="4323" y="17589"/>
                  <a:pt x="4379" y="17678"/>
                  <a:pt x="4247" y="17421"/>
                </a:cubicBezTo>
                <a:cubicBezTo>
                  <a:pt x="3831" y="16626"/>
                  <a:pt x="3531" y="15749"/>
                  <a:pt x="3333" y="14875"/>
                </a:cubicBezTo>
                <a:cubicBezTo>
                  <a:pt x="2838" y="12678"/>
                  <a:pt x="3021" y="10352"/>
                  <a:pt x="3328" y="8143"/>
                </a:cubicBezTo>
                <a:cubicBezTo>
                  <a:pt x="3640" y="5903"/>
                  <a:pt x="4151" y="3699"/>
                  <a:pt x="4556" y="1476"/>
                </a:cubicBezTo>
                <a:cubicBezTo>
                  <a:pt x="4673" y="841"/>
                  <a:pt x="4080" y="390"/>
                  <a:pt x="3545" y="171"/>
                </a:cubicBezTo>
                <a:cubicBezTo>
                  <a:pt x="3375" y="102"/>
                  <a:pt x="2981" y="0"/>
                  <a:pt x="262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2"/>
          <p:cNvSpPr/>
          <p:nvPr/>
        </p:nvSpPr>
        <p:spPr>
          <a:xfrm>
            <a:off x="367676" y="348709"/>
            <a:ext cx="8408648" cy="4446082"/>
          </a:xfrm>
          <a:custGeom>
            <a:rect b="b" l="l" r="r" t="t"/>
            <a:pathLst>
              <a:path extrusionOk="0" h="38056" w="82202">
                <a:moveTo>
                  <a:pt x="1" y="0"/>
                </a:moveTo>
                <a:lnTo>
                  <a:pt x="1" y="38056"/>
                </a:lnTo>
                <a:lnTo>
                  <a:pt x="82201" y="38056"/>
                </a:lnTo>
                <a:lnTo>
                  <a:pt x="82201" y="3110"/>
                </a:lnTo>
                <a:lnTo>
                  <a:pt x="82201" y="0"/>
                </a:lnTo>
                <a:lnTo>
                  <a:pt x="79392" y="0"/>
                </a:lnTo>
                <a:cubicBezTo>
                  <a:pt x="79392" y="97"/>
                  <a:pt x="79392" y="154"/>
                  <a:pt x="79400" y="389"/>
                </a:cubicBezTo>
                <a:lnTo>
                  <a:pt x="79416" y="875"/>
                </a:lnTo>
                <a:cubicBezTo>
                  <a:pt x="79448" y="891"/>
                  <a:pt x="79489" y="899"/>
                  <a:pt x="79521" y="923"/>
                </a:cubicBezTo>
                <a:cubicBezTo>
                  <a:pt x="79610" y="964"/>
                  <a:pt x="79683" y="1037"/>
                  <a:pt x="79724" y="1126"/>
                </a:cubicBezTo>
                <a:cubicBezTo>
                  <a:pt x="79877" y="1288"/>
                  <a:pt x="79926" y="1514"/>
                  <a:pt x="79869" y="1725"/>
                </a:cubicBezTo>
                <a:cubicBezTo>
                  <a:pt x="79782" y="2019"/>
                  <a:pt x="79508" y="2219"/>
                  <a:pt x="79207" y="2219"/>
                </a:cubicBezTo>
                <a:cubicBezTo>
                  <a:pt x="79201" y="2219"/>
                  <a:pt x="79195" y="2219"/>
                  <a:pt x="79189" y="2219"/>
                </a:cubicBezTo>
                <a:cubicBezTo>
                  <a:pt x="78890" y="2211"/>
                  <a:pt x="78517" y="2000"/>
                  <a:pt x="78444" y="1693"/>
                </a:cubicBezTo>
                <a:cubicBezTo>
                  <a:pt x="78363" y="1320"/>
                  <a:pt x="78630" y="1045"/>
                  <a:pt x="78954" y="915"/>
                </a:cubicBezTo>
                <a:lnTo>
                  <a:pt x="78962" y="389"/>
                </a:lnTo>
                <a:cubicBezTo>
                  <a:pt x="78971" y="154"/>
                  <a:pt x="78962" y="57"/>
                  <a:pt x="78962" y="0"/>
                </a:cubicBezTo>
                <a:lnTo>
                  <a:pt x="76833" y="0"/>
                </a:lnTo>
                <a:cubicBezTo>
                  <a:pt x="76833" y="73"/>
                  <a:pt x="76833" y="146"/>
                  <a:pt x="76841" y="389"/>
                </a:cubicBezTo>
                <a:lnTo>
                  <a:pt x="76857" y="875"/>
                </a:lnTo>
                <a:cubicBezTo>
                  <a:pt x="76898" y="891"/>
                  <a:pt x="76930" y="899"/>
                  <a:pt x="76971" y="923"/>
                </a:cubicBezTo>
                <a:cubicBezTo>
                  <a:pt x="77060" y="964"/>
                  <a:pt x="77124" y="1037"/>
                  <a:pt x="77173" y="1126"/>
                </a:cubicBezTo>
                <a:cubicBezTo>
                  <a:pt x="77319" y="1288"/>
                  <a:pt x="77375" y="1514"/>
                  <a:pt x="77319" y="1725"/>
                </a:cubicBezTo>
                <a:cubicBezTo>
                  <a:pt x="77223" y="2019"/>
                  <a:pt x="76957" y="2219"/>
                  <a:pt x="76649" y="2219"/>
                </a:cubicBezTo>
                <a:cubicBezTo>
                  <a:pt x="76643" y="2219"/>
                  <a:pt x="76637" y="2219"/>
                  <a:pt x="76630" y="2219"/>
                </a:cubicBezTo>
                <a:cubicBezTo>
                  <a:pt x="76339" y="2211"/>
                  <a:pt x="75958" y="2000"/>
                  <a:pt x="75894" y="1693"/>
                </a:cubicBezTo>
                <a:cubicBezTo>
                  <a:pt x="75805" y="1320"/>
                  <a:pt x="76072" y="1045"/>
                  <a:pt x="76396" y="915"/>
                </a:cubicBezTo>
                <a:lnTo>
                  <a:pt x="76412" y="389"/>
                </a:lnTo>
                <a:cubicBezTo>
                  <a:pt x="76412" y="138"/>
                  <a:pt x="76412" y="89"/>
                  <a:pt x="76412" y="0"/>
                </a:cubicBezTo>
                <a:lnTo>
                  <a:pt x="74274" y="0"/>
                </a:lnTo>
                <a:cubicBezTo>
                  <a:pt x="74274" y="73"/>
                  <a:pt x="74274" y="138"/>
                  <a:pt x="74282" y="389"/>
                </a:cubicBezTo>
                <a:lnTo>
                  <a:pt x="74299" y="875"/>
                </a:lnTo>
                <a:cubicBezTo>
                  <a:pt x="74339" y="891"/>
                  <a:pt x="74380" y="899"/>
                  <a:pt x="74412" y="923"/>
                </a:cubicBezTo>
                <a:cubicBezTo>
                  <a:pt x="74501" y="964"/>
                  <a:pt x="74574" y="1037"/>
                  <a:pt x="74614" y="1126"/>
                </a:cubicBezTo>
                <a:cubicBezTo>
                  <a:pt x="74760" y="1288"/>
                  <a:pt x="74817" y="1514"/>
                  <a:pt x="74760" y="1725"/>
                </a:cubicBezTo>
                <a:cubicBezTo>
                  <a:pt x="74665" y="2019"/>
                  <a:pt x="74398" y="2219"/>
                  <a:pt x="74090" y="2219"/>
                </a:cubicBezTo>
                <a:cubicBezTo>
                  <a:pt x="74084" y="2219"/>
                  <a:pt x="74078" y="2219"/>
                  <a:pt x="74072" y="2219"/>
                </a:cubicBezTo>
                <a:cubicBezTo>
                  <a:pt x="73780" y="2211"/>
                  <a:pt x="73408" y="2000"/>
                  <a:pt x="73335" y="1693"/>
                </a:cubicBezTo>
                <a:cubicBezTo>
                  <a:pt x="73254" y="1320"/>
                  <a:pt x="73521" y="1045"/>
                  <a:pt x="73837" y="915"/>
                </a:cubicBezTo>
                <a:lnTo>
                  <a:pt x="73853" y="389"/>
                </a:lnTo>
                <a:cubicBezTo>
                  <a:pt x="73861" y="138"/>
                  <a:pt x="73861" y="57"/>
                  <a:pt x="73861" y="0"/>
                </a:cubicBezTo>
                <a:lnTo>
                  <a:pt x="71724" y="0"/>
                </a:lnTo>
                <a:cubicBezTo>
                  <a:pt x="71724" y="73"/>
                  <a:pt x="71724" y="138"/>
                  <a:pt x="71732" y="389"/>
                </a:cubicBezTo>
                <a:lnTo>
                  <a:pt x="71748" y="875"/>
                </a:lnTo>
                <a:cubicBezTo>
                  <a:pt x="71789" y="891"/>
                  <a:pt x="71821" y="899"/>
                  <a:pt x="71861" y="923"/>
                </a:cubicBezTo>
                <a:cubicBezTo>
                  <a:pt x="71950" y="964"/>
                  <a:pt x="72015" y="1037"/>
                  <a:pt x="72064" y="1126"/>
                </a:cubicBezTo>
                <a:cubicBezTo>
                  <a:pt x="72210" y="1288"/>
                  <a:pt x="72266" y="1514"/>
                  <a:pt x="72210" y="1725"/>
                </a:cubicBezTo>
                <a:cubicBezTo>
                  <a:pt x="72114" y="2019"/>
                  <a:pt x="71848" y="2219"/>
                  <a:pt x="71540" y="2219"/>
                </a:cubicBezTo>
                <a:cubicBezTo>
                  <a:pt x="71533" y="2219"/>
                  <a:pt x="71527" y="2219"/>
                  <a:pt x="71521" y="2219"/>
                </a:cubicBezTo>
                <a:cubicBezTo>
                  <a:pt x="71230" y="2211"/>
                  <a:pt x="70849" y="2000"/>
                  <a:pt x="70784" y="1693"/>
                </a:cubicBezTo>
                <a:cubicBezTo>
                  <a:pt x="70695" y="1320"/>
                  <a:pt x="70963" y="1045"/>
                  <a:pt x="71286" y="915"/>
                </a:cubicBezTo>
                <a:lnTo>
                  <a:pt x="71303" y="389"/>
                </a:lnTo>
                <a:cubicBezTo>
                  <a:pt x="71303" y="130"/>
                  <a:pt x="71303" y="41"/>
                  <a:pt x="71303" y="0"/>
                </a:cubicBezTo>
                <a:lnTo>
                  <a:pt x="69165" y="0"/>
                </a:lnTo>
                <a:cubicBezTo>
                  <a:pt x="69165" y="49"/>
                  <a:pt x="69165" y="138"/>
                  <a:pt x="69181" y="389"/>
                </a:cubicBezTo>
                <a:lnTo>
                  <a:pt x="69197" y="875"/>
                </a:lnTo>
                <a:cubicBezTo>
                  <a:pt x="69230" y="891"/>
                  <a:pt x="69270" y="899"/>
                  <a:pt x="69303" y="923"/>
                </a:cubicBezTo>
                <a:cubicBezTo>
                  <a:pt x="69392" y="964"/>
                  <a:pt x="69465" y="1037"/>
                  <a:pt x="69505" y="1126"/>
                </a:cubicBezTo>
                <a:cubicBezTo>
                  <a:pt x="69659" y="1288"/>
                  <a:pt x="69708" y="1514"/>
                  <a:pt x="69651" y="1725"/>
                </a:cubicBezTo>
                <a:cubicBezTo>
                  <a:pt x="69564" y="2019"/>
                  <a:pt x="69289" y="2219"/>
                  <a:pt x="68989" y="2219"/>
                </a:cubicBezTo>
                <a:cubicBezTo>
                  <a:pt x="68983" y="2219"/>
                  <a:pt x="68977" y="2219"/>
                  <a:pt x="68971" y="2219"/>
                </a:cubicBezTo>
                <a:cubicBezTo>
                  <a:pt x="68671" y="2211"/>
                  <a:pt x="68299" y="2000"/>
                  <a:pt x="68226" y="1693"/>
                </a:cubicBezTo>
                <a:cubicBezTo>
                  <a:pt x="68145" y="1320"/>
                  <a:pt x="68412" y="1045"/>
                  <a:pt x="68736" y="915"/>
                </a:cubicBezTo>
                <a:lnTo>
                  <a:pt x="68744" y="389"/>
                </a:lnTo>
                <a:cubicBezTo>
                  <a:pt x="68752" y="138"/>
                  <a:pt x="68752" y="73"/>
                  <a:pt x="68752" y="0"/>
                </a:cubicBezTo>
                <a:lnTo>
                  <a:pt x="66615" y="0"/>
                </a:lnTo>
                <a:cubicBezTo>
                  <a:pt x="66615" y="65"/>
                  <a:pt x="66615" y="138"/>
                  <a:pt x="66623" y="389"/>
                </a:cubicBezTo>
                <a:lnTo>
                  <a:pt x="66639" y="875"/>
                </a:lnTo>
                <a:cubicBezTo>
                  <a:pt x="66679" y="891"/>
                  <a:pt x="66720" y="899"/>
                  <a:pt x="66752" y="923"/>
                </a:cubicBezTo>
                <a:cubicBezTo>
                  <a:pt x="66841" y="964"/>
                  <a:pt x="66914" y="1037"/>
                  <a:pt x="66955" y="1126"/>
                </a:cubicBezTo>
                <a:cubicBezTo>
                  <a:pt x="67100" y="1288"/>
                  <a:pt x="67157" y="1514"/>
                  <a:pt x="67100" y="1725"/>
                </a:cubicBezTo>
                <a:cubicBezTo>
                  <a:pt x="67005" y="2019"/>
                  <a:pt x="66738" y="2219"/>
                  <a:pt x="66430" y="2219"/>
                </a:cubicBezTo>
                <a:cubicBezTo>
                  <a:pt x="66424" y="2219"/>
                  <a:pt x="66418" y="2219"/>
                  <a:pt x="66412" y="2219"/>
                </a:cubicBezTo>
                <a:cubicBezTo>
                  <a:pt x="66121" y="2211"/>
                  <a:pt x="65748" y="2000"/>
                  <a:pt x="65675" y="1693"/>
                </a:cubicBezTo>
                <a:cubicBezTo>
                  <a:pt x="65586" y="1320"/>
                  <a:pt x="65853" y="1045"/>
                  <a:pt x="66177" y="915"/>
                </a:cubicBezTo>
                <a:cubicBezTo>
                  <a:pt x="66177" y="745"/>
                  <a:pt x="66185" y="567"/>
                  <a:pt x="66194" y="389"/>
                </a:cubicBezTo>
                <a:cubicBezTo>
                  <a:pt x="66194" y="138"/>
                  <a:pt x="66194" y="57"/>
                  <a:pt x="66194" y="0"/>
                </a:cubicBezTo>
                <a:lnTo>
                  <a:pt x="64064" y="0"/>
                </a:lnTo>
                <a:cubicBezTo>
                  <a:pt x="64064" y="73"/>
                  <a:pt x="64064" y="146"/>
                  <a:pt x="64072" y="389"/>
                </a:cubicBezTo>
                <a:lnTo>
                  <a:pt x="64088" y="875"/>
                </a:lnTo>
                <a:cubicBezTo>
                  <a:pt x="64129" y="891"/>
                  <a:pt x="64161" y="899"/>
                  <a:pt x="64202" y="923"/>
                </a:cubicBezTo>
                <a:cubicBezTo>
                  <a:pt x="64283" y="964"/>
                  <a:pt x="64355" y="1037"/>
                  <a:pt x="64404" y="1126"/>
                </a:cubicBezTo>
                <a:cubicBezTo>
                  <a:pt x="64550" y="1288"/>
                  <a:pt x="64606" y="1514"/>
                  <a:pt x="64550" y="1725"/>
                </a:cubicBezTo>
                <a:cubicBezTo>
                  <a:pt x="64455" y="2019"/>
                  <a:pt x="64180" y="2219"/>
                  <a:pt x="63879" y="2219"/>
                </a:cubicBezTo>
                <a:cubicBezTo>
                  <a:pt x="63873" y="2219"/>
                  <a:pt x="63868" y="2219"/>
                  <a:pt x="63862" y="2219"/>
                </a:cubicBezTo>
                <a:cubicBezTo>
                  <a:pt x="63570" y="2211"/>
                  <a:pt x="63190" y="2000"/>
                  <a:pt x="63117" y="1693"/>
                </a:cubicBezTo>
                <a:cubicBezTo>
                  <a:pt x="63036" y="1320"/>
                  <a:pt x="63303" y="1045"/>
                  <a:pt x="63627" y="915"/>
                </a:cubicBezTo>
                <a:cubicBezTo>
                  <a:pt x="63627" y="745"/>
                  <a:pt x="63635" y="567"/>
                  <a:pt x="63635" y="389"/>
                </a:cubicBezTo>
                <a:cubicBezTo>
                  <a:pt x="63643" y="146"/>
                  <a:pt x="63635" y="73"/>
                  <a:pt x="63635" y="0"/>
                </a:cubicBezTo>
                <a:lnTo>
                  <a:pt x="61513" y="0"/>
                </a:lnTo>
                <a:cubicBezTo>
                  <a:pt x="61513" y="73"/>
                  <a:pt x="61513" y="154"/>
                  <a:pt x="61522" y="389"/>
                </a:cubicBezTo>
                <a:lnTo>
                  <a:pt x="61538" y="875"/>
                </a:lnTo>
                <a:cubicBezTo>
                  <a:pt x="61570" y="891"/>
                  <a:pt x="61611" y="899"/>
                  <a:pt x="61643" y="923"/>
                </a:cubicBezTo>
                <a:cubicBezTo>
                  <a:pt x="61732" y="964"/>
                  <a:pt x="61805" y="1037"/>
                  <a:pt x="61845" y="1126"/>
                </a:cubicBezTo>
                <a:cubicBezTo>
                  <a:pt x="61999" y="1288"/>
                  <a:pt x="62056" y="1514"/>
                  <a:pt x="61991" y="1725"/>
                </a:cubicBezTo>
                <a:cubicBezTo>
                  <a:pt x="61904" y="2019"/>
                  <a:pt x="61630" y="2219"/>
                  <a:pt x="61329" y="2219"/>
                </a:cubicBezTo>
                <a:cubicBezTo>
                  <a:pt x="61323" y="2219"/>
                  <a:pt x="61317" y="2219"/>
                  <a:pt x="61311" y="2219"/>
                </a:cubicBezTo>
                <a:cubicBezTo>
                  <a:pt x="61011" y="2211"/>
                  <a:pt x="60639" y="2000"/>
                  <a:pt x="60566" y="1693"/>
                </a:cubicBezTo>
                <a:cubicBezTo>
                  <a:pt x="60485" y="1320"/>
                  <a:pt x="60752" y="1045"/>
                  <a:pt x="61076" y="915"/>
                </a:cubicBezTo>
                <a:lnTo>
                  <a:pt x="61084" y="389"/>
                </a:lnTo>
                <a:lnTo>
                  <a:pt x="61084" y="0"/>
                </a:lnTo>
                <a:lnTo>
                  <a:pt x="58963" y="0"/>
                </a:lnTo>
                <a:cubicBezTo>
                  <a:pt x="58963" y="73"/>
                  <a:pt x="58955" y="170"/>
                  <a:pt x="58963" y="389"/>
                </a:cubicBezTo>
                <a:lnTo>
                  <a:pt x="58979" y="875"/>
                </a:lnTo>
                <a:cubicBezTo>
                  <a:pt x="59011" y="891"/>
                  <a:pt x="59052" y="899"/>
                  <a:pt x="59084" y="923"/>
                </a:cubicBezTo>
                <a:cubicBezTo>
                  <a:pt x="59173" y="964"/>
                  <a:pt x="59246" y="1037"/>
                  <a:pt x="59287" y="1126"/>
                </a:cubicBezTo>
                <a:cubicBezTo>
                  <a:pt x="59441" y="1288"/>
                  <a:pt x="59489" y="1514"/>
                  <a:pt x="59433" y="1725"/>
                </a:cubicBezTo>
                <a:cubicBezTo>
                  <a:pt x="59345" y="2019"/>
                  <a:pt x="59071" y="2219"/>
                  <a:pt x="58770" y="2219"/>
                </a:cubicBezTo>
                <a:cubicBezTo>
                  <a:pt x="58764" y="2219"/>
                  <a:pt x="58758" y="2219"/>
                  <a:pt x="58752" y="2219"/>
                </a:cubicBezTo>
                <a:cubicBezTo>
                  <a:pt x="58453" y="2211"/>
                  <a:pt x="58080" y="2000"/>
                  <a:pt x="58007" y="1693"/>
                </a:cubicBezTo>
                <a:cubicBezTo>
                  <a:pt x="57926" y="1320"/>
                  <a:pt x="58194" y="1045"/>
                  <a:pt x="58518" y="915"/>
                </a:cubicBezTo>
                <a:lnTo>
                  <a:pt x="58526" y="389"/>
                </a:lnTo>
                <a:lnTo>
                  <a:pt x="58526" y="0"/>
                </a:lnTo>
                <a:lnTo>
                  <a:pt x="56404" y="0"/>
                </a:lnTo>
                <a:cubicBezTo>
                  <a:pt x="56412" y="227"/>
                  <a:pt x="56404" y="187"/>
                  <a:pt x="56404" y="389"/>
                </a:cubicBezTo>
                <a:lnTo>
                  <a:pt x="56420" y="875"/>
                </a:lnTo>
                <a:cubicBezTo>
                  <a:pt x="56461" y="891"/>
                  <a:pt x="56501" y="899"/>
                  <a:pt x="56534" y="923"/>
                </a:cubicBezTo>
                <a:cubicBezTo>
                  <a:pt x="56623" y="964"/>
                  <a:pt x="56696" y="1037"/>
                  <a:pt x="56736" y="1126"/>
                </a:cubicBezTo>
                <a:cubicBezTo>
                  <a:pt x="56882" y="1288"/>
                  <a:pt x="56939" y="1514"/>
                  <a:pt x="56882" y="1725"/>
                </a:cubicBezTo>
                <a:cubicBezTo>
                  <a:pt x="56787" y="2019"/>
                  <a:pt x="56520" y="2219"/>
                  <a:pt x="56212" y="2219"/>
                </a:cubicBezTo>
                <a:cubicBezTo>
                  <a:pt x="56206" y="2219"/>
                  <a:pt x="56200" y="2219"/>
                  <a:pt x="56194" y="2219"/>
                </a:cubicBezTo>
                <a:cubicBezTo>
                  <a:pt x="55902" y="2211"/>
                  <a:pt x="55530" y="2000"/>
                  <a:pt x="55457" y="1693"/>
                </a:cubicBezTo>
                <a:cubicBezTo>
                  <a:pt x="55376" y="1320"/>
                  <a:pt x="55643" y="1045"/>
                  <a:pt x="55959" y="915"/>
                </a:cubicBezTo>
                <a:lnTo>
                  <a:pt x="55975" y="389"/>
                </a:lnTo>
                <a:cubicBezTo>
                  <a:pt x="55975" y="187"/>
                  <a:pt x="55967" y="227"/>
                  <a:pt x="55975" y="0"/>
                </a:cubicBezTo>
                <a:lnTo>
                  <a:pt x="53854" y="0"/>
                </a:lnTo>
                <a:lnTo>
                  <a:pt x="53854" y="389"/>
                </a:lnTo>
                <a:lnTo>
                  <a:pt x="53870" y="875"/>
                </a:lnTo>
                <a:cubicBezTo>
                  <a:pt x="53910" y="891"/>
                  <a:pt x="53943" y="899"/>
                  <a:pt x="53983" y="923"/>
                </a:cubicBezTo>
                <a:cubicBezTo>
                  <a:pt x="54072" y="964"/>
                  <a:pt x="54137" y="1037"/>
                  <a:pt x="54186" y="1126"/>
                </a:cubicBezTo>
                <a:cubicBezTo>
                  <a:pt x="54331" y="1288"/>
                  <a:pt x="54388" y="1514"/>
                  <a:pt x="54331" y="1725"/>
                </a:cubicBezTo>
                <a:cubicBezTo>
                  <a:pt x="54236" y="2019"/>
                  <a:pt x="53970" y="2219"/>
                  <a:pt x="53661" y="2219"/>
                </a:cubicBezTo>
                <a:cubicBezTo>
                  <a:pt x="53655" y="2219"/>
                  <a:pt x="53649" y="2219"/>
                  <a:pt x="53643" y="2219"/>
                </a:cubicBezTo>
                <a:cubicBezTo>
                  <a:pt x="53352" y="2211"/>
                  <a:pt x="52971" y="2000"/>
                  <a:pt x="52906" y="1693"/>
                </a:cubicBezTo>
                <a:cubicBezTo>
                  <a:pt x="52817" y="1320"/>
                  <a:pt x="53085" y="1045"/>
                  <a:pt x="53408" y="915"/>
                </a:cubicBezTo>
                <a:lnTo>
                  <a:pt x="53425" y="389"/>
                </a:lnTo>
                <a:cubicBezTo>
                  <a:pt x="53425" y="203"/>
                  <a:pt x="53416" y="211"/>
                  <a:pt x="53416" y="0"/>
                </a:cubicBezTo>
                <a:lnTo>
                  <a:pt x="51303" y="0"/>
                </a:lnTo>
                <a:lnTo>
                  <a:pt x="51303" y="389"/>
                </a:lnTo>
                <a:lnTo>
                  <a:pt x="51319" y="875"/>
                </a:lnTo>
                <a:cubicBezTo>
                  <a:pt x="51352" y="891"/>
                  <a:pt x="51392" y="899"/>
                  <a:pt x="51425" y="923"/>
                </a:cubicBezTo>
                <a:cubicBezTo>
                  <a:pt x="51514" y="964"/>
                  <a:pt x="51587" y="1037"/>
                  <a:pt x="51627" y="1126"/>
                </a:cubicBezTo>
                <a:cubicBezTo>
                  <a:pt x="51781" y="1288"/>
                  <a:pt x="51829" y="1514"/>
                  <a:pt x="51773" y="1725"/>
                </a:cubicBezTo>
                <a:cubicBezTo>
                  <a:pt x="51685" y="2019"/>
                  <a:pt x="51411" y="2219"/>
                  <a:pt x="51110" y="2219"/>
                </a:cubicBezTo>
                <a:cubicBezTo>
                  <a:pt x="51105" y="2219"/>
                  <a:pt x="51099" y="2219"/>
                  <a:pt x="51093" y="2219"/>
                </a:cubicBezTo>
                <a:cubicBezTo>
                  <a:pt x="50793" y="2211"/>
                  <a:pt x="50421" y="2000"/>
                  <a:pt x="50348" y="1693"/>
                </a:cubicBezTo>
                <a:cubicBezTo>
                  <a:pt x="50267" y="1320"/>
                  <a:pt x="50534" y="1045"/>
                  <a:pt x="50858" y="915"/>
                </a:cubicBezTo>
                <a:lnTo>
                  <a:pt x="50866" y="389"/>
                </a:lnTo>
                <a:lnTo>
                  <a:pt x="50866" y="0"/>
                </a:lnTo>
                <a:lnTo>
                  <a:pt x="48753" y="0"/>
                </a:lnTo>
                <a:lnTo>
                  <a:pt x="48753" y="389"/>
                </a:lnTo>
                <a:lnTo>
                  <a:pt x="48761" y="875"/>
                </a:lnTo>
                <a:cubicBezTo>
                  <a:pt x="48801" y="891"/>
                  <a:pt x="48842" y="899"/>
                  <a:pt x="48874" y="923"/>
                </a:cubicBezTo>
                <a:cubicBezTo>
                  <a:pt x="48963" y="964"/>
                  <a:pt x="49036" y="1037"/>
                  <a:pt x="49077" y="1126"/>
                </a:cubicBezTo>
                <a:cubicBezTo>
                  <a:pt x="49222" y="1288"/>
                  <a:pt x="49279" y="1514"/>
                  <a:pt x="49222" y="1725"/>
                </a:cubicBezTo>
                <a:cubicBezTo>
                  <a:pt x="49127" y="2019"/>
                  <a:pt x="48860" y="2219"/>
                  <a:pt x="48552" y="2219"/>
                </a:cubicBezTo>
                <a:cubicBezTo>
                  <a:pt x="48546" y="2219"/>
                  <a:pt x="48540" y="2219"/>
                  <a:pt x="48534" y="2219"/>
                </a:cubicBezTo>
                <a:cubicBezTo>
                  <a:pt x="48243" y="2211"/>
                  <a:pt x="47870" y="2000"/>
                  <a:pt x="47797" y="1693"/>
                </a:cubicBezTo>
                <a:cubicBezTo>
                  <a:pt x="47716" y="1320"/>
                  <a:pt x="47983" y="1045"/>
                  <a:pt x="48299" y="915"/>
                </a:cubicBezTo>
                <a:lnTo>
                  <a:pt x="48315" y="389"/>
                </a:lnTo>
                <a:lnTo>
                  <a:pt x="48315" y="0"/>
                </a:lnTo>
                <a:lnTo>
                  <a:pt x="46170" y="0"/>
                </a:lnTo>
                <a:lnTo>
                  <a:pt x="46170" y="389"/>
                </a:lnTo>
                <a:cubicBezTo>
                  <a:pt x="46170" y="551"/>
                  <a:pt x="46178" y="713"/>
                  <a:pt x="46186" y="875"/>
                </a:cubicBezTo>
                <a:cubicBezTo>
                  <a:pt x="46226" y="891"/>
                  <a:pt x="46259" y="899"/>
                  <a:pt x="46299" y="915"/>
                </a:cubicBezTo>
                <a:cubicBezTo>
                  <a:pt x="46380" y="964"/>
                  <a:pt x="46453" y="1037"/>
                  <a:pt x="46502" y="1126"/>
                </a:cubicBezTo>
                <a:cubicBezTo>
                  <a:pt x="46647" y="1288"/>
                  <a:pt x="46704" y="1514"/>
                  <a:pt x="46647" y="1725"/>
                </a:cubicBezTo>
                <a:cubicBezTo>
                  <a:pt x="46550" y="2025"/>
                  <a:pt x="46275" y="2219"/>
                  <a:pt x="45967" y="2219"/>
                </a:cubicBezTo>
                <a:cubicBezTo>
                  <a:pt x="45676" y="2203"/>
                  <a:pt x="45311" y="1992"/>
                  <a:pt x="45239" y="1693"/>
                </a:cubicBezTo>
                <a:cubicBezTo>
                  <a:pt x="45158" y="1320"/>
                  <a:pt x="45425" y="1045"/>
                  <a:pt x="45749" y="915"/>
                </a:cubicBezTo>
                <a:cubicBezTo>
                  <a:pt x="45749" y="745"/>
                  <a:pt x="45757" y="567"/>
                  <a:pt x="45757" y="389"/>
                </a:cubicBezTo>
                <a:lnTo>
                  <a:pt x="45757" y="0"/>
                </a:lnTo>
                <a:lnTo>
                  <a:pt x="43611" y="0"/>
                </a:lnTo>
                <a:lnTo>
                  <a:pt x="43611" y="397"/>
                </a:lnTo>
                <a:lnTo>
                  <a:pt x="43627" y="875"/>
                </a:lnTo>
                <a:cubicBezTo>
                  <a:pt x="43668" y="891"/>
                  <a:pt x="43708" y="907"/>
                  <a:pt x="43741" y="923"/>
                </a:cubicBezTo>
                <a:cubicBezTo>
                  <a:pt x="43830" y="972"/>
                  <a:pt x="43903" y="1045"/>
                  <a:pt x="43943" y="1134"/>
                </a:cubicBezTo>
                <a:cubicBezTo>
                  <a:pt x="44097" y="1296"/>
                  <a:pt x="44145" y="1523"/>
                  <a:pt x="44089" y="1733"/>
                </a:cubicBezTo>
                <a:cubicBezTo>
                  <a:pt x="43994" y="2019"/>
                  <a:pt x="43727" y="2219"/>
                  <a:pt x="43419" y="2219"/>
                </a:cubicBezTo>
                <a:cubicBezTo>
                  <a:pt x="43413" y="2219"/>
                  <a:pt x="43407" y="2219"/>
                  <a:pt x="43401" y="2219"/>
                </a:cubicBezTo>
                <a:cubicBezTo>
                  <a:pt x="43109" y="2219"/>
                  <a:pt x="42737" y="2000"/>
                  <a:pt x="42664" y="1693"/>
                </a:cubicBezTo>
                <a:cubicBezTo>
                  <a:pt x="42583" y="1320"/>
                  <a:pt x="42850" y="1045"/>
                  <a:pt x="43166" y="915"/>
                </a:cubicBezTo>
                <a:cubicBezTo>
                  <a:pt x="43166" y="745"/>
                  <a:pt x="43174" y="567"/>
                  <a:pt x="43182" y="397"/>
                </a:cubicBezTo>
                <a:cubicBezTo>
                  <a:pt x="43182" y="219"/>
                  <a:pt x="43182" y="195"/>
                  <a:pt x="43182" y="0"/>
                </a:cubicBezTo>
                <a:lnTo>
                  <a:pt x="41061" y="0"/>
                </a:lnTo>
                <a:lnTo>
                  <a:pt x="41061" y="397"/>
                </a:lnTo>
                <a:lnTo>
                  <a:pt x="41077" y="875"/>
                </a:lnTo>
                <a:cubicBezTo>
                  <a:pt x="41109" y="891"/>
                  <a:pt x="41150" y="907"/>
                  <a:pt x="41182" y="923"/>
                </a:cubicBezTo>
                <a:cubicBezTo>
                  <a:pt x="41271" y="972"/>
                  <a:pt x="41344" y="1045"/>
                  <a:pt x="41384" y="1134"/>
                </a:cubicBezTo>
                <a:cubicBezTo>
                  <a:pt x="41538" y="1296"/>
                  <a:pt x="41595" y="1523"/>
                  <a:pt x="41530" y="1733"/>
                </a:cubicBezTo>
                <a:cubicBezTo>
                  <a:pt x="41443" y="2019"/>
                  <a:pt x="41169" y="2219"/>
                  <a:pt x="40868" y="2219"/>
                </a:cubicBezTo>
                <a:cubicBezTo>
                  <a:pt x="40862" y="2219"/>
                  <a:pt x="40856" y="2219"/>
                  <a:pt x="40850" y="2219"/>
                </a:cubicBezTo>
                <a:cubicBezTo>
                  <a:pt x="40550" y="2219"/>
                  <a:pt x="40178" y="2000"/>
                  <a:pt x="40105" y="1693"/>
                </a:cubicBezTo>
                <a:cubicBezTo>
                  <a:pt x="40024" y="1320"/>
                  <a:pt x="40291" y="1045"/>
                  <a:pt x="40615" y="915"/>
                </a:cubicBezTo>
                <a:lnTo>
                  <a:pt x="40623" y="397"/>
                </a:lnTo>
                <a:lnTo>
                  <a:pt x="40623" y="0"/>
                </a:lnTo>
                <a:lnTo>
                  <a:pt x="38502" y="0"/>
                </a:lnTo>
                <a:cubicBezTo>
                  <a:pt x="38502" y="49"/>
                  <a:pt x="38502" y="170"/>
                  <a:pt x="38510" y="397"/>
                </a:cubicBezTo>
                <a:lnTo>
                  <a:pt x="38518" y="875"/>
                </a:lnTo>
                <a:cubicBezTo>
                  <a:pt x="38559" y="891"/>
                  <a:pt x="38599" y="907"/>
                  <a:pt x="38631" y="923"/>
                </a:cubicBezTo>
                <a:cubicBezTo>
                  <a:pt x="38720" y="972"/>
                  <a:pt x="38793" y="1045"/>
                  <a:pt x="38834" y="1134"/>
                </a:cubicBezTo>
                <a:cubicBezTo>
                  <a:pt x="38988" y="1296"/>
                  <a:pt x="39036" y="1523"/>
                  <a:pt x="38980" y="1733"/>
                </a:cubicBezTo>
                <a:cubicBezTo>
                  <a:pt x="38884" y="2019"/>
                  <a:pt x="38618" y="2219"/>
                  <a:pt x="38317" y="2219"/>
                </a:cubicBezTo>
                <a:cubicBezTo>
                  <a:pt x="38311" y="2219"/>
                  <a:pt x="38305" y="2219"/>
                  <a:pt x="38299" y="2219"/>
                </a:cubicBezTo>
                <a:cubicBezTo>
                  <a:pt x="38000" y="2219"/>
                  <a:pt x="37627" y="2000"/>
                  <a:pt x="37555" y="1693"/>
                </a:cubicBezTo>
                <a:cubicBezTo>
                  <a:pt x="37474" y="1320"/>
                  <a:pt x="37741" y="1045"/>
                  <a:pt x="38065" y="915"/>
                </a:cubicBezTo>
                <a:lnTo>
                  <a:pt x="38073" y="397"/>
                </a:lnTo>
                <a:lnTo>
                  <a:pt x="38073" y="0"/>
                </a:lnTo>
                <a:lnTo>
                  <a:pt x="35951" y="0"/>
                </a:lnTo>
                <a:cubicBezTo>
                  <a:pt x="35951" y="97"/>
                  <a:pt x="35951" y="154"/>
                  <a:pt x="35959" y="397"/>
                </a:cubicBezTo>
                <a:lnTo>
                  <a:pt x="35968" y="875"/>
                </a:lnTo>
                <a:cubicBezTo>
                  <a:pt x="36008" y="891"/>
                  <a:pt x="36048" y="907"/>
                  <a:pt x="36081" y="923"/>
                </a:cubicBezTo>
                <a:cubicBezTo>
                  <a:pt x="36170" y="972"/>
                  <a:pt x="36243" y="1045"/>
                  <a:pt x="36283" y="1134"/>
                </a:cubicBezTo>
                <a:cubicBezTo>
                  <a:pt x="36437" y="1296"/>
                  <a:pt x="36486" y="1523"/>
                  <a:pt x="36429" y="1733"/>
                </a:cubicBezTo>
                <a:cubicBezTo>
                  <a:pt x="36334" y="2019"/>
                  <a:pt x="36067" y="2219"/>
                  <a:pt x="35767" y="2219"/>
                </a:cubicBezTo>
                <a:cubicBezTo>
                  <a:pt x="35761" y="2219"/>
                  <a:pt x="35755" y="2219"/>
                  <a:pt x="35749" y="2219"/>
                </a:cubicBezTo>
                <a:cubicBezTo>
                  <a:pt x="35449" y="2219"/>
                  <a:pt x="35077" y="2000"/>
                  <a:pt x="35004" y="1693"/>
                </a:cubicBezTo>
                <a:cubicBezTo>
                  <a:pt x="34923" y="1320"/>
                  <a:pt x="35190" y="1045"/>
                  <a:pt x="35514" y="915"/>
                </a:cubicBezTo>
                <a:lnTo>
                  <a:pt x="35522" y="397"/>
                </a:lnTo>
                <a:lnTo>
                  <a:pt x="35522" y="0"/>
                </a:lnTo>
                <a:lnTo>
                  <a:pt x="33393" y="0"/>
                </a:lnTo>
                <a:cubicBezTo>
                  <a:pt x="33393" y="73"/>
                  <a:pt x="33393" y="146"/>
                  <a:pt x="33401" y="397"/>
                </a:cubicBezTo>
                <a:lnTo>
                  <a:pt x="33417" y="875"/>
                </a:lnTo>
                <a:cubicBezTo>
                  <a:pt x="33457" y="891"/>
                  <a:pt x="33490" y="907"/>
                  <a:pt x="33530" y="923"/>
                </a:cubicBezTo>
                <a:cubicBezTo>
                  <a:pt x="33619" y="972"/>
                  <a:pt x="33684" y="1045"/>
                  <a:pt x="33733" y="1134"/>
                </a:cubicBezTo>
                <a:cubicBezTo>
                  <a:pt x="33879" y="1296"/>
                  <a:pt x="33935" y="1523"/>
                  <a:pt x="33879" y="1733"/>
                </a:cubicBezTo>
                <a:cubicBezTo>
                  <a:pt x="33783" y="2019"/>
                  <a:pt x="33517" y="2219"/>
                  <a:pt x="33209" y="2219"/>
                </a:cubicBezTo>
                <a:cubicBezTo>
                  <a:pt x="33202" y="2219"/>
                  <a:pt x="33196" y="2219"/>
                  <a:pt x="33190" y="2219"/>
                </a:cubicBezTo>
                <a:cubicBezTo>
                  <a:pt x="32899" y="2219"/>
                  <a:pt x="32518" y="2000"/>
                  <a:pt x="32445" y="1693"/>
                </a:cubicBezTo>
                <a:cubicBezTo>
                  <a:pt x="32364" y="1320"/>
                  <a:pt x="32632" y="1045"/>
                  <a:pt x="32955" y="915"/>
                </a:cubicBezTo>
                <a:lnTo>
                  <a:pt x="32964" y="397"/>
                </a:lnTo>
                <a:cubicBezTo>
                  <a:pt x="32972" y="146"/>
                  <a:pt x="32964" y="89"/>
                  <a:pt x="32964" y="0"/>
                </a:cubicBezTo>
                <a:lnTo>
                  <a:pt x="30834" y="0"/>
                </a:lnTo>
                <a:cubicBezTo>
                  <a:pt x="30834" y="73"/>
                  <a:pt x="30834" y="138"/>
                  <a:pt x="30842" y="397"/>
                </a:cubicBezTo>
                <a:lnTo>
                  <a:pt x="30858" y="875"/>
                </a:lnTo>
                <a:cubicBezTo>
                  <a:pt x="30899" y="891"/>
                  <a:pt x="30931" y="907"/>
                  <a:pt x="30972" y="923"/>
                </a:cubicBezTo>
                <a:cubicBezTo>
                  <a:pt x="31061" y="972"/>
                  <a:pt x="31126" y="1045"/>
                  <a:pt x="31174" y="1134"/>
                </a:cubicBezTo>
                <a:cubicBezTo>
                  <a:pt x="31320" y="1296"/>
                  <a:pt x="31377" y="1523"/>
                  <a:pt x="31320" y="1733"/>
                </a:cubicBezTo>
                <a:cubicBezTo>
                  <a:pt x="31225" y="2019"/>
                  <a:pt x="30958" y="2219"/>
                  <a:pt x="30650" y="2219"/>
                </a:cubicBezTo>
                <a:cubicBezTo>
                  <a:pt x="30644" y="2219"/>
                  <a:pt x="30638" y="2219"/>
                  <a:pt x="30632" y="2219"/>
                </a:cubicBezTo>
                <a:cubicBezTo>
                  <a:pt x="30340" y="2219"/>
                  <a:pt x="29960" y="2000"/>
                  <a:pt x="29895" y="1693"/>
                </a:cubicBezTo>
                <a:cubicBezTo>
                  <a:pt x="29806" y="1320"/>
                  <a:pt x="30073" y="1045"/>
                  <a:pt x="30397" y="915"/>
                </a:cubicBezTo>
                <a:lnTo>
                  <a:pt x="30413" y="397"/>
                </a:lnTo>
                <a:cubicBezTo>
                  <a:pt x="30413" y="138"/>
                  <a:pt x="30413" y="57"/>
                  <a:pt x="30413" y="0"/>
                </a:cubicBezTo>
                <a:lnTo>
                  <a:pt x="28275" y="0"/>
                </a:lnTo>
                <a:cubicBezTo>
                  <a:pt x="28275" y="73"/>
                  <a:pt x="28275" y="138"/>
                  <a:pt x="28284" y="397"/>
                </a:cubicBezTo>
                <a:lnTo>
                  <a:pt x="28300" y="875"/>
                </a:lnTo>
                <a:cubicBezTo>
                  <a:pt x="28340" y="891"/>
                  <a:pt x="28373" y="907"/>
                  <a:pt x="28413" y="923"/>
                </a:cubicBezTo>
                <a:cubicBezTo>
                  <a:pt x="28502" y="972"/>
                  <a:pt x="28567" y="1045"/>
                  <a:pt x="28615" y="1134"/>
                </a:cubicBezTo>
                <a:cubicBezTo>
                  <a:pt x="28761" y="1296"/>
                  <a:pt x="28818" y="1523"/>
                  <a:pt x="28761" y="1733"/>
                </a:cubicBezTo>
                <a:cubicBezTo>
                  <a:pt x="28666" y="2019"/>
                  <a:pt x="28399" y="2219"/>
                  <a:pt x="28091" y="2219"/>
                </a:cubicBezTo>
                <a:cubicBezTo>
                  <a:pt x="28085" y="2219"/>
                  <a:pt x="28079" y="2219"/>
                  <a:pt x="28073" y="2219"/>
                </a:cubicBezTo>
                <a:cubicBezTo>
                  <a:pt x="27781" y="2219"/>
                  <a:pt x="27401" y="2000"/>
                  <a:pt x="27336" y="1693"/>
                </a:cubicBezTo>
                <a:cubicBezTo>
                  <a:pt x="27247" y="1320"/>
                  <a:pt x="27514" y="1045"/>
                  <a:pt x="27838" y="915"/>
                </a:cubicBezTo>
                <a:cubicBezTo>
                  <a:pt x="27838" y="745"/>
                  <a:pt x="27846" y="567"/>
                  <a:pt x="27846" y="397"/>
                </a:cubicBezTo>
                <a:cubicBezTo>
                  <a:pt x="27854" y="138"/>
                  <a:pt x="27854" y="41"/>
                  <a:pt x="27854" y="0"/>
                </a:cubicBezTo>
                <a:lnTo>
                  <a:pt x="25717" y="0"/>
                </a:lnTo>
                <a:cubicBezTo>
                  <a:pt x="25717" y="49"/>
                  <a:pt x="25725" y="138"/>
                  <a:pt x="25733" y="397"/>
                </a:cubicBezTo>
                <a:cubicBezTo>
                  <a:pt x="25733" y="551"/>
                  <a:pt x="25741" y="713"/>
                  <a:pt x="25749" y="875"/>
                </a:cubicBezTo>
                <a:cubicBezTo>
                  <a:pt x="25782" y="891"/>
                  <a:pt x="25822" y="907"/>
                  <a:pt x="25854" y="923"/>
                </a:cubicBezTo>
                <a:cubicBezTo>
                  <a:pt x="25943" y="972"/>
                  <a:pt x="26016" y="1045"/>
                  <a:pt x="26057" y="1134"/>
                </a:cubicBezTo>
                <a:cubicBezTo>
                  <a:pt x="26211" y="1296"/>
                  <a:pt x="26267" y="1523"/>
                  <a:pt x="26203" y="1733"/>
                </a:cubicBezTo>
                <a:cubicBezTo>
                  <a:pt x="26115" y="2019"/>
                  <a:pt x="25841" y="2219"/>
                  <a:pt x="25540" y="2219"/>
                </a:cubicBezTo>
                <a:cubicBezTo>
                  <a:pt x="25534" y="2219"/>
                  <a:pt x="25528" y="2219"/>
                  <a:pt x="25522" y="2219"/>
                </a:cubicBezTo>
                <a:cubicBezTo>
                  <a:pt x="25223" y="2219"/>
                  <a:pt x="24850" y="2000"/>
                  <a:pt x="24778" y="1693"/>
                </a:cubicBezTo>
                <a:cubicBezTo>
                  <a:pt x="24697" y="1320"/>
                  <a:pt x="24964" y="1045"/>
                  <a:pt x="25288" y="915"/>
                </a:cubicBezTo>
                <a:cubicBezTo>
                  <a:pt x="25288" y="745"/>
                  <a:pt x="25288" y="567"/>
                  <a:pt x="25296" y="397"/>
                </a:cubicBezTo>
                <a:cubicBezTo>
                  <a:pt x="25304" y="138"/>
                  <a:pt x="25304" y="73"/>
                  <a:pt x="25304" y="0"/>
                </a:cubicBezTo>
                <a:lnTo>
                  <a:pt x="23166" y="0"/>
                </a:lnTo>
                <a:cubicBezTo>
                  <a:pt x="23166" y="73"/>
                  <a:pt x="23166" y="138"/>
                  <a:pt x="23174" y="397"/>
                </a:cubicBezTo>
                <a:cubicBezTo>
                  <a:pt x="23174" y="551"/>
                  <a:pt x="23182" y="713"/>
                  <a:pt x="23191" y="875"/>
                </a:cubicBezTo>
                <a:cubicBezTo>
                  <a:pt x="23231" y="891"/>
                  <a:pt x="23271" y="907"/>
                  <a:pt x="23304" y="923"/>
                </a:cubicBezTo>
                <a:cubicBezTo>
                  <a:pt x="23393" y="972"/>
                  <a:pt x="23466" y="1045"/>
                  <a:pt x="23506" y="1134"/>
                </a:cubicBezTo>
                <a:cubicBezTo>
                  <a:pt x="23652" y="1296"/>
                  <a:pt x="23709" y="1523"/>
                  <a:pt x="23652" y="1733"/>
                </a:cubicBezTo>
                <a:cubicBezTo>
                  <a:pt x="23557" y="2019"/>
                  <a:pt x="23290" y="2219"/>
                  <a:pt x="22982" y="2219"/>
                </a:cubicBezTo>
                <a:cubicBezTo>
                  <a:pt x="22976" y="2219"/>
                  <a:pt x="22970" y="2219"/>
                  <a:pt x="22964" y="2219"/>
                </a:cubicBezTo>
                <a:cubicBezTo>
                  <a:pt x="22672" y="2219"/>
                  <a:pt x="22292" y="2000"/>
                  <a:pt x="22227" y="1693"/>
                </a:cubicBezTo>
                <a:cubicBezTo>
                  <a:pt x="22138" y="1320"/>
                  <a:pt x="22405" y="1045"/>
                  <a:pt x="22729" y="915"/>
                </a:cubicBezTo>
                <a:cubicBezTo>
                  <a:pt x="22729" y="745"/>
                  <a:pt x="22737" y="567"/>
                  <a:pt x="22745" y="397"/>
                </a:cubicBezTo>
                <a:cubicBezTo>
                  <a:pt x="22745" y="138"/>
                  <a:pt x="22745" y="57"/>
                  <a:pt x="22745" y="0"/>
                </a:cubicBezTo>
                <a:lnTo>
                  <a:pt x="20608" y="0"/>
                </a:lnTo>
                <a:cubicBezTo>
                  <a:pt x="20608" y="73"/>
                  <a:pt x="20608" y="146"/>
                  <a:pt x="20616" y="397"/>
                </a:cubicBezTo>
                <a:cubicBezTo>
                  <a:pt x="20616" y="551"/>
                  <a:pt x="20632" y="713"/>
                  <a:pt x="20632" y="875"/>
                </a:cubicBezTo>
                <a:cubicBezTo>
                  <a:pt x="20672" y="891"/>
                  <a:pt x="20713" y="907"/>
                  <a:pt x="20745" y="923"/>
                </a:cubicBezTo>
                <a:cubicBezTo>
                  <a:pt x="20834" y="972"/>
                  <a:pt x="20907" y="1045"/>
                  <a:pt x="20948" y="1134"/>
                </a:cubicBezTo>
                <a:cubicBezTo>
                  <a:pt x="21093" y="1296"/>
                  <a:pt x="21150" y="1523"/>
                  <a:pt x="21093" y="1733"/>
                </a:cubicBezTo>
                <a:cubicBezTo>
                  <a:pt x="20998" y="2019"/>
                  <a:pt x="20732" y="2219"/>
                  <a:pt x="20423" y="2219"/>
                </a:cubicBezTo>
                <a:cubicBezTo>
                  <a:pt x="20417" y="2219"/>
                  <a:pt x="20411" y="2219"/>
                  <a:pt x="20405" y="2219"/>
                </a:cubicBezTo>
                <a:cubicBezTo>
                  <a:pt x="20114" y="2219"/>
                  <a:pt x="19733" y="2000"/>
                  <a:pt x="19668" y="1693"/>
                </a:cubicBezTo>
                <a:cubicBezTo>
                  <a:pt x="19587" y="1320"/>
                  <a:pt x="19846" y="1045"/>
                  <a:pt x="20170" y="915"/>
                </a:cubicBezTo>
                <a:lnTo>
                  <a:pt x="20187" y="397"/>
                </a:lnTo>
                <a:lnTo>
                  <a:pt x="20187" y="0"/>
                </a:lnTo>
                <a:lnTo>
                  <a:pt x="18057" y="0"/>
                </a:lnTo>
                <a:cubicBezTo>
                  <a:pt x="18057" y="73"/>
                  <a:pt x="18057" y="154"/>
                  <a:pt x="18065" y="397"/>
                </a:cubicBezTo>
                <a:lnTo>
                  <a:pt x="18081" y="875"/>
                </a:lnTo>
                <a:cubicBezTo>
                  <a:pt x="18114" y="891"/>
                  <a:pt x="18154" y="907"/>
                  <a:pt x="18187" y="923"/>
                </a:cubicBezTo>
                <a:cubicBezTo>
                  <a:pt x="18276" y="972"/>
                  <a:pt x="18349" y="1045"/>
                  <a:pt x="18389" y="1134"/>
                </a:cubicBezTo>
                <a:cubicBezTo>
                  <a:pt x="18543" y="1296"/>
                  <a:pt x="18600" y="1523"/>
                  <a:pt x="18535" y="1733"/>
                </a:cubicBezTo>
                <a:cubicBezTo>
                  <a:pt x="18447" y="2019"/>
                  <a:pt x="18173" y="2219"/>
                  <a:pt x="17872" y="2219"/>
                </a:cubicBezTo>
                <a:cubicBezTo>
                  <a:pt x="17867" y="2219"/>
                  <a:pt x="17861" y="2219"/>
                  <a:pt x="17855" y="2219"/>
                </a:cubicBezTo>
                <a:cubicBezTo>
                  <a:pt x="17563" y="2219"/>
                  <a:pt x="17183" y="2000"/>
                  <a:pt x="17110" y="1693"/>
                </a:cubicBezTo>
                <a:cubicBezTo>
                  <a:pt x="17029" y="1320"/>
                  <a:pt x="17296" y="1045"/>
                  <a:pt x="17612" y="915"/>
                </a:cubicBezTo>
                <a:lnTo>
                  <a:pt x="17628" y="397"/>
                </a:lnTo>
                <a:cubicBezTo>
                  <a:pt x="17628" y="154"/>
                  <a:pt x="17628" y="97"/>
                  <a:pt x="17628" y="0"/>
                </a:cubicBezTo>
                <a:lnTo>
                  <a:pt x="15498" y="0"/>
                </a:lnTo>
                <a:cubicBezTo>
                  <a:pt x="15498" y="73"/>
                  <a:pt x="15498" y="170"/>
                  <a:pt x="15498" y="397"/>
                </a:cubicBezTo>
                <a:lnTo>
                  <a:pt x="15515" y="875"/>
                </a:lnTo>
                <a:cubicBezTo>
                  <a:pt x="15555" y="891"/>
                  <a:pt x="15587" y="907"/>
                  <a:pt x="15628" y="923"/>
                </a:cubicBezTo>
                <a:cubicBezTo>
                  <a:pt x="15717" y="972"/>
                  <a:pt x="15782" y="1045"/>
                  <a:pt x="15830" y="1134"/>
                </a:cubicBezTo>
                <a:cubicBezTo>
                  <a:pt x="15976" y="1296"/>
                  <a:pt x="16033" y="1523"/>
                  <a:pt x="15976" y="1733"/>
                </a:cubicBezTo>
                <a:cubicBezTo>
                  <a:pt x="15881" y="2019"/>
                  <a:pt x="15614" y="2219"/>
                  <a:pt x="15306" y="2219"/>
                </a:cubicBezTo>
                <a:cubicBezTo>
                  <a:pt x="15300" y="2219"/>
                  <a:pt x="15294" y="2219"/>
                  <a:pt x="15288" y="2219"/>
                </a:cubicBezTo>
                <a:cubicBezTo>
                  <a:pt x="14996" y="2219"/>
                  <a:pt x="14616" y="2000"/>
                  <a:pt x="14551" y="1693"/>
                </a:cubicBezTo>
                <a:cubicBezTo>
                  <a:pt x="14462" y="1320"/>
                  <a:pt x="14729" y="1045"/>
                  <a:pt x="15045" y="915"/>
                </a:cubicBezTo>
                <a:lnTo>
                  <a:pt x="15061" y="397"/>
                </a:lnTo>
                <a:cubicBezTo>
                  <a:pt x="15069" y="170"/>
                  <a:pt x="15061" y="106"/>
                  <a:pt x="15061" y="0"/>
                </a:cubicBezTo>
                <a:lnTo>
                  <a:pt x="12932" y="0"/>
                </a:lnTo>
                <a:cubicBezTo>
                  <a:pt x="12940" y="235"/>
                  <a:pt x="12932" y="187"/>
                  <a:pt x="12932" y="397"/>
                </a:cubicBezTo>
                <a:lnTo>
                  <a:pt x="12948" y="875"/>
                </a:lnTo>
                <a:cubicBezTo>
                  <a:pt x="12988" y="891"/>
                  <a:pt x="13021" y="907"/>
                  <a:pt x="13061" y="923"/>
                </a:cubicBezTo>
                <a:cubicBezTo>
                  <a:pt x="13150" y="972"/>
                  <a:pt x="13215" y="1045"/>
                  <a:pt x="13264" y="1134"/>
                </a:cubicBezTo>
                <a:cubicBezTo>
                  <a:pt x="13409" y="1296"/>
                  <a:pt x="13466" y="1523"/>
                  <a:pt x="13409" y="1733"/>
                </a:cubicBezTo>
                <a:cubicBezTo>
                  <a:pt x="13314" y="2019"/>
                  <a:pt x="13048" y="2219"/>
                  <a:pt x="12739" y="2219"/>
                </a:cubicBezTo>
                <a:cubicBezTo>
                  <a:pt x="12733" y="2219"/>
                  <a:pt x="12727" y="2219"/>
                  <a:pt x="12721" y="2219"/>
                </a:cubicBezTo>
                <a:cubicBezTo>
                  <a:pt x="12430" y="2219"/>
                  <a:pt x="12049" y="2000"/>
                  <a:pt x="11976" y="1693"/>
                </a:cubicBezTo>
                <a:cubicBezTo>
                  <a:pt x="11895" y="1320"/>
                  <a:pt x="12162" y="1045"/>
                  <a:pt x="12478" y="915"/>
                </a:cubicBezTo>
                <a:lnTo>
                  <a:pt x="12494" y="397"/>
                </a:lnTo>
                <a:cubicBezTo>
                  <a:pt x="12503" y="187"/>
                  <a:pt x="12486" y="227"/>
                  <a:pt x="12494" y="0"/>
                </a:cubicBezTo>
                <a:lnTo>
                  <a:pt x="10373" y="0"/>
                </a:lnTo>
                <a:lnTo>
                  <a:pt x="10373" y="397"/>
                </a:lnTo>
                <a:lnTo>
                  <a:pt x="10389" y="875"/>
                </a:lnTo>
                <a:cubicBezTo>
                  <a:pt x="10422" y="891"/>
                  <a:pt x="10462" y="907"/>
                  <a:pt x="10503" y="923"/>
                </a:cubicBezTo>
                <a:cubicBezTo>
                  <a:pt x="10584" y="972"/>
                  <a:pt x="10656" y="1045"/>
                  <a:pt x="10705" y="1134"/>
                </a:cubicBezTo>
                <a:cubicBezTo>
                  <a:pt x="10851" y="1296"/>
                  <a:pt x="10907" y="1523"/>
                  <a:pt x="10843" y="1733"/>
                </a:cubicBezTo>
                <a:cubicBezTo>
                  <a:pt x="10755" y="2019"/>
                  <a:pt x="10481" y="2219"/>
                  <a:pt x="10180" y="2219"/>
                </a:cubicBezTo>
                <a:cubicBezTo>
                  <a:pt x="10174" y="2219"/>
                  <a:pt x="10168" y="2219"/>
                  <a:pt x="10162" y="2219"/>
                </a:cubicBezTo>
                <a:cubicBezTo>
                  <a:pt x="9871" y="2219"/>
                  <a:pt x="9490" y="2000"/>
                  <a:pt x="9418" y="1693"/>
                </a:cubicBezTo>
                <a:cubicBezTo>
                  <a:pt x="9337" y="1320"/>
                  <a:pt x="9604" y="1045"/>
                  <a:pt x="9920" y="915"/>
                </a:cubicBezTo>
                <a:lnTo>
                  <a:pt x="9936" y="397"/>
                </a:lnTo>
                <a:cubicBezTo>
                  <a:pt x="9936" y="203"/>
                  <a:pt x="9928" y="211"/>
                  <a:pt x="9936" y="0"/>
                </a:cubicBezTo>
                <a:lnTo>
                  <a:pt x="7814" y="0"/>
                </a:lnTo>
                <a:lnTo>
                  <a:pt x="7814" y="397"/>
                </a:lnTo>
                <a:lnTo>
                  <a:pt x="7831" y="875"/>
                </a:lnTo>
                <a:cubicBezTo>
                  <a:pt x="7871" y="891"/>
                  <a:pt x="7912" y="907"/>
                  <a:pt x="7944" y="923"/>
                </a:cubicBezTo>
                <a:cubicBezTo>
                  <a:pt x="8033" y="972"/>
                  <a:pt x="8106" y="1045"/>
                  <a:pt x="8146" y="1134"/>
                </a:cubicBezTo>
                <a:cubicBezTo>
                  <a:pt x="8292" y="1296"/>
                  <a:pt x="8349" y="1523"/>
                  <a:pt x="8292" y="1733"/>
                </a:cubicBezTo>
                <a:cubicBezTo>
                  <a:pt x="8197" y="2019"/>
                  <a:pt x="7930" y="2219"/>
                  <a:pt x="7622" y="2219"/>
                </a:cubicBezTo>
                <a:cubicBezTo>
                  <a:pt x="7616" y="2219"/>
                  <a:pt x="7610" y="2219"/>
                  <a:pt x="7604" y="2219"/>
                </a:cubicBezTo>
                <a:cubicBezTo>
                  <a:pt x="7312" y="2219"/>
                  <a:pt x="6940" y="2000"/>
                  <a:pt x="6867" y="1693"/>
                </a:cubicBezTo>
                <a:cubicBezTo>
                  <a:pt x="6778" y="1320"/>
                  <a:pt x="7045" y="1045"/>
                  <a:pt x="7369" y="915"/>
                </a:cubicBezTo>
                <a:cubicBezTo>
                  <a:pt x="7369" y="745"/>
                  <a:pt x="7377" y="567"/>
                  <a:pt x="7385" y="397"/>
                </a:cubicBezTo>
                <a:cubicBezTo>
                  <a:pt x="7385" y="219"/>
                  <a:pt x="7385" y="195"/>
                  <a:pt x="7385" y="0"/>
                </a:cubicBezTo>
                <a:lnTo>
                  <a:pt x="5264" y="0"/>
                </a:lnTo>
                <a:lnTo>
                  <a:pt x="5264" y="397"/>
                </a:lnTo>
                <a:cubicBezTo>
                  <a:pt x="5264" y="543"/>
                  <a:pt x="5272" y="713"/>
                  <a:pt x="5272" y="875"/>
                </a:cubicBezTo>
                <a:cubicBezTo>
                  <a:pt x="5312" y="891"/>
                  <a:pt x="5353" y="907"/>
                  <a:pt x="5385" y="923"/>
                </a:cubicBezTo>
                <a:cubicBezTo>
                  <a:pt x="5474" y="972"/>
                  <a:pt x="5547" y="1045"/>
                  <a:pt x="5588" y="1134"/>
                </a:cubicBezTo>
                <a:cubicBezTo>
                  <a:pt x="5733" y="1296"/>
                  <a:pt x="5790" y="1523"/>
                  <a:pt x="5733" y="1733"/>
                </a:cubicBezTo>
                <a:cubicBezTo>
                  <a:pt x="5638" y="2019"/>
                  <a:pt x="5372" y="2219"/>
                  <a:pt x="5063" y="2219"/>
                </a:cubicBezTo>
                <a:cubicBezTo>
                  <a:pt x="5057" y="2219"/>
                  <a:pt x="5051" y="2219"/>
                  <a:pt x="5045" y="2219"/>
                </a:cubicBezTo>
                <a:cubicBezTo>
                  <a:pt x="4754" y="2219"/>
                  <a:pt x="4381" y="2000"/>
                  <a:pt x="4308" y="1693"/>
                </a:cubicBezTo>
                <a:cubicBezTo>
                  <a:pt x="4227" y="1320"/>
                  <a:pt x="4495" y="1045"/>
                  <a:pt x="4810" y="915"/>
                </a:cubicBezTo>
                <a:cubicBezTo>
                  <a:pt x="4810" y="745"/>
                  <a:pt x="4819" y="567"/>
                  <a:pt x="4827" y="397"/>
                </a:cubicBezTo>
                <a:lnTo>
                  <a:pt x="4827" y="0"/>
                </a:lnTo>
                <a:lnTo>
                  <a:pt x="2713" y="0"/>
                </a:lnTo>
                <a:lnTo>
                  <a:pt x="2713" y="397"/>
                </a:lnTo>
                <a:cubicBezTo>
                  <a:pt x="2713" y="551"/>
                  <a:pt x="2721" y="713"/>
                  <a:pt x="2721" y="875"/>
                </a:cubicBezTo>
                <a:cubicBezTo>
                  <a:pt x="2762" y="891"/>
                  <a:pt x="2802" y="907"/>
                  <a:pt x="2835" y="923"/>
                </a:cubicBezTo>
                <a:cubicBezTo>
                  <a:pt x="2924" y="972"/>
                  <a:pt x="2997" y="1045"/>
                  <a:pt x="3037" y="1134"/>
                </a:cubicBezTo>
                <a:cubicBezTo>
                  <a:pt x="3191" y="1296"/>
                  <a:pt x="3240" y="1523"/>
                  <a:pt x="3183" y="1733"/>
                </a:cubicBezTo>
                <a:cubicBezTo>
                  <a:pt x="3088" y="2019"/>
                  <a:pt x="2821" y="2219"/>
                  <a:pt x="2521" y="2219"/>
                </a:cubicBezTo>
                <a:cubicBezTo>
                  <a:pt x="2515" y="2219"/>
                  <a:pt x="2509" y="2219"/>
                  <a:pt x="2503" y="2219"/>
                </a:cubicBezTo>
                <a:cubicBezTo>
                  <a:pt x="2203" y="2219"/>
                  <a:pt x="1831" y="2000"/>
                  <a:pt x="1758" y="1693"/>
                </a:cubicBezTo>
                <a:cubicBezTo>
                  <a:pt x="1677" y="1320"/>
                  <a:pt x="1944" y="1045"/>
                  <a:pt x="2268" y="915"/>
                </a:cubicBezTo>
                <a:cubicBezTo>
                  <a:pt x="2268" y="745"/>
                  <a:pt x="2276" y="567"/>
                  <a:pt x="2276" y="397"/>
                </a:cubicBezTo>
                <a:lnTo>
                  <a:pt x="2276" y="0"/>
                </a:lnTo>
                <a:close/>
              </a:path>
            </a:pathLst>
          </a:custGeom>
          <a:solidFill>
            <a:schemeClr val="accent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2"/>
          <p:cNvSpPr/>
          <p:nvPr/>
        </p:nvSpPr>
        <p:spPr>
          <a:xfrm rot="6333257">
            <a:off x="2160455" y="4330648"/>
            <a:ext cx="544028" cy="934830"/>
          </a:xfrm>
          <a:custGeom>
            <a:rect b="b" l="l" r="r" t="t"/>
            <a:pathLst>
              <a:path extrusionOk="0" h="32262" w="18775">
                <a:moveTo>
                  <a:pt x="11539" y="9839"/>
                </a:moveTo>
                <a:cubicBezTo>
                  <a:pt x="11540" y="9839"/>
                  <a:pt x="11541" y="9839"/>
                  <a:pt x="11542" y="9839"/>
                </a:cubicBezTo>
                <a:lnTo>
                  <a:pt x="11542" y="9839"/>
                </a:lnTo>
                <a:cubicBezTo>
                  <a:pt x="11542" y="9839"/>
                  <a:pt x="11543" y="9840"/>
                  <a:pt x="11543" y="9840"/>
                </a:cubicBezTo>
                <a:lnTo>
                  <a:pt x="11543" y="9840"/>
                </a:lnTo>
                <a:cubicBezTo>
                  <a:pt x="11542" y="9839"/>
                  <a:pt x="11540" y="9839"/>
                  <a:pt x="11539" y="9839"/>
                </a:cubicBezTo>
                <a:close/>
                <a:moveTo>
                  <a:pt x="10445" y="9705"/>
                </a:moveTo>
                <a:cubicBezTo>
                  <a:pt x="10662" y="9705"/>
                  <a:pt x="10879" y="9721"/>
                  <a:pt x="11095" y="9752"/>
                </a:cubicBezTo>
                <a:lnTo>
                  <a:pt x="11095" y="9752"/>
                </a:lnTo>
                <a:cubicBezTo>
                  <a:pt x="11229" y="10795"/>
                  <a:pt x="10928" y="11809"/>
                  <a:pt x="10083" y="12588"/>
                </a:cubicBezTo>
                <a:cubicBezTo>
                  <a:pt x="9204" y="13399"/>
                  <a:pt x="7980" y="13766"/>
                  <a:pt x="6789" y="13766"/>
                </a:cubicBezTo>
                <a:cubicBezTo>
                  <a:pt x="6551" y="13766"/>
                  <a:pt x="6314" y="13751"/>
                  <a:pt x="6081" y="13723"/>
                </a:cubicBezTo>
                <a:cubicBezTo>
                  <a:pt x="5889" y="13699"/>
                  <a:pt x="5740" y="13676"/>
                  <a:pt x="5598" y="13647"/>
                </a:cubicBezTo>
                <a:lnTo>
                  <a:pt x="5598" y="13647"/>
                </a:lnTo>
                <a:cubicBezTo>
                  <a:pt x="6034" y="12537"/>
                  <a:pt x="6747" y="11427"/>
                  <a:pt x="7709" y="10660"/>
                </a:cubicBezTo>
                <a:cubicBezTo>
                  <a:pt x="8507" y="10024"/>
                  <a:pt x="9470" y="9705"/>
                  <a:pt x="10445" y="9705"/>
                </a:cubicBezTo>
                <a:close/>
                <a:moveTo>
                  <a:pt x="14564" y="19435"/>
                </a:moveTo>
                <a:lnTo>
                  <a:pt x="14564" y="19435"/>
                </a:lnTo>
                <a:cubicBezTo>
                  <a:pt x="14564" y="19444"/>
                  <a:pt x="14564" y="19453"/>
                  <a:pt x="14564" y="19461"/>
                </a:cubicBezTo>
                <a:lnTo>
                  <a:pt x="14564" y="19461"/>
                </a:lnTo>
                <a:cubicBezTo>
                  <a:pt x="14564" y="19461"/>
                  <a:pt x="14563" y="19461"/>
                  <a:pt x="14563" y="19461"/>
                </a:cubicBezTo>
                <a:lnTo>
                  <a:pt x="14563" y="19461"/>
                </a:lnTo>
                <a:cubicBezTo>
                  <a:pt x="14563" y="19453"/>
                  <a:pt x="14564" y="19445"/>
                  <a:pt x="14564" y="19435"/>
                </a:cubicBezTo>
                <a:close/>
                <a:moveTo>
                  <a:pt x="14428" y="19664"/>
                </a:moveTo>
                <a:lnTo>
                  <a:pt x="14428" y="19664"/>
                </a:lnTo>
                <a:cubicBezTo>
                  <a:pt x="14436" y="19665"/>
                  <a:pt x="14444" y="19667"/>
                  <a:pt x="14452" y="19669"/>
                </a:cubicBezTo>
                <a:cubicBezTo>
                  <a:pt x="14443" y="19667"/>
                  <a:pt x="14435" y="19665"/>
                  <a:pt x="14428" y="19664"/>
                </a:cubicBezTo>
                <a:close/>
                <a:moveTo>
                  <a:pt x="14531" y="19694"/>
                </a:moveTo>
                <a:lnTo>
                  <a:pt x="14531" y="19694"/>
                </a:lnTo>
                <a:cubicBezTo>
                  <a:pt x="14531" y="19694"/>
                  <a:pt x="14531" y="19694"/>
                  <a:pt x="14531" y="19695"/>
                </a:cubicBezTo>
                <a:lnTo>
                  <a:pt x="14531" y="19695"/>
                </a:lnTo>
                <a:cubicBezTo>
                  <a:pt x="14531" y="19696"/>
                  <a:pt x="14530" y="19697"/>
                  <a:pt x="14530" y="19698"/>
                </a:cubicBezTo>
                <a:lnTo>
                  <a:pt x="14530" y="19698"/>
                </a:lnTo>
                <a:cubicBezTo>
                  <a:pt x="14530" y="19697"/>
                  <a:pt x="14530" y="19696"/>
                  <a:pt x="14531" y="19694"/>
                </a:cubicBezTo>
                <a:close/>
                <a:moveTo>
                  <a:pt x="14779" y="19781"/>
                </a:moveTo>
                <a:cubicBezTo>
                  <a:pt x="14780" y="19781"/>
                  <a:pt x="14781" y="19782"/>
                  <a:pt x="14782" y="19782"/>
                </a:cubicBezTo>
                <a:lnTo>
                  <a:pt x="14782" y="19782"/>
                </a:lnTo>
                <a:cubicBezTo>
                  <a:pt x="14814" y="19800"/>
                  <a:pt x="14847" y="19818"/>
                  <a:pt x="14880" y="19835"/>
                </a:cubicBezTo>
                <a:lnTo>
                  <a:pt x="14880" y="19835"/>
                </a:lnTo>
                <a:cubicBezTo>
                  <a:pt x="14885" y="19839"/>
                  <a:pt x="14888" y="19841"/>
                  <a:pt x="14887" y="19841"/>
                </a:cubicBezTo>
                <a:cubicBezTo>
                  <a:pt x="14883" y="19841"/>
                  <a:pt x="14854" y="19826"/>
                  <a:pt x="14779" y="19781"/>
                </a:cubicBezTo>
                <a:close/>
                <a:moveTo>
                  <a:pt x="5402" y="20224"/>
                </a:moveTo>
                <a:lnTo>
                  <a:pt x="5402" y="20224"/>
                </a:lnTo>
                <a:cubicBezTo>
                  <a:pt x="5403" y="20227"/>
                  <a:pt x="5404" y="20230"/>
                  <a:pt x="5405" y="20233"/>
                </a:cubicBezTo>
                <a:cubicBezTo>
                  <a:pt x="5404" y="20229"/>
                  <a:pt x="5403" y="20227"/>
                  <a:pt x="5402" y="20224"/>
                </a:cubicBezTo>
                <a:close/>
                <a:moveTo>
                  <a:pt x="6201" y="21492"/>
                </a:moveTo>
                <a:cubicBezTo>
                  <a:pt x="6209" y="21500"/>
                  <a:pt x="6216" y="21507"/>
                  <a:pt x="6220" y="21512"/>
                </a:cubicBezTo>
                <a:lnTo>
                  <a:pt x="6220" y="21512"/>
                </a:lnTo>
                <a:cubicBezTo>
                  <a:pt x="6211" y="21507"/>
                  <a:pt x="6204" y="21503"/>
                  <a:pt x="6203" y="21503"/>
                </a:cubicBezTo>
                <a:lnTo>
                  <a:pt x="6203" y="21503"/>
                </a:lnTo>
                <a:cubicBezTo>
                  <a:pt x="6201" y="21503"/>
                  <a:pt x="6207" y="21509"/>
                  <a:pt x="6227" y="21522"/>
                </a:cubicBezTo>
                <a:lnTo>
                  <a:pt x="6227" y="21522"/>
                </a:lnTo>
                <a:cubicBezTo>
                  <a:pt x="6227" y="21521"/>
                  <a:pt x="6224" y="21517"/>
                  <a:pt x="6220" y="21512"/>
                </a:cubicBezTo>
                <a:lnTo>
                  <a:pt x="6220" y="21512"/>
                </a:lnTo>
                <a:cubicBezTo>
                  <a:pt x="6225" y="21514"/>
                  <a:pt x="6229" y="21517"/>
                  <a:pt x="6235" y="21520"/>
                </a:cubicBezTo>
                <a:lnTo>
                  <a:pt x="6235" y="21520"/>
                </a:lnTo>
                <a:cubicBezTo>
                  <a:pt x="6221" y="21509"/>
                  <a:pt x="6209" y="21499"/>
                  <a:pt x="6201" y="21492"/>
                </a:cubicBezTo>
                <a:close/>
                <a:moveTo>
                  <a:pt x="6375" y="21627"/>
                </a:moveTo>
                <a:lnTo>
                  <a:pt x="6375" y="21627"/>
                </a:lnTo>
                <a:cubicBezTo>
                  <a:pt x="6416" y="21647"/>
                  <a:pt x="6467" y="21686"/>
                  <a:pt x="6462" y="21686"/>
                </a:cubicBezTo>
                <a:cubicBezTo>
                  <a:pt x="6459" y="21686"/>
                  <a:pt x="6435" y="21671"/>
                  <a:pt x="6375" y="21627"/>
                </a:cubicBezTo>
                <a:close/>
                <a:moveTo>
                  <a:pt x="13539" y="19563"/>
                </a:moveTo>
                <a:cubicBezTo>
                  <a:pt x="13800" y="19563"/>
                  <a:pt x="14065" y="19593"/>
                  <a:pt x="14362" y="19651"/>
                </a:cubicBezTo>
                <a:lnTo>
                  <a:pt x="14362" y="19651"/>
                </a:lnTo>
                <a:cubicBezTo>
                  <a:pt x="14361" y="19651"/>
                  <a:pt x="14361" y="19650"/>
                  <a:pt x="14360" y="19650"/>
                </a:cubicBezTo>
                <a:lnTo>
                  <a:pt x="14360" y="19650"/>
                </a:lnTo>
                <a:cubicBezTo>
                  <a:pt x="14356" y="19650"/>
                  <a:pt x="14474" y="19677"/>
                  <a:pt x="14524" y="19692"/>
                </a:cubicBezTo>
                <a:lnTo>
                  <a:pt x="14524" y="19692"/>
                </a:lnTo>
                <a:cubicBezTo>
                  <a:pt x="14500" y="19721"/>
                  <a:pt x="14430" y="19855"/>
                  <a:pt x="14394" y="19897"/>
                </a:cubicBezTo>
                <a:cubicBezTo>
                  <a:pt x="14302" y="20001"/>
                  <a:pt x="14196" y="20094"/>
                  <a:pt x="14081" y="20172"/>
                </a:cubicBezTo>
                <a:cubicBezTo>
                  <a:pt x="13177" y="20806"/>
                  <a:pt x="12056" y="21269"/>
                  <a:pt x="11014" y="21622"/>
                </a:cubicBezTo>
                <a:cubicBezTo>
                  <a:pt x="10687" y="21733"/>
                  <a:pt x="10331" y="21835"/>
                  <a:pt x="9972" y="21917"/>
                </a:cubicBezTo>
                <a:lnTo>
                  <a:pt x="9972" y="21917"/>
                </a:lnTo>
                <a:cubicBezTo>
                  <a:pt x="10122" y="21614"/>
                  <a:pt x="10301" y="21325"/>
                  <a:pt x="10516" y="21055"/>
                </a:cubicBezTo>
                <a:cubicBezTo>
                  <a:pt x="11024" y="20420"/>
                  <a:pt x="11687" y="19956"/>
                  <a:pt x="12469" y="19729"/>
                </a:cubicBezTo>
                <a:cubicBezTo>
                  <a:pt x="12861" y="19615"/>
                  <a:pt x="13196" y="19563"/>
                  <a:pt x="13539" y="19563"/>
                </a:cubicBezTo>
                <a:close/>
                <a:moveTo>
                  <a:pt x="11319" y="30029"/>
                </a:moveTo>
                <a:cubicBezTo>
                  <a:pt x="11321" y="30030"/>
                  <a:pt x="11324" y="30031"/>
                  <a:pt x="11326" y="30033"/>
                </a:cubicBezTo>
                <a:lnTo>
                  <a:pt x="11326" y="30033"/>
                </a:lnTo>
                <a:cubicBezTo>
                  <a:pt x="11324" y="30031"/>
                  <a:pt x="11321" y="30030"/>
                  <a:pt x="11319" y="30029"/>
                </a:cubicBezTo>
                <a:close/>
                <a:moveTo>
                  <a:pt x="11354" y="30050"/>
                </a:moveTo>
                <a:cubicBezTo>
                  <a:pt x="11371" y="30061"/>
                  <a:pt x="11384" y="30070"/>
                  <a:pt x="11384" y="30070"/>
                </a:cubicBezTo>
                <a:cubicBezTo>
                  <a:pt x="11384" y="30070"/>
                  <a:pt x="11376" y="30064"/>
                  <a:pt x="11354" y="30050"/>
                </a:cubicBezTo>
                <a:close/>
                <a:moveTo>
                  <a:pt x="7317" y="0"/>
                </a:moveTo>
                <a:cubicBezTo>
                  <a:pt x="7270" y="0"/>
                  <a:pt x="7223" y="6"/>
                  <a:pt x="7178" y="18"/>
                </a:cubicBezTo>
                <a:lnTo>
                  <a:pt x="7180" y="16"/>
                </a:lnTo>
                <a:lnTo>
                  <a:pt x="7180" y="16"/>
                </a:lnTo>
                <a:cubicBezTo>
                  <a:pt x="5272" y="516"/>
                  <a:pt x="3590" y="2046"/>
                  <a:pt x="2379" y="3540"/>
                </a:cubicBezTo>
                <a:cubicBezTo>
                  <a:pt x="1125" y="5085"/>
                  <a:pt x="1" y="7133"/>
                  <a:pt x="354" y="9187"/>
                </a:cubicBezTo>
                <a:cubicBezTo>
                  <a:pt x="528" y="10208"/>
                  <a:pt x="1128" y="11231"/>
                  <a:pt x="1751" y="12044"/>
                </a:cubicBezTo>
                <a:cubicBezTo>
                  <a:pt x="2202" y="12632"/>
                  <a:pt x="2716" y="13169"/>
                  <a:pt x="3288" y="13637"/>
                </a:cubicBezTo>
                <a:lnTo>
                  <a:pt x="3288" y="13637"/>
                </a:lnTo>
                <a:cubicBezTo>
                  <a:pt x="3104" y="14426"/>
                  <a:pt x="3013" y="15234"/>
                  <a:pt x="3009" y="16020"/>
                </a:cubicBezTo>
                <a:cubicBezTo>
                  <a:pt x="2996" y="18411"/>
                  <a:pt x="3836" y="20793"/>
                  <a:pt x="5734" y="22337"/>
                </a:cubicBezTo>
                <a:cubicBezTo>
                  <a:pt x="6244" y="22751"/>
                  <a:pt x="6803" y="23099"/>
                  <a:pt x="7400" y="23354"/>
                </a:cubicBezTo>
                <a:lnTo>
                  <a:pt x="7400" y="23354"/>
                </a:lnTo>
                <a:cubicBezTo>
                  <a:pt x="7276" y="25244"/>
                  <a:pt x="7763" y="27144"/>
                  <a:pt x="8821" y="28743"/>
                </a:cubicBezTo>
                <a:cubicBezTo>
                  <a:pt x="10106" y="30685"/>
                  <a:pt x="12297" y="32262"/>
                  <a:pt x="14686" y="32262"/>
                </a:cubicBezTo>
                <a:cubicBezTo>
                  <a:pt x="14772" y="32262"/>
                  <a:pt x="14859" y="32260"/>
                  <a:pt x="14945" y="32256"/>
                </a:cubicBezTo>
                <a:cubicBezTo>
                  <a:pt x="16208" y="32195"/>
                  <a:pt x="17351" y="31684"/>
                  <a:pt x="18385" y="30981"/>
                </a:cubicBezTo>
                <a:cubicBezTo>
                  <a:pt x="18775" y="30716"/>
                  <a:pt x="17560" y="29348"/>
                  <a:pt x="16835" y="29348"/>
                </a:cubicBezTo>
                <a:cubicBezTo>
                  <a:pt x="16743" y="29348"/>
                  <a:pt x="16660" y="29370"/>
                  <a:pt x="16588" y="29418"/>
                </a:cubicBezTo>
                <a:cubicBezTo>
                  <a:pt x="15622" y="30074"/>
                  <a:pt x="14460" y="30554"/>
                  <a:pt x="13283" y="30554"/>
                </a:cubicBezTo>
                <a:cubicBezTo>
                  <a:pt x="12954" y="30554"/>
                  <a:pt x="12623" y="30517"/>
                  <a:pt x="12295" y="30434"/>
                </a:cubicBezTo>
                <a:cubicBezTo>
                  <a:pt x="12025" y="30369"/>
                  <a:pt x="11765" y="30270"/>
                  <a:pt x="11519" y="30139"/>
                </a:cubicBezTo>
                <a:cubicBezTo>
                  <a:pt x="11459" y="30108"/>
                  <a:pt x="11400" y="30075"/>
                  <a:pt x="11341" y="30042"/>
                </a:cubicBezTo>
                <a:lnTo>
                  <a:pt x="11341" y="30042"/>
                </a:lnTo>
                <a:cubicBezTo>
                  <a:pt x="11325" y="30031"/>
                  <a:pt x="11303" y="30016"/>
                  <a:pt x="11274" y="29997"/>
                </a:cubicBezTo>
                <a:cubicBezTo>
                  <a:pt x="11210" y="29954"/>
                  <a:pt x="11148" y="29909"/>
                  <a:pt x="11086" y="29863"/>
                </a:cubicBezTo>
                <a:lnTo>
                  <a:pt x="11086" y="29863"/>
                </a:lnTo>
                <a:cubicBezTo>
                  <a:pt x="11131" y="29896"/>
                  <a:pt x="11150" y="29909"/>
                  <a:pt x="11151" y="29909"/>
                </a:cubicBezTo>
                <a:cubicBezTo>
                  <a:pt x="11155" y="29909"/>
                  <a:pt x="10984" y="29777"/>
                  <a:pt x="10976" y="29768"/>
                </a:cubicBezTo>
                <a:cubicBezTo>
                  <a:pt x="10678" y="29509"/>
                  <a:pt x="10327" y="29073"/>
                  <a:pt x="10027" y="28493"/>
                </a:cubicBezTo>
                <a:cubicBezTo>
                  <a:pt x="9337" y="27155"/>
                  <a:pt x="9166" y="25627"/>
                  <a:pt x="9349" y="24145"/>
                </a:cubicBezTo>
                <a:cubicBezTo>
                  <a:pt x="9363" y="24036"/>
                  <a:pt x="9378" y="23928"/>
                  <a:pt x="9396" y="23820"/>
                </a:cubicBezTo>
                <a:lnTo>
                  <a:pt x="9396" y="23820"/>
                </a:lnTo>
                <a:cubicBezTo>
                  <a:pt x="9512" y="23826"/>
                  <a:pt x="9629" y="23829"/>
                  <a:pt x="9745" y="23829"/>
                </a:cubicBezTo>
                <a:cubicBezTo>
                  <a:pt x="11066" y="23829"/>
                  <a:pt x="12368" y="23457"/>
                  <a:pt x="13576" y="22940"/>
                </a:cubicBezTo>
                <a:cubicBezTo>
                  <a:pt x="14372" y="22599"/>
                  <a:pt x="15249" y="22217"/>
                  <a:pt x="15944" y="21691"/>
                </a:cubicBezTo>
                <a:cubicBezTo>
                  <a:pt x="16239" y="21468"/>
                  <a:pt x="16470" y="21138"/>
                  <a:pt x="16465" y="20755"/>
                </a:cubicBezTo>
                <a:cubicBezTo>
                  <a:pt x="16457" y="20086"/>
                  <a:pt x="15923" y="19490"/>
                  <a:pt x="15455" y="19074"/>
                </a:cubicBezTo>
                <a:cubicBezTo>
                  <a:pt x="14955" y="18630"/>
                  <a:pt x="14369" y="18295"/>
                  <a:pt x="13731" y="18092"/>
                </a:cubicBezTo>
                <a:cubicBezTo>
                  <a:pt x="13237" y="17937"/>
                  <a:pt x="12713" y="17854"/>
                  <a:pt x="12191" y="17854"/>
                </a:cubicBezTo>
                <a:cubicBezTo>
                  <a:pt x="11512" y="17854"/>
                  <a:pt x="10835" y="17993"/>
                  <a:pt x="10226" y="18295"/>
                </a:cubicBezTo>
                <a:cubicBezTo>
                  <a:pt x="8798" y="19001"/>
                  <a:pt x="7985" y="20364"/>
                  <a:pt x="7622" y="21880"/>
                </a:cubicBezTo>
                <a:cubicBezTo>
                  <a:pt x="7609" y="21936"/>
                  <a:pt x="7596" y="21993"/>
                  <a:pt x="7583" y="22050"/>
                </a:cubicBezTo>
                <a:lnTo>
                  <a:pt x="7583" y="22050"/>
                </a:lnTo>
                <a:cubicBezTo>
                  <a:pt x="7518" y="22040"/>
                  <a:pt x="7454" y="22029"/>
                  <a:pt x="7389" y="22017"/>
                </a:cubicBezTo>
                <a:cubicBezTo>
                  <a:pt x="7357" y="22011"/>
                  <a:pt x="7203" y="21972"/>
                  <a:pt x="7196" y="21972"/>
                </a:cubicBezTo>
                <a:lnTo>
                  <a:pt x="7196" y="21972"/>
                </a:lnTo>
                <a:cubicBezTo>
                  <a:pt x="7194" y="21972"/>
                  <a:pt x="7207" y="21976"/>
                  <a:pt x="7243" y="21987"/>
                </a:cubicBezTo>
                <a:lnTo>
                  <a:pt x="7243" y="21987"/>
                </a:lnTo>
                <a:cubicBezTo>
                  <a:pt x="7181" y="21970"/>
                  <a:pt x="7118" y="21953"/>
                  <a:pt x="7057" y="21932"/>
                </a:cubicBezTo>
                <a:cubicBezTo>
                  <a:pt x="6983" y="21908"/>
                  <a:pt x="6913" y="21886"/>
                  <a:pt x="6843" y="21859"/>
                </a:cubicBezTo>
                <a:cubicBezTo>
                  <a:pt x="6797" y="21842"/>
                  <a:pt x="6737" y="21816"/>
                  <a:pt x="6699" y="21799"/>
                </a:cubicBezTo>
                <a:lnTo>
                  <a:pt x="6699" y="21799"/>
                </a:lnTo>
                <a:cubicBezTo>
                  <a:pt x="6593" y="21738"/>
                  <a:pt x="6481" y="21664"/>
                  <a:pt x="6372" y="21625"/>
                </a:cubicBezTo>
                <a:lnTo>
                  <a:pt x="6372" y="21625"/>
                </a:lnTo>
                <a:cubicBezTo>
                  <a:pt x="6367" y="21622"/>
                  <a:pt x="6362" y="21618"/>
                  <a:pt x="6357" y="21614"/>
                </a:cubicBezTo>
                <a:cubicBezTo>
                  <a:pt x="6355" y="21613"/>
                  <a:pt x="6353" y="21612"/>
                  <a:pt x="6352" y="21610"/>
                </a:cubicBezTo>
                <a:lnTo>
                  <a:pt x="6352" y="21610"/>
                </a:lnTo>
                <a:cubicBezTo>
                  <a:pt x="6354" y="21614"/>
                  <a:pt x="6354" y="21617"/>
                  <a:pt x="6352" y="21619"/>
                </a:cubicBezTo>
                <a:cubicBezTo>
                  <a:pt x="6352" y="21619"/>
                  <a:pt x="6352" y="21619"/>
                  <a:pt x="6352" y="21619"/>
                </a:cubicBezTo>
                <a:cubicBezTo>
                  <a:pt x="6351" y="21619"/>
                  <a:pt x="6313" y="21588"/>
                  <a:pt x="6275" y="21555"/>
                </a:cubicBezTo>
                <a:lnTo>
                  <a:pt x="6275" y="21555"/>
                </a:lnTo>
                <a:cubicBezTo>
                  <a:pt x="6301" y="21572"/>
                  <a:pt x="6327" y="21592"/>
                  <a:pt x="6352" y="21610"/>
                </a:cubicBezTo>
                <a:lnTo>
                  <a:pt x="6352" y="21610"/>
                </a:lnTo>
                <a:cubicBezTo>
                  <a:pt x="6340" y="21589"/>
                  <a:pt x="6275" y="21545"/>
                  <a:pt x="6235" y="21520"/>
                </a:cubicBezTo>
                <a:lnTo>
                  <a:pt x="6235" y="21520"/>
                </a:lnTo>
                <a:cubicBezTo>
                  <a:pt x="6247" y="21531"/>
                  <a:pt x="6261" y="21543"/>
                  <a:pt x="6275" y="21555"/>
                </a:cubicBezTo>
                <a:lnTo>
                  <a:pt x="6275" y="21555"/>
                </a:lnTo>
                <a:cubicBezTo>
                  <a:pt x="6274" y="21554"/>
                  <a:pt x="6272" y="21553"/>
                  <a:pt x="6271" y="21552"/>
                </a:cubicBezTo>
                <a:cubicBezTo>
                  <a:pt x="6252" y="21540"/>
                  <a:pt x="6237" y="21530"/>
                  <a:pt x="6227" y="21522"/>
                </a:cubicBezTo>
                <a:lnTo>
                  <a:pt x="6227" y="21522"/>
                </a:lnTo>
                <a:cubicBezTo>
                  <a:pt x="6227" y="21523"/>
                  <a:pt x="6226" y="21523"/>
                  <a:pt x="6226" y="21523"/>
                </a:cubicBezTo>
                <a:cubicBezTo>
                  <a:pt x="6226" y="21524"/>
                  <a:pt x="6225" y="21524"/>
                  <a:pt x="6224" y="21524"/>
                </a:cubicBezTo>
                <a:cubicBezTo>
                  <a:pt x="6214" y="21524"/>
                  <a:pt x="6180" y="21488"/>
                  <a:pt x="6139" y="21440"/>
                </a:cubicBezTo>
                <a:lnTo>
                  <a:pt x="6139" y="21440"/>
                </a:lnTo>
                <a:cubicBezTo>
                  <a:pt x="6153" y="21451"/>
                  <a:pt x="6170" y="21466"/>
                  <a:pt x="6191" y="21483"/>
                </a:cubicBezTo>
                <a:cubicBezTo>
                  <a:pt x="6193" y="21485"/>
                  <a:pt x="6196" y="21488"/>
                  <a:pt x="6201" y="21492"/>
                </a:cubicBezTo>
                <a:lnTo>
                  <a:pt x="6201" y="21492"/>
                </a:lnTo>
                <a:cubicBezTo>
                  <a:pt x="6181" y="21472"/>
                  <a:pt x="6152" y="21447"/>
                  <a:pt x="6130" y="21428"/>
                </a:cubicBezTo>
                <a:lnTo>
                  <a:pt x="6130" y="21428"/>
                </a:lnTo>
                <a:cubicBezTo>
                  <a:pt x="6133" y="21432"/>
                  <a:pt x="6136" y="21436"/>
                  <a:pt x="6139" y="21440"/>
                </a:cubicBezTo>
                <a:lnTo>
                  <a:pt x="6139" y="21440"/>
                </a:lnTo>
                <a:cubicBezTo>
                  <a:pt x="6107" y="21412"/>
                  <a:pt x="6095" y="21402"/>
                  <a:pt x="6096" y="21402"/>
                </a:cubicBezTo>
                <a:lnTo>
                  <a:pt x="6096" y="21402"/>
                </a:lnTo>
                <a:cubicBezTo>
                  <a:pt x="6097" y="21402"/>
                  <a:pt x="6111" y="21413"/>
                  <a:pt x="6130" y="21428"/>
                </a:cubicBezTo>
                <a:lnTo>
                  <a:pt x="6130" y="21428"/>
                </a:lnTo>
                <a:cubicBezTo>
                  <a:pt x="6052" y="21336"/>
                  <a:pt x="5957" y="21209"/>
                  <a:pt x="5955" y="21209"/>
                </a:cubicBezTo>
                <a:lnTo>
                  <a:pt x="5955" y="21209"/>
                </a:lnTo>
                <a:cubicBezTo>
                  <a:pt x="5954" y="21209"/>
                  <a:pt x="5981" y="21246"/>
                  <a:pt x="6052" y="21346"/>
                </a:cubicBezTo>
                <a:lnTo>
                  <a:pt x="6052" y="21346"/>
                </a:lnTo>
                <a:cubicBezTo>
                  <a:pt x="5961" y="21219"/>
                  <a:pt x="5865" y="21095"/>
                  <a:pt x="5776" y="20966"/>
                </a:cubicBezTo>
                <a:cubicBezTo>
                  <a:pt x="5773" y="20962"/>
                  <a:pt x="5770" y="20958"/>
                  <a:pt x="5767" y="20954"/>
                </a:cubicBezTo>
                <a:lnTo>
                  <a:pt x="5767" y="20954"/>
                </a:lnTo>
                <a:cubicBezTo>
                  <a:pt x="5767" y="20953"/>
                  <a:pt x="5767" y="20952"/>
                  <a:pt x="5766" y="20952"/>
                </a:cubicBezTo>
                <a:cubicBezTo>
                  <a:pt x="5726" y="20872"/>
                  <a:pt x="5677" y="20795"/>
                  <a:pt x="5633" y="20715"/>
                </a:cubicBezTo>
                <a:cubicBezTo>
                  <a:pt x="5566" y="20586"/>
                  <a:pt x="5504" y="20453"/>
                  <a:pt x="5443" y="20320"/>
                </a:cubicBezTo>
                <a:cubicBezTo>
                  <a:pt x="5403" y="20231"/>
                  <a:pt x="5389" y="20194"/>
                  <a:pt x="5389" y="20194"/>
                </a:cubicBezTo>
                <a:lnTo>
                  <a:pt x="5389" y="20194"/>
                </a:lnTo>
                <a:cubicBezTo>
                  <a:pt x="5390" y="20194"/>
                  <a:pt x="5394" y="20204"/>
                  <a:pt x="5402" y="20224"/>
                </a:cubicBezTo>
                <a:lnTo>
                  <a:pt x="5402" y="20224"/>
                </a:lnTo>
                <a:cubicBezTo>
                  <a:pt x="5371" y="20140"/>
                  <a:pt x="5339" y="20055"/>
                  <a:pt x="5311" y="19969"/>
                </a:cubicBezTo>
                <a:cubicBezTo>
                  <a:pt x="5204" y="19653"/>
                  <a:pt x="5119" y="19330"/>
                  <a:pt x="5055" y="19003"/>
                </a:cubicBezTo>
                <a:cubicBezTo>
                  <a:pt x="5023" y="18840"/>
                  <a:pt x="4994" y="18677"/>
                  <a:pt x="4972" y="18512"/>
                </a:cubicBezTo>
                <a:cubicBezTo>
                  <a:pt x="4950" y="18370"/>
                  <a:pt x="4935" y="18228"/>
                  <a:pt x="4927" y="18086"/>
                </a:cubicBezTo>
                <a:cubicBezTo>
                  <a:pt x="4852" y="16991"/>
                  <a:pt x="4951" y="15894"/>
                  <a:pt x="5219" y="14834"/>
                </a:cubicBezTo>
                <a:lnTo>
                  <a:pt x="5219" y="14834"/>
                </a:lnTo>
                <a:cubicBezTo>
                  <a:pt x="6150" y="15248"/>
                  <a:pt x="7154" y="15482"/>
                  <a:pt x="8171" y="15482"/>
                </a:cubicBezTo>
                <a:cubicBezTo>
                  <a:pt x="8537" y="15482"/>
                  <a:pt x="8905" y="15452"/>
                  <a:pt x="9271" y="15389"/>
                </a:cubicBezTo>
                <a:cubicBezTo>
                  <a:pt x="10600" y="15160"/>
                  <a:pt x="11976" y="14429"/>
                  <a:pt x="12623" y="13197"/>
                </a:cubicBezTo>
                <a:cubicBezTo>
                  <a:pt x="12955" y="12569"/>
                  <a:pt x="13097" y="11858"/>
                  <a:pt x="13033" y="11151"/>
                </a:cubicBezTo>
                <a:cubicBezTo>
                  <a:pt x="13000" y="10731"/>
                  <a:pt x="12912" y="10318"/>
                  <a:pt x="12773" y="9921"/>
                </a:cubicBezTo>
                <a:cubicBezTo>
                  <a:pt x="12485" y="9107"/>
                  <a:pt x="11837" y="8590"/>
                  <a:pt x="11032" y="8326"/>
                </a:cubicBezTo>
                <a:cubicBezTo>
                  <a:pt x="10393" y="8117"/>
                  <a:pt x="9751" y="8011"/>
                  <a:pt x="9124" y="8011"/>
                </a:cubicBezTo>
                <a:cubicBezTo>
                  <a:pt x="7607" y="8011"/>
                  <a:pt x="6181" y="8630"/>
                  <a:pt x="5109" y="9884"/>
                </a:cubicBezTo>
                <a:cubicBezTo>
                  <a:pt x="4429" y="10679"/>
                  <a:pt x="3921" y="11627"/>
                  <a:pt x="3574" y="12637"/>
                </a:cubicBezTo>
                <a:lnTo>
                  <a:pt x="3574" y="12637"/>
                </a:lnTo>
                <a:cubicBezTo>
                  <a:pt x="3538" y="12600"/>
                  <a:pt x="3485" y="12547"/>
                  <a:pt x="3474" y="12536"/>
                </a:cubicBezTo>
                <a:cubicBezTo>
                  <a:pt x="3403" y="12462"/>
                  <a:pt x="3336" y="12387"/>
                  <a:pt x="3269" y="12312"/>
                </a:cubicBezTo>
                <a:cubicBezTo>
                  <a:pt x="3213" y="12247"/>
                  <a:pt x="3194" y="12226"/>
                  <a:pt x="3195" y="12226"/>
                </a:cubicBezTo>
                <a:lnTo>
                  <a:pt x="3195" y="12226"/>
                </a:lnTo>
                <a:cubicBezTo>
                  <a:pt x="3196" y="12226"/>
                  <a:pt x="3239" y="12275"/>
                  <a:pt x="3256" y="12296"/>
                </a:cubicBezTo>
                <a:cubicBezTo>
                  <a:pt x="3224" y="12256"/>
                  <a:pt x="3192" y="12215"/>
                  <a:pt x="3161" y="12173"/>
                </a:cubicBezTo>
                <a:cubicBezTo>
                  <a:pt x="2993" y="11945"/>
                  <a:pt x="2900" y="11810"/>
                  <a:pt x="2791" y="11622"/>
                </a:cubicBezTo>
                <a:cubicBezTo>
                  <a:pt x="2309" y="10774"/>
                  <a:pt x="2084" y="9961"/>
                  <a:pt x="2236" y="8984"/>
                </a:cubicBezTo>
                <a:cubicBezTo>
                  <a:pt x="2400" y="7936"/>
                  <a:pt x="2875" y="6967"/>
                  <a:pt x="3451" y="6088"/>
                </a:cubicBezTo>
                <a:cubicBezTo>
                  <a:pt x="4145" y="5039"/>
                  <a:pt x="4988" y="4098"/>
                  <a:pt x="5955" y="3292"/>
                </a:cubicBezTo>
                <a:cubicBezTo>
                  <a:pt x="6776" y="2607"/>
                  <a:pt x="7699" y="1987"/>
                  <a:pt x="8744" y="1716"/>
                </a:cubicBezTo>
                <a:cubicBezTo>
                  <a:pt x="9204" y="1596"/>
                  <a:pt x="8642" y="883"/>
                  <a:pt x="8499" y="728"/>
                </a:cubicBezTo>
                <a:cubicBezTo>
                  <a:pt x="8254" y="463"/>
                  <a:pt x="7751" y="0"/>
                  <a:pt x="7317"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2"/>
          <p:cNvSpPr/>
          <p:nvPr/>
        </p:nvSpPr>
        <p:spPr>
          <a:xfrm rot="10800000">
            <a:off x="343713" y="2376762"/>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2"/>
          <p:cNvSpPr/>
          <p:nvPr/>
        </p:nvSpPr>
        <p:spPr>
          <a:xfrm rot="10800000">
            <a:off x="7810615" y="1082890"/>
            <a:ext cx="246230" cy="229772"/>
          </a:xfrm>
          <a:custGeom>
            <a:rect b="b" l="l" r="r" t="t"/>
            <a:pathLst>
              <a:path extrusionOk="0" h="7930" w="8498">
                <a:moveTo>
                  <a:pt x="5850" y="1"/>
                </a:moveTo>
                <a:cubicBezTo>
                  <a:pt x="4962" y="1555"/>
                  <a:pt x="3595" y="2685"/>
                  <a:pt x="2149" y="3881"/>
                </a:cubicBezTo>
                <a:cubicBezTo>
                  <a:pt x="1424" y="4482"/>
                  <a:pt x="673" y="5102"/>
                  <a:pt x="0" y="5774"/>
                </a:cubicBezTo>
                <a:lnTo>
                  <a:pt x="2155" y="7929"/>
                </a:lnTo>
                <a:cubicBezTo>
                  <a:pt x="2726" y="7358"/>
                  <a:pt x="3389" y="6811"/>
                  <a:pt x="4092" y="6231"/>
                </a:cubicBezTo>
                <a:cubicBezTo>
                  <a:pt x="5611" y="4974"/>
                  <a:pt x="7333" y="3551"/>
                  <a:pt x="8498" y="1512"/>
                </a:cubicBezTo>
                <a:lnTo>
                  <a:pt x="5850"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2"/>
          <p:cNvSpPr/>
          <p:nvPr/>
        </p:nvSpPr>
        <p:spPr>
          <a:xfrm rot="10800000">
            <a:off x="8056838" y="3364712"/>
            <a:ext cx="520101" cy="621050"/>
          </a:xfrm>
          <a:custGeom>
            <a:rect b="b" l="l" r="r" t="t"/>
            <a:pathLst>
              <a:path extrusionOk="0" h="21434" w="17950">
                <a:moveTo>
                  <a:pt x="2976" y="8256"/>
                </a:moveTo>
                <a:cubicBezTo>
                  <a:pt x="2979" y="8259"/>
                  <a:pt x="2982" y="8262"/>
                  <a:pt x="2984" y="8264"/>
                </a:cubicBezTo>
                <a:lnTo>
                  <a:pt x="2984" y="8264"/>
                </a:lnTo>
                <a:cubicBezTo>
                  <a:pt x="2984" y="8264"/>
                  <a:pt x="2984" y="8264"/>
                  <a:pt x="2985" y="8264"/>
                </a:cubicBezTo>
                <a:lnTo>
                  <a:pt x="2985" y="8264"/>
                </a:lnTo>
                <a:cubicBezTo>
                  <a:pt x="2982" y="8262"/>
                  <a:pt x="2979" y="8259"/>
                  <a:pt x="2977" y="8256"/>
                </a:cubicBezTo>
                <a:lnTo>
                  <a:pt x="2977" y="8256"/>
                </a:lnTo>
                <a:cubicBezTo>
                  <a:pt x="2977" y="8256"/>
                  <a:pt x="2976" y="8256"/>
                  <a:pt x="2976" y="8256"/>
                </a:cubicBezTo>
                <a:close/>
                <a:moveTo>
                  <a:pt x="3070" y="8354"/>
                </a:moveTo>
                <a:cubicBezTo>
                  <a:pt x="3094" y="8379"/>
                  <a:pt x="3108" y="8396"/>
                  <a:pt x="3108" y="8396"/>
                </a:cubicBezTo>
                <a:cubicBezTo>
                  <a:pt x="3108" y="8396"/>
                  <a:pt x="3097" y="8384"/>
                  <a:pt x="3070" y="8354"/>
                </a:cubicBezTo>
                <a:close/>
                <a:moveTo>
                  <a:pt x="14914" y="16791"/>
                </a:moveTo>
                <a:cubicBezTo>
                  <a:pt x="14927" y="16804"/>
                  <a:pt x="14940" y="16817"/>
                  <a:pt x="14954" y="16830"/>
                </a:cubicBezTo>
                <a:cubicBezTo>
                  <a:pt x="15016" y="16891"/>
                  <a:pt x="15037" y="16914"/>
                  <a:pt x="15035" y="16914"/>
                </a:cubicBezTo>
                <a:cubicBezTo>
                  <a:pt x="15032" y="16914"/>
                  <a:pt x="14964" y="16850"/>
                  <a:pt x="14914" y="16791"/>
                </a:cubicBezTo>
                <a:close/>
                <a:moveTo>
                  <a:pt x="1603" y="0"/>
                </a:moveTo>
                <a:cubicBezTo>
                  <a:pt x="1509" y="0"/>
                  <a:pt x="1429" y="45"/>
                  <a:pt x="1378" y="156"/>
                </a:cubicBezTo>
                <a:cubicBezTo>
                  <a:pt x="554" y="1957"/>
                  <a:pt x="1" y="4008"/>
                  <a:pt x="618" y="5958"/>
                </a:cubicBezTo>
                <a:cubicBezTo>
                  <a:pt x="1279" y="8059"/>
                  <a:pt x="2876" y="9752"/>
                  <a:pt x="4635" y="11011"/>
                </a:cubicBezTo>
                <a:cubicBezTo>
                  <a:pt x="6145" y="12091"/>
                  <a:pt x="7866" y="12858"/>
                  <a:pt x="9541" y="13636"/>
                </a:cubicBezTo>
                <a:cubicBezTo>
                  <a:pt x="10380" y="14026"/>
                  <a:pt x="11220" y="14417"/>
                  <a:pt x="12042" y="14844"/>
                </a:cubicBezTo>
                <a:lnTo>
                  <a:pt x="12181" y="14917"/>
                </a:lnTo>
                <a:lnTo>
                  <a:pt x="12181" y="14917"/>
                </a:lnTo>
                <a:cubicBezTo>
                  <a:pt x="12186" y="14919"/>
                  <a:pt x="12191" y="14922"/>
                  <a:pt x="12196" y="14925"/>
                </a:cubicBezTo>
                <a:cubicBezTo>
                  <a:pt x="12299" y="14980"/>
                  <a:pt x="12401" y="15035"/>
                  <a:pt x="12503" y="15093"/>
                </a:cubicBezTo>
                <a:cubicBezTo>
                  <a:pt x="12704" y="15205"/>
                  <a:pt x="12903" y="15321"/>
                  <a:pt x="13101" y="15440"/>
                </a:cubicBezTo>
                <a:cubicBezTo>
                  <a:pt x="13273" y="15543"/>
                  <a:pt x="13444" y="15652"/>
                  <a:pt x="13613" y="15762"/>
                </a:cubicBezTo>
                <a:cubicBezTo>
                  <a:pt x="13708" y="15823"/>
                  <a:pt x="13800" y="15887"/>
                  <a:pt x="13893" y="15949"/>
                </a:cubicBezTo>
                <a:cubicBezTo>
                  <a:pt x="13919" y="15968"/>
                  <a:pt x="14022" y="16041"/>
                  <a:pt x="14088" y="16087"/>
                </a:cubicBezTo>
                <a:lnTo>
                  <a:pt x="14088" y="16087"/>
                </a:lnTo>
                <a:cubicBezTo>
                  <a:pt x="14148" y="16133"/>
                  <a:pt x="14265" y="16220"/>
                  <a:pt x="14291" y="16242"/>
                </a:cubicBezTo>
                <a:cubicBezTo>
                  <a:pt x="14377" y="16309"/>
                  <a:pt x="14460" y="16377"/>
                  <a:pt x="14545" y="16448"/>
                </a:cubicBezTo>
                <a:cubicBezTo>
                  <a:pt x="14570" y="16469"/>
                  <a:pt x="14607" y="16509"/>
                  <a:pt x="14647" y="16550"/>
                </a:cubicBezTo>
                <a:lnTo>
                  <a:pt x="14647" y="16550"/>
                </a:lnTo>
                <a:cubicBezTo>
                  <a:pt x="14648" y="16549"/>
                  <a:pt x="14649" y="16549"/>
                  <a:pt x="14651" y="16549"/>
                </a:cubicBezTo>
                <a:cubicBezTo>
                  <a:pt x="14662" y="16549"/>
                  <a:pt x="14686" y="16564"/>
                  <a:pt x="14727" y="16606"/>
                </a:cubicBezTo>
                <a:cubicBezTo>
                  <a:pt x="14751" y="16631"/>
                  <a:pt x="14776" y="16655"/>
                  <a:pt x="14801" y="16679"/>
                </a:cubicBezTo>
                <a:lnTo>
                  <a:pt x="14801" y="16679"/>
                </a:lnTo>
                <a:cubicBezTo>
                  <a:pt x="14757" y="16659"/>
                  <a:pt x="14699" y="16604"/>
                  <a:pt x="14647" y="16550"/>
                </a:cubicBezTo>
                <a:lnTo>
                  <a:pt x="14647" y="16550"/>
                </a:lnTo>
                <a:cubicBezTo>
                  <a:pt x="14634" y="16562"/>
                  <a:pt x="14695" y="16648"/>
                  <a:pt x="14802" y="16681"/>
                </a:cubicBezTo>
                <a:lnTo>
                  <a:pt x="14802" y="16681"/>
                </a:lnTo>
                <a:cubicBezTo>
                  <a:pt x="14802" y="16680"/>
                  <a:pt x="14801" y="16679"/>
                  <a:pt x="14801" y="16679"/>
                </a:cubicBezTo>
                <a:lnTo>
                  <a:pt x="14801" y="16679"/>
                </a:lnTo>
                <a:cubicBezTo>
                  <a:pt x="14805" y="16681"/>
                  <a:pt x="14810" y="16683"/>
                  <a:pt x="14815" y="16684"/>
                </a:cubicBezTo>
                <a:cubicBezTo>
                  <a:pt x="14811" y="16683"/>
                  <a:pt x="14806" y="16682"/>
                  <a:pt x="14802" y="16681"/>
                </a:cubicBezTo>
                <a:lnTo>
                  <a:pt x="14802" y="16681"/>
                </a:lnTo>
                <a:cubicBezTo>
                  <a:pt x="14819" y="16697"/>
                  <a:pt x="14836" y="16714"/>
                  <a:pt x="14853" y="16730"/>
                </a:cubicBezTo>
                <a:cubicBezTo>
                  <a:pt x="14870" y="16747"/>
                  <a:pt x="14886" y="16763"/>
                  <a:pt x="14902" y="16779"/>
                </a:cubicBezTo>
                <a:lnTo>
                  <a:pt x="14902" y="16779"/>
                </a:lnTo>
                <a:cubicBezTo>
                  <a:pt x="14961" y="16857"/>
                  <a:pt x="15039" y="16929"/>
                  <a:pt x="15101" y="17002"/>
                </a:cubicBezTo>
                <a:cubicBezTo>
                  <a:pt x="15103" y="17005"/>
                  <a:pt x="15105" y="17007"/>
                  <a:pt x="15108" y="17010"/>
                </a:cubicBezTo>
                <a:lnTo>
                  <a:pt x="15108" y="17010"/>
                </a:lnTo>
                <a:cubicBezTo>
                  <a:pt x="15108" y="17010"/>
                  <a:pt x="15108" y="17011"/>
                  <a:pt x="15109" y="17012"/>
                </a:cubicBezTo>
                <a:cubicBezTo>
                  <a:pt x="15122" y="17031"/>
                  <a:pt x="15136" y="17050"/>
                  <a:pt x="15150" y="17070"/>
                </a:cubicBezTo>
                <a:lnTo>
                  <a:pt x="15150" y="17070"/>
                </a:lnTo>
                <a:cubicBezTo>
                  <a:pt x="15148" y="17064"/>
                  <a:pt x="15147" y="17059"/>
                  <a:pt x="15145" y="17053"/>
                </a:cubicBezTo>
                <a:lnTo>
                  <a:pt x="15145" y="17053"/>
                </a:lnTo>
                <a:cubicBezTo>
                  <a:pt x="15145" y="17053"/>
                  <a:pt x="15145" y="17053"/>
                  <a:pt x="15145" y="17053"/>
                </a:cubicBezTo>
                <a:lnTo>
                  <a:pt x="15145" y="17053"/>
                </a:lnTo>
                <a:cubicBezTo>
                  <a:pt x="15147" y="17060"/>
                  <a:pt x="15150" y="17067"/>
                  <a:pt x="15152" y="17074"/>
                </a:cubicBezTo>
                <a:lnTo>
                  <a:pt x="15152" y="17074"/>
                </a:lnTo>
                <a:cubicBezTo>
                  <a:pt x="15164" y="17091"/>
                  <a:pt x="15176" y="17108"/>
                  <a:pt x="15189" y="17125"/>
                </a:cubicBezTo>
                <a:cubicBezTo>
                  <a:pt x="15228" y="17178"/>
                  <a:pt x="15243" y="17212"/>
                  <a:pt x="15243" y="17227"/>
                </a:cubicBezTo>
                <a:lnTo>
                  <a:pt x="15243" y="17227"/>
                </a:lnTo>
                <a:cubicBezTo>
                  <a:pt x="15207" y="17176"/>
                  <a:pt x="15171" y="17122"/>
                  <a:pt x="15152" y="17074"/>
                </a:cubicBezTo>
                <a:lnTo>
                  <a:pt x="15152" y="17074"/>
                </a:lnTo>
                <a:cubicBezTo>
                  <a:pt x="15151" y="17072"/>
                  <a:pt x="15150" y="17071"/>
                  <a:pt x="15150" y="17070"/>
                </a:cubicBezTo>
                <a:lnTo>
                  <a:pt x="15150" y="17070"/>
                </a:lnTo>
                <a:cubicBezTo>
                  <a:pt x="15179" y="17181"/>
                  <a:pt x="15223" y="17235"/>
                  <a:pt x="15238" y="17235"/>
                </a:cubicBezTo>
                <a:cubicBezTo>
                  <a:pt x="15241" y="17235"/>
                  <a:pt x="15243" y="17232"/>
                  <a:pt x="15243" y="17227"/>
                </a:cubicBezTo>
                <a:lnTo>
                  <a:pt x="15243" y="17227"/>
                </a:lnTo>
                <a:cubicBezTo>
                  <a:pt x="15273" y="17269"/>
                  <a:pt x="15303" y="17310"/>
                  <a:pt x="15323" y="17346"/>
                </a:cubicBezTo>
                <a:cubicBezTo>
                  <a:pt x="15341" y="17378"/>
                  <a:pt x="15358" y="17413"/>
                  <a:pt x="15377" y="17446"/>
                </a:cubicBezTo>
                <a:lnTo>
                  <a:pt x="15377" y="17446"/>
                </a:lnTo>
                <a:cubicBezTo>
                  <a:pt x="15421" y="17551"/>
                  <a:pt x="15471" y="17653"/>
                  <a:pt x="15515" y="17758"/>
                </a:cubicBezTo>
                <a:cubicBezTo>
                  <a:pt x="15533" y="17804"/>
                  <a:pt x="15604" y="18008"/>
                  <a:pt x="15607" y="18008"/>
                </a:cubicBezTo>
                <a:cubicBezTo>
                  <a:pt x="15608" y="18008"/>
                  <a:pt x="15601" y="17983"/>
                  <a:pt x="15580" y="17917"/>
                </a:cubicBezTo>
                <a:lnTo>
                  <a:pt x="15580" y="17917"/>
                </a:lnTo>
                <a:cubicBezTo>
                  <a:pt x="15732" y="18397"/>
                  <a:pt x="15828" y="18892"/>
                  <a:pt x="15869" y="19394"/>
                </a:cubicBezTo>
                <a:cubicBezTo>
                  <a:pt x="15923" y="20020"/>
                  <a:pt x="16631" y="20719"/>
                  <a:pt x="17088" y="21093"/>
                </a:cubicBezTo>
                <a:cubicBezTo>
                  <a:pt x="17252" y="21227"/>
                  <a:pt x="17547" y="21434"/>
                  <a:pt x="17741" y="21434"/>
                </a:cubicBezTo>
                <a:cubicBezTo>
                  <a:pt x="17866" y="21434"/>
                  <a:pt x="17950" y="21347"/>
                  <a:pt x="17928" y="21098"/>
                </a:cubicBezTo>
                <a:cubicBezTo>
                  <a:pt x="17561" y="16782"/>
                  <a:pt x="13593" y="13949"/>
                  <a:pt x="10037" y="12192"/>
                </a:cubicBezTo>
                <a:cubicBezTo>
                  <a:pt x="9204" y="11781"/>
                  <a:pt x="8359" y="11398"/>
                  <a:pt x="7520" y="11005"/>
                </a:cubicBezTo>
                <a:cubicBezTo>
                  <a:pt x="7105" y="10810"/>
                  <a:pt x="6691" y="10615"/>
                  <a:pt x="6282" y="10412"/>
                </a:cubicBezTo>
                <a:cubicBezTo>
                  <a:pt x="6086" y="10315"/>
                  <a:pt x="5891" y="10217"/>
                  <a:pt x="5698" y="10117"/>
                </a:cubicBezTo>
                <a:cubicBezTo>
                  <a:pt x="5595" y="10064"/>
                  <a:pt x="5495" y="10011"/>
                  <a:pt x="5394" y="9957"/>
                </a:cubicBezTo>
                <a:lnTo>
                  <a:pt x="5394" y="9957"/>
                </a:lnTo>
                <a:cubicBezTo>
                  <a:pt x="5445" y="9984"/>
                  <a:pt x="5466" y="9995"/>
                  <a:pt x="5466" y="9995"/>
                </a:cubicBezTo>
                <a:cubicBezTo>
                  <a:pt x="5467" y="9995"/>
                  <a:pt x="5267" y="9887"/>
                  <a:pt x="5223" y="9863"/>
                </a:cubicBezTo>
                <a:cubicBezTo>
                  <a:pt x="4862" y="9660"/>
                  <a:pt x="4504" y="9447"/>
                  <a:pt x="4158" y="9219"/>
                </a:cubicBezTo>
                <a:cubicBezTo>
                  <a:pt x="4070" y="9160"/>
                  <a:pt x="3980" y="9101"/>
                  <a:pt x="3894" y="9040"/>
                </a:cubicBezTo>
                <a:cubicBezTo>
                  <a:pt x="3847" y="9007"/>
                  <a:pt x="3694" y="8892"/>
                  <a:pt x="3692" y="8892"/>
                </a:cubicBezTo>
                <a:lnTo>
                  <a:pt x="3692" y="8892"/>
                </a:lnTo>
                <a:cubicBezTo>
                  <a:pt x="3692" y="8892"/>
                  <a:pt x="3692" y="8893"/>
                  <a:pt x="3692" y="8893"/>
                </a:cubicBezTo>
                <a:lnTo>
                  <a:pt x="3692" y="8893"/>
                </a:lnTo>
                <a:cubicBezTo>
                  <a:pt x="3577" y="8804"/>
                  <a:pt x="3463" y="8714"/>
                  <a:pt x="3351" y="8620"/>
                </a:cubicBezTo>
                <a:cubicBezTo>
                  <a:pt x="3314" y="8588"/>
                  <a:pt x="3278" y="8550"/>
                  <a:pt x="3240" y="8515"/>
                </a:cubicBezTo>
                <a:lnTo>
                  <a:pt x="3240" y="8515"/>
                </a:lnTo>
                <a:cubicBezTo>
                  <a:pt x="3286" y="8550"/>
                  <a:pt x="3328" y="8573"/>
                  <a:pt x="3336" y="8573"/>
                </a:cubicBezTo>
                <a:cubicBezTo>
                  <a:pt x="3345" y="8573"/>
                  <a:pt x="3307" y="8541"/>
                  <a:pt x="3173" y="8458"/>
                </a:cubicBezTo>
                <a:lnTo>
                  <a:pt x="3173" y="8458"/>
                </a:lnTo>
                <a:cubicBezTo>
                  <a:pt x="3174" y="8459"/>
                  <a:pt x="3175" y="8460"/>
                  <a:pt x="3177" y="8462"/>
                </a:cubicBezTo>
                <a:cubicBezTo>
                  <a:pt x="3177" y="8462"/>
                  <a:pt x="3177" y="8462"/>
                  <a:pt x="3178" y="8462"/>
                </a:cubicBezTo>
                <a:lnTo>
                  <a:pt x="3178" y="8462"/>
                </a:lnTo>
                <a:cubicBezTo>
                  <a:pt x="3199" y="8478"/>
                  <a:pt x="3220" y="8496"/>
                  <a:pt x="3240" y="8515"/>
                </a:cubicBezTo>
                <a:lnTo>
                  <a:pt x="3240" y="8515"/>
                </a:lnTo>
                <a:cubicBezTo>
                  <a:pt x="3219" y="8500"/>
                  <a:pt x="3197" y="8482"/>
                  <a:pt x="3178" y="8462"/>
                </a:cubicBezTo>
                <a:lnTo>
                  <a:pt x="3178" y="8462"/>
                </a:lnTo>
                <a:cubicBezTo>
                  <a:pt x="3168" y="8456"/>
                  <a:pt x="3159" y="8449"/>
                  <a:pt x="3150" y="8444"/>
                </a:cubicBezTo>
                <a:lnTo>
                  <a:pt x="3150" y="8444"/>
                </a:lnTo>
                <a:cubicBezTo>
                  <a:pt x="3158" y="8448"/>
                  <a:pt x="3165" y="8453"/>
                  <a:pt x="3173" y="8458"/>
                </a:cubicBezTo>
                <a:lnTo>
                  <a:pt x="3173" y="8458"/>
                </a:lnTo>
                <a:cubicBezTo>
                  <a:pt x="3134" y="8419"/>
                  <a:pt x="3096" y="8380"/>
                  <a:pt x="3058" y="8340"/>
                </a:cubicBezTo>
                <a:lnTo>
                  <a:pt x="3058" y="8340"/>
                </a:lnTo>
                <a:cubicBezTo>
                  <a:pt x="3046" y="8326"/>
                  <a:pt x="3031" y="8309"/>
                  <a:pt x="3013" y="8288"/>
                </a:cubicBezTo>
                <a:lnTo>
                  <a:pt x="3013" y="8288"/>
                </a:lnTo>
                <a:cubicBezTo>
                  <a:pt x="2977" y="8229"/>
                  <a:pt x="2931" y="8152"/>
                  <a:pt x="2886" y="8105"/>
                </a:cubicBezTo>
                <a:lnTo>
                  <a:pt x="2886" y="8105"/>
                </a:lnTo>
                <a:cubicBezTo>
                  <a:pt x="2847" y="8032"/>
                  <a:pt x="2793" y="7903"/>
                  <a:pt x="2792" y="7903"/>
                </a:cubicBezTo>
                <a:lnTo>
                  <a:pt x="2792" y="7903"/>
                </a:lnTo>
                <a:cubicBezTo>
                  <a:pt x="2792" y="7903"/>
                  <a:pt x="2809" y="7946"/>
                  <a:pt x="2859" y="8067"/>
                </a:cubicBezTo>
                <a:lnTo>
                  <a:pt x="2859" y="8067"/>
                </a:lnTo>
                <a:cubicBezTo>
                  <a:pt x="2819" y="7971"/>
                  <a:pt x="2770" y="7879"/>
                  <a:pt x="2730" y="7784"/>
                </a:cubicBezTo>
                <a:cubicBezTo>
                  <a:pt x="2710" y="7737"/>
                  <a:pt x="2649" y="7554"/>
                  <a:pt x="2645" y="7554"/>
                </a:cubicBezTo>
                <a:lnTo>
                  <a:pt x="2645" y="7554"/>
                </a:lnTo>
                <a:cubicBezTo>
                  <a:pt x="2644" y="7554"/>
                  <a:pt x="2652" y="7584"/>
                  <a:pt x="2677" y="7665"/>
                </a:cubicBezTo>
                <a:cubicBezTo>
                  <a:pt x="2614" y="7463"/>
                  <a:pt x="2563" y="7260"/>
                  <a:pt x="2522" y="7056"/>
                </a:cubicBezTo>
                <a:cubicBezTo>
                  <a:pt x="2431" y="6580"/>
                  <a:pt x="2420" y="6315"/>
                  <a:pt x="2456" y="5783"/>
                </a:cubicBezTo>
                <a:cubicBezTo>
                  <a:pt x="2539" y="4548"/>
                  <a:pt x="2955" y="3358"/>
                  <a:pt x="3466" y="2241"/>
                </a:cubicBezTo>
                <a:cubicBezTo>
                  <a:pt x="3543" y="2073"/>
                  <a:pt x="3290" y="1635"/>
                  <a:pt x="3226" y="1525"/>
                </a:cubicBezTo>
                <a:cubicBezTo>
                  <a:pt x="3036" y="1191"/>
                  <a:pt x="2776" y="869"/>
                  <a:pt x="2504" y="599"/>
                </a:cubicBezTo>
                <a:cubicBezTo>
                  <a:pt x="2352" y="448"/>
                  <a:pt x="1904" y="0"/>
                  <a:pt x="1603"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16" name="Shape 1316"/>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317" name="Shape 1317"/>
        <p:cNvGrpSpPr/>
        <p:nvPr/>
      </p:nvGrpSpPr>
      <p:grpSpPr>
        <a:xfrm>
          <a:off x="0" y="0"/>
          <a:ext cx="0" cy="0"/>
          <a:chOff x="0" y="0"/>
          <a:chExt cx="0" cy="0"/>
        </a:xfrm>
      </p:grpSpPr>
      <p:sp>
        <p:nvSpPr>
          <p:cNvPr id="1318" name="Google Shape;1318;p35"/>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2"/>
              </a:buClr>
              <a:buSzPts val="1400"/>
              <a:buFont typeface="Anaheim"/>
              <a:buChar char="●"/>
              <a:defRPr>
                <a:solidFill>
                  <a:schemeClr val="dk2"/>
                </a:solidFill>
                <a:latin typeface="Anaheim"/>
                <a:ea typeface="Anaheim"/>
                <a:cs typeface="Anaheim"/>
                <a:sym typeface="Anaheim"/>
              </a:defRPr>
            </a:lvl1pPr>
            <a:lvl2pPr indent="-317500" lvl="1" marL="914400">
              <a:lnSpc>
                <a:spcPct val="115000"/>
              </a:lnSpc>
              <a:spcBef>
                <a:spcPts val="1600"/>
              </a:spcBef>
              <a:spcAft>
                <a:spcPts val="0"/>
              </a:spcAft>
              <a:buClr>
                <a:schemeClr val="dk2"/>
              </a:buClr>
              <a:buSzPts val="1400"/>
              <a:buFont typeface="Anaheim"/>
              <a:buChar char="○"/>
              <a:defRPr>
                <a:solidFill>
                  <a:schemeClr val="dk2"/>
                </a:solidFill>
                <a:latin typeface="Anaheim"/>
                <a:ea typeface="Anaheim"/>
                <a:cs typeface="Anaheim"/>
                <a:sym typeface="Anaheim"/>
              </a:defRPr>
            </a:lvl2pPr>
            <a:lvl3pPr indent="-317500" lvl="2" marL="1371600">
              <a:lnSpc>
                <a:spcPct val="115000"/>
              </a:lnSpc>
              <a:spcBef>
                <a:spcPts val="1600"/>
              </a:spcBef>
              <a:spcAft>
                <a:spcPts val="0"/>
              </a:spcAft>
              <a:buClr>
                <a:schemeClr val="dk2"/>
              </a:buClr>
              <a:buSzPts val="1400"/>
              <a:buFont typeface="Anaheim"/>
              <a:buChar char="■"/>
              <a:defRPr>
                <a:solidFill>
                  <a:schemeClr val="dk2"/>
                </a:solidFill>
                <a:latin typeface="Anaheim"/>
                <a:ea typeface="Anaheim"/>
                <a:cs typeface="Anaheim"/>
                <a:sym typeface="Anaheim"/>
              </a:defRPr>
            </a:lvl3pPr>
            <a:lvl4pPr indent="-317500" lvl="3" marL="1828800">
              <a:lnSpc>
                <a:spcPct val="115000"/>
              </a:lnSpc>
              <a:spcBef>
                <a:spcPts val="1600"/>
              </a:spcBef>
              <a:spcAft>
                <a:spcPts val="0"/>
              </a:spcAft>
              <a:buClr>
                <a:schemeClr val="dk2"/>
              </a:buClr>
              <a:buSzPts val="1400"/>
              <a:buFont typeface="Anaheim"/>
              <a:buChar char="●"/>
              <a:defRPr>
                <a:solidFill>
                  <a:schemeClr val="dk2"/>
                </a:solidFill>
                <a:latin typeface="Anaheim"/>
                <a:ea typeface="Anaheim"/>
                <a:cs typeface="Anaheim"/>
                <a:sym typeface="Anaheim"/>
              </a:defRPr>
            </a:lvl4pPr>
            <a:lvl5pPr indent="-317500" lvl="4" marL="2286000">
              <a:lnSpc>
                <a:spcPct val="115000"/>
              </a:lnSpc>
              <a:spcBef>
                <a:spcPts val="1600"/>
              </a:spcBef>
              <a:spcAft>
                <a:spcPts val="0"/>
              </a:spcAft>
              <a:buClr>
                <a:schemeClr val="dk2"/>
              </a:buClr>
              <a:buSzPts val="1400"/>
              <a:buFont typeface="Anaheim"/>
              <a:buChar char="○"/>
              <a:defRPr>
                <a:solidFill>
                  <a:schemeClr val="dk2"/>
                </a:solidFill>
                <a:latin typeface="Anaheim"/>
                <a:ea typeface="Anaheim"/>
                <a:cs typeface="Anaheim"/>
                <a:sym typeface="Anaheim"/>
              </a:defRPr>
            </a:lvl5pPr>
            <a:lvl6pPr indent="-317500" lvl="5" marL="2743200">
              <a:lnSpc>
                <a:spcPct val="115000"/>
              </a:lnSpc>
              <a:spcBef>
                <a:spcPts val="1600"/>
              </a:spcBef>
              <a:spcAft>
                <a:spcPts val="0"/>
              </a:spcAft>
              <a:buClr>
                <a:schemeClr val="dk2"/>
              </a:buClr>
              <a:buSzPts val="1400"/>
              <a:buFont typeface="Anaheim"/>
              <a:buChar char="■"/>
              <a:defRPr>
                <a:solidFill>
                  <a:schemeClr val="dk2"/>
                </a:solidFill>
                <a:latin typeface="Anaheim"/>
                <a:ea typeface="Anaheim"/>
                <a:cs typeface="Anaheim"/>
                <a:sym typeface="Anaheim"/>
              </a:defRPr>
            </a:lvl6pPr>
            <a:lvl7pPr indent="-317500" lvl="6" marL="3200400">
              <a:lnSpc>
                <a:spcPct val="115000"/>
              </a:lnSpc>
              <a:spcBef>
                <a:spcPts val="1600"/>
              </a:spcBef>
              <a:spcAft>
                <a:spcPts val="0"/>
              </a:spcAft>
              <a:buClr>
                <a:schemeClr val="dk2"/>
              </a:buClr>
              <a:buSzPts val="1400"/>
              <a:buFont typeface="Anaheim"/>
              <a:buChar char="●"/>
              <a:defRPr>
                <a:solidFill>
                  <a:schemeClr val="dk2"/>
                </a:solidFill>
                <a:latin typeface="Anaheim"/>
                <a:ea typeface="Anaheim"/>
                <a:cs typeface="Anaheim"/>
                <a:sym typeface="Anaheim"/>
              </a:defRPr>
            </a:lvl7pPr>
            <a:lvl8pPr indent="-317500" lvl="7" marL="3657600">
              <a:lnSpc>
                <a:spcPct val="115000"/>
              </a:lnSpc>
              <a:spcBef>
                <a:spcPts val="1600"/>
              </a:spcBef>
              <a:spcAft>
                <a:spcPts val="0"/>
              </a:spcAft>
              <a:buClr>
                <a:schemeClr val="dk2"/>
              </a:buClr>
              <a:buSzPts val="1400"/>
              <a:buFont typeface="Anaheim"/>
              <a:buChar char="○"/>
              <a:defRPr>
                <a:solidFill>
                  <a:schemeClr val="dk2"/>
                </a:solidFill>
                <a:latin typeface="Anaheim"/>
                <a:ea typeface="Anaheim"/>
                <a:cs typeface="Anaheim"/>
                <a:sym typeface="Anaheim"/>
              </a:defRPr>
            </a:lvl8pPr>
            <a:lvl9pPr indent="-317500" lvl="8" marL="4114800">
              <a:lnSpc>
                <a:spcPct val="115000"/>
              </a:lnSpc>
              <a:spcBef>
                <a:spcPts val="1600"/>
              </a:spcBef>
              <a:spcAft>
                <a:spcPts val="1600"/>
              </a:spcAft>
              <a:buClr>
                <a:schemeClr val="dk2"/>
              </a:buClr>
              <a:buSzPts val="1400"/>
              <a:buFont typeface="Anaheim"/>
              <a:buChar char="■"/>
              <a:defRPr>
                <a:solidFill>
                  <a:schemeClr val="dk2"/>
                </a:solidFill>
                <a:latin typeface="Anaheim"/>
                <a:ea typeface="Anaheim"/>
                <a:cs typeface="Anaheim"/>
                <a:sym typeface="Anahei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pos="450">
          <p15:clr>
            <a:srgbClr val="EA4335"/>
          </p15:clr>
        </p15:guide>
        <p15:guide id="2" orient="horz" pos="337">
          <p15:clr>
            <a:srgbClr val="EA4335"/>
          </p15:clr>
        </p15:guide>
        <p15:guide id="3" pos="5310">
          <p15:clr>
            <a:srgbClr val="EA4335"/>
          </p15:clr>
        </p15:guide>
        <p15:guide id="4" orient="horz" pos="2903">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13" name="Shape 1313"/>
        <p:cNvGrpSpPr/>
        <p:nvPr/>
      </p:nvGrpSpPr>
      <p:grpSpPr>
        <a:xfrm>
          <a:off x="0" y="0"/>
          <a:ext cx="0" cy="0"/>
          <a:chOff x="0" y="0"/>
          <a:chExt cx="0" cy="0"/>
        </a:xfrm>
      </p:grpSpPr>
      <p:sp>
        <p:nvSpPr>
          <p:cNvPr id="1314" name="Google Shape;1314;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315" name="Google Shape;1315;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2.xml"/><Relationship Id="rId4" Type="http://schemas.openxmlformats.org/officeDocument/2006/relationships/slide" Target="/ppt/slides/slide39.xml"/><Relationship Id="rId9" Type="http://schemas.openxmlformats.org/officeDocument/2006/relationships/slide" Target="/ppt/slides/slide44.xml"/><Relationship Id="rId5" Type="http://schemas.openxmlformats.org/officeDocument/2006/relationships/slide" Target="/ppt/slides/slide38.xml"/><Relationship Id="rId6" Type="http://schemas.openxmlformats.org/officeDocument/2006/relationships/slide" Target="/ppt/slides/slide38.xml"/><Relationship Id="rId7" Type="http://schemas.openxmlformats.org/officeDocument/2006/relationships/slide" Target="/ppt/slides/slide36.xml"/><Relationship Id="rId8" Type="http://schemas.openxmlformats.org/officeDocument/2006/relationships/slide" Target="/ppt/slides/slide50.xml"/><Relationship Id="rId11" Type="http://schemas.openxmlformats.org/officeDocument/2006/relationships/hyperlink" Target="https://bit.ly/3A1uf1Q" TargetMode="External"/><Relationship Id="rId10"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13.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 Id="rId3" Type="http://schemas.openxmlformats.org/officeDocument/2006/relationships/image" Target="../media/image1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2.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 Id="rId3" Type="http://schemas.openxmlformats.org/officeDocument/2006/relationships/image" Target="../media/image1.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 Id="rId3" Type="http://schemas.openxmlformats.org/officeDocument/2006/relationships/image" Target="../media/image3.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image" Target="../media/image11.jpg"/><Relationship Id="rId4" Type="http://schemas.openxmlformats.org/officeDocument/2006/relationships/image" Target="../media/image12.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I5Xu57lLOg-26wtcA86uEbS6JFw_sTSOLS2oobYMKrc/copy" TargetMode="External"/><Relationship Id="rId5" Type="http://schemas.openxmlformats.org/officeDocument/2006/relationships/image" Target="../media/image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 Id="rId3" Type="http://schemas.openxmlformats.org/officeDocument/2006/relationships/hyperlink" Target="https://www.freepik.com/free-vector/back-school-background-with-empty-space_9260515.htm#page=1&amp;query=school%20freepik&amp;position=35&amp;from_view=search/?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9.xml"/><Relationship Id="rId3" Type="http://schemas.openxmlformats.org/officeDocument/2006/relationships/hyperlink" Target="https://www.freepik.com/free-vector/confetti-new-year-2021-background_11199843.htm#page=1&amp;position=1&amp;from_view=user/?utm_source=slidesgo_template&amp;utm_medium=referral-link&amp;utm_campaign=sg_resources&amp;utm_content=freepik" TargetMode="External"/><Relationship Id="rId4" Type="http://schemas.openxmlformats.org/officeDocument/2006/relationships/hyperlink" Target="https://www.freepik.com/free-vector/hand-drawn-back-school-sales-background_16391747.htm#page=1&amp;position=3&amp;from_view=user/?utm_source=slidesgo_template&amp;utm_medium=referral-link&amp;utm_campaign=sg_resources&amp;utm_content=freepik" TargetMode="External"/><Relationship Id="rId9" Type="http://schemas.openxmlformats.org/officeDocument/2006/relationships/hyperlink" Target="https://www.freepik.com/free-photo/schoolgirl-pointing-up-blackboard_1262214.htm#page=1&amp;query=kids%20maths%20freepik&amp;position=2&amp;from_view=search/?utm_source=slidesgo_template&amp;utm_medium=referral-link&amp;utm_campaign=sg_resources&amp;utm_content=freepik" TargetMode="External"/><Relationship Id="rId5" Type="http://schemas.openxmlformats.org/officeDocument/2006/relationships/hyperlink" Target="https://www.freepik.com/free-vector/hand-drawn-back-school-timetable-template_16395865.htm#page=1&amp;position=5&amp;from_view=user/?utm_source=slidesgo_template&amp;utm_medium=referral-link&amp;utm_campaign=sg_resources&amp;utm_content=freepik" TargetMode="External"/><Relationship Id="rId6" Type="http://schemas.openxmlformats.org/officeDocument/2006/relationships/hyperlink" Target="https://www.freepik.com/free-vector/hand-drawn-back-school-timetable-template_16391653.htm#page=1&amp;position=7&amp;from_view=user/?utm_source=slidesgo_template&amp;utm_medium=referral-link&amp;utm_campaign=sg_resources&amp;utm_content=freepik" TargetMode="External"/><Relationship Id="rId7" Type="http://schemas.openxmlformats.org/officeDocument/2006/relationships/hyperlink" Target="https://www.freepik.com/free-vector/hand-drawn-back-school-timetable-template_16391640.htm#page=1&amp;position=9&amp;from_view=user/?utm_source=slidesgo_template&amp;utm_medium=referral-link&amp;utm_campaign=sg_resources&amp;utm_content=freepik" TargetMode="External"/><Relationship Id="rId8" Type="http://schemas.openxmlformats.org/officeDocument/2006/relationships/hyperlink" Target="https://www.freepik.com/free-photo/girl-making-calculations-blackboard_2499025.htm#page=1&amp;query=kids%20maths%20freepik&amp;position=1&amp;from_view=search/?utm_source=slidesgo_template&amp;utm_medium=referral-link&amp;utm_campaign=sg_resources&amp;utm_content=freepik" TargetMode="External"/><Relationship Id="rId11" Type="http://schemas.openxmlformats.org/officeDocument/2006/relationships/hyperlink" Target="https://www.freepik.com/free-photo/woman-teaching-students-english-class-online_14063050.htm#page=1&amp;position=9&amp;from_view=detail#query=teacher%20freepik&amp;position=9&amp;from_view=detail/?utm_source=slidesgo_template&amp;utm_medium=referral-link&amp;utm_campaign=sg_resources&amp;utm_content=freepik" TargetMode="External"/><Relationship Id="rId10" Type="http://schemas.openxmlformats.org/officeDocument/2006/relationships/hyperlink" Target="https://www.freepik.com/free-photo/senior-professor-sitting-desk-lecture-room_4943871.htm#page=1&amp;position=2&amp;from_view=detail#query=teacher%20freepik&amp;position=2&amp;from_view=detail/?utm_source=slidesgo_template&amp;utm_medium=referral-link&amp;utm_campaign=sg_resources&amp;utm_content=freepik" TargetMode="External"/><Relationship Id="rId12" Type="http://schemas.openxmlformats.org/officeDocument/2006/relationships/hyperlink" Target="https://www.flaticon.com/packs/maths-5?word=maths&amp;style_id=7&amp;family_id=3&amp;group_id=1/?utm_source=slidesgo_template&amp;utm_medium=referral-link&amp;utm_campaign=sg_resources&amp;utm_content=freepik"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 Id="rId3" Type="http://schemas.openxmlformats.org/officeDocument/2006/relationships/hyperlink" Target="https://fonts.google.com/specimen/Patrick+Hand" TargetMode="External"/><Relationship Id="rId4" Type="http://schemas.openxmlformats.org/officeDocument/2006/relationships/hyperlink" Target="https://fonts.google.com/specimen/Barlow"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9.png"/><Relationship Id="rId14" Type="http://schemas.openxmlformats.org/officeDocument/2006/relationships/image" Target="../media/image7.png"/><Relationship Id="rId17" Type="http://schemas.openxmlformats.org/officeDocument/2006/relationships/image" Target="../media/image8.png"/><Relationship Id="rId16" Type="http://schemas.openxmlformats.org/officeDocument/2006/relationships/image" Target="../media/image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 Id="rId3" Type="http://schemas.openxmlformats.org/officeDocument/2006/relationships/hyperlink" Target="https://bit.ly/2ZjL1pd"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 Id="rId3" Type="http://schemas.openxmlformats.org/officeDocument/2006/relationships/hyperlink" Target="https://workspace.google.com/marketplace/app/icons_for_slides_docs/381578326502"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4.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2" name="Shape 1322"/>
        <p:cNvGrpSpPr/>
        <p:nvPr/>
      </p:nvGrpSpPr>
      <p:grpSpPr>
        <a:xfrm>
          <a:off x="0" y="0"/>
          <a:ext cx="0" cy="0"/>
          <a:chOff x="0" y="0"/>
          <a:chExt cx="0" cy="0"/>
        </a:xfrm>
      </p:grpSpPr>
      <p:grpSp>
        <p:nvGrpSpPr>
          <p:cNvPr id="1323" name="Google Shape;1323;p36"/>
          <p:cNvGrpSpPr/>
          <p:nvPr/>
        </p:nvGrpSpPr>
        <p:grpSpPr>
          <a:xfrm>
            <a:off x="6948372" y="1807293"/>
            <a:ext cx="732822" cy="694261"/>
            <a:chOff x="7193957" y="3695477"/>
            <a:chExt cx="459623" cy="435437"/>
          </a:xfrm>
        </p:grpSpPr>
        <p:sp>
          <p:nvSpPr>
            <p:cNvPr id="1324" name="Google Shape;1324;p36"/>
            <p:cNvSpPr/>
            <p:nvPr/>
          </p:nvSpPr>
          <p:spPr>
            <a:xfrm>
              <a:off x="7310228" y="4010903"/>
              <a:ext cx="134680" cy="120011"/>
            </a:xfrm>
            <a:custGeom>
              <a:rect b="b" l="l" r="r" t="t"/>
              <a:pathLst>
                <a:path extrusionOk="0" h="3436" w="3856">
                  <a:moveTo>
                    <a:pt x="3003" y="1"/>
                  </a:moveTo>
                  <a:cubicBezTo>
                    <a:pt x="2963" y="1"/>
                    <a:pt x="2917" y="9"/>
                    <a:pt x="2863" y="27"/>
                  </a:cubicBezTo>
                  <a:cubicBezTo>
                    <a:pt x="2507" y="144"/>
                    <a:pt x="2141" y="793"/>
                    <a:pt x="1905" y="1078"/>
                  </a:cubicBezTo>
                  <a:cubicBezTo>
                    <a:pt x="1634" y="1403"/>
                    <a:pt x="1366" y="1730"/>
                    <a:pt x="1099" y="2059"/>
                  </a:cubicBezTo>
                  <a:cubicBezTo>
                    <a:pt x="728" y="2514"/>
                    <a:pt x="363" y="2973"/>
                    <a:pt x="1" y="3435"/>
                  </a:cubicBezTo>
                  <a:lnTo>
                    <a:pt x="3856" y="532"/>
                  </a:lnTo>
                  <a:cubicBezTo>
                    <a:pt x="3710" y="435"/>
                    <a:pt x="3564" y="338"/>
                    <a:pt x="3421" y="239"/>
                  </a:cubicBezTo>
                  <a:cubicBezTo>
                    <a:pt x="3232" y="109"/>
                    <a:pt x="3151" y="1"/>
                    <a:pt x="3003" y="1"/>
                  </a:cubicBezTo>
                  <a:close/>
                </a:path>
              </a:pathLst>
            </a:custGeom>
            <a:solidFill>
              <a:srgbClr val="D2D5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6"/>
            <p:cNvSpPr/>
            <p:nvPr/>
          </p:nvSpPr>
          <p:spPr>
            <a:xfrm>
              <a:off x="7287754" y="3743572"/>
              <a:ext cx="313230" cy="375401"/>
            </a:xfrm>
            <a:custGeom>
              <a:rect b="b" l="l" r="r" t="t"/>
              <a:pathLst>
                <a:path extrusionOk="0" h="10748" w="8968">
                  <a:moveTo>
                    <a:pt x="8967" y="1"/>
                  </a:moveTo>
                  <a:cubicBezTo>
                    <a:pt x="6354" y="1996"/>
                    <a:pt x="3522" y="3704"/>
                    <a:pt x="748" y="5460"/>
                  </a:cubicBezTo>
                  <a:cubicBezTo>
                    <a:pt x="738" y="5494"/>
                    <a:pt x="721" y="5525"/>
                    <a:pt x="699" y="5551"/>
                  </a:cubicBezTo>
                  <a:cubicBezTo>
                    <a:pt x="448" y="7280"/>
                    <a:pt x="215" y="9012"/>
                    <a:pt x="0" y="10747"/>
                  </a:cubicBezTo>
                  <a:cubicBezTo>
                    <a:pt x="529" y="10072"/>
                    <a:pt x="1065" y="9402"/>
                    <a:pt x="1607" y="8737"/>
                  </a:cubicBezTo>
                  <a:cubicBezTo>
                    <a:pt x="1983" y="8278"/>
                    <a:pt x="2363" y="7823"/>
                    <a:pt x="2745" y="7369"/>
                  </a:cubicBezTo>
                  <a:cubicBezTo>
                    <a:pt x="2866" y="7226"/>
                    <a:pt x="3008" y="6987"/>
                    <a:pt x="3185" y="6862"/>
                  </a:cubicBezTo>
                  <a:cubicBezTo>
                    <a:pt x="5052" y="4524"/>
                    <a:pt x="6979" y="2238"/>
                    <a:pt x="8967" y="1"/>
                  </a:cubicBezTo>
                  <a:close/>
                </a:path>
              </a:pathLst>
            </a:custGeom>
            <a:solidFill>
              <a:srgbClr val="E6E7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6"/>
            <p:cNvSpPr/>
            <p:nvPr/>
          </p:nvSpPr>
          <p:spPr>
            <a:xfrm>
              <a:off x="7193957" y="3695477"/>
              <a:ext cx="423182" cy="214001"/>
            </a:xfrm>
            <a:custGeom>
              <a:rect b="b" l="l" r="r" t="t"/>
              <a:pathLst>
                <a:path extrusionOk="0" h="6127" w="12116">
                  <a:moveTo>
                    <a:pt x="12116" y="1"/>
                  </a:moveTo>
                  <a:cubicBezTo>
                    <a:pt x="8025" y="1008"/>
                    <a:pt x="3957" y="2026"/>
                    <a:pt x="1" y="3493"/>
                  </a:cubicBezTo>
                  <a:cubicBezTo>
                    <a:pt x="1013" y="4377"/>
                    <a:pt x="2030" y="5255"/>
                    <a:pt x="3052" y="6127"/>
                  </a:cubicBezTo>
                  <a:cubicBezTo>
                    <a:pt x="6129" y="4178"/>
                    <a:pt x="9278" y="2294"/>
                    <a:pt x="12116" y="1"/>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6"/>
            <p:cNvSpPr/>
            <p:nvPr/>
          </p:nvSpPr>
          <p:spPr>
            <a:xfrm>
              <a:off x="7427354" y="3721684"/>
              <a:ext cx="226225" cy="357343"/>
            </a:xfrm>
            <a:custGeom>
              <a:rect b="b" l="l" r="r" t="t"/>
              <a:pathLst>
                <a:path extrusionOk="0" h="10231" w="6477">
                  <a:moveTo>
                    <a:pt x="6477" y="0"/>
                  </a:moveTo>
                  <a:lnTo>
                    <a:pt x="6477" y="0"/>
                  </a:lnTo>
                  <a:cubicBezTo>
                    <a:pt x="4244" y="2474"/>
                    <a:pt x="2085" y="5011"/>
                    <a:pt x="1" y="7611"/>
                  </a:cubicBezTo>
                  <a:cubicBezTo>
                    <a:pt x="136" y="7687"/>
                    <a:pt x="259" y="7798"/>
                    <a:pt x="363" y="7870"/>
                  </a:cubicBezTo>
                  <a:cubicBezTo>
                    <a:pt x="813" y="8184"/>
                    <a:pt x="1272" y="8484"/>
                    <a:pt x="1739" y="8774"/>
                  </a:cubicBezTo>
                  <a:cubicBezTo>
                    <a:pt x="2595" y="9303"/>
                    <a:pt x="3476" y="9784"/>
                    <a:pt x="4377" y="10230"/>
                  </a:cubicBezTo>
                  <a:cubicBezTo>
                    <a:pt x="5077" y="6820"/>
                    <a:pt x="5777" y="3410"/>
                    <a:pt x="6477" y="0"/>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36"/>
          <p:cNvGrpSpPr/>
          <p:nvPr/>
        </p:nvGrpSpPr>
        <p:grpSpPr>
          <a:xfrm>
            <a:off x="5165212" y="1807308"/>
            <a:ext cx="940638" cy="1077670"/>
            <a:chOff x="7156626" y="3330831"/>
            <a:chExt cx="547838" cy="627647"/>
          </a:xfrm>
        </p:grpSpPr>
        <p:sp>
          <p:nvSpPr>
            <p:cNvPr id="1329" name="Google Shape;1329;p36"/>
            <p:cNvSpPr/>
            <p:nvPr/>
          </p:nvSpPr>
          <p:spPr>
            <a:xfrm>
              <a:off x="7252257" y="3597223"/>
              <a:ext cx="90113" cy="85398"/>
            </a:xfrm>
            <a:custGeom>
              <a:rect b="b" l="l" r="r" t="t"/>
              <a:pathLst>
                <a:path extrusionOk="0" h="2445" w="2580">
                  <a:moveTo>
                    <a:pt x="2073" y="0"/>
                  </a:moveTo>
                  <a:cubicBezTo>
                    <a:pt x="1368" y="98"/>
                    <a:pt x="646" y="277"/>
                    <a:pt x="1" y="584"/>
                  </a:cubicBezTo>
                  <a:cubicBezTo>
                    <a:pt x="186" y="1211"/>
                    <a:pt x="399" y="1831"/>
                    <a:pt x="630" y="2445"/>
                  </a:cubicBezTo>
                  <a:cubicBezTo>
                    <a:pt x="1296" y="2332"/>
                    <a:pt x="1959" y="2047"/>
                    <a:pt x="2580" y="1778"/>
                  </a:cubicBezTo>
                  <a:cubicBezTo>
                    <a:pt x="2466" y="1173"/>
                    <a:pt x="2287" y="578"/>
                    <a:pt x="2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6"/>
            <p:cNvSpPr/>
            <p:nvPr/>
          </p:nvSpPr>
          <p:spPr>
            <a:xfrm>
              <a:off x="7398254" y="3678709"/>
              <a:ext cx="90113" cy="85398"/>
            </a:xfrm>
            <a:custGeom>
              <a:rect b="b" l="l" r="r" t="t"/>
              <a:pathLst>
                <a:path extrusionOk="0" h="2445" w="2580">
                  <a:moveTo>
                    <a:pt x="2074" y="0"/>
                  </a:moveTo>
                  <a:cubicBezTo>
                    <a:pt x="1369" y="98"/>
                    <a:pt x="647" y="277"/>
                    <a:pt x="1" y="584"/>
                  </a:cubicBezTo>
                  <a:cubicBezTo>
                    <a:pt x="186" y="1211"/>
                    <a:pt x="399" y="1831"/>
                    <a:pt x="630" y="2445"/>
                  </a:cubicBezTo>
                  <a:cubicBezTo>
                    <a:pt x="1297" y="2332"/>
                    <a:pt x="1959" y="2047"/>
                    <a:pt x="2580" y="1778"/>
                  </a:cubicBezTo>
                  <a:cubicBezTo>
                    <a:pt x="2467" y="1174"/>
                    <a:pt x="2288" y="578"/>
                    <a:pt x="2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6"/>
            <p:cNvSpPr/>
            <p:nvPr/>
          </p:nvSpPr>
          <p:spPr>
            <a:xfrm>
              <a:off x="7284530" y="3710982"/>
              <a:ext cx="90113" cy="85398"/>
            </a:xfrm>
            <a:custGeom>
              <a:rect b="b" l="l" r="r" t="t"/>
              <a:pathLst>
                <a:path extrusionOk="0" h="2445" w="2580">
                  <a:moveTo>
                    <a:pt x="2072" y="0"/>
                  </a:moveTo>
                  <a:cubicBezTo>
                    <a:pt x="1368" y="98"/>
                    <a:pt x="646" y="278"/>
                    <a:pt x="0" y="584"/>
                  </a:cubicBezTo>
                  <a:cubicBezTo>
                    <a:pt x="186" y="1212"/>
                    <a:pt x="398" y="1832"/>
                    <a:pt x="630" y="2444"/>
                  </a:cubicBezTo>
                  <a:cubicBezTo>
                    <a:pt x="1296" y="2333"/>
                    <a:pt x="1959" y="2046"/>
                    <a:pt x="2579" y="1778"/>
                  </a:cubicBezTo>
                  <a:cubicBezTo>
                    <a:pt x="2466" y="1173"/>
                    <a:pt x="2286" y="577"/>
                    <a:pt x="2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6"/>
            <p:cNvSpPr/>
            <p:nvPr/>
          </p:nvSpPr>
          <p:spPr>
            <a:xfrm>
              <a:off x="7428362" y="3784889"/>
              <a:ext cx="90148" cy="85398"/>
            </a:xfrm>
            <a:custGeom>
              <a:rect b="b" l="l" r="r" t="t"/>
              <a:pathLst>
                <a:path extrusionOk="0" h="2445" w="2581">
                  <a:moveTo>
                    <a:pt x="2074" y="1"/>
                  </a:moveTo>
                  <a:cubicBezTo>
                    <a:pt x="1369" y="98"/>
                    <a:pt x="647" y="278"/>
                    <a:pt x="1" y="583"/>
                  </a:cubicBezTo>
                  <a:cubicBezTo>
                    <a:pt x="186" y="1211"/>
                    <a:pt x="400" y="1832"/>
                    <a:pt x="631" y="2445"/>
                  </a:cubicBezTo>
                  <a:cubicBezTo>
                    <a:pt x="1298" y="2332"/>
                    <a:pt x="1960" y="2047"/>
                    <a:pt x="2581" y="1777"/>
                  </a:cubicBezTo>
                  <a:cubicBezTo>
                    <a:pt x="2467" y="1173"/>
                    <a:pt x="2288" y="578"/>
                    <a:pt x="2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6"/>
            <p:cNvSpPr/>
            <p:nvPr/>
          </p:nvSpPr>
          <p:spPr>
            <a:xfrm>
              <a:off x="7483547" y="3531629"/>
              <a:ext cx="90113" cy="85398"/>
            </a:xfrm>
            <a:custGeom>
              <a:rect b="b" l="l" r="r" t="t"/>
              <a:pathLst>
                <a:path extrusionOk="0" h="2445" w="2580">
                  <a:moveTo>
                    <a:pt x="2074" y="0"/>
                  </a:moveTo>
                  <a:cubicBezTo>
                    <a:pt x="1368" y="98"/>
                    <a:pt x="646" y="277"/>
                    <a:pt x="1" y="583"/>
                  </a:cubicBezTo>
                  <a:cubicBezTo>
                    <a:pt x="186" y="1211"/>
                    <a:pt x="399" y="1831"/>
                    <a:pt x="630" y="2445"/>
                  </a:cubicBezTo>
                  <a:cubicBezTo>
                    <a:pt x="1296" y="2332"/>
                    <a:pt x="1959" y="2047"/>
                    <a:pt x="2580" y="1777"/>
                  </a:cubicBezTo>
                  <a:cubicBezTo>
                    <a:pt x="2467" y="1172"/>
                    <a:pt x="2287" y="578"/>
                    <a:pt x="2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6"/>
            <p:cNvSpPr/>
            <p:nvPr/>
          </p:nvSpPr>
          <p:spPr>
            <a:xfrm>
              <a:off x="7214291" y="3400511"/>
              <a:ext cx="323010" cy="172437"/>
            </a:xfrm>
            <a:custGeom>
              <a:rect b="b" l="l" r="r" t="t"/>
              <a:pathLst>
                <a:path extrusionOk="0" h="4937" w="9248">
                  <a:moveTo>
                    <a:pt x="8604" y="1"/>
                  </a:moveTo>
                  <a:cubicBezTo>
                    <a:pt x="5712" y="702"/>
                    <a:pt x="2811" y="1457"/>
                    <a:pt x="1" y="2438"/>
                  </a:cubicBezTo>
                  <a:cubicBezTo>
                    <a:pt x="179" y="3285"/>
                    <a:pt x="426" y="4119"/>
                    <a:pt x="711" y="4936"/>
                  </a:cubicBezTo>
                  <a:cubicBezTo>
                    <a:pt x="3546" y="4024"/>
                    <a:pt x="6383" y="3107"/>
                    <a:pt x="9248" y="2288"/>
                  </a:cubicBezTo>
                  <a:cubicBezTo>
                    <a:pt x="9077" y="1517"/>
                    <a:pt x="8888" y="736"/>
                    <a:pt x="86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6"/>
            <p:cNvSpPr/>
            <p:nvPr/>
          </p:nvSpPr>
          <p:spPr>
            <a:xfrm>
              <a:off x="7314638" y="3817162"/>
              <a:ext cx="90113" cy="85398"/>
            </a:xfrm>
            <a:custGeom>
              <a:rect b="b" l="l" r="r" t="t"/>
              <a:pathLst>
                <a:path extrusionOk="0" h="2445" w="2580">
                  <a:moveTo>
                    <a:pt x="2073" y="0"/>
                  </a:moveTo>
                  <a:cubicBezTo>
                    <a:pt x="1369" y="98"/>
                    <a:pt x="647" y="277"/>
                    <a:pt x="0" y="583"/>
                  </a:cubicBezTo>
                  <a:cubicBezTo>
                    <a:pt x="187" y="1211"/>
                    <a:pt x="398" y="1831"/>
                    <a:pt x="629" y="2444"/>
                  </a:cubicBezTo>
                  <a:cubicBezTo>
                    <a:pt x="1296" y="2332"/>
                    <a:pt x="1958" y="2046"/>
                    <a:pt x="2579" y="1777"/>
                  </a:cubicBezTo>
                  <a:cubicBezTo>
                    <a:pt x="2467" y="1172"/>
                    <a:pt x="2287" y="578"/>
                    <a:pt x="2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6"/>
            <p:cNvSpPr/>
            <p:nvPr/>
          </p:nvSpPr>
          <p:spPr>
            <a:xfrm>
              <a:off x="7518021" y="3646890"/>
              <a:ext cx="126752" cy="179877"/>
            </a:xfrm>
            <a:custGeom>
              <a:rect b="b" l="l" r="r" t="t"/>
              <a:pathLst>
                <a:path extrusionOk="0" h="5150" w="3629">
                  <a:moveTo>
                    <a:pt x="2362" y="0"/>
                  </a:moveTo>
                  <a:cubicBezTo>
                    <a:pt x="1568" y="234"/>
                    <a:pt x="783" y="500"/>
                    <a:pt x="0" y="774"/>
                  </a:cubicBezTo>
                  <a:lnTo>
                    <a:pt x="1242" y="5150"/>
                  </a:lnTo>
                  <a:cubicBezTo>
                    <a:pt x="2059" y="5051"/>
                    <a:pt x="2870" y="4785"/>
                    <a:pt x="3629" y="4468"/>
                  </a:cubicBezTo>
                  <a:lnTo>
                    <a:pt x="23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6"/>
            <p:cNvSpPr/>
            <p:nvPr/>
          </p:nvSpPr>
          <p:spPr>
            <a:xfrm>
              <a:off x="7366016" y="3564950"/>
              <a:ext cx="90113" cy="85433"/>
            </a:xfrm>
            <a:custGeom>
              <a:rect b="b" l="l" r="r" t="t"/>
              <a:pathLst>
                <a:path extrusionOk="0" h="2446" w="2580">
                  <a:moveTo>
                    <a:pt x="2074" y="1"/>
                  </a:moveTo>
                  <a:cubicBezTo>
                    <a:pt x="1368" y="99"/>
                    <a:pt x="646" y="278"/>
                    <a:pt x="0" y="583"/>
                  </a:cubicBezTo>
                  <a:cubicBezTo>
                    <a:pt x="186" y="1211"/>
                    <a:pt x="398" y="1832"/>
                    <a:pt x="630" y="2445"/>
                  </a:cubicBezTo>
                  <a:cubicBezTo>
                    <a:pt x="1296" y="2333"/>
                    <a:pt x="1959" y="2047"/>
                    <a:pt x="2579" y="1778"/>
                  </a:cubicBezTo>
                  <a:cubicBezTo>
                    <a:pt x="2467" y="1173"/>
                    <a:pt x="2286" y="578"/>
                    <a:pt x="2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6"/>
            <p:cNvSpPr/>
            <p:nvPr/>
          </p:nvSpPr>
          <p:spPr>
            <a:xfrm>
              <a:off x="7156626" y="3330831"/>
              <a:ext cx="547838" cy="627647"/>
            </a:xfrm>
            <a:custGeom>
              <a:rect b="b" l="l" r="r" t="t"/>
              <a:pathLst>
                <a:path extrusionOk="0" h="17970" w="15685">
                  <a:moveTo>
                    <a:pt x="10357" y="1627"/>
                  </a:moveTo>
                  <a:cubicBezTo>
                    <a:pt x="10433" y="1627"/>
                    <a:pt x="10491" y="1676"/>
                    <a:pt x="10520" y="1750"/>
                  </a:cubicBezTo>
                  <a:cubicBezTo>
                    <a:pt x="10860" y="2582"/>
                    <a:pt x="11068" y="3477"/>
                    <a:pt x="11260" y="4355"/>
                  </a:cubicBezTo>
                  <a:cubicBezTo>
                    <a:pt x="11279" y="4444"/>
                    <a:pt x="11235" y="4538"/>
                    <a:pt x="11143" y="4564"/>
                  </a:cubicBezTo>
                  <a:cubicBezTo>
                    <a:pt x="8176" y="5408"/>
                    <a:pt x="5239" y="6361"/>
                    <a:pt x="2304" y="7306"/>
                  </a:cubicBezTo>
                  <a:cubicBezTo>
                    <a:pt x="2288" y="7311"/>
                    <a:pt x="2272" y="7313"/>
                    <a:pt x="2257" y="7313"/>
                  </a:cubicBezTo>
                  <a:cubicBezTo>
                    <a:pt x="2184" y="7313"/>
                    <a:pt x="2119" y="7258"/>
                    <a:pt x="2095" y="7190"/>
                  </a:cubicBezTo>
                  <a:cubicBezTo>
                    <a:pt x="1767" y="6270"/>
                    <a:pt x="1484" y="5325"/>
                    <a:pt x="1293" y="4367"/>
                  </a:cubicBezTo>
                  <a:cubicBezTo>
                    <a:pt x="1286" y="4329"/>
                    <a:pt x="1290" y="4291"/>
                    <a:pt x="1307" y="4256"/>
                  </a:cubicBezTo>
                  <a:cubicBezTo>
                    <a:pt x="1324" y="4209"/>
                    <a:pt x="1363" y="4173"/>
                    <a:pt x="1410" y="4157"/>
                  </a:cubicBezTo>
                  <a:cubicBezTo>
                    <a:pt x="4315" y="3135"/>
                    <a:pt x="7319" y="2357"/>
                    <a:pt x="10311" y="1632"/>
                  </a:cubicBezTo>
                  <a:cubicBezTo>
                    <a:pt x="10327" y="1629"/>
                    <a:pt x="10342" y="1627"/>
                    <a:pt x="10357" y="1627"/>
                  </a:cubicBezTo>
                  <a:close/>
                  <a:moveTo>
                    <a:pt x="11557" y="5394"/>
                  </a:moveTo>
                  <a:cubicBezTo>
                    <a:pt x="11628" y="5394"/>
                    <a:pt x="11685" y="5459"/>
                    <a:pt x="11707" y="5518"/>
                  </a:cubicBezTo>
                  <a:cubicBezTo>
                    <a:pt x="11962" y="6185"/>
                    <a:pt x="12173" y="6877"/>
                    <a:pt x="12292" y="7580"/>
                  </a:cubicBezTo>
                  <a:cubicBezTo>
                    <a:pt x="12309" y="7682"/>
                    <a:pt x="12267" y="7751"/>
                    <a:pt x="12176" y="7789"/>
                  </a:cubicBezTo>
                  <a:cubicBezTo>
                    <a:pt x="11446" y="8105"/>
                    <a:pt x="10672" y="8442"/>
                    <a:pt x="9882" y="8552"/>
                  </a:cubicBezTo>
                  <a:cubicBezTo>
                    <a:pt x="9878" y="8553"/>
                    <a:pt x="9873" y="8553"/>
                    <a:pt x="9868" y="8553"/>
                  </a:cubicBezTo>
                  <a:cubicBezTo>
                    <a:pt x="9798" y="8553"/>
                    <a:pt x="9740" y="8487"/>
                    <a:pt x="9718" y="8429"/>
                  </a:cubicBezTo>
                  <a:cubicBezTo>
                    <a:pt x="9448" y="7725"/>
                    <a:pt x="9202" y="7011"/>
                    <a:pt x="8993" y="6287"/>
                  </a:cubicBezTo>
                  <a:cubicBezTo>
                    <a:pt x="8991" y="6279"/>
                    <a:pt x="8990" y="6269"/>
                    <a:pt x="8988" y="6260"/>
                  </a:cubicBezTo>
                  <a:cubicBezTo>
                    <a:pt x="8988" y="6258"/>
                    <a:pt x="8987" y="6255"/>
                    <a:pt x="8987" y="6253"/>
                  </a:cubicBezTo>
                  <a:lnTo>
                    <a:pt x="8987" y="6248"/>
                  </a:lnTo>
                  <a:cubicBezTo>
                    <a:pt x="8977" y="6191"/>
                    <a:pt x="9000" y="6131"/>
                    <a:pt x="9069" y="6097"/>
                  </a:cubicBezTo>
                  <a:cubicBezTo>
                    <a:pt x="9837" y="5710"/>
                    <a:pt x="10696" y="5501"/>
                    <a:pt x="11544" y="5395"/>
                  </a:cubicBezTo>
                  <a:cubicBezTo>
                    <a:pt x="11548" y="5394"/>
                    <a:pt x="11553" y="5394"/>
                    <a:pt x="11557" y="5394"/>
                  </a:cubicBezTo>
                  <a:close/>
                  <a:moveTo>
                    <a:pt x="8192" y="6348"/>
                  </a:moveTo>
                  <a:cubicBezTo>
                    <a:pt x="8262" y="6348"/>
                    <a:pt x="8320" y="6413"/>
                    <a:pt x="8342" y="6473"/>
                  </a:cubicBezTo>
                  <a:cubicBezTo>
                    <a:pt x="8597" y="7139"/>
                    <a:pt x="8809" y="7831"/>
                    <a:pt x="8927" y="8535"/>
                  </a:cubicBezTo>
                  <a:lnTo>
                    <a:pt x="8927" y="8536"/>
                  </a:lnTo>
                  <a:cubicBezTo>
                    <a:pt x="8944" y="8636"/>
                    <a:pt x="8902" y="8706"/>
                    <a:pt x="8810" y="8745"/>
                  </a:cubicBezTo>
                  <a:cubicBezTo>
                    <a:pt x="8081" y="9059"/>
                    <a:pt x="7307" y="9397"/>
                    <a:pt x="6517" y="9507"/>
                  </a:cubicBezTo>
                  <a:cubicBezTo>
                    <a:pt x="6512" y="9507"/>
                    <a:pt x="6507" y="9508"/>
                    <a:pt x="6503" y="9508"/>
                  </a:cubicBezTo>
                  <a:cubicBezTo>
                    <a:pt x="6432" y="9508"/>
                    <a:pt x="6375" y="9442"/>
                    <a:pt x="6353" y="9383"/>
                  </a:cubicBezTo>
                  <a:cubicBezTo>
                    <a:pt x="6083" y="8680"/>
                    <a:pt x="5837" y="7966"/>
                    <a:pt x="5628" y="7243"/>
                  </a:cubicBezTo>
                  <a:cubicBezTo>
                    <a:pt x="5626" y="7233"/>
                    <a:pt x="5624" y="7223"/>
                    <a:pt x="5623" y="7215"/>
                  </a:cubicBezTo>
                  <a:cubicBezTo>
                    <a:pt x="5623" y="7212"/>
                    <a:pt x="5622" y="7210"/>
                    <a:pt x="5622" y="7208"/>
                  </a:cubicBezTo>
                  <a:cubicBezTo>
                    <a:pt x="5621" y="7206"/>
                    <a:pt x="5622" y="7205"/>
                    <a:pt x="5622" y="7203"/>
                  </a:cubicBezTo>
                  <a:cubicBezTo>
                    <a:pt x="5612" y="7145"/>
                    <a:pt x="5634" y="7086"/>
                    <a:pt x="5704" y="7051"/>
                  </a:cubicBezTo>
                  <a:cubicBezTo>
                    <a:pt x="6471" y="6666"/>
                    <a:pt x="7331" y="6457"/>
                    <a:pt x="8179" y="6349"/>
                  </a:cubicBezTo>
                  <a:cubicBezTo>
                    <a:pt x="8183" y="6349"/>
                    <a:pt x="8187" y="6348"/>
                    <a:pt x="8192" y="6348"/>
                  </a:cubicBezTo>
                  <a:close/>
                  <a:moveTo>
                    <a:pt x="4935" y="7272"/>
                  </a:moveTo>
                  <a:cubicBezTo>
                    <a:pt x="5006" y="7272"/>
                    <a:pt x="5062" y="7337"/>
                    <a:pt x="5085" y="7396"/>
                  </a:cubicBezTo>
                  <a:cubicBezTo>
                    <a:pt x="5339" y="8064"/>
                    <a:pt x="5551" y="8755"/>
                    <a:pt x="5670" y="9460"/>
                  </a:cubicBezTo>
                  <a:cubicBezTo>
                    <a:pt x="5687" y="9560"/>
                    <a:pt x="5645" y="9629"/>
                    <a:pt x="5554" y="9669"/>
                  </a:cubicBezTo>
                  <a:cubicBezTo>
                    <a:pt x="4824" y="9983"/>
                    <a:pt x="4050" y="10321"/>
                    <a:pt x="3259" y="10430"/>
                  </a:cubicBezTo>
                  <a:cubicBezTo>
                    <a:pt x="3254" y="10431"/>
                    <a:pt x="3250" y="10431"/>
                    <a:pt x="3245" y="10431"/>
                  </a:cubicBezTo>
                  <a:cubicBezTo>
                    <a:pt x="3175" y="10431"/>
                    <a:pt x="3118" y="10366"/>
                    <a:pt x="3096" y="10307"/>
                  </a:cubicBezTo>
                  <a:cubicBezTo>
                    <a:pt x="2827" y="9603"/>
                    <a:pt x="2580" y="8890"/>
                    <a:pt x="2372" y="8167"/>
                  </a:cubicBezTo>
                  <a:cubicBezTo>
                    <a:pt x="2369" y="8157"/>
                    <a:pt x="2367" y="8148"/>
                    <a:pt x="2365" y="8138"/>
                  </a:cubicBezTo>
                  <a:cubicBezTo>
                    <a:pt x="2365" y="8136"/>
                    <a:pt x="2365" y="8133"/>
                    <a:pt x="2364" y="8132"/>
                  </a:cubicBezTo>
                  <a:lnTo>
                    <a:pt x="2364" y="8127"/>
                  </a:lnTo>
                  <a:cubicBezTo>
                    <a:pt x="2355" y="8069"/>
                    <a:pt x="2378" y="8009"/>
                    <a:pt x="2447" y="7975"/>
                  </a:cubicBezTo>
                  <a:cubicBezTo>
                    <a:pt x="3215" y="7589"/>
                    <a:pt x="4074" y="7380"/>
                    <a:pt x="4922" y="7273"/>
                  </a:cubicBezTo>
                  <a:cubicBezTo>
                    <a:pt x="4927" y="7272"/>
                    <a:pt x="4931" y="7272"/>
                    <a:pt x="4935" y="7272"/>
                  </a:cubicBezTo>
                  <a:close/>
                  <a:moveTo>
                    <a:pt x="9117" y="9606"/>
                  </a:moveTo>
                  <a:cubicBezTo>
                    <a:pt x="9187" y="9606"/>
                    <a:pt x="9244" y="9670"/>
                    <a:pt x="9267" y="9730"/>
                  </a:cubicBezTo>
                  <a:cubicBezTo>
                    <a:pt x="9520" y="10397"/>
                    <a:pt x="9733" y="11088"/>
                    <a:pt x="9851" y="11793"/>
                  </a:cubicBezTo>
                  <a:cubicBezTo>
                    <a:pt x="9868" y="11893"/>
                    <a:pt x="9826" y="11962"/>
                    <a:pt x="9734" y="12002"/>
                  </a:cubicBezTo>
                  <a:cubicBezTo>
                    <a:pt x="9005" y="12316"/>
                    <a:pt x="8231" y="12654"/>
                    <a:pt x="7441" y="12763"/>
                  </a:cubicBezTo>
                  <a:cubicBezTo>
                    <a:pt x="7435" y="12764"/>
                    <a:pt x="7430" y="12764"/>
                    <a:pt x="7424" y="12764"/>
                  </a:cubicBezTo>
                  <a:cubicBezTo>
                    <a:pt x="7354" y="12764"/>
                    <a:pt x="7298" y="12698"/>
                    <a:pt x="7276" y="12640"/>
                  </a:cubicBezTo>
                  <a:cubicBezTo>
                    <a:pt x="7007" y="11936"/>
                    <a:pt x="6762" y="11223"/>
                    <a:pt x="6552" y="10500"/>
                  </a:cubicBezTo>
                  <a:cubicBezTo>
                    <a:pt x="6549" y="10490"/>
                    <a:pt x="6548" y="10481"/>
                    <a:pt x="6547" y="10471"/>
                  </a:cubicBezTo>
                  <a:cubicBezTo>
                    <a:pt x="6547" y="10469"/>
                    <a:pt x="6545" y="10467"/>
                    <a:pt x="6545" y="10465"/>
                  </a:cubicBezTo>
                  <a:lnTo>
                    <a:pt x="6545" y="10460"/>
                  </a:lnTo>
                  <a:cubicBezTo>
                    <a:pt x="6537" y="10403"/>
                    <a:pt x="6558" y="10344"/>
                    <a:pt x="6627" y="10308"/>
                  </a:cubicBezTo>
                  <a:cubicBezTo>
                    <a:pt x="7395" y="9922"/>
                    <a:pt x="8254" y="9713"/>
                    <a:pt x="9102" y="9607"/>
                  </a:cubicBezTo>
                  <a:cubicBezTo>
                    <a:pt x="9107" y="9606"/>
                    <a:pt x="9112" y="9606"/>
                    <a:pt x="9117" y="9606"/>
                  </a:cubicBezTo>
                  <a:close/>
                  <a:moveTo>
                    <a:pt x="5860" y="10529"/>
                  </a:moveTo>
                  <a:cubicBezTo>
                    <a:pt x="5930" y="10529"/>
                    <a:pt x="5987" y="10594"/>
                    <a:pt x="6010" y="10654"/>
                  </a:cubicBezTo>
                  <a:cubicBezTo>
                    <a:pt x="6264" y="11320"/>
                    <a:pt x="6476" y="12012"/>
                    <a:pt x="6594" y="12716"/>
                  </a:cubicBezTo>
                  <a:cubicBezTo>
                    <a:pt x="6611" y="12818"/>
                    <a:pt x="6569" y="12887"/>
                    <a:pt x="6477" y="12925"/>
                  </a:cubicBezTo>
                  <a:cubicBezTo>
                    <a:pt x="5748" y="13240"/>
                    <a:pt x="4974" y="13578"/>
                    <a:pt x="4183" y="13687"/>
                  </a:cubicBezTo>
                  <a:cubicBezTo>
                    <a:pt x="4178" y="13688"/>
                    <a:pt x="4172" y="13688"/>
                    <a:pt x="4167" y="13688"/>
                  </a:cubicBezTo>
                  <a:cubicBezTo>
                    <a:pt x="4099" y="13688"/>
                    <a:pt x="4041" y="13622"/>
                    <a:pt x="4020" y="13563"/>
                  </a:cubicBezTo>
                  <a:cubicBezTo>
                    <a:pt x="3750" y="12860"/>
                    <a:pt x="3504" y="12146"/>
                    <a:pt x="3295" y="11423"/>
                  </a:cubicBezTo>
                  <a:cubicBezTo>
                    <a:pt x="3293" y="11413"/>
                    <a:pt x="3290" y="11405"/>
                    <a:pt x="3290" y="11395"/>
                  </a:cubicBezTo>
                  <a:cubicBezTo>
                    <a:pt x="3290" y="11392"/>
                    <a:pt x="3289" y="11391"/>
                    <a:pt x="3289" y="11388"/>
                  </a:cubicBezTo>
                  <a:cubicBezTo>
                    <a:pt x="3289" y="11386"/>
                    <a:pt x="3289" y="11385"/>
                    <a:pt x="3289" y="11383"/>
                  </a:cubicBezTo>
                  <a:cubicBezTo>
                    <a:pt x="3280" y="11327"/>
                    <a:pt x="3301" y="11267"/>
                    <a:pt x="3371" y="11233"/>
                  </a:cubicBezTo>
                  <a:cubicBezTo>
                    <a:pt x="4138" y="10846"/>
                    <a:pt x="4998" y="10637"/>
                    <a:pt x="5846" y="10530"/>
                  </a:cubicBezTo>
                  <a:cubicBezTo>
                    <a:pt x="5851" y="10530"/>
                    <a:pt x="5856" y="10529"/>
                    <a:pt x="5860" y="10529"/>
                  </a:cubicBezTo>
                  <a:close/>
                  <a:moveTo>
                    <a:pt x="12823" y="8668"/>
                  </a:moveTo>
                  <a:cubicBezTo>
                    <a:pt x="12898" y="8668"/>
                    <a:pt x="12965" y="8717"/>
                    <a:pt x="12988" y="8791"/>
                  </a:cubicBezTo>
                  <a:lnTo>
                    <a:pt x="14342" y="13568"/>
                  </a:lnTo>
                  <a:cubicBezTo>
                    <a:pt x="14370" y="13666"/>
                    <a:pt x="14310" y="13741"/>
                    <a:pt x="14226" y="13777"/>
                  </a:cubicBezTo>
                  <a:cubicBezTo>
                    <a:pt x="13352" y="14153"/>
                    <a:pt x="12416" y="14460"/>
                    <a:pt x="11466" y="14554"/>
                  </a:cubicBezTo>
                  <a:cubicBezTo>
                    <a:pt x="11462" y="14554"/>
                    <a:pt x="11458" y="14554"/>
                    <a:pt x="11455" y="14554"/>
                  </a:cubicBezTo>
                  <a:cubicBezTo>
                    <a:pt x="11386" y="14554"/>
                    <a:pt x="11321" y="14493"/>
                    <a:pt x="11303" y="14430"/>
                  </a:cubicBezTo>
                  <a:lnTo>
                    <a:pt x="9979" y="9761"/>
                  </a:lnTo>
                  <a:cubicBezTo>
                    <a:pt x="9959" y="9701"/>
                    <a:pt x="9979" y="9634"/>
                    <a:pt x="10028" y="9594"/>
                  </a:cubicBezTo>
                  <a:cubicBezTo>
                    <a:pt x="10047" y="9576"/>
                    <a:pt x="10070" y="9561"/>
                    <a:pt x="10095" y="9552"/>
                  </a:cubicBezTo>
                  <a:cubicBezTo>
                    <a:pt x="10983" y="9241"/>
                    <a:pt x="11874" y="8934"/>
                    <a:pt x="12778" y="8675"/>
                  </a:cubicBezTo>
                  <a:cubicBezTo>
                    <a:pt x="12793" y="8670"/>
                    <a:pt x="12808" y="8668"/>
                    <a:pt x="12823" y="8668"/>
                  </a:cubicBezTo>
                  <a:close/>
                  <a:moveTo>
                    <a:pt x="9979" y="12645"/>
                  </a:moveTo>
                  <a:cubicBezTo>
                    <a:pt x="10050" y="12645"/>
                    <a:pt x="10106" y="12710"/>
                    <a:pt x="10128" y="12769"/>
                  </a:cubicBezTo>
                  <a:cubicBezTo>
                    <a:pt x="10383" y="13436"/>
                    <a:pt x="10595" y="14128"/>
                    <a:pt x="10713" y="14832"/>
                  </a:cubicBezTo>
                  <a:lnTo>
                    <a:pt x="10713" y="14833"/>
                  </a:lnTo>
                  <a:cubicBezTo>
                    <a:pt x="10731" y="14933"/>
                    <a:pt x="10687" y="15002"/>
                    <a:pt x="10596" y="15042"/>
                  </a:cubicBezTo>
                  <a:cubicBezTo>
                    <a:pt x="9868" y="15356"/>
                    <a:pt x="9094" y="15693"/>
                    <a:pt x="8302" y="15803"/>
                  </a:cubicBezTo>
                  <a:cubicBezTo>
                    <a:pt x="8297" y="15804"/>
                    <a:pt x="8293" y="15804"/>
                    <a:pt x="8288" y="15804"/>
                  </a:cubicBezTo>
                  <a:cubicBezTo>
                    <a:pt x="8218" y="15804"/>
                    <a:pt x="8161" y="15739"/>
                    <a:pt x="8138" y="15680"/>
                  </a:cubicBezTo>
                  <a:cubicBezTo>
                    <a:pt x="7870" y="14976"/>
                    <a:pt x="7624" y="14262"/>
                    <a:pt x="7415" y="13538"/>
                  </a:cubicBezTo>
                  <a:cubicBezTo>
                    <a:pt x="7411" y="13530"/>
                    <a:pt x="7410" y="13520"/>
                    <a:pt x="7408" y="13511"/>
                  </a:cubicBezTo>
                  <a:cubicBezTo>
                    <a:pt x="7408" y="13509"/>
                    <a:pt x="7408" y="13506"/>
                    <a:pt x="7407" y="13504"/>
                  </a:cubicBezTo>
                  <a:cubicBezTo>
                    <a:pt x="7407" y="13503"/>
                    <a:pt x="7407" y="13501"/>
                    <a:pt x="7407" y="13499"/>
                  </a:cubicBezTo>
                  <a:cubicBezTo>
                    <a:pt x="7399" y="13442"/>
                    <a:pt x="7421" y="13383"/>
                    <a:pt x="7490" y="13348"/>
                  </a:cubicBezTo>
                  <a:cubicBezTo>
                    <a:pt x="8257" y="12961"/>
                    <a:pt x="9117" y="12752"/>
                    <a:pt x="9964" y="12646"/>
                  </a:cubicBezTo>
                  <a:cubicBezTo>
                    <a:pt x="9969" y="12645"/>
                    <a:pt x="9974" y="12645"/>
                    <a:pt x="9979" y="12645"/>
                  </a:cubicBezTo>
                  <a:close/>
                  <a:moveTo>
                    <a:pt x="6722" y="13568"/>
                  </a:moveTo>
                  <a:cubicBezTo>
                    <a:pt x="6793" y="13568"/>
                    <a:pt x="6849" y="13634"/>
                    <a:pt x="6872" y="13693"/>
                  </a:cubicBezTo>
                  <a:cubicBezTo>
                    <a:pt x="7125" y="14359"/>
                    <a:pt x="7338" y="15052"/>
                    <a:pt x="7457" y="15755"/>
                  </a:cubicBezTo>
                  <a:cubicBezTo>
                    <a:pt x="7473" y="15857"/>
                    <a:pt x="7431" y="15926"/>
                    <a:pt x="7339" y="15964"/>
                  </a:cubicBezTo>
                  <a:cubicBezTo>
                    <a:pt x="6610" y="16279"/>
                    <a:pt x="5837" y="16617"/>
                    <a:pt x="5046" y="16727"/>
                  </a:cubicBezTo>
                  <a:cubicBezTo>
                    <a:pt x="5041" y="16728"/>
                    <a:pt x="5036" y="16728"/>
                    <a:pt x="5031" y="16728"/>
                  </a:cubicBezTo>
                  <a:cubicBezTo>
                    <a:pt x="4961" y="16728"/>
                    <a:pt x="4905" y="16661"/>
                    <a:pt x="4881" y="16603"/>
                  </a:cubicBezTo>
                  <a:cubicBezTo>
                    <a:pt x="4612" y="15900"/>
                    <a:pt x="4367" y="15185"/>
                    <a:pt x="4157" y="14462"/>
                  </a:cubicBezTo>
                  <a:cubicBezTo>
                    <a:pt x="4154" y="14453"/>
                    <a:pt x="4153" y="14443"/>
                    <a:pt x="4152" y="14435"/>
                  </a:cubicBezTo>
                  <a:cubicBezTo>
                    <a:pt x="4152" y="14432"/>
                    <a:pt x="4152" y="14430"/>
                    <a:pt x="4151" y="14427"/>
                  </a:cubicBezTo>
                  <a:lnTo>
                    <a:pt x="4151" y="14422"/>
                  </a:lnTo>
                  <a:cubicBezTo>
                    <a:pt x="4142" y="14366"/>
                    <a:pt x="4163" y="14306"/>
                    <a:pt x="4232" y="14272"/>
                  </a:cubicBezTo>
                  <a:cubicBezTo>
                    <a:pt x="5000" y="13885"/>
                    <a:pt x="5859" y="13676"/>
                    <a:pt x="6707" y="13569"/>
                  </a:cubicBezTo>
                  <a:cubicBezTo>
                    <a:pt x="6712" y="13569"/>
                    <a:pt x="6717" y="13568"/>
                    <a:pt x="6722" y="13568"/>
                  </a:cubicBezTo>
                  <a:close/>
                  <a:moveTo>
                    <a:pt x="11088" y="0"/>
                  </a:moveTo>
                  <a:cubicBezTo>
                    <a:pt x="7334" y="931"/>
                    <a:pt x="3605" y="2081"/>
                    <a:pt x="0" y="3484"/>
                  </a:cubicBezTo>
                  <a:cubicBezTo>
                    <a:pt x="255" y="4177"/>
                    <a:pt x="434" y="4905"/>
                    <a:pt x="638" y="5611"/>
                  </a:cubicBezTo>
                  <a:cubicBezTo>
                    <a:pt x="1828" y="9721"/>
                    <a:pt x="2963" y="13845"/>
                    <a:pt x="4097" y="17970"/>
                  </a:cubicBezTo>
                  <a:cubicBezTo>
                    <a:pt x="8061" y="17620"/>
                    <a:pt x="12154" y="16429"/>
                    <a:pt x="15685" y="14568"/>
                  </a:cubicBezTo>
                  <a:cubicBezTo>
                    <a:pt x="15435" y="13580"/>
                    <a:pt x="15136" y="12604"/>
                    <a:pt x="14838" y="11630"/>
                  </a:cubicBezTo>
                  <a:cubicBezTo>
                    <a:pt x="13647" y="7735"/>
                    <a:pt x="12376" y="3864"/>
                    <a:pt x="11088"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 name="Google Shape;1339;p36"/>
          <p:cNvSpPr txBox="1"/>
          <p:nvPr>
            <p:ph type="ctrTitle"/>
          </p:nvPr>
        </p:nvSpPr>
        <p:spPr>
          <a:xfrm>
            <a:off x="747700" y="1353000"/>
            <a:ext cx="4417500" cy="218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700">
                <a:solidFill>
                  <a:schemeClr val="dk1"/>
                </a:solidFill>
              </a:rPr>
              <a:t>MATH SUBJECT FOR ELEMENTARY</a:t>
            </a:r>
            <a:r>
              <a:rPr lang="en" sz="4500">
                <a:solidFill>
                  <a:schemeClr val="dk1"/>
                </a:solidFill>
              </a:rPr>
              <a:t> </a:t>
            </a:r>
            <a:r>
              <a:rPr lang="en" sz="3700">
                <a:solidFill>
                  <a:schemeClr val="lt1"/>
                </a:solidFill>
              </a:rPr>
              <a:t>FRACTIONS I</a:t>
            </a:r>
            <a:endParaRPr sz="3700">
              <a:solidFill>
                <a:schemeClr val="lt1"/>
              </a:solidFill>
            </a:endParaRPr>
          </a:p>
        </p:txBody>
      </p:sp>
      <p:sp>
        <p:nvSpPr>
          <p:cNvPr id="1340" name="Google Shape;1340;p36"/>
          <p:cNvSpPr txBox="1"/>
          <p:nvPr>
            <p:ph idx="1" type="subTitle"/>
          </p:nvPr>
        </p:nvSpPr>
        <p:spPr>
          <a:xfrm>
            <a:off x="747700" y="3533400"/>
            <a:ext cx="43590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1341" name="Google Shape;1341;p36"/>
          <p:cNvGrpSpPr/>
          <p:nvPr/>
        </p:nvGrpSpPr>
        <p:grpSpPr>
          <a:xfrm>
            <a:off x="5977416" y="2718499"/>
            <a:ext cx="1924848" cy="1922353"/>
            <a:chOff x="5977416" y="2718499"/>
            <a:chExt cx="1924848" cy="1922353"/>
          </a:xfrm>
        </p:grpSpPr>
        <p:sp>
          <p:nvSpPr>
            <p:cNvPr id="1342" name="Google Shape;1342;p36"/>
            <p:cNvSpPr/>
            <p:nvPr/>
          </p:nvSpPr>
          <p:spPr>
            <a:xfrm rot="833552">
              <a:off x="6150419" y="3934581"/>
              <a:ext cx="1080029" cy="349819"/>
            </a:xfrm>
            <a:custGeom>
              <a:rect b="b" l="l" r="r" t="t"/>
              <a:pathLst>
                <a:path extrusionOk="0" h="4863" w="15014">
                  <a:moveTo>
                    <a:pt x="554" y="0"/>
                  </a:moveTo>
                  <a:cubicBezTo>
                    <a:pt x="365" y="0"/>
                    <a:pt x="179" y="13"/>
                    <a:pt x="1" y="44"/>
                  </a:cubicBezTo>
                  <a:cubicBezTo>
                    <a:pt x="2268" y="654"/>
                    <a:pt x="4420" y="1601"/>
                    <a:pt x="6604" y="2450"/>
                  </a:cubicBezTo>
                  <a:cubicBezTo>
                    <a:pt x="7881" y="2946"/>
                    <a:pt x="9173" y="3390"/>
                    <a:pt x="10501" y="3729"/>
                  </a:cubicBezTo>
                  <a:cubicBezTo>
                    <a:pt x="11629" y="4017"/>
                    <a:pt x="12755" y="4294"/>
                    <a:pt x="13779" y="4863"/>
                  </a:cubicBezTo>
                  <a:cubicBezTo>
                    <a:pt x="14132" y="4558"/>
                    <a:pt x="14558" y="4351"/>
                    <a:pt x="15014" y="4259"/>
                  </a:cubicBezTo>
                  <a:cubicBezTo>
                    <a:pt x="12360" y="3573"/>
                    <a:pt x="9790" y="2607"/>
                    <a:pt x="7198" y="1720"/>
                  </a:cubicBezTo>
                  <a:cubicBezTo>
                    <a:pt x="5702" y="1209"/>
                    <a:pt x="4196" y="724"/>
                    <a:pt x="2662" y="346"/>
                  </a:cubicBezTo>
                  <a:cubicBezTo>
                    <a:pt x="2051" y="195"/>
                    <a:pt x="1277" y="0"/>
                    <a:pt x="554" y="0"/>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6"/>
            <p:cNvSpPr/>
            <p:nvPr/>
          </p:nvSpPr>
          <p:spPr>
            <a:xfrm rot="833552">
              <a:off x="6018658" y="3982516"/>
              <a:ext cx="1044709" cy="470813"/>
            </a:xfrm>
            <a:custGeom>
              <a:rect b="b" l="l" r="r" t="t"/>
              <a:pathLst>
                <a:path extrusionOk="0" h="6545" w="14523">
                  <a:moveTo>
                    <a:pt x="7" y="0"/>
                  </a:moveTo>
                  <a:lnTo>
                    <a:pt x="7" y="0"/>
                  </a:lnTo>
                  <a:cubicBezTo>
                    <a:pt x="0" y="253"/>
                    <a:pt x="38" y="504"/>
                    <a:pt x="115" y="743"/>
                  </a:cubicBezTo>
                  <a:cubicBezTo>
                    <a:pt x="136" y="746"/>
                    <a:pt x="156" y="752"/>
                    <a:pt x="175" y="761"/>
                  </a:cubicBezTo>
                  <a:cubicBezTo>
                    <a:pt x="2537" y="1941"/>
                    <a:pt x="4894" y="3219"/>
                    <a:pt x="7352" y="4193"/>
                  </a:cubicBezTo>
                  <a:cubicBezTo>
                    <a:pt x="8575" y="4677"/>
                    <a:pt x="9858" y="4993"/>
                    <a:pt x="11113" y="5383"/>
                  </a:cubicBezTo>
                  <a:cubicBezTo>
                    <a:pt x="12259" y="5741"/>
                    <a:pt x="13395" y="6128"/>
                    <a:pt x="14523" y="6544"/>
                  </a:cubicBezTo>
                  <a:cubicBezTo>
                    <a:pt x="14383" y="6186"/>
                    <a:pt x="14315" y="5812"/>
                    <a:pt x="14342" y="5428"/>
                  </a:cubicBezTo>
                  <a:cubicBezTo>
                    <a:pt x="9601" y="3529"/>
                    <a:pt x="4788" y="1798"/>
                    <a:pt x="7" y="0"/>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6"/>
            <p:cNvSpPr/>
            <p:nvPr/>
          </p:nvSpPr>
          <p:spPr>
            <a:xfrm rot="833552">
              <a:off x="6469625" y="3161879"/>
              <a:ext cx="1062477" cy="843507"/>
            </a:xfrm>
            <a:custGeom>
              <a:rect b="b" l="l" r="r" t="t"/>
              <a:pathLst>
                <a:path extrusionOk="0" h="11726" w="14770">
                  <a:moveTo>
                    <a:pt x="4607" y="0"/>
                  </a:moveTo>
                  <a:cubicBezTo>
                    <a:pt x="4439" y="426"/>
                    <a:pt x="4193" y="811"/>
                    <a:pt x="3690" y="867"/>
                  </a:cubicBezTo>
                  <a:cubicBezTo>
                    <a:pt x="3648" y="872"/>
                    <a:pt x="3607" y="874"/>
                    <a:pt x="3565" y="874"/>
                  </a:cubicBezTo>
                  <a:cubicBezTo>
                    <a:pt x="3270" y="874"/>
                    <a:pt x="2974" y="761"/>
                    <a:pt x="2761" y="564"/>
                  </a:cubicBezTo>
                  <a:cubicBezTo>
                    <a:pt x="1840" y="2708"/>
                    <a:pt x="920" y="4853"/>
                    <a:pt x="0" y="6997"/>
                  </a:cubicBezTo>
                  <a:cubicBezTo>
                    <a:pt x="45" y="6990"/>
                    <a:pt x="89" y="6987"/>
                    <a:pt x="134" y="6987"/>
                  </a:cubicBezTo>
                  <a:cubicBezTo>
                    <a:pt x="353" y="6987"/>
                    <a:pt x="566" y="7069"/>
                    <a:pt x="744" y="7254"/>
                  </a:cubicBezTo>
                  <a:cubicBezTo>
                    <a:pt x="1097" y="7627"/>
                    <a:pt x="992" y="8096"/>
                    <a:pt x="783" y="8499"/>
                  </a:cubicBezTo>
                  <a:lnTo>
                    <a:pt x="1954" y="8855"/>
                  </a:lnTo>
                  <a:lnTo>
                    <a:pt x="11406" y="11726"/>
                  </a:lnTo>
                  <a:cubicBezTo>
                    <a:pt x="11437" y="11040"/>
                    <a:pt x="11863" y="10595"/>
                    <a:pt x="12507" y="10595"/>
                  </a:cubicBezTo>
                  <a:cubicBezTo>
                    <a:pt x="12602" y="10595"/>
                    <a:pt x="12701" y="10604"/>
                    <a:pt x="12805" y="10624"/>
                  </a:cubicBezTo>
                  <a:cubicBezTo>
                    <a:pt x="13461" y="8861"/>
                    <a:pt x="14115" y="7099"/>
                    <a:pt x="14770" y="5336"/>
                  </a:cubicBezTo>
                  <a:cubicBezTo>
                    <a:pt x="13984" y="5047"/>
                    <a:pt x="13723" y="4305"/>
                    <a:pt x="14019" y="3534"/>
                  </a:cubicBezTo>
                  <a:lnTo>
                    <a:pt x="12959" y="3136"/>
                  </a:lnTo>
                  <a:lnTo>
                    <a:pt x="46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6"/>
            <p:cNvSpPr/>
            <p:nvPr/>
          </p:nvSpPr>
          <p:spPr>
            <a:xfrm rot="833552">
              <a:off x="6024630" y="4075867"/>
              <a:ext cx="1054348" cy="444917"/>
            </a:xfrm>
            <a:custGeom>
              <a:rect b="b" l="l" r="r" t="t"/>
              <a:pathLst>
                <a:path extrusionOk="0" h="6185" w="14657">
                  <a:moveTo>
                    <a:pt x="1" y="0"/>
                  </a:moveTo>
                  <a:lnTo>
                    <a:pt x="1" y="0"/>
                  </a:lnTo>
                  <a:cubicBezTo>
                    <a:pt x="489" y="761"/>
                    <a:pt x="1399" y="1254"/>
                    <a:pt x="2139" y="1703"/>
                  </a:cubicBezTo>
                  <a:cubicBezTo>
                    <a:pt x="5963" y="4021"/>
                    <a:pt x="10235" y="5537"/>
                    <a:pt x="14657" y="6185"/>
                  </a:cubicBezTo>
                  <a:cubicBezTo>
                    <a:pt x="14558" y="6046"/>
                    <a:pt x="14466" y="5903"/>
                    <a:pt x="14382" y="5753"/>
                  </a:cubicBezTo>
                  <a:cubicBezTo>
                    <a:pt x="13078" y="5267"/>
                    <a:pt x="11760" y="4818"/>
                    <a:pt x="10430" y="4405"/>
                  </a:cubicBezTo>
                  <a:cubicBezTo>
                    <a:pt x="9238" y="4037"/>
                    <a:pt x="8022" y="3733"/>
                    <a:pt x="6861" y="3273"/>
                  </a:cubicBezTo>
                  <a:cubicBezTo>
                    <a:pt x="4514" y="2343"/>
                    <a:pt x="2258" y="1136"/>
                    <a:pt x="1" y="0"/>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6"/>
            <p:cNvSpPr/>
            <p:nvPr/>
          </p:nvSpPr>
          <p:spPr>
            <a:xfrm rot="833552">
              <a:off x="6050787" y="3926773"/>
              <a:ext cx="1062117" cy="428875"/>
            </a:xfrm>
            <a:custGeom>
              <a:rect b="b" l="l" r="r" t="t"/>
              <a:pathLst>
                <a:path extrusionOk="0" h="5962" w="14765">
                  <a:moveTo>
                    <a:pt x="635" y="0"/>
                  </a:moveTo>
                  <a:cubicBezTo>
                    <a:pt x="375" y="134"/>
                    <a:pt x="157" y="334"/>
                    <a:pt x="1" y="580"/>
                  </a:cubicBezTo>
                  <a:cubicBezTo>
                    <a:pt x="4742" y="2363"/>
                    <a:pt x="9516" y="4081"/>
                    <a:pt x="14219" y="5962"/>
                  </a:cubicBezTo>
                  <a:cubicBezTo>
                    <a:pt x="14263" y="5765"/>
                    <a:pt x="14330" y="5574"/>
                    <a:pt x="14419" y="5393"/>
                  </a:cubicBezTo>
                  <a:cubicBezTo>
                    <a:pt x="14511" y="5205"/>
                    <a:pt x="14627" y="5031"/>
                    <a:pt x="14764" y="4873"/>
                  </a:cubicBezTo>
                  <a:cubicBezTo>
                    <a:pt x="13674" y="4294"/>
                    <a:pt x="12473" y="4037"/>
                    <a:pt x="11286" y="3723"/>
                  </a:cubicBezTo>
                  <a:cubicBezTo>
                    <a:pt x="10134" y="3417"/>
                    <a:pt x="9009" y="3024"/>
                    <a:pt x="7896" y="2596"/>
                  </a:cubicBezTo>
                  <a:cubicBezTo>
                    <a:pt x="5495" y="1673"/>
                    <a:pt x="3144" y="607"/>
                    <a:pt x="635" y="0"/>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6"/>
            <p:cNvSpPr/>
            <p:nvPr/>
          </p:nvSpPr>
          <p:spPr>
            <a:xfrm rot="833552">
              <a:off x="6191301" y="2886155"/>
              <a:ext cx="1566452" cy="1394600"/>
            </a:xfrm>
            <a:custGeom>
              <a:rect b="b" l="l" r="r" t="t"/>
              <a:pathLst>
                <a:path extrusionOk="0" h="19387" w="21776">
                  <a:moveTo>
                    <a:pt x="8367" y="3358"/>
                  </a:moveTo>
                  <a:cubicBezTo>
                    <a:pt x="8392" y="3358"/>
                    <a:pt x="8417" y="3363"/>
                    <a:pt x="8439" y="3371"/>
                  </a:cubicBezTo>
                  <a:lnTo>
                    <a:pt x="9655" y="3828"/>
                  </a:lnTo>
                  <a:lnTo>
                    <a:pt x="18178" y="7028"/>
                  </a:lnTo>
                  <a:cubicBezTo>
                    <a:pt x="18263" y="7060"/>
                    <a:pt x="18299" y="7176"/>
                    <a:pt x="18261" y="7254"/>
                  </a:cubicBezTo>
                  <a:cubicBezTo>
                    <a:pt x="17929" y="7933"/>
                    <a:pt x="18102" y="8613"/>
                    <a:pt x="18879" y="8806"/>
                  </a:cubicBezTo>
                  <a:cubicBezTo>
                    <a:pt x="18991" y="8834"/>
                    <a:pt x="19046" y="8936"/>
                    <a:pt x="19005" y="9046"/>
                  </a:cubicBezTo>
                  <a:lnTo>
                    <a:pt x="16928" y="14639"/>
                  </a:lnTo>
                  <a:cubicBezTo>
                    <a:pt x="16907" y="14694"/>
                    <a:pt x="16836" y="14739"/>
                    <a:pt x="16774" y="14739"/>
                  </a:cubicBezTo>
                  <a:cubicBezTo>
                    <a:pt x="16764" y="14739"/>
                    <a:pt x="16754" y="14738"/>
                    <a:pt x="16745" y="14735"/>
                  </a:cubicBezTo>
                  <a:cubicBezTo>
                    <a:pt x="16613" y="14700"/>
                    <a:pt x="16491" y="14683"/>
                    <a:pt x="16379" y="14683"/>
                  </a:cubicBezTo>
                  <a:cubicBezTo>
                    <a:pt x="15853" y="14683"/>
                    <a:pt x="15554" y="15061"/>
                    <a:pt x="15607" y="15682"/>
                  </a:cubicBezTo>
                  <a:cubicBezTo>
                    <a:pt x="15615" y="15769"/>
                    <a:pt x="15540" y="15873"/>
                    <a:pt x="15447" y="15873"/>
                  </a:cubicBezTo>
                  <a:cubicBezTo>
                    <a:pt x="15435" y="15873"/>
                    <a:pt x="15422" y="15872"/>
                    <a:pt x="15409" y="15868"/>
                  </a:cubicBezTo>
                  <a:lnTo>
                    <a:pt x="14016" y="15444"/>
                  </a:lnTo>
                  <a:lnTo>
                    <a:pt x="4363" y="12512"/>
                  </a:lnTo>
                  <a:cubicBezTo>
                    <a:pt x="4270" y="12484"/>
                    <a:pt x="4172" y="12379"/>
                    <a:pt x="4237" y="12272"/>
                  </a:cubicBezTo>
                  <a:cubicBezTo>
                    <a:pt x="4374" y="12046"/>
                    <a:pt x="4415" y="11960"/>
                    <a:pt x="4443" y="11685"/>
                  </a:cubicBezTo>
                  <a:cubicBezTo>
                    <a:pt x="4537" y="11429"/>
                    <a:pt x="4447" y="11234"/>
                    <a:pt x="4172" y="11102"/>
                  </a:cubicBezTo>
                  <a:lnTo>
                    <a:pt x="3653" y="11159"/>
                  </a:lnTo>
                  <a:cubicBezTo>
                    <a:pt x="3622" y="11176"/>
                    <a:pt x="3590" y="11184"/>
                    <a:pt x="3558" y="11184"/>
                  </a:cubicBezTo>
                  <a:cubicBezTo>
                    <a:pt x="3444" y="11184"/>
                    <a:pt x="3344" y="11079"/>
                    <a:pt x="3400" y="10948"/>
                  </a:cubicBezTo>
                  <a:cubicBezTo>
                    <a:pt x="4396" y="8626"/>
                    <a:pt x="5393" y="6305"/>
                    <a:pt x="6389" y="3983"/>
                  </a:cubicBezTo>
                  <a:cubicBezTo>
                    <a:pt x="6361" y="3873"/>
                    <a:pt x="6460" y="3795"/>
                    <a:pt x="6561" y="3795"/>
                  </a:cubicBezTo>
                  <a:cubicBezTo>
                    <a:pt x="6623" y="3795"/>
                    <a:pt x="6686" y="3825"/>
                    <a:pt x="6719" y="3895"/>
                  </a:cubicBezTo>
                  <a:cubicBezTo>
                    <a:pt x="6836" y="4141"/>
                    <a:pt x="7082" y="4250"/>
                    <a:pt x="7328" y="4250"/>
                  </a:cubicBezTo>
                  <a:cubicBezTo>
                    <a:pt x="7471" y="4250"/>
                    <a:pt x="7615" y="4213"/>
                    <a:pt x="7733" y="4145"/>
                  </a:cubicBezTo>
                  <a:cubicBezTo>
                    <a:pt x="8027" y="3975"/>
                    <a:pt x="8103" y="3761"/>
                    <a:pt x="8213" y="3454"/>
                  </a:cubicBezTo>
                  <a:cubicBezTo>
                    <a:pt x="8236" y="3387"/>
                    <a:pt x="8302" y="3358"/>
                    <a:pt x="8367" y="3358"/>
                  </a:cubicBezTo>
                  <a:close/>
                  <a:moveTo>
                    <a:pt x="6536" y="0"/>
                  </a:moveTo>
                  <a:cubicBezTo>
                    <a:pt x="5410" y="2394"/>
                    <a:pt x="4285" y="4788"/>
                    <a:pt x="3230" y="7213"/>
                  </a:cubicBezTo>
                  <a:cubicBezTo>
                    <a:pt x="2276" y="9407"/>
                    <a:pt x="1379" y="11626"/>
                    <a:pt x="595" y="13886"/>
                  </a:cubicBezTo>
                  <a:cubicBezTo>
                    <a:pt x="408" y="14424"/>
                    <a:pt x="144" y="15047"/>
                    <a:pt x="1" y="15674"/>
                  </a:cubicBezTo>
                  <a:cubicBezTo>
                    <a:pt x="152" y="15518"/>
                    <a:pt x="326" y="15387"/>
                    <a:pt x="518" y="15287"/>
                  </a:cubicBezTo>
                  <a:cubicBezTo>
                    <a:pt x="540" y="15233"/>
                    <a:pt x="586" y="15193"/>
                    <a:pt x="651" y="15193"/>
                  </a:cubicBezTo>
                  <a:cubicBezTo>
                    <a:pt x="665" y="15193"/>
                    <a:pt x="678" y="15194"/>
                    <a:pt x="693" y="15198"/>
                  </a:cubicBezTo>
                  <a:lnTo>
                    <a:pt x="699" y="15199"/>
                  </a:lnTo>
                  <a:cubicBezTo>
                    <a:pt x="1084" y="15036"/>
                    <a:pt x="1519" y="14968"/>
                    <a:pt x="1954" y="14968"/>
                  </a:cubicBezTo>
                  <a:cubicBezTo>
                    <a:pt x="2167" y="14968"/>
                    <a:pt x="2380" y="14984"/>
                    <a:pt x="2587" y="15013"/>
                  </a:cubicBezTo>
                  <a:cubicBezTo>
                    <a:pt x="4149" y="15235"/>
                    <a:pt x="5700" y="15754"/>
                    <a:pt x="7198" y="16237"/>
                  </a:cubicBezTo>
                  <a:cubicBezTo>
                    <a:pt x="10460" y="17293"/>
                    <a:pt x="13649" y="18584"/>
                    <a:pt x="16990" y="19386"/>
                  </a:cubicBezTo>
                  <a:cubicBezTo>
                    <a:pt x="18487" y="14415"/>
                    <a:pt x="20082" y="9475"/>
                    <a:pt x="21775" y="4565"/>
                  </a:cubicBezTo>
                  <a:cubicBezTo>
                    <a:pt x="17023" y="2113"/>
                    <a:pt x="11855" y="564"/>
                    <a:pt x="6536"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 name="Google Shape;1348;p36"/>
            <p:cNvGrpSpPr/>
            <p:nvPr/>
          </p:nvGrpSpPr>
          <p:grpSpPr>
            <a:xfrm rot="3254912">
              <a:off x="6591171" y="3276159"/>
              <a:ext cx="835313" cy="627453"/>
              <a:chOff x="5165189" y="3719901"/>
              <a:chExt cx="835271" cy="627422"/>
            </a:xfrm>
          </p:grpSpPr>
          <p:sp>
            <p:nvSpPr>
              <p:cNvPr id="1349" name="Google Shape;1349;p36"/>
              <p:cNvSpPr/>
              <p:nvPr/>
            </p:nvSpPr>
            <p:spPr>
              <a:xfrm rot="-1058202">
                <a:off x="5216481" y="3970066"/>
                <a:ext cx="153895" cy="362462"/>
              </a:xfrm>
              <a:custGeom>
                <a:rect b="b" l="l" r="r" t="t"/>
                <a:pathLst>
                  <a:path extrusionOk="0" h="2042" w="867">
                    <a:moveTo>
                      <a:pt x="572" y="1"/>
                    </a:moveTo>
                    <a:cubicBezTo>
                      <a:pt x="546" y="1"/>
                      <a:pt x="521" y="7"/>
                      <a:pt x="498" y="20"/>
                    </a:cubicBezTo>
                    <a:cubicBezTo>
                      <a:pt x="345" y="101"/>
                      <a:pt x="215" y="288"/>
                      <a:pt x="94" y="417"/>
                    </a:cubicBezTo>
                    <a:cubicBezTo>
                      <a:pt x="0" y="517"/>
                      <a:pt x="98" y="664"/>
                      <a:pt x="208" y="664"/>
                    </a:cubicBezTo>
                    <a:cubicBezTo>
                      <a:pt x="240" y="664"/>
                      <a:pt x="274" y="651"/>
                      <a:pt x="304" y="620"/>
                    </a:cubicBezTo>
                    <a:cubicBezTo>
                      <a:pt x="361" y="563"/>
                      <a:pt x="417" y="482"/>
                      <a:pt x="490" y="409"/>
                    </a:cubicBezTo>
                    <a:lnTo>
                      <a:pt x="490" y="409"/>
                    </a:lnTo>
                    <a:cubicBezTo>
                      <a:pt x="490" y="482"/>
                      <a:pt x="482" y="563"/>
                      <a:pt x="490" y="595"/>
                    </a:cubicBezTo>
                    <a:lnTo>
                      <a:pt x="515" y="1057"/>
                    </a:lnTo>
                    <a:cubicBezTo>
                      <a:pt x="531" y="1340"/>
                      <a:pt x="555" y="1615"/>
                      <a:pt x="571" y="1899"/>
                    </a:cubicBezTo>
                    <a:cubicBezTo>
                      <a:pt x="575" y="1995"/>
                      <a:pt x="649" y="2042"/>
                      <a:pt x="721" y="2042"/>
                    </a:cubicBezTo>
                    <a:cubicBezTo>
                      <a:pt x="794" y="2042"/>
                      <a:pt x="867" y="1993"/>
                      <a:pt x="863" y="1899"/>
                    </a:cubicBezTo>
                    <a:cubicBezTo>
                      <a:pt x="838" y="1510"/>
                      <a:pt x="814" y="1122"/>
                      <a:pt x="790" y="725"/>
                    </a:cubicBezTo>
                    <a:cubicBezTo>
                      <a:pt x="774" y="539"/>
                      <a:pt x="830" y="182"/>
                      <a:pt x="676" y="45"/>
                    </a:cubicBezTo>
                    <a:cubicBezTo>
                      <a:pt x="647" y="16"/>
                      <a:pt x="609" y="1"/>
                      <a:pt x="57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6"/>
              <p:cNvSpPr/>
              <p:nvPr/>
            </p:nvSpPr>
            <p:spPr>
              <a:xfrm rot="-1058202">
                <a:off x="5711232" y="3748710"/>
                <a:ext cx="243179" cy="341694"/>
              </a:xfrm>
              <a:custGeom>
                <a:rect b="b" l="l" r="r" t="t"/>
                <a:pathLst>
                  <a:path extrusionOk="0" h="1925" w="1370">
                    <a:moveTo>
                      <a:pt x="575" y="0"/>
                    </a:moveTo>
                    <a:cubicBezTo>
                      <a:pt x="401" y="0"/>
                      <a:pt x="225" y="61"/>
                      <a:pt x="106" y="172"/>
                    </a:cubicBezTo>
                    <a:cubicBezTo>
                      <a:pt x="0" y="272"/>
                      <a:pt x="100" y="419"/>
                      <a:pt x="215" y="419"/>
                    </a:cubicBezTo>
                    <a:cubicBezTo>
                      <a:pt x="249" y="419"/>
                      <a:pt x="285" y="406"/>
                      <a:pt x="317" y="374"/>
                    </a:cubicBezTo>
                    <a:cubicBezTo>
                      <a:pt x="366" y="325"/>
                      <a:pt x="464" y="298"/>
                      <a:pt x="561" y="298"/>
                    </a:cubicBezTo>
                    <a:cubicBezTo>
                      <a:pt x="736" y="298"/>
                      <a:pt x="906" y="387"/>
                      <a:pt x="770" y="601"/>
                    </a:cubicBezTo>
                    <a:cubicBezTo>
                      <a:pt x="697" y="714"/>
                      <a:pt x="479" y="795"/>
                      <a:pt x="365" y="836"/>
                    </a:cubicBezTo>
                    <a:cubicBezTo>
                      <a:pt x="200" y="896"/>
                      <a:pt x="258" y="1124"/>
                      <a:pt x="409" y="1124"/>
                    </a:cubicBezTo>
                    <a:cubicBezTo>
                      <a:pt x="421" y="1124"/>
                      <a:pt x="433" y="1122"/>
                      <a:pt x="446" y="1119"/>
                    </a:cubicBezTo>
                    <a:cubicBezTo>
                      <a:pt x="475" y="1115"/>
                      <a:pt x="544" y="1110"/>
                      <a:pt x="625" y="1110"/>
                    </a:cubicBezTo>
                    <a:cubicBezTo>
                      <a:pt x="883" y="1110"/>
                      <a:pt x="1272" y="1167"/>
                      <a:pt x="964" y="1524"/>
                    </a:cubicBezTo>
                    <a:cubicBezTo>
                      <a:pt x="883" y="1619"/>
                      <a:pt x="755" y="1645"/>
                      <a:pt x="626" y="1645"/>
                    </a:cubicBezTo>
                    <a:cubicBezTo>
                      <a:pt x="511" y="1645"/>
                      <a:pt x="396" y="1625"/>
                      <a:pt x="308" y="1613"/>
                    </a:cubicBezTo>
                    <a:cubicBezTo>
                      <a:pt x="301" y="1612"/>
                      <a:pt x="293" y="1612"/>
                      <a:pt x="286" y="1612"/>
                    </a:cubicBezTo>
                    <a:cubicBezTo>
                      <a:pt x="116" y="1612"/>
                      <a:pt x="49" y="1873"/>
                      <a:pt x="236" y="1897"/>
                    </a:cubicBezTo>
                    <a:cubicBezTo>
                      <a:pt x="336" y="1913"/>
                      <a:pt x="450" y="1924"/>
                      <a:pt x="567" y="1924"/>
                    </a:cubicBezTo>
                    <a:cubicBezTo>
                      <a:pt x="921" y="1924"/>
                      <a:pt x="1294" y="1817"/>
                      <a:pt x="1337" y="1403"/>
                    </a:cubicBezTo>
                    <a:cubicBezTo>
                      <a:pt x="1369" y="1087"/>
                      <a:pt x="1175" y="925"/>
                      <a:pt x="932" y="860"/>
                    </a:cubicBezTo>
                    <a:cubicBezTo>
                      <a:pt x="1102" y="706"/>
                      <a:pt x="1215" y="512"/>
                      <a:pt x="1086" y="269"/>
                    </a:cubicBezTo>
                    <a:cubicBezTo>
                      <a:pt x="985" y="85"/>
                      <a:pt x="782" y="0"/>
                      <a:pt x="57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6"/>
              <p:cNvSpPr/>
              <p:nvPr/>
            </p:nvSpPr>
            <p:spPr>
              <a:xfrm rot="-1058202">
                <a:off x="5434331" y="3931896"/>
                <a:ext cx="246019" cy="215489"/>
              </a:xfrm>
              <a:custGeom>
                <a:rect b="b" l="l" r="r" t="t"/>
                <a:pathLst>
                  <a:path extrusionOk="0" h="1214" w="1386">
                    <a:moveTo>
                      <a:pt x="632" y="0"/>
                    </a:moveTo>
                    <a:cubicBezTo>
                      <a:pt x="579" y="0"/>
                      <a:pt x="527" y="35"/>
                      <a:pt x="527" y="104"/>
                    </a:cubicBezTo>
                    <a:cubicBezTo>
                      <a:pt x="494" y="225"/>
                      <a:pt x="486" y="338"/>
                      <a:pt x="494" y="460"/>
                    </a:cubicBezTo>
                    <a:cubicBezTo>
                      <a:pt x="349" y="476"/>
                      <a:pt x="211" y="508"/>
                      <a:pt x="73" y="549"/>
                    </a:cubicBezTo>
                    <a:cubicBezTo>
                      <a:pt x="1" y="589"/>
                      <a:pt x="17" y="711"/>
                      <a:pt x="98" y="735"/>
                    </a:cubicBezTo>
                    <a:cubicBezTo>
                      <a:pt x="235" y="735"/>
                      <a:pt x="373" y="735"/>
                      <a:pt x="503" y="719"/>
                    </a:cubicBezTo>
                    <a:cubicBezTo>
                      <a:pt x="503" y="865"/>
                      <a:pt x="527" y="1002"/>
                      <a:pt x="584" y="1140"/>
                    </a:cubicBezTo>
                    <a:cubicBezTo>
                      <a:pt x="605" y="1190"/>
                      <a:pt x="650" y="1213"/>
                      <a:pt x="696" y="1213"/>
                    </a:cubicBezTo>
                    <a:cubicBezTo>
                      <a:pt x="754" y="1213"/>
                      <a:pt x="813" y="1176"/>
                      <a:pt x="826" y="1108"/>
                    </a:cubicBezTo>
                    <a:cubicBezTo>
                      <a:pt x="835" y="970"/>
                      <a:pt x="818" y="824"/>
                      <a:pt x="794" y="687"/>
                    </a:cubicBezTo>
                    <a:cubicBezTo>
                      <a:pt x="964" y="678"/>
                      <a:pt x="1134" y="646"/>
                      <a:pt x="1288" y="581"/>
                    </a:cubicBezTo>
                    <a:cubicBezTo>
                      <a:pt x="1385" y="549"/>
                      <a:pt x="1369" y="411"/>
                      <a:pt x="1264" y="403"/>
                    </a:cubicBezTo>
                    <a:cubicBezTo>
                      <a:pt x="1200" y="394"/>
                      <a:pt x="1135" y="389"/>
                      <a:pt x="1069" y="389"/>
                    </a:cubicBezTo>
                    <a:cubicBezTo>
                      <a:pt x="969" y="389"/>
                      <a:pt x="868" y="400"/>
                      <a:pt x="770" y="419"/>
                    </a:cubicBezTo>
                    <a:cubicBezTo>
                      <a:pt x="770" y="314"/>
                      <a:pt x="754" y="209"/>
                      <a:pt x="737" y="104"/>
                    </a:cubicBezTo>
                    <a:cubicBezTo>
                      <a:pt x="737" y="35"/>
                      <a:pt x="685" y="0"/>
                      <a:pt x="63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2" name="Google Shape;1352;p36"/>
          <p:cNvGrpSpPr/>
          <p:nvPr/>
        </p:nvGrpSpPr>
        <p:grpSpPr>
          <a:xfrm>
            <a:off x="5165207" y="873863"/>
            <a:ext cx="797182" cy="536169"/>
            <a:chOff x="5620880" y="1052573"/>
            <a:chExt cx="705533" cy="474570"/>
          </a:xfrm>
        </p:grpSpPr>
        <p:sp>
          <p:nvSpPr>
            <p:cNvPr id="1353" name="Google Shape;1353;p36"/>
            <p:cNvSpPr/>
            <p:nvPr/>
          </p:nvSpPr>
          <p:spPr>
            <a:xfrm rot="636991">
              <a:off x="5642746" y="1249075"/>
              <a:ext cx="231975" cy="258915"/>
            </a:xfrm>
            <a:custGeom>
              <a:rect b="b" l="l" r="r" t="t"/>
              <a:pathLst>
                <a:path extrusionOk="0" h="2018" w="1808">
                  <a:moveTo>
                    <a:pt x="488" y="1"/>
                  </a:moveTo>
                  <a:cubicBezTo>
                    <a:pt x="202" y="1"/>
                    <a:pt x="1" y="340"/>
                    <a:pt x="31" y="679"/>
                  </a:cubicBezTo>
                  <a:cubicBezTo>
                    <a:pt x="41" y="761"/>
                    <a:pt x="99" y="797"/>
                    <a:pt x="161" y="797"/>
                  </a:cubicBezTo>
                  <a:cubicBezTo>
                    <a:pt x="245" y="797"/>
                    <a:pt x="336" y="730"/>
                    <a:pt x="322" y="622"/>
                  </a:cubicBezTo>
                  <a:cubicBezTo>
                    <a:pt x="289" y="454"/>
                    <a:pt x="337" y="371"/>
                    <a:pt x="464" y="371"/>
                  </a:cubicBezTo>
                  <a:cubicBezTo>
                    <a:pt x="520" y="371"/>
                    <a:pt x="592" y="388"/>
                    <a:pt x="679" y="420"/>
                  </a:cubicBezTo>
                  <a:cubicBezTo>
                    <a:pt x="743" y="542"/>
                    <a:pt x="768" y="679"/>
                    <a:pt x="752" y="817"/>
                  </a:cubicBezTo>
                  <a:cubicBezTo>
                    <a:pt x="752" y="922"/>
                    <a:pt x="735" y="1027"/>
                    <a:pt x="719" y="1125"/>
                  </a:cubicBezTo>
                  <a:cubicBezTo>
                    <a:pt x="679" y="1376"/>
                    <a:pt x="630" y="1610"/>
                    <a:pt x="598" y="1861"/>
                  </a:cubicBezTo>
                  <a:cubicBezTo>
                    <a:pt x="591" y="1949"/>
                    <a:pt x="663" y="2018"/>
                    <a:pt x="744" y="2018"/>
                  </a:cubicBezTo>
                  <a:cubicBezTo>
                    <a:pt x="768" y="2018"/>
                    <a:pt x="793" y="2012"/>
                    <a:pt x="816" y="1999"/>
                  </a:cubicBezTo>
                  <a:cubicBezTo>
                    <a:pt x="1116" y="1837"/>
                    <a:pt x="1399" y="1659"/>
                    <a:pt x="1683" y="1465"/>
                  </a:cubicBezTo>
                  <a:cubicBezTo>
                    <a:pt x="1808" y="1379"/>
                    <a:pt x="1697" y="1218"/>
                    <a:pt x="1568" y="1218"/>
                  </a:cubicBezTo>
                  <a:cubicBezTo>
                    <a:pt x="1539" y="1218"/>
                    <a:pt x="1509" y="1226"/>
                    <a:pt x="1480" y="1246"/>
                  </a:cubicBezTo>
                  <a:cubicBezTo>
                    <a:pt x="1310" y="1359"/>
                    <a:pt x="1132" y="1473"/>
                    <a:pt x="946" y="1578"/>
                  </a:cubicBezTo>
                  <a:cubicBezTo>
                    <a:pt x="1051" y="1084"/>
                    <a:pt x="1213" y="452"/>
                    <a:pt x="800" y="129"/>
                  </a:cubicBezTo>
                  <a:cubicBezTo>
                    <a:pt x="690" y="39"/>
                    <a:pt x="584" y="1"/>
                    <a:pt x="48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6"/>
            <p:cNvSpPr/>
            <p:nvPr/>
          </p:nvSpPr>
          <p:spPr>
            <a:xfrm rot="636991">
              <a:off x="6072604" y="1071705"/>
              <a:ext cx="231847" cy="259941"/>
            </a:xfrm>
            <a:custGeom>
              <a:rect b="b" l="l" r="r" t="t"/>
              <a:pathLst>
                <a:path extrusionOk="0" h="2026" w="1807">
                  <a:moveTo>
                    <a:pt x="485" y="1"/>
                  </a:moveTo>
                  <a:cubicBezTo>
                    <a:pt x="199" y="1"/>
                    <a:pt x="0" y="340"/>
                    <a:pt x="36" y="680"/>
                  </a:cubicBezTo>
                  <a:cubicBezTo>
                    <a:pt x="43" y="762"/>
                    <a:pt x="99" y="797"/>
                    <a:pt x="160" y="797"/>
                  </a:cubicBezTo>
                  <a:cubicBezTo>
                    <a:pt x="244" y="797"/>
                    <a:pt x="337" y="730"/>
                    <a:pt x="328" y="623"/>
                  </a:cubicBezTo>
                  <a:cubicBezTo>
                    <a:pt x="289" y="455"/>
                    <a:pt x="335" y="372"/>
                    <a:pt x="461" y="372"/>
                  </a:cubicBezTo>
                  <a:cubicBezTo>
                    <a:pt x="517" y="372"/>
                    <a:pt x="589" y="388"/>
                    <a:pt x="676" y="420"/>
                  </a:cubicBezTo>
                  <a:cubicBezTo>
                    <a:pt x="741" y="542"/>
                    <a:pt x="765" y="680"/>
                    <a:pt x="749" y="817"/>
                  </a:cubicBezTo>
                  <a:cubicBezTo>
                    <a:pt x="749" y="922"/>
                    <a:pt x="733" y="1028"/>
                    <a:pt x="717" y="1133"/>
                  </a:cubicBezTo>
                  <a:cubicBezTo>
                    <a:pt x="676" y="1376"/>
                    <a:pt x="627" y="1619"/>
                    <a:pt x="595" y="1862"/>
                  </a:cubicBezTo>
                  <a:cubicBezTo>
                    <a:pt x="589" y="1956"/>
                    <a:pt x="666" y="2026"/>
                    <a:pt x="749" y="2026"/>
                  </a:cubicBezTo>
                  <a:cubicBezTo>
                    <a:pt x="774" y="2026"/>
                    <a:pt x="798" y="2020"/>
                    <a:pt x="822" y="2007"/>
                  </a:cubicBezTo>
                  <a:cubicBezTo>
                    <a:pt x="1113" y="1837"/>
                    <a:pt x="1405" y="1659"/>
                    <a:pt x="1688" y="1465"/>
                  </a:cubicBezTo>
                  <a:cubicBezTo>
                    <a:pt x="1806" y="1380"/>
                    <a:pt x="1702" y="1215"/>
                    <a:pt x="1572" y="1215"/>
                  </a:cubicBezTo>
                  <a:cubicBezTo>
                    <a:pt x="1541" y="1215"/>
                    <a:pt x="1509" y="1225"/>
                    <a:pt x="1478" y="1246"/>
                  </a:cubicBezTo>
                  <a:cubicBezTo>
                    <a:pt x="1308" y="1368"/>
                    <a:pt x="1130" y="1473"/>
                    <a:pt x="943" y="1586"/>
                  </a:cubicBezTo>
                  <a:cubicBezTo>
                    <a:pt x="1049" y="1084"/>
                    <a:pt x="1210" y="453"/>
                    <a:pt x="798" y="129"/>
                  </a:cubicBezTo>
                  <a:cubicBezTo>
                    <a:pt x="687" y="39"/>
                    <a:pt x="582" y="1"/>
                    <a:pt x="485"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6"/>
            <p:cNvSpPr/>
            <p:nvPr/>
          </p:nvSpPr>
          <p:spPr>
            <a:xfrm rot="636991">
              <a:off x="5883916" y="1199003"/>
              <a:ext cx="154223" cy="138054"/>
            </a:xfrm>
            <a:custGeom>
              <a:rect b="b" l="l" r="r" t="t"/>
              <a:pathLst>
                <a:path extrusionOk="0" h="1076" w="1202">
                  <a:moveTo>
                    <a:pt x="366" y="0"/>
                  </a:moveTo>
                  <a:cubicBezTo>
                    <a:pt x="302" y="0"/>
                    <a:pt x="242" y="56"/>
                    <a:pt x="264" y="139"/>
                  </a:cubicBezTo>
                  <a:cubicBezTo>
                    <a:pt x="288" y="252"/>
                    <a:pt x="329" y="365"/>
                    <a:pt x="385" y="471"/>
                  </a:cubicBezTo>
                  <a:cubicBezTo>
                    <a:pt x="264" y="552"/>
                    <a:pt x="151" y="641"/>
                    <a:pt x="45" y="730"/>
                  </a:cubicBezTo>
                  <a:cubicBezTo>
                    <a:pt x="0" y="805"/>
                    <a:pt x="53" y="894"/>
                    <a:pt x="131" y="894"/>
                  </a:cubicBezTo>
                  <a:cubicBezTo>
                    <a:pt x="138" y="894"/>
                    <a:pt x="144" y="893"/>
                    <a:pt x="151" y="892"/>
                  </a:cubicBezTo>
                  <a:cubicBezTo>
                    <a:pt x="272" y="835"/>
                    <a:pt x="394" y="770"/>
                    <a:pt x="507" y="697"/>
                  </a:cubicBezTo>
                  <a:cubicBezTo>
                    <a:pt x="572" y="827"/>
                    <a:pt x="661" y="948"/>
                    <a:pt x="766" y="1046"/>
                  </a:cubicBezTo>
                  <a:cubicBezTo>
                    <a:pt x="791" y="1066"/>
                    <a:pt x="819" y="1075"/>
                    <a:pt x="846" y="1075"/>
                  </a:cubicBezTo>
                  <a:cubicBezTo>
                    <a:pt x="923" y="1075"/>
                    <a:pt x="993" y="1000"/>
                    <a:pt x="968" y="916"/>
                  </a:cubicBezTo>
                  <a:cubicBezTo>
                    <a:pt x="912" y="778"/>
                    <a:pt x="839" y="657"/>
                    <a:pt x="758" y="544"/>
                  </a:cubicBezTo>
                  <a:cubicBezTo>
                    <a:pt x="904" y="463"/>
                    <a:pt x="1041" y="357"/>
                    <a:pt x="1163" y="228"/>
                  </a:cubicBezTo>
                  <a:cubicBezTo>
                    <a:pt x="1202" y="158"/>
                    <a:pt x="1151" y="73"/>
                    <a:pt x="1076" y="73"/>
                  </a:cubicBezTo>
                  <a:cubicBezTo>
                    <a:pt x="1073" y="73"/>
                    <a:pt x="1069" y="74"/>
                    <a:pt x="1066" y="74"/>
                  </a:cubicBezTo>
                  <a:cubicBezTo>
                    <a:pt x="904" y="131"/>
                    <a:pt x="758" y="212"/>
                    <a:pt x="628" y="317"/>
                  </a:cubicBezTo>
                  <a:cubicBezTo>
                    <a:pt x="572" y="220"/>
                    <a:pt x="515" y="131"/>
                    <a:pt x="450" y="42"/>
                  </a:cubicBezTo>
                  <a:cubicBezTo>
                    <a:pt x="427" y="13"/>
                    <a:pt x="396" y="0"/>
                    <a:pt x="36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 name="Google Shape;1356;p36"/>
          <p:cNvSpPr txBox="1"/>
          <p:nvPr/>
        </p:nvSpPr>
        <p:spPr>
          <a:xfrm>
            <a:off x="6830875" y="923252"/>
            <a:ext cx="1469400" cy="379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b="1" lang="en" sz="2100">
                <a:solidFill>
                  <a:schemeClr val="dk2"/>
                </a:solidFill>
                <a:latin typeface="Patrick Hand"/>
                <a:ea typeface="Patrick Hand"/>
                <a:cs typeface="Patrick Hand"/>
                <a:sym typeface="Patrick Hand"/>
              </a:rPr>
              <a:t>5TH GRADE</a:t>
            </a:r>
            <a:endParaRPr sz="2100">
              <a:solidFill>
                <a:schemeClr val="dk2"/>
              </a:solidFill>
              <a:latin typeface="Patrick Hand"/>
              <a:ea typeface="Patrick Hand"/>
              <a:cs typeface="Patrick Hand"/>
              <a:sym typeface="Patrick Hand"/>
            </a:endParaRPr>
          </a:p>
        </p:txBody>
      </p:sp>
      <p:grpSp>
        <p:nvGrpSpPr>
          <p:cNvPr id="1357" name="Google Shape;1357;p36"/>
          <p:cNvGrpSpPr/>
          <p:nvPr/>
        </p:nvGrpSpPr>
        <p:grpSpPr>
          <a:xfrm>
            <a:off x="8133254" y="675472"/>
            <a:ext cx="275229" cy="351227"/>
            <a:chOff x="6472041" y="1958998"/>
            <a:chExt cx="275229" cy="351227"/>
          </a:xfrm>
        </p:grpSpPr>
        <p:cxnSp>
          <p:nvCxnSpPr>
            <p:cNvPr id="1358" name="Google Shape;1358;p36"/>
            <p:cNvCxnSpPr/>
            <p:nvPr/>
          </p:nvCxnSpPr>
          <p:spPr>
            <a:xfrm flipH="1" rot="10800000">
              <a:off x="6569950" y="2135925"/>
              <a:ext cx="38100" cy="174300"/>
            </a:xfrm>
            <a:prstGeom prst="straightConnector1">
              <a:avLst/>
            </a:prstGeom>
            <a:noFill/>
            <a:ln cap="flat" cmpd="sng" w="19050">
              <a:solidFill>
                <a:schemeClr val="dk2"/>
              </a:solidFill>
              <a:prstDash val="solid"/>
              <a:round/>
              <a:headEnd len="med" w="med" type="none"/>
              <a:tailEnd len="med" w="med" type="none"/>
            </a:ln>
          </p:spPr>
        </p:cxnSp>
        <p:sp>
          <p:nvSpPr>
            <p:cNvPr id="1359" name="Google Shape;1359;p36"/>
            <p:cNvSpPr/>
            <p:nvPr/>
          </p:nvSpPr>
          <p:spPr>
            <a:xfrm>
              <a:off x="6472041" y="1958998"/>
              <a:ext cx="275229" cy="273273"/>
            </a:xfrm>
            <a:custGeom>
              <a:rect b="b" l="l" r="r" t="t"/>
              <a:pathLst>
                <a:path extrusionOk="0" h="7824" w="7880">
                  <a:moveTo>
                    <a:pt x="4058" y="0"/>
                  </a:moveTo>
                  <a:cubicBezTo>
                    <a:pt x="3618" y="0"/>
                    <a:pt x="3187" y="55"/>
                    <a:pt x="2834" y="212"/>
                  </a:cubicBezTo>
                  <a:cubicBezTo>
                    <a:pt x="1891" y="631"/>
                    <a:pt x="2290" y="1638"/>
                    <a:pt x="2759" y="2265"/>
                  </a:cubicBezTo>
                  <a:cubicBezTo>
                    <a:pt x="2804" y="2284"/>
                    <a:pt x="2840" y="2325"/>
                    <a:pt x="2835" y="2378"/>
                  </a:cubicBezTo>
                  <a:cubicBezTo>
                    <a:pt x="2749" y="3336"/>
                    <a:pt x="2469" y="4339"/>
                    <a:pt x="2171" y="5251"/>
                  </a:cubicBezTo>
                  <a:cubicBezTo>
                    <a:pt x="2148" y="5322"/>
                    <a:pt x="2079" y="5394"/>
                    <a:pt x="1999" y="5394"/>
                  </a:cubicBezTo>
                  <a:cubicBezTo>
                    <a:pt x="1994" y="5394"/>
                    <a:pt x="1989" y="5394"/>
                    <a:pt x="1983" y="5393"/>
                  </a:cubicBezTo>
                  <a:cubicBezTo>
                    <a:pt x="1942" y="5389"/>
                    <a:pt x="1901" y="5387"/>
                    <a:pt x="1861" y="5387"/>
                  </a:cubicBezTo>
                  <a:cubicBezTo>
                    <a:pt x="840" y="5387"/>
                    <a:pt x="0" y="6772"/>
                    <a:pt x="1303" y="7179"/>
                  </a:cubicBezTo>
                  <a:cubicBezTo>
                    <a:pt x="1841" y="7347"/>
                    <a:pt x="2424" y="7421"/>
                    <a:pt x="2986" y="7512"/>
                  </a:cubicBezTo>
                  <a:cubicBezTo>
                    <a:pt x="3076" y="7527"/>
                    <a:pt x="3165" y="7543"/>
                    <a:pt x="3254" y="7559"/>
                  </a:cubicBezTo>
                  <a:cubicBezTo>
                    <a:pt x="3334" y="7573"/>
                    <a:pt x="3415" y="7589"/>
                    <a:pt x="3497" y="7605"/>
                  </a:cubicBezTo>
                  <a:cubicBezTo>
                    <a:pt x="3967" y="7701"/>
                    <a:pt x="4476" y="7823"/>
                    <a:pt x="4964" y="7823"/>
                  </a:cubicBezTo>
                  <a:cubicBezTo>
                    <a:pt x="5196" y="7823"/>
                    <a:pt x="5422" y="7796"/>
                    <a:pt x="5638" y="7725"/>
                  </a:cubicBezTo>
                  <a:cubicBezTo>
                    <a:pt x="6055" y="7589"/>
                    <a:pt x="6521" y="7217"/>
                    <a:pt x="6494" y="6729"/>
                  </a:cubicBezTo>
                  <a:cubicBezTo>
                    <a:pt x="6469" y="6257"/>
                    <a:pt x="6036" y="5918"/>
                    <a:pt x="5594" y="5918"/>
                  </a:cubicBezTo>
                  <a:cubicBezTo>
                    <a:pt x="5558" y="5918"/>
                    <a:pt x="5521" y="5920"/>
                    <a:pt x="5485" y="5925"/>
                  </a:cubicBezTo>
                  <a:cubicBezTo>
                    <a:pt x="5475" y="5926"/>
                    <a:pt x="5466" y="5927"/>
                    <a:pt x="5457" y="5927"/>
                  </a:cubicBezTo>
                  <a:cubicBezTo>
                    <a:pt x="5273" y="5927"/>
                    <a:pt x="5232" y="5670"/>
                    <a:pt x="5354" y="5559"/>
                  </a:cubicBezTo>
                  <a:cubicBezTo>
                    <a:pt x="5601" y="4669"/>
                    <a:pt x="5847" y="3779"/>
                    <a:pt x="6093" y="2888"/>
                  </a:cubicBezTo>
                  <a:cubicBezTo>
                    <a:pt x="6114" y="2809"/>
                    <a:pt x="6197" y="2732"/>
                    <a:pt x="6284" y="2732"/>
                  </a:cubicBezTo>
                  <a:cubicBezTo>
                    <a:pt x="6289" y="2732"/>
                    <a:pt x="6294" y="2732"/>
                    <a:pt x="6300" y="2733"/>
                  </a:cubicBezTo>
                  <a:cubicBezTo>
                    <a:pt x="6434" y="2746"/>
                    <a:pt x="6579" y="2759"/>
                    <a:pt x="6724" y="2759"/>
                  </a:cubicBezTo>
                  <a:cubicBezTo>
                    <a:pt x="7040" y="2759"/>
                    <a:pt x="7357" y="2699"/>
                    <a:pt x="7571" y="2458"/>
                  </a:cubicBezTo>
                  <a:cubicBezTo>
                    <a:pt x="7880" y="2108"/>
                    <a:pt x="7819" y="1540"/>
                    <a:pt x="7589" y="1170"/>
                  </a:cubicBezTo>
                  <a:cubicBezTo>
                    <a:pt x="7164" y="485"/>
                    <a:pt x="6233" y="267"/>
                    <a:pt x="5495" y="142"/>
                  </a:cubicBezTo>
                  <a:cubicBezTo>
                    <a:pt x="5073" y="71"/>
                    <a:pt x="4560" y="0"/>
                    <a:pt x="4058"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3" name="Shape 1363"/>
        <p:cNvGrpSpPr/>
        <p:nvPr/>
      </p:nvGrpSpPr>
      <p:grpSpPr>
        <a:xfrm>
          <a:off x="0" y="0"/>
          <a:ext cx="0" cy="0"/>
          <a:chOff x="0" y="0"/>
          <a:chExt cx="0" cy="0"/>
        </a:xfrm>
      </p:grpSpPr>
      <p:sp>
        <p:nvSpPr>
          <p:cNvPr id="1364" name="Google Shape;1364;p37"/>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t>
            </a:r>
            <a:r>
              <a:rPr lang="en"/>
              <a:t>ONTENTS</a:t>
            </a:r>
            <a:r>
              <a:rPr lang="en"/>
              <a:t> OF THIS TEMPLATE</a:t>
            </a:r>
            <a:endParaRPr/>
          </a:p>
        </p:txBody>
      </p:sp>
      <p:sp>
        <p:nvSpPr>
          <p:cNvPr id="1365" name="Google Shape;1365;p37"/>
          <p:cNvSpPr txBox="1"/>
          <p:nvPr>
            <p:ph idx="1" type="body"/>
          </p:nvPr>
        </p:nvSpPr>
        <p:spPr>
          <a:xfrm>
            <a:off x="720000" y="1449325"/>
            <a:ext cx="7704000" cy="33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You can delete this slide when you’re done editing the presentation</a:t>
            </a:r>
            <a:endParaRPr sz="1200"/>
          </a:p>
        </p:txBody>
      </p:sp>
      <p:sp>
        <p:nvSpPr>
          <p:cNvPr id="1366" name="Google Shape;1366;p37"/>
          <p:cNvSpPr/>
          <p:nvPr/>
        </p:nvSpPr>
        <p:spPr>
          <a:xfrm>
            <a:off x="6449949" y="861462"/>
            <a:ext cx="206701" cy="278023"/>
          </a:xfrm>
          <a:custGeom>
            <a:rect b="b" l="l" r="r" t="t"/>
            <a:pathLst>
              <a:path extrusionOk="0" h="7960" w="5918">
                <a:moveTo>
                  <a:pt x="4609" y="0"/>
                </a:moveTo>
                <a:cubicBezTo>
                  <a:pt x="4596" y="6"/>
                  <a:pt x="4585" y="13"/>
                  <a:pt x="4574" y="20"/>
                </a:cubicBezTo>
                <a:cubicBezTo>
                  <a:pt x="4426" y="121"/>
                  <a:pt x="4220" y="182"/>
                  <a:pt x="4057" y="256"/>
                </a:cubicBezTo>
                <a:lnTo>
                  <a:pt x="1601" y="1377"/>
                </a:lnTo>
                <a:cubicBezTo>
                  <a:pt x="1758" y="1737"/>
                  <a:pt x="1928" y="2108"/>
                  <a:pt x="2164" y="2421"/>
                </a:cubicBezTo>
                <a:lnTo>
                  <a:pt x="3889" y="1672"/>
                </a:lnTo>
                <a:cubicBezTo>
                  <a:pt x="3906" y="1665"/>
                  <a:pt x="3923" y="1661"/>
                  <a:pt x="3941" y="1661"/>
                </a:cubicBezTo>
                <a:cubicBezTo>
                  <a:pt x="4034" y="1661"/>
                  <a:pt x="4120" y="1757"/>
                  <a:pt x="4077" y="1852"/>
                </a:cubicBezTo>
                <a:cubicBezTo>
                  <a:pt x="3548" y="3023"/>
                  <a:pt x="3019" y="4193"/>
                  <a:pt x="2489" y="5363"/>
                </a:cubicBezTo>
                <a:cubicBezTo>
                  <a:pt x="2463" y="5422"/>
                  <a:pt x="2413" y="5450"/>
                  <a:pt x="2358" y="5450"/>
                </a:cubicBezTo>
                <a:cubicBezTo>
                  <a:pt x="2341" y="5450"/>
                  <a:pt x="2324" y="5448"/>
                  <a:pt x="2306" y="5443"/>
                </a:cubicBezTo>
                <a:lnTo>
                  <a:pt x="452" y="4899"/>
                </a:lnTo>
                <a:cubicBezTo>
                  <a:pt x="301" y="5281"/>
                  <a:pt x="150" y="5661"/>
                  <a:pt x="1" y="6043"/>
                </a:cubicBezTo>
                <a:lnTo>
                  <a:pt x="5097" y="7960"/>
                </a:lnTo>
                <a:cubicBezTo>
                  <a:pt x="5259" y="7549"/>
                  <a:pt x="5421" y="7139"/>
                  <a:pt x="5583" y="6728"/>
                </a:cubicBezTo>
                <a:lnTo>
                  <a:pt x="3913" y="5977"/>
                </a:lnTo>
                <a:cubicBezTo>
                  <a:pt x="3841" y="5947"/>
                  <a:pt x="3806" y="5865"/>
                  <a:pt x="3833" y="5794"/>
                </a:cubicBezTo>
                <a:lnTo>
                  <a:pt x="5918" y="512"/>
                </a:lnTo>
                <a:cubicBezTo>
                  <a:pt x="5515" y="361"/>
                  <a:pt x="5088" y="229"/>
                  <a:pt x="4709" y="34"/>
                </a:cubicBezTo>
                <a:cubicBezTo>
                  <a:pt x="4677" y="17"/>
                  <a:pt x="4643" y="6"/>
                  <a:pt x="4609"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7"/>
          <p:cNvSpPr/>
          <p:nvPr/>
        </p:nvSpPr>
        <p:spPr>
          <a:xfrm>
            <a:off x="7047058" y="898004"/>
            <a:ext cx="252421" cy="300272"/>
          </a:xfrm>
          <a:custGeom>
            <a:rect b="b" l="l" r="r" t="t"/>
            <a:pathLst>
              <a:path extrusionOk="0" h="8597" w="7227">
                <a:moveTo>
                  <a:pt x="3068" y="1"/>
                </a:moveTo>
                <a:cubicBezTo>
                  <a:pt x="2790" y="1"/>
                  <a:pt x="2512" y="30"/>
                  <a:pt x="2245" y="73"/>
                </a:cubicBezTo>
                <a:cubicBezTo>
                  <a:pt x="1389" y="213"/>
                  <a:pt x="681" y="673"/>
                  <a:pt x="350" y="1492"/>
                </a:cubicBezTo>
                <a:cubicBezTo>
                  <a:pt x="1" y="2354"/>
                  <a:pt x="27" y="3416"/>
                  <a:pt x="247" y="4320"/>
                </a:cubicBezTo>
                <a:lnTo>
                  <a:pt x="1492" y="4225"/>
                </a:lnTo>
                <a:cubicBezTo>
                  <a:pt x="1331" y="3425"/>
                  <a:pt x="1219" y="2415"/>
                  <a:pt x="1765" y="1749"/>
                </a:cubicBezTo>
                <a:cubicBezTo>
                  <a:pt x="1962" y="1510"/>
                  <a:pt x="2215" y="1406"/>
                  <a:pt x="2491" y="1406"/>
                </a:cubicBezTo>
                <a:cubicBezTo>
                  <a:pt x="2647" y="1406"/>
                  <a:pt x="2812" y="1439"/>
                  <a:pt x="2978" y="1501"/>
                </a:cubicBezTo>
                <a:cubicBezTo>
                  <a:pt x="3403" y="1659"/>
                  <a:pt x="3783" y="2023"/>
                  <a:pt x="3899" y="2469"/>
                </a:cubicBezTo>
                <a:cubicBezTo>
                  <a:pt x="4023" y="2935"/>
                  <a:pt x="3832" y="3400"/>
                  <a:pt x="3611" y="3805"/>
                </a:cubicBezTo>
                <a:cubicBezTo>
                  <a:pt x="3264" y="4442"/>
                  <a:pt x="2859" y="5049"/>
                  <a:pt x="2455" y="5650"/>
                </a:cubicBezTo>
                <a:cubicBezTo>
                  <a:pt x="2232" y="5980"/>
                  <a:pt x="2015" y="6314"/>
                  <a:pt x="1791" y="6643"/>
                </a:cubicBezTo>
                <a:cubicBezTo>
                  <a:pt x="1718" y="6750"/>
                  <a:pt x="1405" y="7082"/>
                  <a:pt x="1398" y="7160"/>
                </a:cubicBezTo>
                <a:cubicBezTo>
                  <a:pt x="1374" y="7370"/>
                  <a:pt x="1640" y="7783"/>
                  <a:pt x="1718" y="7979"/>
                </a:cubicBezTo>
                <a:cubicBezTo>
                  <a:pt x="1799" y="8186"/>
                  <a:pt x="1879" y="8391"/>
                  <a:pt x="1959" y="8596"/>
                </a:cubicBezTo>
                <a:lnTo>
                  <a:pt x="7226" y="7183"/>
                </a:lnTo>
                <a:lnTo>
                  <a:pt x="6735" y="5664"/>
                </a:lnTo>
                <a:cubicBezTo>
                  <a:pt x="5812" y="5911"/>
                  <a:pt x="4888" y="6159"/>
                  <a:pt x="3963" y="6408"/>
                </a:cubicBezTo>
                <a:cubicBezTo>
                  <a:pt x="3952" y="6411"/>
                  <a:pt x="3941" y="6412"/>
                  <a:pt x="3930" y="6412"/>
                </a:cubicBezTo>
                <a:cubicBezTo>
                  <a:pt x="3816" y="6412"/>
                  <a:pt x="3732" y="6260"/>
                  <a:pt x="3827" y="6173"/>
                </a:cubicBezTo>
                <a:cubicBezTo>
                  <a:pt x="3977" y="6036"/>
                  <a:pt x="4082" y="5632"/>
                  <a:pt x="4171" y="5446"/>
                </a:cubicBezTo>
                <a:cubicBezTo>
                  <a:pt x="4331" y="5118"/>
                  <a:pt x="4493" y="4793"/>
                  <a:pt x="4650" y="4464"/>
                </a:cubicBezTo>
                <a:cubicBezTo>
                  <a:pt x="4972" y="3791"/>
                  <a:pt x="5457" y="3107"/>
                  <a:pt x="5468" y="2337"/>
                </a:cubicBezTo>
                <a:cubicBezTo>
                  <a:pt x="5478" y="1575"/>
                  <a:pt x="5116" y="750"/>
                  <a:pt x="4455" y="345"/>
                </a:cubicBezTo>
                <a:cubicBezTo>
                  <a:pt x="4039" y="89"/>
                  <a:pt x="3554" y="1"/>
                  <a:pt x="3068"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 name="Google Shape;1368;p37"/>
          <p:cNvGrpSpPr/>
          <p:nvPr/>
        </p:nvGrpSpPr>
        <p:grpSpPr>
          <a:xfrm>
            <a:off x="7590645" y="887150"/>
            <a:ext cx="225562" cy="228670"/>
            <a:chOff x="4453075" y="4781675"/>
            <a:chExt cx="161450" cy="163675"/>
          </a:xfrm>
        </p:grpSpPr>
        <p:sp>
          <p:nvSpPr>
            <p:cNvPr id="1369" name="Google Shape;1369;p37"/>
            <p:cNvSpPr/>
            <p:nvPr/>
          </p:nvSpPr>
          <p:spPr>
            <a:xfrm>
              <a:off x="4504800" y="4793200"/>
              <a:ext cx="1750" cy="1225"/>
            </a:xfrm>
            <a:custGeom>
              <a:rect b="b" l="l" r="r" t="t"/>
              <a:pathLst>
                <a:path extrusionOk="0" h="49" w="70">
                  <a:moveTo>
                    <a:pt x="68" y="1"/>
                  </a:moveTo>
                  <a:lnTo>
                    <a:pt x="68" y="1"/>
                  </a:lnTo>
                  <a:cubicBezTo>
                    <a:pt x="63" y="2"/>
                    <a:pt x="59" y="5"/>
                    <a:pt x="54" y="6"/>
                  </a:cubicBezTo>
                  <a:cubicBezTo>
                    <a:pt x="0" y="21"/>
                    <a:pt x="18" y="49"/>
                    <a:pt x="39" y="49"/>
                  </a:cubicBezTo>
                  <a:cubicBezTo>
                    <a:pt x="54" y="49"/>
                    <a:pt x="70" y="36"/>
                    <a:pt x="68"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7"/>
            <p:cNvSpPr/>
            <p:nvPr/>
          </p:nvSpPr>
          <p:spPr>
            <a:xfrm>
              <a:off x="4453075" y="4781675"/>
              <a:ext cx="161450" cy="163675"/>
            </a:xfrm>
            <a:custGeom>
              <a:rect b="b" l="l" r="r" t="t"/>
              <a:pathLst>
                <a:path extrusionOk="0" h="6547" w="6458">
                  <a:moveTo>
                    <a:pt x="3485" y="1"/>
                  </a:moveTo>
                  <a:cubicBezTo>
                    <a:pt x="3249" y="1"/>
                    <a:pt x="3012" y="36"/>
                    <a:pt x="2781" y="114"/>
                  </a:cubicBezTo>
                  <a:cubicBezTo>
                    <a:pt x="2594" y="176"/>
                    <a:pt x="2418" y="263"/>
                    <a:pt x="2254" y="370"/>
                  </a:cubicBezTo>
                  <a:cubicBezTo>
                    <a:pt x="2223" y="391"/>
                    <a:pt x="2179" y="438"/>
                    <a:pt x="2142" y="459"/>
                  </a:cubicBezTo>
                  <a:cubicBezTo>
                    <a:pt x="2242" y="760"/>
                    <a:pt x="2293" y="1091"/>
                    <a:pt x="2355" y="1408"/>
                  </a:cubicBezTo>
                  <a:cubicBezTo>
                    <a:pt x="2628" y="1203"/>
                    <a:pt x="2944" y="1104"/>
                    <a:pt x="3271" y="1104"/>
                  </a:cubicBezTo>
                  <a:cubicBezTo>
                    <a:pt x="3460" y="1104"/>
                    <a:pt x="3651" y="1137"/>
                    <a:pt x="3841" y="1201"/>
                  </a:cubicBezTo>
                  <a:cubicBezTo>
                    <a:pt x="4313" y="1363"/>
                    <a:pt x="4775" y="1761"/>
                    <a:pt x="4444" y="2266"/>
                  </a:cubicBezTo>
                  <a:cubicBezTo>
                    <a:pt x="4201" y="2635"/>
                    <a:pt x="3771" y="2759"/>
                    <a:pt x="3303" y="2759"/>
                  </a:cubicBezTo>
                  <a:cubicBezTo>
                    <a:pt x="2781" y="2759"/>
                    <a:pt x="2213" y="2605"/>
                    <a:pt x="1808" y="2468"/>
                  </a:cubicBezTo>
                  <a:cubicBezTo>
                    <a:pt x="1740" y="2606"/>
                    <a:pt x="1671" y="2743"/>
                    <a:pt x="1600" y="2881"/>
                  </a:cubicBezTo>
                  <a:cubicBezTo>
                    <a:pt x="1577" y="2927"/>
                    <a:pt x="1462" y="3088"/>
                    <a:pt x="1480" y="3155"/>
                  </a:cubicBezTo>
                  <a:cubicBezTo>
                    <a:pt x="1505" y="3242"/>
                    <a:pt x="2263" y="3423"/>
                    <a:pt x="2376" y="3469"/>
                  </a:cubicBezTo>
                  <a:cubicBezTo>
                    <a:pt x="2676" y="3589"/>
                    <a:pt x="3077" y="3727"/>
                    <a:pt x="3236" y="4036"/>
                  </a:cubicBezTo>
                  <a:cubicBezTo>
                    <a:pt x="3403" y="4360"/>
                    <a:pt x="3197" y="4729"/>
                    <a:pt x="2958" y="4956"/>
                  </a:cubicBezTo>
                  <a:cubicBezTo>
                    <a:pt x="2787" y="5118"/>
                    <a:pt x="2601" y="5185"/>
                    <a:pt x="2406" y="5185"/>
                  </a:cubicBezTo>
                  <a:cubicBezTo>
                    <a:pt x="2246" y="5185"/>
                    <a:pt x="2080" y="5140"/>
                    <a:pt x="1909" y="5066"/>
                  </a:cubicBezTo>
                  <a:cubicBezTo>
                    <a:pt x="1667" y="4960"/>
                    <a:pt x="1443" y="4809"/>
                    <a:pt x="1231" y="4653"/>
                  </a:cubicBezTo>
                  <a:cubicBezTo>
                    <a:pt x="1053" y="4521"/>
                    <a:pt x="807" y="4228"/>
                    <a:pt x="600" y="4162"/>
                  </a:cubicBezTo>
                  <a:cubicBezTo>
                    <a:pt x="524" y="4139"/>
                    <a:pt x="535" y="4094"/>
                    <a:pt x="533" y="4094"/>
                  </a:cubicBezTo>
                  <a:lnTo>
                    <a:pt x="533" y="4094"/>
                  </a:lnTo>
                  <a:cubicBezTo>
                    <a:pt x="532" y="4094"/>
                    <a:pt x="525" y="4118"/>
                    <a:pt x="474" y="4192"/>
                  </a:cubicBezTo>
                  <a:cubicBezTo>
                    <a:pt x="423" y="4265"/>
                    <a:pt x="401" y="4386"/>
                    <a:pt x="366" y="4468"/>
                  </a:cubicBezTo>
                  <a:cubicBezTo>
                    <a:pt x="252" y="4750"/>
                    <a:pt x="1" y="5086"/>
                    <a:pt x="298" y="5357"/>
                  </a:cubicBezTo>
                  <a:cubicBezTo>
                    <a:pt x="681" y="5702"/>
                    <a:pt x="1218" y="5954"/>
                    <a:pt x="1688" y="6150"/>
                  </a:cubicBezTo>
                  <a:cubicBezTo>
                    <a:pt x="2169" y="6352"/>
                    <a:pt x="2690" y="6519"/>
                    <a:pt x="3214" y="6545"/>
                  </a:cubicBezTo>
                  <a:cubicBezTo>
                    <a:pt x="3243" y="6546"/>
                    <a:pt x="3273" y="6547"/>
                    <a:pt x="3302" y="6547"/>
                  </a:cubicBezTo>
                  <a:cubicBezTo>
                    <a:pt x="4521" y="6547"/>
                    <a:pt x="5315" y="5353"/>
                    <a:pt x="4636" y="4254"/>
                  </a:cubicBezTo>
                  <a:cubicBezTo>
                    <a:pt x="4522" y="4068"/>
                    <a:pt x="4385" y="3867"/>
                    <a:pt x="4514" y="3660"/>
                  </a:cubicBezTo>
                  <a:cubicBezTo>
                    <a:pt x="4610" y="3508"/>
                    <a:pt x="4845" y="3385"/>
                    <a:pt x="4988" y="3283"/>
                  </a:cubicBezTo>
                  <a:cubicBezTo>
                    <a:pt x="5173" y="3151"/>
                    <a:pt x="5365" y="3026"/>
                    <a:pt x="5531" y="2870"/>
                  </a:cubicBezTo>
                  <a:cubicBezTo>
                    <a:pt x="6458" y="1992"/>
                    <a:pt x="5751" y="853"/>
                    <a:pt x="4821" y="357"/>
                  </a:cubicBezTo>
                  <a:cubicBezTo>
                    <a:pt x="4407" y="137"/>
                    <a:pt x="3947" y="1"/>
                    <a:pt x="348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71" name="Google Shape;1371;p37"/>
          <p:cNvGraphicFramePr/>
          <p:nvPr/>
        </p:nvGraphicFramePr>
        <p:xfrm>
          <a:off x="720000" y="1876125"/>
          <a:ext cx="3000000" cy="3000000"/>
        </p:xfrm>
        <a:graphic>
          <a:graphicData uri="http://schemas.openxmlformats.org/drawingml/2006/table">
            <a:tbl>
              <a:tblPr>
                <a:noFill/>
                <a:tableStyleId>{08F1E942-4D38-4C3C-94FC-BD64A0FC4CDF}</a:tableStyleId>
              </a:tblPr>
              <a:tblGrid>
                <a:gridCol w="2619875"/>
                <a:gridCol w="5084125"/>
              </a:tblGrid>
              <a:tr h="361525">
                <a:tc>
                  <a:txBody>
                    <a:bodyPr/>
                    <a:lstStyle/>
                    <a:p>
                      <a:pPr indent="0" lvl="0" marL="0" rtl="0" algn="l">
                        <a:spcBef>
                          <a:spcPts val="0"/>
                        </a:spcBef>
                        <a:spcAft>
                          <a:spcPts val="0"/>
                        </a:spcAft>
                        <a:buNone/>
                      </a:pPr>
                      <a:r>
                        <a:rPr b="1" lang="en" sz="1100" u="sng">
                          <a:solidFill>
                            <a:schemeClr val="dk1"/>
                          </a:solidFill>
                          <a:latin typeface="Barlow"/>
                          <a:ea typeface="Barlow"/>
                          <a:cs typeface="Barlow"/>
                          <a:sym typeface="Barlow"/>
                          <a:hlinkClick action="ppaction://hlinksldjump" r:id="rId3">
                            <a:extLst>
                              <a:ext uri="{A12FA001-AC4F-418D-AE19-62706E023703}">
                                <ahyp:hlinkClr val="tx"/>
                              </a:ext>
                            </a:extLst>
                          </a:hlinkClick>
                        </a:rPr>
                        <a:t>Fonts</a:t>
                      </a:r>
                      <a:endParaRPr b="1" sz="1100" u="sng">
                        <a:solidFill>
                          <a:schemeClr val="dk1"/>
                        </a:solidFill>
                        <a:latin typeface="Barlow"/>
                        <a:ea typeface="Barlow"/>
                        <a:cs typeface="Barlow"/>
                        <a:sym typeface="Barlow"/>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To view this template correctly in PowerPoint, download and install the fonts we used</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dk1"/>
                          </a:solidFill>
                          <a:latin typeface="Barlow"/>
                          <a:ea typeface="Barlow"/>
                          <a:cs typeface="Barlow"/>
                          <a:sym typeface="Barlow"/>
                          <a:hlinkClick action="ppaction://hlinksldjump" r:id="rId4">
                            <a:extLst>
                              <a:ext uri="{A12FA001-AC4F-418D-AE19-62706E023703}">
                                <ahyp:hlinkClr val="tx"/>
                              </a:ext>
                            </a:extLst>
                          </a:hlinkClick>
                        </a:rPr>
                        <a:t>Used</a:t>
                      </a:r>
                      <a:r>
                        <a:rPr b="1" lang="en" sz="1100">
                          <a:solidFill>
                            <a:schemeClr val="dk1"/>
                          </a:solidFill>
                          <a:latin typeface="Barlow"/>
                          <a:ea typeface="Barlow"/>
                          <a:cs typeface="Barlow"/>
                          <a:sym typeface="Barlow"/>
                        </a:rPr>
                        <a:t> and </a:t>
                      </a:r>
                      <a:r>
                        <a:rPr b="1" lang="en" sz="1100" u="sng">
                          <a:solidFill>
                            <a:schemeClr val="dk1"/>
                          </a:solidFill>
                          <a:latin typeface="Barlow"/>
                          <a:ea typeface="Barlow"/>
                          <a:cs typeface="Barlow"/>
                          <a:sym typeface="Barlow"/>
                          <a:hlinkClick action="ppaction://hlinksldjump" r:id="rId5">
                            <a:extLst>
                              <a:ext uri="{A12FA001-AC4F-418D-AE19-62706E023703}">
                                <ahyp:hlinkClr val="tx"/>
                              </a:ext>
                            </a:extLst>
                          </a:hlinkClick>
                        </a:rPr>
                        <a:t>alternative</a:t>
                      </a:r>
                      <a:r>
                        <a:rPr b="1" lang="en" sz="1100" u="sng">
                          <a:solidFill>
                            <a:schemeClr val="dk1"/>
                          </a:solidFill>
                          <a:latin typeface="Barlow"/>
                          <a:ea typeface="Barlow"/>
                          <a:cs typeface="Barlow"/>
                          <a:sym typeface="Barlow"/>
                          <a:hlinkClick action="ppaction://hlinksldjump" r:id="rId6">
                            <a:extLst>
                              <a:ext uri="{A12FA001-AC4F-418D-AE19-62706E023703}">
                                <ahyp:hlinkClr val="tx"/>
                              </a:ext>
                            </a:extLst>
                          </a:hlinkClick>
                        </a:rPr>
                        <a:t> resources</a:t>
                      </a:r>
                      <a:endParaRPr b="1" sz="1100" u="sng">
                        <a:solidFill>
                          <a:schemeClr val="dk1"/>
                        </a:solidFill>
                        <a:latin typeface="Barlow"/>
                        <a:ea typeface="Barlow"/>
                        <a:cs typeface="Barlow"/>
                        <a:sym typeface="Barlow"/>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Barlow Medium"/>
                          <a:ea typeface="Barlow Medium"/>
                          <a:cs typeface="Barlow Medium"/>
                          <a:sym typeface="Barlow Medium"/>
                        </a:rPr>
                        <a:t>An assortment of graphic resources that are suitable for use in this presentation</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dk1"/>
                          </a:solidFill>
                          <a:latin typeface="Barlow"/>
                          <a:ea typeface="Barlow"/>
                          <a:cs typeface="Barlow"/>
                          <a:sym typeface="Barlow"/>
                          <a:hlinkClick action="ppaction://hlinksldjump" r:id="rId7">
                            <a:extLst>
                              <a:ext uri="{A12FA001-AC4F-418D-AE19-62706E023703}">
                                <ahyp:hlinkClr val="tx"/>
                              </a:ext>
                            </a:extLst>
                          </a:hlinkClick>
                        </a:rPr>
                        <a:t>Thanks slide</a:t>
                      </a:r>
                      <a:endParaRPr b="1" sz="1100" u="sng">
                        <a:solidFill>
                          <a:schemeClr val="dk1"/>
                        </a:solidFill>
                        <a:latin typeface="Barlow"/>
                        <a:ea typeface="Barlow"/>
                        <a:cs typeface="Barlow"/>
                        <a:sym typeface="Barlow"/>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You must keep it so that proper credits for our design are given</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dk1"/>
                          </a:solidFill>
                          <a:latin typeface="Barlow"/>
                          <a:ea typeface="Barlow"/>
                          <a:cs typeface="Barlow"/>
                          <a:sym typeface="Barlow"/>
                        </a:rPr>
                        <a:t>Colors</a:t>
                      </a:r>
                      <a:endParaRPr b="1" sz="1100" u="sng">
                        <a:solidFill>
                          <a:schemeClr val="dk1"/>
                        </a:solidFill>
                        <a:latin typeface="Barlow"/>
                        <a:ea typeface="Barlow"/>
                        <a:cs typeface="Barlow"/>
                        <a:sym typeface="Barlow"/>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All the colors used in this presentation</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dk1"/>
                          </a:solidFill>
                          <a:latin typeface="Barlow"/>
                          <a:ea typeface="Barlow"/>
                          <a:cs typeface="Barlow"/>
                          <a:sym typeface="Barlow"/>
                          <a:hlinkClick action="ppaction://hlinksldjump" r:id="rId8">
                            <a:extLst>
                              <a:ext uri="{A12FA001-AC4F-418D-AE19-62706E023703}">
                                <ahyp:hlinkClr val="tx"/>
                              </a:ext>
                            </a:extLst>
                          </a:hlinkClick>
                        </a:rPr>
                        <a:t>Icons</a:t>
                      </a:r>
                      <a:r>
                        <a:rPr b="1" lang="en" sz="1100">
                          <a:solidFill>
                            <a:schemeClr val="dk1"/>
                          </a:solidFill>
                          <a:latin typeface="Barlow"/>
                          <a:ea typeface="Barlow"/>
                          <a:cs typeface="Barlow"/>
                          <a:sym typeface="Barlow"/>
                        </a:rPr>
                        <a:t> and </a:t>
                      </a:r>
                      <a:r>
                        <a:rPr b="1" lang="en" sz="1100" u="sng">
                          <a:solidFill>
                            <a:schemeClr val="dk1"/>
                          </a:solidFill>
                          <a:latin typeface="Barlow"/>
                          <a:ea typeface="Barlow"/>
                          <a:cs typeface="Barlow"/>
                          <a:sym typeface="Barlow"/>
                          <a:hlinkClick action="ppaction://hlinksldjump" r:id="rId9">
                            <a:extLst>
                              <a:ext uri="{A12FA001-AC4F-418D-AE19-62706E023703}">
                                <ahyp:hlinkClr val="tx"/>
                              </a:ext>
                            </a:extLst>
                          </a:hlinkClick>
                        </a:rPr>
                        <a:t>infographic resources</a:t>
                      </a:r>
                      <a:endParaRPr b="1" sz="1100" u="sng">
                        <a:solidFill>
                          <a:schemeClr val="dk1"/>
                        </a:solidFill>
                        <a:latin typeface="Barlow"/>
                        <a:ea typeface="Barlow"/>
                        <a:cs typeface="Barlow"/>
                        <a:sym typeface="Barlow"/>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Barlow Medium"/>
                          <a:ea typeface="Barlow Medium"/>
                          <a:cs typeface="Barlow Medium"/>
                          <a:sym typeface="Barlow Medium"/>
                        </a:rPr>
                        <a:t>These can be used in the template, and their size and color can be edited</a:t>
                      </a:r>
                      <a:endParaRPr sz="1000">
                        <a:solidFill>
                          <a:schemeClr val="dk1"/>
                        </a:solidFill>
                        <a:latin typeface="Barlow Medium"/>
                        <a:ea typeface="Barlow Medium"/>
                        <a:cs typeface="Barlow Medium"/>
                        <a:sym typeface="Barlow Medium"/>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dk1"/>
                          </a:solidFill>
                          <a:latin typeface="Barlow"/>
                          <a:ea typeface="Barlow"/>
                          <a:cs typeface="Barlow"/>
                          <a:sym typeface="Barlow"/>
                        </a:rPr>
                        <a:t>Editable presentation theme </a:t>
                      </a:r>
                      <a:endParaRPr b="1" sz="1100">
                        <a:solidFill>
                          <a:schemeClr val="dk1"/>
                        </a:solidFill>
                        <a:latin typeface="Barlow"/>
                        <a:ea typeface="Barlow"/>
                        <a:cs typeface="Barlow"/>
                        <a:sym typeface="Barlow"/>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Medium"/>
                          <a:ea typeface="Barlow Medium"/>
                          <a:cs typeface="Barlow Medium"/>
                          <a:sym typeface="Barlow Medium"/>
                        </a:rPr>
                        <a:t>You can edit the master slides easily. For more info, click </a:t>
                      </a:r>
                      <a:r>
                        <a:rPr b="1" lang="en" sz="1100" u="sng">
                          <a:solidFill>
                            <a:schemeClr val="dk1"/>
                          </a:solidFill>
                          <a:latin typeface="Barlow"/>
                          <a:ea typeface="Barlow"/>
                          <a:cs typeface="Barlow"/>
                          <a:sym typeface="Barlow"/>
                          <a:hlinkClick r:id="rId10">
                            <a:extLst>
                              <a:ext uri="{A12FA001-AC4F-418D-AE19-62706E023703}">
                                <ahyp:hlinkClr val="tx"/>
                              </a:ext>
                            </a:extLst>
                          </a:hlinkClick>
                        </a:rPr>
                        <a:t>here</a:t>
                      </a:r>
                      <a:endParaRPr b="1" sz="1000">
                        <a:solidFill>
                          <a:schemeClr val="dk1"/>
                        </a:solidFill>
                        <a:latin typeface="Barlow"/>
                        <a:ea typeface="Barlow"/>
                        <a:cs typeface="Barlow"/>
                        <a:sym typeface="Barlow"/>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bl>
          </a:graphicData>
        </a:graphic>
      </p:graphicFrame>
      <p:sp>
        <p:nvSpPr>
          <p:cNvPr id="1372" name="Google Shape;1372;p37"/>
          <p:cNvSpPr txBox="1"/>
          <p:nvPr/>
        </p:nvSpPr>
        <p:spPr>
          <a:xfrm>
            <a:off x="719988" y="413367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Barlow Medium"/>
                <a:ea typeface="Barlow Medium"/>
                <a:cs typeface="Barlow Medium"/>
                <a:sym typeface="Barlow Medium"/>
              </a:rPr>
              <a:t>For more info:</a:t>
            </a:r>
            <a:br>
              <a:rPr lang="en" sz="800">
                <a:solidFill>
                  <a:schemeClr val="dk1"/>
                </a:solidFill>
                <a:latin typeface="Barlow Medium"/>
                <a:ea typeface="Barlow Medium"/>
                <a:cs typeface="Barlow Medium"/>
                <a:sym typeface="Barlow Medium"/>
              </a:rPr>
            </a:br>
            <a:r>
              <a:rPr b="1" lang="en" sz="1200" u="sng">
                <a:solidFill>
                  <a:schemeClr val="dk1"/>
                </a:solidFill>
                <a:latin typeface="Patrick Hand"/>
                <a:ea typeface="Patrick Hand"/>
                <a:cs typeface="Patrick Hand"/>
                <a:sym typeface="Patrick Hand"/>
                <a:hlinkClick r:id="rId11">
                  <a:extLst>
                    <a:ext uri="{A12FA001-AC4F-418D-AE19-62706E023703}">
                      <ahyp:hlinkClr val="tx"/>
                    </a:ext>
                  </a:extLst>
                </a:hlinkClick>
              </a:rPr>
              <a:t>SLIDESGO</a:t>
            </a:r>
            <a:r>
              <a:rPr b="1" lang="en" sz="1200">
                <a:solidFill>
                  <a:schemeClr val="dk1"/>
                </a:solidFill>
                <a:uFill>
                  <a:noFill/>
                </a:uFill>
                <a:latin typeface="Patrick Hand"/>
                <a:ea typeface="Patrick Hand"/>
                <a:cs typeface="Patrick Hand"/>
                <a:sym typeface="Patrick Hand"/>
                <a:hlinkClick r:id="rId12">
                  <a:extLst>
                    <a:ext uri="{A12FA001-AC4F-418D-AE19-62706E023703}">
                      <ahyp:hlinkClr val="tx"/>
                    </a:ext>
                  </a:extLst>
                </a:hlinkClick>
              </a:rPr>
              <a:t> </a:t>
            </a:r>
            <a:r>
              <a:rPr b="1" lang="en" sz="1200">
                <a:solidFill>
                  <a:schemeClr val="dk1"/>
                </a:solidFill>
                <a:latin typeface="Patrick Hand"/>
                <a:ea typeface="Patrick Hand"/>
                <a:cs typeface="Patrick Hand"/>
                <a:sym typeface="Patrick Hand"/>
              </a:rPr>
              <a:t>| </a:t>
            </a:r>
            <a:r>
              <a:rPr b="1" lang="en" sz="1200" u="sng">
                <a:solidFill>
                  <a:schemeClr val="dk1"/>
                </a:solidFill>
                <a:latin typeface="Patrick Hand"/>
                <a:ea typeface="Patrick Hand"/>
                <a:cs typeface="Patrick Hand"/>
                <a:sym typeface="Patrick Hand"/>
                <a:hlinkClick r:id="rId13">
                  <a:extLst>
                    <a:ext uri="{A12FA001-AC4F-418D-AE19-62706E023703}">
                      <ahyp:hlinkClr val="tx"/>
                    </a:ext>
                  </a:extLst>
                </a:hlinkClick>
              </a:rPr>
              <a:t>BLOG</a:t>
            </a:r>
            <a:r>
              <a:rPr b="1" lang="en" sz="1200">
                <a:solidFill>
                  <a:schemeClr val="dk1"/>
                </a:solidFill>
                <a:latin typeface="Patrick Hand"/>
                <a:ea typeface="Patrick Hand"/>
                <a:cs typeface="Patrick Hand"/>
                <a:sym typeface="Patrick Hand"/>
              </a:rPr>
              <a:t> | </a:t>
            </a:r>
            <a:r>
              <a:rPr b="1" lang="en" sz="1200" u="sng">
                <a:solidFill>
                  <a:schemeClr val="dk1"/>
                </a:solidFill>
                <a:latin typeface="Patrick Hand"/>
                <a:ea typeface="Patrick Hand"/>
                <a:cs typeface="Patrick Hand"/>
                <a:sym typeface="Patrick Hand"/>
                <a:hlinkClick r:id="rId14">
                  <a:extLst>
                    <a:ext uri="{A12FA001-AC4F-418D-AE19-62706E023703}">
                      <ahyp:hlinkClr val="tx"/>
                    </a:ext>
                  </a:extLst>
                </a:hlinkClick>
              </a:rPr>
              <a:t>FAQ</a:t>
            </a:r>
            <a:r>
              <a:rPr b="1" lang="en" sz="1200" u="sng">
                <a:solidFill>
                  <a:schemeClr val="dk1"/>
                </a:solidFill>
                <a:latin typeface="Patrick Hand"/>
                <a:ea typeface="Patrick Hand"/>
                <a:cs typeface="Patrick Hand"/>
                <a:sym typeface="Patrick Hand"/>
              </a:rPr>
              <a:t>s</a:t>
            </a:r>
            <a:endParaRPr b="1" sz="1200" u="sng">
              <a:solidFill>
                <a:schemeClr val="dk1"/>
              </a:solidFill>
              <a:latin typeface="Patrick Hand"/>
              <a:ea typeface="Patrick Hand"/>
              <a:cs typeface="Patrick Hand"/>
              <a:sym typeface="Patrick Hand"/>
            </a:endParaRPr>
          </a:p>
        </p:txBody>
      </p:sp>
      <p:sp>
        <p:nvSpPr>
          <p:cNvPr id="1373" name="Google Shape;1373;p37"/>
          <p:cNvSpPr txBox="1"/>
          <p:nvPr/>
        </p:nvSpPr>
        <p:spPr>
          <a:xfrm>
            <a:off x="3769851" y="4133675"/>
            <a:ext cx="3277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Barlow Medium"/>
                <a:ea typeface="Barlow Medium"/>
                <a:cs typeface="Barlow Medium"/>
                <a:sym typeface="Barlow Medium"/>
              </a:rPr>
              <a:t>You can visit our sister </a:t>
            </a:r>
            <a:r>
              <a:rPr lang="en" sz="800">
                <a:solidFill>
                  <a:schemeClr val="dk1"/>
                </a:solidFill>
                <a:latin typeface="Barlow Medium"/>
                <a:ea typeface="Barlow Medium"/>
                <a:cs typeface="Barlow Medium"/>
                <a:sym typeface="Barlow Medium"/>
              </a:rPr>
              <a:t>projects</a:t>
            </a:r>
            <a:r>
              <a:rPr lang="en" sz="800">
                <a:solidFill>
                  <a:schemeClr val="dk1"/>
                </a:solidFill>
                <a:latin typeface="Barlow Medium"/>
                <a:ea typeface="Barlow Medium"/>
                <a:cs typeface="Barlow Medium"/>
                <a:sym typeface="Barlow Medium"/>
              </a:rPr>
              <a:t>:</a:t>
            </a:r>
            <a:br>
              <a:rPr lang="en" sz="800">
                <a:solidFill>
                  <a:schemeClr val="dk1"/>
                </a:solidFill>
                <a:latin typeface="Barlow Medium"/>
                <a:ea typeface="Barlow Medium"/>
                <a:cs typeface="Barlow Medium"/>
                <a:sym typeface="Barlow Medium"/>
              </a:rPr>
            </a:br>
            <a:r>
              <a:rPr b="1" lang="en" sz="1200" u="sng">
                <a:solidFill>
                  <a:schemeClr val="dk1"/>
                </a:solidFill>
                <a:latin typeface="Patrick Hand"/>
                <a:ea typeface="Patrick Hand"/>
                <a:cs typeface="Patrick Hand"/>
                <a:sym typeface="Patrick Hand"/>
                <a:hlinkClick r:id="rId15">
                  <a:extLst>
                    <a:ext uri="{A12FA001-AC4F-418D-AE19-62706E023703}">
                      <ahyp:hlinkClr val="tx"/>
                    </a:ext>
                  </a:extLst>
                </a:hlinkClick>
              </a:rPr>
              <a:t>FREEPIK</a:t>
            </a:r>
            <a:r>
              <a:rPr b="1" lang="en" sz="1200">
                <a:solidFill>
                  <a:schemeClr val="dk1"/>
                </a:solidFill>
                <a:latin typeface="Patrick Hand"/>
                <a:ea typeface="Patrick Hand"/>
                <a:cs typeface="Patrick Hand"/>
                <a:sym typeface="Patrick Hand"/>
              </a:rPr>
              <a:t> | </a:t>
            </a:r>
            <a:r>
              <a:rPr b="1" lang="en" sz="1200" u="sng">
                <a:solidFill>
                  <a:schemeClr val="dk1"/>
                </a:solidFill>
                <a:latin typeface="Patrick Hand"/>
                <a:ea typeface="Patrick Hand"/>
                <a:cs typeface="Patrick Hand"/>
                <a:sym typeface="Patrick Hand"/>
                <a:hlinkClick r:id="rId16">
                  <a:extLst>
                    <a:ext uri="{A12FA001-AC4F-418D-AE19-62706E023703}">
                      <ahyp:hlinkClr val="tx"/>
                    </a:ext>
                  </a:extLst>
                </a:hlinkClick>
              </a:rPr>
              <a:t>FLATICON</a:t>
            </a:r>
            <a:r>
              <a:rPr b="1" lang="en" sz="1200">
                <a:solidFill>
                  <a:schemeClr val="dk1"/>
                </a:solidFill>
                <a:latin typeface="Patrick Hand"/>
                <a:ea typeface="Patrick Hand"/>
                <a:cs typeface="Patrick Hand"/>
                <a:sym typeface="Patrick Hand"/>
              </a:rPr>
              <a:t> | </a:t>
            </a:r>
            <a:r>
              <a:rPr b="1" lang="en" sz="1200" u="sng">
                <a:solidFill>
                  <a:schemeClr val="dk1"/>
                </a:solidFill>
                <a:latin typeface="Patrick Hand"/>
                <a:ea typeface="Patrick Hand"/>
                <a:cs typeface="Patrick Hand"/>
                <a:sym typeface="Patrick Hand"/>
                <a:hlinkClick r:id="rId17">
                  <a:extLst>
                    <a:ext uri="{A12FA001-AC4F-418D-AE19-62706E023703}">
                      <ahyp:hlinkClr val="tx"/>
                    </a:ext>
                  </a:extLst>
                </a:hlinkClick>
              </a:rPr>
              <a:t>STORYSET</a:t>
            </a:r>
            <a:r>
              <a:rPr b="1" lang="en" sz="1200">
                <a:solidFill>
                  <a:schemeClr val="dk1"/>
                </a:solidFill>
                <a:latin typeface="Patrick Hand"/>
                <a:ea typeface="Patrick Hand"/>
                <a:cs typeface="Patrick Hand"/>
                <a:sym typeface="Patrick Hand"/>
              </a:rPr>
              <a:t> | </a:t>
            </a:r>
            <a:r>
              <a:rPr b="1" lang="en" sz="1200" u="sng">
                <a:solidFill>
                  <a:schemeClr val="dk1"/>
                </a:solidFill>
                <a:latin typeface="Patrick Hand"/>
                <a:ea typeface="Patrick Hand"/>
                <a:cs typeface="Patrick Hand"/>
                <a:sym typeface="Patrick Hand"/>
                <a:hlinkClick r:id="rId18">
                  <a:extLst>
                    <a:ext uri="{A12FA001-AC4F-418D-AE19-62706E023703}">
                      <ahyp:hlinkClr val="tx"/>
                    </a:ext>
                  </a:extLst>
                </a:hlinkClick>
              </a:rPr>
              <a:t>WEPIK</a:t>
            </a:r>
            <a:r>
              <a:rPr b="1" lang="en" sz="1200">
                <a:solidFill>
                  <a:schemeClr val="dk1"/>
                </a:solidFill>
                <a:uFill>
                  <a:noFill/>
                </a:uFill>
                <a:latin typeface="Patrick Hand"/>
                <a:ea typeface="Patrick Hand"/>
                <a:cs typeface="Patrick Hand"/>
                <a:sym typeface="Patrick Hand"/>
                <a:hlinkClick r:id="rId19">
                  <a:extLst>
                    <a:ext uri="{A12FA001-AC4F-418D-AE19-62706E023703}">
                      <ahyp:hlinkClr val="tx"/>
                    </a:ext>
                  </a:extLst>
                </a:hlinkClick>
              </a:rPr>
              <a:t> </a:t>
            </a:r>
            <a:r>
              <a:rPr b="1" lang="en" sz="1200">
                <a:solidFill>
                  <a:schemeClr val="dk1"/>
                </a:solidFill>
                <a:latin typeface="Patrick Hand"/>
                <a:ea typeface="Patrick Hand"/>
                <a:cs typeface="Patrick Hand"/>
                <a:sym typeface="Patrick Hand"/>
              </a:rPr>
              <a:t>| </a:t>
            </a:r>
            <a:r>
              <a:rPr b="1" lang="en" sz="1200" u="sng">
                <a:solidFill>
                  <a:schemeClr val="dk1"/>
                </a:solidFill>
                <a:latin typeface="Patrick Hand"/>
                <a:ea typeface="Patrick Hand"/>
                <a:cs typeface="Patrick Hand"/>
                <a:sym typeface="Patrick Hand"/>
                <a:hlinkClick r:id="rId20">
                  <a:extLst>
                    <a:ext uri="{A12FA001-AC4F-418D-AE19-62706E023703}">
                      <ahyp:hlinkClr val="tx"/>
                    </a:ext>
                  </a:extLst>
                </a:hlinkClick>
              </a:rPr>
              <a:t>VIDEVO</a:t>
            </a:r>
            <a:endParaRPr b="1" sz="1200">
              <a:solidFill>
                <a:schemeClr val="dk1"/>
              </a:solidFill>
              <a:latin typeface="Patrick Hand"/>
              <a:ea typeface="Patrick Hand"/>
              <a:cs typeface="Patrick Hand"/>
              <a:sym typeface="Patrick Han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7" name="Shape 1377"/>
        <p:cNvGrpSpPr/>
        <p:nvPr/>
      </p:nvGrpSpPr>
      <p:grpSpPr>
        <a:xfrm>
          <a:off x="0" y="0"/>
          <a:ext cx="0" cy="0"/>
          <a:chOff x="0" y="0"/>
          <a:chExt cx="0" cy="0"/>
        </a:xfrm>
      </p:grpSpPr>
      <p:sp>
        <p:nvSpPr>
          <p:cNvPr id="1378" name="Google Shape;1378;p38"/>
          <p:cNvSpPr txBox="1"/>
          <p:nvPr>
            <p:ph type="title"/>
          </p:nvPr>
        </p:nvSpPr>
        <p:spPr>
          <a:xfrm>
            <a:off x="2185950" y="1601850"/>
            <a:ext cx="4772100" cy="144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379" name="Google Shape;1379;p38"/>
          <p:cNvSpPr txBox="1"/>
          <p:nvPr>
            <p:ph idx="1" type="subTitle"/>
          </p:nvPr>
        </p:nvSpPr>
        <p:spPr>
          <a:xfrm>
            <a:off x="2185950" y="3121350"/>
            <a:ext cx="47721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1380" name="Google Shape;1380;p38"/>
          <p:cNvGrpSpPr/>
          <p:nvPr/>
        </p:nvGrpSpPr>
        <p:grpSpPr>
          <a:xfrm>
            <a:off x="7130213" y="1662438"/>
            <a:ext cx="978550" cy="840000"/>
            <a:chOff x="3856138" y="919713"/>
            <a:chExt cx="978550" cy="840000"/>
          </a:xfrm>
        </p:grpSpPr>
        <p:sp>
          <p:nvSpPr>
            <p:cNvPr id="1381" name="Google Shape;1381;p38"/>
            <p:cNvSpPr/>
            <p:nvPr/>
          </p:nvSpPr>
          <p:spPr>
            <a:xfrm>
              <a:off x="4000663" y="1741913"/>
              <a:ext cx="425" cy="325"/>
            </a:xfrm>
            <a:custGeom>
              <a:rect b="b" l="l" r="r" t="t"/>
              <a:pathLst>
                <a:path extrusionOk="0" h="13" w="17">
                  <a:moveTo>
                    <a:pt x="8" y="1"/>
                  </a:moveTo>
                  <a:cubicBezTo>
                    <a:pt x="7" y="1"/>
                    <a:pt x="6" y="1"/>
                    <a:pt x="5" y="2"/>
                  </a:cubicBezTo>
                  <a:cubicBezTo>
                    <a:pt x="1" y="6"/>
                    <a:pt x="4" y="12"/>
                    <a:pt x="8" y="12"/>
                  </a:cubicBezTo>
                  <a:cubicBezTo>
                    <a:pt x="9" y="12"/>
                    <a:pt x="10" y="12"/>
                    <a:pt x="11" y="11"/>
                  </a:cubicBezTo>
                  <a:cubicBezTo>
                    <a:pt x="16" y="7"/>
                    <a:pt x="12" y="1"/>
                    <a:pt x="8" y="1"/>
                  </a:cubicBezTo>
                  <a:close/>
                </a:path>
              </a:pathLst>
            </a:custGeom>
            <a:solidFill>
              <a:srgbClr val="FFFFFF"/>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8"/>
            <p:cNvSpPr/>
            <p:nvPr/>
          </p:nvSpPr>
          <p:spPr>
            <a:xfrm>
              <a:off x="3856138" y="919713"/>
              <a:ext cx="978550" cy="840000"/>
            </a:xfrm>
            <a:custGeom>
              <a:rect b="b" l="l" r="r" t="t"/>
              <a:pathLst>
                <a:path extrusionOk="0" h="33600" w="39142">
                  <a:moveTo>
                    <a:pt x="20051" y="6941"/>
                  </a:moveTo>
                  <a:cubicBezTo>
                    <a:pt x="22119" y="6941"/>
                    <a:pt x="24355" y="7533"/>
                    <a:pt x="26638" y="9116"/>
                  </a:cubicBezTo>
                  <a:cubicBezTo>
                    <a:pt x="26638" y="9116"/>
                    <a:pt x="35326" y="14955"/>
                    <a:pt x="30366" y="24849"/>
                  </a:cubicBezTo>
                  <a:cubicBezTo>
                    <a:pt x="30237" y="25108"/>
                    <a:pt x="29968" y="25249"/>
                    <a:pt x="29675" y="25249"/>
                  </a:cubicBezTo>
                  <a:cubicBezTo>
                    <a:pt x="29495" y="25249"/>
                    <a:pt x="29305" y="25196"/>
                    <a:pt x="29133" y="25084"/>
                  </a:cubicBezTo>
                  <a:lnTo>
                    <a:pt x="10180" y="12745"/>
                  </a:lnTo>
                  <a:cubicBezTo>
                    <a:pt x="9694" y="12428"/>
                    <a:pt x="9585" y="11803"/>
                    <a:pt x="9953" y="11459"/>
                  </a:cubicBezTo>
                  <a:cubicBezTo>
                    <a:pt x="11466" y="10043"/>
                    <a:pt x="15318" y="6941"/>
                    <a:pt x="20051" y="6941"/>
                  </a:cubicBezTo>
                  <a:close/>
                  <a:moveTo>
                    <a:pt x="20499" y="1"/>
                  </a:moveTo>
                  <a:cubicBezTo>
                    <a:pt x="20254" y="1"/>
                    <a:pt x="20010" y="6"/>
                    <a:pt x="19766" y="16"/>
                  </a:cubicBezTo>
                  <a:cubicBezTo>
                    <a:pt x="19464" y="28"/>
                    <a:pt x="19164" y="48"/>
                    <a:pt x="18864" y="75"/>
                  </a:cubicBezTo>
                  <a:cubicBezTo>
                    <a:pt x="17779" y="175"/>
                    <a:pt x="16703" y="362"/>
                    <a:pt x="15649" y="635"/>
                  </a:cubicBezTo>
                  <a:cubicBezTo>
                    <a:pt x="15368" y="706"/>
                    <a:pt x="15090" y="783"/>
                    <a:pt x="14816" y="866"/>
                  </a:cubicBezTo>
                  <a:cubicBezTo>
                    <a:pt x="13868" y="1148"/>
                    <a:pt x="12939" y="1486"/>
                    <a:pt x="12034" y="1879"/>
                  </a:cubicBezTo>
                  <a:cubicBezTo>
                    <a:pt x="11723" y="2014"/>
                    <a:pt x="11415" y="2152"/>
                    <a:pt x="11112" y="2294"/>
                  </a:cubicBezTo>
                  <a:cubicBezTo>
                    <a:pt x="10165" y="2744"/>
                    <a:pt x="9255" y="3239"/>
                    <a:pt x="8393" y="3755"/>
                  </a:cubicBezTo>
                  <a:cubicBezTo>
                    <a:pt x="8116" y="3922"/>
                    <a:pt x="7841" y="4090"/>
                    <a:pt x="7574" y="4261"/>
                  </a:cubicBezTo>
                  <a:cubicBezTo>
                    <a:pt x="6658" y="4845"/>
                    <a:pt x="5800" y="5449"/>
                    <a:pt x="5011" y="6046"/>
                  </a:cubicBezTo>
                  <a:cubicBezTo>
                    <a:pt x="4765" y="6233"/>
                    <a:pt x="4524" y="6420"/>
                    <a:pt x="4291" y="6606"/>
                  </a:cubicBezTo>
                  <a:cubicBezTo>
                    <a:pt x="3308" y="7383"/>
                    <a:pt x="2449" y="8136"/>
                    <a:pt x="1734" y="8797"/>
                  </a:cubicBezTo>
                  <a:cubicBezTo>
                    <a:pt x="1550" y="8969"/>
                    <a:pt x="1375" y="9134"/>
                    <a:pt x="1211" y="9294"/>
                  </a:cubicBezTo>
                  <a:cubicBezTo>
                    <a:pt x="1016" y="9480"/>
                    <a:pt x="835" y="9656"/>
                    <a:pt x="671" y="9822"/>
                  </a:cubicBezTo>
                  <a:cubicBezTo>
                    <a:pt x="1" y="10486"/>
                    <a:pt x="76" y="11575"/>
                    <a:pt x="799" y="12149"/>
                  </a:cubicBezTo>
                  <a:cubicBezTo>
                    <a:pt x="837" y="12179"/>
                    <a:pt x="876" y="12208"/>
                    <a:pt x="918" y="12233"/>
                  </a:cubicBezTo>
                  <a:lnTo>
                    <a:pt x="33347" y="33347"/>
                  </a:lnTo>
                  <a:cubicBezTo>
                    <a:pt x="33546" y="33478"/>
                    <a:pt x="33774" y="33561"/>
                    <a:pt x="34012" y="33588"/>
                  </a:cubicBezTo>
                  <a:cubicBezTo>
                    <a:pt x="34074" y="33596"/>
                    <a:pt x="34135" y="33599"/>
                    <a:pt x="34196" y="33599"/>
                  </a:cubicBezTo>
                  <a:cubicBezTo>
                    <a:pt x="34774" y="33599"/>
                    <a:pt x="35312" y="33277"/>
                    <a:pt x="35583" y="32754"/>
                  </a:cubicBezTo>
                  <a:cubicBezTo>
                    <a:pt x="35880" y="32182"/>
                    <a:pt x="36154" y="31621"/>
                    <a:pt x="36408" y="31067"/>
                  </a:cubicBezTo>
                  <a:cubicBezTo>
                    <a:pt x="36550" y="30761"/>
                    <a:pt x="36684" y="30455"/>
                    <a:pt x="36812" y="30153"/>
                  </a:cubicBezTo>
                  <a:cubicBezTo>
                    <a:pt x="37607" y="28287"/>
                    <a:pt x="38167" y="26516"/>
                    <a:pt x="38530" y="24841"/>
                  </a:cubicBezTo>
                  <a:cubicBezTo>
                    <a:pt x="38592" y="24558"/>
                    <a:pt x="38648" y="24278"/>
                    <a:pt x="38699" y="24001"/>
                  </a:cubicBezTo>
                  <a:cubicBezTo>
                    <a:pt x="39045" y="22118"/>
                    <a:pt x="39141" y="20360"/>
                    <a:pt x="39054" y="18731"/>
                  </a:cubicBezTo>
                  <a:cubicBezTo>
                    <a:pt x="39039" y="18405"/>
                    <a:pt x="39013" y="18082"/>
                    <a:pt x="38982" y="17766"/>
                  </a:cubicBezTo>
                  <a:cubicBezTo>
                    <a:pt x="38847" y="16421"/>
                    <a:pt x="38577" y="15095"/>
                    <a:pt x="38176" y="13805"/>
                  </a:cubicBezTo>
                  <a:cubicBezTo>
                    <a:pt x="38079" y="13491"/>
                    <a:pt x="37974" y="13184"/>
                    <a:pt x="37864" y="12885"/>
                  </a:cubicBezTo>
                  <a:cubicBezTo>
                    <a:pt x="37375" y="11545"/>
                    <a:pt x="36746" y="10261"/>
                    <a:pt x="35988" y="9053"/>
                  </a:cubicBezTo>
                  <a:cubicBezTo>
                    <a:pt x="35863" y="8849"/>
                    <a:pt x="35736" y="8653"/>
                    <a:pt x="35608" y="8463"/>
                  </a:cubicBezTo>
                  <a:cubicBezTo>
                    <a:pt x="34791" y="7244"/>
                    <a:pt x="33852" y="6113"/>
                    <a:pt x="32807" y="5082"/>
                  </a:cubicBezTo>
                  <a:cubicBezTo>
                    <a:pt x="32576" y="4856"/>
                    <a:pt x="32357" y="4651"/>
                    <a:pt x="32156" y="4468"/>
                  </a:cubicBezTo>
                  <a:cubicBezTo>
                    <a:pt x="31348" y="3740"/>
                    <a:pt x="30805" y="3373"/>
                    <a:pt x="30805" y="3373"/>
                  </a:cubicBezTo>
                  <a:cubicBezTo>
                    <a:pt x="30094" y="2874"/>
                    <a:pt x="29352" y="2421"/>
                    <a:pt x="28582" y="2017"/>
                  </a:cubicBezTo>
                  <a:cubicBezTo>
                    <a:pt x="28352" y="1894"/>
                    <a:pt x="28121" y="1780"/>
                    <a:pt x="27888" y="1671"/>
                  </a:cubicBezTo>
                  <a:cubicBezTo>
                    <a:pt x="26700" y="1105"/>
                    <a:pt x="25450" y="678"/>
                    <a:pt x="24166" y="396"/>
                  </a:cubicBezTo>
                  <a:cubicBezTo>
                    <a:pt x="23818" y="318"/>
                    <a:pt x="23471" y="254"/>
                    <a:pt x="23126" y="200"/>
                  </a:cubicBezTo>
                  <a:cubicBezTo>
                    <a:pt x="22256" y="67"/>
                    <a:pt x="21377" y="1"/>
                    <a:pt x="2049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8"/>
            <p:cNvSpPr/>
            <p:nvPr/>
          </p:nvSpPr>
          <p:spPr>
            <a:xfrm>
              <a:off x="3886388" y="1139613"/>
              <a:ext cx="61725" cy="57275"/>
            </a:xfrm>
            <a:custGeom>
              <a:rect b="b" l="l" r="r" t="t"/>
              <a:pathLst>
                <a:path extrusionOk="0" h="2291" w="2469">
                  <a:moveTo>
                    <a:pt x="524" y="1"/>
                  </a:moveTo>
                  <a:cubicBezTo>
                    <a:pt x="340" y="174"/>
                    <a:pt x="165" y="338"/>
                    <a:pt x="1" y="498"/>
                  </a:cubicBezTo>
                  <a:cubicBezTo>
                    <a:pt x="177" y="741"/>
                    <a:pt x="369" y="974"/>
                    <a:pt x="572" y="1195"/>
                  </a:cubicBezTo>
                  <a:cubicBezTo>
                    <a:pt x="776" y="1419"/>
                    <a:pt x="983" y="1669"/>
                    <a:pt x="1217" y="1880"/>
                  </a:cubicBezTo>
                  <a:cubicBezTo>
                    <a:pt x="1410" y="2051"/>
                    <a:pt x="1619" y="2194"/>
                    <a:pt x="1859" y="2273"/>
                  </a:cubicBezTo>
                  <a:cubicBezTo>
                    <a:pt x="1898" y="2285"/>
                    <a:pt x="1936" y="2291"/>
                    <a:pt x="1974" y="2291"/>
                  </a:cubicBezTo>
                  <a:cubicBezTo>
                    <a:pt x="2247" y="2291"/>
                    <a:pt x="2468" y="1986"/>
                    <a:pt x="2332" y="1720"/>
                  </a:cubicBezTo>
                  <a:cubicBezTo>
                    <a:pt x="2241" y="1551"/>
                    <a:pt x="2123" y="1399"/>
                    <a:pt x="1983" y="1268"/>
                  </a:cubicBezTo>
                  <a:cubicBezTo>
                    <a:pt x="1722" y="1007"/>
                    <a:pt x="1399" y="793"/>
                    <a:pt x="1131" y="551"/>
                  </a:cubicBezTo>
                  <a:cubicBezTo>
                    <a:pt x="930" y="369"/>
                    <a:pt x="729" y="182"/>
                    <a:pt x="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8"/>
            <p:cNvSpPr/>
            <p:nvPr/>
          </p:nvSpPr>
          <p:spPr>
            <a:xfrm>
              <a:off x="3963363" y="1070863"/>
              <a:ext cx="51550" cy="58175"/>
            </a:xfrm>
            <a:custGeom>
              <a:rect b="b" l="l" r="r" t="t"/>
              <a:pathLst>
                <a:path extrusionOk="0" h="2327" w="2062">
                  <a:moveTo>
                    <a:pt x="722" y="0"/>
                  </a:moveTo>
                  <a:cubicBezTo>
                    <a:pt x="476" y="187"/>
                    <a:pt x="235" y="374"/>
                    <a:pt x="1" y="560"/>
                  </a:cubicBezTo>
                  <a:cubicBezTo>
                    <a:pt x="7" y="566"/>
                    <a:pt x="11" y="575"/>
                    <a:pt x="16" y="583"/>
                  </a:cubicBezTo>
                  <a:cubicBezTo>
                    <a:pt x="386" y="1133"/>
                    <a:pt x="748" y="1697"/>
                    <a:pt x="1200" y="2185"/>
                  </a:cubicBezTo>
                  <a:cubicBezTo>
                    <a:pt x="1230" y="2219"/>
                    <a:pt x="1265" y="2247"/>
                    <a:pt x="1306" y="2269"/>
                  </a:cubicBezTo>
                  <a:cubicBezTo>
                    <a:pt x="1374" y="2309"/>
                    <a:pt x="1449" y="2326"/>
                    <a:pt x="1523" y="2326"/>
                  </a:cubicBezTo>
                  <a:cubicBezTo>
                    <a:pt x="1794" y="2326"/>
                    <a:pt x="2062" y="2090"/>
                    <a:pt x="1997" y="1805"/>
                  </a:cubicBezTo>
                  <a:cubicBezTo>
                    <a:pt x="1988" y="1761"/>
                    <a:pt x="1971" y="1717"/>
                    <a:pt x="1947" y="1678"/>
                  </a:cubicBezTo>
                  <a:cubicBezTo>
                    <a:pt x="1617" y="1102"/>
                    <a:pt x="1193" y="583"/>
                    <a:pt x="776" y="67"/>
                  </a:cubicBezTo>
                  <a:cubicBezTo>
                    <a:pt x="758" y="44"/>
                    <a:pt x="742" y="23"/>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8"/>
            <p:cNvSpPr/>
            <p:nvPr/>
          </p:nvSpPr>
          <p:spPr>
            <a:xfrm>
              <a:off x="4045488" y="1013613"/>
              <a:ext cx="50225" cy="57525"/>
            </a:xfrm>
            <a:custGeom>
              <a:rect b="b" l="l" r="r" t="t"/>
              <a:pathLst>
                <a:path extrusionOk="0" h="2301" w="2009">
                  <a:moveTo>
                    <a:pt x="819" y="0"/>
                  </a:moveTo>
                  <a:cubicBezTo>
                    <a:pt x="542" y="168"/>
                    <a:pt x="267" y="335"/>
                    <a:pt x="0" y="507"/>
                  </a:cubicBezTo>
                  <a:cubicBezTo>
                    <a:pt x="62" y="595"/>
                    <a:pt x="121" y="681"/>
                    <a:pt x="180" y="770"/>
                  </a:cubicBezTo>
                  <a:cubicBezTo>
                    <a:pt x="528" y="1290"/>
                    <a:pt x="844" y="1893"/>
                    <a:pt x="1372" y="2243"/>
                  </a:cubicBezTo>
                  <a:cubicBezTo>
                    <a:pt x="1432" y="2283"/>
                    <a:pt x="1499" y="2301"/>
                    <a:pt x="1565" y="2301"/>
                  </a:cubicBezTo>
                  <a:cubicBezTo>
                    <a:pt x="1790" y="2301"/>
                    <a:pt x="2009" y="2098"/>
                    <a:pt x="1945" y="1851"/>
                  </a:cubicBezTo>
                  <a:cubicBezTo>
                    <a:pt x="1786" y="1240"/>
                    <a:pt x="1332" y="741"/>
                    <a:pt x="976" y="231"/>
                  </a:cubicBezTo>
                  <a:cubicBezTo>
                    <a:pt x="924" y="157"/>
                    <a:pt x="871" y="79"/>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8"/>
            <p:cNvSpPr/>
            <p:nvPr/>
          </p:nvSpPr>
          <p:spPr>
            <a:xfrm>
              <a:off x="4133938" y="966713"/>
              <a:ext cx="46850" cy="65050"/>
            </a:xfrm>
            <a:custGeom>
              <a:rect b="b" l="l" r="r" t="t"/>
              <a:pathLst>
                <a:path extrusionOk="0" h="2602" w="1874">
                  <a:moveTo>
                    <a:pt x="922" y="1"/>
                  </a:moveTo>
                  <a:cubicBezTo>
                    <a:pt x="610" y="134"/>
                    <a:pt x="302" y="272"/>
                    <a:pt x="0" y="416"/>
                  </a:cubicBezTo>
                  <a:cubicBezTo>
                    <a:pt x="362" y="1107"/>
                    <a:pt x="631" y="1906"/>
                    <a:pt x="1129" y="2471"/>
                  </a:cubicBezTo>
                  <a:cubicBezTo>
                    <a:pt x="1169" y="2517"/>
                    <a:pt x="1221" y="2553"/>
                    <a:pt x="1279" y="2575"/>
                  </a:cubicBezTo>
                  <a:cubicBezTo>
                    <a:pt x="1325" y="2593"/>
                    <a:pt x="1373" y="2602"/>
                    <a:pt x="1421" y="2602"/>
                  </a:cubicBezTo>
                  <a:cubicBezTo>
                    <a:pt x="1586" y="2602"/>
                    <a:pt x="1749" y="2500"/>
                    <a:pt x="1807" y="2336"/>
                  </a:cubicBezTo>
                  <a:cubicBezTo>
                    <a:pt x="1819" y="2302"/>
                    <a:pt x="1827" y="2264"/>
                    <a:pt x="1829" y="2226"/>
                  </a:cubicBezTo>
                  <a:cubicBezTo>
                    <a:pt x="1874" y="1440"/>
                    <a:pt x="1367" y="656"/>
                    <a:pt x="940" y="28"/>
                  </a:cubicBezTo>
                  <a:cubicBezTo>
                    <a:pt x="934" y="19"/>
                    <a:pt x="928" y="10"/>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8"/>
            <p:cNvSpPr/>
            <p:nvPr/>
          </p:nvSpPr>
          <p:spPr>
            <a:xfrm>
              <a:off x="4226513" y="935563"/>
              <a:ext cx="44575" cy="66550"/>
            </a:xfrm>
            <a:custGeom>
              <a:rect b="b" l="l" r="r" t="t"/>
              <a:pathLst>
                <a:path extrusionOk="0" h="2662" w="1783">
                  <a:moveTo>
                    <a:pt x="834" y="1"/>
                  </a:moveTo>
                  <a:cubicBezTo>
                    <a:pt x="553" y="72"/>
                    <a:pt x="275" y="149"/>
                    <a:pt x="1" y="233"/>
                  </a:cubicBezTo>
                  <a:cubicBezTo>
                    <a:pt x="48" y="387"/>
                    <a:pt x="100" y="532"/>
                    <a:pt x="143" y="658"/>
                  </a:cubicBezTo>
                  <a:cubicBezTo>
                    <a:pt x="361" y="1309"/>
                    <a:pt x="628" y="1894"/>
                    <a:pt x="1031" y="2445"/>
                  </a:cubicBezTo>
                  <a:cubicBezTo>
                    <a:pt x="1043" y="2466"/>
                    <a:pt x="1058" y="2484"/>
                    <a:pt x="1072" y="2504"/>
                  </a:cubicBezTo>
                  <a:cubicBezTo>
                    <a:pt x="1156" y="2615"/>
                    <a:pt x="1256" y="2662"/>
                    <a:pt x="1354" y="2662"/>
                  </a:cubicBezTo>
                  <a:cubicBezTo>
                    <a:pt x="1559" y="2662"/>
                    <a:pt x="1755" y="2460"/>
                    <a:pt x="1776" y="2230"/>
                  </a:cubicBezTo>
                  <a:cubicBezTo>
                    <a:pt x="1783" y="2166"/>
                    <a:pt x="1775" y="2102"/>
                    <a:pt x="1754" y="2042"/>
                  </a:cubicBezTo>
                  <a:cubicBezTo>
                    <a:pt x="1520" y="1395"/>
                    <a:pt x="1203" y="797"/>
                    <a:pt x="912" y="174"/>
                  </a:cubicBezTo>
                  <a:cubicBezTo>
                    <a:pt x="886" y="120"/>
                    <a:pt x="861" y="63"/>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8"/>
            <p:cNvSpPr/>
            <p:nvPr/>
          </p:nvSpPr>
          <p:spPr>
            <a:xfrm>
              <a:off x="4327763" y="920113"/>
              <a:ext cx="34325" cy="79550"/>
            </a:xfrm>
            <a:custGeom>
              <a:rect b="b" l="l" r="r" t="t"/>
              <a:pathLst>
                <a:path extrusionOk="0" h="3182" w="1373">
                  <a:moveTo>
                    <a:pt x="901" y="0"/>
                  </a:moveTo>
                  <a:cubicBezTo>
                    <a:pt x="599" y="12"/>
                    <a:pt x="299" y="32"/>
                    <a:pt x="0" y="59"/>
                  </a:cubicBezTo>
                  <a:cubicBezTo>
                    <a:pt x="29" y="846"/>
                    <a:pt x="139" y="1648"/>
                    <a:pt x="349" y="2393"/>
                  </a:cubicBezTo>
                  <a:cubicBezTo>
                    <a:pt x="391" y="2548"/>
                    <a:pt x="438" y="2698"/>
                    <a:pt x="489" y="2847"/>
                  </a:cubicBezTo>
                  <a:cubicBezTo>
                    <a:pt x="563" y="3061"/>
                    <a:pt x="781" y="3182"/>
                    <a:pt x="982" y="3182"/>
                  </a:cubicBezTo>
                  <a:cubicBezTo>
                    <a:pt x="1186" y="3182"/>
                    <a:pt x="1372" y="3056"/>
                    <a:pt x="1368" y="2776"/>
                  </a:cubicBezTo>
                  <a:cubicBezTo>
                    <a:pt x="1367" y="2636"/>
                    <a:pt x="1361" y="2494"/>
                    <a:pt x="1352" y="2352"/>
                  </a:cubicBezTo>
                  <a:cubicBezTo>
                    <a:pt x="1301" y="1563"/>
                    <a:pt x="1139" y="762"/>
                    <a:pt x="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8"/>
            <p:cNvSpPr/>
            <p:nvPr/>
          </p:nvSpPr>
          <p:spPr>
            <a:xfrm>
              <a:off x="4426263" y="924713"/>
              <a:ext cx="34050" cy="75550"/>
            </a:xfrm>
            <a:custGeom>
              <a:rect b="b" l="l" r="r" t="t"/>
              <a:pathLst>
                <a:path extrusionOk="0" h="3022" w="1362">
                  <a:moveTo>
                    <a:pt x="321" y="0"/>
                  </a:moveTo>
                  <a:cubicBezTo>
                    <a:pt x="287" y="187"/>
                    <a:pt x="259" y="377"/>
                    <a:pt x="224" y="563"/>
                  </a:cubicBezTo>
                  <a:cubicBezTo>
                    <a:pt x="118" y="1160"/>
                    <a:pt x="1" y="1771"/>
                    <a:pt x="10" y="2381"/>
                  </a:cubicBezTo>
                  <a:cubicBezTo>
                    <a:pt x="10" y="2456"/>
                    <a:pt x="13" y="2533"/>
                    <a:pt x="17" y="2610"/>
                  </a:cubicBezTo>
                  <a:cubicBezTo>
                    <a:pt x="32" y="2831"/>
                    <a:pt x="244" y="3022"/>
                    <a:pt x="446" y="3022"/>
                  </a:cubicBezTo>
                  <a:cubicBezTo>
                    <a:pt x="553" y="3022"/>
                    <a:pt x="657" y="2969"/>
                    <a:pt x="728" y="2839"/>
                  </a:cubicBezTo>
                  <a:cubicBezTo>
                    <a:pt x="781" y="2744"/>
                    <a:pt x="827" y="2646"/>
                    <a:pt x="871" y="2550"/>
                  </a:cubicBezTo>
                  <a:cubicBezTo>
                    <a:pt x="1114" y="2001"/>
                    <a:pt x="1226" y="1409"/>
                    <a:pt x="1300" y="810"/>
                  </a:cubicBezTo>
                  <a:cubicBezTo>
                    <a:pt x="1324" y="607"/>
                    <a:pt x="1349" y="401"/>
                    <a:pt x="1361" y="196"/>
                  </a:cubicBezTo>
                  <a:cubicBezTo>
                    <a:pt x="1015" y="118"/>
                    <a:pt x="666" y="54"/>
                    <a:pt x="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8"/>
            <p:cNvSpPr/>
            <p:nvPr/>
          </p:nvSpPr>
          <p:spPr>
            <a:xfrm>
              <a:off x="4524263" y="961438"/>
              <a:ext cx="46450" cy="80475"/>
            </a:xfrm>
            <a:custGeom>
              <a:rect b="b" l="l" r="r" t="t"/>
              <a:pathLst>
                <a:path extrusionOk="0" h="3219" w="1858">
                  <a:moveTo>
                    <a:pt x="1163" y="1"/>
                  </a:moveTo>
                  <a:cubicBezTo>
                    <a:pt x="770" y="690"/>
                    <a:pt x="408" y="1404"/>
                    <a:pt x="187" y="2158"/>
                  </a:cubicBezTo>
                  <a:cubicBezTo>
                    <a:pt x="134" y="2333"/>
                    <a:pt x="91" y="2511"/>
                    <a:pt x="55" y="2691"/>
                  </a:cubicBezTo>
                  <a:cubicBezTo>
                    <a:pt x="0" y="2967"/>
                    <a:pt x="235" y="3218"/>
                    <a:pt x="469" y="3218"/>
                  </a:cubicBezTo>
                  <a:cubicBezTo>
                    <a:pt x="579" y="3218"/>
                    <a:pt x="688" y="3163"/>
                    <a:pt x="767" y="3030"/>
                  </a:cubicBezTo>
                  <a:cubicBezTo>
                    <a:pt x="859" y="2875"/>
                    <a:pt x="943" y="2716"/>
                    <a:pt x="1023" y="2556"/>
                  </a:cubicBezTo>
                  <a:cubicBezTo>
                    <a:pt x="1375" y="1852"/>
                    <a:pt x="1622" y="1100"/>
                    <a:pt x="1857" y="346"/>
                  </a:cubicBezTo>
                  <a:cubicBezTo>
                    <a:pt x="1627" y="225"/>
                    <a:pt x="1396" y="109"/>
                    <a:pt x="11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8"/>
            <p:cNvSpPr/>
            <p:nvPr/>
          </p:nvSpPr>
          <p:spPr>
            <a:xfrm>
              <a:off x="4614513" y="1031413"/>
              <a:ext cx="61800" cy="72625"/>
            </a:xfrm>
            <a:custGeom>
              <a:rect b="b" l="l" r="r" t="t"/>
              <a:pathLst>
                <a:path extrusionOk="0" h="2905" w="2472">
                  <a:moveTo>
                    <a:pt x="1821" y="0"/>
                  </a:moveTo>
                  <a:cubicBezTo>
                    <a:pt x="1690" y="148"/>
                    <a:pt x="1563" y="302"/>
                    <a:pt x="1435" y="453"/>
                  </a:cubicBezTo>
                  <a:cubicBezTo>
                    <a:pt x="1090" y="859"/>
                    <a:pt x="765" y="1261"/>
                    <a:pt x="479" y="1699"/>
                  </a:cubicBezTo>
                  <a:cubicBezTo>
                    <a:pt x="364" y="1872"/>
                    <a:pt x="257" y="2053"/>
                    <a:pt x="156" y="2242"/>
                  </a:cubicBezTo>
                  <a:cubicBezTo>
                    <a:pt x="1" y="2531"/>
                    <a:pt x="244" y="2905"/>
                    <a:pt x="520" y="2905"/>
                  </a:cubicBezTo>
                  <a:cubicBezTo>
                    <a:pt x="607" y="2905"/>
                    <a:pt x="697" y="2868"/>
                    <a:pt x="779" y="2779"/>
                  </a:cubicBezTo>
                  <a:cubicBezTo>
                    <a:pt x="927" y="2621"/>
                    <a:pt x="1067" y="2456"/>
                    <a:pt x="1203" y="2289"/>
                  </a:cubicBezTo>
                  <a:cubicBezTo>
                    <a:pt x="1494" y="1936"/>
                    <a:pt x="1763" y="1569"/>
                    <a:pt x="2034" y="1194"/>
                  </a:cubicBezTo>
                  <a:cubicBezTo>
                    <a:pt x="2174" y="1000"/>
                    <a:pt x="2327" y="809"/>
                    <a:pt x="2472" y="614"/>
                  </a:cubicBezTo>
                  <a:cubicBezTo>
                    <a:pt x="2242" y="388"/>
                    <a:pt x="2024" y="183"/>
                    <a:pt x="1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8"/>
            <p:cNvSpPr/>
            <p:nvPr/>
          </p:nvSpPr>
          <p:spPr>
            <a:xfrm>
              <a:off x="4683188" y="1131238"/>
              <a:ext cx="72675" cy="60025"/>
            </a:xfrm>
            <a:custGeom>
              <a:rect b="b" l="l" r="r" t="t"/>
              <a:pathLst>
                <a:path extrusionOk="0" h="2401" w="2907">
                  <a:moveTo>
                    <a:pt x="2525" y="1"/>
                  </a:moveTo>
                  <a:cubicBezTo>
                    <a:pt x="2004" y="293"/>
                    <a:pt x="1493" y="615"/>
                    <a:pt x="1034" y="989"/>
                  </a:cubicBezTo>
                  <a:cubicBezTo>
                    <a:pt x="735" y="1229"/>
                    <a:pt x="459" y="1496"/>
                    <a:pt x="210" y="1787"/>
                  </a:cubicBezTo>
                  <a:cubicBezTo>
                    <a:pt x="0" y="2035"/>
                    <a:pt x="270" y="2401"/>
                    <a:pt x="551" y="2401"/>
                  </a:cubicBezTo>
                  <a:cubicBezTo>
                    <a:pt x="607" y="2401"/>
                    <a:pt x="663" y="2387"/>
                    <a:pt x="716" y="2354"/>
                  </a:cubicBezTo>
                  <a:cubicBezTo>
                    <a:pt x="1018" y="2167"/>
                    <a:pt x="1306" y="1963"/>
                    <a:pt x="1582" y="1742"/>
                  </a:cubicBezTo>
                  <a:cubicBezTo>
                    <a:pt x="2040" y="1381"/>
                    <a:pt x="2472" y="984"/>
                    <a:pt x="2906" y="590"/>
                  </a:cubicBezTo>
                  <a:cubicBezTo>
                    <a:pt x="2780" y="388"/>
                    <a:pt x="2653" y="191"/>
                    <a:pt x="2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8"/>
            <p:cNvSpPr/>
            <p:nvPr/>
          </p:nvSpPr>
          <p:spPr>
            <a:xfrm>
              <a:off x="4728738" y="1241788"/>
              <a:ext cx="81800" cy="52050"/>
            </a:xfrm>
            <a:custGeom>
              <a:rect b="b" l="l" r="r" t="t"/>
              <a:pathLst>
                <a:path extrusionOk="0" h="2082" w="3272">
                  <a:moveTo>
                    <a:pt x="2960" y="0"/>
                  </a:moveTo>
                  <a:cubicBezTo>
                    <a:pt x="2739" y="86"/>
                    <a:pt x="2525" y="182"/>
                    <a:pt x="2309" y="269"/>
                  </a:cubicBezTo>
                  <a:cubicBezTo>
                    <a:pt x="2006" y="394"/>
                    <a:pt x="1706" y="516"/>
                    <a:pt x="1410" y="648"/>
                  </a:cubicBezTo>
                  <a:cubicBezTo>
                    <a:pt x="1066" y="800"/>
                    <a:pt x="727" y="963"/>
                    <a:pt x="398" y="1156"/>
                  </a:cubicBezTo>
                  <a:cubicBezTo>
                    <a:pt x="1" y="1389"/>
                    <a:pt x="131" y="2081"/>
                    <a:pt x="561" y="2081"/>
                  </a:cubicBezTo>
                  <a:cubicBezTo>
                    <a:pt x="608" y="2081"/>
                    <a:pt x="658" y="2073"/>
                    <a:pt x="712" y="2055"/>
                  </a:cubicBezTo>
                  <a:cubicBezTo>
                    <a:pt x="1044" y="1945"/>
                    <a:pt x="1362" y="1818"/>
                    <a:pt x="1676" y="1678"/>
                  </a:cubicBezTo>
                  <a:cubicBezTo>
                    <a:pt x="1962" y="1551"/>
                    <a:pt x="2248" y="1414"/>
                    <a:pt x="2534" y="1272"/>
                  </a:cubicBezTo>
                  <a:cubicBezTo>
                    <a:pt x="2771" y="1156"/>
                    <a:pt x="3025" y="1044"/>
                    <a:pt x="3272" y="922"/>
                  </a:cubicBezTo>
                  <a:cubicBezTo>
                    <a:pt x="3174" y="608"/>
                    <a:pt x="3070" y="301"/>
                    <a:pt x="29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8"/>
            <p:cNvSpPr/>
            <p:nvPr/>
          </p:nvSpPr>
          <p:spPr>
            <a:xfrm>
              <a:off x="4726838" y="1363838"/>
              <a:ext cx="105625" cy="34800"/>
            </a:xfrm>
            <a:custGeom>
              <a:rect b="b" l="l" r="r" t="t"/>
              <a:pathLst>
                <a:path extrusionOk="0" h="1392" w="4225">
                  <a:moveTo>
                    <a:pt x="4152" y="1"/>
                  </a:moveTo>
                  <a:cubicBezTo>
                    <a:pt x="3746" y="26"/>
                    <a:pt x="3339" y="61"/>
                    <a:pt x="2929" y="94"/>
                  </a:cubicBezTo>
                  <a:cubicBezTo>
                    <a:pt x="2642" y="117"/>
                    <a:pt x="2318" y="120"/>
                    <a:pt x="1989" y="133"/>
                  </a:cubicBezTo>
                  <a:cubicBezTo>
                    <a:pt x="1387" y="157"/>
                    <a:pt x="764" y="216"/>
                    <a:pt x="305" y="503"/>
                  </a:cubicBezTo>
                  <a:cubicBezTo>
                    <a:pt x="0" y="696"/>
                    <a:pt x="26" y="1112"/>
                    <a:pt x="365" y="1251"/>
                  </a:cubicBezTo>
                  <a:cubicBezTo>
                    <a:pt x="618" y="1353"/>
                    <a:pt x="902" y="1392"/>
                    <a:pt x="1200" y="1392"/>
                  </a:cubicBezTo>
                  <a:cubicBezTo>
                    <a:pt x="1438" y="1392"/>
                    <a:pt x="1685" y="1367"/>
                    <a:pt x="1931" y="1331"/>
                  </a:cubicBezTo>
                  <a:cubicBezTo>
                    <a:pt x="2408" y="1262"/>
                    <a:pt x="2882" y="1147"/>
                    <a:pt x="3282" y="1084"/>
                  </a:cubicBezTo>
                  <a:cubicBezTo>
                    <a:pt x="3541" y="1041"/>
                    <a:pt x="3881" y="1016"/>
                    <a:pt x="4224" y="966"/>
                  </a:cubicBezTo>
                  <a:cubicBezTo>
                    <a:pt x="4209" y="640"/>
                    <a:pt x="4182" y="317"/>
                    <a:pt x="4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8"/>
            <p:cNvSpPr/>
            <p:nvPr/>
          </p:nvSpPr>
          <p:spPr>
            <a:xfrm>
              <a:off x="4726313" y="1516138"/>
              <a:ext cx="97325" cy="27125"/>
            </a:xfrm>
            <a:custGeom>
              <a:rect b="b" l="l" r="r" t="t"/>
              <a:pathLst>
                <a:path extrusionOk="0" h="1085" w="3893">
                  <a:moveTo>
                    <a:pt x="1546" y="0"/>
                  </a:moveTo>
                  <a:cubicBezTo>
                    <a:pt x="1180" y="0"/>
                    <a:pt x="813" y="31"/>
                    <a:pt x="456" y="135"/>
                  </a:cubicBezTo>
                  <a:cubicBezTo>
                    <a:pt x="80" y="243"/>
                    <a:pt x="0" y="805"/>
                    <a:pt x="416" y="930"/>
                  </a:cubicBezTo>
                  <a:cubicBezTo>
                    <a:pt x="745" y="1029"/>
                    <a:pt x="1080" y="1070"/>
                    <a:pt x="1418" y="1081"/>
                  </a:cubicBezTo>
                  <a:cubicBezTo>
                    <a:pt x="1489" y="1083"/>
                    <a:pt x="1561" y="1084"/>
                    <a:pt x="1632" y="1084"/>
                  </a:cubicBezTo>
                  <a:cubicBezTo>
                    <a:pt x="2047" y="1084"/>
                    <a:pt x="2464" y="1048"/>
                    <a:pt x="2877" y="1032"/>
                  </a:cubicBezTo>
                  <a:cubicBezTo>
                    <a:pt x="3159" y="1019"/>
                    <a:pt x="3441" y="1004"/>
                    <a:pt x="3723" y="984"/>
                  </a:cubicBezTo>
                  <a:cubicBezTo>
                    <a:pt x="3785" y="701"/>
                    <a:pt x="3841" y="421"/>
                    <a:pt x="3892" y="144"/>
                  </a:cubicBezTo>
                  <a:cubicBezTo>
                    <a:pt x="3521" y="111"/>
                    <a:pt x="3150" y="85"/>
                    <a:pt x="2778" y="64"/>
                  </a:cubicBezTo>
                  <a:cubicBezTo>
                    <a:pt x="2369" y="41"/>
                    <a:pt x="1957" y="2"/>
                    <a:pt x="15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8"/>
            <p:cNvSpPr/>
            <p:nvPr/>
          </p:nvSpPr>
          <p:spPr>
            <a:xfrm>
              <a:off x="4687213" y="1648238"/>
              <a:ext cx="89275" cy="48175"/>
            </a:xfrm>
            <a:custGeom>
              <a:rect b="b" l="l" r="r" t="t"/>
              <a:pathLst>
                <a:path extrusionOk="0" h="1927" w="3571">
                  <a:moveTo>
                    <a:pt x="624" y="1"/>
                  </a:moveTo>
                  <a:cubicBezTo>
                    <a:pt x="175" y="1"/>
                    <a:pt x="0" y="697"/>
                    <a:pt x="393" y="931"/>
                  </a:cubicBezTo>
                  <a:cubicBezTo>
                    <a:pt x="851" y="1202"/>
                    <a:pt x="1329" y="1379"/>
                    <a:pt x="1827" y="1534"/>
                  </a:cubicBezTo>
                  <a:cubicBezTo>
                    <a:pt x="2020" y="1593"/>
                    <a:pt x="2216" y="1650"/>
                    <a:pt x="2417" y="1708"/>
                  </a:cubicBezTo>
                  <a:cubicBezTo>
                    <a:pt x="2662" y="1779"/>
                    <a:pt x="2913" y="1854"/>
                    <a:pt x="3165" y="1926"/>
                  </a:cubicBezTo>
                  <a:cubicBezTo>
                    <a:pt x="3307" y="1620"/>
                    <a:pt x="3441" y="1314"/>
                    <a:pt x="3571" y="1012"/>
                  </a:cubicBezTo>
                  <a:cubicBezTo>
                    <a:pt x="3295" y="894"/>
                    <a:pt x="3015" y="783"/>
                    <a:pt x="2747" y="668"/>
                  </a:cubicBezTo>
                  <a:cubicBezTo>
                    <a:pt x="2540" y="581"/>
                    <a:pt x="2337" y="495"/>
                    <a:pt x="2131" y="413"/>
                  </a:cubicBezTo>
                  <a:cubicBezTo>
                    <a:pt x="1665" y="232"/>
                    <a:pt x="1201" y="81"/>
                    <a:pt x="691" y="6"/>
                  </a:cubicBezTo>
                  <a:cubicBezTo>
                    <a:pt x="668" y="3"/>
                    <a:pt x="646" y="1"/>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38"/>
          <p:cNvGrpSpPr/>
          <p:nvPr/>
        </p:nvGrpSpPr>
        <p:grpSpPr>
          <a:xfrm>
            <a:off x="1069063" y="2955225"/>
            <a:ext cx="1029100" cy="1204975"/>
            <a:chOff x="1340363" y="3317850"/>
            <a:chExt cx="1029100" cy="1204975"/>
          </a:xfrm>
        </p:grpSpPr>
        <p:sp>
          <p:nvSpPr>
            <p:cNvPr id="1398" name="Google Shape;1398;p38"/>
            <p:cNvSpPr/>
            <p:nvPr/>
          </p:nvSpPr>
          <p:spPr>
            <a:xfrm>
              <a:off x="1340363" y="3423100"/>
              <a:ext cx="1029100" cy="1099725"/>
            </a:xfrm>
            <a:custGeom>
              <a:rect b="b" l="l" r="r" t="t"/>
              <a:pathLst>
                <a:path extrusionOk="0" h="43989" w="41164">
                  <a:moveTo>
                    <a:pt x="15965" y="1"/>
                  </a:moveTo>
                  <a:cubicBezTo>
                    <a:pt x="13710" y="1"/>
                    <a:pt x="11496" y="510"/>
                    <a:pt x="9472" y="1633"/>
                  </a:cubicBezTo>
                  <a:cubicBezTo>
                    <a:pt x="8160" y="2359"/>
                    <a:pt x="6922" y="3344"/>
                    <a:pt x="5808" y="4616"/>
                  </a:cubicBezTo>
                  <a:cubicBezTo>
                    <a:pt x="834" y="10276"/>
                    <a:pt x="1" y="18570"/>
                    <a:pt x="1433" y="25545"/>
                  </a:cubicBezTo>
                  <a:cubicBezTo>
                    <a:pt x="2190" y="29222"/>
                    <a:pt x="3476" y="32796"/>
                    <a:pt x="4881" y="36266"/>
                  </a:cubicBezTo>
                  <a:cubicBezTo>
                    <a:pt x="6536" y="40336"/>
                    <a:pt x="8118" y="43989"/>
                    <a:pt x="12900" y="43989"/>
                  </a:cubicBezTo>
                  <a:cubicBezTo>
                    <a:pt x="13183" y="43989"/>
                    <a:pt x="13479" y="43976"/>
                    <a:pt x="13786" y="43949"/>
                  </a:cubicBezTo>
                  <a:cubicBezTo>
                    <a:pt x="20603" y="43365"/>
                    <a:pt x="27039" y="40483"/>
                    <a:pt x="33032" y="37157"/>
                  </a:cubicBezTo>
                  <a:cubicBezTo>
                    <a:pt x="33955" y="36646"/>
                    <a:pt x="34905" y="36088"/>
                    <a:pt x="35813" y="35474"/>
                  </a:cubicBezTo>
                  <a:cubicBezTo>
                    <a:pt x="38697" y="33517"/>
                    <a:pt x="41164" y="30954"/>
                    <a:pt x="40979" y="27277"/>
                  </a:cubicBezTo>
                  <a:cubicBezTo>
                    <a:pt x="40877" y="25269"/>
                    <a:pt x="40151" y="23361"/>
                    <a:pt x="39393" y="21509"/>
                  </a:cubicBezTo>
                  <a:cubicBezTo>
                    <a:pt x="36365" y="14090"/>
                    <a:pt x="32415" y="6878"/>
                    <a:pt x="25219" y="2680"/>
                  </a:cubicBezTo>
                  <a:cubicBezTo>
                    <a:pt x="22316" y="986"/>
                    <a:pt x="19100" y="1"/>
                    <a:pt x="1596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8"/>
            <p:cNvSpPr/>
            <p:nvPr/>
          </p:nvSpPr>
          <p:spPr>
            <a:xfrm>
              <a:off x="1504138" y="3317850"/>
              <a:ext cx="259100" cy="233225"/>
            </a:xfrm>
            <a:custGeom>
              <a:rect b="b" l="l" r="r" t="t"/>
              <a:pathLst>
                <a:path extrusionOk="0" h="9329" w="10364">
                  <a:moveTo>
                    <a:pt x="4849" y="1"/>
                  </a:moveTo>
                  <a:cubicBezTo>
                    <a:pt x="4454" y="1"/>
                    <a:pt x="4054" y="62"/>
                    <a:pt x="3661" y="194"/>
                  </a:cubicBezTo>
                  <a:cubicBezTo>
                    <a:pt x="1" y="1412"/>
                    <a:pt x="642" y="6202"/>
                    <a:pt x="2007" y="8889"/>
                  </a:cubicBezTo>
                  <a:cubicBezTo>
                    <a:pt x="2164" y="9198"/>
                    <a:pt x="2447" y="9329"/>
                    <a:pt x="2725" y="9329"/>
                  </a:cubicBezTo>
                  <a:cubicBezTo>
                    <a:pt x="3229" y="9329"/>
                    <a:pt x="3719" y="8903"/>
                    <a:pt x="3432" y="8338"/>
                  </a:cubicBezTo>
                  <a:cubicBezTo>
                    <a:pt x="2493" y="6492"/>
                    <a:pt x="1408" y="2494"/>
                    <a:pt x="4212" y="1617"/>
                  </a:cubicBezTo>
                  <a:cubicBezTo>
                    <a:pt x="4496" y="1528"/>
                    <a:pt x="4764" y="1487"/>
                    <a:pt x="5015" y="1487"/>
                  </a:cubicBezTo>
                  <a:cubicBezTo>
                    <a:pt x="7297" y="1487"/>
                    <a:pt x="8308" y="4856"/>
                    <a:pt x="8781" y="6624"/>
                  </a:cubicBezTo>
                  <a:cubicBezTo>
                    <a:pt x="8872" y="6969"/>
                    <a:pt x="9119" y="7114"/>
                    <a:pt x="9383" y="7114"/>
                  </a:cubicBezTo>
                  <a:cubicBezTo>
                    <a:pt x="9846" y="7114"/>
                    <a:pt x="10363" y="6669"/>
                    <a:pt x="10204" y="6072"/>
                  </a:cubicBezTo>
                  <a:cubicBezTo>
                    <a:pt x="9738" y="4319"/>
                    <a:pt x="9197" y="2529"/>
                    <a:pt x="7838" y="1250"/>
                  </a:cubicBezTo>
                  <a:cubicBezTo>
                    <a:pt x="7015" y="477"/>
                    <a:pt x="5948" y="1"/>
                    <a:pt x="484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8"/>
            <p:cNvSpPr/>
            <p:nvPr/>
          </p:nvSpPr>
          <p:spPr>
            <a:xfrm>
              <a:off x="1365488" y="3403850"/>
              <a:ext cx="714500" cy="634125"/>
            </a:xfrm>
            <a:custGeom>
              <a:rect b="b" l="l" r="r" t="t"/>
              <a:pathLst>
                <a:path extrusionOk="0" h="25365" w="28580">
                  <a:moveTo>
                    <a:pt x="17433" y="1"/>
                  </a:moveTo>
                  <a:cubicBezTo>
                    <a:pt x="17107" y="1"/>
                    <a:pt x="16772" y="14"/>
                    <a:pt x="16430" y="39"/>
                  </a:cubicBezTo>
                  <a:cubicBezTo>
                    <a:pt x="12010" y="355"/>
                    <a:pt x="6435" y="2709"/>
                    <a:pt x="3900" y="5471"/>
                  </a:cubicBezTo>
                  <a:cubicBezTo>
                    <a:pt x="3699" y="5689"/>
                    <a:pt x="3515" y="5919"/>
                    <a:pt x="3341" y="6158"/>
                  </a:cubicBezTo>
                  <a:cubicBezTo>
                    <a:pt x="3094" y="6507"/>
                    <a:pt x="2866" y="6867"/>
                    <a:pt x="2656" y="7238"/>
                  </a:cubicBezTo>
                  <a:cubicBezTo>
                    <a:pt x="1" y="11905"/>
                    <a:pt x="141" y="18284"/>
                    <a:pt x="1834" y="22452"/>
                  </a:cubicBezTo>
                  <a:cubicBezTo>
                    <a:pt x="2219" y="23397"/>
                    <a:pt x="2729" y="24340"/>
                    <a:pt x="3681" y="24879"/>
                  </a:cubicBezTo>
                  <a:cubicBezTo>
                    <a:pt x="4303" y="25228"/>
                    <a:pt x="5026" y="25364"/>
                    <a:pt x="5796" y="25364"/>
                  </a:cubicBezTo>
                  <a:cubicBezTo>
                    <a:pt x="7139" y="25364"/>
                    <a:pt x="8628" y="24951"/>
                    <a:pt x="9978" y="24528"/>
                  </a:cubicBezTo>
                  <a:cubicBezTo>
                    <a:pt x="11390" y="24084"/>
                    <a:pt x="12804" y="23638"/>
                    <a:pt x="14217" y="23200"/>
                  </a:cubicBezTo>
                  <a:cubicBezTo>
                    <a:pt x="16128" y="22598"/>
                    <a:pt x="18038" y="21999"/>
                    <a:pt x="19947" y="21402"/>
                  </a:cubicBezTo>
                  <a:cubicBezTo>
                    <a:pt x="23043" y="20431"/>
                    <a:pt x="26578" y="19103"/>
                    <a:pt x="27775" y="16448"/>
                  </a:cubicBezTo>
                  <a:cubicBezTo>
                    <a:pt x="28579" y="14663"/>
                    <a:pt x="28037" y="12808"/>
                    <a:pt x="27406" y="11138"/>
                  </a:cubicBezTo>
                  <a:cubicBezTo>
                    <a:pt x="26609" y="9027"/>
                    <a:pt x="25678" y="6970"/>
                    <a:pt x="24616" y="4978"/>
                  </a:cubicBezTo>
                  <a:cubicBezTo>
                    <a:pt x="23647" y="3153"/>
                    <a:pt x="22449" y="1280"/>
                    <a:pt x="20320" y="459"/>
                  </a:cubicBezTo>
                  <a:cubicBezTo>
                    <a:pt x="20287" y="446"/>
                    <a:pt x="20258" y="434"/>
                    <a:pt x="20225" y="423"/>
                  </a:cubicBezTo>
                  <a:cubicBezTo>
                    <a:pt x="19863" y="293"/>
                    <a:pt x="19489" y="196"/>
                    <a:pt x="19110" y="136"/>
                  </a:cubicBezTo>
                  <a:cubicBezTo>
                    <a:pt x="18587" y="44"/>
                    <a:pt x="18025" y="1"/>
                    <a:pt x="1743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8"/>
            <p:cNvSpPr/>
            <p:nvPr/>
          </p:nvSpPr>
          <p:spPr>
            <a:xfrm>
              <a:off x="1652138" y="4098625"/>
              <a:ext cx="481200" cy="345200"/>
            </a:xfrm>
            <a:custGeom>
              <a:rect b="b" l="l" r="r" t="t"/>
              <a:pathLst>
                <a:path extrusionOk="0" h="13808" w="19248">
                  <a:moveTo>
                    <a:pt x="15128" y="1"/>
                  </a:moveTo>
                  <a:cubicBezTo>
                    <a:pt x="14639" y="1"/>
                    <a:pt x="14146" y="125"/>
                    <a:pt x="13665" y="253"/>
                  </a:cubicBezTo>
                  <a:cubicBezTo>
                    <a:pt x="13429" y="315"/>
                    <a:pt x="13194" y="381"/>
                    <a:pt x="12956" y="446"/>
                  </a:cubicBezTo>
                  <a:cubicBezTo>
                    <a:pt x="10400" y="1148"/>
                    <a:pt x="7845" y="1952"/>
                    <a:pt x="5417" y="3017"/>
                  </a:cubicBezTo>
                  <a:cubicBezTo>
                    <a:pt x="3880" y="3693"/>
                    <a:pt x="2077" y="4240"/>
                    <a:pt x="893" y="5477"/>
                  </a:cubicBezTo>
                  <a:cubicBezTo>
                    <a:pt x="125" y="6281"/>
                    <a:pt x="1" y="7458"/>
                    <a:pt x="266" y="8667"/>
                  </a:cubicBezTo>
                  <a:cubicBezTo>
                    <a:pt x="335" y="8983"/>
                    <a:pt x="427" y="9294"/>
                    <a:pt x="542" y="9595"/>
                  </a:cubicBezTo>
                  <a:cubicBezTo>
                    <a:pt x="739" y="10131"/>
                    <a:pt x="991" y="10642"/>
                    <a:pt x="1293" y="11127"/>
                  </a:cubicBezTo>
                  <a:cubicBezTo>
                    <a:pt x="1971" y="12216"/>
                    <a:pt x="2857" y="13102"/>
                    <a:pt x="3692" y="13449"/>
                  </a:cubicBezTo>
                  <a:cubicBezTo>
                    <a:pt x="4308" y="13702"/>
                    <a:pt x="4967" y="13807"/>
                    <a:pt x="5639" y="13807"/>
                  </a:cubicBezTo>
                  <a:cubicBezTo>
                    <a:pt x="6588" y="13807"/>
                    <a:pt x="7564" y="13597"/>
                    <a:pt x="8478" y="13298"/>
                  </a:cubicBezTo>
                  <a:cubicBezTo>
                    <a:pt x="9393" y="13000"/>
                    <a:pt x="10307" y="12674"/>
                    <a:pt x="11215" y="12327"/>
                  </a:cubicBezTo>
                  <a:cubicBezTo>
                    <a:pt x="12704" y="11757"/>
                    <a:pt x="14177" y="11127"/>
                    <a:pt x="15608" y="10454"/>
                  </a:cubicBezTo>
                  <a:cubicBezTo>
                    <a:pt x="16397" y="10082"/>
                    <a:pt x="17197" y="9694"/>
                    <a:pt x="17866" y="9137"/>
                  </a:cubicBezTo>
                  <a:cubicBezTo>
                    <a:pt x="18703" y="8441"/>
                    <a:pt x="19248" y="7540"/>
                    <a:pt x="19198" y="6471"/>
                  </a:cubicBezTo>
                  <a:cubicBezTo>
                    <a:pt x="19156" y="5630"/>
                    <a:pt x="18820" y="4883"/>
                    <a:pt x="18542" y="4110"/>
                  </a:cubicBezTo>
                  <a:cubicBezTo>
                    <a:pt x="18431" y="3790"/>
                    <a:pt x="18334" y="3467"/>
                    <a:pt x="18237" y="3138"/>
                  </a:cubicBezTo>
                  <a:cubicBezTo>
                    <a:pt x="18142" y="2827"/>
                    <a:pt x="18047" y="2513"/>
                    <a:pt x="17921" y="2210"/>
                  </a:cubicBezTo>
                  <a:cubicBezTo>
                    <a:pt x="17831" y="1978"/>
                    <a:pt x="17722" y="1755"/>
                    <a:pt x="17594" y="1541"/>
                  </a:cubicBezTo>
                  <a:cubicBezTo>
                    <a:pt x="17126" y="770"/>
                    <a:pt x="16355" y="125"/>
                    <a:pt x="15423" y="17"/>
                  </a:cubicBezTo>
                  <a:cubicBezTo>
                    <a:pt x="15325" y="6"/>
                    <a:pt x="15227" y="1"/>
                    <a:pt x="1512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8"/>
            <p:cNvSpPr/>
            <p:nvPr/>
          </p:nvSpPr>
          <p:spPr>
            <a:xfrm>
              <a:off x="1512138" y="3800250"/>
              <a:ext cx="218275" cy="357825"/>
            </a:xfrm>
            <a:custGeom>
              <a:rect b="b" l="l" r="r" t="t"/>
              <a:pathLst>
                <a:path extrusionOk="0" h="14313" w="8731">
                  <a:moveTo>
                    <a:pt x="2646" y="1"/>
                  </a:moveTo>
                  <a:cubicBezTo>
                    <a:pt x="1334" y="1"/>
                    <a:pt x="0" y="1233"/>
                    <a:pt x="612" y="2933"/>
                  </a:cubicBezTo>
                  <a:lnTo>
                    <a:pt x="4201" y="12897"/>
                  </a:lnTo>
                  <a:cubicBezTo>
                    <a:pt x="4559" y="13892"/>
                    <a:pt x="5318" y="14313"/>
                    <a:pt x="6085" y="14313"/>
                  </a:cubicBezTo>
                  <a:cubicBezTo>
                    <a:pt x="7397" y="14313"/>
                    <a:pt x="8730" y="13081"/>
                    <a:pt x="8117" y="11380"/>
                  </a:cubicBezTo>
                  <a:lnTo>
                    <a:pt x="4530" y="1416"/>
                  </a:lnTo>
                  <a:cubicBezTo>
                    <a:pt x="4172" y="422"/>
                    <a:pt x="3412" y="1"/>
                    <a:pt x="264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8"/>
            <p:cNvSpPr/>
            <p:nvPr/>
          </p:nvSpPr>
          <p:spPr>
            <a:xfrm>
              <a:off x="1802988" y="3697750"/>
              <a:ext cx="230600" cy="355125"/>
            </a:xfrm>
            <a:custGeom>
              <a:rect b="b" l="l" r="r" t="t"/>
              <a:pathLst>
                <a:path extrusionOk="0" h="14205" w="9224">
                  <a:moveTo>
                    <a:pt x="2702" y="0"/>
                  </a:moveTo>
                  <a:cubicBezTo>
                    <a:pt x="1369" y="0"/>
                    <a:pt x="0" y="1198"/>
                    <a:pt x="640" y="2806"/>
                  </a:cubicBezTo>
                  <a:lnTo>
                    <a:pt x="4666" y="12916"/>
                  </a:lnTo>
                  <a:cubicBezTo>
                    <a:pt x="5026" y="13823"/>
                    <a:pt x="5768" y="14205"/>
                    <a:pt x="6521" y="14205"/>
                  </a:cubicBezTo>
                  <a:cubicBezTo>
                    <a:pt x="7854" y="14205"/>
                    <a:pt x="9223" y="13008"/>
                    <a:pt x="8583" y="11400"/>
                  </a:cubicBezTo>
                  <a:cubicBezTo>
                    <a:pt x="7240" y="8028"/>
                    <a:pt x="5899" y="4659"/>
                    <a:pt x="4556" y="1288"/>
                  </a:cubicBezTo>
                  <a:cubicBezTo>
                    <a:pt x="4195" y="382"/>
                    <a:pt x="3454" y="0"/>
                    <a:pt x="270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38"/>
          <p:cNvGrpSpPr/>
          <p:nvPr/>
        </p:nvGrpSpPr>
        <p:grpSpPr>
          <a:xfrm>
            <a:off x="1482388" y="1066725"/>
            <a:ext cx="868175" cy="737200"/>
            <a:chOff x="-4758675" y="2306100"/>
            <a:chExt cx="868175" cy="737200"/>
          </a:xfrm>
        </p:grpSpPr>
        <p:sp>
          <p:nvSpPr>
            <p:cNvPr id="1405" name="Google Shape;1405;p38"/>
            <p:cNvSpPr/>
            <p:nvPr/>
          </p:nvSpPr>
          <p:spPr>
            <a:xfrm>
              <a:off x="-4758675" y="2306100"/>
              <a:ext cx="868175" cy="737200"/>
            </a:xfrm>
            <a:custGeom>
              <a:rect b="b" l="l" r="r" t="t"/>
              <a:pathLst>
                <a:path extrusionOk="0" h="29488" w="34727">
                  <a:moveTo>
                    <a:pt x="10584" y="6407"/>
                  </a:moveTo>
                  <a:cubicBezTo>
                    <a:pt x="10624" y="6419"/>
                    <a:pt x="22215" y="10549"/>
                    <a:pt x="25638" y="13371"/>
                  </a:cubicBezTo>
                  <a:cubicBezTo>
                    <a:pt x="25638" y="13371"/>
                    <a:pt x="17346" y="17605"/>
                    <a:pt x="6389" y="22754"/>
                  </a:cubicBezTo>
                  <a:cubicBezTo>
                    <a:pt x="6389" y="22754"/>
                    <a:pt x="7752" y="13711"/>
                    <a:pt x="10584" y="6407"/>
                  </a:cubicBezTo>
                  <a:close/>
                  <a:moveTo>
                    <a:pt x="7570" y="0"/>
                  </a:moveTo>
                  <a:cubicBezTo>
                    <a:pt x="7131" y="1131"/>
                    <a:pt x="6713" y="2283"/>
                    <a:pt x="6316" y="3447"/>
                  </a:cubicBezTo>
                  <a:cubicBezTo>
                    <a:pt x="6276" y="3554"/>
                    <a:pt x="6241" y="3659"/>
                    <a:pt x="6205" y="3766"/>
                  </a:cubicBezTo>
                  <a:cubicBezTo>
                    <a:pt x="5869" y="4757"/>
                    <a:pt x="5546" y="5756"/>
                    <a:pt x="5238" y="6754"/>
                  </a:cubicBezTo>
                  <a:cubicBezTo>
                    <a:pt x="5196" y="6890"/>
                    <a:pt x="5155" y="7026"/>
                    <a:pt x="5112" y="7160"/>
                  </a:cubicBezTo>
                  <a:cubicBezTo>
                    <a:pt x="4810" y="8153"/>
                    <a:pt x="4521" y="9143"/>
                    <a:pt x="4246" y="10124"/>
                  </a:cubicBezTo>
                  <a:cubicBezTo>
                    <a:pt x="4210" y="10248"/>
                    <a:pt x="4176" y="10374"/>
                    <a:pt x="4140" y="10498"/>
                  </a:cubicBezTo>
                  <a:cubicBezTo>
                    <a:pt x="3913" y="11320"/>
                    <a:pt x="3693" y="12136"/>
                    <a:pt x="3483" y="12938"/>
                  </a:cubicBezTo>
                  <a:lnTo>
                    <a:pt x="3398" y="13271"/>
                  </a:lnTo>
                  <a:cubicBezTo>
                    <a:pt x="3121" y="14340"/>
                    <a:pt x="2862" y="15389"/>
                    <a:pt x="2621" y="16403"/>
                  </a:cubicBezTo>
                  <a:cubicBezTo>
                    <a:pt x="2585" y="16548"/>
                    <a:pt x="2551" y="16690"/>
                    <a:pt x="2519" y="16833"/>
                  </a:cubicBezTo>
                  <a:cubicBezTo>
                    <a:pt x="2296" y="17771"/>
                    <a:pt x="2091" y="18680"/>
                    <a:pt x="1899" y="19552"/>
                  </a:cubicBezTo>
                  <a:cubicBezTo>
                    <a:pt x="1875" y="19661"/>
                    <a:pt x="1851" y="19770"/>
                    <a:pt x="1827" y="19877"/>
                  </a:cubicBezTo>
                  <a:cubicBezTo>
                    <a:pt x="1645" y="20715"/>
                    <a:pt x="1476" y="21517"/>
                    <a:pt x="1323" y="22273"/>
                  </a:cubicBezTo>
                  <a:cubicBezTo>
                    <a:pt x="1299" y="22392"/>
                    <a:pt x="1273" y="22508"/>
                    <a:pt x="1251" y="22623"/>
                  </a:cubicBezTo>
                  <a:cubicBezTo>
                    <a:pt x="1051" y="23609"/>
                    <a:pt x="876" y="24513"/>
                    <a:pt x="724" y="25320"/>
                  </a:cubicBezTo>
                  <a:cubicBezTo>
                    <a:pt x="709" y="25408"/>
                    <a:pt x="692" y="25495"/>
                    <a:pt x="675" y="25580"/>
                  </a:cubicBezTo>
                  <a:cubicBezTo>
                    <a:pt x="225" y="28007"/>
                    <a:pt x="0" y="29487"/>
                    <a:pt x="0" y="29487"/>
                  </a:cubicBezTo>
                  <a:cubicBezTo>
                    <a:pt x="19768" y="20200"/>
                    <a:pt x="34727" y="12563"/>
                    <a:pt x="34727" y="12563"/>
                  </a:cubicBezTo>
                  <a:cubicBezTo>
                    <a:pt x="33797" y="11905"/>
                    <a:pt x="32752" y="11240"/>
                    <a:pt x="31632" y="10583"/>
                  </a:cubicBezTo>
                  <a:cubicBezTo>
                    <a:pt x="31501" y="10508"/>
                    <a:pt x="31370" y="10431"/>
                    <a:pt x="31238" y="10357"/>
                  </a:cubicBezTo>
                  <a:cubicBezTo>
                    <a:pt x="29829" y="9544"/>
                    <a:pt x="28306" y="8742"/>
                    <a:pt x="26734" y="7964"/>
                  </a:cubicBezTo>
                  <a:lnTo>
                    <a:pt x="26367" y="7784"/>
                  </a:lnTo>
                  <a:cubicBezTo>
                    <a:pt x="25138" y="7181"/>
                    <a:pt x="23884" y="6594"/>
                    <a:pt x="22635" y="6030"/>
                  </a:cubicBezTo>
                  <a:cubicBezTo>
                    <a:pt x="22513" y="5974"/>
                    <a:pt x="22390" y="5920"/>
                    <a:pt x="22268" y="5865"/>
                  </a:cubicBezTo>
                  <a:cubicBezTo>
                    <a:pt x="21087" y="5335"/>
                    <a:pt x="19913" y="4825"/>
                    <a:pt x="18774" y="4346"/>
                  </a:cubicBezTo>
                  <a:cubicBezTo>
                    <a:pt x="18647" y="4293"/>
                    <a:pt x="18519" y="4239"/>
                    <a:pt x="18393" y="4186"/>
                  </a:cubicBezTo>
                  <a:cubicBezTo>
                    <a:pt x="17234" y="3700"/>
                    <a:pt x="16114" y="3245"/>
                    <a:pt x="15064" y="2827"/>
                  </a:cubicBezTo>
                  <a:cubicBezTo>
                    <a:pt x="14952" y="2781"/>
                    <a:pt x="14836" y="2735"/>
                    <a:pt x="14726" y="2692"/>
                  </a:cubicBezTo>
                  <a:cubicBezTo>
                    <a:pt x="13113" y="2052"/>
                    <a:pt x="11674" y="1503"/>
                    <a:pt x="10516" y="1071"/>
                  </a:cubicBezTo>
                  <a:lnTo>
                    <a:pt x="10211" y="957"/>
                  </a:lnTo>
                  <a:cubicBezTo>
                    <a:pt x="8569" y="347"/>
                    <a:pt x="7570" y="0"/>
                    <a:pt x="7570"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8"/>
            <p:cNvSpPr/>
            <p:nvPr/>
          </p:nvSpPr>
          <p:spPr>
            <a:xfrm>
              <a:off x="-4741775" y="2939100"/>
              <a:ext cx="72100" cy="11700"/>
            </a:xfrm>
            <a:custGeom>
              <a:rect b="b" l="l" r="r" t="t"/>
              <a:pathLst>
                <a:path extrusionOk="0" h="468" w="2884">
                  <a:moveTo>
                    <a:pt x="48" y="0"/>
                  </a:moveTo>
                  <a:cubicBezTo>
                    <a:pt x="33" y="87"/>
                    <a:pt x="16" y="175"/>
                    <a:pt x="1" y="260"/>
                  </a:cubicBezTo>
                  <a:cubicBezTo>
                    <a:pt x="728" y="376"/>
                    <a:pt x="1465" y="467"/>
                    <a:pt x="2192" y="467"/>
                  </a:cubicBezTo>
                  <a:cubicBezTo>
                    <a:pt x="2382" y="467"/>
                    <a:pt x="2572" y="461"/>
                    <a:pt x="2761" y="447"/>
                  </a:cubicBezTo>
                  <a:cubicBezTo>
                    <a:pt x="2883" y="439"/>
                    <a:pt x="2866" y="258"/>
                    <a:pt x="2756" y="241"/>
                  </a:cubicBezTo>
                  <a:cubicBezTo>
                    <a:pt x="1862" y="104"/>
                    <a:pt x="952" y="65"/>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8"/>
            <p:cNvSpPr/>
            <p:nvPr/>
          </p:nvSpPr>
          <p:spPr>
            <a:xfrm>
              <a:off x="-4727400" y="2862925"/>
              <a:ext cx="37425" cy="14100"/>
            </a:xfrm>
            <a:custGeom>
              <a:rect b="b" l="l" r="r" t="t"/>
              <a:pathLst>
                <a:path extrusionOk="0" h="564" w="1497">
                  <a:moveTo>
                    <a:pt x="72" y="0"/>
                  </a:moveTo>
                  <a:cubicBezTo>
                    <a:pt x="48" y="119"/>
                    <a:pt x="22" y="235"/>
                    <a:pt x="0" y="350"/>
                  </a:cubicBezTo>
                  <a:cubicBezTo>
                    <a:pt x="427" y="416"/>
                    <a:pt x="850" y="505"/>
                    <a:pt x="1276" y="563"/>
                  </a:cubicBezTo>
                  <a:cubicBezTo>
                    <a:pt x="1283" y="563"/>
                    <a:pt x="1289" y="564"/>
                    <a:pt x="1295" y="564"/>
                  </a:cubicBezTo>
                  <a:cubicBezTo>
                    <a:pt x="1444" y="564"/>
                    <a:pt x="1496" y="326"/>
                    <a:pt x="1343" y="280"/>
                  </a:cubicBezTo>
                  <a:cubicBezTo>
                    <a:pt x="928" y="153"/>
                    <a:pt x="502" y="6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8"/>
            <p:cNvSpPr/>
            <p:nvPr/>
          </p:nvSpPr>
          <p:spPr>
            <a:xfrm>
              <a:off x="-4712950" y="2794900"/>
              <a:ext cx="46900" cy="14350"/>
            </a:xfrm>
            <a:custGeom>
              <a:rect b="b" l="l" r="r" t="t"/>
              <a:pathLst>
                <a:path extrusionOk="0" h="574" w="1876">
                  <a:moveTo>
                    <a:pt x="71" y="0"/>
                  </a:moveTo>
                  <a:cubicBezTo>
                    <a:pt x="48" y="109"/>
                    <a:pt x="24" y="220"/>
                    <a:pt x="0" y="325"/>
                  </a:cubicBezTo>
                  <a:cubicBezTo>
                    <a:pt x="552" y="418"/>
                    <a:pt x="1105" y="525"/>
                    <a:pt x="1662" y="573"/>
                  </a:cubicBezTo>
                  <a:cubicBezTo>
                    <a:pt x="1668" y="573"/>
                    <a:pt x="1674" y="574"/>
                    <a:pt x="1680" y="574"/>
                  </a:cubicBezTo>
                  <a:cubicBezTo>
                    <a:pt x="1868" y="574"/>
                    <a:pt x="1876" y="308"/>
                    <a:pt x="1694" y="267"/>
                  </a:cubicBezTo>
                  <a:cubicBezTo>
                    <a:pt x="1159" y="145"/>
                    <a:pt x="614" y="78"/>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8"/>
            <p:cNvSpPr/>
            <p:nvPr/>
          </p:nvSpPr>
          <p:spPr>
            <a:xfrm>
              <a:off x="-4695725" y="2716125"/>
              <a:ext cx="50050" cy="15425"/>
            </a:xfrm>
            <a:custGeom>
              <a:rect b="b" l="l" r="r" t="t"/>
              <a:pathLst>
                <a:path extrusionOk="0" h="617" w="2002">
                  <a:moveTo>
                    <a:pt x="103" y="1"/>
                  </a:moveTo>
                  <a:cubicBezTo>
                    <a:pt x="69" y="145"/>
                    <a:pt x="35" y="288"/>
                    <a:pt x="1" y="431"/>
                  </a:cubicBezTo>
                  <a:cubicBezTo>
                    <a:pt x="587" y="517"/>
                    <a:pt x="1180" y="570"/>
                    <a:pt x="1748" y="616"/>
                  </a:cubicBezTo>
                  <a:cubicBezTo>
                    <a:pt x="1754" y="616"/>
                    <a:pt x="1760" y="617"/>
                    <a:pt x="1766" y="617"/>
                  </a:cubicBezTo>
                  <a:cubicBezTo>
                    <a:pt x="1981" y="617"/>
                    <a:pt x="2002" y="300"/>
                    <a:pt x="1784" y="261"/>
                  </a:cubicBezTo>
                  <a:cubicBezTo>
                    <a:pt x="1242" y="165"/>
                    <a:pt x="674" y="69"/>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8"/>
            <p:cNvSpPr/>
            <p:nvPr/>
          </p:nvSpPr>
          <p:spPr>
            <a:xfrm>
              <a:off x="-4673750" y="2629550"/>
              <a:ext cx="50450" cy="22500"/>
            </a:xfrm>
            <a:custGeom>
              <a:rect b="b" l="l" r="r" t="t"/>
              <a:pathLst>
                <a:path extrusionOk="0" h="900" w="2018">
                  <a:moveTo>
                    <a:pt x="87" y="0"/>
                  </a:moveTo>
                  <a:lnTo>
                    <a:pt x="1" y="332"/>
                  </a:lnTo>
                  <a:lnTo>
                    <a:pt x="75" y="360"/>
                  </a:lnTo>
                  <a:cubicBezTo>
                    <a:pt x="657" y="580"/>
                    <a:pt x="1234" y="795"/>
                    <a:pt x="1851" y="897"/>
                  </a:cubicBezTo>
                  <a:cubicBezTo>
                    <a:pt x="1860" y="899"/>
                    <a:pt x="1868" y="900"/>
                    <a:pt x="1875" y="900"/>
                  </a:cubicBezTo>
                  <a:cubicBezTo>
                    <a:pt x="2000" y="900"/>
                    <a:pt x="2018" y="712"/>
                    <a:pt x="1906" y="660"/>
                  </a:cubicBezTo>
                  <a:cubicBezTo>
                    <a:pt x="1326" y="381"/>
                    <a:pt x="709" y="207"/>
                    <a:pt x="101" y="5"/>
                  </a:cubicBezTo>
                  <a:cubicBezTo>
                    <a:pt x="96" y="4"/>
                    <a:pt x="91" y="2"/>
                    <a:pt x="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8"/>
            <p:cNvSpPr/>
            <p:nvPr/>
          </p:nvSpPr>
          <p:spPr>
            <a:xfrm>
              <a:off x="-4655175" y="2559150"/>
              <a:ext cx="59325" cy="21675"/>
            </a:xfrm>
            <a:custGeom>
              <a:rect b="b" l="l" r="r" t="t"/>
              <a:pathLst>
                <a:path extrusionOk="0" h="867" w="2373">
                  <a:moveTo>
                    <a:pt x="106" y="0"/>
                  </a:moveTo>
                  <a:cubicBezTo>
                    <a:pt x="70" y="126"/>
                    <a:pt x="36" y="250"/>
                    <a:pt x="0" y="376"/>
                  </a:cubicBezTo>
                  <a:cubicBezTo>
                    <a:pt x="34" y="377"/>
                    <a:pt x="68" y="383"/>
                    <a:pt x="102" y="388"/>
                  </a:cubicBezTo>
                  <a:cubicBezTo>
                    <a:pt x="782" y="476"/>
                    <a:pt x="1433" y="677"/>
                    <a:pt x="2092" y="858"/>
                  </a:cubicBezTo>
                  <a:cubicBezTo>
                    <a:pt x="2111" y="864"/>
                    <a:pt x="2128" y="866"/>
                    <a:pt x="2145" y="866"/>
                  </a:cubicBezTo>
                  <a:cubicBezTo>
                    <a:pt x="2304" y="866"/>
                    <a:pt x="2372" y="640"/>
                    <a:pt x="2203" y="563"/>
                  </a:cubicBezTo>
                  <a:cubicBezTo>
                    <a:pt x="1596" y="282"/>
                    <a:pt x="853" y="78"/>
                    <a:pt x="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8"/>
            <p:cNvSpPr/>
            <p:nvPr/>
          </p:nvSpPr>
          <p:spPr>
            <a:xfrm>
              <a:off x="-4630825" y="2474925"/>
              <a:ext cx="53975" cy="23700"/>
            </a:xfrm>
            <a:custGeom>
              <a:rect b="b" l="l" r="r" t="t"/>
              <a:pathLst>
                <a:path extrusionOk="0" h="948" w="2159">
                  <a:moveTo>
                    <a:pt x="126" y="1"/>
                  </a:moveTo>
                  <a:cubicBezTo>
                    <a:pt x="82" y="135"/>
                    <a:pt x="43" y="271"/>
                    <a:pt x="0" y="407"/>
                  </a:cubicBezTo>
                  <a:cubicBezTo>
                    <a:pt x="622" y="609"/>
                    <a:pt x="1258" y="781"/>
                    <a:pt x="1861" y="941"/>
                  </a:cubicBezTo>
                  <a:cubicBezTo>
                    <a:pt x="1878" y="945"/>
                    <a:pt x="1894" y="947"/>
                    <a:pt x="1909" y="947"/>
                  </a:cubicBezTo>
                  <a:cubicBezTo>
                    <a:pt x="2077" y="947"/>
                    <a:pt x="2158" y="703"/>
                    <a:pt x="1975" y="635"/>
                  </a:cubicBezTo>
                  <a:cubicBezTo>
                    <a:pt x="1385" y="419"/>
                    <a:pt x="760" y="193"/>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8"/>
            <p:cNvSpPr/>
            <p:nvPr/>
          </p:nvSpPr>
          <p:spPr>
            <a:xfrm>
              <a:off x="-4603525" y="2392250"/>
              <a:ext cx="47225" cy="27925"/>
            </a:xfrm>
            <a:custGeom>
              <a:rect b="b" l="l" r="r" t="t"/>
              <a:pathLst>
                <a:path extrusionOk="0" h="1117" w="1889">
                  <a:moveTo>
                    <a:pt x="110" y="1"/>
                  </a:moveTo>
                  <a:cubicBezTo>
                    <a:pt x="72" y="106"/>
                    <a:pt x="35" y="213"/>
                    <a:pt x="1" y="319"/>
                  </a:cubicBezTo>
                  <a:cubicBezTo>
                    <a:pt x="55" y="349"/>
                    <a:pt x="108" y="378"/>
                    <a:pt x="160" y="407"/>
                  </a:cubicBezTo>
                  <a:cubicBezTo>
                    <a:pt x="628" y="665"/>
                    <a:pt x="1110" y="896"/>
                    <a:pt x="1603" y="1102"/>
                  </a:cubicBezTo>
                  <a:cubicBezTo>
                    <a:pt x="1627" y="1112"/>
                    <a:pt x="1650" y="1116"/>
                    <a:pt x="1670" y="1116"/>
                  </a:cubicBezTo>
                  <a:cubicBezTo>
                    <a:pt x="1826" y="1116"/>
                    <a:pt x="1888" y="869"/>
                    <a:pt x="1721" y="789"/>
                  </a:cubicBezTo>
                  <a:cubicBezTo>
                    <a:pt x="1224" y="552"/>
                    <a:pt x="726" y="315"/>
                    <a:pt x="237" y="67"/>
                  </a:cubicBezTo>
                  <a:cubicBezTo>
                    <a:pt x="194" y="45"/>
                    <a:pt x="152" y="23"/>
                    <a:pt x="1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8"/>
            <p:cNvSpPr/>
            <p:nvPr/>
          </p:nvSpPr>
          <p:spPr>
            <a:xfrm>
              <a:off x="-4509175" y="2329975"/>
              <a:ext cx="13425" cy="58575"/>
            </a:xfrm>
            <a:custGeom>
              <a:rect b="b" l="l" r="r" t="t"/>
              <a:pathLst>
                <a:path extrusionOk="0" h="2343" w="537">
                  <a:moveTo>
                    <a:pt x="232" y="1"/>
                  </a:moveTo>
                  <a:cubicBezTo>
                    <a:pt x="220" y="89"/>
                    <a:pt x="207" y="176"/>
                    <a:pt x="195" y="259"/>
                  </a:cubicBezTo>
                  <a:cubicBezTo>
                    <a:pt x="96" y="886"/>
                    <a:pt x="20" y="1511"/>
                    <a:pt x="3" y="2145"/>
                  </a:cubicBezTo>
                  <a:cubicBezTo>
                    <a:pt x="0" y="2272"/>
                    <a:pt x="99" y="2342"/>
                    <a:pt x="196" y="2342"/>
                  </a:cubicBezTo>
                  <a:cubicBezTo>
                    <a:pt x="277" y="2342"/>
                    <a:pt x="357" y="2292"/>
                    <a:pt x="370" y="2183"/>
                  </a:cubicBezTo>
                  <a:cubicBezTo>
                    <a:pt x="394" y="1987"/>
                    <a:pt x="448" y="969"/>
                    <a:pt x="536" y="116"/>
                  </a:cubicBezTo>
                  <a:lnTo>
                    <a:pt x="2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8"/>
            <p:cNvSpPr/>
            <p:nvPr/>
          </p:nvSpPr>
          <p:spPr>
            <a:xfrm>
              <a:off x="-4406025" y="2373350"/>
              <a:ext cx="23975" cy="47575"/>
            </a:xfrm>
            <a:custGeom>
              <a:rect b="b" l="l" r="r" t="t"/>
              <a:pathLst>
                <a:path extrusionOk="0" h="1903" w="959">
                  <a:moveTo>
                    <a:pt x="618" y="1"/>
                  </a:moveTo>
                  <a:cubicBezTo>
                    <a:pt x="615" y="11"/>
                    <a:pt x="610" y="21"/>
                    <a:pt x="606" y="31"/>
                  </a:cubicBezTo>
                  <a:cubicBezTo>
                    <a:pt x="372" y="578"/>
                    <a:pt x="80" y="1146"/>
                    <a:pt x="12" y="1743"/>
                  </a:cubicBezTo>
                  <a:cubicBezTo>
                    <a:pt x="0" y="1835"/>
                    <a:pt x="83" y="1902"/>
                    <a:pt x="163" y="1902"/>
                  </a:cubicBezTo>
                  <a:cubicBezTo>
                    <a:pt x="205" y="1902"/>
                    <a:pt x="246" y="1884"/>
                    <a:pt x="273" y="1841"/>
                  </a:cubicBezTo>
                  <a:cubicBezTo>
                    <a:pt x="579" y="1357"/>
                    <a:pt x="722" y="777"/>
                    <a:pt x="916" y="244"/>
                  </a:cubicBezTo>
                  <a:cubicBezTo>
                    <a:pt x="931" y="208"/>
                    <a:pt x="945" y="171"/>
                    <a:pt x="958" y="135"/>
                  </a:cubicBezTo>
                  <a:cubicBezTo>
                    <a:pt x="846" y="91"/>
                    <a:pt x="732" y="45"/>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8"/>
            <p:cNvSpPr/>
            <p:nvPr/>
          </p:nvSpPr>
          <p:spPr>
            <a:xfrm>
              <a:off x="-4313925" y="2410750"/>
              <a:ext cx="24650" cy="42875"/>
            </a:xfrm>
            <a:custGeom>
              <a:rect b="b" l="l" r="r" t="t"/>
              <a:pathLst>
                <a:path extrusionOk="0" h="1715" w="986">
                  <a:moveTo>
                    <a:pt x="607" y="0"/>
                  </a:moveTo>
                  <a:cubicBezTo>
                    <a:pt x="411" y="479"/>
                    <a:pt x="224" y="965"/>
                    <a:pt x="54" y="1453"/>
                  </a:cubicBezTo>
                  <a:cubicBezTo>
                    <a:pt x="1" y="1606"/>
                    <a:pt x="123" y="1714"/>
                    <a:pt x="246" y="1714"/>
                  </a:cubicBezTo>
                  <a:cubicBezTo>
                    <a:pt x="317" y="1714"/>
                    <a:pt x="388" y="1678"/>
                    <a:pt x="425" y="1592"/>
                  </a:cubicBezTo>
                  <a:cubicBezTo>
                    <a:pt x="625" y="1118"/>
                    <a:pt x="809" y="641"/>
                    <a:pt x="986" y="160"/>
                  </a:cubicBezTo>
                  <a:cubicBezTo>
                    <a:pt x="858" y="107"/>
                    <a:pt x="731" y="53"/>
                    <a:pt x="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8"/>
            <p:cNvSpPr/>
            <p:nvPr/>
          </p:nvSpPr>
          <p:spPr>
            <a:xfrm>
              <a:off x="-4215550" y="2452725"/>
              <a:ext cx="22800" cy="49975"/>
            </a:xfrm>
            <a:custGeom>
              <a:rect b="b" l="l" r="r" t="t"/>
              <a:pathLst>
                <a:path extrusionOk="0" h="1999" w="912">
                  <a:moveTo>
                    <a:pt x="543" y="0"/>
                  </a:moveTo>
                  <a:cubicBezTo>
                    <a:pt x="305" y="569"/>
                    <a:pt x="132" y="1166"/>
                    <a:pt x="23" y="1774"/>
                  </a:cubicBezTo>
                  <a:cubicBezTo>
                    <a:pt x="1" y="1911"/>
                    <a:pt x="127" y="1999"/>
                    <a:pt x="245" y="1999"/>
                  </a:cubicBezTo>
                  <a:cubicBezTo>
                    <a:pt x="323" y="1999"/>
                    <a:pt x="398" y="1959"/>
                    <a:pt x="422" y="1868"/>
                  </a:cubicBezTo>
                  <a:cubicBezTo>
                    <a:pt x="575" y="1292"/>
                    <a:pt x="735" y="726"/>
                    <a:pt x="912" y="165"/>
                  </a:cubicBezTo>
                  <a:cubicBezTo>
                    <a:pt x="789" y="109"/>
                    <a:pt x="665" y="55"/>
                    <a:pt x="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8"/>
            <p:cNvSpPr/>
            <p:nvPr/>
          </p:nvSpPr>
          <p:spPr>
            <a:xfrm>
              <a:off x="-4115250" y="2500675"/>
              <a:ext cx="24975" cy="54500"/>
            </a:xfrm>
            <a:custGeom>
              <a:rect b="b" l="l" r="r" t="t"/>
              <a:pathLst>
                <a:path extrusionOk="0" h="2180" w="999">
                  <a:moveTo>
                    <a:pt x="632" y="1"/>
                  </a:moveTo>
                  <a:cubicBezTo>
                    <a:pt x="596" y="93"/>
                    <a:pt x="562" y="186"/>
                    <a:pt x="528" y="276"/>
                  </a:cubicBezTo>
                  <a:cubicBezTo>
                    <a:pt x="316" y="837"/>
                    <a:pt x="141" y="1396"/>
                    <a:pt x="25" y="1984"/>
                  </a:cubicBezTo>
                  <a:cubicBezTo>
                    <a:pt x="1" y="2105"/>
                    <a:pt x="106" y="2179"/>
                    <a:pt x="209" y="2179"/>
                  </a:cubicBezTo>
                  <a:cubicBezTo>
                    <a:pt x="280" y="2179"/>
                    <a:pt x="350" y="2144"/>
                    <a:pt x="377" y="2066"/>
                  </a:cubicBezTo>
                  <a:cubicBezTo>
                    <a:pt x="576" y="1491"/>
                    <a:pt x="746" y="908"/>
                    <a:pt x="943" y="334"/>
                  </a:cubicBezTo>
                  <a:cubicBezTo>
                    <a:pt x="961" y="283"/>
                    <a:pt x="978" y="232"/>
                    <a:pt x="999" y="181"/>
                  </a:cubicBezTo>
                  <a:lnTo>
                    <a:pt x="6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8"/>
            <p:cNvSpPr/>
            <p:nvPr/>
          </p:nvSpPr>
          <p:spPr>
            <a:xfrm>
              <a:off x="-4011250" y="2565000"/>
              <a:ext cx="43375" cy="52775"/>
            </a:xfrm>
            <a:custGeom>
              <a:rect b="b" l="l" r="r" t="t"/>
              <a:pathLst>
                <a:path extrusionOk="0" h="2111" w="1735">
                  <a:moveTo>
                    <a:pt x="1341" y="1"/>
                  </a:moveTo>
                  <a:cubicBezTo>
                    <a:pt x="909" y="572"/>
                    <a:pt x="506" y="1167"/>
                    <a:pt x="115" y="1760"/>
                  </a:cubicBezTo>
                  <a:cubicBezTo>
                    <a:pt x="1" y="1933"/>
                    <a:pt x="152" y="2111"/>
                    <a:pt x="310" y="2111"/>
                  </a:cubicBezTo>
                  <a:cubicBezTo>
                    <a:pt x="372" y="2111"/>
                    <a:pt x="435" y="2083"/>
                    <a:pt x="484" y="2018"/>
                  </a:cubicBezTo>
                  <a:cubicBezTo>
                    <a:pt x="914" y="1435"/>
                    <a:pt x="1342" y="842"/>
                    <a:pt x="1735" y="227"/>
                  </a:cubicBezTo>
                  <a:cubicBezTo>
                    <a:pt x="1604" y="152"/>
                    <a:pt x="1473" y="75"/>
                    <a:pt x="13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38"/>
          <p:cNvGrpSpPr/>
          <p:nvPr/>
        </p:nvGrpSpPr>
        <p:grpSpPr>
          <a:xfrm rot="2233302">
            <a:off x="7066571" y="3045606"/>
            <a:ext cx="1007099" cy="1024199"/>
            <a:chOff x="-5107387" y="3465875"/>
            <a:chExt cx="1007100" cy="1024200"/>
          </a:xfrm>
        </p:grpSpPr>
        <p:sp>
          <p:nvSpPr>
            <p:cNvPr id="1421" name="Google Shape;1421;p38"/>
            <p:cNvSpPr/>
            <p:nvPr/>
          </p:nvSpPr>
          <p:spPr>
            <a:xfrm>
              <a:off x="-4363212" y="3611850"/>
              <a:ext cx="178850" cy="134450"/>
            </a:xfrm>
            <a:custGeom>
              <a:rect b="b" l="l" r="r" t="t"/>
              <a:pathLst>
                <a:path extrusionOk="0" h="5378" w="7154">
                  <a:moveTo>
                    <a:pt x="6040" y="0"/>
                  </a:moveTo>
                  <a:lnTo>
                    <a:pt x="0" y="2169"/>
                  </a:lnTo>
                  <a:lnTo>
                    <a:pt x="1225" y="5377"/>
                  </a:lnTo>
                  <a:lnTo>
                    <a:pt x="7153" y="2587"/>
                  </a:lnTo>
                  <a:lnTo>
                    <a:pt x="5511" y="1812"/>
                  </a:lnTo>
                  <a:lnTo>
                    <a:pt x="6040"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8"/>
            <p:cNvSpPr/>
            <p:nvPr/>
          </p:nvSpPr>
          <p:spPr>
            <a:xfrm>
              <a:off x="-4317687" y="3746825"/>
              <a:ext cx="178850" cy="134450"/>
            </a:xfrm>
            <a:custGeom>
              <a:rect b="b" l="l" r="r" t="t"/>
              <a:pathLst>
                <a:path extrusionOk="0" h="5378" w="7154">
                  <a:moveTo>
                    <a:pt x="6041" y="0"/>
                  </a:moveTo>
                  <a:lnTo>
                    <a:pt x="1" y="2169"/>
                  </a:lnTo>
                  <a:lnTo>
                    <a:pt x="1226" y="5377"/>
                  </a:lnTo>
                  <a:lnTo>
                    <a:pt x="7154" y="2585"/>
                  </a:lnTo>
                  <a:lnTo>
                    <a:pt x="5512" y="1812"/>
                  </a:lnTo>
                  <a:lnTo>
                    <a:pt x="6041" y="0"/>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8"/>
            <p:cNvSpPr/>
            <p:nvPr/>
          </p:nvSpPr>
          <p:spPr>
            <a:xfrm>
              <a:off x="-4279137" y="3866200"/>
              <a:ext cx="178850" cy="134450"/>
            </a:xfrm>
            <a:custGeom>
              <a:rect b="b" l="l" r="r" t="t"/>
              <a:pathLst>
                <a:path extrusionOk="0" h="5378" w="7154">
                  <a:moveTo>
                    <a:pt x="6040" y="1"/>
                  </a:moveTo>
                  <a:lnTo>
                    <a:pt x="0" y="2169"/>
                  </a:lnTo>
                  <a:lnTo>
                    <a:pt x="1226" y="5378"/>
                  </a:lnTo>
                  <a:lnTo>
                    <a:pt x="7153" y="2587"/>
                  </a:lnTo>
                  <a:lnTo>
                    <a:pt x="5512" y="1812"/>
                  </a:lnTo>
                  <a:lnTo>
                    <a:pt x="6040" y="1"/>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8"/>
            <p:cNvSpPr/>
            <p:nvPr/>
          </p:nvSpPr>
          <p:spPr>
            <a:xfrm>
              <a:off x="-5107387" y="3465875"/>
              <a:ext cx="986700" cy="1024200"/>
            </a:xfrm>
            <a:custGeom>
              <a:rect b="b" l="l" r="r" t="t"/>
              <a:pathLst>
                <a:path extrusionOk="0" h="40968" w="39468">
                  <a:moveTo>
                    <a:pt x="29662" y="0"/>
                  </a:moveTo>
                  <a:cubicBezTo>
                    <a:pt x="20439" y="1674"/>
                    <a:pt x="11690" y="3978"/>
                    <a:pt x="6116" y="5569"/>
                  </a:cubicBezTo>
                  <a:cubicBezTo>
                    <a:pt x="5255" y="5816"/>
                    <a:pt x="4470" y="6045"/>
                    <a:pt x="3771" y="6251"/>
                  </a:cubicBezTo>
                  <a:cubicBezTo>
                    <a:pt x="1388" y="6956"/>
                    <a:pt x="0" y="7406"/>
                    <a:pt x="0" y="7406"/>
                  </a:cubicBezTo>
                  <a:cubicBezTo>
                    <a:pt x="1405" y="17936"/>
                    <a:pt x="9124" y="40968"/>
                    <a:pt x="9124" y="40968"/>
                  </a:cubicBezTo>
                  <a:cubicBezTo>
                    <a:pt x="10992" y="40708"/>
                    <a:pt x="13011" y="40349"/>
                    <a:pt x="15093" y="39931"/>
                  </a:cubicBezTo>
                  <a:cubicBezTo>
                    <a:pt x="26387" y="37663"/>
                    <a:pt x="39468" y="33606"/>
                    <a:pt x="39468" y="33606"/>
                  </a:cubicBezTo>
                  <a:cubicBezTo>
                    <a:pt x="39384" y="33232"/>
                    <a:pt x="39291" y="32845"/>
                    <a:pt x="39194" y="32444"/>
                  </a:cubicBezTo>
                  <a:cubicBezTo>
                    <a:pt x="36519" y="21353"/>
                    <a:pt x="29662" y="0"/>
                    <a:pt x="2966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8"/>
            <p:cNvSpPr/>
            <p:nvPr/>
          </p:nvSpPr>
          <p:spPr>
            <a:xfrm>
              <a:off x="-5107387" y="3605100"/>
              <a:ext cx="377325" cy="884975"/>
            </a:xfrm>
            <a:custGeom>
              <a:rect b="b" l="l" r="r" t="t"/>
              <a:pathLst>
                <a:path extrusionOk="0" h="35399" w="15093">
                  <a:moveTo>
                    <a:pt x="6116" y="0"/>
                  </a:moveTo>
                  <a:cubicBezTo>
                    <a:pt x="5255" y="247"/>
                    <a:pt x="4470" y="476"/>
                    <a:pt x="3771" y="682"/>
                  </a:cubicBezTo>
                  <a:cubicBezTo>
                    <a:pt x="1388" y="1387"/>
                    <a:pt x="0" y="1837"/>
                    <a:pt x="0" y="1837"/>
                  </a:cubicBezTo>
                  <a:cubicBezTo>
                    <a:pt x="1405" y="12367"/>
                    <a:pt x="9124" y="35399"/>
                    <a:pt x="9124" y="35399"/>
                  </a:cubicBezTo>
                  <a:cubicBezTo>
                    <a:pt x="10992" y="35139"/>
                    <a:pt x="13011" y="34780"/>
                    <a:pt x="15093" y="34362"/>
                  </a:cubicBezTo>
                  <a:cubicBezTo>
                    <a:pt x="13159" y="27860"/>
                    <a:pt x="9772" y="16337"/>
                    <a:pt x="8538" y="11976"/>
                  </a:cubicBezTo>
                  <a:cubicBezTo>
                    <a:pt x="8326" y="11223"/>
                    <a:pt x="8178" y="10683"/>
                    <a:pt x="8111" y="10419"/>
                  </a:cubicBezTo>
                  <a:cubicBezTo>
                    <a:pt x="7343" y="7350"/>
                    <a:pt x="7017" y="3396"/>
                    <a:pt x="611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8"/>
            <p:cNvSpPr/>
            <p:nvPr/>
          </p:nvSpPr>
          <p:spPr>
            <a:xfrm>
              <a:off x="-4778062" y="3747875"/>
              <a:ext cx="446225" cy="352950"/>
            </a:xfrm>
            <a:custGeom>
              <a:rect b="b" l="l" r="r" t="t"/>
              <a:pathLst>
                <a:path extrusionOk="0" h="14118" w="17849">
                  <a:moveTo>
                    <a:pt x="13982" y="1"/>
                  </a:moveTo>
                  <a:cubicBezTo>
                    <a:pt x="9409" y="1034"/>
                    <a:pt x="3684" y="2980"/>
                    <a:pt x="1063" y="3904"/>
                  </a:cubicBezTo>
                  <a:cubicBezTo>
                    <a:pt x="1264" y="4843"/>
                    <a:pt x="951" y="5891"/>
                    <a:pt x="1" y="6372"/>
                  </a:cubicBezTo>
                  <a:cubicBezTo>
                    <a:pt x="545" y="8870"/>
                    <a:pt x="1367" y="11443"/>
                    <a:pt x="1904" y="13013"/>
                  </a:cubicBezTo>
                  <a:cubicBezTo>
                    <a:pt x="2016" y="12999"/>
                    <a:pt x="2124" y="12991"/>
                    <a:pt x="2229" y="12991"/>
                  </a:cubicBezTo>
                  <a:cubicBezTo>
                    <a:pt x="3090" y="12991"/>
                    <a:pt x="3720" y="13470"/>
                    <a:pt x="4063" y="14118"/>
                  </a:cubicBezTo>
                  <a:cubicBezTo>
                    <a:pt x="8335" y="13001"/>
                    <a:pt x="13695" y="11282"/>
                    <a:pt x="16392" y="10396"/>
                  </a:cubicBezTo>
                  <a:cubicBezTo>
                    <a:pt x="16373" y="9501"/>
                    <a:pt x="16825" y="8608"/>
                    <a:pt x="17848" y="8282"/>
                  </a:cubicBezTo>
                  <a:cubicBezTo>
                    <a:pt x="17310" y="5347"/>
                    <a:pt x="16618" y="2734"/>
                    <a:pt x="16168" y="1172"/>
                  </a:cubicBezTo>
                  <a:cubicBezTo>
                    <a:pt x="16059" y="1186"/>
                    <a:pt x="15953" y="1193"/>
                    <a:pt x="15851" y="1193"/>
                  </a:cubicBezTo>
                  <a:cubicBezTo>
                    <a:pt x="14960" y="1193"/>
                    <a:pt x="14317" y="682"/>
                    <a:pt x="13982"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0" name="Shape 1430"/>
        <p:cNvGrpSpPr/>
        <p:nvPr/>
      </p:nvGrpSpPr>
      <p:grpSpPr>
        <a:xfrm>
          <a:off x="0" y="0"/>
          <a:ext cx="0" cy="0"/>
          <a:chOff x="0" y="0"/>
          <a:chExt cx="0" cy="0"/>
        </a:xfrm>
      </p:grpSpPr>
      <p:sp>
        <p:nvSpPr>
          <p:cNvPr id="1431" name="Google Shape;1431;p39"/>
          <p:cNvSpPr txBox="1"/>
          <p:nvPr>
            <p:ph type="title"/>
          </p:nvPr>
        </p:nvSpPr>
        <p:spPr>
          <a:xfrm>
            <a:off x="715100" y="2513863"/>
            <a:ext cx="4108800" cy="68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432" name="Google Shape;1432;p39"/>
          <p:cNvSpPr txBox="1"/>
          <p:nvPr>
            <p:ph idx="1" type="subTitle"/>
          </p:nvPr>
        </p:nvSpPr>
        <p:spPr>
          <a:xfrm>
            <a:off x="720000" y="3285788"/>
            <a:ext cx="41088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grpSp>
        <p:nvGrpSpPr>
          <p:cNvPr id="1433" name="Google Shape;1433;p39"/>
          <p:cNvGrpSpPr/>
          <p:nvPr/>
        </p:nvGrpSpPr>
        <p:grpSpPr>
          <a:xfrm>
            <a:off x="6487584" y="2743229"/>
            <a:ext cx="1336371" cy="1458651"/>
            <a:chOff x="3034600" y="577975"/>
            <a:chExt cx="908725" cy="991875"/>
          </a:xfrm>
        </p:grpSpPr>
        <p:sp>
          <p:nvSpPr>
            <p:cNvPr id="1434" name="Google Shape;1434;p39"/>
            <p:cNvSpPr/>
            <p:nvPr/>
          </p:nvSpPr>
          <p:spPr>
            <a:xfrm>
              <a:off x="3034650" y="577975"/>
              <a:ext cx="908675" cy="991775"/>
            </a:xfrm>
            <a:custGeom>
              <a:rect b="b" l="l" r="r" t="t"/>
              <a:pathLst>
                <a:path extrusionOk="0" h="39671" w="36347">
                  <a:moveTo>
                    <a:pt x="21692" y="1"/>
                  </a:moveTo>
                  <a:cubicBezTo>
                    <a:pt x="21438" y="1"/>
                    <a:pt x="21180" y="49"/>
                    <a:pt x="20932" y="149"/>
                  </a:cubicBezTo>
                  <a:cubicBezTo>
                    <a:pt x="20804" y="198"/>
                    <a:pt x="20680" y="249"/>
                    <a:pt x="20552" y="302"/>
                  </a:cubicBezTo>
                  <a:cubicBezTo>
                    <a:pt x="20278" y="414"/>
                    <a:pt x="20002" y="525"/>
                    <a:pt x="19730" y="640"/>
                  </a:cubicBezTo>
                  <a:cubicBezTo>
                    <a:pt x="19594" y="697"/>
                    <a:pt x="19461" y="755"/>
                    <a:pt x="19326" y="810"/>
                  </a:cubicBezTo>
                  <a:cubicBezTo>
                    <a:pt x="18310" y="1247"/>
                    <a:pt x="17303" y="1705"/>
                    <a:pt x="16316" y="2181"/>
                  </a:cubicBezTo>
                  <a:cubicBezTo>
                    <a:pt x="16185" y="2243"/>
                    <a:pt x="16057" y="2305"/>
                    <a:pt x="15925" y="2371"/>
                  </a:cubicBezTo>
                  <a:cubicBezTo>
                    <a:pt x="14836" y="2899"/>
                    <a:pt x="13771" y="3451"/>
                    <a:pt x="12744" y="4001"/>
                  </a:cubicBezTo>
                  <a:cubicBezTo>
                    <a:pt x="12612" y="4070"/>
                    <a:pt x="12484" y="4139"/>
                    <a:pt x="12360" y="4207"/>
                  </a:cubicBezTo>
                  <a:cubicBezTo>
                    <a:pt x="11258" y="4805"/>
                    <a:pt x="10197" y="5404"/>
                    <a:pt x="9195" y="5992"/>
                  </a:cubicBezTo>
                  <a:cubicBezTo>
                    <a:pt x="9067" y="6067"/>
                    <a:pt x="8943" y="6138"/>
                    <a:pt x="8819" y="6212"/>
                  </a:cubicBezTo>
                  <a:cubicBezTo>
                    <a:pt x="7836" y="6794"/>
                    <a:pt x="6911" y="7363"/>
                    <a:pt x="6054" y="7904"/>
                  </a:cubicBezTo>
                  <a:cubicBezTo>
                    <a:pt x="5930" y="7979"/>
                    <a:pt x="5809" y="8057"/>
                    <a:pt x="5687" y="8132"/>
                  </a:cubicBezTo>
                  <a:cubicBezTo>
                    <a:pt x="5290" y="8382"/>
                    <a:pt x="4910" y="8627"/>
                    <a:pt x="4545" y="8863"/>
                  </a:cubicBezTo>
                  <a:cubicBezTo>
                    <a:pt x="1738" y="10690"/>
                    <a:pt x="0" y="11988"/>
                    <a:pt x="0" y="11988"/>
                  </a:cubicBezTo>
                  <a:cubicBezTo>
                    <a:pt x="4461" y="22810"/>
                    <a:pt x="13899" y="39671"/>
                    <a:pt x="13899" y="39671"/>
                  </a:cubicBezTo>
                  <a:cubicBezTo>
                    <a:pt x="15571" y="38847"/>
                    <a:pt x="17286" y="37942"/>
                    <a:pt x="18984" y="37005"/>
                  </a:cubicBezTo>
                  <a:cubicBezTo>
                    <a:pt x="19932" y="36480"/>
                    <a:pt x="20868" y="35950"/>
                    <a:pt x="21792" y="35417"/>
                  </a:cubicBezTo>
                  <a:cubicBezTo>
                    <a:pt x="21864" y="35375"/>
                    <a:pt x="21937" y="35335"/>
                    <a:pt x="22008" y="35293"/>
                  </a:cubicBezTo>
                  <a:lnTo>
                    <a:pt x="22165" y="35203"/>
                  </a:lnTo>
                  <a:cubicBezTo>
                    <a:pt x="23435" y="34467"/>
                    <a:pt x="24678" y="33725"/>
                    <a:pt x="25869" y="32999"/>
                  </a:cubicBezTo>
                  <a:cubicBezTo>
                    <a:pt x="25993" y="32924"/>
                    <a:pt x="26118" y="32851"/>
                    <a:pt x="26238" y="32776"/>
                  </a:cubicBezTo>
                  <a:cubicBezTo>
                    <a:pt x="27386" y="32075"/>
                    <a:pt x="28486" y="31393"/>
                    <a:pt x="29505" y="30746"/>
                  </a:cubicBezTo>
                  <a:cubicBezTo>
                    <a:pt x="29626" y="30673"/>
                    <a:pt x="29748" y="30595"/>
                    <a:pt x="29869" y="30518"/>
                  </a:cubicBezTo>
                  <a:cubicBezTo>
                    <a:pt x="30644" y="30026"/>
                    <a:pt x="31371" y="29562"/>
                    <a:pt x="32040" y="29127"/>
                  </a:cubicBezTo>
                  <a:cubicBezTo>
                    <a:pt x="32164" y="29045"/>
                    <a:pt x="32287" y="28970"/>
                    <a:pt x="32403" y="28892"/>
                  </a:cubicBezTo>
                  <a:cubicBezTo>
                    <a:pt x="33293" y="28316"/>
                    <a:pt x="34066" y="27804"/>
                    <a:pt x="34700" y="27384"/>
                  </a:cubicBezTo>
                  <a:cubicBezTo>
                    <a:pt x="34828" y="27298"/>
                    <a:pt x="34949" y="27216"/>
                    <a:pt x="35064" y="27141"/>
                  </a:cubicBezTo>
                  <a:cubicBezTo>
                    <a:pt x="35119" y="27105"/>
                    <a:pt x="35172" y="27070"/>
                    <a:pt x="35223" y="27033"/>
                  </a:cubicBezTo>
                  <a:cubicBezTo>
                    <a:pt x="36034" y="26492"/>
                    <a:pt x="36347" y="25451"/>
                    <a:pt x="35965" y="24554"/>
                  </a:cubicBezTo>
                  <a:cubicBezTo>
                    <a:pt x="32122" y="15463"/>
                    <a:pt x="25752" y="4781"/>
                    <a:pt x="23424" y="971"/>
                  </a:cubicBezTo>
                  <a:cubicBezTo>
                    <a:pt x="23045" y="353"/>
                    <a:pt x="22381" y="1"/>
                    <a:pt x="2169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3034600" y="799625"/>
              <a:ext cx="474650" cy="770225"/>
            </a:xfrm>
            <a:custGeom>
              <a:rect b="b" l="l" r="r" t="t"/>
              <a:pathLst>
                <a:path extrusionOk="0" h="30809" w="18986">
                  <a:moveTo>
                    <a:pt x="4545" y="1"/>
                  </a:moveTo>
                  <a:cubicBezTo>
                    <a:pt x="1738" y="1828"/>
                    <a:pt x="1" y="3125"/>
                    <a:pt x="1" y="3125"/>
                  </a:cubicBezTo>
                  <a:cubicBezTo>
                    <a:pt x="4461" y="13948"/>
                    <a:pt x="13901" y="30808"/>
                    <a:pt x="13901" y="30808"/>
                  </a:cubicBezTo>
                  <a:cubicBezTo>
                    <a:pt x="15571" y="29984"/>
                    <a:pt x="17285" y="29080"/>
                    <a:pt x="18986" y="28140"/>
                  </a:cubicBezTo>
                  <a:cubicBezTo>
                    <a:pt x="17705" y="25875"/>
                    <a:pt x="16452" y="23592"/>
                    <a:pt x="15224" y="21297"/>
                  </a:cubicBezTo>
                  <a:cubicBezTo>
                    <a:pt x="11697" y="14701"/>
                    <a:pt x="8377" y="7999"/>
                    <a:pt x="5099" y="1278"/>
                  </a:cubicBezTo>
                  <a:cubicBezTo>
                    <a:pt x="4922" y="914"/>
                    <a:pt x="4742" y="474"/>
                    <a:pt x="454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3327025" y="832650"/>
              <a:ext cx="435125" cy="348925"/>
            </a:xfrm>
            <a:custGeom>
              <a:rect b="b" l="l" r="r" t="t"/>
              <a:pathLst>
                <a:path extrusionOk="0" h="13957" w="17405">
                  <a:moveTo>
                    <a:pt x="10732" y="1"/>
                  </a:moveTo>
                  <a:cubicBezTo>
                    <a:pt x="10649" y="1"/>
                    <a:pt x="10564" y="20"/>
                    <a:pt x="10485" y="57"/>
                  </a:cubicBezTo>
                  <a:cubicBezTo>
                    <a:pt x="7380" y="1561"/>
                    <a:pt x="4371" y="3251"/>
                    <a:pt x="1369" y="4947"/>
                  </a:cubicBezTo>
                  <a:cubicBezTo>
                    <a:pt x="1148" y="5073"/>
                    <a:pt x="1045" y="5331"/>
                    <a:pt x="1133" y="5554"/>
                  </a:cubicBezTo>
                  <a:cubicBezTo>
                    <a:pt x="1259" y="5872"/>
                    <a:pt x="1243" y="6228"/>
                    <a:pt x="1091" y="6533"/>
                  </a:cubicBezTo>
                  <a:cubicBezTo>
                    <a:pt x="948" y="6813"/>
                    <a:pt x="694" y="7034"/>
                    <a:pt x="397" y="7154"/>
                  </a:cubicBezTo>
                  <a:cubicBezTo>
                    <a:pt x="130" y="7264"/>
                    <a:pt x="0" y="7558"/>
                    <a:pt x="106" y="7809"/>
                  </a:cubicBezTo>
                  <a:cubicBezTo>
                    <a:pt x="910" y="9703"/>
                    <a:pt x="1763" y="11480"/>
                    <a:pt x="2955" y="13161"/>
                  </a:cubicBezTo>
                  <a:cubicBezTo>
                    <a:pt x="3051" y="13297"/>
                    <a:pt x="3206" y="13367"/>
                    <a:pt x="3366" y="13367"/>
                  </a:cubicBezTo>
                  <a:cubicBezTo>
                    <a:pt x="3481" y="13367"/>
                    <a:pt x="3599" y="13331"/>
                    <a:pt x="3700" y="13256"/>
                  </a:cubicBezTo>
                  <a:cubicBezTo>
                    <a:pt x="3933" y="13082"/>
                    <a:pt x="4225" y="12980"/>
                    <a:pt x="4513" y="12980"/>
                  </a:cubicBezTo>
                  <a:cubicBezTo>
                    <a:pt x="4601" y="12980"/>
                    <a:pt x="4688" y="12989"/>
                    <a:pt x="4773" y="13009"/>
                  </a:cubicBezTo>
                  <a:cubicBezTo>
                    <a:pt x="5124" y="13095"/>
                    <a:pt x="5418" y="13336"/>
                    <a:pt x="5568" y="13667"/>
                  </a:cubicBezTo>
                  <a:cubicBezTo>
                    <a:pt x="5651" y="13849"/>
                    <a:pt x="5832" y="13957"/>
                    <a:pt x="6026" y="13957"/>
                  </a:cubicBezTo>
                  <a:cubicBezTo>
                    <a:pt x="6108" y="13957"/>
                    <a:pt x="6193" y="13937"/>
                    <a:pt x="6273" y="13895"/>
                  </a:cubicBezTo>
                  <a:lnTo>
                    <a:pt x="15934" y="8770"/>
                  </a:lnTo>
                  <a:cubicBezTo>
                    <a:pt x="16186" y="8636"/>
                    <a:pt x="16294" y="8331"/>
                    <a:pt x="16157" y="8099"/>
                  </a:cubicBezTo>
                  <a:cubicBezTo>
                    <a:pt x="15905" y="7668"/>
                    <a:pt x="15936" y="7067"/>
                    <a:pt x="16296" y="6679"/>
                  </a:cubicBezTo>
                  <a:cubicBezTo>
                    <a:pt x="16553" y="6402"/>
                    <a:pt x="16922" y="6244"/>
                    <a:pt x="17217" y="6001"/>
                  </a:cubicBezTo>
                  <a:cubicBezTo>
                    <a:pt x="17295" y="5936"/>
                    <a:pt x="17370" y="5857"/>
                    <a:pt x="17386" y="5760"/>
                  </a:cubicBezTo>
                  <a:cubicBezTo>
                    <a:pt x="17405" y="5656"/>
                    <a:pt x="17350" y="5559"/>
                    <a:pt x="17295" y="5470"/>
                  </a:cubicBezTo>
                  <a:lnTo>
                    <a:pt x="14313" y="501"/>
                  </a:lnTo>
                  <a:cubicBezTo>
                    <a:pt x="14221" y="348"/>
                    <a:pt x="14057" y="268"/>
                    <a:pt x="13886" y="268"/>
                  </a:cubicBezTo>
                  <a:cubicBezTo>
                    <a:pt x="13767" y="268"/>
                    <a:pt x="13646" y="306"/>
                    <a:pt x="13542" y="384"/>
                  </a:cubicBezTo>
                  <a:cubicBezTo>
                    <a:pt x="13236" y="615"/>
                    <a:pt x="12854" y="752"/>
                    <a:pt x="12471" y="752"/>
                  </a:cubicBezTo>
                  <a:cubicBezTo>
                    <a:pt x="12459" y="752"/>
                    <a:pt x="12447" y="752"/>
                    <a:pt x="12435" y="752"/>
                  </a:cubicBezTo>
                  <a:cubicBezTo>
                    <a:pt x="11954" y="741"/>
                    <a:pt x="11428" y="514"/>
                    <a:pt x="11108" y="161"/>
                  </a:cubicBezTo>
                  <a:cubicBezTo>
                    <a:pt x="11012" y="55"/>
                    <a:pt x="10874" y="1"/>
                    <a:pt x="10732"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9"/>
            <p:cNvSpPr/>
            <p:nvPr/>
          </p:nvSpPr>
          <p:spPr>
            <a:xfrm>
              <a:off x="3394575" y="885900"/>
              <a:ext cx="239800" cy="155375"/>
            </a:xfrm>
            <a:custGeom>
              <a:rect b="b" l="l" r="r" t="t"/>
              <a:pathLst>
                <a:path extrusionOk="0" h="6215" w="9592">
                  <a:moveTo>
                    <a:pt x="9253" y="0"/>
                  </a:moveTo>
                  <a:cubicBezTo>
                    <a:pt x="9212" y="0"/>
                    <a:pt x="9168" y="13"/>
                    <a:pt x="9126" y="41"/>
                  </a:cubicBezTo>
                  <a:cubicBezTo>
                    <a:pt x="6190" y="2035"/>
                    <a:pt x="3213" y="3970"/>
                    <a:pt x="196" y="5845"/>
                  </a:cubicBezTo>
                  <a:cubicBezTo>
                    <a:pt x="1" y="5966"/>
                    <a:pt x="158" y="6215"/>
                    <a:pt x="350" y="6215"/>
                  </a:cubicBezTo>
                  <a:cubicBezTo>
                    <a:pt x="390" y="6215"/>
                    <a:pt x="432" y="6204"/>
                    <a:pt x="472" y="6179"/>
                  </a:cubicBezTo>
                  <a:cubicBezTo>
                    <a:pt x="3487" y="4306"/>
                    <a:pt x="6464" y="2371"/>
                    <a:pt x="9402" y="376"/>
                  </a:cubicBezTo>
                  <a:cubicBezTo>
                    <a:pt x="9592" y="247"/>
                    <a:pt x="9441" y="0"/>
                    <a:pt x="9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3429400" y="946050"/>
              <a:ext cx="253425" cy="167275"/>
            </a:xfrm>
            <a:custGeom>
              <a:rect b="b" l="l" r="r" t="t"/>
              <a:pathLst>
                <a:path extrusionOk="0" h="6691" w="10137">
                  <a:moveTo>
                    <a:pt x="9789" y="0"/>
                  </a:moveTo>
                  <a:cubicBezTo>
                    <a:pt x="9749" y="0"/>
                    <a:pt x="9707" y="11"/>
                    <a:pt x="9666" y="36"/>
                  </a:cubicBezTo>
                  <a:cubicBezTo>
                    <a:pt x="6447" y="2037"/>
                    <a:pt x="3287" y="4130"/>
                    <a:pt x="186" y="6313"/>
                  </a:cubicBezTo>
                  <a:cubicBezTo>
                    <a:pt x="0" y="6444"/>
                    <a:pt x="149" y="6690"/>
                    <a:pt x="334" y="6690"/>
                  </a:cubicBezTo>
                  <a:cubicBezTo>
                    <a:pt x="376" y="6690"/>
                    <a:pt x="420" y="6677"/>
                    <a:pt x="462" y="6648"/>
                  </a:cubicBezTo>
                  <a:cubicBezTo>
                    <a:pt x="3561" y="4466"/>
                    <a:pt x="6722" y="2374"/>
                    <a:pt x="9942" y="371"/>
                  </a:cubicBezTo>
                  <a:cubicBezTo>
                    <a:pt x="10137" y="249"/>
                    <a:pt x="9981" y="0"/>
                    <a:pt x="9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39"/>
          <p:cNvGrpSpPr/>
          <p:nvPr/>
        </p:nvGrpSpPr>
        <p:grpSpPr>
          <a:xfrm rot="-873280">
            <a:off x="2852539" y="824451"/>
            <a:ext cx="1682261" cy="1458635"/>
            <a:chOff x="3500150" y="3578275"/>
            <a:chExt cx="1157925" cy="1004000"/>
          </a:xfrm>
        </p:grpSpPr>
        <p:sp>
          <p:nvSpPr>
            <p:cNvPr id="1440" name="Google Shape;1440;p39"/>
            <p:cNvSpPr/>
            <p:nvPr/>
          </p:nvSpPr>
          <p:spPr>
            <a:xfrm>
              <a:off x="3500150" y="3587725"/>
              <a:ext cx="1157925" cy="994550"/>
            </a:xfrm>
            <a:custGeom>
              <a:rect b="b" l="l" r="r" t="t"/>
              <a:pathLst>
                <a:path extrusionOk="0" h="39782" w="46317">
                  <a:moveTo>
                    <a:pt x="11589" y="1"/>
                  </a:moveTo>
                  <a:cubicBezTo>
                    <a:pt x="11514" y="1"/>
                    <a:pt x="11443" y="38"/>
                    <a:pt x="11403" y="102"/>
                  </a:cubicBezTo>
                  <a:cubicBezTo>
                    <a:pt x="10568" y="1408"/>
                    <a:pt x="3745" y="12118"/>
                    <a:pt x="76" y="18645"/>
                  </a:cubicBezTo>
                  <a:cubicBezTo>
                    <a:pt x="1" y="18778"/>
                    <a:pt x="81" y="18946"/>
                    <a:pt x="233" y="18968"/>
                  </a:cubicBezTo>
                  <a:cubicBezTo>
                    <a:pt x="2060" y="19246"/>
                    <a:pt x="11414" y="21049"/>
                    <a:pt x="17418" y="29557"/>
                  </a:cubicBezTo>
                  <a:cubicBezTo>
                    <a:pt x="17457" y="29610"/>
                    <a:pt x="17515" y="29643"/>
                    <a:pt x="17581" y="29649"/>
                  </a:cubicBezTo>
                  <a:cubicBezTo>
                    <a:pt x="18562" y="29714"/>
                    <a:pt x="26518" y="30533"/>
                    <a:pt x="34942" y="39710"/>
                  </a:cubicBezTo>
                  <a:cubicBezTo>
                    <a:pt x="34985" y="39758"/>
                    <a:pt x="35045" y="39782"/>
                    <a:pt x="35104" y="39782"/>
                  </a:cubicBezTo>
                  <a:cubicBezTo>
                    <a:pt x="35174" y="39782"/>
                    <a:pt x="35244" y="39748"/>
                    <a:pt x="35287" y="39684"/>
                  </a:cubicBezTo>
                  <a:cubicBezTo>
                    <a:pt x="36553" y="37743"/>
                    <a:pt x="45218" y="24448"/>
                    <a:pt x="46285" y="21698"/>
                  </a:cubicBezTo>
                  <a:cubicBezTo>
                    <a:pt x="46316" y="21618"/>
                    <a:pt x="46296" y="21525"/>
                    <a:pt x="46234" y="21464"/>
                  </a:cubicBezTo>
                  <a:cubicBezTo>
                    <a:pt x="45790" y="21033"/>
                    <a:pt x="43678" y="19187"/>
                    <a:pt x="36210" y="15058"/>
                  </a:cubicBezTo>
                  <a:lnTo>
                    <a:pt x="36197" y="15049"/>
                  </a:lnTo>
                  <a:lnTo>
                    <a:pt x="15498" y="1589"/>
                  </a:lnTo>
                  <a:cubicBezTo>
                    <a:pt x="15498" y="1589"/>
                    <a:pt x="14193" y="633"/>
                    <a:pt x="11640" y="7"/>
                  </a:cubicBezTo>
                  <a:cubicBezTo>
                    <a:pt x="11623" y="3"/>
                    <a:pt x="11606" y="1"/>
                    <a:pt x="1158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3579825" y="3578275"/>
              <a:ext cx="1072725" cy="939675"/>
            </a:xfrm>
            <a:custGeom>
              <a:rect b="b" l="l" r="r" t="t"/>
              <a:pathLst>
                <a:path extrusionOk="0" h="37587" w="42909">
                  <a:moveTo>
                    <a:pt x="11651" y="1"/>
                  </a:moveTo>
                  <a:cubicBezTo>
                    <a:pt x="11558" y="1"/>
                    <a:pt x="11469" y="49"/>
                    <a:pt x="11419" y="129"/>
                  </a:cubicBezTo>
                  <a:lnTo>
                    <a:pt x="108" y="18071"/>
                  </a:lnTo>
                  <a:cubicBezTo>
                    <a:pt x="0" y="18241"/>
                    <a:pt x="106" y="18465"/>
                    <a:pt x="306" y="18487"/>
                  </a:cubicBezTo>
                  <a:cubicBezTo>
                    <a:pt x="7825" y="19394"/>
                    <a:pt x="14880" y="27194"/>
                    <a:pt x="15594" y="28007"/>
                  </a:cubicBezTo>
                  <a:cubicBezTo>
                    <a:pt x="15635" y="28051"/>
                    <a:pt x="15687" y="28082"/>
                    <a:pt x="15746" y="28093"/>
                  </a:cubicBezTo>
                  <a:cubicBezTo>
                    <a:pt x="17434" y="28420"/>
                    <a:pt x="19088" y="28916"/>
                    <a:pt x="20681" y="29570"/>
                  </a:cubicBezTo>
                  <a:cubicBezTo>
                    <a:pt x="26885" y="32104"/>
                    <a:pt x="30441" y="36312"/>
                    <a:pt x="31342" y="37480"/>
                  </a:cubicBezTo>
                  <a:cubicBezTo>
                    <a:pt x="31397" y="37551"/>
                    <a:pt x="31478" y="37586"/>
                    <a:pt x="31560" y="37586"/>
                  </a:cubicBezTo>
                  <a:cubicBezTo>
                    <a:pt x="31647" y="37586"/>
                    <a:pt x="31734" y="37545"/>
                    <a:pt x="31788" y="37464"/>
                  </a:cubicBezTo>
                  <a:cubicBezTo>
                    <a:pt x="38289" y="27615"/>
                    <a:pt x="42302" y="20335"/>
                    <a:pt x="42863" y="19301"/>
                  </a:cubicBezTo>
                  <a:cubicBezTo>
                    <a:pt x="42906" y="19222"/>
                    <a:pt x="42908" y="19125"/>
                    <a:pt x="42866" y="19045"/>
                  </a:cubicBezTo>
                  <a:cubicBezTo>
                    <a:pt x="42791" y="18891"/>
                    <a:pt x="42713" y="18741"/>
                    <a:pt x="42631" y="18593"/>
                  </a:cubicBezTo>
                  <a:cubicBezTo>
                    <a:pt x="38096" y="10064"/>
                    <a:pt x="29886" y="9445"/>
                    <a:pt x="27613" y="9445"/>
                  </a:cubicBezTo>
                  <a:cubicBezTo>
                    <a:pt x="27430" y="9445"/>
                    <a:pt x="27286" y="9449"/>
                    <a:pt x="27185" y="9453"/>
                  </a:cubicBezTo>
                  <a:cubicBezTo>
                    <a:pt x="27182" y="9454"/>
                    <a:pt x="27178" y="9454"/>
                    <a:pt x="27175" y="9454"/>
                  </a:cubicBezTo>
                  <a:cubicBezTo>
                    <a:pt x="27073" y="9454"/>
                    <a:pt x="26980" y="9396"/>
                    <a:pt x="26934" y="9305"/>
                  </a:cubicBezTo>
                  <a:cubicBezTo>
                    <a:pt x="22487" y="920"/>
                    <a:pt x="13016" y="80"/>
                    <a:pt x="11666" y="1"/>
                  </a:cubicBezTo>
                  <a:cubicBezTo>
                    <a:pt x="11661" y="1"/>
                    <a:pt x="11656" y="1"/>
                    <a:pt x="11651"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3967275" y="3817975"/>
              <a:ext cx="286125" cy="448600"/>
            </a:xfrm>
            <a:custGeom>
              <a:rect b="b" l="l" r="r" t="t"/>
              <a:pathLst>
                <a:path extrusionOk="0" h="17944" w="11445">
                  <a:moveTo>
                    <a:pt x="11011" y="0"/>
                  </a:moveTo>
                  <a:cubicBezTo>
                    <a:pt x="10918" y="0"/>
                    <a:pt x="10825" y="45"/>
                    <a:pt x="10764" y="152"/>
                  </a:cubicBezTo>
                  <a:cubicBezTo>
                    <a:pt x="7402" y="6029"/>
                    <a:pt x="3866" y="11803"/>
                    <a:pt x="157" y="17471"/>
                  </a:cubicBezTo>
                  <a:cubicBezTo>
                    <a:pt x="0" y="17710"/>
                    <a:pt x="220" y="17943"/>
                    <a:pt x="442" y="17943"/>
                  </a:cubicBezTo>
                  <a:cubicBezTo>
                    <a:pt x="537" y="17943"/>
                    <a:pt x="631" y="17901"/>
                    <a:pt x="697" y="17800"/>
                  </a:cubicBezTo>
                  <a:cubicBezTo>
                    <a:pt x="4403" y="12134"/>
                    <a:pt x="7939" y="6361"/>
                    <a:pt x="11303" y="481"/>
                  </a:cubicBezTo>
                  <a:cubicBezTo>
                    <a:pt x="11444" y="235"/>
                    <a:pt x="11225" y="0"/>
                    <a:pt x="11011" y="0"/>
                  </a:cubicBezTo>
                  <a:close/>
                </a:path>
              </a:pathLst>
            </a:custGeom>
            <a:solidFill>
              <a:schemeClr val="dk2"/>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39"/>
          <p:cNvGrpSpPr/>
          <p:nvPr/>
        </p:nvGrpSpPr>
        <p:grpSpPr>
          <a:xfrm rot="3254912">
            <a:off x="6173134" y="1104271"/>
            <a:ext cx="835313" cy="627453"/>
            <a:chOff x="5165189" y="3719901"/>
            <a:chExt cx="835271" cy="627422"/>
          </a:xfrm>
        </p:grpSpPr>
        <p:sp>
          <p:nvSpPr>
            <p:cNvPr id="1444" name="Google Shape;1444;p39"/>
            <p:cNvSpPr/>
            <p:nvPr/>
          </p:nvSpPr>
          <p:spPr>
            <a:xfrm rot="-1058202">
              <a:off x="5216481" y="3970066"/>
              <a:ext cx="153895" cy="362462"/>
            </a:xfrm>
            <a:custGeom>
              <a:rect b="b" l="l" r="r" t="t"/>
              <a:pathLst>
                <a:path extrusionOk="0" h="2042" w="867">
                  <a:moveTo>
                    <a:pt x="572" y="1"/>
                  </a:moveTo>
                  <a:cubicBezTo>
                    <a:pt x="546" y="1"/>
                    <a:pt x="521" y="7"/>
                    <a:pt x="498" y="20"/>
                  </a:cubicBezTo>
                  <a:cubicBezTo>
                    <a:pt x="345" y="101"/>
                    <a:pt x="215" y="288"/>
                    <a:pt x="94" y="417"/>
                  </a:cubicBezTo>
                  <a:cubicBezTo>
                    <a:pt x="0" y="517"/>
                    <a:pt x="98" y="664"/>
                    <a:pt x="208" y="664"/>
                  </a:cubicBezTo>
                  <a:cubicBezTo>
                    <a:pt x="240" y="664"/>
                    <a:pt x="274" y="651"/>
                    <a:pt x="304" y="620"/>
                  </a:cubicBezTo>
                  <a:cubicBezTo>
                    <a:pt x="361" y="563"/>
                    <a:pt x="417" y="482"/>
                    <a:pt x="490" y="409"/>
                  </a:cubicBezTo>
                  <a:lnTo>
                    <a:pt x="490" y="409"/>
                  </a:lnTo>
                  <a:cubicBezTo>
                    <a:pt x="490" y="482"/>
                    <a:pt x="482" y="563"/>
                    <a:pt x="490" y="595"/>
                  </a:cubicBezTo>
                  <a:lnTo>
                    <a:pt x="515" y="1057"/>
                  </a:lnTo>
                  <a:cubicBezTo>
                    <a:pt x="531" y="1340"/>
                    <a:pt x="555" y="1615"/>
                    <a:pt x="571" y="1899"/>
                  </a:cubicBezTo>
                  <a:cubicBezTo>
                    <a:pt x="575" y="1995"/>
                    <a:pt x="649" y="2042"/>
                    <a:pt x="721" y="2042"/>
                  </a:cubicBezTo>
                  <a:cubicBezTo>
                    <a:pt x="794" y="2042"/>
                    <a:pt x="867" y="1993"/>
                    <a:pt x="863" y="1899"/>
                  </a:cubicBezTo>
                  <a:cubicBezTo>
                    <a:pt x="838" y="1510"/>
                    <a:pt x="814" y="1122"/>
                    <a:pt x="790" y="725"/>
                  </a:cubicBezTo>
                  <a:cubicBezTo>
                    <a:pt x="774" y="539"/>
                    <a:pt x="830" y="182"/>
                    <a:pt x="676" y="45"/>
                  </a:cubicBezTo>
                  <a:cubicBezTo>
                    <a:pt x="647" y="16"/>
                    <a:pt x="609" y="1"/>
                    <a:pt x="57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rot="-1058202">
              <a:off x="5711232" y="3748710"/>
              <a:ext cx="243179" cy="341694"/>
            </a:xfrm>
            <a:custGeom>
              <a:rect b="b" l="l" r="r" t="t"/>
              <a:pathLst>
                <a:path extrusionOk="0" h="1925" w="1370">
                  <a:moveTo>
                    <a:pt x="575" y="0"/>
                  </a:moveTo>
                  <a:cubicBezTo>
                    <a:pt x="401" y="0"/>
                    <a:pt x="225" y="61"/>
                    <a:pt x="106" y="172"/>
                  </a:cubicBezTo>
                  <a:cubicBezTo>
                    <a:pt x="0" y="272"/>
                    <a:pt x="100" y="419"/>
                    <a:pt x="215" y="419"/>
                  </a:cubicBezTo>
                  <a:cubicBezTo>
                    <a:pt x="249" y="419"/>
                    <a:pt x="285" y="406"/>
                    <a:pt x="317" y="374"/>
                  </a:cubicBezTo>
                  <a:cubicBezTo>
                    <a:pt x="366" y="325"/>
                    <a:pt x="464" y="298"/>
                    <a:pt x="561" y="298"/>
                  </a:cubicBezTo>
                  <a:cubicBezTo>
                    <a:pt x="736" y="298"/>
                    <a:pt x="906" y="387"/>
                    <a:pt x="770" y="601"/>
                  </a:cubicBezTo>
                  <a:cubicBezTo>
                    <a:pt x="697" y="714"/>
                    <a:pt x="479" y="795"/>
                    <a:pt x="365" y="836"/>
                  </a:cubicBezTo>
                  <a:cubicBezTo>
                    <a:pt x="200" y="896"/>
                    <a:pt x="258" y="1124"/>
                    <a:pt x="409" y="1124"/>
                  </a:cubicBezTo>
                  <a:cubicBezTo>
                    <a:pt x="421" y="1124"/>
                    <a:pt x="433" y="1122"/>
                    <a:pt x="446" y="1119"/>
                  </a:cubicBezTo>
                  <a:cubicBezTo>
                    <a:pt x="475" y="1115"/>
                    <a:pt x="544" y="1110"/>
                    <a:pt x="625" y="1110"/>
                  </a:cubicBezTo>
                  <a:cubicBezTo>
                    <a:pt x="883" y="1110"/>
                    <a:pt x="1272" y="1167"/>
                    <a:pt x="964" y="1524"/>
                  </a:cubicBezTo>
                  <a:cubicBezTo>
                    <a:pt x="883" y="1619"/>
                    <a:pt x="755" y="1645"/>
                    <a:pt x="626" y="1645"/>
                  </a:cubicBezTo>
                  <a:cubicBezTo>
                    <a:pt x="511" y="1645"/>
                    <a:pt x="396" y="1625"/>
                    <a:pt x="308" y="1613"/>
                  </a:cubicBezTo>
                  <a:cubicBezTo>
                    <a:pt x="301" y="1612"/>
                    <a:pt x="293" y="1612"/>
                    <a:pt x="286" y="1612"/>
                  </a:cubicBezTo>
                  <a:cubicBezTo>
                    <a:pt x="116" y="1612"/>
                    <a:pt x="49" y="1873"/>
                    <a:pt x="236" y="1897"/>
                  </a:cubicBezTo>
                  <a:cubicBezTo>
                    <a:pt x="336" y="1913"/>
                    <a:pt x="450" y="1924"/>
                    <a:pt x="567" y="1924"/>
                  </a:cubicBezTo>
                  <a:cubicBezTo>
                    <a:pt x="921" y="1924"/>
                    <a:pt x="1294" y="1817"/>
                    <a:pt x="1337" y="1403"/>
                  </a:cubicBezTo>
                  <a:cubicBezTo>
                    <a:pt x="1369" y="1087"/>
                    <a:pt x="1175" y="925"/>
                    <a:pt x="932" y="860"/>
                  </a:cubicBezTo>
                  <a:cubicBezTo>
                    <a:pt x="1102" y="706"/>
                    <a:pt x="1215" y="512"/>
                    <a:pt x="1086" y="269"/>
                  </a:cubicBezTo>
                  <a:cubicBezTo>
                    <a:pt x="985" y="85"/>
                    <a:pt x="782" y="0"/>
                    <a:pt x="57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rot="-1058202">
              <a:off x="5434331" y="3931896"/>
              <a:ext cx="246019" cy="215489"/>
            </a:xfrm>
            <a:custGeom>
              <a:rect b="b" l="l" r="r" t="t"/>
              <a:pathLst>
                <a:path extrusionOk="0" h="1214" w="1386">
                  <a:moveTo>
                    <a:pt x="632" y="0"/>
                  </a:moveTo>
                  <a:cubicBezTo>
                    <a:pt x="579" y="0"/>
                    <a:pt x="527" y="35"/>
                    <a:pt x="527" y="104"/>
                  </a:cubicBezTo>
                  <a:cubicBezTo>
                    <a:pt x="494" y="225"/>
                    <a:pt x="486" y="338"/>
                    <a:pt x="494" y="460"/>
                  </a:cubicBezTo>
                  <a:cubicBezTo>
                    <a:pt x="349" y="476"/>
                    <a:pt x="211" y="508"/>
                    <a:pt x="73" y="549"/>
                  </a:cubicBezTo>
                  <a:cubicBezTo>
                    <a:pt x="1" y="589"/>
                    <a:pt x="17" y="711"/>
                    <a:pt x="98" y="735"/>
                  </a:cubicBezTo>
                  <a:cubicBezTo>
                    <a:pt x="235" y="735"/>
                    <a:pt x="373" y="735"/>
                    <a:pt x="503" y="719"/>
                  </a:cubicBezTo>
                  <a:cubicBezTo>
                    <a:pt x="503" y="865"/>
                    <a:pt x="527" y="1002"/>
                    <a:pt x="584" y="1140"/>
                  </a:cubicBezTo>
                  <a:cubicBezTo>
                    <a:pt x="605" y="1190"/>
                    <a:pt x="650" y="1213"/>
                    <a:pt x="696" y="1213"/>
                  </a:cubicBezTo>
                  <a:cubicBezTo>
                    <a:pt x="754" y="1213"/>
                    <a:pt x="813" y="1176"/>
                    <a:pt x="826" y="1108"/>
                  </a:cubicBezTo>
                  <a:cubicBezTo>
                    <a:pt x="835" y="970"/>
                    <a:pt x="818" y="824"/>
                    <a:pt x="794" y="687"/>
                  </a:cubicBezTo>
                  <a:cubicBezTo>
                    <a:pt x="964" y="678"/>
                    <a:pt x="1134" y="646"/>
                    <a:pt x="1288" y="581"/>
                  </a:cubicBezTo>
                  <a:cubicBezTo>
                    <a:pt x="1385" y="549"/>
                    <a:pt x="1369" y="411"/>
                    <a:pt x="1264" y="403"/>
                  </a:cubicBezTo>
                  <a:cubicBezTo>
                    <a:pt x="1200" y="394"/>
                    <a:pt x="1135" y="389"/>
                    <a:pt x="1069" y="389"/>
                  </a:cubicBezTo>
                  <a:cubicBezTo>
                    <a:pt x="969" y="389"/>
                    <a:pt x="868" y="400"/>
                    <a:pt x="770" y="419"/>
                  </a:cubicBezTo>
                  <a:cubicBezTo>
                    <a:pt x="770" y="314"/>
                    <a:pt x="754" y="209"/>
                    <a:pt x="737" y="104"/>
                  </a:cubicBezTo>
                  <a:cubicBezTo>
                    <a:pt x="737" y="35"/>
                    <a:pt x="685" y="0"/>
                    <a:pt x="63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39"/>
          <p:cNvGrpSpPr/>
          <p:nvPr/>
        </p:nvGrpSpPr>
        <p:grpSpPr>
          <a:xfrm>
            <a:off x="5330988" y="1940250"/>
            <a:ext cx="761150" cy="740975"/>
            <a:chOff x="433763" y="3549850"/>
            <a:chExt cx="761150" cy="740975"/>
          </a:xfrm>
        </p:grpSpPr>
        <p:sp>
          <p:nvSpPr>
            <p:cNvPr id="1448" name="Google Shape;1448;p39"/>
            <p:cNvSpPr/>
            <p:nvPr/>
          </p:nvSpPr>
          <p:spPr>
            <a:xfrm>
              <a:off x="433763" y="3549850"/>
              <a:ext cx="761100" cy="740975"/>
            </a:xfrm>
            <a:custGeom>
              <a:rect b="b" l="l" r="r" t="t"/>
              <a:pathLst>
                <a:path extrusionOk="0" h="29639" w="30444">
                  <a:moveTo>
                    <a:pt x="25485" y="0"/>
                  </a:moveTo>
                  <a:lnTo>
                    <a:pt x="23641" y="1871"/>
                  </a:lnTo>
                  <a:lnTo>
                    <a:pt x="22248" y="3285"/>
                  </a:lnTo>
                  <a:lnTo>
                    <a:pt x="17895" y="2892"/>
                  </a:lnTo>
                  <a:cubicBezTo>
                    <a:pt x="17812" y="2885"/>
                    <a:pt x="17728" y="2881"/>
                    <a:pt x="17645" y="2881"/>
                  </a:cubicBezTo>
                  <a:cubicBezTo>
                    <a:pt x="16885" y="2881"/>
                    <a:pt x="16154" y="3199"/>
                    <a:pt x="15635" y="3764"/>
                  </a:cubicBezTo>
                  <a:lnTo>
                    <a:pt x="14845" y="4621"/>
                  </a:lnTo>
                  <a:lnTo>
                    <a:pt x="12806" y="6837"/>
                  </a:lnTo>
                  <a:lnTo>
                    <a:pt x="11771" y="7960"/>
                  </a:lnTo>
                  <a:lnTo>
                    <a:pt x="5767" y="14488"/>
                  </a:lnTo>
                  <a:lnTo>
                    <a:pt x="4640" y="15711"/>
                  </a:lnTo>
                  <a:lnTo>
                    <a:pt x="3041" y="17448"/>
                  </a:lnTo>
                  <a:lnTo>
                    <a:pt x="1462" y="19164"/>
                  </a:lnTo>
                  <a:cubicBezTo>
                    <a:pt x="0" y="20750"/>
                    <a:pt x="104" y="23219"/>
                    <a:pt x="1691" y="24677"/>
                  </a:cubicBezTo>
                  <a:lnTo>
                    <a:pt x="2589" y="25502"/>
                  </a:lnTo>
                  <a:lnTo>
                    <a:pt x="5969" y="28610"/>
                  </a:lnTo>
                  <a:cubicBezTo>
                    <a:pt x="6717" y="29298"/>
                    <a:pt x="7663" y="29638"/>
                    <a:pt x="8607" y="29638"/>
                  </a:cubicBezTo>
                  <a:cubicBezTo>
                    <a:pt x="9649" y="29638"/>
                    <a:pt x="10688" y="29223"/>
                    <a:pt x="11456" y="28402"/>
                  </a:cubicBezTo>
                  <a:lnTo>
                    <a:pt x="13397" y="26331"/>
                  </a:lnTo>
                  <a:lnTo>
                    <a:pt x="14378" y="25284"/>
                  </a:lnTo>
                  <a:lnTo>
                    <a:pt x="15825" y="23738"/>
                  </a:lnTo>
                  <a:lnTo>
                    <a:pt x="22069" y="17078"/>
                  </a:lnTo>
                  <a:lnTo>
                    <a:pt x="23424" y="15630"/>
                  </a:lnTo>
                  <a:lnTo>
                    <a:pt x="25295" y="13633"/>
                  </a:lnTo>
                  <a:lnTo>
                    <a:pt x="26172" y="12696"/>
                  </a:lnTo>
                  <a:cubicBezTo>
                    <a:pt x="26727" y="12100"/>
                    <a:pt x="26991" y="11289"/>
                    <a:pt x="26887" y="10480"/>
                  </a:cubicBezTo>
                  <a:lnTo>
                    <a:pt x="26545" y="7794"/>
                  </a:lnTo>
                  <a:lnTo>
                    <a:pt x="26398" y="6643"/>
                  </a:lnTo>
                  <a:lnTo>
                    <a:pt x="30177" y="2383"/>
                  </a:lnTo>
                  <a:cubicBezTo>
                    <a:pt x="30444" y="2080"/>
                    <a:pt x="30315" y="1604"/>
                    <a:pt x="29934" y="1477"/>
                  </a:cubicBezTo>
                  <a:lnTo>
                    <a:pt x="25485" y="0"/>
                  </a:ln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509813" y="3665400"/>
              <a:ext cx="556325" cy="542725"/>
            </a:xfrm>
            <a:custGeom>
              <a:rect b="b" l="l" r="r" t="t"/>
              <a:pathLst>
                <a:path extrusionOk="0" h="21709" w="22253">
                  <a:moveTo>
                    <a:pt x="11805" y="0"/>
                  </a:moveTo>
                  <a:lnTo>
                    <a:pt x="9765" y="2217"/>
                  </a:lnTo>
                  <a:lnTo>
                    <a:pt x="8730" y="3340"/>
                  </a:lnTo>
                  <a:lnTo>
                    <a:pt x="2726" y="9867"/>
                  </a:lnTo>
                  <a:lnTo>
                    <a:pt x="1600" y="11091"/>
                  </a:lnTo>
                  <a:lnTo>
                    <a:pt x="0" y="12828"/>
                  </a:lnTo>
                  <a:cubicBezTo>
                    <a:pt x="1931" y="14976"/>
                    <a:pt x="3950" y="17066"/>
                    <a:pt x="6161" y="18861"/>
                  </a:cubicBezTo>
                  <a:cubicBezTo>
                    <a:pt x="7486" y="19931"/>
                    <a:pt x="8875" y="20898"/>
                    <a:pt x="10355" y="21709"/>
                  </a:cubicBezTo>
                  <a:lnTo>
                    <a:pt x="11336" y="20662"/>
                  </a:lnTo>
                  <a:lnTo>
                    <a:pt x="12783" y="19116"/>
                  </a:lnTo>
                  <a:lnTo>
                    <a:pt x="19027" y="12457"/>
                  </a:lnTo>
                  <a:lnTo>
                    <a:pt x="20382" y="11008"/>
                  </a:lnTo>
                  <a:lnTo>
                    <a:pt x="22253" y="9011"/>
                  </a:lnTo>
                  <a:cubicBezTo>
                    <a:pt x="21413" y="8424"/>
                    <a:pt x="20585" y="7823"/>
                    <a:pt x="19771" y="7203"/>
                  </a:cubicBezTo>
                  <a:cubicBezTo>
                    <a:pt x="18689" y="6380"/>
                    <a:pt x="17632" y="5527"/>
                    <a:pt x="16595" y="4645"/>
                  </a:cubicBezTo>
                  <a:cubicBezTo>
                    <a:pt x="15390" y="3619"/>
                    <a:pt x="14219" y="2553"/>
                    <a:pt x="13079" y="1453"/>
                  </a:cubicBezTo>
                  <a:cubicBezTo>
                    <a:pt x="12678" y="1063"/>
                    <a:pt x="12250" y="531"/>
                    <a:pt x="11805"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728063" y="3720750"/>
              <a:ext cx="291350" cy="256050"/>
            </a:xfrm>
            <a:custGeom>
              <a:rect b="b" l="l" r="r" t="t"/>
              <a:pathLst>
                <a:path extrusionOk="0" h="10242" w="11654">
                  <a:moveTo>
                    <a:pt x="1037" y="1"/>
                  </a:moveTo>
                  <a:lnTo>
                    <a:pt x="0" y="1124"/>
                  </a:lnTo>
                  <a:cubicBezTo>
                    <a:pt x="1479" y="2730"/>
                    <a:pt x="3037" y="4260"/>
                    <a:pt x="4672" y="5707"/>
                  </a:cubicBezTo>
                  <a:cubicBezTo>
                    <a:pt x="5641" y="6562"/>
                    <a:pt x="6630" y="7397"/>
                    <a:pt x="7643" y="8204"/>
                  </a:cubicBezTo>
                  <a:cubicBezTo>
                    <a:pt x="8457" y="8858"/>
                    <a:pt x="9284" y="9495"/>
                    <a:pt x="10124" y="10114"/>
                  </a:cubicBezTo>
                  <a:cubicBezTo>
                    <a:pt x="10182" y="10157"/>
                    <a:pt x="10239" y="10201"/>
                    <a:pt x="10297" y="10242"/>
                  </a:cubicBezTo>
                  <a:lnTo>
                    <a:pt x="11653" y="8794"/>
                  </a:lnTo>
                  <a:cubicBezTo>
                    <a:pt x="10764" y="8184"/>
                    <a:pt x="9881" y="7565"/>
                    <a:pt x="9016" y="6923"/>
                  </a:cubicBezTo>
                  <a:cubicBezTo>
                    <a:pt x="8365" y="6443"/>
                    <a:pt x="7726" y="5952"/>
                    <a:pt x="7099" y="5437"/>
                  </a:cubicBezTo>
                  <a:cubicBezTo>
                    <a:pt x="5532" y="4152"/>
                    <a:pt x="4018" y="2803"/>
                    <a:pt x="2532" y="1427"/>
                  </a:cubicBezTo>
                  <a:cubicBezTo>
                    <a:pt x="2028" y="958"/>
                    <a:pt x="1528" y="483"/>
                    <a:pt x="1037"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549788" y="3912025"/>
              <a:ext cx="279675" cy="269925"/>
            </a:xfrm>
            <a:custGeom>
              <a:rect b="b" l="l" r="r" t="t"/>
              <a:pathLst>
                <a:path extrusionOk="0" h="10797" w="11187">
                  <a:moveTo>
                    <a:pt x="1126" y="1"/>
                  </a:moveTo>
                  <a:lnTo>
                    <a:pt x="1" y="1224"/>
                  </a:lnTo>
                  <a:cubicBezTo>
                    <a:pt x="198" y="1460"/>
                    <a:pt x="398" y="1697"/>
                    <a:pt x="594" y="1928"/>
                  </a:cubicBezTo>
                  <a:cubicBezTo>
                    <a:pt x="1906" y="3476"/>
                    <a:pt x="3292" y="4956"/>
                    <a:pt x="4752" y="6365"/>
                  </a:cubicBezTo>
                  <a:cubicBezTo>
                    <a:pt x="5270" y="6863"/>
                    <a:pt x="5797" y="7366"/>
                    <a:pt x="6334" y="7862"/>
                  </a:cubicBezTo>
                  <a:cubicBezTo>
                    <a:pt x="7424" y="8875"/>
                    <a:pt x="8554" y="9873"/>
                    <a:pt x="9737" y="10797"/>
                  </a:cubicBezTo>
                  <a:lnTo>
                    <a:pt x="11186" y="9251"/>
                  </a:lnTo>
                  <a:cubicBezTo>
                    <a:pt x="10082" y="8394"/>
                    <a:pt x="8977" y="7539"/>
                    <a:pt x="7903" y="6642"/>
                  </a:cubicBezTo>
                  <a:cubicBezTo>
                    <a:pt x="7317" y="6149"/>
                    <a:pt x="6735" y="5644"/>
                    <a:pt x="6171" y="5121"/>
                  </a:cubicBezTo>
                  <a:cubicBezTo>
                    <a:pt x="4798" y="3851"/>
                    <a:pt x="3474" y="2526"/>
                    <a:pt x="2188" y="1171"/>
                  </a:cubicBezTo>
                  <a:cubicBezTo>
                    <a:pt x="1827" y="793"/>
                    <a:pt x="1476" y="400"/>
                    <a:pt x="1126"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1024813" y="3549850"/>
              <a:ext cx="170100" cy="126700"/>
            </a:xfrm>
            <a:custGeom>
              <a:rect b="b" l="l" r="r" t="t"/>
              <a:pathLst>
                <a:path extrusionOk="0" h="5068" w="6804">
                  <a:moveTo>
                    <a:pt x="1845" y="0"/>
                  </a:moveTo>
                  <a:lnTo>
                    <a:pt x="1" y="1871"/>
                  </a:lnTo>
                  <a:cubicBezTo>
                    <a:pt x="1014" y="2717"/>
                    <a:pt x="2774" y="4097"/>
                    <a:pt x="4156" y="5068"/>
                  </a:cubicBezTo>
                  <a:lnTo>
                    <a:pt x="6537" y="2383"/>
                  </a:lnTo>
                  <a:cubicBezTo>
                    <a:pt x="6804" y="2080"/>
                    <a:pt x="6676" y="1604"/>
                    <a:pt x="6294" y="1477"/>
                  </a:cubicBezTo>
                  <a:lnTo>
                    <a:pt x="1845"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40"/>
          <p:cNvSpPr/>
          <p:nvPr/>
        </p:nvSpPr>
        <p:spPr>
          <a:xfrm>
            <a:off x="742850" y="1680050"/>
            <a:ext cx="593400" cy="5934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0"/>
          <p:cNvSpPr/>
          <p:nvPr/>
        </p:nvSpPr>
        <p:spPr>
          <a:xfrm>
            <a:off x="2911650" y="3175225"/>
            <a:ext cx="593400" cy="5934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0"/>
          <p:cNvSpPr/>
          <p:nvPr/>
        </p:nvSpPr>
        <p:spPr>
          <a:xfrm>
            <a:off x="5080463" y="1680038"/>
            <a:ext cx="593400" cy="5934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0"/>
          <p:cNvSpPr txBox="1"/>
          <p:nvPr>
            <p:ph type="title"/>
          </p:nvPr>
        </p:nvSpPr>
        <p:spPr>
          <a:xfrm>
            <a:off x="1427263" y="1712888"/>
            <a:ext cx="2669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IMPROPER FRACTIONS AND MIXED NUMBERS </a:t>
            </a:r>
            <a:endParaRPr/>
          </a:p>
        </p:txBody>
      </p:sp>
      <p:sp>
        <p:nvSpPr>
          <p:cNvPr id="1461" name="Google Shape;1461;p40"/>
          <p:cNvSpPr txBox="1"/>
          <p:nvPr>
            <p:ph idx="2" type="title"/>
          </p:nvPr>
        </p:nvSpPr>
        <p:spPr>
          <a:xfrm>
            <a:off x="715088" y="1746650"/>
            <a:ext cx="6489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462" name="Google Shape;1462;p40"/>
          <p:cNvSpPr txBox="1"/>
          <p:nvPr>
            <p:ph idx="1" type="subTitle"/>
          </p:nvPr>
        </p:nvSpPr>
        <p:spPr>
          <a:xfrm>
            <a:off x="1427276" y="2299425"/>
            <a:ext cx="2669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a:t>
            </a:r>
            <a:r>
              <a:rPr lang="en"/>
              <a:t>o</a:t>
            </a:r>
            <a:r>
              <a:rPr lang="en"/>
              <a:t>u</a:t>
            </a:r>
            <a:r>
              <a:rPr lang="en"/>
              <a:t> </a:t>
            </a:r>
            <a:r>
              <a:rPr lang="en"/>
              <a:t>can describe the topic of the section here</a:t>
            </a:r>
            <a:endParaRPr/>
          </a:p>
        </p:txBody>
      </p:sp>
      <p:sp>
        <p:nvSpPr>
          <p:cNvPr id="1463" name="Google Shape;1463;p40"/>
          <p:cNvSpPr txBox="1"/>
          <p:nvPr>
            <p:ph idx="3" type="title"/>
          </p:nvPr>
        </p:nvSpPr>
        <p:spPr>
          <a:xfrm>
            <a:off x="5754900" y="1712888"/>
            <a:ext cx="2669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SIMPLIFY, COMPARE AND ROUND FRACTIONS</a:t>
            </a:r>
            <a:endParaRPr/>
          </a:p>
        </p:txBody>
      </p:sp>
      <p:sp>
        <p:nvSpPr>
          <p:cNvPr id="1464" name="Google Shape;1464;p40"/>
          <p:cNvSpPr txBox="1"/>
          <p:nvPr>
            <p:ph idx="4" type="title"/>
          </p:nvPr>
        </p:nvSpPr>
        <p:spPr>
          <a:xfrm>
            <a:off x="5052700" y="1746638"/>
            <a:ext cx="6489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465" name="Google Shape;1465;p40"/>
          <p:cNvSpPr txBox="1"/>
          <p:nvPr>
            <p:ph idx="5" type="subTitle"/>
          </p:nvPr>
        </p:nvSpPr>
        <p:spPr>
          <a:xfrm>
            <a:off x="5754900" y="2299425"/>
            <a:ext cx="2669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66" name="Google Shape;1466;p40"/>
          <p:cNvSpPr txBox="1"/>
          <p:nvPr>
            <p:ph idx="6" type="title"/>
          </p:nvPr>
        </p:nvSpPr>
        <p:spPr>
          <a:xfrm>
            <a:off x="3591081" y="3286300"/>
            <a:ext cx="2669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EQUIVALENT FRACTIONS</a:t>
            </a:r>
            <a:endParaRPr/>
          </a:p>
        </p:txBody>
      </p:sp>
      <p:sp>
        <p:nvSpPr>
          <p:cNvPr id="1467" name="Google Shape;1467;p40"/>
          <p:cNvSpPr txBox="1"/>
          <p:nvPr>
            <p:ph idx="7" type="title"/>
          </p:nvPr>
        </p:nvSpPr>
        <p:spPr>
          <a:xfrm>
            <a:off x="2883894" y="3241825"/>
            <a:ext cx="6489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468" name="Google Shape;1468;p40"/>
          <p:cNvSpPr txBox="1"/>
          <p:nvPr>
            <p:ph idx="8" type="subTitle"/>
          </p:nvPr>
        </p:nvSpPr>
        <p:spPr>
          <a:xfrm>
            <a:off x="3591088" y="3870925"/>
            <a:ext cx="2669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69" name="Google Shape;1469;p40"/>
          <p:cNvSpPr txBox="1"/>
          <p:nvPr>
            <p:ph idx="9" type="title"/>
          </p:nvPr>
        </p:nvSpPr>
        <p:spPr>
          <a:xfrm>
            <a:off x="720000" y="819425"/>
            <a:ext cx="77040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grpSp>
        <p:nvGrpSpPr>
          <p:cNvPr id="1470" name="Google Shape;1470;p40"/>
          <p:cNvGrpSpPr/>
          <p:nvPr/>
        </p:nvGrpSpPr>
        <p:grpSpPr>
          <a:xfrm>
            <a:off x="8148766" y="819423"/>
            <a:ext cx="275229" cy="351227"/>
            <a:chOff x="6472041" y="1958998"/>
            <a:chExt cx="275229" cy="351227"/>
          </a:xfrm>
        </p:grpSpPr>
        <p:cxnSp>
          <p:nvCxnSpPr>
            <p:cNvPr id="1471" name="Google Shape;1471;p40"/>
            <p:cNvCxnSpPr/>
            <p:nvPr/>
          </p:nvCxnSpPr>
          <p:spPr>
            <a:xfrm flipH="1" rot="10800000">
              <a:off x="6569950" y="2135925"/>
              <a:ext cx="38100" cy="174300"/>
            </a:xfrm>
            <a:prstGeom prst="straightConnector1">
              <a:avLst/>
            </a:prstGeom>
            <a:noFill/>
            <a:ln cap="flat" cmpd="sng" w="19050">
              <a:solidFill>
                <a:schemeClr val="dk2"/>
              </a:solidFill>
              <a:prstDash val="solid"/>
              <a:round/>
              <a:headEnd len="med" w="med" type="none"/>
              <a:tailEnd len="med" w="med" type="none"/>
            </a:ln>
          </p:spPr>
        </p:cxnSp>
        <p:sp>
          <p:nvSpPr>
            <p:cNvPr id="1472" name="Google Shape;1472;p40"/>
            <p:cNvSpPr/>
            <p:nvPr/>
          </p:nvSpPr>
          <p:spPr>
            <a:xfrm>
              <a:off x="6472041" y="1958998"/>
              <a:ext cx="275229" cy="273273"/>
            </a:xfrm>
            <a:custGeom>
              <a:rect b="b" l="l" r="r" t="t"/>
              <a:pathLst>
                <a:path extrusionOk="0" h="7824" w="7880">
                  <a:moveTo>
                    <a:pt x="4058" y="0"/>
                  </a:moveTo>
                  <a:cubicBezTo>
                    <a:pt x="3618" y="0"/>
                    <a:pt x="3187" y="55"/>
                    <a:pt x="2834" y="212"/>
                  </a:cubicBezTo>
                  <a:cubicBezTo>
                    <a:pt x="1891" y="631"/>
                    <a:pt x="2290" y="1638"/>
                    <a:pt x="2759" y="2265"/>
                  </a:cubicBezTo>
                  <a:cubicBezTo>
                    <a:pt x="2804" y="2284"/>
                    <a:pt x="2840" y="2325"/>
                    <a:pt x="2835" y="2378"/>
                  </a:cubicBezTo>
                  <a:cubicBezTo>
                    <a:pt x="2749" y="3336"/>
                    <a:pt x="2469" y="4339"/>
                    <a:pt x="2171" y="5251"/>
                  </a:cubicBezTo>
                  <a:cubicBezTo>
                    <a:pt x="2148" y="5322"/>
                    <a:pt x="2079" y="5394"/>
                    <a:pt x="1999" y="5394"/>
                  </a:cubicBezTo>
                  <a:cubicBezTo>
                    <a:pt x="1994" y="5394"/>
                    <a:pt x="1989" y="5394"/>
                    <a:pt x="1983" y="5393"/>
                  </a:cubicBezTo>
                  <a:cubicBezTo>
                    <a:pt x="1942" y="5389"/>
                    <a:pt x="1901" y="5387"/>
                    <a:pt x="1861" y="5387"/>
                  </a:cubicBezTo>
                  <a:cubicBezTo>
                    <a:pt x="840" y="5387"/>
                    <a:pt x="0" y="6772"/>
                    <a:pt x="1303" y="7179"/>
                  </a:cubicBezTo>
                  <a:cubicBezTo>
                    <a:pt x="1841" y="7347"/>
                    <a:pt x="2424" y="7421"/>
                    <a:pt x="2986" y="7512"/>
                  </a:cubicBezTo>
                  <a:cubicBezTo>
                    <a:pt x="3076" y="7527"/>
                    <a:pt x="3165" y="7543"/>
                    <a:pt x="3254" y="7559"/>
                  </a:cubicBezTo>
                  <a:cubicBezTo>
                    <a:pt x="3334" y="7573"/>
                    <a:pt x="3415" y="7589"/>
                    <a:pt x="3497" y="7605"/>
                  </a:cubicBezTo>
                  <a:cubicBezTo>
                    <a:pt x="3967" y="7701"/>
                    <a:pt x="4476" y="7823"/>
                    <a:pt x="4964" y="7823"/>
                  </a:cubicBezTo>
                  <a:cubicBezTo>
                    <a:pt x="5196" y="7823"/>
                    <a:pt x="5422" y="7796"/>
                    <a:pt x="5638" y="7725"/>
                  </a:cubicBezTo>
                  <a:cubicBezTo>
                    <a:pt x="6055" y="7589"/>
                    <a:pt x="6521" y="7217"/>
                    <a:pt x="6494" y="6729"/>
                  </a:cubicBezTo>
                  <a:cubicBezTo>
                    <a:pt x="6469" y="6257"/>
                    <a:pt x="6036" y="5918"/>
                    <a:pt x="5594" y="5918"/>
                  </a:cubicBezTo>
                  <a:cubicBezTo>
                    <a:pt x="5558" y="5918"/>
                    <a:pt x="5521" y="5920"/>
                    <a:pt x="5485" y="5925"/>
                  </a:cubicBezTo>
                  <a:cubicBezTo>
                    <a:pt x="5475" y="5926"/>
                    <a:pt x="5466" y="5927"/>
                    <a:pt x="5457" y="5927"/>
                  </a:cubicBezTo>
                  <a:cubicBezTo>
                    <a:pt x="5273" y="5927"/>
                    <a:pt x="5232" y="5670"/>
                    <a:pt x="5354" y="5559"/>
                  </a:cubicBezTo>
                  <a:cubicBezTo>
                    <a:pt x="5601" y="4669"/>
                    <a:pt x="5847" y="3779"/>
                    <a:pt x="6093" y="2888"/>
                  </a:cubicBezTo>
                  <a:cubicBezTo>
                    <a:pt x="6114" y="2809"/>
                    <a:pt x="6197" y="2732"/>
                    <a:pt x="6284" y="2732"/>
                  </a:cubicBezTo>
                  <a:cubicBezTo>
                    <a:pt x="6289" y="2732"/>
                    <a:pt x="6294" y="2732"/>
                    <a:pt x="6300" y="2733"/>
                  </a:cubicBezTo>
                  <a:cubicBezTo>
                    <a:pt x="6434" y="2746"/>
                    <a:pt x="6579" y="2759"/>
                    <a:pt x="6724" y="2759"/>
                  </a:cubicBezTo>
                  <a:cubicBezTo>
                    <a:pt x="7040" y="2759"/>
                    <a:pt x="7357" y="2699"/>
                    <a:pt x="7571" y="2458"/>
                  </a:cubicBezTo>
                  <a:cubicBezTo>
                    <a:pt x="7880" y="2108"/>
                    <a:pt x="7819" y="1540"/>
                    <a:pt x="7589" y="1170"/>
                  </a:cubicBezTo>
                  <a:cubicBezTo>
                    <a:pt x="7164" y="485"/>
                    <a:pt x="6233" y="267"/>
                    <a:pt x="5495" y="142"/>
                  </a:cubicBezTo>
                  <a:cubicBezTo>
                    <a:pt x="5073" y="71"/>
                    <a:pt x="4560" y="0"/>
                    <a:pt x="4058" y="0"/>
                  </a:cubicBezTo>
                  <a:close/>
                </a:path>
              </a:pathLst>
            </a:custGeom>
            <a:solidFill>
              <a:schemeClr val="accent1"/>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40"/>
          <p:cNvGrpSpPr/>
          <p:nvPr/>
        </p:nvGrpSpPr>
        <p:grpSpPr>
          <a:xfrm rot="3254912">
            <a:off x="1182209" y="3383746"/>
            <a:ext cx="835313" cy="627453"/>
            <a:chOff x="5165189" y="3719901"/>
            <a:chExt cx="835271" cy="627422"/>
          </a:xfrm>
        </p:grpSpPr>
        <p:sp>
          <p:nvSpPr>
            <p:cNvPr id="1474" name="Google Shape;1474;p40"/>
            <p:cNvSpPr/>
            <p:nvPr/>
          </p:nvSpPr>
          <p:spPr>
            <a:xfrm rot="-1058202">
              <a:off x="5216481" y="3970066"/>
              <a:ext cx="153895" cy="362462"/>
            </a:xfrm>
            <a:custGeom>
              <a:rect b="b" l="l" r="r" t="t"/>
              <a:pathLst>
                <a:path extrusionOk="0" h="2042" w="867">
                  <a:moveTo>
                    <a:pt x="572" y="1"/>
                  </a:moveTo>
                  <a:cubicBezTo>
                    <a:pt x="546" y="1"/>
                    <a:pt x="521" y="7"/>
                    <a:pt x="498" y="20"/>
                  </a:cubicBezTo>
                  <a:cubicBezTo>
                    <a:pt x="345" y="101"/>
                    <a:pt x="215" y="288"/>
                    <a:pt x="94" y="417"/>
                  </a:cubicBezTo>
                  <a:cubicBezTo>
                    <a:pt x="0" y="517"/>
                    <a:pt x="98" y="664"/>
                    <a:pt x="208" y="664"/>
                  </a:cubicBezTo>
                  <a:cubicBezTo>
                    <a:pt x="240" y="664"/>
                    <a:pt x="274" y="651"/>
                    <a:pt x="304" y="620"/>
                  </a:cubicBezTo>
                  <a:cubicBezTo>
                    <a:pt x="361" y="563"/>
                    <a:pt x="417" y="482"/>
                    <a:pt x="490" y="409"/>
                  </a:cubicBezTo>
                  <a:lnTo>
                    <a:pt x="490" y="409"/>
                  </a:lnTo>
                  <a:cubicBezTo>
                    <a:pt x="490" y="482"/>
                    <a:pt x="482" y="563"/>
                    <a:pt x="490" y="595"/>
                  </a:cubicBezTo>
                  <a:lnTo>
                    <a:pt x="515" y="1057"/>
                  </a:lnTo>
                  <a:cubicBezTo>
                    <a:pt x="531" y="1340"/>
                    <a:pt x="555" y="1615"/>
                    <a:pt x="571" y="1899"/>
                  </a:cubicBezTo>
                  <a:cubicBezTo>
                    <a:pt x="575" y="1995"/>
                    <a:pt x="649" y="2042"/>
                    <a:pt x="721" y="2042"/>
                  </a:cubicBezTo>
                  <a:cubicBezTo>
                    <a:pt x="794" y="2042"/>
                    <a:pt x="867" y="1993"/>
                    <a:pt x="863" y="1899"/>
                  </a:cubicBezTo>
                  <a:cubicBezTo>
                    <a:pt x="838" y="1510"/>
                    <a:pt x="814" y="1122"/>
                    <a:pt x="790" y="725"/>
                  </a:cubicBezTo>
                  <a:cubicBezTo>
                    <a:pt x="774" y="539"/>
                    <a:pt x="830" y="182"/>
                    <a:pt x="676" y="45"/>
                  </a:cubicBezTo>
                  <a:cubicBezTo>
                    <a:pt x="647" y="16"/>
                    <a:pt x="609" y="1"/>
                    <a:pt x="57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0"/>
            <p:cNvSpPr/>
            <p:nvPr/>
          </p:nvSpPr>
          <p:spPr>
            <a:xfrm rot="-1058202">
              <a:off x="5711232" y="3748710"/>
              <a:ext cx="243179" cy="341694"/>
            </a:xfrm>
            <a:custGeom>
              <a:rect b="b" l="l" r="r" t="t"/>
              <a:pathLst>
                <a:path extrusionOk="0" h="1925" w="1370">
                  <a:moveTo>
                    <a:pt x="575" y="0"/>
                  </a:moveTo>
                  <a:cubicBezTo>
                    <a:pt x="401" y="0"/>
                    <a:pt x="225" y="61"/>
                    <a:pt x="106" y="172"/>
                  </a:cubicBezTo>
                  <a:cubicBezTo>
                    <a:pt x="0" y="272"/>
                    <a:pt x="100" y="419"/>
                    <a:pt x="215" y="419"/>
                  </a:cubicBezTo>
                  <a:cubicBezTo>
                    <a:pt x="249" y="419"/>
                    <a:pt x="285" y="406"/>
                    <a:pt x="317" y="374"/>
                  </a:cubicBezTo>
                  <a:cubicBezTo>
                    <a:pt x="366" y="325"/>
                    <a:pt x="464" y="298"/>
                    <a:pt x="561" y="298"/>
                  </a:cubicBezTo>
                  <a:cubicBezTo>
                    <a:pt x="736" y="298"/>
                    <a:pt x="906" y="387"/>
                    <a:pt x="770" y="601"/>
                  </a:cubicBezTo>
                  <a:cubicBezTo>
                    <a:pt x="697" y="714"/>
                    <a:pt x="479" y="795"/>
                    <a:pt x="365" y="836"/>
                  </a:cubicBezTo>
                  <a:cubicBezTo>
                    <a:pt x="200" y="896"/>
                    <a:pt x="258" y="1124"/>
                    <a:pt x="409" y="1124"/>
                  </a:cubicBezTo>
                  <a:cubicBezTo>
                    <a:pt x="421" y="1124"/>
                    <a:pt x="433" y="1122"/>
                    <a:pt x="446" y="1119"/>
                  </a:cubicBezTo>
                  <a:cubicBezTo>
                    <a:pt x="475" y="1115"/>
                    <a:pt x="544" y="1110"/>
                    <a:pt x="625" y="1110"/>
                  </a:cubicBezTo>
                  <a:cubicBezTo>
                    <a:pt x="883" y="1110"/>
                    <a:pt x="1272" y="1167"/>
                    <a:pt x="964" y="1524"/>
                  </a:cubicBezTo>
                  <a:cubicBezTo>
                    <a:pt x="883" y="1619"/>
                    <a:pt x="755" y="1645"/>
                    <a:pt x="626" y="1645"/>
                  </a:cubicBezTo>
                  <a:cubicBezTo>
                    <a:pt x="511" y="1645"/>
                    <a:pt x="396" y="1625"/>
                    <a:pt x="308" y="1613"/>
                  </a:cubicBezTo>
                  <a:cubicBezTo>
                    <a:pt x="301" y="1612"/>
                    <a:pt x="293" y="1612"/>
                    <a:pt x="286" y="1612"/>
                  </a:cubicBezTo>
                  <a:cubicBezTo>
                    <a:pt x="116" y="1612"/>
                    <a:pt x="49" y="1873"/>
                    <a:pt x="236" y="1897"/>
                  </a:cubicBezTo>
                  <a:cubicBezTo>
                    <a:pt x="336" y="1913"/>
                    <a:pt x="450" y="1924"/>
                    <a:pt x="567" y="1924"/>
                  </a:cubicBezTo>
                  <a:cubicBezTo>
                    <a:pt x="921" y="1924"/>
                    <a:pt x="1294" y="1817"/>
                    <a:pt x="1337" y="1403"/>
                  </a:cubicBezTo>
                  <a:cubicBezTo>
                    <a:pt x="1369" y="1087"/>
                    <a:pt x="1175" y="925"/>
                    <a:pt x="932" y="860"/>
                  </a:cubicBezTo>
                  <a:cubicBezTo>
                    <a:pt x="1102" y="706"/>
                    <a:pt x="1215" y="512"/>
                    <a:pt x="1086" y="269"/>
                  </a:cubicBezTo>
                  <a:cubicBezTo>
                    <a:pt x="985" y="85"/>
                    <a:pt x="782" y="0"/>
                    <a:pt x="57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0"/>
            <p:cNvSpPr/>
            <p:nvPr/>
          </p:nvSpPr>
          <p:spPr>
            <a:xfrm rot="-1058202">
              <a:off x="5434331" y="3931896"/>
              <a:ext cx="246019" cy="215489"/>
            </a:xfrm>
            <a:custGeom>
              <a:rect b="b" l="l" r="r" t="t"/>
              <a:pathLst>
                <a:path extrusionOk="0" h="1214" w="1386">
                  <a:moveTo>
                    <a:pt x="632" y="0"/>
                  </a:moveTo>
                  <a:cubicBezTo>
                    <a:pt x="579" y="0"/>
                    <a:pt x="527" y="35"/>
                    <a:pt x="527" y="104"/>
                  </a:cubicBezTo>
                  <a:cubicBezTo>
                    <a:pt x="494" y="225"/>
                    <a:pt x="486" y="338"/>
                    <a:pt x="494" y="460"/>
                  </a:cubicBezTo>
                  <a:cubicBezTo>
                    <a:pt x="349" y="476"/>
                    <a:pt x="211" y="508"/>
                    <a:pt x="73" y="549"/>
                  </a:cubicBezTo>
                  <a:cubicBezTo>
                    <a:pt x="1" y="589"/>
                    <a:pt x="17" y="711"/>
                    <a:pt x="98" y="735"/>
                  </a:cubicBezTo>
                  <a:cubicBezTo>
                    <a:pt x="235" y="735"/>
                    <a:pt x="373" y="735"/>
                    <a:pt x="503" y="719"/>
                  </a:cubicBezTo>
                  <a:cubicBezTo>
                    <a:pt x="503" y="865"/>
                    <a:pt x="527" y="1002"/>
                    <a:pt x="584" y="1140"/>
                  </a:cubicBezTo>
                  <a:cubicBezTo>
                    <a:pt x="605" y="1190"/>
                    <a:pt x="650" y="1213"/>
                    <a:pt x="696" y="1213"/>
                  </a:cubicBezTo>
                  <a:cubicBezTo>
                    <a:pt x="754" y="1213"/>
                    <a:pt x="813" y="1176"/>
                    <a:pt x="826" y="1108"/>
                  </a:cubicBezTo>
                  <a:cubicBezTo>
                    <a:pt x="835" y="970"/>
                    <a:pt x="818" y="824"/>
                    <a:pt x="794" y="687"/>
                  </a:cubicBezTo>
                  <a:cubicBezTo>
                    <a:pt x="964" y="678"/>
                    <a:pt x="1134" y="646"/>
                    <a:pt x="1288" y="581"/>
                  </a:cubicBezTo>
                  <a:cubicBezTo>
                    <a:pt x="1385" y="549"/>
                    <a:pt x="1369" y="411"/>
                    <a:pt x="1264" y="403"/>
                  </a:cubicBezTo>
                  <a:cubicBezTo>
                    <a:pt x="1200" y="394"/>
                    <a:pt x="1135" y="389"/>
                    <a:pt x="1069" y="389"/>
                  </a:cubicBezTo>
                  <a:cubicBezTo>
                    <a:pt x="969" y="389"/>
                    <a:pt x="868" y="400"/>
                    <a:pt x="770" y="419"/>
                  </a:cubicBezTo>
                  <a:cubicBezTo>
                    <a:pt x="770" y="314"/>
                    <a:pt x="754" y="209"/>
                    <a:pt x="737" y="104"/>
                  </a:cubicBezTo>
                  <a:cubicBezTo>
                    <a:pt x="737" y="35"/>
                    <a:pt x="685" y="0"/>
                    <a:pt x="63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40"/>
          <p:cNvGrpSpPr/>
          <p:nvPr/>
        </p:nvGrpSpPr>
        <p:grpSpPr>
          <a:xfrm>
            <a:off x="6919655" y="3282063"/>
            <a:ext cx="797182" cy="536170"/>
            <a:chOff x="5620878" y="1052573"/>
            <a:chExt cx="705533" cy="474571"/>
          </a:xfrm>
        </p:grpSpPr>
        <p:sp>
          <p:nvSpPr>
            <p:cNvPr id="1478" name="Google Shape;1478;p40"/>
            <p:cNvSpPr/>
            <p:nvPr/>
          </p:nvSpPr>
          <p:spPr>
            <a:xfrm rot="636978">
              <a:off x="5642745" y="1249074"/>
              <a:ext cx="231973" cy="258918"/>
            </a:xfrm>
            <a:custGeom>
              <a:rect b="b" l="l" r="r" t="t"/>
              <a:pathLst>
                <a:path extrusionOk="0" h="2018" w="1808">
                  <a:moveTo>
                    <a:pt x="488" y="1"/>
                  </a:moveTo>
                  <a:cubicBezTo>
                    <a:pt x="202" y="1"/>
                    <a:pt x="1" y="340"/>
                    <a:pt x="31" y="679"/>
                  </a:cubicBezTo>
                  <a:cubicBezTo>
                    <a:pt x="41" y="761"/>
                    <a:pt x="99" y="797"/>
                    <a:pt x="161" y="797"/>
                  </a:cubicBezTo>
                  <a:cubicBezTo>
                    <a:pt x="245" y="797"/>
                    <a:pt x="336" y="730"/>
                    <a:pt x="322" y="622"/>
                  </a:cubicBezTo>
                  <a:cubicBezTo>
                    <a:pt x="289" y="454"/>
                    <a:pt x="337" y="371"/>
                    <a:pt x="464" y="371"/>
                  </a:cubicBezTo>
                  <a:cubicBezTo>
                    <a:pt x="520" y="371"/>
                    <a:pt x="592" y="388"/>
                    <a:pt x="679" y="420"/>
                  </a:cubicBezTo>
                  <a:cubicBezTo>
                    <a:pt x="743" y="542"/>
                    <a:pt x="768" y="679"/>
                    <a:pt x="752" y="817"/>
                  </a:cubicBezTo>
                  <a:cubicBezTo>
                    <a:pt x="752" y="922"/>
                    <a:pt x="735" y="1027"/>
                    <a:pt x="719" y="1125"/>
                  </a:cubicBezTo>
                  <a:cubicBezTo>
                    <a:pt x="679" y="1376"/>
                    <a:pt x="630" y="1610"/>
                    <a:pt x="598" y="1861"/>
                  </a:cubicBezTo>
                  <a:cubicBezTo>
                    <a:pt x="591" y="1949"/>
                    <a:pt x="663" y="2018"/>
                    <a:pt x="744" y="2018"/>
                  </a:cubicBezTo>
                  <a:cubicBezTo>
                    <a:pt x="768" y="2018"/>
                    <a:pt x="793" y="2012"/>
                    <a:pt x="816" y="1999"/>
                  </a:cubicBezTo>
                  <a:cubicBezTo>
                    <a:pt x="1116" y="1837"/>
                    <a:pt x="1399" y="1659"/>
                    <a:pt x="1683" y="1465"/>
                  </a:cubicBezTo>
                  <a:cubicBezTo>
                    <a:pt x="1808" y="1379"/>
                    <a:pt x="1697" y="1218"/>
                    <a:pt x="1568" y="1218"/>
                  </a:cubicBezTo>
                  <a:cubicBezTo>
                    <a:pt x="1539" y="1218"/>
                    <a:pt x="1509" y="1226"/>
                    <a:pt x="1480" y="1246"/>
                  </a:cubicBezTo>
                  <a:cubicBezTo>
                    <a:pt x="1310" y="1359"/>
                    <a:pt x="1132" y="1473"/>
                    <a:pt x="946" y="1578"/>
                  </a:cubicBezTo>
                  <a:cubicBezTo>
                    <a:pt x="1051" y="1084"/>
                    <a:pt x="1213" y="452"/>
                    <a:pt x="800" y="129"/>
                  </a:cubicBezTo>
                  <a:cubicBezTo>
                    <a:pt x="690" y="39"/>
                    <a:pt x="584" y="1"/>
                    <a:pt x="48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0"/>
            <p:cNvSpPr/>
            <p:nvPr/>
          </p:nvSpPr>
          <p:spPr>
            <a:xfrm rot="636978">
              <a:off x="6072603" y="1071704"/>
              <a:ext cx="231845" cy="259944"/>
            </a:xfrm>
            <a:custGeom>
              <a:rect b="b" l="l" r="r" t="t"/>
              <a:pathLst>
                <a:path extrusionOk="0" h="2026" w="1807">
                  <a:moveTo>
                    <a:pt x="485" y="1"/>
                  </a:moveTo>
                  <a:cubicBezTo>
                    <a:pt x="199" y="1"/>
                    <a:pt x="0" y="340"/>
                    <a:pt x="36" y="680"/>
                  </a:cubicBezTo>
                  <a:cubicBezTo>
                    <a:pt x="43" y="762"/>
                    <a:pt x="99" y="797"/>
                    <a:pt x="160" y="797"/>
                  </a:cubicBezTo>
                  <a:cubicBezTo>
                    <a:pt x="244" y="797"/>
                    <a:pt x="337" y="730"/>
                    <a:pt x="328" y="623"/>
                  </a:cubicBezTo>
                  <a:cubicBezTo>
                    <a:pt x="289" y="455"/>
                    <a:pt x="335" y="372"/>
                    <a:pt x="461" y="372"/>
                  </a:cubicBezTo>
                  <a:cubicBezTo>
                    <a:pt x="517" y="372"/>
                    <a:pt x="589" y="388"/>
                    <a:pt x="676" y="420"/>
                  </a:cubicBezTo>
                  <a:cubicBezTo>
                    <a:pt x="741" y="542"/>
                    <a:pt x="765" y="680"/>
                    <a:pt x="749" y="817"/>
                  </a:cubicBezTo>
                  <a:cubicBezTo>
                    <a:pt x="749" y="922"/>
                    <a:pt x="733" y="1028"/>
                    <a:pt x="717" y="1133"/>
                  </a:cubicBezTo>
                  <a:cubicBezTo>
                    <a:pt x="676" y="1376"/>
                    <a:pt x="627" y="1619"/>
                    <a:pt x="595" y="1862"/>
                  </a:cubicBezTo>
                  <a:cubicBezTo>
                    <a:pt x="589" y="1956"/>
                    <a:pt x="666" y="2026"/>
                    <a:pt x="749" y="2026"/>
                  </a:cubicBezTo>
                  <a:cubicBezTo>
                    <a:pt x="774" y="2026"/>
                    <a:pt x="798" y="2020"/>
                    <a:pt x="822" y="2007"/>
                  </a:cubicBezTo>
                  <a:cubicBezTo>
                    <a:pt x="1113" y="1837"/>
                    <a:pt x="1405" y="1659"/>
                    <a:pt x="1688" y="1465"/>
                  </a:cubicBezTo>
                  <a:cubicBezTo>
                    <a:pt x="1806" y="1380"/>
                    <a:pt x="1702" y="1215"/>
                    <a:pt x="1572" y="1215"/>
                  </a:cubicBezTo>
                  <a:cubicBezTo>
                    <a:pt x="1541" y="1215"/>
                    <a:pt x="1509" y="1225"/>
                    <a:pt x="1478" y="1246"/>
                  </a:cubicBezTo>
                  <a:cubicBezTo>
                    <a:pt x="1308" y="1368"/>
                    <a:pt x="1130" y="1473"/>
                    <a:pt x="943" y="1586"/>
                  </a:cubicBezTo>
                  <a:cubicBezTo>
                    <a:pt x="1049" y="1084"/>
                    <a:pt x="1210" y="453"/>
                    <a:pt x="798" y="129"/>
                  </a:cubicBezTo>
                  <a:cubicBezTo>
                    <a:pt x="687" y="39"/>
                    <a:pt x="582" y="1"/>
                    <a:pt x="485"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0"/>
            <p:cNvSpPr/>
            <p:nvPr/>
          </p:nvSpPr>
          <p:spPr>
            <a:xfrm rot="636978">
              <a:off x="5883915" y="1199003"/>
              <a:ext cx="154221" cy="138055"/>
            </a:xfrm>
            <a:custGeom>
              <a:rect b="b" l="l" r="r" t="t"/>
              <a:pathLst>
                <a:path extrusionOk="0" h="1076" w="1202">
                  <a:moveTo>
                    <a:pt x="366" y="0"/>
                  </a:moveTo>
                  <a:cubicBezTo>
                    <a:pt x="302" y="0"/>
                    <a:pt x="242" y="56"/>
                    <a:pt x="264" y="139"/>
                  </a:cubicBezTo>
                  <a:cubicBezTo>
                    <a:pt x="288" y="252"/>
                    <a:pt x="329" y="365"/>
                    <a:pt x="385" y="471"/>
                  </a:cubicBezTo>
                  <a:cubicBezTo>
                    <a:pt x="264" y="552"/>
                    <a:pt x="151" y="641"/>
                    <a:pt x="45" y="730"/>
                  </a:cubicBezTo>
                  <a:cubicBezTo>
                    <a:pt x="0" y="805"/>
                    <a:pt x="53" y="894"/>
                    <a:pt x="131" y="894"/>
                  </a:cubicBezTo>
                  <a:cubicBezTo>
                    <a:pt x="138" y="894"/>
                    <a:pt x="144" y="893"/>
                    <a:pt x="151" y="892"/>
                  </a:cubicBezTo>
                  <a:cubicBezTo>
                    <a:pt x="272" y="835"/>
                    <a:pt x="394" y="770"/>
                    <a:pt x="507" y="697"/>
                  </a:cubicBezTo>
                  <a:cubicBezTo>
                    <a:pt x="572" y="827"/>
                    <a:pt x="661" y="948"/>
                    <a:pt x="766" y="1046"/>
                  </a:cubicBezTo>
                  <a:cubicBezTo>
                    <a:pt x="791" y="1066"/>
                    <a:pt x="819" y="1075"/>
                    <a:pt x="846" y="1075"/>
                  </a:cubicBezTo>
                  <a:cubicBezTo>
                    <a:pt x="923" y="1075"/>
                    <a:pt x="993" y="1000"/>
                    <a:pt x="968" y="916"/>
                  </a:cubicBezTo>
                  <a:cubicBezTo>
                    <a:pt x="912" y="778"/>
                    <a:pt x="839" y="657"/>
                    <a:pt x="758" y="544"/>
                  </a:cubicBezTo>
                  <a:cubicBezTo>
                    <a:pt x="904" y="463"/>
                    <a:pt x="1041" y="357"/>
                    <a:pt x="1163" y="228"/>
                  </a:cubicBezTo>
                  <a:cubicBezTo>
                    <a:pt x="1202" y="158"/>
                    <a:pt x="1151" y="73"/>
                    <a:pt x="1076" y="73"/>
                  </a:cubicBezTo>
                  <a:cubicBezTo>
                    <a:pt x="1073" y="73"/>
                    <a:pt x="1069" y="74"/>
                    <a:pt x="1066" y="74"/>
                  </a:cubicBezTo>
                  <a:cubicBezTo>
                    <a:pt x="904" y="131"/>
                    <a:pt x="758" y="212"/>
                    <a:pt x="628" y="317"/>
                  </a:cubicBezTo>
                  <a:cubicBezTo>
                    <a:pt x="572" y="220"/>
                    <a:pt x="515" y="131"/>
                    <a:pt x="450" y="42"/>
                  </a:cubicBezTo>
                  <a:cubicBezTo>
                    <a:pt x="427" y="13"/>
                    <a:pt x="396" y="0"/>
                    <a:pt x="36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4" name="Shape 1484"/>
        <p:cNvGrpSpPr/>
        <p:nvPr/>
      </p:nvGrpSpPr>
      <p:grpSpPr>
        <a:xfrm>
          <a:off x="0" y="0"/>
          <a:ext cx="0" cy="0"/>
          <a:chOff x="0" y="0"/>
          <a:chExt cx="0" cy="0"/>
        </a:xfrm>
      </p:grpSpPr>
      <p:sp>
        <p:nvSpPr>
          <p:cNvPr id="1485" name="Google Shape;1485;p41"/>
          <p:cNvSpPr/>
          <p:nvPr/>
        </p:nvSpPr>
        <p:spPr>
          <a:xfrm>
            <a:off x="742850" y="1680050"/>
            <a:ext cx="593400" cy="5934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1"/>
          <p:cNvSpPr/>
          <p:nvPr/>
        </p:nvSpPr>
        <p:spPr>
          <a:xfrm>
            <a:off x="2947313" y="3175225"/>
            <a:ext cx="593400" cy="5934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1"/>
          <p:cNvSpPr/>
          <p:nvPr/>
        </p:nvSpPr>
        <p:spPr>
          <a:xfrm>
            <a:off x="5080438" y="1680038"/>
            <a:ext cx="593400" cy="5934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1"/>
          <p:cNvSpPr txBox="1"/>
          <p:nvPr>
            <p:ph type="title"/>
          </p:nvPr>
        </p:nvSpPr>
        <p:spPr>
          <a:xfrm>
            <a:off x="1427263" y="1712888"/>
            <a:ext cx="2669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200">
                <a:latin typeface="Patrick Hand"/>
                <a:ea typeface="Patrick Hand"/>
                <a:cs typeface="Patrick Hand"/>
                <a:sym typeface="Patrick Hand"/>
              </a:rPr>
              <a:t>OPERATIONS WITH FRACTIONS</a:t>
            </a:r>
            <a:endParaRPr b="1" sz="2200">
              <a:latin typeface="Patrick Hand"/>
              <a:ea typeface="Patrick Hand"/>
              <a:cs typeface="Patrick Hand"/>
              <a:sym typeface="Patrick Hand"/>
            </a:endParaRPr>
          </a:p>
        </p:txBody>
      </p:sp>
      <p:sp>
        <p:nvSpPr>
          <p:cNvPr id="1489" name="Google Shape;1489;p41"/>
          <p:cNvSpPr txBox="1"/>
          <p:nvPr>
            <p:ph idx="2" type="title"/>
          </p:nvPr>
        </p:nvSpPr>
        <p:spPr>
          <a:xfrm>
            <a:off x="715088" y="1746650"/>
            <a:ext cx="6489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latin typeface="Patrick Hand"/>
                <a:ea typeface="Patrick Hand"/>
                <a:cs typeface="Patrick Hand"/>
                <a:sym typeface="Patrick Hand"/>
              </a:rPr>
              <a:t>04</a:t>
            </a:r>
            <a:endParaRPr b="1">
              <a:latin typeface="Patrick Hand"/>
              <a:ea typeface="Patrick Hand"/>
              <a:cs typeface="Patrick Hand"/>
              <a:sym typeface="Patrick Hand"/>
            </a:endParaRPr>
          </a:p>
        </p:txBody>
      </p:sp>
      <p:sp>
        <p:nvSpPr>
          <p:cNvPr id="1490" name="Google Shape;1490;p41"/>
          <p:cNvSpPr txBox="1"/>
          <p:nvPr>
            <p:ph idx="1" type="subTitle"/>
          </p:nvPr>
        </p:nvSpPr>
        <p:spPr>
          <a:xfrm>
            <a:off x="1427276" y="2299425"/>
            <a:ext cx="2669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Barlow Medium"/>
                <a:ea typeface="Barlow Medium"/>
                <a:cs typeface="Barlow Medium"/>
                <a:sym typeface="Barlow Medium"/>
              </a:rPr>
              <a:t>You can describe the topic of the section here</a:t>
            </a:r>
            <a:endParaRPr>
              <a:latin typeface="Barlow Medium"/>
              <a:ea typeface="Barlow Medium"/>
              <a:cs typeface="Barlow Medium"/>
              <a:sym typeface="Barlow Medium"/>
            </a:endParaRPr>
          </a:p>
        </p:txBody>
      </p:sp>
      <p:sp>
        <p:nvSpPr>
          <p:cNvPr id="1491" name="Google Shape;1491;p41"/>
          <p:cNvSpPr txBox="1"/>
          <p:nvPr>
            <p:ph idx="3" type="title"/>
          </p:nvPr>
        </p:nvSpPr>
        <p:spPr>
          <a:xfrm>
            <a:off x="5754900" y="1712888"/>
            <a:ext cx="2669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200">
                <a:latin typeface="Patrick Hand"/>
                <a:ea typeface="Patrick Hand"/>
                <a:cs typeface="Patrick Hand"/>
                <a:sym typeface="Patrick Hand"/>
              </a:rPr>
              <a:t>OPERATIONS WITH MIXED NUMBERS</a:t>
            </a:r>
            <a:endParaRPr b="1" sz="2200">
              <a:latin typeface="Patrick Hand"/>
              <a:ea typeface="Patrick Hand"/>
              <a:cs typeface="Patrick Hand"/>
              <a:sym typeface="Patrick Hand"/>
            </a:endParaRPr>
          </a:p>
        </p:txBody>
      </p:sp>
      <p:sp>
        <p:nvSpPr>
          <p:cNvPr id="1492" name="Google Shape;1492;p41"/>
          <p:cNvSpPr txBox="1"/>
          <p:nvPr>
            <p:ph idx="4" type="title"/>
          </p:nvPr>
        </p:nvSpPr>
        <p:spPr>
          <a:xfrm>
            <a:off x="5052700" y="1746638"/>
            <a:ext cx="6489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latin typeface="Patrick Hand"/>
                <a:ea typeface="Patrick Hand"/>
                <a:cs typeface="Patrick Hand"/>
                <a:sym typeface="Patrick Hand"/>
              </a:rPr>
              <a:t>05</a:t>
            </a:r>
            <a:endParaRPr b="1">
              <a:latin typeface="Patrick Hand"/>
              <a:ea typeface="Patrick Hand"/>
              <a:cs typeface="Patrick Hand"/>
              <a:sym typeface="Patrick Hand"/>
            </a:endParaRPr>
          </a:p>
        </p:txBody>
      </p:sp>
      <p:sp>
        <p:nvSpPr>
          <p:cNvPr id="1493" name="Google Shape;1493;p41"/>
          <p:cNvSpPr txBox="1"/>
          <p:nvPr>
            <p:ph idx="5" type="subTitle"/>
          </p:nvPr>
        </p:nvSpPr>
        <p:spPr>
          <a:xfrm>
            <a:off x="5754900" y="2299425"/>
            <a:ext cx="2669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Barlow Medium"/>
                <a:ea typeface="Barlow Medium"/>
                <a:cs typeface="Barlow Medium"/>
                <a:sym typeface="Barlow Medium"/>
              </a:rPr>
              <a:t>You can describe the topic of the section here</a:t>
            </a:r>
            <a:endParaRPr>
              <a:latin typeface="Barlow Medium"/>
              <a:ea typeface="Barlow Medium"/>
              <a:cs typeface="Barlow Medium"/>
              <a:sym typeface="Barlow Medium"/>
            </a:endParaRPr>
          </a:p>
        </p:txBody>
      </p:sp>
      <p:sp>
        <p:nvSpPr>
          <p:cNvPr id="1494" name="Google Shape;1494;p41"/>
          <p:cNvSpPr txBox="1"/>
          <p:nvPr>
            <p:ph idx="6" type="title"/>
          </p:nvPr>
        </p:nvSpPr>
        <p:spPr>
          <a:xfrm>
            <a:off x="3591081" y="3286300"/>
            <a:ext cx="2669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200">
                <a:latin typeface="Patrick Hand"/>
                <a:ea typeface="Patrick Hand"/>
                <a:cs typeface="Patrick Hand"/>
                <a:sym typeface="Patrick Hand"/>
              </a:rPr>
              <a:t>MULTIPLICATION WITH FRACTIONS</a:t>
            </a:r>
            <a:endParaRPr b="1" sz="2200">
              <a:latin typeface="Patrick Hand"/>
              <a:ea typeface="Patrick Hand"/>
              <a:cs typeface="Patrick Hand"/>
              <a:sym typeface="Patrick Hand"/>
            </a:endParaRPr>
          </a:p>
        </p:txBody>
      </p:sp>
      <p:sp>
        <p:nvSpPr>
          <p:cNvPr id="1495" name="Google Shape;1495;p41"/>
          <p:cNvSpPr txBox="1"/>
          <p:nvPr>
            <p:ph idx="7" type="title"/>
          </p:nvPr>
        </p:nvSpPr>
        <p:spPr>
          <a:xfrm>
            <a:off x="2883894" y="3241825"/>
            <a:ext cx="6489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latin typeface="Patrick Hand"/>
                <a:ea typeface="Patrick Hand"/>
                <a:cs typeface="Patrick Hand"/>
                <a:sym typeface="Patrick Hand"/>
              </a:rPr>
              <a:t>06</a:t>
            </a:r>
            <a:endParaRPr b="1">
              <a:latin typeface="Patrick Hand"/>
              <a:ea typeface="Patrick Hand"/>
              <a:cs typeface="Patrick Hand"/>
              <a:sym typeface="Patrick Hand"/>
            </a:endParaRPr>
          </a:p>
        </p:txBody>
      </p:sp>
      <p:sp>
        <p:nvSpPr>
          <p:cNvPr id="1496" name="Google Shape;1496;p41"/>
          <p:cNvSpPr txBox="1"/>
          <p:nvPr>
            <p:ph idx="8" type="subTitle"/>
          </p:nvPr>
        </p:nvSpPr>
        <p:spPr>
          <a:xfrm>
            <a:off x="3591088" y="3870925"/>
            <a:ext cx="2669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Barlow Medium"/>
                <a:ea typeface="Barlow Medium"/>
                <a:cs typeface="Barlow Medium"/>
                <a:sym typeface="Barlow Medium"/>
              </a:rPr>
              <a:t>You can describe the topic of the section here</a:t>
            </a:r>
            <a:endParaRPr>
              <a:latin typeface="Barlow Medium"/>
              <a:ea typeface="Barlow Medium"/>
              <a:cs typeface="Barlow Medium"/>
              <a:sym typeface="Barlow Medium"/>
            </a:endParaRPr>
          </a:p>
        </p:txBody>
      </p:sp>
      <p:sp>
        <p:nvSpPr>
          <p:cNvPr id="1497" name="Google Shape;1497;p41"/>
          <p:cNvSpPr txBox="1"/>
          <p:nvPr>
            <p:ph idx="9" type="title"/>
          </p:nvPr>
        </p:nvSpPr>
        <p:spPr>
          <a:xfrm>
            <a:off x="720000" y="819425"/>
            <a:ext cx="7704000" cy="46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TABLE OF CONTENTS</a:t>
            </a:r>
            <a:endParaRPr b="1" sz="3600">
              <a:latin typeface="Patrick Hand"/>
              <a:ea typeface="Patrick Hand"/>
              <a:cs typeface="Patrick Hand"/>
              <a:sym typeface="Patrick Hand"/>
            </a:endParaRPr>
          </a:p>
        </p:txBody>
      </p:sp>
      <p:grpSp>
        <p:nvGrpSpPr>
          <p:cNvPr id="1498" name="Google Shape;1498;p41"/>
          <p:cNvGrpSpPr/>
          <p:nvPr/>
        </p:nvGrpSpPr>
        <p:grpSpPr>
          <a:xfrm>
            <a:off x="8148766" y="819423"/>
            <a:ext cx="275229" cy="351227"/>
            <a:chOff x="6472041" y="1958998"/>
            <a:chExt cx="275229" cy="351227"/>
          </a:xfrm>
        </p:grpSpPr>
        <p:cxnSp>
          <p:nvCxnSpPr>
            <p:cNvPr id="1499" name="Google Shape;1499;p41"/>
            <p:cNvCxnSpPr/>
            <p:nvPr/>
          </p:nvCxnSpPr>
          <p:spPr>
            <a:xfrm flipH="1" rot="10800000">
              <a:off x="6569950" y="2135925"/>
              <a:ext cx="38100" cy="174300"/>
            </a:xfrm>
            <a:prstGeom prst="straightConnector1">
              <a:avLst/>
            </a:prstGeom>
            <a:noFill/>
            <a:ln cap="flat" cmpd="sng" w="19050">
              <a:solidFill>
                <a:schemeClr val="dk2"/>
              </a:solidFill>
              <a:prstDash val="solid"/>
              <a:round/>
              <a:headEnd len="med" w="med" type="none"/>
              <a:tailEnd len="med" w="med" type="none"/>
            </a:ln>
          </p:spPr>
        </p:cxnSp>
        <p:sp>
          <p:nvSpPr>
            <p:cNvPr id="1500" name="Google Shape;1500;p41"/>
            <p:cNvSpPr/>
            <p:nvPr/>
          </p:nvSpPr>
          <p:spPr>
            <a:xfrm>
              <a:off x="6472041" y="1958998"/>
              <a:ext cx="275229" cy="273273"/>
            </a:xfrm>
            <a:custGeom>
              <a:rect b="b" l="l" r="r" t="t"/>
              <a:pathLst>
                <a:path extrusionOk="0" h="7824" w="7880">
                  <a:moveTo>
                    <a:pt x="4058" y="0"/>
                  </a:moveTo>
                  <a:cubicBezTo>
                    <a:pt x="3618" y="0"/>
                    <a:pt x="3187" y="55"/>
                    <a:pt x="2834" y="212"/>
                  </a:cubicBezTo>
                  <a:cubicBezTo>
                    <a:pt x="1891" y="631"/>
                    <a:pt x="2290" y="1638"/>
                    <a:pt x="2759" y="2265"/>
                  </a:cubicBezTo>
                  <a:cubicBezTo>
                    <a:pt x="2804" y="2284"/>
                    <a:pt x="2840" y="2325"/>
                    <a:pt x="2835" y="2378"/>
                  </a:cubicBezTo>
                  <a:cubicBezTo>
                    <a:pt x="2749" y="3336"/>
                    <a:pt x="2469" y="4339"/>
                    <a:pt x="2171" y="5251"/>
                  </a:cubicBezTo>
                  <a:cubicBezTo>
                    <a:pt x="2148" y="5322"/>
                    <a:pt x="2079" y="5394"/>
                    <a:pt x="1999" y="5394"/>
                  </a:cubicBezTo>
                  <a:cubicBezTo>
                    <a:pt x="1994" y="5394"/>
                    <a:pt x="1989" y="5394"/>
                    <a:pt x="1983" y="5393"/>
                  </a:cubicBezTo>
                  <a:cubicBezTo>
                    <a:pt x="1942" y="5389"/>
                    <a:pt x="1901" y="5387"/>
                    <a:pt x="1861" y="5387"/>
                  </a:cubicBezTo>
                  <a:cubicBezTo>
                    <a:pt x="840" y="5387"/>
                    <a:pt x="0" y="6772"/>
                    <a:pt x="1303" y="7179"/>
                  </a:cubicBezTo>
                  <a:cubicBezTo>
                    <a:pt x="1841" y="7347"/>
                    <a:pt x="2424" y="7421"/>
                    <a:pt x="2986" y="7512"/>
                  </a:cubicBezTo>
                  <a:cubicBezTo>
                    <a:pt x="3076" y="7527"/>
                    <a:pt x="3165" y="7543"/>
                    <a:pt x="3254" y="7559"/>
                  </a:cubicBezTo>
                  <a:cubicBezTo>
                    <a:pt x="3334" y="7573"/>
                    <a:pt x="3415" y="7589"/>
                    <a:pt x="3497" y="7605"/>
                  </a:cubicBezTo>
                  <a:cubicBezTo>
                    <a:pt x="3967" y="7701"/>
                    <a:pt x="4476" y="7823"/>
                    <a:pt x="4964" y="7823"/>
                  </a:cubicBezTo>
                  <a:cubicBezTo>
                    <a:pt x="5196" y="7823"/>
                    <a:pt x="5422" y="7796"/>
                    <a:pt x="5638" y="7725"/>
                  </a:cubicBezTo>
                  <a:cubicBezTo>
                    <a:pt x="6055" y="7589"/>
                    <a:pt x="6521" y="7217"/>
                    <a:pt x="6494" y="6729"/>
                  </a:cubicBezTo>
                  <a:cubicBezTo>
                    <a:pt x="6469" y="6257"/>
                    <a:pt x="6036" y="5918"/>
                    <a:pt x="5594" y="5918"/>
                  </a:cubicBezTo>
                  <a:cubicBezTo>
                    <a:pt x="5558" y="5918"/>
                    <a:pt x="5521" y="5920"/>
                    <a:pt x="5485" y="5925"/>
                  </a:cubicBezTo>
                  <a:cubicBezTo>
                    <a:pt x="5475" y="5926"/>
                    <a:pt x="5466" y="5927"/>
                    <a:pt x="5457" y="5927"/>
                  </a:cubicBezTo>
                  <a:cubicBezTo>
                    <a:pt x="5273" y="5927"/>
                    <a:pt x="5232" y="5670"/>
                    <a:pt x="5354" y="5559"/>
                  </a:cubicBezTo>
                  <a:cubicBezTo>
                    <a:pt x="5601" y="4669"/>
                    <a:pt x="5847" y="3779"/>
                    <a:pt x="6093" y="2888"/>
                  </a:cubicBezTo>
                  <a:cubicBezTo>
                    <a:pt x="6114" y="2809"/>
                    <a:pt x="6197" y="2732"/>
                    <a:pt x="6284" y="2732"/>
                  </a:cubicBezTo>
                  <a:cubicBezTo>
                    <a:pt x="6289" y="2732"/>
                    <a:pt x="6294" y="2732"/>
                    <a:pt x="6300" y="2733"/>
                  </a:cubicBezTo>
                  <a:cubicBezTo>
                    <a:pt x="6434" y="2746"/>
                    <a:pt x="6579" y="2759"/>
                    <a:pt x="6724" y="2759"/>
                  </a:cubicBezTo>
                  <a:cubicBezTo>
                    <a:pt x="7040" y="2759"/>
                    <a:pt x="7357" y="2699"/>
                    <a:pt x="7571" y="2458"/>
                  </a:cubicBezTo>
                  <a:cubicBezTo>
                    <a:pt x="7880" y="2108"/>
                    <a:pt x="7819" y="1540"/>
                    <a:pt x="7589" y="1170"/>
                  </a:cubicBezTo>
                  <a:cubicBezTo>
                    <a:pt x="7164" y="485"/>
                    <a:pt x="6233" y="267"/>
                    <a:pt x="5495" y="142"/>
                  </a:cubicBezTo>
                  <a:cubicBezTo>
                    <a:pt x="5073" y="71"/>
                    <a:pt x="4560" y="0"/>
                    <a:pt x="4058" y="0"/>
                  </a:cubicBezTo>
                  <a:close/>
                </a:path>
              </a:pathLst>
            </a:custGeom>
            <a:solidFill>
              <a:schemeClr val="accent1"/>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41"/>
          <p:cNvGrpSpPr/>
          <p:nvPr/>
        </p:nvGrpSpPr>
        <p:grpSpPr>
          <a:xfrm rot="3254912">
            <a:off x="1182209" y="3383746"/>
            <a:ext cx="835313" cy="627453"/>
            <a:chOff x="5165189" y="3719901"/>
            <a:chExt cx="835271" cy="627422"/>
          </a:xfrm>
        </p:grpSpPr>
        <p:sp>
          <p:nvSpPr>
            <p:cNvPr id="1502" name="Google Shape;1502;p41"/>
            <p:cNvSpPr/>
            <p:nvPr/>
          </p:nvSpPr>
          <p:spPr>
            <a:xfrm rot="-1058202">
              <a:off x="5216481" y="3970066"/>
              <a:ext cx="153895" cy="362462"/>
            </a:xfrm>
            <a:custGeom>
              <a:rect b="b" l="l" r="r" t="t"/>
              <a:pathLst>
                <a:path extrusionOk="0" h="2042" w="867">
                  <a:moveTo>
                    <a:pt x="572" y="1"/>
                  </a:moveTo>
                  <a:cubicBezTo>
                    <a:pt x="546" y="1"/>
                    <a:pt x="521" y="7"/>
                    <a:pt x="498" y="20"/>
                  </a:cubicBezTo>
                  <a:cubicBezTo>
                    <a:pt x="345" y="101"/>
                    <a:pt x="215" y="288"/>
                    <a:pt x="94" y="417"/>
                  </a:cubicBezTo>
                  <a:cubicBezTo>
                    <a:pt x="0" y="517"/>
                    <a:pt x="98" y="664"/>
                    <a:pt x="208" y="664"/>
                  </a:cubicBezTo>
                  <a:cubicBezTo>
                    <a:pt x="240" y="664"/>
                    <a:pt x="274" y="651"/>
                    <a:pt x="304" y="620"/>
                  </a:cubicBezTo>
                  <a:cubicBezTo>
                    <a:pt x="361" y="563"/>
                    <a:pt x="417" y="482"/>
                    <a:pt x="490" y="409"/>
                  </a:cubicBezTo>
                  <a:lnTo>
                    <a:pt x="490" y="409"/>
                  </a:lnTo>
                  <a:cubicBezTo>
                    <a:pt x="490" y="482"/>
                    <a:pt x="482" y="563"/>
                    <a:pt x="490" y="595"/>
                  </a:cubicBezTo>
                  <a:lnTo>
                    <a:pt x="515" y="1057"/>
                  </a:lnTo>
                  <a:cubicBezTo>
                    <a:pt x="531" y="1340"/>
                    <a:pt x="555" y="1615"/>
                    <a:pt x="571" y="1899"/>
                  </a:cubicBezTo>
                  <a:cubicBezTo>
                    <a:pt x="575" y="1995"/>
                    <a:pt x="649" y="2042"/>
                    <a:pt x="721" y="2042"/>
                  </a:cubicBezTo>
                  <a:cubicBezTo>
                    <a:pt x="794" y="2042"/>
                    <a:pt x="867" y="1993"/>
                    <a:pt x="863" y="1899"/>
                  </a:cubicBezTo>
                  <a:cubicBezTo>
                    <a:pt x="838" y="1510"/>
                    <a:pt x="814" y="1122"/>
                    <a:pt x="790" y="725"/>
                  </a:cubicBezTo>
                  <a:cubicBezTo>
                    <a:pt x="774" y="539"/>
                    <a:pt x="830" y="182"/>
                    <a:pt x="676" y="45"/>
                  </a:cubicBezTo>
                  <a:cubicBezTo>
                    <a:pt x="647" y="16"/>
                    <a:pt x="609" y="1"/>
                    <a:pt x="57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1"/>
            <p:cNvSpPr/>
            <p:nvPr/>
          </p:nvSpPr>
          <p:spPr>
            <a:xfrm rot="-1058202">
              <a:off x="5711232" y="3748710"/>
              <a:ext cx="243179" cy="341694"/>
            </a:xfrm>
            <a:custGeom>
              <a:rect b="b" l="l" r="r" t="t"/>
              <a:pathLst>
                <a:path extrusionOk="0" h="1925" w="1370">
                  <a:moveTo>
                    <a:pt x="575" y="0"/>
                  </a:moveTo>
                  <a:cubicBezTo>
                    <a:pt x="401" y="0"/>
                    <a:pt x="225" y="61"/>
                    <a:pt x="106" y="172"/>
                  </a:cubicBezTo>
                  <a:cubicBezTo>
                    <a:pt x="0" y="272"/>
                    <a:pt x="100" y="419"/>
                    <a:pt x="215" y="419"/>
                  </a:cubicBezTo>
                  <a:cubicBezTo>
                    <a:pt x="249" y="419"/>
                    <a:pt x="285" y="406"/>
                    <a:pt x="317" y="374"/>
                  </a:cubicBezTo>
                  <a:cubicBezTo>
                    <a:pt x="366" y="325"/>
                    <a:pt x="464" y="298"/>
                    <a:pt x="561" y="298"/>
                  </a:cubicBezTo>
                  <a:cubicBezTo>
                    <a:pt x="736" y="298"/>
                    <a:pt x="906" y="387"/>
                    <a:pt x="770" y="601"/>
                  </a:cubicBezTo>
                  <a:cubicBezTo>
                    <a:pt x="697" y="714"/>
                    <a:pt x="479" y="795"/>
                    <a:pt x="365" y="836"/>
                  </a:cubicBezTo>
                  <a:cubicBezTo>
                    <a:pt x="200" y="896"/>
                    <a:pt x="258" y="1124"/>
                    <a:pt x="409" y="1124"/>
                  </a:cubicBezTo>
                  <a:cubicBezTo>
                    <a:pt x="421" y="1124"/>
                    <a:pt x="433" y="1122"/>
                    <a:pt x="446" y="1119"/>
                  </a:cubicBezTo>
                  <a:cubicBezTo>
                    <a:pt x="475" y="1115"/>
                    <a:pt x="544" y="1110"/>
                    <a:pt x="625" y="1110"/>
                  </a:cubicBezTo>
                  <a:cubicBezTo>
                    <a:pt x="883" y="1110"/>
                    <a:pt x="1272" y="1167"/>
                    <a:pt x="964" y="1524"/>
                  </a:cubicBezTo>
                  <a:cubicBezTo>
                    <a:pt x="883" y="1619"/>
                    <a:pt x="755" y="1645"/>
                    <a:pt x="626" y="1645"/>
                  </a:cubicBezTo>
                  <a:cubicBezTo>
                    <a:pt x="511" y="1645"/>
                    <a:pt x="396" y="1625"/>
                    <a:pt x="308" y="1613"/>
                  </a:cubicBezTo>
                  <a:cubicBezTo>
                    <a:pt x="301" y="1612"/>
                    <a:pt x="293" y="1612"/>
                    <a:pt x="286" y="1612"/>
                  </a:cubicBezTo>
                  <a:cubicBezTo>
                    <a:pt x="116" y="1612"/>
                    <a:pt x="49" y="1873"/>
                    <a:pt x="236" y="1897"/>
                  </a:cubicBezTo>
                  <a:cubicBezTo>
                    <a:pt x="336" y="1913"/>
                    <a:pt x="450" y="1924"/>
                    <a:pt x="567" y="1924"/>
                  </a:cubicBezTo>
                  <a:cubicBezTo>
                    <a:pt x="921" y="1924"/>
                    <a:pt x="1294" y="1817"/>
                    <a:pt x="1337" y="1403"/>
                  </a:cubicBezTo>
                  <a:cubicBezTo>
                    <a:pt x="1369" y="1087"/>
                    <a:pt x="1175" y="925"/>
                    <a:pt x="932" y="860"/>
                  </a:cubicBezTo>
                  <a:cubicBezTo>
                    <a:pt x="1102" y="706"/>
                    <a:pt x="1215" y="512"/>
                    <a:pt x="1086" y="269"/>
                  </a:cubicBezTo>
                  <a:cubicBezTo>
                    <a:pt x="985" y="85"/>
                    <a:pt x="782" y="0"/>
                    <a:pt x="57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1"/>
            <p:cNvSpPr/>
            <p:nvPr/>
          </p:nvSpPr>
          <p:spPr>
            <a:xfrm rot="-1058202">
              <a:off x="5434331" y="3931896"/>
              <a:ext cx="246019" cy="215489"/>
            </a:xfrm>
            <a:custGeom>
              <a:rect b="b" l="l" r="r" t="t"/>
              <a:pathLst>
                <a:path extrusionOk="0" h="1214" w="1386">
                  <a:moveTo>
                    <a:pt x="632" y="0"/>
                  </a:moveTo>
                  <a:cubicBezTo>
                    <a:pt x="579" y="0"/>
                    <a:pt x="527" y="35"/>
                    <a:pt x="527" y="104"/>
                  </a:cubicBezTo>
                  <a:cubicBezTo>
                    <a:pt x="494" y="225"/>
                    <a:pt x="486" y="338"/>
                    <a:pt x="494" y="460"/>
                  </a:cubicBezTo>
                  <a:cubicBezTo>
                    <a:pt x="349" y="476"/>
                    <a:pt x="211" y="508"/>
                    <a:pt x="73" y="549"/>
                  </a:cubicBezTo>
                  <a:cubicBezTo>
                    <a:pt x="1" y="589"/>
                    <a:pt x="17" y="711"/>
                    <a:pt x="98" y="735"/>
                  </a:cubicBezTo>
                  <a:cubicBezTo>
                    <a:pt x="235" y="735"/>
                    <a:pt x="373" y="735"/>
                    <a:pt x="503" y="719"/>
                  </a:cubicBezTo>
                  <a:cubicBezTo>
                    <a:pt x="503" y="865"/>
                    <a:pt x="527" y="1002"/>
                    <a:pt x="584" y="1140"/>
                  </a:cubicBezTo>
                  <a:cubicBezTo>
                    <a:pt x="605" y="1190"/>
                    <a:pt x="650" y="1213"/>
                    <a:pt x="696" y="1213"/>
                  </a:cubicBezTo>
                  <a:cubicBezTo>
                    <a:pt x="754" y="1213"/>
                    <a:pt x="813" y="1176"/>
                    <a:pt x="826" y="1108"/>
                  </a:cubicBezTo>
                  <a:cubicBezTo>
                    <a:pt x="835" y="970"/>
                    <a:pt x="818" y="824"/>
                    <a:pt x="794" y="687"/>
                  </a:cubicBezTo>
                  <a:cubicBezTo>
                    <a:pt x="964" y="678"/>
                    <a:pt x="1134" y="646"/>
                    <a:pt x="1288" y="581"/>
                  </a:cubicBezTo>
                  <a:cubicBezTo>
                    <a:pt x="1385" y="549"/>
                    <a:pt x="1369" y="411"/>
                    <a:pt x="1264" y="403"/>
                  </a:cubicBezTo>
                  <a:cubicBezTo>
                    <a:pt x="1200" y="394"/>
                    <a:pt x="1135" y="389"/>
                    <a:pt x="1069" y="389"/>
                  </a:cubicBezTo>
                  <a:cubicBezTo>
                    <a:pt x="969" y="389"/>
                    <a:pt x="868" y="400"/>
                    <a:pt x="770" y="419"/>
                  </a:cubicBezTo>
                  <a:cubicBezTo>
                    <a:pt x="770" y="314"/>
                    <a:pt x="754" y="209"/>
                    <a:pt x="737" y="104"/>
                  </a:cubicBezTo>
                  <a:cubicBezTo>
                    <a:pt x="737" y="35"/>
                    <a:pt x="685" y="0"/>
                    <a:pt x="63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41"/>
          <p:cNvGrpSpPr/>
          <p:nvPr/>
        </p:nvGrpSpPr>
        <p:grpSpPr>
          <a:xfrm>
            <a:off x="6919655" y="3282063"/>
            <a:ext cx="797182" cy="536170"/>
            <a:chOff x="5620878" y="1052573"/>
            <a:chExt cx="705533" cy="474571"/>
          </a:xfrm>
        </p:grpSpPr>
        <p:sp>
          <p:nvSpPr>
            <p:cNvPr id="1506" name="Google Shape;1506;p41"/>
            <p:cNvSpPr/>
            <p:nvPr/>
          </p:nvSpPr>
          <p:spPr>
            <a:xfrm rot="636978">
              <a:off x="5642745" y="1249074"/>
              <a:ext cx="231973" cy="258918"/>
            </a:xfrm>
            <a:custGeom>
              <a:rect b="b" l="l" r="r" t="t"/>
              <a:pathLst>
                <a:path extrusionOk="0" h="2018" w="1808">
                  <a:moveTo>
                    <a:pt x="488" y="1"/>
                  </a:moveTo>
                  <a:cubicBezTo>
                    <a:pt x="202" y="1"/>
                    <a:pt x="1" y="340"/>
                    <a:pt x="31" y="679"/>
                  </a:cubicBezTo>
                  <a:cubicBezTo>
                    <a:pt x="41" y="761"/>
                    <a:pt x="99" y="797"/>
                    <a:pt x="161" y="797"/>
                  </a:cubicBezTo>
                  <a:cubicBezTo>
                    <a:pt x="245" y="797"/>
                    <a:pt x="336" y="730"/>
                    <a:pt x="322" y="622"/>
                  </a:cubicBezTo>
                  <a:cubicBezTo>
                    <a:pt x="289" y="454"/>
                    <a:pt x="337" y="371"/>
                    <a:pt x="464" y="371"/>
                  </a:cubicBezTo>
                  <a:cubicBezTo>
                    <a:pt x="520" y="371"/>
                    <a:pt x="592" y="388"/>
                    <a:pt x="679" y="420"/>
                  </a:cubicBezTo>
                  <a:cubicBezTo>
                    <a:pt x="743" y="542"/>
                    <a:pt x="768" y="679"/>
                    <a:pt x="752" y="817"/>
                  </a:cubicBezTo>
                  <a:cubicBezTo>
                    <a:pt x="752" y="922"/>
                    <a:pt x="735" y="1027"/>
                    <a:pt x="719" y="1125"/>
                  </a:cubicBezTo>
                  <a:cubicBezTo>
                    <a:pt x="679" y="1376"/>
                    <a:pt x="630" y="1610"/>
                    <a:pt x="598" y="1861"/>
                  </a:cubicBezTo>
                  <a:cubicBezTo>
                    <a:pt x="591" y="1949"/>
                    <a:pt x="663" y="2018"/>
                    <a:pt x="744" y="2018"/>
                  </a:cubicBezTo>
                  <a:cubicBezTo>
                    <a:pt x="768" y="2018"/>
                    <a:pt x="793" y="2012"/>
                    <a:pt x="816" y="1999"/>
                  </a:cubicBezTo>
                  <a:cubicBezTo>
                    <a:pt x="1116" y="1837"/>
                    <a:pt x="1399" y="1659"/>
                    <a:pt x="1683" y="1465"/>
                  </a:cubicBezTo>
                  <a:cubicBezTo>
                    <a:pt x="1808" y="1379"/>
                    <a:pt x="1697" y="1218"/>
                    <a:pt x="1568" y="1218"/>
                  </a:cubicBezTo>
                  <a:cubicBezTo>
                    <a:pt x="1539" y="1218"/>
                    <a:pt x="1509" y="1226"/>
                    <a:pt x="1480" y="1246"/>
                  </a:cubicBezTo>
                  <a:cubicBezTo>
                    <a:pt x="1310" y="1359"/>
                    <a:pt x="1132" y="1473"/>
                    <a:pt x="946" y="1578"/>
                  </a:cubicBezTo>
                  <a:cubicBezTo>
                    <a:pt x="1051" y="1084"/>
                    <a:pt x="1213" y="452"/>
                    <a:pt x="800" y="129"/>
                  </a:cubicBezTo>
                  <a:cubicBezTo>
                    <a:pt x="690" y="39"/>
                    <a:pt x="584" y="1"/>
                    <a:pt x="48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1"/>
            <p:cNvSpPr/>
            <p:nvPr/>
          </p:nvSpPr>
          <p:spPr>
            <a:xfrm rot="636978">
              <a:off x="6072603" y="1071704"/>
              <a:ext cx="231845" cy="259944"/>
            </a:xfrm>
            <a:custGeom>
              <a:rect b="b" l="l" r="r" t="t"/>
              <a:pathLst>
                <a:path extrusionOk="0" h="2026" w="1807">
                  <a:moveTo>
                    <a:pt x="485" y="1"/>
                  </a:moveTo>
                  <a:cubicBezTo>
                    <a:pt x="199" y="1"/>
                    <a:pt x="0" y="340"/>
                    <a:pt x="36" y="680"/>
                  </a:cubicBezTo>
                  <a:cubicBezTo>
                    <a:pt x="43" y="762"/>
                    <a:pt x="99" y="797"/>
                    <a:pt x="160" y="797"/>
                  </a:cubicBezTo>
                  <a:cubicBezTo>
                    <a:pt x="244" y="797"/>
                    <a:pt x="337" y="730"/>
                    <a:pt x="328" y="623"/>
                  </a:cubicBezTo>
                  <a:cubicBezTo>
                    <a:pt x="289" y="455"/>
                    <a:pt x="335" y="372"/>
                    <a:pt x="461" y="372"/>
                  </a:cubicBezTo>
                  <a:cubicBezTo>
                    <a:pt x="517" y="372"/>
                    <a:pt x="589" y="388"/>
                    <a:pt x="676" y="420"/>
                  </a:cubicBezTo>
                  <a:cubicBezTo>
                    <a:pt x="741" y="542"/>
                    <a:pt x="765" y="680"/>
                    <a:pt x="749" y="817"/>
                  </a:cubicBezTo>
                  <a:cubicBezTo>
                    <a:pt x="749" y="922"/>
                    <a:pt x="733" y="1028"/>
                    <a:pt x="717" y="1133"/>
                  </a:cubicBezTo>
                  <a:cubicBezTo>
                    <a:pt x="676" y="1376"/>
                    <a:pt x="627" y="1619"/>
                    <a:pt x="595" y="1862"/>
                  </a:cubicBezTo>
                  <a:cubicBezTo>
                    <a:pt x="589" y="1956"/>
                    <a:pt x="666" y="2026"/>
                    <a:pt x="749" y="2026"/>
                  </a:cubicBezTo>
                  <a:cubicBezTo>
                    <a:pt x="774" y="2026"/>
                    <a:pt x="798" y="2020"/>
                    <a:pt x="822" y="2007"/>
                  </a:cubicBezTo>
                  <a:cubicBezTo>
                    <a:pt x="1113" y="1837"/>
                    <a:pt x="1405" y="1659"/>
                    <a:pt x="1688" y="1465"/>
                  </a:cubicBezTo>
                  <a:cubicBezTo>
                    <a:pt x="1806" y="1380"/>
                    <a:pt x="1702" y="1215"/>
                    <a:pt x="1572" y="1215"/>
                  </a:cubicBezTo>
                  <a:cubicBezTo>
                    <a:pt x="1541" y="1215"/>
                    <a:pt x="1509" y="1225"/>
                    <a:pt x="1478" y="1246"/>
                  </a:cubicBezTo>
                  <a:cubicBezTo>
                    <a:pt x="1308" y="1368"/>
                    <a:pt x="1130" y="1473"/>
                    <a:pt x="943" y="1586"/>
                  </a:cubicBezTo>
                  <a:cubicBezTo>
                    <a:pt x="1049" y="1084"/>
                    <a:pt x="1210" y="453"/>
                    <a:pt x="798" y="129"/>
                  </a:cubicBezTo>
                  <a:cubicBezTo>
                    <a:pt x="687" y="39"/>
                    <a:pt x="582" y="1"/>
                    <a:pt x="485"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1"/>
            <p:cNvSpPr/>
            <p:nvPr/>
          </p:nvSpPr>
          <p:spPr>
            <a:xfrm rot="636978">
              <a:off x="5883915" y="1199003"/>
              <a:ext cx="154221" cy="138055"/>
            </a:xfrm>
            <a:custGeom>
              <a:rect b="b" l="l" r="r" t="t"/>
              <a:pathLst>
                <a:path extrusionOk="0" h="1076" w="1202">
                  <a:moveTo>
                    <a:pt x="366" y="0"/>
                  </a:moveTo>
                  <a:cubicBezTo>
                    <a:pt x="302" y="0"/>
                    <a:pt x="242" y="56"/>
                    <a:pt x="264" y="139"/>
                  </a:cubicBezTo>
                  <a:cubicBezTo>
                    <a:pt x="288" y="252"/>
                    <a:pt x="329" y="365"/>
                    <a:pt x="385" y="471"/>
                  </a:cubicBezTo>
                  <a:cubicBezTo>
                    <a:pt x="264" y="552"/>
                    <a:pt x="151" y="641"/>
                    <a:pt x="45" y="730"/>
                  </a:cubicBezTo>
                  <a:cubicBezTo>
                    <a:pt x="0" y="805"/>
                    <a:pt x="53" y="894"/>
                    <a:pt x="131" y="894"/>
                  </a:cubicBezTo>
                  <a:cubicBezTo>
                    <a:pt x="138" y="894"/>
                    <a:pt x="144" y="893"/>
                    <a:pt x="151" y="892"/>
                  </a:cubicBezTo>
                  <a:cubicBezTo>
                    <a:pt x="272" y="835"/>
                    <a:pt x="394" y="770"/>
                    <a:pt x="507" y="697"/>
                  </a:cubicBezTo>
                  <a:cubicBezTo>
                    <a:pt x="572" y="827"/>
                    <a:pt x="661" y="948"/>
                    <a:pt x="766" y="1046"/>
                  </a:cubicBezTo>
                  <a:cubicBezTo>
                    <a:pt x="791" y="1066"/>
                    <a:pt x="819" y="1075"/>
                    <a:pt x="846" y="1075"/>
                  </a:cubicBezTo>
                  <a:cubicBezTo>
                    <a:pt x="923" y="1075"/>
                    <a:pt x="993" y="1000"/>
                    <a:pt x="968" y="916"/>
                  </a:cubicBezTo>
                  <a:cubicBezTo>
                    <a:pt x="912" y="778"/>
                    <a:pt x="839" y="657"/>
                    <a:pt x="758" y="544"/>
                  </a:cubicBezTo>
                  <a:cubicBezTo>
                    <a:pt x="904" y="463"/>
                    <a:pt x="1041" y="357"/>
                    <a:pt x="1163" y="228"/>
                  </a:cubicBezTo>
                  <a:cubicBezTo>
                    <a:pt x="1202" y="158"/>
                    <a:pt x="1151" y="73"/>
                    <a:pt x="1076" y="73"/>
                  </a:cubicBezTo>
                  <a:cubicBezTo>
                    <a:pt x="1073" y="73"/>
                    <a:pt x="1069" y="74"/>
                    <a:pt x="1066" y="74"/>
                  </a:cubicBezTo>
                  <a:cubicBezTo>
                    <a:pt x="904" y="131"/>
                    <a:pt x="758" y="212"/>
                    <a:pt x="628" y="317"/>
                  </a:cubicBezTo>
                  <a:cubicBezTo>
                    <a:pt x="572" y="220"/>
                    <a:pt x="515" y="131"/>
                    <a:pt x="450" y="42"/>
                  </a:cubicBezTo>
                  <a:cubicBezTo>
                    <a:pt x="427" y="13"/>
                    <a:pt x="396" y="0"/>
                    <a:pt x="36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2" name="Shape 1512"/>
        <p:cNvGrpSpPr/>
        <p:nvPr/>
      </p:nvGrpSpPr>
      <p:grpSpPr>
        <a:xfrm>
          <a:off x="0" y="0"/>
          <a:ext cx="0" cy="0"/>
          <a:chOff x="0" y="0"/>
          <a:chExt cx="0" cy="0"/>
        </a:xfrm>
      </p:grpSpPr>
      <p:sp>
        <p:nvSpPr>
          <p:cNvPr id="1513" name="Google Shape;1513;p42"/>
          <p:cNvSpPr/>
          <p:nvPr/>
        </p:nvSpPr>
        <p:spPr>
          <a:xfrm>
            <a:off x="3955950" y="1223600"/>
            <a:ext cx="1232100" cy="12321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2"/>
          <p:cNvSpPr txBox="1"/>
          <p:nvPr>
            <p:ph type="title"/>
          </p:nvPr>
        </p:nvSpPr>
        <p:spPr>
          <a:xfrm>
            <a:off x="2228250" y="2671825"/>
            <a:ext cx="4687500" cy="104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IMPROPER FRACTIONS AND MIXED NUMBERS </a:t>
            </a:r>
            <a:endParaRPr/>
          </a:p>
        </p:txBody>
      </p:sp>
      <p:sp>
        <p:nvSpPr>
          <p:cNvPr id="1515" name="Google Shape;1515;p42"/>
          <p:cNvSpPr txBox="1"/>
          <p:nvPr>
            <p:ph idx="2" type="title"/>
          </p:nvPr>
        </p:nvSpPr>
        <p:spPr>
          <a:xfrm>
            <a:off x="4047000" y="1418750"/>
            <a:ext cx="1050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16" name="Google Shape;1516;p42"/>
          <p:cNvSpPr txBox="1"/>
          <p:nvPr>
            <p:ph idx="1" type="subTitle"/>
          </p:nvPr>
        </p:nvSpPr>
        <p:spPr>
          <a:xfrm>
            <a:off x="2391900" y="3859075"/>
            <a:ext cx="4360200" cy="38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1517" name="Google Shape;1517;p42"/>
          <p:cNvGrpSpPr/>
          <p:nvPr/>
        </p:nvGrpSpPr>
        <p:grpSpPr>
          <a:xfrm>
            <a:off x="6008463" y="1071438"/>
            <a:ext cx="1312725" cy="770575"/>
            <a:chOff x="9724850" y="817950"/>
            <a:chExt cx="1312725" cy="770575"/>
          </a:xfrm>
        </p:grpSpPr>
        <p:sp>
          <p:nvSpPr>
            <p:cNvPr id="1518" name="Google Shape;1518;p42"/>
            <p:cNvSpPr/>
            <p:nvPr/>
          </p:nvSpPr>
          <p:spPr>
            <a:xfrm>
              <a:off x="9724850" y="817950"/>
              <a:ext cx="954075" cy="567150"/>
            </a:xfrm>
            <a:custGeom>
              <a:rect b="b" l="l" r="r" t="t"/>
              <a:pathLst>
                <a:path extrusionOk="0" h="22686" w="38163">
                  <a:moveTo>
                    <a:pt x="4394" y="0"/>
                  </a:moveTo>
                  <a:cubicBezTo>
                    <a:pt x="3956" y="0"/>
                    <a:pt x="3530" y="199"/>
                    <a:pt x="3250" y="564"/>
                  </a:cubicBezTo>
                  <a:cubicBezTo>
                    <a:pt x="2250" y="1858"/>
                    <a:pt x="556" y="4459"/>
                    <a:pt x="88" y="7669"/>
                  </a:cubicBezTo>
                  <a:cubicBezTo>
                    <a:pt x="1" y="8288"/>
                    <a:pt x="322" y="8894"/>
                    <a:pt x="883" y="9171"/>
                  </a:cubicBezTo>
                  <a:cubicBezTo>
                    <a:pt x="1457" y="9453"/>
                    <a:pt x="2285" y="9857"/>
                    <a:pt x="3300" y="10353"/>
                  </a:cubicBezTo>
                  <a:cubicBezTo>
                    <a:pt x="3947" y="10670"/>
                    <a:pt x="4670" y="11023"/>
                    <a:pt x="5453" y="11402"/>
                  </a:cubicBezTo>
                  <a:cubicBezTo>
                    <a:pt x="5974" y="11655"/>
                    <a:pt x="6520" y="11922"/>
                    <a:pt x="7088" y="12200"/>
                  </a:cubicBezTo>
                  <a:cubicBezTo>
                    <a:pt x="12514" y="14839"/>
                    <a:pt x="19877" y="18399"/>
                    <a:pt x="24829" y="20703"/>
                  </a:cubicBezTo>
                  <a:cubicBezTo>
                    <a:pt x="25426" y="20982"/>
                    <a:pt x="25987" y="21241"/>
                    <a:pt x="26508" y="21480"/>
                  </a:cubicBezTo>
                  <a:cubicBezTo>
                    <a:pt x="27057" y="21730"/>
                    <a:pt x="27558" y="21958"/>
                    <a:pt x="28006" y="22156"/>
                  </a:cubicBezTo>
                  <a:lnTo>
                    <a:pt x="28057" y="22178"/>
                  </a:lnTo>
                  <a:cubicBezTo>
                    <a:pt x="28057" y="22178"/>
                    <a:pt x="29874" y="22331"/>
                    <a:pt x="31811" y="22430"/>
                  </a:cubicBezTo>
                  <a:cubicBezTo>
                    <a:pt x="32728" y="22477"/>
                    <a:pt x="33673" y="22512"/>
                    <a:pt x="34465" y="22512"/>
                  </a:cubicBezTo>
                  <a:cubicBezTo>
                    <a:pt x="35120" y="22512"/>
                    <a:pt x="35670" y="22488"/>
                    <a:pt x="36014" y="22429"/>
                  </a:cubicBezTo>
                  <a:lnTo>
                    <a:pt x="36467" y="22629"/>
                  </a:lnTo>
                  <a:cubicBezTo>
                    <a:pt x="36553" y="22667"/>
                    <a:pt x="36643" y="22685"/>
                    <a:pt x="36732" y="22685"/>
                  </a:cubicBezTo>
                  <a:cubicBezTo>
                    <a:pt x="36984" y="22685"/>
                    <a:pt x="37225" y="22540"/>
                    <a:pt x="37334" y="22294"/>
                  </a:cubicBezTo>
                  <a:lnTo>
                    <a:pt x="38016" y="20756"/>
                  </a:lnTo>
                  <a:cubicBezTo>
                    <a:pt x="38162" y="20424"/>
                    <a:pt x="38013" y="20036"/>
                    <a:pt x="37681" y="19888"/>
                  </a:cubicBezTo>
                  <a:lnTo>
                    <a:pt x="37229" y="19689"/>
                  </a:lnTo>
                  <a:cubicBezTo>
                    <a:pt x="37229" y="19689"/>
                    <a:pt x="35714" y="17851"/>
                    <a:pt x="34247" y="16079"/>
                  </a:cubicBezTo>
                  <a:cubicBezTo>
                    <a:pt x="33401" y="15053"/>
                    <a:pt x="32573" y="14045"/>
                    <a:pt x="32064" y="13428"/>
                  </a:cubicBezTo>
                  <a:cubicBezTo>
                    <a:pt x="32034" y="13395"/>
                    <a:pt x="32007" y="13360"/>
                    <a:pt x="31980" y="13328"/>
                  </a:cubicBezTo>
                  <a:cubicBezTo>
                    <a:pt x="31921" y="13258"/>
                    <a:pt x="31438" y="12962"/>
                    <a:pt x="30260" y="12334"/>
                  </a:cubicBezTo>
                  <a:cubicBezTo>
                    <a:pt x="29909" y="12149"/>
                    <a:pt x="29494" y="11931"/>
                    <a:pt x="29009" y="11681"/>
                  </a:cubicBezTo>
                  <a:cubicBezTo>
                    <a:pt x="26052" y="10157"/>
                    <a:pt x="20500" y="7416"/>
                    <a:pt x="10691" y="2801"/>
                  </a:cubicBezTo>
                  <a:cubicBezTo>
                    <a:pt x="10258" y="2594"/>
                    <a:pt x="9816" y="2386"/>
                    <a:pt x="9365" y="2176"/>
                  </a:cubicBezTo>
                  <a:cubicBezTo>
                    <a:pt x="8736" y="1882"/>
                    <a:pt x="8092" y="1579"/>
                    <a:pt x="7429" y="1268"/>
                  </a:cubicBezTo>
                  <a:cubicBezTo>
                    <a:pt x="6645" y="903"/>
                    <a:pt x="5836" y="524"/>
                    <a:pt x="5002" y="135"/>
                  </a:cubicBezTo>
                  <a:cubicBezTo>
                    <a:pt x="4806" y="44"/>
                    <a:pt x="4599" y="0"/>
                    <a:pt x="4394"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2"/>
            <p:cNvSpPr/>
            <p:nvPr/>
          </p:nvSpPr>
          <p:spPr>
            <a:xfrm>
              <a:off x="9807350" y="849650"/>
              <a:ext cx="719125" cy="522200"/>
            </a:xfrm>
            <a:custGeom>
              <a:rect b="b" l="l" r="r" t="t"/>
              <a:pathLst>
                <a:path extrusionOk="0" h="20888" w="28765">
                  <a:moveTo>
                    <a:pt x="4129" y="0"/>
                  </a:moveTo>
                  <a:cubicBezTo>
                    <a:pt x="3241" y="1349"/>
                    <a:pt x="2432" y="2750"/>
                    <a:pt x="1746" y="4196"/>
                  </a:cubicBezTo>
                  <a:cubicBezTo>
                    <a:pt x="1000" y="5771"/>
                    <a:pt x="400" y="7403"/>
                    <a:pt x="0" y="9085"/>
                  </a:cubicBezTo>
                  <a:cubicBezTo>
                    <a:pt x="647" y="9402"/>
                    <a:pt x="1370" y="9755"/>
                    <a:pt x="2153" y="10134"/>
                  </a:cubicBezTo>
                  <a:cubicBezTo>
                    <a:pt x="2674" y="10387"/>
                    <a:pt x="3220" y="10654"/>
                    <a:pt x="3788" y="10932"/>
                  </a:cubicBezTo>
                  <a:cubicBezTo>
                    <a:pt x="9214" y="13571"/>
                    <a:pt x="16577" y="17131"/>
                    <a:pt x="21529" y="19435"/>
                  </a:cubicBezTo>
                  <a:cubicBezTo>
                    <a:pt x="22126" y="19714"/>
                    <a:pt x="22687" y="19973"/>
                    <a:pt x="23206" y="20212"/>
                  </a:cubicBezTo>
                  <a:cubicBezTo>
                    <a:pt x="23756" y="20462"/>
                    <a:pt x="24258" y="20690"/>
                    <a:pt x="24705" y="20888"/>
                  </a:cubicBezTo>
                  <a:cubicBezTo>
                    <a:pt x="25316" y="19441"/>
                    <a:pt x="26154" y="17511"/>
                    <a:pt x="26771" y="16093"/>
                  </a:cubicBezTo>
                  <a:cubicBezTo>
                    <a:pt x="27185" y="15155"/>
                    <a:pt x="27499" y="14441"/>
                    <a:pt x="27589" y="14249"/>
                  </a:cubicBezTo>
                  <a:cubicBezTo>
                    <a:pt x="27847" y="13696"/>
                    <a:pt x="28339" y="12948"/>
                    <a:pt x="28764" y="12160"/>
                  </a:cubicBezTo>
                  <a:cubicBezTo>
                    <a:pt x="28734" y="12127"/>
                    <a:pt x="28707" y="12092"/>
                    <a:pt x="28680" y="12060"/>
                  </a:cubicBezTo>
                  <a:cubicBezTo>
                    <a:pt x="28621" y="11990"/>
                    <a:pt x="28138" y="11694"/>
                    <a:pt x="26960" y="11066"/>
                  </a:cubicBezTo>
                  <a:cubicBezTo>
                    <a:pt x="26609" y="10881"/>
                    <a:pt x="26194" y="10663"/>
                    <a:pt x="25709" y="10413"/>
                  </a:cubicBezTo>
                  <a:cubicBezTo>
                    <a:pt x="22752" y="8889"/>
                    <a:pt x="17200" y="6148"/>
                    <a:pt x="7391" y="1533"/>
                  </a:cubicBezTo>
                  <a:cubicBezTo>
                    <a:pt x="6958" y="1326"/>
                    <a:pt x="6516" y="1118"/>
                    <a:pt x="6065" y="908"/>
                  </a:cubicBezTo>
                  <a:cubicBezTo>
                    <a:pt x="5436" y="614"/>
                    <a:pt x="4792" y="311"/>
                    <a:pt x="4129"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2"/>
            <p:cNvSpPr/>
            <p:nvPr/>
          </p:nvSpPr>
          <p:spPr>
            <a:xfrm>
              <a:off x="10345550" y="1109950"/>
              <a:ext cx="135825" cy="245000"/>
            </a:xfrm>
            <a:custGeom>
              <a:rect b="b" l="l" r="r" t="t"/>
              <a:pathLst>
                <a:path extrusionOk="0" h="9800" w="5433">
                  <a:moveTo>
                    <a:pt x="4180" y="1"/>
                  </a:moveTo>
                  <a:cubicBezTo>
                    <a:pt x="2164" y="2652"/>
                    <a:pt x="639" y="5750"/>
                    <a:pt x="1" y="9023"/>
                  </a:cubicBezTo>
                  <a:cubicBezTo>
                    <a:pt x="598" y="9302"/>
                    <a:pt x="1159" y="9561"/>
                    <a:pt x="1680" y="9800"/>
                  </a:cubicBezTo>
                  <a:cubicBezTo>
                    <a:pt x="2164" y="7697"/>
                    <a:pt x="2792" y="5655"/>
                    <a:pt x="3733" y="3691"/>
                  </a:cubicBezTo>
                  <a:cubicBezTo>
                    <a:pt x="4233" y="2647"/>
                    <a:pt x="4797" y="1626"/>
                    <a:pt x="5432" y="654"/>
                  </a:cubicBezTo>
                  <a:cubicBezTo>
                    <a:pt x="5081" y="469"/>
                    <a:pt x="4664" y="251"/>
                    <a:pt x="4180" y="1"/>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2"/>
            <p:cNvSpPr/>
            <p:nvPr/>
          </p:nvSpPr>
          <p:spPr>
            <a:xfrm>
              <a:off x="9861175" y="872350"/>
              <a:ext cx="130975" cy="250600"/>
            </a:xfrm>
            <a:custGeom>
              <a:rect b="b" l="l" r="r" t="t"/>
              <a:pathLst>
                <a:path extrusionOk="0" h="10024" w="5239">
                  <a:moveTo>
                    <a:pt x="3912" y="0"/>
                  </a:moveTo>
                  <a:cubicBezTo>
                    <a:pt x="1945" y="2731"/>
                    <a:pt x="507" y="5902"/>
                    <a:pt x="0" y="9226"/>
                  </a:cubicBezTo>
                  <a:cubicBezTo>
                    <a:pt x="521" y="9479"/>
                    <a:pt x="1067" y="9746"/>
                    <a:pt x="1635" y="10024"/>
                  </a:cubicBezTo>
                  <a:cubicBezTo>
                    <a:pt x="2147" y="7654"/>
                    <a:pt x="2808" y="5355"/>
                    <a:pt x="3861" y="3152"/>
                  </a:cubicBezTo>
                  <a:cubicBezTo>
                    <a:pt x="4276" y="2286"/>
                    <a:pt x="4736" y="1443"/>
                    <a:pt x="5238" y="625"/>
                  </a:cubicBezTo>
                  <a:cubicBezTo>
                    <a:pt x="4805" y="418"/>
                    <a:pt x="4363" y="210"/>
                    <a:pt x="391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2"/>
            <p:cNvSpPr/>
            <p:nvPr/>
          </p:nvSpPr>
          <p:spPr>
            <a:xfrm>
              <a:off x="9956300" y="1001750"/>
              <a:ext cx="396250" cy="208975"/>
            </a:xfrm>
            <a:custGeom>
              <a:rect b="b" l="l" r="r" t="t"/>
              <a:pathLst>
                <a:path extrusionOk="0" h="8359" w="15850">
                  <a:moveTo>
                    <a:pt x="1347" y="0"/>
                  </a:moveTo>
                  <a:cubicBezTo>
                    <a:pt x="644" y="0"/>
                    <a:pt x="1" y="843"/>
                    <a:pt x="451" y="1663"/>
                  </a:cubicBezTo>
                  <a:cubicBezTo>
                    <a:pt x="1851" y="4211"/>
                    <a:pt x="4115" y="6900"/>
                    <a:pt x="7268" y="6900"/>
                  </a:cubicBezTo>
                  <a:cubicBezTo>
                    <a:pt x="7330" y="6900"/>
                    <a:pt x="7392" y="6899"/>
                    <a:pt x="7454" y="6897"/>
                  </a:cubicBezTo>
                  <a:cubicBezTo>
                    <a:pt x="8762" y="6854"/>
                    <a:pt x="9897" y="6185"/>
                    <a:pt x="11166" y="5979"/>
                  </a:cubicBezTo>
                  <a:cubicBezTo>
                    <a:pt x="11319" y="5955"/>
                    <a:pt x="11462" y="5943"/>
                    <a:pt x="11598" y="5943"/>
                  </a:cubicBezTo>
                  <a:cubicBezTo>
                    <a:pt x="13155" y="5943"/>
                    <a:pt x="13629" y="7479"/>
                    <a:pt x="14880" y="8253"/>
                  </a:cubicBezTo>
                  <a:cubicBezTo>
                    <a:pt x="14989" y="8321"/>
                    <a:pt x="15131" y="8358"/>
                    <a:pt x="15271" y="8358"/>
                  </a:cubicBezTo>
                  <a:cubicBezTo>
                    <a:pt x="15540" y="8358"/>
                    <a:pt x="15802" y="8220"/>
                    <a:pt x="15811" y="7895"/>
                  </a:cubicBezTo>
                  <a:cubicBezTo>
                    <a:pt x="15850" y="6500"/>
                    <a:pt x="14925" y="5073"/>
                    <a:pt x="13788" y="4294"/>
                  </a:cubicBezTo>
                  <a:cubicBezTo>
                    <a:pt x="13107" y="3829"/>
                    <a:pt x="12392" y="3643"/>
                    <a:pt x="11655" y="3643"/>
                  </a:cubicBezTo>
                  <a:cubicBezTo>
                    <a:pt x="11119" y="3643"/>
                    <a:pt x="10572" y="3741"/>
                    <a:pt x="10016" y="3900"/>
                  </a:cubicBezTo>
                  <a:cubicBezTo>
                    <a:pt x="9014" y="4187"/>
                    <a:pt x="8101" y="4599"/>
                    <a:pt x="7138" y="4599"/>
                  </a:cubicBezTo>
                  <a:cubicBezTo>
                    <a:pt x="6709" y="4599"/>
                    <a:pt x="6270" y="4517"/>
                    <a:pt x="5808" y="4306"/>
                  </a:cubicBezTo>
                  <a:cubicBezTo>
                    <a:pt x="4131" y="3540"/>
                    <a:pt x="3192" y="1868"/>
                    <a:pt x="2141" y="444"/>
                  </a:cubicBezTo>
                  <a:cubicBezTo>
                    <a:pt x="1909" y="131"/>
                    <a:pt x="1624" y="0"/>
                    <a:pt x="1347"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2"/>
            <p:cNvSpPr/>
            <p:nvPr/>
          </p:nvSpPr>
          <p:spPr>
            <a:xfrm>
              <a:off x="10669025" y="1356725"/>
              <a:ext cx="368550" cy="231800"/>
            </a:xfrm>
            <a:custGeom>
              <a:rect b="b" l="l" r="r" t="t"/>
              <a:pathLst>
                <a:path extrusionOk="0" h="9272" w="14742">
                  <a:moveTo>
                    <a:pt x="1542" y="0"/>
                  </a:moveTo>
                  <a:cubicBezTo>
                    <a:pt x="746" y="0"/>
                    <a:pt x="1" y="864"/>
                    <a:pt x="326" y="1723"/>
                  </a:cubicBezTo>
                  <a:cubicBezTo>
                    <a:pt x="996" y="3492"/>
                    <a:pt x="2422" y="5090"/>
                    <a:pt x="3781" y="6387"/>
                  </a:cubicBezTo>
                  <a:cubicBezTo>
                    <a:pt x="4515" y="7090"/>
                    <a:pt x="5460" y="7558"/>
                    <a:pt x="6412" y="7558"/>
                  </a:cubicBezTo>
                  <a:cubicBezTo>
                    <a:pt x="6982" y="7558"/>
                    <a:pt x="7556" y="7390"/>
                    <a:pt x="8088" y="7004"/>
                  </a:cubicBezTo>
                  <a:cubicBezTo>
                    <a:pt x="8687" y="6570"/>
                    <a:pt x="9099" y="5966"/>
                    <a:pt x="9470" y="5339"/>
                  </a:cubicBezTo>
                  <a:cubicBezTo>
                    <a:pt x="9496" y="5298"/>
                    <a:pt x="9539" y="5233"/>
                    <a:pt x="9592" y="5158"/>
                  </a:cubicBezTo>
                  <a:cubicBezTo>
                    <a:pt x="10902" y="6193"/>
                    <a:pt x="11716" y="7508"/>
                    <a:pt x="12683" y="8837"/>
                  </a:cubicBezTo>
                  <a:cubicBezTo>
                    <a:pt x="12902" y="9139"/>
                    <a:pt x="13221" y="9272"/>
                    <a:pt x="13539" y="9272"/>
                  </a:cubicBezTo>
                  <a:cubicBezTo>
                    <a:pt x="14141" y="9272"/>
                    <a:pt x="14741" y="8794"/>
                    <a:pt x="14649" y="8078"/>
                  </a:cubicBezTo>
                  <a:cubicBezTo>
                    <a:pt x="14447" y="6496"/>
                    <a:pt x="13548" y="4898"/>
                    <a:pt x="12495" y="3726"/>
                  </a:cubicBezTo>
                  <a:cubicBezTo>
                    <a:pt x="11677" y="2817"/>
                    <a:pt x="10498" y="1565"/>
                    <a:pt x="9177" y="1565"/>
                  </a:cubicBezTo>
                  <a:cubicBezTo>
                    <a:pt x="8945" y="1565"/>
                    <a:pt x="8707" y="1604"/>
                    <a:pt x="8467" y="1691"/>
                  </a:cubicBezTo>
                  <a:cubicBezTo>
                    <a:pt x="7750" y="1949"/>
                    <a:pt x="7322" y="2560"/>
                    <a:pt x="6988" y="3210"/>
                  </a:cubicBezTo>
                  <a:cubicBezTo>
                    <a:pt x="6868" y="3442"/>
                    <a:pt x="6548" y="4468"/>
                    <a:pt x="6248" y="4524"/>
                  </a:cubicBezTo>
                  <a:cubicBezTo>
                    <a:pt x="6235" y="4527"/>
                    <a:pt x="6222" y="4528"/>
                    <a:pt x="6208" y="4528"/>
                  </a:cubicBezTo>
                  <a:cubicBezTo>
                    <a:pt x="5686" y="4528"/>
                    <a:pt x="4477" y="2792"/>
                    <a:pt x="4226" y="2481"/>
                  </a:cubicBezTo>
                  <a:cubicBezTo>
                    <a:pt x="3604" y="1713"/>
                    <a:pt x="3034" y="962"/>
                    <a:pt x="2293" y="298"/>
                  </a:cubicBezTo>
                  <a:cubicBezTo>
                    <a:pt x="2060" y="90"/>
                    <a:pt x="1798" y="0"/>
                    <a:pt x="1542"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 name="Google Shape;1524;p42"/>
          <p:cNvGrpSpPr/>
          <p:nvPr/>
        </p:nvGrpSpPr>
        <p:grpSpPr>
          <a:xfrm rot="1238870">
            <a:off x="1307977" y="975588"/>
            <a:ext cx="927047" cy="1439059"/>
            <a:chOff x="1808738" y="1647900"/>
            <a:chExt cx="834775" cy="1295825"/>
          </a:xfrm>
        </p:grpSpPr>
        <p:sp>
          <p:nvSpPr>
            <p:cNvPr id="1525" name="Google Shape;1525;p42"/>
            <p:cNvSpPr/>
            <p:nvPr/>
          </p:nvSpPr>
          <p:spPr>
            <a:xfrm>
              <a:off x="1808738" y="1647900"/>
              <a:ext cx="834775" cy="1295825"/>
            </a:xfrm>
            <a:custGeom>
              <a:rect b="b" l="l" r="r" t="t"/>
              <a:pathLst>
                <a:path extrusionOk="0" h="51833" w="33391">
                  <a:moveTo>
                    <a:pt x="27682" y="3288"/>
                  </a:moveTo>
                  <a:cubicBezTo>
                    <a:pt x="27729" y="3288"/>
                    <a:pt x="27775" y="3290"/>
                    <a:pt x="27822" y="3296"/>
                  </a:cubicBezTo>
                  <a:cubicBezTo>
                    <a:pt x="27828" y="3295"/>
                    <a:pt x="27835" y="3295"/>
                    <a:pt x="27841" y="3295"/>
                  </a:cubicBezTo>
                  <a:cubicBezTo>
                    <a:pt x="28025" y="3295"/>
                    <a:pt x="28206" y="3341"/>
                    <a:pt x="28367" y="3431"/>
                  </a:cubicBezTo>
                  <a:cubicBezTo>
                    <a:pt x="28435" y="3464"/>
                    <a:pt x="28498" y="3503"/>
                    <a:pt x="28559" y="3547"/>
                  </a:cubicBezTo>
                  <a:cubicBezTo>
                    <a:pt x="28802" y="3724"/>
                    <a:pt x="28975" y="3972"/>
                    <a:pt x="29082" y="4257"/>
                  </a:cubicBezTo>
                  <a:cubicBezTo>
                    <a:pt x="29161" y="4490"/>
                    <a:pt x="29176" y="4742"/>
                    <a:pt x="29128" y="4983"/>
                  </a:cubicBezTo>
                  <a:cubicBezTo>
                    <a:pt x="29086" y="5104"/>
                    <a:pt x="29047" y="5224"/>
                    <a:pt x="29004" y="5345"/>
                  </a:cubicBezTo>
                  <a:cubicBezTo>
                    <a:pt x="28926" y="5520"/>
                    <a:pt x="28804" y="5670"/>
                    <a:pt x="28649" y="5782"/>
                  </a:cubicBezTo>
                  <a:cubicBezTo>
                    <a:pt x="28373" y="6003"/>
                    <a:pt x="28033" y="6119"/>
                    <a:pt x="27688" y="6119"/>
                  </a:cubicBezTo>
                  <a:cubicBezTo>
                    <a:pt x="27552" y="6119"/>
                    <a:pt x="27414" y="6101"/>
                    <a:pt x="27279" y="6064"/>
                  </a:cubicBezTo>
                  <a:cubicBezTo>
                    <a:pt x="27213" y="6043"/>
                    <a:pt x="27150" y="6015"/>
                    <a:pt x="27089" y="5982"/>
                  </a:cubicBezTo>
                  <a:cubicBezTo>
                    <a:pt x="26744" y="5809"/>
                    <a:pt x="26510" y="5512"/>
                    <a:pt x="26375" y="5156"/>
                  </a:cubicBezTo>
                  <a:cubicBezTo>
                    <a:pt x="26297" y="4922"/>
                    <a:pt x="26280" y="4672"/>
                    <a:pt x="26329" y="4431"/>
                  </a:cubicBezTo>
                  <a:cubicBezTo>
                    <a:pt x="26372" y="4308"/>
                    <a:pt x="26411" y="4189"/>
                    <a:pt x="26453" y="4069"/>
                  </a:cubicBezTo>
                  <a:cubicBezTo>
                    <a:pt x="26532" y="3894"/>
                    <a:pt x="26654" y="3742"/>
                    <a:pt x="26809" y="3632"/>
                  </a:cubicBezTo>
                  <a:cubicBezTo>
                    <a:pt x="27048" y="3411"/>
                    <a:pt x="27360" y="3288"/>
                    <a:pt x="27682" y="3288"/>
                  </a:cubicBezTo>
                  <a:close/>
                  <a:moveTo>
                    <a:pt x="23559" y="0"/>
                  </a:moveTo>
                  <a:lnTo>
                    <a:pt x="21427" y="4281"/>
                  </a:lnTo>
                  <a:lnTo>
                    <a:pt x="21083" y="4975"/>
                  </a:lnTo>
                  <a:lnTo>
                    <a:pt x="20279" y="6589"/>
                  </a:lnTo>
                  <a:lnTo>
                    <a:pt x="19916" y="7318"/>
                  </a:lnTo>
                  <a:lnTo>
                    <a:pt x="19228" y="8698"/>
                  </a:lnTo>
                  <a:lnTo>
                    <a:pt x="18942" y="9272"/>
                  </a:lnTo>
                  <a:lnTo>
                    <a:pt x="18193" y="10778"/>
                  </a:lnTo>
                  <a:lnTo>
                    <a:pt x="17895" y="11375"/>
                  </a:lnTo>
                  <a:lnTo>
                    <a:pt x="16804" y="13567"/>
                  </a:lnTo>
                  <a:lnTo>
                    <a:pt x="16507" y="14165"/>
                  </a:lnTo>
                  <a:lnTo>
                    <a:pt x="15450" y="16289"/>
                  </a:lnTo>
                  <a:lnTo>
                    <a:pt x="15086" y="17022"/>
                  </a:lnTo>
                  <a:lnTo>
                    <a:pt x="14398" y="18400"/>
                  </a:lnTo>
                  <a:lnTo>
                    <a:pt x="14111" y="18979"/>
                  </a:lnTo>
                  <a:lnTo>
                    <a:pt x="13363" y="20480"/>
                  </a:lnTo>
                  <a:lnTo>
                    <a:pt x="13065" y="21078"/>
                  </a:lnTo>
                  <a:lnTo>
                    <a:pt x="11976" y="23269"/>
                  </a:lnTo>
                  <a:lnTo>
                    <a:pt x="11679" y="23867"/>
                  </a:lnTo>
                  <a:lnTo>
                    <a:pt x="10620" y="25993"/>
                  </a:lnTo>
                  <a:lnTo>
                    <a:pt x="10255" y="26727"/>
                  </a:lnTo>
                  <a:lnTo>
                    <a:pt x="9570" y="28102"/>
                  </a:lnTo>
                  <a:lnTo>
                    <a:pt x="9281" y="28685"/>
                  </a:lnTo>
                  <a:lnTo>
                    <a:pt x="8535" y="30182"/>
                  </a:lnTo>
                  <a:lnTo>
                    <a:pt x="8236" y="30782"/>
                  </a:lnTo>
                  <a:lnTo>
                    <a:pt x="7146" y="32971"/>
                  </a:lnTo>
                  <a:lnTo>
                    <a:pt x="6849" y="33571"/>
                  </a:lnTo>
                  <a:lnTo>
                    <a:pt x="5790" y="35695"/>
                  </a:lnTo>
                  <a:lnTo>
                    <a:pt x="5425" y="36429"/>
                  </a:lnTo>
                  <a:lnTo>
                    <a:pt x="4742" y="37802"/>
                  </a:lnTo>
                  <a:lnTo>
                    <a:pt x="4449" y="38388"/>
                  </a:lnTo>
                  <a:lnTo>
                    <a:pt x="3707" y="39882"/>
                  </a:lnTo>
                  <a:lnTo>
                    <a:pt x="3406" y="40486"/>
                  </a:lnTo>
                  <a:lnTo>
                    <a:pt x="2318" y="42673"/>
                  </a:lnTo>
                  <a:lnTo>
                    <a:pt x="2019" y="43273"/>
                  </a:lnTo>
                  <a:lnTo>
                    <a:pt x="0" y="47327"/>
                  </a:lnTo>
                  <a:cubicBezTo>
                    <a:pt x="2051" y="48442"/>
                    <a:pt x="4052" y="49375"/>
                    <a:pt x="5727" y="50096"/>
                  </a:cubicBezTo>
                  <a:cubicBezTo>
                    <a:pt x="8334" y="51217"/>
                    <a:pt x="10156" y="51833"/>
                    <a:pt x="10156" y="51833"/>
                  </a:cubicBezTo>
                  <a:cubicBezTo>
                    <a:pt x="17457" y="38069"/>
                    <a:pt x="33391" y="5347"/>
                    <a:pt x="33391" y="5347"/>
                  </a:cubicBezTo>
                  <a:cubicBezTo>
                    <a:pt x="32075" y="4137"/>
                    <a:pt x="30563" y="3146"/>
                    <a:pt x="29122" y="2357"/>
                  </a:cubicBezTo>
                  <a:cubicBezTo>
                    <a:pt x="26187" y="751"/>
                    <a:pt x="23559" y="0"/>
                    <a:pt x="23559"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2"/>
            <p:cNvSpPr/>
            <p:nvPr/>
          </p:nvSpPr>
          <p:spPr>
            <a:xfrm>
              <a:off x="2321438" y="1783625"/>
              <a:ext cx="115025" cy="54700"/>
            </a:xfrm>
            <a:custGeom>
              <a:rect b="b" l="l" r="r" t="t"/>
              <a:pathLst>
                <a:path extrusionOk="0" h="2188" w="4601">
                  <a:moveTo>
                    <a:pt x="344" y="1"/>
                  </a:moveTo>
                  <a:lnTo>
                    <a:pt x="1" y="693"/>
                  </a:lnTo>
                  <a:cubicBezTo>
                    <a:pt x="424" y="900"/>
                    <a:pt x="864" y="1075"/>
                    <a:pt x="1264" y="1245"/>
                  </a:cubicBezTo>
                  <a:cubicBezTo>
                    <a:pt x="2151" y="1621"/>
                    <a:pt x="3058" y="1981"/>
                    <a:pt x="4005" y="2180"/>
                  </a:cubicBezTo>
                  <a:cubicBezTo>
                    <a:pt x="4030" y="2185"/>
                    <a:pt x="4055" y="2187"/>
                    <a:pt x="4078" y="2187"/>
                  </a:cubicBezTo>
                  <a:cubicBezTo>
                    <a:pt x="4425" y="2187"/>
                    <a:pt x="4600" y="1649"/>
                    <a:pt x="4238" y="1493"/>
                  </a:cubicBezTo>
                  <a:cubicBezTo>
                    <a:pt x="3342" y="1106"/>
                    <a:pt x="2407" y="815"/>
                    <a:pt x="1495" y="473"/>
                  </a:cubicBezTo>
                  <a:cubicBezTo>
                    <a:pt x="1121" y="332"/>
                    <a:pt x="735" y="159"/>
                    <a:pt x="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2"/>
            <p:cNvSpPr/>
            <p:nvPr/>
          </p:nvSpPr>
          <p:spPr>
            <a:xfrm>
              <a:off x="2292263" y="1841300"/>
              <a:ext cx="56675" cy="29925"/>
            </a:xfrm>
            <a:custGeom>
              <a:rect b="b" l="l" r="r" t="t"/>
              <a:pathLst>
                <a:path extrusionOk="0" h="1197" w="2267">
                  <a:moveTo>
                    <a:pt x="364" y="0"/>
                  </a:moveTo>
                  <a:lnTo>
                    <a:pt x="0" y="729"/>
                  </a:lnTo>
                  <a:cubicBezTo>
                    <a:pt x="525" y="984"/>
                    <a:pt x="1134" y="1139"/>
                    <a:pt x="1649" y="1193"/>
                  </a:cubicBezTo>
                  <a:cubicBezTo>
                    <a:pt x="1668" y="1195"/>
                    <a:pt x="1686" y="1196"/>
                    <a:pt x="1703" y="1196"/>
                  </a:cubicBezTo>
                  <a:cubicBezTo>
                    <a:pt x="2158" y="1196"/>
                    <a:pt x="2266" y="566"/>
                    <a:pt x="1798" y="428"/>
                  </a:cubicBezTo>
                  <a:cubicBezTo>
                    <a:pt x="1385" y="306"/>
                    <a:pt x="962" y="218"/>
                    <a:pt x="554" y="73"/>
                  </a:cubicBezTo>
                  <a:cubicBezTo>
                    <a:pt x="492" y="49"/>
                    <a:pt x="427" y="26"/>
                    <a:pt x="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2"/>
            <p:cNvSpPr/>
            <p:nvPr/>
          </p:nvSpPr>
          <p:spPr>
            <a:xfrm>
              <a:off x="2267913" y="1894050"/>
              <a:ext cx="44625" cy="25700"/>
            </a:xfrm>
            <a:custGeom>
              <a:rect b="b" l="l" r="r" t="t"/>
              <a:pathLst>
                <a:path extrusionOk="0" h="1028" w="1785">
                  <a:moveTo>
                    <a:pt x="286" y="1"/>
                  </a:moveTo>
                  <a:lnTo>
                    <a:pt x="1" y="577"/>
                  </a:lnTo>
                  <a:cubicBezTo>
                    <a:pt x="70" y="614"/>
                    <a:pt x="140" y="650"/>
                    <a:pt x="213" y="682"/>
                  </a:cubicBezTo>
                  <a:cubicBezTo>
                    <a:pt x="542" y="836"/>
                    <a:pt x="909" y="1028"/>
                    <a:pt x="1277" y="1028"/>
                  </a:cubicBezTo>
                  <a:cubicBezTo>
                    <a:pt x="1312" y="1028"/>
                    <a:pt x="1347" y="1026"/>
                    <a:pt x="1382" y="1022"/>
                  </a:cubicBezTo>
                  <a:cubicBezTo>
                    <a:pt x="1627" y="998"/>
                    <a:pt x="1785" y="662"/>
                    <a:pt x="1567" y="494"/>
                  </a:cubicBezTo>
                  <a:cubicBezTo>
                    <a:pt x="1280" y="269"/>
                    <a:pt x="935" y="215"/>
                    <a:pt x="594" y="104"/>
                  </a:cubicBezTo>
                  <a:cubicBezTo>
                    <a:pt x="492" y="70"/>
                    <a:pt x="390" y="36"/>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2"/>
            <p:cNvSpPr/>
            <p:nvPr/>
          </p:nvSpPr>
          <p:spPr>
            <a:xfrm>
              <a:off x="2241788" y="1946100"/>
              <a:ext cx="46275" cy="29800"/>
            </a:xfrm>
            <a:custGeom>
              <a:rect b="b" l="l" r="r" t="t"/>
              <a:pathLst>
                <a:path extrusionOk="0" h="1192" w="1851">
                  <a:moveTo>
                    <a:pt x="298" y="1"/>
                  </a:moveTo>
                  <a:lnTo>
                    <a:pt x="0" y="595"/>
                  </a:lnTo>
                  <a:cubicBezTo>
                    <a:pt x="92" y="636"/>
                    <a:pt x="186" y="679"/>
                    <a:pt x="276" y="721"/>
                  </a:cubicBezTo>
                  <a:cubicBezTo>
                    <a:pt x="638" y="889"/>
                    <a:pt x="993" y="1117"/>
                    <a:pt x="1387" y="1187"/>
                  </a:cubicBezTo>
                  <a:cubicBezTo>
                    <a:pt x="1407" y="1190"/>
                    <a:pt x="1426" y="1192"/>
                    <a:pt x="1444" y="1192"/>
                  </a:cubicBezTo>
                  <a:cubicBezTo>
                    <a:pt x="1708" y="1192"/>
                    <a:pt x="1851" y="857"/>
                    <a:pt x="1651" y="662"/>
                  </a:cubicBezTo>
                  <a:cubicBezTo>
                    <a:pt x="1321" y="342"/>
                    <a:pt x="835" y="191"/>
                    <a:pt x="410" y="40"/>
                  </a:cubicBezTo>
                  <a:cubicBezTo>
                    <a:pt x="373" y="24"/>
                    <a:pt x="335" y="12"/>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2"/>
            <p:cNvSpPr/>
            <p:nvPr/>
          </p:nvSpPr>
          <p:spPr>
            <a:xfrm>
              <a:off x="2207038" y="2015775"/>
              <a:ext cx="89750" cy="44800"/>
            </a:xfrm>
            <a:custGeom>
              <a:rect b="b" l="l" r="r" t="t"/>
              <a:pathLst>
                <a:path extrusionOk="0" h="1792" w="3590">
                  <a:moveTo>
                    <a:pt x="298" y="1"/>
                  </a:moveTo>
                  <a:lnTo>
                    <a:pt x="0" y="599"/>
                  </a:lnTo>
                  <a:cubicBezTo>
                    <a:pt x="288" y="716"/>
                    <a:pt x="582" y="823"/>
                    <a:pt x="857" y="937"/>
                  </a:cubicBezTo>
                  <a:cubicBezTo>
                    <a:pt x="1572" y="1228"/>
                    <a:pt x="2284" y="1530"/>
                    <a:pt x="3017" y="1775"/>
                  </a:cubicBezTo>
                  <a:cubicBezTo>
                    <a:pt x="3052" y="1786"/>
                    <a:pt x="3085" y="1792"/>
                    <a:pt x="3117" y="1792"/>
                  </a:cubicBezTo>
                  <a:cubicBezTo>
                    <a:pt x="3439" y="1792"/>
                    <a:pt x="3590" y="1242"/>
                    <a:pt x="3250" y="1095"/>
                  </a:cubicBezTo>
                  <a:cubicBezTo>
                    <a:pt x="2485" y="764"/>
                    <a:pt x="1688" y="504"/>
                    <a:pt x="906" y="223"/>
                  </a:cubicBezTo>
                  <a:cubicBezTo>
                    <a:pt x="706" y="152"/>
                    <a:pt x="502" y="74"/>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2"/>
            <p:cNvSpPr/>
            <p:nvPr/>
          </p:nvSpPr>
          <p:spPr>
            <a:xfrm>
              <a:off x="2171513" y="2083875"/>
              <a:ext cx="56075" cy="29675"/>
            </a:xfrm>
            <a:custGeom>
              <a:rect b="b" l="l" r="r" t="t"/>
              <a:pathLst>
                <a:path extrusionOk="0" h="1187" w="2243">
                  <a:moveTo>
                    <a:pt x="364" y="1"/>
                  </a:moveTo>
                  <a:lnTo>
                    <a:pt x="1" y="733"/>
                  </a:lnTo>
                  <a:cubicBezTo>
                    <a:pt x="521" y="978"/>
                    <a:pt x="1117" y="1131"/>
                    <a:pt x="1625" y="1184"/>
                  </a:cubicBezTo>
                  <a:cubicBezTo>
                    <a:pt x="1644" y="1186"/>
                    <a:pt x="1662" y="1186"/>
                    <a:pt x="1680" y="1186"/>
                  </a:cubicBezTo>
                  <a:cubicBezTo>
                    <a:pt x="2133" y="1186"/>
                    <a:pt x="2243" y="556"/>
                    <a:pt x="1775" y="419"/>
                  </a:cubicBezTo>
                  <a:cubicBezTo>
                    <a:pt x="1362" y="298"/>
                    <a:pt x="939" y="210"/>
                    <a:pt x="531" y="64"/>
                  </a:cubicBezTo>
                  <a:cubicBezTo>
                    <a:pt x="475" y="43"/>
                    <a:pt x="420" y="21"/>
                    <a:pt x="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2"/>
            <p:cNvSpPr/>
            <p:nvPr/>
          </p:nvSpPr>
          <p:spPr>
            <a:xfrm>
              <a:off x="2147138" y="2136650"/>
              <a:ext cx="44025" cy="25450"/>
            </a:xfrm>
            <a:custGeom>
              <a:rect b="b" l="l" r="r" t="t"/>
              <a:pathLst>
                <a:path extrusionOk="0" h="1018" w="1761">
                  <a:moveTo>
                    <a:pt x="287" y="0"/>
                  </a:moveTo>
                  <a:lnTo>
                    <a:pt x="0" y="578"/>
                  </a:lnTo>
                  <a:cubicBezTo>
                    <a:pt x="61" y="612"/>
                    <a:pt x="126" y="641"/>
                    <a:pt x="189" y="672"/>
                  </a:cubicBezTo>
                  <a:cubicBezTo>
                    <a:pt x="519" y="825"/>
                    <a:pt x="885" y="1017"/>
                    <a:pt x="1253" y="1017"/>
                  </a:cubicBezTo>
                  <a:cubicBezTo>
                    <a:pt x="1288" y="1017"/>
                    <a:pt x="1323" y="1015"/>
                    <a:pt x="1358" y="1012"/>
                  </a:cubicBezTo>
                  <a:cubicBezTo>
                    <a:pt x="1603" y="988"/>
                    <a:pt x="1761" y="651"/>
                    <a:pt x="1545" y="483"/>
                  </a:cubicBezTo>
                  <a:cubicBezTo>
                    <a:pt x="1258" y="259"/>
                    <a:pt x="913" y="204"/>
                    <a:pt x="571" y="94"/>
                  </a:cubicBezTo>
                  <a:cubicBezTo>
                    <a:pt x="476" y="65"/>
                    <a:pt x="381" y="33"/>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2"/>
            <p:cNvSpPr/>
            <p:nvPr/>
          </p:nvSpPr>
          <p:spPr>
            <a:xfrm>
              <a:off x="2121038" y="2188600"/>
              <a:ext cx="45700" cy="29650"/>
            </a:xfrm>
            <a:custGeom>
              <a:rect b="b" l="l" r="r" t="t"/>
              <a:pathLst>
                <a:path extrusionOk="0" h="1186" w="1828">
                  <a:moveTo>
                    <a:pt x="298" y="1"/>
                  </a:moveTo>
                  <a:lnTo>
                    <a:pt x="1" y="601"/>
                  </a:lnTo>
                  <a:cubicBezTo>
                    <a:pt x="86" y="638"/>
                    <a:pt x="169" y="676"/>
                    <a:pt x="252" y="715"/>
                  </a:cubicBezTo>
                  <a:cubicBezTo>
                    <a:pt x="614" y="883"/>
                    <a:pt x="968" y="1111"/>
                    <a:pt x="1364" y="1180"/>
                  </a:cubicBezTo>
                  <a:cubicBezTo>
                    <a:pt x="1383" y="1184"/>
                    <a:pt x="1402" y="1185"/>
                    <a:pt x="1421" y="1185"/>
                  </a:cubicBezTo>
                  <a:cubicBezTo>
                    <a:pt x="1683" y="1185"/>
                    <a:pt x="1827" y="852"/>
                    <a:pt x="1627" y="655"/>
                  </a:cubicBezTo>
                  <a:cubicBezTo>
                    <a:pt x="1297" y="336"/>
                    <a:pt x="811" y="184"/>
                    <a:pt x="386" y="33"/>
                  </a:cubicBezTo>
                  <a:cubicBezTo>
                    <a:pt x="356" y="23"/>
                    <a:pt x="329" y="11"/>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2"/>
            <p:cNvSpPr/>
            <p:nvPr/>
          </p:nvSpPr>
          <p:spPr>
            <a:xfrm>
              <a:off x="2086288" y="2258375"/>
              <a:ext cx="89125" cy="44550"/>
            </a:xfrm>
            <a:custGeom>
              <a:rect b="b" l="l" r="r" t="t"/>
              <a:pathLst>
                <a:path extrusionOk="0" h="1782" w="3565">
                  <a:moveTo>
                    <a:pt x="298" y="0"/>
                  </a:moveTo>
                  <a:lnTo>
                    <a:pt x="1" y="598"/>
                  </a:lnTo>
                  <a:cubicBezTo>
                    <a:pt x="281" y="714"/>
                    <a:pt x="563" y="816"/>
                    <a:pt x="833" y="926"/>
                  </a:cubicBezTo>
                  <a:cubicBezTo>
                    <a:pt x="1547" y="1217"/>
                    <a:pt x="2261" y="1520"/>
                    <a:pt x="2992" y="1764"/>
                  </a:cubicBezTo>
                  <a:cubicBezTo>
                    <a:pt x="3026" y="1776"/>
                    <a:pt x="3060" y="1781"/>
                    <a:pt x="3091" y="1781"/>
                  </a:cubicBezTo>
                  <a:cubicBezTo>
                    <a:pt x="3414" y="1781"/>
                    <a:pt x="3565" y="1231"/>
                    <a:pt x="3226" y="1085"/>
                  </a:cubicBezTo>
                  <a:cubicBezTo>
                    <a:pt x="2461" y="753"/>
                    <a:pt x="1664" y="493"/>
                    <a:pt x="881" y="213"/>
                  </a:cubicBezTo>
                  <a:cubicBezTo>
                    <a:pt x="689" y="145"/>
                    <a:pt x="495" y="70"/>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2"/>
            <p:cNvSpPr/>
            <p:nvPr/>
          </p:nvSpPr>
          <p:spPr>
            <a:xfrm>
              <a:off x="2050688" y="2326475"/>
              <a:ext cx="55525" cy="29400"/>
            </a:xfrm>
            <a:custGeom>
              <a:rect b="b" l="l" r="r" t="t"/>
              <a:pathLst>
                <a:path extrusionOk="0" h="1176" w="2221">
                  <a:moveTo>
                    <a:pt x="366" y="0"/>
                  </a:moveTo>
                  <a:lnTo>
                    <a:pt x="0" y="733"/>
                  </a:lnTo>
                  <a:cubicBezTo>
                    <a:pt x="515" y="974"/>
                    <a:pt x="1103" y="1120"/>
                    <a:pt x="1603" y="1173"/>
                  </a:cubicBezTo>
                  <a:cubicBezTo>
                    <a:pt x="1622" y="1175"/>
                    <a:pt x="1640" y="1176"/>
                    <a:pt x="1657" y="1176"/>
                  </a:cubicBezTo>
                  <a:cubicBezTo>
                    <a:pt x="2110" y="1176"/>
                    <a:pt x="2220" y="546"/>
                    <a:pt x="1753" y="408"/>
                  </a:cubicBezTo>
                  <a:cubicBezTo>
                    <a:pt x="1340" y="288"/>
                    <a:pt x="916" y="198"/>
                    <a:pt x="510" y="53"/>
                  </a:cubicBez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2"/>
            <p:cNvSpPr/>
            <p:nvPr/>
          </p:nvSpPr>
          <p:spPr>
            <a:xfrm>
              <a:off x="2026338" y="2379200"/>
              <a:ext cx="43450" cy="25225"/>
            </a:xfrm>
            <a:custGeom>
              <a:rect b="b" l="l" r="r" t="t"/>
              <a:pathLst>
                <a:path extrusionOk="0" h="1009" w="1738">
                  <a:moveTo>
                    <a:pt x="291" y="0"/>
                  </a:moveTo>
                  <a:lnTo>
                    <a:pt x="1" y="583"/>
                  </a:lnTo>
                  <a:cubicBezTo>
                    <a:pt x="55" y="612"/>
                    <a:pt x="111" y="638"/>
                    <a:pt x="166" y="663"/>
                  </a:cubicBezTo>
                  <a:cubicBezTo>
                    <a:pt x="496" y="817"/>
                    <a:pt x="862" y="1009"/>
                    <a:pt x="1231" y="1009"/>
                  </a:cubicBezTo>
                  <a:cubicBezTo>
                    <a:pt x="1266" y="1009"/>
                    <a:pt x="1301" y="1007"/>
                    <a:pt x="1336" y="1003"/>
                  </a:cubicBezTo>
                  <a:cubicBezTo>
                    <a:pt x="1579" y="979"/>
                    <a:pt x="1737" y="643"/>
                    <a:pt x="1522" y="475"/>
                  </a:cubicBezTo>
                  <a:cubicBezTo>
                    <a:pt x="1234" y="250"/>
                    <a:pt x="889" y="196"/>
                    <a:pt x="548" y="85"/>
                  </a:cubicBezTo>
                  <a:cubicBezTo>
                    <a:pt x="463" y="60"/>
                    <a:pt x="376" y="31"/>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2"/>
            <p:cNvSpPr/>
            <p:nvPr/>
          </p:nvSpPr>
          <p:spPr>
            <a:xfrm>
              <a:off x="2000263" y="2431200"/>
              <a:ext cx="45125" cy="29375"/>
            </a:xfrm>
            <a:custGeom>
              <a:rect b="b" l="l" r="r" t="t"/>
              <a:pathLst>
                <a:path extrusionOk="0" h="1175" w="1805">
                  <a:moveTo>
                    <a:pt x="299" y="1"/>
                  </a:moveTo>
                  <a:lnTo>
                    <a:pt x="0" y="600"/>
                  </a:lnTo>
                  <a:cubicBezTo>
                    <a:pt x="77" y="634"/>
                    <a:pt x="151" y="668"/>
                    <a:pt x="228" y="704"/>
                  </a:cubicBezTo>
                  <a:cubicBezTo>
                    <a:pt x="590" y="872"/>
                    <a:pt x="943" y="1100"/>
                    <a:pt x="1339" y="1170"/>
                  </a:cubicBezTo>
                  <a:cubicBezTo>
                    <a:pt x="1359" y="1173"/>
                    <a:pt x="1378" y="1175"/>
                    <a:pt x="1396" y="1175"/>
                  </a:cubicBezTo>
                  <a:cubicBezTo>
                    <a:pt x="1660" y="1175"/>
                    <a:pt x="1804" y="840"/>
                    <a:pt x="1601" y="645"/>
                  </a:cubicBezTo>
                  <a:cubicBezTo>
                    <a:pt x="1271" y="325"/>
                    <a:pt x="785" y="174"/>
                    <a:pt x="360" y="21"/>
                  </a:cubicBezTo>
                  <a:lnTo>
                    <a:pt x="2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2"/>
            <p:cNvSpPr/>
            <p:nvPr/>
          </p:nvSpPr>
          <p:spPr>
            <a:xfrm>
              <a:off x="1965538" y="2500925"/>
              <a:ext cx="88550" cy="44325"/>
            </a:xfrm>
            <a:custGeom>
              <a:rect b="b" l="l" r="r" t="t"/>
              <a:pathLst>
                <a:path extrusionOk="0" h="1773" w="3542">
                  <a:moveTo>
                    <a:pt x="298" y="0"/>
                  </a:moveTo>
                  <a:lnTo>
                    <a:pt x="1" y="602"/>
                  </a:lnTo>
                  <a:cubicBezTo>
                    <a:pt x="273" y="709"/>
                    <a:pt x="546" y="811"/>
                    <a:pt x="808" y="918"/>
                  </a:cubicBezTo>
                  <a:cubicBezTo>
                    <a:pt x="1523" y="1209"/>
                    <a:pt x="2236" y="1511"/>
                    <a:pt x="2968" y="1756"/>
                  </a:cubicBezTo>
                  <a:cubicBezTo>
                    <a:pt x="3003" y="1767"/>
                    <a:pt x="3036" y="1773"/>
                    <a:pt x="3068" y="1773"/>
                  </a:cubicBezTo>
                  <a:cubicBezTo>
                    <a:pt x="3390" y="1773"/>
                    <a:pt x="3541" y="1223"/>
                    <a:pt x="3201" y="1076"/>
                  </a:cubicBezTo>
                  <a:cubicBezTo>
                    <a:pt x="2436" y="746"/>
                    <a:pt x="1639" y="485"/>
                    <a:pt x="856" y="204"/>
                  </a:cubicBezTo>
                  <a:cubicBezTo>
                    <a:pt x="672" y="138"/>
                    <a:pt x="487" y="6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2"/>
            <p:cNvSpPr/>
            <p:nvPr/>
          </p:nvSpPr>
          <p:spPr>
            <a:xfrm>
              <a:off x="1929938" y="2569075"/>
              <a:ext cx="54900" cy="29150"/>
            </a:xfrm>
            <a:custGeom>
              <a:rect b="b" l="l" r="r" t="t"/>
              <a:pathLst>
                <a:path extrusionOk="0" h="1166" w="2196">
                  <a:moveTo>
                    <a:pt x="368" y="0"/>
                  </a:moveTo>
                  <a:lnTo>
                    <a:pt x="1" y="734"/>
                  </a:lnTo>
                  <a:cubicBezTo>
                    <a:pt x="500" y="959"/>
                    <a:pt x="1032" y="1103"/>
                    <a:pt x="1578" y="1163"/>
                  </a:cubicBezTo>
                  <a:cubicBezTo>
                    <a:pt x="1596" y="1164"/>
                    <a:pt x="1615" y="1165"/>
                    <a:pt x="1632" y="1165"/>
                  </a:cubicBezTo>
                  <a:cubicBezTo>
                    <a:pt x="2087" y="1165"/>
                    <a:pt x="2195" y="535"/>
                    <a:pt x="1729" y="398"/>
                  </a:cubicBezTo>
                  <a:cubicBezTo>
                    <a:pt x="1314" y="275"/>
                    <a:pt x="893" y="187"/>
                    <a:pt x="485" y="43"/>
                  </a:cubicBezTo>
                  <a:cubicBezTo>
                    <a:pt x="446" y="29"/>
                    <a:pt x="407" y="15"/>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2"/>
            <p:cNvSpPr/>
            <p:nvPr/>
          </p:nvSpPr>
          <p:spPr>
            <a:xfrm>
              <a:off x="1905588" y="2621750"/>
              <a:ext cx="42850" cy="25025"/>
            </a:xfrm>
            <a:custGeom>
              <a:rect b="b" l="l" r="r" t="t"/>
              <a:pathLst>
                <a:path extrusionOk="0" h="1001" w="1714">
                  <a:moveTo>
                    <a:pt x="293" y="0"/>
                  </a:moveTo>
                  <a:lnTo>
                    <a:pt x="1" y="587"/>
                  </a:lnTo>
                  <a:cubicBezTo>
                    <a:pt x="45" y="610"/>
                    <a:pt x="94" y="633"/>
                    <a:pt x="142" y="655"/>
                  </a:cubicBezTo>
                  <a:cubicBezTo>
                    <a:pt x="471" y="808"/>
                    <a:pt x="836" y="1000"/>
                    <a:pt x="1205" y="1000"/>
                  </a:cubicBezTo>
                  <a:cubicBezTo>
                    <a:pt x="1241" y="1000"/>
                    <a:pt x="1276" y="998"/>
                    <a:pt x="1311" y="995"/>
                  </a:cubicBezTo>
                  <a:cubicBezTo>
                    <a:pt x="1554" y="971"/>
                    <a:pt x="1714" y="636"/>
                    <a:pt x="1496" y="466"/>
                  </a:cubicBezTo>
                  <a:cubicBezTo>
                    <a:pt x="1209" y="243"/>
                    <a:pt x="866" y="189"/>
                    <a:pt x="523" y="77"/>
                  </a:cubicBezTo>
                  <a:cubicBezTo>
                    <a:pt x="446" y="53"/>
                    <a:pt x="370" y="28"/>
                    <a:pt x="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2"/>
            <p:cNvSpPr/>
            <p:nvPr/>
          </p:nvSpPr>
          <p:spPr>
            <a:xfrm>
              <a:off x="1879513" y="2673750"/>
              <a:ext cx="44500" cy="29175"/>
            </a:xfrm>
            <a:custGeom>
              <a:rect b="b" l="l" r="r" t="t"/>
              <a:pathLst>
                <a:path extrusionOk="0" h="1167" w="1780">
                  <a:moveTo>
                    <a:pt x="300" y="0"/>
                  </a:moveTo>
                  <a:lnTo>
                    <a:pt x="0" y="604"/>
                  </a:lnTo>
                  <a:lnTo>
                    <a:pt x="203" y="696"/>
                  </a:lnTo>
                  <a:cubicBezTo>
                    <a:pt x="565" y="864"/>
                    <a:pt x="920" y="1092"/>
                    <a:pt x="1314" y="1161"/>
                  </a:cubicBezTo>
                  <a:cubicBezTo>
                    <a:pt x="1334" y="1165"/>
                    <a:pt x="1353" y="1166"/>
                    <a:pt x="1371" y="1166"/>
                  </a:cubicBezTo>
                  <a:cubicBezTo>
                    <a:pt x="1635" y="1166"/>
                    <a:pt x="1779" y="831"/>
                    <a:pt x="1576" y="636"/>
                  </a:cubicBezTo>
                  <a:cubicBezTo>
                    <a:pt x="1246" y="317"/>
                    <a:pt x="760" y="165"/>
                    <a:pt x="335" y="14"/>
                  </a:cubicBezTo>
                  <a:lnTo>
                    <a:pt x="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2"/>
            <p:cNvSpPr/>
            <p:nvPr/>
          </p:nvSpPr>
          <p:spPr>
            <a:xfrm>
              <a:off x="1844813" y="2743475"/>
              <a:ext cx="87875" cy="44125"/>
            </a:xfrm>
            <a:custGeom>
              <a:rect b="b" l="l" r="r" t="t"/>
              <a:pathLst>
                <a:path extrusionOk="0" h="1765" w="3515">
                  <a:moveTo>
                    <a:pt x="299" y="0"/>
                  </a:moveTo>
                  <a:lnTo>
                    <a:pt x="0" y="602"/>
                  </a:lnTo>
                  <a:cubicBezTo>
                    <a:pt x="262" y="707"/>
                    <a:pt x="529" y="806"/>
                    <a:pt x="782" y="909"/>
                  </a:cubicBezTo>
                  <a:cubicBezTo>
                    <a:pt x="1497" y="1200"/>
                    <a:pt x="2209" y="1503"/>
                    <a:pt x="2942" y="1747"/>
                  </a:cubicBezTo>
                  <a:cubicBezTo>
                    <a:pt x="2976" y="1759"/>
                    <a:pt x="3010" y="1764"/>
                    <a:pt x="3042" y="1764"/>
                  </a:cubicBezTo>
                  <a:cubicBezTo>
                    <a:pt x="3364" y="1764"/>
                    <a:pt x="3515" y="1214"/>
                    <a:pt x="3175" y="1067"/>
                  </a:cubicBezTo>
                  <a:cubicBezTo>
                    <a:pt x="2410" y="738"/>
                    <a:pt x="1613" y="478"/>
                    <a:pt x="831" y="196"/>
                  </a:cubicBezTo>
                  <a:cubicBezTo>
                    <a:pt x="656" y="133"/>
                    <a:pt x="478" y="65"/>
                    <a:pt x="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 name="Google Shape;1543;p42"/>
          <p:cNvGrpSpPr/>
          <p:nvPr/>
        </p:nvGrpSpPr>
        <p:grpSpPr>
          <a:xfrm>
            <a:off x="7082498" y="2724945"/>
            <a:ext cx="1105538" cy="1047321"/>
            <a:chOff x="3149950" y="767963"/>
            <a:chExt cx="931450" cy="882400"/>
          </a:xfrm>
        </p:grpSpPr>
        <p:sp>
          <p:nvSpPr>
            <p:cNvPr id="1544" name="Google Shape;1544;p42"/>
            <p:cNvSpPr/>
            <p:nvPr/>
          </p:nvSpPr>
          <p:spPr>
            <a:xfrm>
              <a:off x="3149950" y="767963"/>
              <a:ext cx="931450" cy="880575"/>
            </a:xfrm>
            <a:custGeom>
              <a:rect b="b" l="l" r="r" t="t"/>
              <a:pathLst>
                <a:path extrusionOk="0" h="35223" w="37258">
                  <a:moveTo>
                    <a:pt x="14325" y="1"/>
                  </a:moveTo>
                  <a:cubicBezTo>
                    <a:pt x="9208" y="8387"/>
                    <a:pt x="1" y="27431"/>
                    <a:pt x="1" y="27431"/>
                  </a:cubicBezTo>
                  <a:cubicBezTo>
                    <a:pt x="1846" y="28474"/>
                    <a:pt x="4299" y="29649"/>
                    <a:pt x="6781" y="30762"/>
                  </a:cubicBezTo>
                  <a:cubicBezTo>
                    <a:pt x="12058" y="33126"/>
                    <a:pt x="17466" y="35223"/>
                    <a:pt x="17466" y="35223"/>
                  </a:cubicBezTo>
                  <a:lnTo>
                    <a:pt x="25286" y="33297"/>
                  </a:lnTo>
                  <a:lnTo>
                    <a:pt x="37257" y="9529"/>
                  </a:lnTo>
                  <a:cubicBezTo>
                    <a:pt x="36207" y="8892"/>
                    <a:pt x="35090" y="8275"/>
                    <a:pt x="33933" y="7679"/>
                  </a:cubicBezTo>
                  <a:cubicBezTo>
                    <a:pt x="25224" y="3192"/>
                    <a:pt x="14325" y="1"/>
                    <a:pt x="14325"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2"/>
            <p:cNvSpPr/>
            <p:nvPr/>
          </p:nvSpPr>
          <p:spPr>
            <a:xfrm>
              <a:off x="3515925" y="890988"/>
              <a:ext cx="441775" cy="212975"/>
            </a:xfrm>
            <a:custGeom>
              <a:rect b="b" l="l" r="r" t="t"/>
              <a:pathLst>
                <a:path extrusionOk="0" h="8519" w="17671">
                  <a:moveTo>
                    <a:pt x="659" y="0"/>
                  </a:moveTo>
                  <a:cubicBezTo>
                    <a:pt x="248" y="0"/>
                    <a:pt x="0" y="606"/>
                    <a:pt x="446" y="759"/>
                  </a:cubicBezTo>
                  <a:cubicBezTo>
                    <a:pt x="6200" y="2729"/>
                    <a:pt x="11572" y="5594"/>
                    <a:pt x="16915" y="8468"/>
                  </a:cubicBezTo>
                  <a:cubicBezTo>
                    <a:pt x="16980" y="8503"/>
                    <a:pt x="17044" y="8518"/>
                    <a:pt x="17103" y="8518"/>
                  </a:cubicBezTo>
                  <a:cubicBezTo>
                    <a:pt x="17463" y="8518"/>
                    <a:pt x="17671" y="7947"/>
                    <a:pt x="17274" y="7734"/>
                  </a:cubicBezTo>
                  <a:cubicBezTo>
                    <a:pt x="11931" y="4860"/>
                    <a:pt x="6560" y="1995"/>
                    <a:pt x="804" y="25"/>
                  </a:cubicBezTo>
                  <a:cubicBezTo>
                    <a:pt x="754" y="8"/>
                    <a:pt x="706" y="0"/>
                    <a:pt x="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2"/>
            <p:cNvSpPr/>
            <p:nvPr/>
          </p:nvSpPr>
          <p:spPr>
            <a:xfrm>
              <a:off x="3445425" y="1043913"/>
              <a:ext cx="441825" cy="213000"/>
            </a:xfrm>
            <a:custGeom>
              <a:rect b="b" l="l" r="r" t="t"/>
              <a:pathLst>
                <a:path extrusionOk="0" h="8520" w="17673">
                  <a:moveTo>
                    <a:pt x="661" y="1"/>
                  </a:moveTo>
                  <a:cubicBezTo>
                    <a:pt x="250" y="1"/>
                    <a:pt x="1" y="607"/>
                    <a:pt x="446" y="760"/>
                  </a:cubicBezTo>
                  <a:cubicBezTo>
                    <a:pt x="6202" y="2730"/>
                    <a:pt x="11573" y="5595"/>
                    <a:pt x="16916" y="8469"/>
                  </a:cubicBezTo>
                  <a:cubicBezTo>
                    <a:pt x="16981" y="8504"/>
                    <a:pt x="17045" y="8519"/>
                    <a:pt x="17104" y="8519"/>
                  </a:cubicBezTo>
                  <a:cubicBezTo>
                    <a:pt x="17464" y="8519"/>
                    <a:pt x="17673" y="7948"/>
                    <a:pt x="17276" y="7734"/>
                  </a:cubicBezTo>
                  <a:cubicBezTo>
                    <a:pt x="11933" y="4861"/>
                    <a:pt x="6563" y="1997"/>
                    <a:pt x="807" y="26"/>
                  </a:cubicBezTo>
                  <a:cubicBezTo>
                    <a:pt x="757" y="9"/>
                    <a:pt x="708" y="1"/>
                    <a:pt x="6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2"/>
            <p:cNvSpPr/>
            <p:nvPr/>
          </p:nvSpPr>
          <p:spPr>
            <a:xfrm>
              <a:off x="3360875" y="1189063"/>
              <a:ext cx="441825" cy="212950"/>
            </a:xfrm>
            <a:custGeom>
              <a:rect b="b" l="l" r="r" t="t"/>
              <a:pathLst>
                <a:path extrusionOk="0" h="8518" w="17673">
                  <a:moveTo>
                    <a:pt x="661" y="0"/>
                  </a:moveTo>
                  <a:cubicBezTo>
                    <a:pt x="249" y="0"/>
                    <a:pt x="1" y="607"/>
                    <a:pt x="447" y="759"/>
                  </a:cubicBezTo>
                  <a:cubicBezTo>
                    <a:pt x="6203" y="2729"/>
                    <a:pt x="11573" y="5592"/>
                    <a:pt x="16916" y="8466"/>
                  </a:cubicBezTo>
                  <a:cubicBezTo>
                    <a:pt x="16982" y="8502"/>
                    <a:pt x="17045" y="8517"/>
                    <a:pt x="17105" y="8517"/>
                  </a:cubicBezTo>
                  <a:cubicBezTo>
                    <a:pt x="17465" y="8517"/>
                    <a:pt x="17673" y="7947"/>
                    <a:pt x="17276" y="7734"/>
                  </a:cubicBezTo>
                  <a:cubicBezTo>
                    <a:pt x="11933" y="4860"/>
                    <a:pt x="6561" y="1995"/>
                    <a:pt x="807" y="25"/>
                  </a:cubicBezTo>
                  <a:cubicBezTo>
                    <a:pt x="757" y="8"/>
                    <a:pt x="708" y="0"/>
                    <a:pt x="6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2"/>
            <p:cNvSpPr/>
            <p:nvPr/>
          </p:nvSpPr>
          <p:spPr>
            <a:xfrm>
              <a:off x="3288225" y="1325988"/>
              <a:ext cx="441825" cy="213000"/>
            </a:xfrm>
            <a:custGeom>
              <a:rect b="b" l="l" r="r" t="t"/>
              <a:pathLst>
                <a:path extrusionOk="0" h="8520" w="17673">
                  <a:moveTo>
                    <a:pt x="662" y="0"/>
                  </a:moveTo>
                  <a:cubicBezTo>
                    <a:pt x="250" y="0"/>
                    <a:pt x="1" y="607"/>
                    <a:pt x="447" y="759"/>
                  </a:cubicBezTo>
                  <a:cubicBezTo>
                    <a:pt x="6203" y="2729"/>
                    <a:pt x="11573" y="5594"/>
                    <a:pt x="16917" y="8468"/>
                  </a:cubicBezTo>
                  <a:cubicBezTo>
                    <a:pt x="16983" y="8503"/>
                    <a:pt x="17047" y="8519"/>
                    <a:pt x="17106" y="8519"/>
                  </a:cubicBezTo>
                  <a:cubicBezTo>
                    <a:pt x="17466" y="8519"/>
                    <a:pt x="17673" y="7947"/>
                    <a:pt x="17276" y="7734"/>
                  </a:cubicBezTo>
                  <a:cubicBezTo>
                    <a:pt x="11933" y="4860"/>
                    <a:pt x="6563" y="1997"/>
                    <a:pt x="807" y="25"/>
                  </a:cubicBezTo>
                  <a:cubicBezTo>
                    <a:pt x="757" y="8"/>
                    <a:pt x="7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2"/>
            <p:cNvSpPr/>
            <p:nvPr/>
          </p:nvSpPr>
          <p:spPr>
            <a:xfrm>
              <a:off x="3585600" y="1526538"/>
              <a:ext cx="196725" cy="123825"/>
            </a:xfrm>
            <a:custGeom>
              <a:rect b="b" l="l" r="r" t="t"/>
              <a:pathLst>
                <a:path extrusionOk="0" h="4953" w="7869">
                  <a:moveTo>
                    <a:pt x="2392" y="1"/>
                  </a:moveTo>
                  <a:cubicBezTo>
                    <a:pt x="1409" y="1894"/>
                    <a:pt x="1" y="4953"/>
                    <a:pt x="1" y="4953"/>
                  </a:cubicBezTo>
                  <a:lnTo>
                    <a:pt x="7869" y="2907"/>
                  </a:lnTo>
                  <a:lnTo>
                    <a:pt x="2392" y="1"/>
                  </a:lnTo>
                  <a:close/>
                </a:path>
              </a:pathLst>
            </a:custGeom>
            <a:solidFill>
              <a:schemeClr val="dk2"/>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42"/>
          <p:cNvGrpSpPr/>
          <p:nvPr/>
        </p:nvGrpSpPr>
        <p:grpSpPr>
          <a:xfrm>
            <a:off x="1084030" y="3322913"/>
            <a:ext cx="797182" cy="536170"/>
            <a:chOff x="5620878" y="1052573"/>
            <a:chExt cx="705533" cy="474571"/>
          </a:xfrm>
        </p:grpSpPr>
        <p:sp>
          <p:nvSpPr>
            <p:cNvPr id="1551" name="Google Shape;1551;p42"/>
            <p:cNvSpPr/>
            <p:nvPr/>
          </p:nvSpPr>
          <p:spPr>
            <a:xfrm rot="636978">
              <a:off x="5642745" y="1249074"/>
              <a:ext cx="231973" cy="258918"/>
            </a:xfrm>
            <a:custGeom>
              <a:rect b="b" l="l" r="r" t="t"/>
              <a:pathLst>
                <a:path extrusionOk="0" h="2018" w="1808">
                  <a:moveTo>
                    <a:pt x="488" y="1"/>
                  </a:moveTo>
                  <a:cubicBezTo>
                    <a:pt x="202" y="1"/>
                    <a:pt x="1" y="340"/>
                    <a:pt x="31" y="679"/>
                  </a:cubicBezTo>
                  <a:cubicBezTo>
                    <a:pt x="41" y="761"/>
                    <a:pt x="99" y="797"/>
                    <a:pt x="161" y="797"/>
                  </a:cubicBezTo>
                  <a:cubicBezTo>
                    <a:pt x="245" y="797"/>
                    <a:pt x="336" y="730"/>
                    <a:pt x="322" y="622"/>
                  </a:cubicBezTo>
                  <a:cubicBezTo>
                    <a:pt x="289" y="454"/>
                    <a:pt x="337" y="371"/>
                    <a:pt x="464" y="371"/>
                  </a:cubicBezTo>
                  <a:cubicBezTo>
                    <a:pt x="520" y="371"/>
                    <a:pt x="592" y="388"/>
                    <a:pt x="679" y="420"/>
                  </a:cubicBezTo>
                  <a:cubicBezTo>
                    <a:pt x="743" y="542"/>
                    <a:pt x="768" y="679"/>
                    <a:pt x="752" y="817"/>
                  </a:cubicBezTo>
                  <a:cubicBezTo>
                    <a:pt x="752" y="922"/>
                    <a:pt x="735" y="1027"/>
                    <a:pt x="719" y="1125"/>
                  </a:cubicBezTo>
                  <a:cubicBezTo>
                    <a:pt x="679" y="1376"/>
                    <a:pt x="630" y="1610"/>
                    <a:pt x="598" y="1861"/>
                  </a:cubicBezTo>
                  <a:cubicBezTo>
                    <a:pt x="591" y="1949"/>
                    <a:pt x="663" y="2018"/>
                    <a:pt x="744" y="2018"/>
                  </a:cubicBezTo>
                  <a:cubicBezTo>
                    <a:pt x="768" y="2018"/>
                    <a:pt x="793" y="2012"/>
                    <a:pt x="816" y="1999"/>
                  </a:cubicBezTo>
                  <a:cubicBezTo>
                    <a:pt x="1116" y="1837"/>
                    <a:pt x="1399" y="1659"/>
                    <a:pt x="1683" y="1465"/>
                  </a:cubicBezTo>
                  <a:cubicBezTo>
                    <a:pt x="1808" y="1379"/>
                    <a:pt x="1697" y="1218"/>
                    <a:pt x="1568" y="1218"/>
                  </a:cubicBezTo>
                  <a:cubicBezTo>
                    <a:pt x="1539" y="1218"/>
                    <a:pt x="1509" y="1226"/>
                    <a:pt x="1480" y="1246"/>
                  </a:cubicBezTo>
                  <a:cubicBezTo>
                    <a:pt x="1310" y="1359"/>
                    <a:pt x="1132" y="1473"/>
                    <a:pt x="946" y="1578"/>
                  </a:cubicBezTo>
                  <a:cubicBezTo>
                    <a:pt x="1051" y="1084"/>
                    <a:pt x="1213" y="452"/>
                    <a:pt x="800" y="129"/>
                  </a:cubicBezTo>
                  <a:cubicBezTo>
                    <a:pt x="690" y="39"/>
                    <a:pt x="584" y="1"/>
                    <a:pt x="48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2"/>
            <p:cNvSpPr/>
            <p:nvPr/>
          </p:nvSpPr>
          <p:spPr>
            <a:xfrm rot="636978">
              <a:off x="6072603" y="1071704"/>
              <a:ext cx="231845" cy="259944"/>
            </a:xfrm>
            <a:custGeom>
              <a:rect b="b" l="l" r="r" t="t"/>
              <a:pathLst>
                <a:path extrusionOk="0" h="2026" w="1807">
                  <a:moveTo>
                    <a:pt x="485" y="1"/>
                  </a:moveTo>
                  <a:cubicBezTo>
                    <a:pt x="199" y="1"/>
                    <a:pt x="0" y="340"/>
                    <a:pt x="36" y="680"/>
                  </a:cubicBezTo>
                  <a:cubicBezTo>
                    <a:pt x="43" y="762"/>
                    <a:pt x="99" y="797"/>
                    <a:pt x="160" y="797"/>
                  </a:cubicBezTo>
                  <a:cubicBezTo>
                    <a:pt x="244" y="797"/>
                    <a:pt x="337" y="730"/>
                    <a:pt x="328" y="623"/>
                  </a:cubicBezTo>
                  <a:cubicBezTo>
                    <a:pt x="289" y="455"/>
                    <a:pt x="335" y="372"/>
                    <a:pt x="461" y="372"/>
                  </a:cubicBezTo>
                  <a:cubicBezTo>
                    <a:pt x="517" y="372"/>
                    <a:pt x="589" y="388"/>
                    <a:pt x="676" y="420"/>
                  </a:cubicBezTo>
                  <a:cubicBezTo>
                    <a:pt x="741" y="542"/>
                    <a:pt x="765" y="680"/>
                    <a:pt x="749" y="817"/>
                  </a:cubicBezTo>
                  <a:cubicBezTo>
                    <a:pt x="749" y="922"/>
                    <a:pt x="733" y="1028"/>
                    <a:pt x="717" y="1133"/>
                  </a:cubicBezTo>
                  <a:cubicBezTo>
                    <a:pt x="676" y="1376"/>
                    <a:pt x="627" y="1619"/>
                    <a:pt x="595" y="1862"/>
                  </a:cubicBezTo>
                  <a:cubicBezTo>
                    <a:pt x="589" y="1956"/>
                    <a:pt x="666" y="2026"/>
                    <a:pt x="749" y="2026"/>
                  </a:cubicBezTo>
                  <a:cubicBezTo>
                    <a:pt x="774" y="2026"/>
                    <a:pt x="798" y="2020"/>
                    <a:pt x="822" y="2007"/>
                  </a:cubicBezTo>
                  <a:cubicBezTo>
                    <a:pt x="1113" y="1837"/>
                    <a:pt x="1405" y="1659"/>
                    <a:pt x="1688" y="1465"/>
                  </a:cubicBezTo>
                  <a:cubicBezTo>
                    <a:pt x="1806" y="1380"/>
                    <a:pt x="1702" y="1215"/>
                    <a:pt x="1572" y="1215"/>
                  </a:cubicBezTo>
                  <a:cubicBezTo>
                    <a:pt x="1541" y="1215"/>
                    <a:pt x="1509" y="1225"/>
                    <a:pt x="1478" y="1246"/>
                  </a:cubicBezTo>
                  <a:cubicBezTo>
                    <a:pt x="1308" y="1368"/>
                    <a:pt x="1130" y="1473"/>
                    <a:pt x="943" y="1586"/>
                  </a:cubicBezTo>
                  <a:cubicBezTo>
                    <a:pt x="1049" y="1084"/>
                    <a:pt x="1210" y="453"/>
                    <a:pt x="798" y="129"/>
                  </a:cubicBezTo>
                  <a:cubicBezTo>
                    <a:pt x="687" y="39"/>
                    <a:pt x="582" y="1"/>
                    <a:pt x="485"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2"/>
            <p:cNvSpPr/>
            <p:nvPr/>
          </p:nvSpPr>
          <p:spPr>
            <a:xfrm rot="636978">
              <a:off x="5883915" y="1199003"/>
              <a:ext cx="154221" cy="138055"/>
            </a:xfrm>
            <a:custGeom>
              <a:rect b="b" l="l" r="r" t="t"/>
              <a:pathLst>
                <a:path extrusionOk="0" h="1076" w="1202">
                  <a:moveTo>
                    <a:pt x="366" y="0"/>
                  </a:moveTo>
                  <a:cubicBezTo>
                    <a:pt x="302" y="0"/>
                    <a:pt x="242" y="56"/>
                    <a:pt x="264" y="139"/>
                  </a:cubicBezTo>
                  <a:cubicBezTo>
                    <a:pt x="288" y="252"/>
                    <a:pt x="329" y="365"/>
                    <a:pt x="385" y="471"/>
                  </a:cubicBezTo>
                  <a:cubicBezTo>
                    <a:pt x="264" y="552"/>
                    <a:pt x="151" y="641"/>
                    <a:pt x="45" y="730"/>
                  </a:cubicBezTo>
                  <a:cubicBezTo>
                    <a:pt x="0" y="805"/>
                    <a:pt x="53" y="894"/>
                    <a:pt x="131" y="894"/>
                  </a:cubicBezTo>
                  <a:cubicBezTo>
                    <a:pt x="138" y="894"/>
                    <a:pt x="144" y="893"/>
                    <a:pt x="151" y="892"/>
                  </a:cubicBezTo>
                  <a:cubicBezTo>
                    <a:pt x="272" y="835"/>
                    <a:pt x="394" y="770"/>
                    <a:pt x="507" y="697"/>
                  </a:cubicBezTo>
                  <a:cubicBezTo>
                    <a:pt x="572" y="827"/>
                    <a:pt x="661" y="948"/>
                    <a:pt x="766" y="1046"/>
                  </a:cubicBezTo>
                  <a:cubicBezTo>
                    <a:pt x="791" y="1066"/>
                    <a:pt x="819" y="1075"/>
                    <a:pt x="846" y="1075"/>
                  </a:cubicBezTo>
                  <a:cubicBezTo>
                    <a:pt x="923" y="1075"/>
                    <a:pt x="993" y="1000"/>
                    <a:pt x="968" y="916"/>
                  </a:cubicBezTo>
                  <a:cubicBezTo>
                    <a:pt x="912" y="778"/>
                    <a:pt x="839" y="657"/>
                    <a:pt x="758" y="544"/>
                  </a:cubicBezTo>
                  <a:cubicBezTo>
                    <a:pt x="904" y="463"/>
                    <a:pt x="1041" y="357"/>
                    <a:pt x="1163" y="228"/>
                  </a:cubicBezTo>
                  <a:cubicBezTo>
                    <a:pt x="1202" y="158"/>
                    <a:pt x="1151" y="73"/>
                    <a:pt x="1076" y="73"/>
                  </a:cubicBezTo>
                  <a:cubicBezTo>
                    <a:pt x="1073" y="73"/>
                    <a:pt x="1069" y="74"/>
                    <a:pt x="1066" y="74"/>
                  </a:cubicBezTo>
                  <a:cubicBezTo>
                    <a:pt x="904" y="131"/>
                    <a:pt x="758" y="212"/>
                    <a:pt x="628" y="317"/>
                  </a:cubicBezTo>
                  <a:cubicBezTo>
                    <a:pt x="572" y="220"/>
                    <a:pt x="515" y="131"/>
                    <a:pt x="450" y="42"/>
                  </a:cubicBezTo>
                  <a:cubicBezTo>
                    <a:pt x="427" y="13"/>
                    <a:pt x="396" y="0"/>
                    <a:pt x="36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7" name="Shape 1557"/>
        <p:cNvGrpSpPr/>
        <p:nvPr/>
      </p:nvGrpSpPr>
      <p:grpSpPr>
        <a:xfrm>
          <a:off x="0" y="0"/>
          <a:ext cx="0" cy="0"/>
          <a:chOff x="0" y="0"/>
          <a:chExt cx="0" cy="0"/>
        </a:xfrm>
      </p:grpSpPr>
      <p:sp>
        <p:nvSpPr>
          <p:cNvPr id="1558" name="Google Shape;1558;p43"/>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ARE YOU GOING TO LEARN?</a:t>
            </a:r>
            <a:endParaRPr/>
          </a:p>
        </p:txBody>
      </p:sp>
      <p:sp>
        <p:nvSpPr>
          <p:cNvPr id="1559" name="Google Shape;1559;p43"/>
          <p:cNvSpPr txBox="1"/>
          <p:nvPr>
            <p:ph idx="1" type="body"/>
          </p:nvPr>
        </p:nvSpPr>
        <p:spPr>
          <a:xfrm>
            <a:off x="720000" y="1547400"/>
            <a:ext cx="4587000" cy="221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solidFill>
                  <a:schemeClr val="dk2"/>
                </a:solidFill>
              </a:rPr>
              <a:t>Do you know what helps you make your point clear?</a:t>
            </a:r>
            <a:endParaRPr>
              <a:solidFill>
                <a:schemeClr val="dk2"/>
              </a:solidFill>
            </a:endParaRPr>
          </a:p>
          <a:p>
            <a:pPr indent="0" lvl="0" marL="0" rtl="0" algn="l">
              <a:spcBef>
                <a:spcPts val="0"/>
              </a:spcBef>
              <a:spcAft>
                <a:spcPts val="0"/>
              </a:spcAft>
              <a:buClr>
                <a:schemeClr val="hlink"/>
              </a:buClr>
              <a:buSzPts val="1100"/>
              <a:buFont typeface="Arial"/>
              <a:buNone/>
            </a:pPr>
            <a:r>
              <a:rPr lang="en">
                <a:solidFill>
                  <a:schemeClr val="dk2"/>
                </a:solidFill>
              </a:rPr>
              <a:t>Lists like this one:</a:t>
            </a:r>
            <a:endParaRPr>
              <a:solidFill>
                <a:schemeClr val="dk2"/>
              </a:solidFill>
            </a:endParaRPr>
          </a:p>
          <a:p>
            <a:pPr indent="-323850" lvl="0" marL="457200" rtl="0" algn="l">
              <a:spcBef>
                <a:spcPts val="1600"/>
              </a:spcBef>
              <a:spcAft>
                <a:spcPts val="0"/>
              </a:spcAft>
              <a:buClr>
                <a:schemeClr val="dk2"/>
              </a:buClr>
              <a:buSzPts val="1500"/>
              <a:buFont typeface="Barlow Medium"/>
              <a:buChar char="●"/>
            </a:pPr>
            <a:r>
              <a:rPr lang="en">
                <a:solidFill>
                  <a:schemeClr val="dk2"/>
                </a:solidFill>
              </a:rPr>
              <a:t>They’re simple </a:t>
            </a:r>
            <a:endParaRPr>
              <a:solidFill>
                <a:schemeClr val="dk2"/>
              </a:solidFill>
            </a:endParaRPr>
          </a:p>
          <a:p>
            <a:pPr indent="-323850" lvl="0" marL="457200" rtl="0" algn="l">
              <a:spcBef>
                <a:spcPts val="0"/>
              </a:spcBef>
              <a:spcAft>
                <a:spcPts val="0"/>
              </a:spcAft>
              <a:buClr>
                <a:schemeClr val="dk2"/>
              </a:buClr>
              <a:buSzPts val="1500"/>
              <a:buFont typeface="Barlow Medium"/>
              <a:buChar char="●"/>
            </a:pPr>
            <a:r>
              <a:rPr lang="en">
                <a:solidFill>
                  <a:schemeClr val="dk2"/>
                </a:solidFill>
              </a:rPr>
              <a:t>You can organize your ideas clearly</a:t>
            </a:r>
            <a:endParaRPr>
              <a:solidFill>
                <a:schemeClr val="dk2"/>
              </a:solidFill>
            </a:endParaRPr>
          </a:p>
          <a:p>
            <a:pPr indent="-323850" lvl="0" marL="457200" rtl="0" algn="l">
              <a:spcBef>
                <a:spcPts val="0"/>
              </a:spcBef>
              <a:spcAft>
                <a:spcPts val="0"/>
              </a:spcAft>
              <a:buClr>
                <a:schemeClr val="dk2"/>
              </a:buClr>
              <a:buSzPts val="1500"/>
              <a:buFont typeface="Barlow Medium"/>
              <a:buChar char="●"/>
            </a:pPr>
            <a:r>
              <a:rPr lang="en">
                <a:solidFill>
                  <a:schemeClr val="dk2"/>
                </a:solidFill>
              </a:rPr>
              <a:t>You’ll never forget to buy milk!</a:t>
            </a:r>
            <a:endParaRPr>
              <a:solidFill>
                <a:schemeClr val="dk2"/>
              </a:solidFill>
            </a:endParaRPr>
          </a:p>
          <a:p>
            <a:pPr indent="0" lvl="0" marL="0" rtl="0" algn="l">
              <a:spcBef>
                <a:spcPts val="1600"/>
              </a:spcBef>
              <a:spcAft>
                <a:spcPts val="0"/>
              </a:spcAft>
              <a:buClr>
                <a:schemeClr val="hlink"/>
              </a:buClr>
              <a:buSzPts val="1100"/>
              <a:buFont typeface="Arial"/>
              <a:buNone/>
            </a:pPr>
            <a:r>
              <a:rPr lang="en">
                <a:solidFill>
                  <a:schemeClr val="dk2"/>
                </a:solidFill>
              </a:rPr>
              <a:t>And the most important thing: the audience won’t miss the point of your presentatio</a:t>
            </a:r>
            <a:r>
              <a:rPr lang="en">
                <a:solidFill>
                  <a:schemeClr val="dk2"/>
                </a:solidFill>
              </a:rPr>
              <a:t>n</a:t>
            </a:r>
            <a:endParaRPr>
              <a:solidFill>
                <a:schemeClr val="dk2"/>
              </a:solidFill>
            </a:endParaRPr>
          </a:p>
        </p:txBody>
      </p:sp>
      <p:grpSp>
        <p:nvGrpSpPr>
          <p:cNvPr id="1560" name="Google Shape;1560;p43"/>
          <p:cNvGrpSpPr/>
          <p:nvPr/>
        </p:nvGrpSpPr>
        <p:grpSpPr>
          <a:xfrm rot="-146148">
            <a:off x="5916805" y="1711031"/>
            <a:ext cx="1319705" cy="754803"/>
            <a:chOff x="9857950" y="517650"/>
            <a:chExt cx="1319700" cy="754800"/>
          </a:xfrm>
        </p:grpSpPr>
        <p:sp>
          <p:nvSpPr>
            <p:cNvPr id="1561" name="Google Shape;1561;p43"/>
            <p:cNvSpPr/>
            <p:nvPr/>
          </p:nvSpPr>
          <p:spPr>
            <a:xfrm>
              <a:off x="9857950" y="517650"/>
              <a:ext cx="954100" cy="567150"/>
            </a:xfrm>
            <a:custGeom>
              <a:rect b="b" l="l" r="r" t="t"/>
              <a:pathLst>
                <a:path extrusionOk="0" h="22686" w="38164">
                  <a:moveTo>
                    <a:pt x="4394" y="1"/>
                  </a:moveTo>
                  <a:cubicBezTo>
                    <a:pt x="3956" y="1"/>
                    <a:pt x="3529" y="200"/>
                    <a:pt x="3249" y="565"/>
                  </a:cubicBezTo>
                  <a:cubicBezTo>
                    <a:pt x="2250" y="1858"/>
                    <a:pt x="554" y="4461"/>
                    <a:pt x="88" y="7669"/>
                  </a:cubicBezTo>
                  <a:cubicBezTo>
                    <a:pt x="1" y="8290"/>
                    <a:pt x="321" y="8895"/>
                    <a:pt x="880" y="9171"/>
                  </a:cubicBezTo>
                  <a:cubicBezTo>
                    <a:pt x="1455" y="9453"/>
                    <a:pt x="2283" y="9859"/>
                    <a:pt x="3299" y="10353"/>
                  </a:cubicBezTo>
                  <a:cubicBezTo>
                    <a:pt x="3946" y="10670"/>
                    <a:pt x="4669" y="11023"/>
                    <a:pt x="5452" y="11403"/>
                  </a:cubicBezTo>
                  <a:cubicBezTo>
                    <a:pt x="5972" y="11657"/>
                    <a:pt x="6518" y="11924"/>
                    <a:pt x="7087" y="12201"/>
                  </a:cubicBezTo>
                  <a:cubicBezTo>
                    <a:pt x="12512" y="14840"/>
                    <a:pt x="19874" y="18401"/>
                    <a:pt x="24827" y="20704"/>
                  </a:cubicBezTo>
                  <a:cubicBezTo>
                    <a:pt x="25425" y="20983"/>
                    <a:pt x="25986" y="21241"/>
                    <a:pt x="26507" y="21480"/>
                  </a:cubicBezTo>
                  <a:cubicBezTo>
                    <a:pt x="27056" y="21730"/>
                    <a:pt x="27558" y="21958"/>
                    <a:pt x="28005" y="22156"/>
                  </a:cubicBezTo>
                  <a:lnTo>
                    <a:pt x="28057" y="22180"/>
                  </a:lnTo>
                  <a:cubicBezTo>
                    <a:pt x="28057" y="22180"/>
                    <a:pt x="29872" y="22331"/>
                    <a:pt x="31809" y="22432"/>
                  </a:cubicBezTo>
                  <a:cubicBezTo>
                    <a:pt x="32725" y="22478"/>
                    <a:pt x="33668" y="22512"/>
                    <a:pt x="34458" y="22512"/>
                  </a:cubicBezTo>
                  <a:cubicBezTo>
                    <a:pt x="35116" y="22512"/>
                    <a:pt x="35669" y="22488"/>
                    <a:pt x="36014" y="22429"/>
                  </a:cubicBezTo>
                  <a:lnTo>
                    <a:pt x="36467" y="22629"/>
                  </a:lnTo>
                  <a:cubicBezTo>
                    <a:pt x="36553" y="22667"/>
                    <a:pt x="36643" y="22686"/>
                    <a:pt x="36732" y="22686"/>
                  </a:cubicBezTo>
                  <a:cubicBezTo>
                    <a:pt x="36983" y="22686"/>
                    <a:pt x="37225" y="22540"/>
                    <a:pt x="37334" y="22294"/>
                  </a:cubicBezTo>
                  <a:lnTo>
                    <a:pt x="38016" y="20759"/>
                  </a:lnTo>
                  <a:cubicBezTo>
                    <a:pt x="38164" y="20427"/>
                    <a:pt x="38013" y="20039"/>
                    <a:pt x="37683" y="19891"/>
                  </a:cubicBezTo>
                  <a:lnTo>
                    <a:pt x="37230" y="19690"/>
                  </a:lnTo>
                  <a:cubicBezTo>
                    <a:pt x="37230" y="19690"/>
                    <a:pt x="35714" y="17854"/>
                    <a:pt x="34249" y="16080"/>
                  </a:cubicBezTo>
                  <a:cubicBezTo>
                    <a:pt x="33403" y="15054"/>
                    <a:pt x="32574" y="14047"/>
                    <a:pt x="32064" y="13431"/>
                  </a:cubicBezTo>
                  <a:cubicBezTo>
                    <a:pt x="32034" y="13396"/>
                    <a:pt x="32007" y="13362"/>
                    <a:pt x="31980" y="13330"/>
                  </a:cubicBezTo>
                  <a:cubicBezTo>
                    <a:pt x="31921" y="13259"/>
                    <a:pt x="31440" y="12965"/>
                    <a:pt x="30260" y="12336"/>
                  </a:cubicBezTo>
                  <a:cubicBezTo>
                    <a:pt x="29910" y="12150"/>
                    <a:pt x="29494" y="11933"/>
                    <a:pt x="29009" y="11684"/>
                  </a:cubicBezTo>
                  <a:cubicBezTo>
                    <a:pt x="26052" y="10157"/>
                    <a:pt x="20501" y="7418"/>
                    <a:pt x="10693" y="2801"/>
                  </a:cubicBezTo>
                  <a:cubicBezTo>
                    <a:pt x="10258" y="2596"/>
                    <a:pt x="9816" y="2388"/>
                    <a:pt x="9365" y="2178"/>
                  </a:cubicBezTo>
                  <a:cubicBezTo>
                    <a:pt x="8736" y="1884"/>
                    <a:pt x="8092" y="1581"/>
                    <a:pt x="7431" y="1270"/>
                  </a:cubicBezTo>
                  <a:cubicBezTo>
                    <a:pt x="6645" y="905"/>
                    <a:pt x="5836" y="526"/>
                    <a:pt x="5004" y="137"/>
                  </a:cubicBezTo>
                  <a:cubicBezTo>
                    <a:pt x="4807" y="45"/>
                    <a:pt x="4599" y="1"/>
                    <a:pt x="439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3"/>
            <p:cNvSpPr/>
            <p:nvPr/>
          </p:nvSpPr>
          <p:spPr>
            <a:xfrm>
              <a:off x="9940400" y="549375"/>
              <a:ext cx="719125" cy="522175"/>
            </a:xfrm>
            <a:custGeom>
              <a:rect b="b" l="l" r="r" t="t"/>
              <a:pathLst>
                <a:path extrusionOk="0" h="20887" w="28765">
                  <a:moveTo>
                    <a:pt x="4130" y="1"/>
                  </a:moveTo>
                  <a:cubicBezTo>
                    <a:pt x="3240" y="1348"/>
                    <a:pt x="2433" y="2751"/>
                    <a:pt x="1746" y="4196"/>
                  </a:cubicBezTo>
                  <a:cubicBezTo>
                    <a:pt x="1001" y="5771"/>
                    <a:pt x="401" y="7404"/>
                    <a:pt x="1" y="9084"/>
                  </a:cubicBezTo>
                  <a:cubicBezTo>
                    <a:pt x="648" y="9401"/>
                    <a:pt x="1371" y="9754"/>
                    <a:pt x="2154" y="10134"/>
                  </a:cubicBezTo>
                  <a:cubicBezTo>
                    <a:pt x="2674" y="10388"/>
                    <a:pt x="3220" y="10655"/>
                    <a:pt x="3789" y="10932"/>
                  </a:cubicBezTo>
                  <a:cubicBezTo>
                    <a:pt x="9214" y="13571"/>
                    <a:pt x="16576" y="17132"/>
                    <a:pt x="21529" y="19435"/>
                  </a:cubicBezTo>
                  <a:cubicBezTo>
                    <a:pt x="22127" y="19714"/>
                    <a:pt x="22688" y="19972"/>
                    <a:pt x="23209" y="20211"/>
                  </a:cubicBezTo>
                  <a:cubicBezTo>
                    <a:pt x="23758" y="20461"/>
                    <a:pt x="24260" y="20689"/>
                    <a:pt x="24707" y="20887"/>
                  </a:cubicBezTo>
                  <a:cubicBezTo>
                    <a:pt x="25316" y="19441"/>
                    <a:pt x="26155" y="17510"/>
                    <a:pt x="26772" y="16094"/>
                  </a:cubicBezTo>
                  <a:cubicBezTo>
                    <a:pt x="27185" y="15155"/>
                    <a:pt x="27499" y="14442"/>
                    <a:pt x="27590" y="14250"/>
                  </a:cubicBezTo>
                  <a:cubicBezTo>
                    <a:pt x="27848" y="13696"/>
                    <a:pt x="28340" y="12950"/>
                    <a:pt x="28765" y="12162"/>
                  </a:cubicBezTo>
                  <a:cubicBezTo>
                    <a:pt x="28733" y="12127"/>
                    <a:pt x="28706" y="12093"/>
                    <a:pt x="28680" y="12061"/>
                  </a:cubicBezTo>
                  <a:cubicBezTo>
                    <a:pt x="28622" y="11990"/>
                    <a:pt x="28139" y="11696"/>
                    <a:pt x="26961" y="11067"/>
                  </a:cubicBezTo>
                  <a:cubicBezTo>
                    <a:pt x="26609" y="10881"/>
                    <a:pt x="26194" y="10664"/>
                    <a:pt x="25710" y="10414"/>
                  </a:cubicBezTo>
                  <a:cubicBezTo>
                    <a:pt x="22751" y="8888"/>
                    <a:pt x="17200" y="6149"/>
                    <a:pt x="7392" y="1532"/>
                  </a:cubicBezTo>
                  <a:cubicBezTo>
                    <a:pt x="6959" y="1327"/>
                    <a:pt x="6517" y="1119"/>
                    <a:pt x="6064" y="909"/>
                  </a:cubicBezTo>
                  <a:cubicBezTo>
                    <a:pt x="5436" y="615"/>
                    <a:pt x="4791" y="312"/>
                    <a:pt x="4130"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3"/>
            <p:cNvSpPr/>
            <p:nvPr/>
          </p:nvSpPr>
          <p:spPr>
            <a:xfrm>
              <a:off x="10478625" y="809700"/>
              <a:ext cx="135800" cy="244950"/>
            </a:xfrm>
            <a:custGeom>
              <a:rect b="b" l="l" r="r" t="t"/>
              <a:pathLst>
                <a:path extrusionOk="0" h="9798" w="5432">
                  <a:moveTo>
                    <a:pt x="4181" y="1"/>
                  </a:moveTo>
                  <a:cubicBezTo>
                    <a:pt x="2164" y="2651"/>
                    <a:pt x="639" y="5750"/>
                    <a:pt x="0" y="9022"/>
                  </a:cubicBezTo>
                  <a:cubicBezTo>
                    <a:pt x="598" y="9301"/>
                    <a:pt x="1159" y="9559"/>
                    <a:pt x="1680" y="9798"/>
                  </a:cubicBezTo>
                  <a:cubicBezTo>
                    <a:pt x="2164" y="7696"/>
                    <a:pt x="2791" y="5655"/>
                    <a:pt x="3733" y="3689"/>
                  </a:cubicBezTo>
                  <a:cubicBezTo>
                    <a:pt x="4234" y="2645"/>
                    <a:pt x="4796" y="1625"/>
                    <a:pt x="5432" y="654"/>
                  </a:cubicBezTo>
                  <a:cubicBezTo>
                    <a:pt x="5080" y="467"/>
                    <a:pt x="4665" y="249"/>
                    <a:pt x="4181"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3"/>
            <p:cNvSpPr/>
            <p:nvPr/>
          </p:nvSpPr>
          <p:spPr>
            <a:xfrm>
              <a:off x="9994225" y="572075"/>
              <a:ext cx="130975" cy="250625"/>
            </a:xfrm>
            <a:custGeom>
              <a:rect b="b" l="l" r="r" t="t"/>
              <a:pathLst>
                <a:path extrusionOk="0" h="10025" w="5239">
                  <a:moveTo>
                    <a:pt x="3913" y="1"/>
                  </a:moveTo>
                  <a:cubicBezTo>
                    <a:pt x="1945" y="2732"/>
                    <a:pt x="508" y="5901"/>
                    <a:pt x="1" y="9226"/>
                  </a:cubicBezTo>
                  <a:cubicBezTo>
                    <a:pt x="521" y="9480"/>
                    <a:pt x="1067" y="9747"/>
                    <a:pt x="1636" y="10024"/>
                  </a:cubicBezTo>
                  <a:cubicBezTo>
                    <a:pt x="2147" y="7654"/>
                    <a:pt x="2808" y="5355"/>
                    <a:pt x="3863" y="3153"/>
                  </a:cubicBezTo>
                  <a:cubicBezTo>
                    <a:pt x="4276" y="2287"/>
                    <a:pt x="4736" y="1442"/>
                    <a:pt x="5239" y="624"/>
                  </a:cubicBezTo>
                  <a:cubicBezTo>
                    <a:pt x="4806" y="419"/>
                    <a:pt x="4364" y="211"/>
                    <a:pt x="3913"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3"/>
            <p:cNvSpPr/>
            <p:nvPr/>
          </p:nvSpPr>
          <p:spPr>
            <a:xfrm>
              <a:off x="10089375" y="701475"/>
              <a:ext cx="396275" cy="208950"/>
            </a:xfrm>
            <a:custGeom>
              <a:rect b="b" l="l" r="r" t="t"/>
              <a:pathLst>
                <a:path extrusionOk="0" h="8358" w="15851">
                  <a:moveTo>
                    <a:pt x="1347" y="1"/>
                  </a:moveTo>
                  <a:cubicBezTo>
                    <a:pt x="645" y="1"/>
                    <a:pt x="0" y="844"/>
                    <a:pt x="451" y="1664"/>
                  </a:cubicBezTo>
                  <a:cubicBezTo>
                    <a:pt x="1852" y="4212"/>
                    <a:pt x="4116" y="6900"/>
                    <a:pt x="7270" y="6900"/>
                  </a:cubicBezTo>
                  <a:cubicBezTo>
                    <a:pt x="7331" y="6900"/>
                    <a:pt x="7392" y="6899"/>
                    <a:pt x="7454" y="6897"/>
                  </a:cubicBezTo>
                  <a:cubicBezTo>
                    <a:pt x="8762" y="6853"/>
                    <a:pt x="9896" y="6185"/>
                    <a:pt x="11165" y="5980"/>
                  </a:cubicBezTo>
                  <a:cubicBezTo>
                    <a:pt x="11318" y="5955"/>
                    <a:pt x="11462" y="5944"/>
                    <a:pt x="11597" y="5944"/>
                  </a:cubicBezTo>
                  <a:cubicBezTo>
                    <a:pt x="13155" y="5944"/>
                    <a:pt x="13629" y="7479"/>
                    <a:pt x="14879" y="8254"/>
                  </a:cubicBezTo>
                  <a:cubicBezTo>
                    <a:pt x="14988" y="8321"/>
                    <a:pt x="15130" y="8358"/>
                    <a:pt x="15269" y="8358"/>
                  </a:cubicBezTo>
                  <a:cubicBezTo>
                    <a:pt x="15539" y="8358"/>
                    <a:pt x="15801" y="8220"/>
                    <a:pt x="15810" y="7894"/>
                  </a:cubicBezTo>
                  <a:cubicBezTo>
                    <a:pt x="15851" y="6499"/>
                    <a:pt x="14923" y="5072"/>
                    <a:pt x="13787" y="4295"/>
                  </a:cubicBezTo>
                  <a:cubicBezTo>
                    <a:pt x="13107" y="3829"/>
                    <a:pt x="12392" y="3643"/>
                    <a:pt x="11653" y="3643"/>
                  </a:cubicBezTo>
                  <a:cubicBezTo>
                    <a:pt x="11118" y="3643"/>
                    <a:pt x="10570" y="3741"/>
                    <a:pt x="10015" y="3900"/>
                  </a:cubicBezTo>
                  <a:cubicBezTo>
                    <a:pt x="9013" y="4187"/>
                    <a:pt x="8100" y="4599"/>
                    <a:pt x="7136" y="4599"/>
                  </a:cubicBezTo>
                  <a:cubicBezTo>
                    <a:pt x="6707" y="4599"/>
                    <a:pt x="6269" y="4517"/>
                    <a:pt x="5808" y="4307"/>
                  </a:cubicBezTo>
                  <a:cubicBezTo>
                    <a:pt x="4130" y="3539"/>
                    <a:pt x="3192" y="1867"/>
                    <a:pt x="2140" y="445"/>
                  </a:cubicBezTo>
                  <a:cubicBezTo>
                    <a:pt x="1909" y="131"/>
                    <a:pt x="1624" y="1"/>
                    <a:pt x="1347"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3"/>
            <p:cNvSpPr/>
            <p:nvPr/>
          </p:nvSpPr>
          <p:spPr>
            <a:xfrm>
              <a:off x="10809125" y="1040625"/>
              <a:ext cx="368525" cy="231825"/>
            </a:xfrm>
            <a:custGeom>
              <a:rect b="b" l="l" r="r" t="t"/>
              <a:pathLst>
                <a:path extrusionOk="0" h="9273" w="14741">
                  <a:moveTo>
                    <a:pt x="1540" y="1"/>
                  </a:moveTo>
                  <a:cubicBezTo>
                    <a:pt x="744" y="1"/>
                    <a:pt x="0" y="865"/>
                    <a:pt x="325" y="1724"/>
                  </a:cubicBezTo>
                  <a:cubicBezTo>
                    <a:pt x="994" y="3494"/>
                    <a:pt x="2421" y="5090"/>
                    <a:pt x="3779" y="6389"/>
                  </a:cubicBezTo>
                  <a:cubicBezTo>
                    <a:pt x="4513" y="7091"/>
                    <a:pt x="5458" y="7558"/>
                    <a:pt x="6410" y="7558"/>
                  </a:cubicBezTo>
                  <a:cubicBezTo>
                    <a:pt x="6981" y="7558"/>
                    <a:pt x="7554" y="7390"/>
                    <a:pt x="8087" y="7004"/>
                  </a:cubicBezTo>
                  <a:cubicBezTo>
                    <a:pt x="8686" y="6571"/>
                    <a:pt x="9097" y="5968"/>
                    <a:pt x="9469" y="5340"/>
                  </a:cubicBezTo>
                  <a:cubicBezTo>
                    <a:pt x="9493" y="5298"/>
                    <a:pt x="9539" y="5235"/>
                    <a:pt x="9591" y="5158"/>
                  </a:cubicBezTo>
                  <a:cubicBezTo>
                    <a:pt x="10901" y="6193"/>
                    <a:pt x="11714" y="7510"/>
                    <a:pt x="12681" y="8839"/>
                  </a:cubicBezTo>
                  <a:cubicBezTo>
                    <a:pt x="12900" y="9139"/>
                    <a:pt x="13219" y="9272"/>
                    <a:pt x="13537" y="9272"/>
                  </a:cubicBezTo>
                  <a:cubicBezTo>
                    <a:pt x="14140" y="9272"/>
                    <a:pt x="14740" y="8795"/>
                    <a:pt x="14648" y="8080"/>
                  </a:cubicBezTo>
                  <a:cubicBezTo>
                    <a:pt x="14446" y="6497"/>
                    <a:pt x="13547" y="4898"/>
                    <a:pt x="12494" y="3726"/>
                  </a:cubicBezTo>
                  <a:cubicBezTo>
                    <a:pt x="11676" y="2817"/>
                    <a:pt x="10497" y="1565"/>
                    <a:pt x="9177" y="1565"/>
                  </a:cubicBezTo>
                  <a:cubicBezTo>
                    <a:pt x="8944" y="1565"/>
                    <a:pt x="8706" y="1604"/>
                    <a:pt x="8466" y="1691"/>
                  </a:cubicBezTo>
                  <a:cubicBezTo>
                    <a:pt x="7748" y="1950"/>
                    <a:pt x="7321" y="2561"/>
                    <a:pt x="6986" y="3210"/>
                  </a:cubicBezTo>
                  <a:cubicBezTo>
                    <a:pt x="6867" y="3444"/>
                    <a:pt x="6547" y="4468"/>
                    <a:pt x="6245" y="4526"/>
                  </a:cubicBezTo>
                  <a:cubicBezTo>
                    <a:pt x="6233" y="4528"/>
                    <a:pt x="6220" y="4529"/>
                    <a:pt x="6207" y="4529"/>
                  </a:cubicBezTo>
                  <a:cubicBezTo>
                    <a:pt x="5686" y="4529"/>
                    <a:pt x="4475" y="2792"/>
                    <a:pt x="4225" y="2481"/>
                  </a:cubicBezTo>
                  <a:cubicBezTo>
                    <a:pt x="3604" y="1713"/>
                    <a:pt x="3033" y="962"/>
                    <a:pt x="2292" y="300"/>
                  </a:cubicBezTo>
                  <a:cubicBezTo>
                    <a:pt x="2059" y="91"/>
                    <a:pt x="1797" y="1"/>
                    <a:pt x="1540"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43"/>
          <p:cNvGrpSpPr/>
          <p:nvPr/>
        </p:nvGrpSpPr>
        <p:grpSpPr>
          <a:xfrm>
            <a:off x="6909842" y="2930200"/>
            <a:ext cx="1157762" cy="1177420"/>
            <a:chOff x="-5107387" y="3465875"/>
            <a:chExt cx="1007100" cy="1024200"/>
          </a:xfrm>
        </p:grpSpPr>
        <p:sp>
          <p:nvSpPr>
            <p:cNvPr id="1568" name="Google Shape;1568;p43"/>
            <p:cNvSpPr/>
            <p:nvPr/>
          </p:nvSpPr>
          <p:spPr>
            <a:xfrm>
              <a:off x="-4363212" y="3611850"/>
              <a:ext cx="178850" cy="134450"/>
            </a:xfrm>
            <a:custGeom>
              <a:rect b="b" l="l" r="r" t="t"/>
              <a:pathLst>
                <a:path extrusionOk="0" h="5378" w="7154">
                  <a:moveTo>
                    <a:pt x="6040" y="0"/>
                  </a:moveTo>
                  <a:lnTo>
                    <a:pt x="0" y="2169"/>
                  </a:lnTo>
                  <a:lnTo>
                    <a:pt x="1225" y="5377"/>
                  </a:lnTo>
                  <a:lnTo>
                    <a:pt x="7153" y="2587"/>
                  </a:lnTo>
                  <a:lnTo>
                    <a:pt x="5511" y="1812"/>
                  </a:lnTo>
                  <a:lnTo>
                    <a:pt x="6040"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3"/>
            <p:cNvSpPr/>
            <p:nvPr/>
          </p:nvSpPr>
          <p:spPr>
            <a:xfrm>
              <a:off x="-4317687" y="3746825"/>
              <a:ext cx="178850" cy="134450"/>
            </a:xfrm>
            <a:custGeom>
              <a:rect b="b" l="l" r="r" t="t"/>
              <a:pathLst>
                <a:path extrusionOk="0" h="5378" w="7154">
                  <a:moveTo>
                    <a:pt x="6041" y="0"/>
                  </a:moveTo>
                  <a:lnTo>
                    <a:pt x="1" y="2169"/>
                  </a:lnTo>
                  <a:lnTo>
                    <a:pt x="1226" y="5377"/>
                  </a:lnTo>
                  <a:lnTo>
                    <a:pt x="7154" y="2585"/>
                  </a:lnTo>
                  <a:lnTo>
                    <a:pt x="5512" y="1812"/>
                  </a:lnTo>
                  <a:lnTo>
                    <a:pt x="6041" y="0"/>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3"/>
            <p:cNvSpPr/>
            <p:nvPr/>
          </p:nvSpPr>
          <p:spPr>
            <a:xfrm>
              <a:off x="-4279137" y="3866200"/>
              <a:ext cx="178850" cy="134450"/>
            </a:xfrm>
            <a:custGeom>
              <a:rect b="b" l="l" r="r" t="t"/>
              <a:pathLst>
                <a:path extrusionOk="0" h="5378" w="7154">
                  <a:moveTo>
                    <a:pt x="6040" y="1"/>
                  </a:moveTo>
                  <a:lnTo>
                    <a:pt x="0" y="2169"/>
                  </a:lnTo>
                  <a:lnTo>
                    <a:pt x="1226" y="5378"/>
                  </a:lnTo>
                  <a:lnTo>
                    <a:pt x="7153" y="2587"/>
                  </a:lnTo>
                  <a:lnTo>
                    <a:pt x="5512" y="1812"/>
                  </a:lnTo>
                  <a:lnTo>
                    <a:pt x="6040" y="1"/>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3"/>
            <p:cNvSpPr/>
            <p:nvPr/>
          </p:nvSpPr>
          <p:spPr>
            <a:xfrm>
              <a:off x="-5107387" y="3465875"/>
              <a:ext cx="986700" cy="1024200"/>
            </a:xfrm>
            <a:custGeom>
              <a:rect b="b" l="l" r="r" t="t"/>
              <a:pathLst>
                <a:path extrusionOk="0" h="40968" w="39468">
                  <a:moveTo>
                    <a:pt x="29662" y="0"/>
                  </a:moveTo>
                  <a:cubicBezTo>
                    <a:pt x="20439" y="1674"/>
                    <a:pt x="11690" y="3978"/>
                    <a:pt x="6116" y="5569"/>
                  </a:cubicBezTo>
                  <a:cubicBezTo>
                    <a:pt x="5255" y="5816"/>
                    <a:pt x="4470" y="6045"/>
                    <a:pt x="3771" y="6251"/>
                  </a:cubicBezTo>
                  <a:cubicBezTo>
                    <a:pt x="1388" y="6956"/>
                    <a:pt x="0" y="7406"/>
                    <a:pt x="0" y="7406"/>
                  </a:cubicBezTo>
                  <a:cubicBezTo>
                    <a:pt x="1405" y="17936"/>
                    <a:pt x="9124" y="40968"/>
                    <a:pt x="9124" y="40968"/>
                  </a:cubicBezTo>
                  <a:cubicBezTo>
                    <a:pt x="10992" y="40708"/>
                    <a:pt x="13011" y="40349"/>
                    <a:pt x="15093" y="39931"/>
                  </a:cubicBezTo>
                  <a:cubicBezTo>
                    <a:pt x="26387" y="37663"/>
                    <a:pt x="39468" y="33606"/>
                    <a:pt x="39468" y="33606"/>
                  </a:cubicBezTo>
                  <a:cubicBezTo>
                    <a:pt x="39384" y="33232"/>
                    <a:pt x="39291" y="32845"/>
                    <a:pt x="39194" y="32444"/>
                  </a:cubicBezTo>
                  <a:cubicBezTo>
                    <a:pt x="36519" y="21353"/>
                    <a:pt x="29662" y="0"/>
                    <a:pt x="2966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3"/>
            <p:cNvSpPr/>
            <p:nvPr/>
          </p:nvSpPr>
          <p:spPr>
            <a:xfrm>
              <a:off x="-5107387" y="3605100"/>
              <a:ext cx="377325" cy="884975"/>
            </a:xfrm>
            <a:custGeom>
              <a:rect b="b" l="l" r="r" t="t"/>
              <a:pathLst>
                <a:path extrusionOk="0" h="35399" w="15093">
                  <a:moveTo>
                    <a:pt x="6116" y="0"/>
                  </a:moveTo>
                  <a:cubicBezTo>
                    <a:pt x="5255" y="247"/>
                    <a:pt x="4470" y="476"/>
                    <a:pt x="3771" y="682"/>
                  </a:cubicBezTo>
                  <a:cubicBezTo>
                    <a:pt x="1388" y="1387"/>
                    <a:pt x="0" y="1837"/>
                    <a:pt x="0" y="1837"/>
                  </a:cubicBezTo>
                  <a:cubicBezTo>
                    <a:pt x="1405" y="12367"/>
                    <a:pt x="9124" y="35399"/>
                    <a:pt x="9124" y="35399"/>
                  </a:cubicBezTo>
                  <a:cubicBezTo>
                    <a:pt x="10992" y="35139"/>
                    <a:pt x="13011" y="34780"/>
                    <a:pt x="15093" y="34362"/>
                  </a:cubicBezTo>
                  <a:cubicBezTo>
                    <a:pt x="13159" y="27860"/>
                    <a:pt x="9772" y="16337"/>
                    <a:pt x="8538" y="11976"/>
                  </a:cubicBezTo>
                  <a:cubicBezTo>
                    <a:pt x="8326" y="11223"/>
                    <a:pt x="8178" y="10683"/>
                    <a:pt x="8111" y="10419"/>
                  </a:cubicBezTo>
                  <a:cubicBezTo>
                    <a:pt x="7343" y="7350"/>
                    <a:pt x="7017" y="3396"/>
                    <a:pt x="611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3"/>
            <p:cNvSpPr/>
            <p:nvPr/>
          </p:nvSpPr>
          <p:spPr>
            <a:xfrm>
              <a:off x="-4778062" y="3747875"/>
              <a:ext cx="446225" cy="352950"/>
            </a:xfrm>
            <a:custGeom>
              <a:rect b="b" l="l" r="r" t="t"/>
              <a:pathLst>
                <a:path extrusionOk="0" h="14118" w="17849">
                  <a:moveTo>
                    <a:pt x="13982" y="1"/>
                  </a:moveTo>
                  <a:cubicBezTo>
                    <a:pt x="9409" y="1034"/>
                    <a:pt x="3684" y="2980"/>
                    <a:pt x="1063" y="3904"/>
                  </a:cubicBezTo>
                  <a:cubicBezTo>
                    <a:pt x="1264" y="4843"/>
                    <a:pt x="951" y="5891"/>
                    <a:pt x="1" y="6372"/>
                  </a:cubicBezTo>
                  <a:cubicBezTo>
                    <a:pt x="545" y="8870"/>
                    <a:pt x="1367" y="11443"/>
                    <a:pt x="1904" y="13013"/>
                  </a:cubicBezTo>
                  <a:cubicBezTo>
                    <a:pt x="2016" y="12999"/>
                    <a:pt x="2124" y="12991"/>
                    <a:pt x="2229" y="12991"/>
                  </a:cubicBezTo>
                  <a:cubicBezTo>
                    <a:pt x="3090" y="12991"/>
                    <a:pt x="3720" y="13470"/>
                    <a:pt x="4063" y="14118"/>
                  </a:cubicBezTo>
                  <a:cubicBezTo>
                    <a:pt x="8335" y="13001"/>
                    <a:pt x="13695" y="11282"/>
                    <a:pt x="16392" y="10396"/>
                  </a:cubicBezTo>
                  <a:cubicBezTo>
                    <a:pt x="16373" y="9501"/>
                    <a:pt x="16825" y="8608"/>
                    <a:pt x="17848" y="8282"/>
                  </a:cubicBezTo>
                  <a:cubicBezTo>
                    <a:pt x="17310" y="5347"/>
                    <a:pt x="16618" y="2734"/>
                    <a:pt x="16168" y="1172"/>
                  </a:cubicBezTo>
                  <a:cubicBezTo>
                    <a:pt x="16059" y="1186"/>
                    <a:pt x="15953" y="1193"/>
                    <a:pt x="15851" y="1193"/>
                  </a:cubicBezTo>
                  <a:cubicBezTo>
                    <a:pt x="14960" y="1193"/>
                    <a:pt x="14317" y="682"/>
                    <a:pt x="13982"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4" name="Google Shape;1574;p43"/>
          <p:cNvSpPr/>
          <p:nvPr/>
        </p:nvSpPr>
        <p:spPr>
          <a:xfrm>
            <a:off x="5694649" y="2726537"/>
            <a:ext cx="206701" cy="278023"/>
          </a:xfrm>
          <a:custGeom>
            <a:rect b="b" l="l" r="r" t="t"/>
            <a:pathLst>
              <a:path extrusionOk="0" h="7960" w="5918">
                <a:moveTo>
                  <a:pt x="4609" y="0"/>
                </a:moveTo>
                <a:cubicBezTo>
                  <a:pt x="4596" y="6"/>
                  <a:pt x="4585" y="13"/>
                  <a:pt x="4574" y="20"/>
                </a:cubicBezTo>
                <a:cubicBezTo>
                  <a:pt x="4426" y="121"/>
                  <a:pt x="4220" y="182"/>
                  <a:pt x="4057" y="256"/>
                </a:cubicBezTo>
                <a:lnTo>
                  <a:pt x="1601" y="1377"/>
                </a:lnTo>
                <a:cubicBezTo>
                  <a:pt x="1758" y="1737"/>
                  <a:pt x="1928" y="2108"/>
                  <a:pt x="2164" y="2421"/>
                </a:cubicBezTo>
                <a:lnTo>
                  <a:pt x="3889" y="1672"/>
                </a:lnTo>
                <a:cubicBezTo>
                  <a:pt x="3906" y="1665"/>
                  <a:pt x="3923" y="1661"/>
                  <a:pt x="3941" y="1661"/>
                </a:cubicBezTo>
                <a:cubicBezTo>
                  <a:pt x="4034" y="1661"/>
                  <a:pt x="4120" y="1757"/>
                  <a:pt x="4077" y="1852"/>
                </a:cubicBezTo>
                <a:cubicBezTo>
                  <a:pt x="3548" y="3023"/>
                  <a:pt x="3019" y="4193"/>
                  <a:pt x="2489" y="5363"/>
                </a:cubicBezTo>
                <a:cubicBezTo>
                  <a:pt x="2463" y="5422"/>
                  <a:pt x="2413" y="5450"/>
                  <a:pt x="2358" y="5450"/>
                </a:cubicBezTo>
                <a:cubicBezTo>
                  <a:pt x="2341" y="5450"/>
                  <a:pt x="2324" y="5448"/>
                  <a:pt x="2306" y="5443"/>
                </a:cubicBezTo>
                <a:lnTo>
                  <a:pt x="452" y="4899"/>
                </a:lnTo>
                <a:cubicBezTo>
                  <a:pt x="301" y="5281"/>
                  <a:pt x="150" y="5661"/>
                  <a:pt x="1" y="6043"/>
                </a:cubicBezTo>
                <a:lnTo>
                  <a:pt x="5097" y="7960"/>
                </a:lnTo>
                <a:cubicBezTo>
                  <a:pt x="5259" y="7549"/>
                  <a:pt x="5421" y="7139"/>
                  <a:pt x="5583" y="6728"/>
                </a:cubicBezTo>
                <a:lnTo>
                  <a:pt x="3913" y="5977"/>
                </a:lnTo>
                <a:cubicBezTo>
                  <a:pt x="3841" y="5947"/>
                  <a:pt x="3806" y="5865"/>
                  <a:pt x="3833" y="5794"/>
                </a:cubicBezTo>
                <a:lnTo>
                  <a:pt x="5918" y="512"/>
                </a:lnTo>
                <a:cubicBezTo>
                  <a:pt x="5515" y="361"/>
                  <a:pt x="5088" y="229"/>
                  <a:pt x="4709" y="34"/>
                </a:cubicBezTo>
                <a:cubicBezTo>
                  <a:pt x="4677" y="17"/>
                  <a:pt x="4643" y="6"/>
                  <a:pt x="4609"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3"/>
          <p:cNvSpPr/>
          <p:nvPr/>
        </p:nvSpPr>
        <p:spPr>
          <a:xfrm>
            <a:off x="5813783" y="3237554"/>
            <a:ext cx="252421" cy="300272"/>
          </a:xfrm>
          <a:custGeom>
            <a:rect b="b" l="l" r="r" t="t"/>
            <a:pathLst>
              <a:path extrusionOk="0" h="8597" w="7227">
                <a:moveTo>
                  <a:pt x="3068" y="1"/>
                </a:moveTo>
                <a:cubicBezTo>
                  <a:pt x="2790" y="1"/>
                  <a:pt x="2512" y="30"/>
                  <a:pt x="2245" y="73"/>
                </a:cubicBezTo>
                <a:cubicBezTo>
                  <a:pt x="1389" y="213"/>
                  <a:pt x="681" y="673"/>
                  <a:pt x="350" y="1492"/>
                </a:cubicBezTo>
                <a:cubicBezTo>
                  <a:pt x="1" y="2354"/>
                  <a:pt x="27" y="3416"/>
                  <a:pt x="247" y="4320"/>
                </a:cubicBezTo>
                <a:lnTo>
                  <a:pt x="1492" y="4225"/>
                </a:lnTo>
                <a:cubicBezTo>
                  <a:pt x="1331" y="3425"/>
                  <a:pt x="1219" y="2415"/>
                  <a:pt x="1765" y="1749"/>
                </a:cubicBezTo>
                <a:cubicBezTo>
                  <a:pt x="1962" y="1510"/>
                  <a:pt x="2215" y="1406"/>
                  <a:pt x="2491" y="1406"/>
                </a:cubicBezTo>
                <a:cubicBezTo>
                  <a:pt x="2647" y="1406"/>
                  <a:pt x="2812" y="1439"/>
                  <a:pt x="2978" y="1501"/>
                </a:cubicBezTo>
                <a:cubicBezTo>
                  <a:pt x="3403" y="1659"/>
                  <a:pt x="3783" y="2023"/>
                  <a:pt x="3899" y="2469"/>
                </a:cubicBezTo>
                <a:cubicBezTo>
                  <a:pt x="4023" y="2935"/>
                  <a:pt x="3832" y="3400"/>
                  <a:pt x="3611" y="3805"/>
                </a:cubicBezTo>
                <a:cubicBezTo>
                  <a:pt x="3264" y="4442"/>
                  <a:pt x="2859" y="5049"/>
                  <a:pt x="2455" y="5650"/>
                </a:cubicBezTo>
                <a:cubicBezTo>
                  <a:pt x="2232" y="5980"/>
                  <a:pt x="2015" y="6314"/>
                  <a:pt x="1791" y="6643"/>
                </a:cubicBezTo>
                <a:cubicBezTo>
                  <a:pt x="1718" y="6750"/>
                  <a:pt x="1405" y="7082"/>
                  <a:pt x="1398" y="7160"/>
                </a:cubicBezTo>
                <a:cubicBezTo>
                  <a:pt x="1374" y="7370"/>
                  <a:pt x="1640" y="7783"/>
                  <a:pt x="1718" y="7979"/>
                </a:cubicBezTo>
                <a:cubicBezTo>
                  <a:pt x="1799" y="8186"/>
                  <a:pt x="1879" y="8391"/>
                  <a:pt x="1959" y="8596"/>
                </a:cubicBezTo>
                <a:lnTo>
                  <a:pt x="7226" y="7183"/>
                </a:lnTo>
                <a:lnTo>
                  <a:pt x="6735" y="5664"/>
                </a:lnTo>
                <a:cubicBezTo>
                  <a:pt x="5812" y="5911"/>
                  <a:pt x="4888" y="6159"/>
                  <a:pt x="3963" y="6408"/>
                </a:cubicBezTo>
                <a:cubicBezTo>
                  <a:pt x="3952" y="6411"/>
                  <a:pt x="3941" y="6412"/>
                  <a:pt x="3930" y="6412"/>
                </a:cubicBezTo>
                <a:cubicBezTo>
                  <a:pt x="3816" y="6412"/>
                  <a:pt x="3732" y="6260"/>
                  <a:pt x="3827" y="6173"/>
                </a:cubicBezTo>
                <a:cubicBezTo>
                  <a:pt x="3977" y="6036"/>
                  <a:pt x="4082" y="5632"/>
                  <a:pt x="4171" y="5446"/>
                </a:cubicBezTo>
                <a:cubicBezTo>
                  <a:pt x="4331" y="5118"/>
                  <a:pt x="4493" y="4793"/>
                  <a:pt x="4650" y="4464"/>
                </a:cubicBezTo>
                <a:cubicBezTo>
                  <a:pt x="4972" y="3791"/>
                  <a:pt x="5457" y="3107"/>
                  <a:pt x="5468" y="2337"/>
                </a:cubicBezTo>
                <a:cubicBezTo>
                  <a:pt x="5478" y="1575"/>
                  <a:pt x="5116" y="750"/>
                  <a:pt x="4455" y="345"/>
                </a:cubicBezTo>
                <a:cubicBezTo>
                  <a:pt x="4039" y="89"/>
                  <a:pt x="3554" y="1"/>
                  <a:pt x="3068"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6" name="Google Shape;1576;p43"/>
          <p:cNvGrpSpPr/>
          <p:nvPr/>
        </p:nvGrpSpPr>
        <p:grpSpPr>
          <a:xfrm>
            <a:off x="6309720" y="3285200"/>
            <a:ext cx="225562" cy="228670"/>
            <a:chOff x="4453075" y="4781675"/>
            <a:chExt cx="161450" cy="163675"/>
          </a:xfrm>
        </p:grpSpPr>
        <p:sp>
          <p:nvSpPr>
            <p:cNvPr id="1577" name="Google Shape;1577;p43"/>
            <p:cNvSpPr/>
            <p:nvPr/>
          </p:nvSpPr>
          <p:spPr>
            <a:xfrm>
              <a:off x="4504800" y="4793200"/>
              <a:ext cx="1750" cy="1225"/>
            </a:xfrm>
            <a:custGeom>
              <a:rect b="b" l="l" r="r" t="t"/>
              <a:pathLst>
                <a:path extrusionOk="0" h="49" w="70">
                  <a:moveTo>
                    <a:pt x="68" y="1"/>
                  </a:moveTo>
                  <a:lnTo>
                    <a:pt x="68" y="1"/>
                  </a:lnTo>
                  <a:cubicBezTo>
                    <a:pt x="63" y="2"/>
                    <a:pt x="59" y="5"/>
                    <a:pt x="54" y="6"/>
                  </a:cubicBezTo>
                  <a:cubicBezTo>
                    <a:pt x="0" y="21"/>
                    <a:pt x="18" y="49"/>
                    <a:pt x="39" y="49"/>
                  </a:cubicBezTo>
                  <a:cubicBezTo>
                    <a:pt x="54" y="49"/>
                    <a:pt x="70" y="36"/>
                    <a:pt x="68"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3"/>
            <p:cNvSpPr/>
            <p:nvPr/>
          </p:nvSpPr>
          <p:spPr>
            <a:xfrm>
              <a:off x="4453075" y="4781675"/>
              <a:ext cx="161450" cy="163675"/>
            </a:xfrm>
            <a:custGeom>
              <a:rect b="b" l="l" r="r" t="t"/>
              <a:pathLst>
                <a:path extrusionOk="0" h="6547" w="6458">
                  <a:moveTo>
                    <a:pt x="3485" y="1"/>
                  </a:moveTo>
                  <a:cubicBezTo>
                    <a:pt x="3249" y="1"/>
                    <a:pt x="3012" y="36"/>
                    <a:pt x="2781" y="114"/>
                  </a:cubicBezTo>
                  <a:cubicBezTo>
                    <a:pt x="2594" y="176"/>
                    <a:pt x="2418" y="263"/>
                    <a:pt x="2254" y="370"/>
                  </a:cubicBezTo>
                  <a:cubicBezTo>
                    <a:pt x="2223" y="391"/>
                    <a:pt x="2179" y="438"/>
                    <a:pt x="2142" y="459"/>
                  </a:cubicBezTo>
                  <a:cubicBezTo>
                    <a:pt x="2242" y="760"/>
                    <a:pt x="2293" y="1091"/>
                    <a:pt x="2355" y="1408"/>
                  </a:cubicBezTo>
                  <a:cubicBezTo>
                    <a:pt x="2628" y="1203"/>
                    <a:pt x="2944" y="1104"/>
                    <a:pt x="3271" y="1104"/>
                  </a:cubicBezTo>
                  <a:cubicBezTo>
                    <a:pt x="3460" y="1104"/>
                    <a:pt x="3651" y="1137"/>
                    <a:pt x="3841" y="1201"/>
                  </a:cubicBezTo>
                  <a:cubicBezTo>
                    <a:pt x="4313" y="1363"/>
                    <a:pt x="4775" y="1761"/>
                    <a:pt x="4444" y="2266"/>
                  </a:cubicBezTo>
                  <a:cubicBezTo>
                    <a:pt x="4201" y="2635"/>
                    <a:pt x="3771" y="2759"/>
                    <a:pt x="3303" y="2759"/>
                  </a:cubicBezTo>
                  <a:cubicBezTo>
                    <a:pt x="2781" y="2759"/>
                    <a:pt x="2213" y="2605"/>
                    <a:pt x="1808" y="2468"/>
                  </a:cubicBezTo>
                  <a:cubicBezTo>
                    <a:pt x="1740" y="2606"/>
                    <a:pt x="1671" y="2743"/>
                    <a:pt x="1600" y="2881"/>
                  </a:cubicBezTo>
                  <a:cubicBezTo>
                    <a:pt x="1577" y="2927"/>
                    <a:pt x="1462" y="3088"/>
                    <a:pt x="1480" y="3155"/>
                  </a:cubicBezTo>
                  <a:cubicBezTo>
                    <a:pt x="1505" y="3242"/>
                    <a:pt x="2263" y="3423"/>
                    <a:pt x="2376" y="3469"/>
                  </a:cubicBezTo>
                  <a:cubicBezTo>
                    <a:pt x="2676" y="3589"/>
                    <a:pt x="3077" y="3727"/>
                    <a:pt x="3236" y="4036"/>
                  </a:cubicBezTo>
                  <a:cubicBezTo>
                    <a:pt x="3403" y="4360"/>
                    <a:pt x="3197" y="4729"/>
                    <a:pt x="2958" y="4956"/>
                  </a:cubicBezTo>
                  <a:cubicBezTo>
                    <a:pt x="2787" y="5118"/>
                    <a:pt x="2601" y="5185"/>
                    <a:pt x="2406" y="5185"/>
                  </a:cubicBezTo>
                  <a:cubicBezTo>
                    <a:pt x="2246" y="5185"/>
                    <a:pt x="2080" y="5140"/>
                    <a:pt x="1909" y="5066"/>
                  </a:cubicBezTo>
                  <a:cubicBezTo>
                    <a:pt x="1667" y="4960"/>
                    <a:pt x="1443" y="4809"/>
                    <a:pt x="1231" y="4653"/>
                  </a:cubicBezTo>
                  <a:cubicBezTo>
                    <a:pt x="1053" y="4521"/>
                    <a:pt x="807" y="4228"/>
                    <a:pt x="600" y="4162"/>
                  </a:cubicBezTo>
                  <a:cubicBezTo>
                    <a:pt x="524" y="4139"/>
                    <a:pt x="535" y="4094"/>
                    <a:pt x="533" y="4094"/>
                  </a:cubicBezTo>
                  <a:lnTo>
                    <a:pt x="533" y="4094"/>
                  </a:lnTo>
                  <a:cubicBezTo>
                    <a:pt x="532" y="4094"/>
                    <a:pt x="525" y="4118"/>
                    <a:pt x="474" y="4192"/>
                  </a:cubicBezTo>
                  <a:cubicBezTo>
                    <a:pt x="423" y="4265"/>
                    <a:pt x="401" y="4386"/>
                    <a:pt x="366" y="4468"/>
                  </a:cubicBezTo>
                  <a:cubicBezTo>
                    <a:pt x="252" y="4750"/>
                    <a:pt x="1" y="5086"/>
                    <a:pt x="298" y="5357"/>
                  </a:cubicBezTo>
                  <a:cubicBezTo>
                    <a:pt x="681" y="5702"/>
                    <a:pt x="1218" y="5954"/>
                    <a:pt x="1688" y="6150"/>
                  </a:cubicBezTo>
                  <a:cubicBezTo>
                    <a:pt x="2169" y="6352"/>
                    <a:pt x="2690" y="6519"/>
                    <a:pt x="3214" y="6545"/>
                  </a:cubicBezTo>
                  <a:cubicBezTo>
                    <a:pt x="3243" y="6546"/>
                    <a:pt x="3273" y="6547"/>
                    <a:pt x="3302" y="6547"/>
                  </a:cubicBezTo>
                  <a:cubicBezTo>
                    <a:pt x="4521" y="6547"/>
                    <a:pt x="5315" y="5353"/>
                    <a:pt x="4636" y="4254"/>
                  </a:cubicBezTo>
                  <a:cubicBezTo>
                    <a:pt x="4522" y="4068"/>
                    <a:pt x="4385" y="3867"/>
                    <a:pt x="4514" y="3660"/>
                  </a:cubicBezTo>
                  <a:cubicBezTo>
                    <a:pt x="4610" y="3508"/>
                    <a:pt x="4845" y="3385"/>
                    <a:pt x="4988" y="3283"/>
                  </a:cubicBezTo>
                  <a:cubicBezTo>
                    <a:pt x="5173" y="3151"/>
                    <a:pt x="5365" y="3026"/>
                    <a:pt x="5531" y="2870"/>
                  </a:cubicBezTo>
                  <a:cubicBezTo>
                    <a:pt x="6458" y="1992"/>
                    <a:pt x="5751" y="853"/>
                    <a:pt x="4821" y="357"/>
                  </a:cubicBezTo>
                  <a:cubicBezTo>
                    <a:pt x="4407" y="137"/>
                    <a:pt x="3947" y="1"/>
                    <a:pt x="348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2" name="Shape 1582"/>
        <p:cNvGrpSpPr/>
        <p:nvPr/>
      </p:nvGrpSpPr>
      <p:grpSpPr>
        <a:xfrm>
          <a:off x="0" y="0"/>
          <a:ext cx="0" cy="0"/>
          <a:chOff x="0" y="0"/>
          <a:chExt cx="0" cy="0"/>
        </a:xfrm>
      </p:grpSpPr>
      <p:sp>
        <p:nvSpPr>
          <p:cNvPr id="1583" name="Google Shape;1583;p44"/>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DEFINE CONCEPTS</a:t>
            </a:r>
            <a:endParaRPr/>
          </a:p>
        </p:txBody>
      </p:sp>
      <p:sp>
        <p:nvSpPr>
          <p:cNvPr id="1584" name="Google Shape;1584;p44"/>
          <p:cNvSpPr txBox="1"/>
          <p:nvPr>
            <p:ph idx="1" type="subTitle"/>
          </p:nvPr>
        </p:nvSpPr>
        <p:spPr>
          <a:xfrm>
            <a:off x="1455463" y="2713225"/>
            <a:ext cx="25782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IMPROPER FRACTIONS</a:t>
            </a:r>
            <a:endParaRPr/>
          </a:p>
        </p:txBody>
      </p:sp>
      <p:sp>
        <p:nvSpPr>
          <p:cNvPr id="1585" name="Google Shape;1585;p44"/>
          <p:cNvSpPr txBox="1"/>
          <p:nvPr>
            <p:ph idx="2" type="subTitle"/>
          </p:nvPr>
        </p:nvSpPr>
        <p:spPr>
          <a:xfrm>
            <a:off x="5110338" y="2713175"/>
            <a:ext cx="25782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MIXED NUMBERS</a:t>
            </a:r>
            <a:endParaRPr/>
          </a:p>
        </p:txBody>
      </p:sp>
      <p:sp>
        <p:nvSpPr>
          <p:cNvPr id="1586" name="Google Shape;1586;p44"/>
          <p:cNvSpPr txBox="1"/>
          <p:nvPr>
            <p:ph idx="3" type="subTitle"/>
          </p:nvPr>
        </p:nvSpPr>
        <p:spPr>
          <a:xfrm>
            <a:off x="1455463" y="3270250"/>
            <a:ext cx="2578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1587" name="Google Shape;1587;p44"/>
          <p:cNvSpPr txBox="1"/>
          <p:nvPr>
            <p:ph idx="4" type="subTitle"/>
          </p:nvPr>
        </p:nvSpPr>
        <p:spPr>
          <a:xfrm>
            <a:off x="5110338" y="3270250"/>
            <a:ext cx="2578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grpSp>
        <p:nvGrpSpPr>
          <p:cNvPr id="1588" name="Google Shape;1588;p44"/>
          <p:cNvGrpSpPr/>
          <p:nvPr/>
        </p:nvGrpSpPr>
        <p:grpSpPr>
          <a:xfrm>
            <a:off x="2383973" y="1889029"/>
            <a:ext cx="721180" cy="627918"/>
            <a:chOff x="894194" y="1859870"/>
            <a:chExt cx="410367" cy="357300"/>
          </a:xfrm>
        </p:grpSpPr>
        <p:sp>
          <p:nvSpPr>
            <p:cNvPr id="1589" name="Google Shape;1589;p44"/>
            <p:cNvSpPr/>
            <p:nvPr/>
          </p:nvSpPr>
          <p:spPr>
            <a:xfrm>
              <a:off x="894194" y="1864870"/>
              <a:ext cx="405347" cy="347279"/>
            </a:xfrm>
            <a:custGeom>
              <a:rect b="b" l="l" r="r" t="t"/>
              <a:pathLst>
                <a:path extrusionOk="0" h="17224" w="20104">
                  <a:moveTo>
                    <a:pt x="11493" y="0"/>
                  </a:moveTo>
                  <a:cubicBezTo>
                    <a:pt x="3843" y="0"/>
                    <a:pt x="0" y="9287"/>
                    <a:pt x="5408" y="14695"/>
                  </a:cubicBezTo>
                  <a:cubicBezTo>
                    <a:pt x="7155" y="16442"/>
                    <a:pt x="9307" y="17224"/>
                    <a:pt x="11419" y="17224"/>
                  </a:cubicBezTo>
                  <a:cubicBezTo>
                    <a:pt x="15847" y="17224"/>
                    <a:pt x="20103" y="13790"/>
                    <a:pt x="20103" y="8611"/>
                  </a:cubicBezTo>
                  <a:cubicBezTo>
                    <a:pt x="20103" y="3878"/>
                    <a:pt x="16260" y="0"/>
                    <a:pt x="114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4"/>
            <p:cNvSpPr/>
            <p:nvPr/>
          </p:nvSpPr>
          <p:spPr>
            <a:xfrm>
              <a:off x="1014705" y="1933725"/>
              <a:ext cx="67464" cy="209509"/>
            </a:xfrm>
            <a:custGeom>
              <a:rect b="b" l="l" r="r" t="t"/>
              <a:pathLst>
                <a:path extrusionOk="0" h="10391" w="3346">
                  <a:moveTo>
                    <a:pt x="534" y="1"/>
                  </a:moveTo>
                  <a:cubicBezTo>
                    <a:pt x="214" y="1"/>
                    <a:pt x="1" y="214"/>
                    <a:pt x="1" y="499"/>
                  </a:cubicBezTo>
                  <a:lnTo>
                    <a:pt x="1" y="9892"/>
                  </a:lnTo>
                  <a:cubicBezTo>
                    <a:pt x="1" y="10177"/>
                    <a:pt x="214" y="10390"/>
                    <a:pt x="534" y="10390"/>
                  </a:cubicBezTo>
                  <a:lnTo>
                    <a:pt x="3310" y="10390"/>
                  </a:lnTo>
                  <a:lnTo>
                    <a:pt x="3345" y="9359"/>
                  </a:lnTo>
                  <a:lnTo>
                    <a:pt x="1068" y="9359"/>
                  </a:lnTo>
                  <a:lnTo>
                    <a:pt x="1068" y="1033"/>
                  </a:lnTo>
                  <a:lnTo>
                    <a:pt x="3310" y="1033"/>
                  </a:lnTo>
                  <a:lnTo>
                    <a:pt x="3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4"/>
            <p:cNvSpPr/>
            <p:nvPr/>
          </p:nvSpPr>
          <p:spPr>
            <a:xfrm>
              <a:off x="1171106" y="1933725"/>
              <a:ext cx="66738" cy="210214"/>
            </a:xfrm>
            <a:custGeom>
              <a:rect b="b" l="l" r="r" t="t"/>
              <a:pathLst>
                <a:path extrusionOk="0" h="10426" w="3310">
                  <a:moveTo>
                    <a:pt x="0" y="1"/>
                  </a:moveTo>
                  <a:lnTo>
                    <a:pt x="0" y="1033"/>
                  </a:lnTo>
                  <a:lnTo>
                    <a:pt x="2242" y="1033"/>
                  </a:lnTo>
                  <a:lnTo>
                    <a:pt x="2242" y="9359"/>
                  </a:lnTo>
                  <a:lnTo>
                    <a:pt x="0" y="9359"/>
                  </a:lnTo>
                  <a:lnTo>
                    <a:pt x="0" y="10390"/>
                  </a:lnTo>
                  <a:lnTo>
                    <a:pt x="2776" y="10390"/>
                  </a:lnTo>
                  <a:lnTo>
                    <a:pt x="2776" y="10426"/>
                  </a:lnTo>
                  <a:cubicBezTo>
                    <a:pt x="3060" y="10426"/>
                    <a:pt x="3309" y="10177"/>
                    <a:pt x="3309" y="9892"/>
                  </a:cubicBezTo>
                  <a:lnTo>
                    <a:pt x="3309" y="499"/>
                  </a:lnTo>
                  <a:cubicBezTo>
                    <a:pt x="3309" y="214"/>
                    <a:pt x="3060" y="1"/>
                    <a:pt x="2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4"/>
            <p:cNvSpPr/>
            <p:nvPr/>
          </p:nvSpPr>
          <p:spPr>
            <a:xfrm>
              <a:off x="1069225" y="1974614"/>
              <a:ext cx="114100" cy="127729"/>
            </a:xfrm>
            <a:custGeom>
              <a:rect b="b" l="l" r="r" t="t"/>
              <a:pathLst>
                <a:path extrusionOk="0" h="6335" w="5659">
                  <a:moveTo>
                    <a:pt x="1" y="1"/>
                  </a:moveTo>
                  <a:lnTo>
                    <a:pt x="1744" y="3168"/>
                  </a:lnTo>
                  <a:lnTo>
                    <a:pt x="1" y="6334"/>
                  </a:lnTo>
                  <a:lnTo>
                    <a:pt x="1815" y="6334"/>
                  </a:lnTo>
                  <a:lnTo>
                    <a:pt x="2812" y="4484"/>
                  </a:lnTo>
                  <a:lnTo>
                    <a:pt x="3843" y="6334"/>
                  </a:lnTo>
                  <a:lnTo>
                    <a:pt x="5658" y="6334"/>
                  </a:lnTo>
                  <a:lnTo>
                    <a:pt x="3915" y="3168"/>
                  </a:lnTo>
                  <a:lnTo>
                    <a:pt x="5658" y="1"/>
                  </a:lnTo>
                  <a:lnTo>
                    <a:pt x="3843" y="1"/>
                  </a:lnTo>
                  <a:lnTo>
                    <a:pt x="2812" y="1851"/>
                  </a:lnTo>
                  <a:lnTo>
                    <a:pt x="17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4"/>
            <p:cNvSpPr/>
            <p:nvPr/>
          </p:nvSpPr>
          <p:spPr>
            <a:xfrm>
              <a:off x="900646" y="1859870"/>
              <a:ext cx="403915" cy="357300"/>
            </a:xfrm>
            <a:custGeom>
              <a:rect b="b" l="l" r="r" t="t"/>
              <a:pathLst>
                <a:path extrusionOk="0" h="17721" w="20033">
                  <a:moveTo>
                    <a:pt x="11104" y="504"/>
                  </a:moveTo>
                  <a:cubicBezTo>
                    <a:pt x="15392" y="504"/>
                    <a:pt x="19499" y="3826"/>
                    <a:pt x="19499" y="8859"/>
                  </a:cubicBezTo>
                  <a:cubicBezTo>
                    <a:pt x="19499" y="13484"/>
                    <a:pt x="15763" y="17184"/>
                    <a:pt x="11173" y="17220"/>
                  </a:cubicBezTo>
                  <a:cubicBezTo>
                    <a:pt x="3736" y="17220"/>
                    <a:pt x="0" y="8218"/>
                    <a:pt x="5266" y="2952"/>
                  </a:cubicBezTo>
                  <a:cubicBezTo>
                    <a:pt x="6968" y="1262"/>
                    <a:pt x="9057" y="504"/>
                    <a:pt x="11104" y="504"/>
                  </a:cubicBezTo>
                  <a:close/>
                  <a:moveTo>
                    <a:pt x="11178" y="1"/>
                  </a:moveTo>
                  <a:cubicBezTo>
                    <a:pt x="9478" y="1"/>
                    <a:pt x="7766" y="491"/>
                    <a:pt x="6262" y="1493"/>
                  </a:cubicBezTo>
                  <a:cubicBezTo>
                    <a:pt x="2740" y="3842"/>
                    <a:pt x="1388" y="8360"/>
                    <a:pt x="2989" y="12239"/>
                  </a:cubicBezTo>
                  <a:cubicBezTo>
                    <a:pt x="4392" y="15594"/>
                    <a:pt x="7627" y="17721"/>
                    <a:pt x="11144" y="17721"/>
                  </a:cubicBezTo>
                  <a:cubicBezTo>
                    <a:pt x="11729" y="17721"/>
                    <a:pt x="12322" y="17662"/>
                    <a:pt x="12916" y="17540"/>
                  </a:cubicBezTo>
                  <a:cubicBezTo>
                    <a:pt x="17043" y="16722"/>
                    <a:pt x="20032" y="13093"/>
                    <a:pt x="20032" y="8859"/>
                  </a:cubicBezTo>
                  <a:cubicBezTo>
                    <a:pt x="20032" y="6510"/>
                    <a:pt x="19107" y="4269"/>
                    <a:pt x="17435" y="2596"/>
                  </a:cubicBezTo>
                  <a:cubicBezTo>
                    <a:pt x="15722" y="884"/>
                    <a:pt x="13460" y="1"/>
                    <a:pt x="1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4"/>
            <p:cNvSpPr/>
            <p:nvPr/>
          </p:nvSpPr>
          <p:spPr>
            <a:xfrm>
              <a:off x="1165359" y="1927999"/>
              <a:ext cx="77505" cy="220981"/>
            </a:xfrm>
            <a:custGeom>
              <a:rect b="b" l="l" r="r" t="t"/>
              <a:pathLst>
                <a:path extrusionOk="0" h="10960" w="3844">
                  <a:moveTo>
                    <a:pt x="285" y="0"/>
                  </a:moveTo>
                  <a:cubicBezTo>
                    <a:pt x="107" y="0"/>
                    <a:pt x="1" y="142"/>
                    <a:pt x="1" y="285"/>
                  </a:cubicBezTo>
                  <a:lnTo>
                    <a:pt x="1" y="1317"/>
                  </a:lnTo>
                  <a:cubicBezTo>
                    <a:pt x="1" y="1459"/>
                    <a:pt x="107" y="1566"/>
                    <a:pt x="285" y="1566"/>
                  </a:cubicBezTo>
                  <a:lnTo>
                    <a:pt x="2278" y="1566"/>
                  </a:lnTo>
                  <a:lnTo>
                    <a:pt x="2278" y="9393"/>
                  </a:lnTo>
                  <a:lnTo>
                    <a:pt x="285" y="9393"/>
                  </a:lnTo>
                  <a:cubicBezTo>
                    <a:pt x="107" y="9393"/>
                    <a:pt x="1" y="9500"/>
                    <a:pt x="1" y="9643"/>
                  </a:cubicBezTo>
                  <a:lnTo>
                    <a:pt x="1" y="10710"/>
                  </a:lnTo>
                  <a:cubicBezTo>
                    <a:pt x="1" y="10852"/>
                    <a:pt x="107" y="10959"/>
                    <a:pt x="285" y="10959"/>
                  </a:cubicBezTo>
                  <a:lnTo>
                    <a:pt x="3061" y="10959"/>
                  </a:lnTo>
                  <a:cubicBezTo>
                    <a:pt x="3488" y="10959"/>
                    <a:pt x="3843" y="10603"/>
                    <a:pt x="3843" y="10176"/>
                  </a:cubicBezTo>
                  <a:lnTo>
                    <a:pt x="3843" y="4021"/>
                  </a:lnTo>
                  <a:cubicBezTo>
                    <a:pt x="3808" y="3861"/>
                    <a:pt x="3683" y="3781"/>
                    <a:pt x="3563" y="3781"/>
                  </a:cubicBezTo>
                  <a:cubicBezTo>
                    <a:pt x="3443" y="3781"/>
                    <a:pt x="3327" y="3861"/>
                    <a:pt x="3310" y="4021"/>
                  </a:cubicBezTo>
                  <a:lnTo>
                    <a:pt x="3310" y="10176"/>
                  </a:lnTo>
                  <a:cubicBezTo>
                    <a:pt x="3310" y="10319"/>
                    <a:pt x="3203" y="10425"/>
                    <a:pt x="3025" y="10425"/>
                  </a:cubicBezTo>
                  <a:lnTo>
                    <a:pt x="499" y="10425"/>
                  </a:lnTo>
                  <a:lnTo>
                    <a:pt x="499" y="9892"/>
                  </a:lnTo>
                  <a:lnTo>
                    <a:pt x="2527" y="9892"/>
                  </a:lnTo>
                  <a:cubicBezTo>
                    <a:pt x="2669" y="9892"/>
                    <a:pt x="2776" y="9785"/>
                    <a:pt x="2776" y="9643"/>
                  </a:cubicBezTo>
                  <a:lnTo>
                    <a:pt x="2776" y="1317"/>
                  </a:lnTo>
                  <a:cubicBezTo>
                    <a:pt x="2776" y="1174"/>
                    <a:pt x="2669" y="1068"/>
                    <a:pt x="2527" y="1068"/>
                  </a:cubicBezTo>
                  <a:lnTo>
                    <a:pt x="499" y="1068"/>
                  </a:lnTo>
                  <a:lnTo>
                    <a:pt x="499" y="534"/>
                  </a:lnTo>
                  <a:lnTo>
                    <a:pt x="3025" y="534"/>
                  </a:lnTo>
                  <a:cubicBezTo>
                    <a:pt x="3203" y="534"/>
                    <a:pt x="3310" y="641"/>
                    <a:pt x="3310" y="783"/>
                  </a:cubicBezTo>
                  <a:lnTo>
                    <a:pt x="3310" y="2811"/>
                  </a:lnTo>
                  <a:cubicBezTo>
                    <a:pt x="3327" y="2953"/>
                    <a:pt x="3443" y="3025"/>
                    <a:pt x="3563" y="3025"/>
                  </a:cubicBezTo>
                  <a:cubicBezTo>
                    <a:pt x="3683" y="3025"/>
                    <a:pt x="3808" y="2953"/>
                    <a:pt x="3843" y="2811"/>
                  </a:cubicBezTo>
                  <a:lnTo>
                    <a:pt x="3843" y="783"/>
                  </a:lnTo>
                  <a:cubicBezTo>
                    <a:pt x="3843" y="356"/>
                    <a:pt x="3488"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4"/>
            <p:cNvSpPr/>
            <p:nvPr/>
          </p:nvSpPr>
          <p:spPr>
            <a:xfrm>
              <a:off x="1009685" y="1927999"/>
              <a:ext cx="77505" cy="220981"/>
            </a:xfrm>
            <a:custGeom>
              <a:rect b="b" l="l" r="r" t="t"/>
              <a:pathLst>
                <a:path extrusionOk="0" h="10960" w="3844">
                  <a:moveTo>
                    <a:pt x="783" y="0"/>
                  </a:moveTo>
                  <a:cubicBezTo>
                    <a:pt x="356" y="0"/>
                    <a:pt x="1" y="356"/>
                    <a:pt x="1" y="783"/>
                  </a:cubicBezTo>
                  <a:lnTo>
                    <a:pt x="1" y="6938"/>
                  </a:lnTo>
                  <a:cubicBezTo>
                    <a:pt x="1" y="7116"/>
                    <a:pt x="107" y="7223"/>
                    <a:pt x="250" y="7223"/>
                  </a:cubicBezTo>
                  <a:cubicBezTo>
                    <a:pt x="392" y="7223"/>
                    <a:pt x="499" y="7116"/>
                    <a:pt x="499" y="6938"/>
                  </a:cubicBezTo>
                  <a:lnTo>
                    <a:pt x="499" y="783"/>
                  </a:lnTo>
                  <a:cubicBezTo>
                    <a:pt x="499" y="641"/>
                    <a:pt x="641" y="534"/>
                    <a:pt x="783" y="534"/>
                  </a:cubicBezTo>
                  <a:lnTo>
                    <a:pt x="3310" y="534"/>
                  </a:lnTo>
                  <a:lnTo>
                    <a:pt x="3310" y="1068"/>
                  </a:lnTo>
                  <a:lnTo>
                    <a:pt x="1317" y="1068"/>
                  </a:lnTo>
                  <a:cubicBezTo>
                    <a:pt x="1175" y="1068"/>
                    <a:pt x="1068" y="1174"/>
                    <a:pt x="1068" y="1317"/>
                  </a:cubicBezTo>
                  <a:lnTo>
                    <a:pt x="1068" y="9643"/>
                  </a:lnTo>
                  <a:cubicBezTo>
                    <a:pt x="1068" y="9785"/>
                    <a:pt x="1175" y="9892"/>
                    <a:pt x="1317" y="9892"/>
                  </a:cubicBezTo>
                  <a:lnTo>
                    <a:pt x="3310" y="9892"/>
                  </a:lnTo>
                  <a:lnTo>
                    <a:pt x="3310" y="10425"/>
                  </a:lnTo>
                  <a:lnTo>
                    <a:pt x="783" y="10425"/>
                  </a:lnTo>
                  <a:cubicBezTo>
                    <a:pt x="641" y="10425"/>
                    <a:pt x="534" y="10319"/>
                    <a:pt x="534" y="10176"/>
                  </a:cubicBezTo>
                  <a:lnTo>
                    <a:pt x="534" y="8148"/>
                  </a:lnTo>
                  <a:cubicBezTo>
                    <a:pt x="534" y="8006"/>
                    <a:pt x="428" y="7899"/>
                    <a:pt x="285" y="7899"/>
                  </a:cubicBezTo>
                  <a:cubicBezTo>
                    <a:pt x="107" y="7899"/>
                    <a:pt x="1" y="8006"/>
                    <a:pt x="1" y="8148"/>
                  </a:cubicBezTo>
                  <a:lnTo>
                    <a:pt x="1" y="10176"/>
                  </a:lnTo>
                  <a:cubicBezTo>
                    <a:pt x="1" y="10603"/>
                    <a:pt x="356" y="10959"/>
                    <a:pt x="783" y="10959"/>
                  </a:cubicBezTo>
                  <a:lnTo>
                    <a:pt x="3594" y="10959"/>
                  </a:lnTo>
                  <a:cubicBezTo>
                    <a:pt x="3737" y="10959"/>
                    <a:pt x="3843" y="10852"/>
                    <a:pt x="3843" y="10710"/>
                  </a:cubicBezTo>
                  <a:lnTo>
                    <a:pt x="3843" y="9643"/>
                  </a:lnTo>
                  <a:cubicBezTo>
                    <a:pt x="3843" y="9500"/>
                    <a:pt x="3737" y="9393"/>
                    <a:pt x="3594" y="9393"/>
                  </a:cubicBezTo>
                  <a:lnTo>
                    <a:pt x="1566" y="9393"/>
                  </a:lnTo>
                  <a:lnTo>
                    <a:pt x="1566" y="1566"/>
                  </a:lnTo>
                  <a:lnTo>
                    <a:pt x="3559" y="1566"/>
                  </a:lnTo>
                  <a:cubicBezTo>
                    <a:pt x="3701" y="1566"/>
                    <a:pt x="3808" y="1459"/>
                    <a:pt x="3843" y="1317"/>
                  </a:cubicBezTo>
                  <a:lnTo>
                    <a:pt x="3843" y="285"/>
                  </a:lnTo>
                  <a:cubicBezTo>
                    <a:pt x="3808" y="142"/>
                    <a:pt x="3701" y="0"/>
                    <a:pt x="3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4"/>
            <p:cNvSpPr/>
            <p:nvPr/>
          </p:nvSpPr>
          <p:spPr>
            <a:xfrm>
              <a:off x="1064204" y="1968888"/>
              <a:ext cx="124141" cy="139182"/>
            </a:xfrm>
            <a:custGeom>
              <a:rect b="b" l="l" r="r" t="t"/>
              <a:pathLst>
                <a:path extrusionOk="0" h="6903" w="6157">
                  <a:moveTo>
                    <a:pt x="5445" y="534"/>
                  </a:moveTo>
                  <a:lnTo>
                    <a:pt x="3950" y="3345"/>
                  </a:lnTo>
                  <a:cubicBezTo>
                    <a:pt x="3915" y="3416"/>
                    <a:pt x="3915" y="3487"/>
                    <a:pt x="3950" y="3594"/>
                  </a:cubicBezTo>
                  <a:lnTo>
                    <a:pt x="5480" y="6369"/>
                  </a:lnTo>
                  <a:lnTo>
                    <a:pt x="4235" y="6369"/>
                  </a:lnTo>
                  <a:lnTo>
                    <a:pt x="3310" y="4626"/>
                  </a:lnTo>
                  <a:cubicBezTo>
                    <a:pt x="3239" y="4555"/>
                    <a:pt x="3167" y="4519"/>
                    <a:pt x="3061" y="4519"/>
                  </a:cubicBezTo>
                  <a:cubicBezTo>
                    <a:pt x="2954" y="4519"/>
                    <a:pt x="2883" y="4555"/>
                    <a:pt x="2847" y="4626"/>
                  </a:cubicBezTo>
                  <a:lnTo>
                    <a:pt x="1886" y="6369"/>
                  </a:lnTo>
                  <a:lnTo>
                    <a:pt x="677" y="6369"/>
                  </a:lnTo>
                  <a:lnTo>
                    <a:pt x="2207" y="3594"/>
                  </a:lnTo>
                  <a:cubicBezTo>
                    <a:pt x="2242" y="3487"/>
                    <a:pt x="2242" y="3416"/>
                    <a:pt x="2207" y="3345"/>
                  </a:cubicBezTo>
                  <a:lnTo>
                    <a:pt x="677" y="534"/>
                  </a:lnTo>
                  <a:lnTo>
                    <a:pt x="1886" y="534"/>
                  </a:lnTo>
                  <a:lnTo>
                    <a:pt x="2847" y="2277"/>
                  </a:lnTo>
                  <a:cubicBezTo>
                    <a:pt x="2883" y="2349"/>
                    <a:pt x="2954" y="2384"/>
                    <a:pt x="3061" y="2420"/>
                  </a:cubicBezTo>
                  <a:cubicBezTo>
                    <a:pt x="3167" y="2420"/>
                    <a:pt x="3239" y="2349"/>
                    <a:pt x="3310" y="2277"/>
                  </a:cubicBezTo>
                  <a:lnTo>
                    <a:pt x="4235" y="534"/>
                  </a:lnTo>
                  <a:close/>
                  <a:moveTo>
                    <a:pt x="250" y="0"/>
                  </a:moveTo>
                  <a:cubicBezTo>
                    <a:pt x="179" y="0"/>
                    <a:pt x="72" y="71"/>
                    <a:pt x="36" y="143"/>
                  </a:cubicBezTo>
                  <a:cubicBezTo>
                    <a:pt x="1" y="214"/>
                    <a:pt x="1" y="320"/>
                    <a:pt x="36" y="392"/>
                  </a:cubicBezTo>
                  <a:lnTo>
                    <a:pt x="1709" y="3452"/>
                  </a:lnTo>
                  <a:lnTo>
                    <a:pt x="36" y="6512"/>
                  </a:lnTo>
                  <a:cubicBezTo>
                    <a:pt x="1" y="6583"/>
                    <a:pt x="1" y="6689"/>
                    <a:pt x="36" y="6761"/>
                  </a:cubicBezTo>
                  <a:cubicBezTo>
                    <a:pt x="72" y="6867"/>
                    <a:pt x="179" y="6903"/>
                    <a:pt x="250" y="6903"/>
                  </a:cubicBezTo>
                  <a:lnTo>
                    <a:pt x="2029" y="6903"/>
                  </a:lnTo>
                  <a:cubicBezTo>
                    <a:pt x="2136" y="6903"/>
                    <a:pt x="2242" y="6832"/>
                    <a:pt x="2278" y="6761"/>
                  </a:cubicBezTo>
                  <a:lnTo>
                    <a:pt x="3061" y="5302"/>
                  </a:lnTo>
                  <a:lnTo>
                    <a:pt x="3843" y="6761"/>
                  </a:lnTo>
                  <a:cubicBezTo>
                    <a:pt x="3879" y="6832"/>
                    <a:pt x="3986" y="6903"/>
                    <a:pt x="4092" y="6903"/>
                  </a:cubicBezTo>
                  <a:lnTo>
                    <a:pt x="5907" y="6903"/>
                  </a:lnTo>
                  <a:cubicBezTo>
                    <a:pt x="6049" y="6903"/>
                    <a:pt x="6156" y="6796"/>
                    <a:pt x="6156" y="6618"/>
                  </a:cubicBezTo>
                  <a:cubicBezTo>
                    <a:pt x="6156" y="6583"/>
                    <a:pt x="6121" y="6547"/>
                    <a:pt x="6121" y="6512"/>
                  </a:cubicBezTo>
                  <a:lnTo>
                    <a:pt x="4448" y="3452"/>
                  </a:lnTo>
                  <a:lnTo>
                    <a:pt x="6121" y="392"/>
                  </a:lnTo>
                  <a:cubicBezTo>
                    <a:pt x="6156" y="320"/>
                    <a:pt x="6156" y="214"/>
                    <a:pt x="6121" y="143"/>
                  </a:cubicBezTo>
                  <a:cubicBezTo>
                    <a:pt x="6085" y="71"/>
                    <a:pt x="5978" y="0"/>
                    <a:pt x="5907" y="0"/>
                  </a:cubicBezTo>
                  <a:lnTo>
                    <a:pt x="4092" y="0"/>
                  </a:lnTo>
                  <a:cubicBezTo>
                    <a:pt x="3986" y="0"/>
                    <a:pt x="3915" y="71"/>
                    <a:pt x="3843" y="143"/>
                  </a:cubicBezTo>
                  <a:lnTo>
                    <a:pt x="3061" y="1601"/>
                  </a:lnTo>
                  <a:lnTo>
                    <a:pt x="2278" y="143"/>
                  </a:lnTo>
                  <a:cubicBezTo>
                    <a:pt x="2242" y="71"/>
                    <a:pt x="2136"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 name="Google Shape;1597;p44"/>
          <p:cNvGrpSpPr/>
          <p:nvPr/>
        </p:nvGrpSpPr>
        <p:grpSpPr>
          <a:xfrm>
            <a:off x="6084870" y="1892018"/>
            <a:ext cx="629159" cy="621930"/>
            <a:chOff x="1556351" y="1861079"/>
            <a:chExt cx="358005" cy="353892"/>
          </a:xfrm>
        </p:grpSpPr>
        <p:sp>
          <p:nvSpPr>
            <p:cNvPr id="1598" name="Google Shape;1598;p44"/>
            <p:cNvSpPr/>
            <p:nvPr/>
          </p:nvSpPr>
          <p:spPr>
            <a:xfrm>
              <a:off x="1562803" y="1867007"/>
              <a:ext cx="346513" cy="343650"/>
            </a:xfrm>
            <a:custGeom>
              <a:rect b="b" l="l" r="r" t="t"/>
              <a:pathLst>
                <a:path extrusionOk="0" h="17044" w="17186">
                  <a:moveTo>
                    <a:pt x="0" y="1"/>
                  </a:moveTo>
                  <a:lnTo>
                    <a:pt x="14090" y="17044"/>
                  </a:lnTo>
                  <a:lnTo>
                    <a:pt x="17186" y="4164"/>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4"/>
            <p:cNvSpPr/>
            <p:nvPr/>
          </p:nvSpPr>
          <p:spPr>
            <a:xfrm>
              <a:off x="1562803" y="1867007"/>
              <a:ext cx="70327" cy="55991"/>
            </a:xfrm>
            <a:custGeom>
              <a:rect b="b" l="l" r="r" t="t"/>
              <a:pathLst>
                <a:path extrusionOk="0" h="2777" w="3488">
                  <a:moveTo>
                    <a:pt x="0" y="1"/>
                  </a:moveTo>
                  <a:lnTo>
                    <a:pt x="2278" y="2776"/>
                  </a:lnTo>
                  <a:cubicBezTo>
                    <a:pt x="2882" y="2278"/>
                    <a:pt x="3309" y="1602"/>
                    <a:pt x="3487" y="855"/>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4"/>
            <p:cNvSpPr/>
            <p:nvPr/>
          </p:nvSpPr>
          <p:spPr>
            <a:xfrm>
              <a:off x="1800982" y="2137749"/>
              <a:ext cx="63149" cy="72908"/>
            </a:xfrm>
            <a:custGeom>
              <a:rect b="b" l="l" r="r" t="t"/>
              <a:pathLst>
                <a:path extrusionOk="0" h="3616" w="3132">
                  <a:moveTo>
                    <a:pt x="2297" y="0"/>
                  </a:moveTo>
                  <a:cubicBezTo>
                    <a:pt x="1461" y="0"/>
                    <a:pt x="641" y="280"/>
                    <a:pt x="0" y="841"/>
                  </a:cubicBezTo>
                  <a:lnTo>
                    <a:pt x="2277" y="3616"/>
                  </a:lnTo>
                  <a:lnTo>
                    <a:pt x="3131" y="93"/>
                  </a:lnTo>
                  <a:cubicBezTo>
                    <a:pt x="2856" y="31"/>
                    <a:pt x="2575" y="0"/>
                    <a:pt x="2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4"/>
            <p:cNvSpPr/>
            <p:nvPr/>
          </p:nvSpPr>
          <p:spPr>
            <a:xfrm>
              <a:off x="1683314" y="1927273"/>
              <a:ext cx="208077" cy="178176"/>
            </a:xfrm>
            <a:custGeom>
              <a:rect b="b" l="l" r="r" t="t"/>
              <a:pathLst>
                <a:path extrusionOk="0" h="8837" w="10320">
                  <a:moveTo>
                    <a:pt x="5907" y="1"/>
                  </a:moveTo>
                  <a:cubicBezTo>
                    <a:pt x="1994" y="1"/>
                    <a:pt x="1" y="4768"/>
                    <a:pt x="2776" y="7544"/>
                  </a:cubicBezTo>
                  <a:cubicBezTo>
                    <a:pt x="3670" y="8437"/>
                    <a:pt x="4770" y="8837"/>
                    <a:pt x="5851" y="8837"/>
                  </a:cubicBezTo>
                  <a:cubicBezTo>
                    <a:pt x="8128" y="8837"/>
                    <a:pt x="10319" y="7066"/>
                    <a:pt x="10319" y="4413"/>
                  </a:cubicBezTo>
                  <a:cubicBezTo>
                    <a:pt x="10319" y="1993"/>
                    <a:pt x="8327" y="1"/>
                    <a:pt x="5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4"/>
            <p:cNvSpPr/>
            <p:nvPr/>
          </p:nvSpPr>
          <p:spPr>
            <a:xfrm>
              <a:off x="1556351" y="1861079"/>
              <a:ext cx="358005" cy="353892"/>
            </a:xfrm>
            <a:custGeom>
              <a:rect b="b" l="l" r="r" t="t"/>
              <a:pathLst>
                <a:path extrusionOk="0" h="17552" w="17756">
                  <a:moveTo>
                    <a:pt x="1032" y="722"/>
                  </a:moveTo>
                  <a:lnTo>
                    <a:pt x="3523" y="1327"/>
                  </a:lnTo>
                  <a:cubicBezTo>
                    <a:pt x="3345" y="1825"/>
                    <a:pt x="3060" y="2323"/>
                    <a:pt x="2669" y="2679"/>
                  </a:cubicBezTo>
                  <a:lnTo>
                    <a:pt x="1032" y="722"/>
                  </a:lnTo>
                  <a:close/>
                  <a:moveTo>
                    <a:pt x="15264" y="4173"/>
                  </a:moveTo>
                  <a:lnTo>
                    <a:pt x="17221" y="4636"/>
                  </a:lnTo>
                  <a:lnTo>
                    <a:pt x="16759" y="6593"/>
                  </a:lnTo>
                  <a:cubicBezTo>
                    <a:pt x="16652" y="6130"/>
                    <a:pt x="16474" y="5667"/>
                    <a:pt x="16225" y="5241"/>
                  </a:cubicBezTo>
                  <a:cubicBezTo>
                    <a:pt x="15940" y="4849"/>
                    <a:pt x="15656" y="4493"/>
                    <a:pt x="15264" y="4173"/>
                  </a:cubicBezTo>
                  <a:close/>
                  <a:moveTo>
                    <a:pt x="12274" y="3549"/>
                  </a:moveTo>
                  <a:cubicBezTo>
                    <a:pt x="12498" y="3549"/>
                    <a:pt x="12724" y="3567"/>
                    <a:pt x="12952" y="3604"/>
                  </a:cubicBezTo>
                  <a:cubicBezTo>
                    <a:pt x="12952" y="3746"/>
                    <a:pt x="13023" y="3853"/>
                    <a:pt x="13165" y="3853"/>
                  </a:cubicBezTo>
                  <a:lnTo>
                    <a:pt x="13201" y="3853"/>
                  </a:lnTo>
                  <a:cubicBezTo>
                    <a:pt x="13307" y="3853"/>
                    <a:pt x="13379" y="3817"/>
                    <a:pt x="13450" y="3711"/>
                  </a:cubicBezTo>
                  <a:cubicBezTo>
                    <a:pt x="15442" y="4351"/>
                    <a:pt x="16688" y="6344"/>
                    <a:pt x="16296" y="8407"/>
                  </a:cubicBezTo>
                  <a:cubicBezTo>
                    <a:pt x="16012" y="8407"/>
                    <a:pt x="15940" y="8799"/>
                    <a:pt x="16189" y="8905"/>
                  </a:cubicBezTo>
                  <a:cubicBezTo>
                    <a:pt x="15656" y="10649"/>
                    <a:pt x="14055" y="11823"/>
                    <a:pt x="12240" y="11823"/>
                  </a:cubicBezTo>
                  <a:lnTo>
                    <a:pt x="12240" y="11859"/>
                  </a:lnTo>
                  <a:cubicBezTo>
                    <a:pt x="11884" y="11859"/>
                    <a:pt x="11564" y="11823"/>
                    <a:pt x="11244" y="11716"/>
                  </a:cubicBezTo>
                  <a:cubicBezTo>
                    <a:pt x="9073" y="11183"/>
                    <a:pt x="7721" y="9048"/>
                    <a:pt x="8184" y="6842"/>
                  </a:cubicBezTo>
                  <a:cubicBezTo>
                    <a:pt x="8599" y="4895"/>
                    <a:pt x="10330" y="3549"/>
                    <a:pt x="12274" y="3549"/>
                  </a:cubicBezTo>
                  <a:close/>
                  <a:moveTo>
                    <a:pt x="14454" y="13986"/>
                  </a:moveTo>
                  <a:cubicBezTo>
                    <a:pt x="14630" y="13986"/>
                    <a:pt x="14805" y="14000"/>
                    <a:pt x="14980" y="14029"/>
                  </a:cubicBezTo>
                  <a:lnTo>
                    <a:pt x="14944" y="14029"/>
                  </a:lnTo>
                  <a:lnTo>
                    <a:pt x="14304" y="16769"/>
                  </a:lnTo>
                  <a:lnTo>
                    <a:pt x="12525" y="14598"/>
                  </a:lnTo>
                  <a:cubicBezTo>
                    <a:pt x="13091" y="14202"/>
                    <a:pt x="13770" y="13986"/>
                    <a:pt x="14454" y="13986"/>
                  </a:cubicBezTo>
                  <a:close/>
                  <a:moveTo>
                    <a:pt x="297" y="1"/>
                  </a:moveTo>
                  <a:cubicBezTo>
                    <a:pt x="211" y="1"/>
                    <a:pt x="129" y="59"/>
                    <a:pt x="71" y="117"/>
                  </a:cubicBezTo>
                  <a:cubicBezTo>
                    <a:pt x="0" y="224"/>
                    <a:pt x="0" y="330"/>
                    <a:pt x="71" y="437"/>
                  </a:cubicBezTo>
                  <a:lnTo>
                    <a:pt x="2384" y="3212"/>
                  </a:lnTo>
                  <a:lnTo>
                    <a:pt x="14161" y="17445"/>
                  </a:lnTo>
                  <a:cubicBezTo>
                    <a:pt x="14197" y="17516"/>
                    <a:pt x="14268" y="17551"/>
                    <a:pt x="14375" y="17551"/>
                  </a:cubicBezTo>
                  <a:lnTo>
                    <a:pt x="14410" y="17551"/>
                  </a:lnTo>
                  <a:cubicBezTo>
                    <a:pt x="14517" y="17551"/>
                    <a:pt x="14588" y="17445"/>
                    <a:pt x="14624" y="17374"/>
                  </a:cubicBezTo>
                  <a:lnTo>
                    <a:pt x="15620" y="13282"/>
                  </a:lnTo>
                  <a:cubicBezTo>
                    <a:pt x="15656" y="13139"/>
                    <a:pt x="15549" y="12997"/>
                    <a:pt x="15407" y="12962"/>
                  </a:cubicBezTo>
                  <a:cubicBezTo>
                    <a:pt x="15388" y="12957"/>
                    <a:pt x="15369" y="12955"/>
                    <a:pt x="15350" y="12955"/>
                  </a:cubicBezTo>
                  <a:cubicBezTo>
                    <a:pt x="15228" y="12955"/>
                    <a:pt x="15117" y="13047"/>
                    <a:pt x="15086" y="13139"/>
                  </a:cubicBezTo>
                  <a:lnTo>
                    <a:pt x="15015" y="13495"/>
                  </a:lnTo>
                  <a:cubicBezTo>
                    <a:pt x="14796" y="13458"/>
                    <a:pt x="14578" y="13439"/>
                    <a:pt x="14360" y="13439"/>
                  </a:cubicBezTo>
                  <a:cubicBezTo>
                    <a:pt x="13554" y="13439"/>
                    <a:pt x="12770" y="13695"/>
                    <a:pt x="12098" y="14171"/>
                  </a:cubicBezTo>
                  <a:lnTo>
                    <a:pt x="10283" y="11965"/>
                  </a:lnTo>
                  <a:lnTo>
                    <a:pt x="10283" y="11965"/>
                  </a:lnTo>
                  <a:cubicBezTo>
                    <a:pt x="10532" y="12072"/>
                    <a:pt x="10781" y="12143"/>
                    <a:pt x="11066" y="12214"/>
                  </a:cubicBezTo>
                  <a:cubicBezTo>
                    <a:pt x="11439" y="12310"/>
                    <a:pt x="11817" y="12357"/>
                    <a:pt x="12192" y="12357"/>
                  </a:cubicBezTo>
                  <a:cubicBezTo>
                    <a:pt x="13212" y="12357"/>
                    <a:pt x="14209" y="12011"/>
                    <a:pt x="15015" y="11360"/>
                  </a:cubicBezTo>
                  <a:cubicBezTo>
                    <a:pt x="15264" y="11183"/>
                    <a:pt x="15478" y="10969"/>
                    <a:pt x="15691" y="10720"/>
                  </a:cubicBezTo>
                  <a:lnTo>
                    <a:pt x="15691" y="10720"/>
                  </a:lnTo>
                  <a:lnTo>
                    <a:pt x="15371" y="11965"/>
                  </a:lnTo>
                  <a:cubicBezTo>
                    <a:pt x="15371" y="12108"/>
                    <a:pt x="15442" y="12250"/>
                    <a:pt x="15585" y="12286"/>
                  </a:cubicBezTo>
                  <a:lnTo>
                    <a:pt x="15656" y="12286"/>
                  </a:lnTo>
                  <a:cubicBezTo>
                    <a:pt x="15762" y="12286"/>
                    <a:pt x="15869" y="12214"/>
                    <a:pt x="15905" y="12072"/>
                  </a:cubicBezTo>
                  <a:lnTo>
                    <a:pt x="16688" y="8763"/>
                  </a:lnTo>
                  <a:lnTo>
                    <a:pt x="17719" y="4493"/>
                  </a:lnTo>
                  <a:cubicBezTo>
                    <a:pt x="17755" y="4422"/>
                    <a:pt x="17719" y="4351"/>
                    <a:pt x="17684" y="4280"/>
                  </a:cubicBezTo>
                  <a:lnTo>
                    <a:pt x="17684" y="4280"/>
                  </a:lnTo>
                  <a:lnTo>
                    <a:pt x="17755" y="4315"/>
                  </a:lnTo>
                  <a:cubicBezTo>
                    <a:pt x="17719" y="4244"/>
                    <a:pt x="17648" y="4209"/>
                    <a:pt x="17577" y="4209"/>
                  </a:cubicBezTo>
                  <a:lnTo>
                    <a:pt x="7721" y="1789"/>
                  </a:lnTo>
                  <a:cubicBezTo>
                    <a:pt x="7708" y="1788"/>
                    <a:pt x="7696" y="1787"/>
                    <a:pt x="7684" y="1787"/>
                  </a:cubicBezTo>
                  <a:cubicBezTo>
                    <a:pt x="7393" y="1787"/>
                    <a:pt x="7306" y="2185"/>
                    <a:pt x="7579" y="2287"/>
                  </a:cubicBezTo>
                  <a:lnTo>
                    <a:pt x="11101" y="3141"/>
                  </a:lnTo>
                  <a:cubicBezTo>
                    <a:pt x="10461" y="3284"/>
                    <a:pt x="9856" y="3604"/>
                    <a:pt x="9322" y="3995"/>
                  </a:cubicBezTo>
                  <a:cubicBezTo>
                    <a:pt x="7899" y="5098"/>
                    <a:pt x="7223" y="6948"/>
                    <a:pt x="7650" y="8727"/>
                  </a:cubicBezTo>
                  <a:lnTo>
                    <a:pt x="2953" y="3070"/>
                  </a:lnTo>
                  <a:cubicBezTo>
                    <a:pt x="3416" y="2608"/>
                    <a:pt x="3772" y="2038"/>
                    <a:pt x="3985" y="1433"/>
                  </a:cubicBezTo>
                  <a:lnTo>
                    <a:pt x="6369" y="2003"/>
                  </a:lnTo>
                  <a:cubicBezTo>
                    <a:pt x="6393" y="2007"/>
                    <a:pt x="6415" y="2010"/>
                    <a:pt x="6437" y="2010"/>
                  </a:cubicBezTo>
                  <a:cubicBezTo>
                    <a:pt x="6737" y="2010"/>
                    <a:pt x="6810" y="1571"/>
                    <a:pt x="6511" y="1505"/>
                  </a:cubicBezTo>
                  <a:lnTo>
                    <a:pt x="356" y="10"/>
                  </a:lnTo>
                  <a:cubicBezTo>
                    <a:pt x="336" y="4"/>
                    <a:pt x="317" y="1"/>
                    <a:pt x="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4"/>
            <p:cNvSpPr/>
            <p:nvPr/>
          </p:nvSpPr>
          <p:spPr>
            <a:xfrm>
              <a:off x="1809592" y="1948665"/>
              <a:ext cx="13650" cy="19517"/>
            </a:xfrm>
            <a:custGeom>
              <a:rect b="b" l="l" r="r" t="t"/>
              <a:pathLst>
                <a:path extrusionOk="0" h="968" w="677">
                  <a:moveTo>
                    <a:pt x="407" y="0"/>
                  </a:moveTo>
                  <a:cubicBezTo>
                    <a:pt x="285" y="0"/>
                    <a:pt x="173" y="97"/>
                    <a:pt x="143" y="220"/>
                  </a:cubicBezTo>
                  <a:lnTo>
                    <a:pt x="36" y="647"/>
                  </a:lnTo>
                  <a:cubicBezTo>
                    <a:pt x="0" y="790"/>
                    <a:pt x="71" y="932"/>
                    <a:pt x="214" y="968"/>
                  </a:cubicBezTo>
                  <a:lnTo>
                    <a:pt x="285" y="968"/>
                  </a:lnTo>
                  <a:cubicBezTo>
                    <a:pt x="392" y="968"/>
                    <a:pt x="498" y="897"/>
                    <a:pt x="534" y="754"/>
                  </a:cubicBezTo>
                  <a:lnTo>
                    <a:pt x="641" y="327"/>
                  </a:lnTo>
                  <a:cubicBezTo>
                    <a:pt x="676" y="185"/>
                    <a:pt x="570" y="43"/>
                    <a:pt x="463" y="7"/>
                  </a:cubicBezTo>
                  <a:cubicBezTo>
                    <a:pt x="444" y="2"/>
                    <a:pt x="425" y="0"/>
                    <a:pt x="4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4"/>
            <p:cNvSpPr/>
            <p:nvPr/>
          </p:nvSpPr>
          <p:spPr>
            <a:xfrm>
              <a:off x="1802414" y="1977498"/>
              <a:ext cx="13650" cy="19376"/>
            </a:xfrm>
            <a:custGeom>
              <a:rect b="b" l="l" r="r" t="t"/>
              <a:pathLst>
                <a:path extrusionOk="0" h="961" w="677">
                  <a:moveTo>
                    <a:pt x="463" y="0"/>
                  </a:moveTo>
                  <a:cubicBezTo>
                    <a:pt x="321" y="0"/>
                    <a:pt x="178" y="71"/>
                    <a:pt x="143" y="214"/>
                  </a:cubicBezTo>
                  <a:lnTo>
                    <a:pt x="36" y="641"/>
                  </a:lnTo>
                  <a:cubicBezTo>
                    <a:pt x="0" y="783"/>
                    <a:pt x="72" y="925"/>
                    <a:pt x="214" y="961"/>
                  </a:cubicBezTo>
                  <a:lnTo>
                    <a:pt x="285" y="961"/>
                  </a:lnTo>
                  <a:cubicBezTo>
                    <a:pt x="392" y="961"/>
                    <a:pt x="499" y="890"/>
                    <a:pt x="534" y="783"/>
                  </a:cubicBezTo>
                  <a:lnTo>
                    <a:pt x="641" y="320"/>
                  </a:lnTo>
                  <a:cubicBezTo>
                    <a:pt x="676" y="178"/>
                    <a:pt x="605" y="36"/>
                    <a:pt x="4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4"/>
            <p:cNvSpPr/>
            <p:nvPr/>
          </p:nvSpPr>
          <p:spPr>
            <a:xfrm>
              <a:off x="1796667" y="2007439"/>
              <a:ext cx="15082" cy="15263"/>
            </a:xfrm>
            <a:custGeom>
              <a:rect b="b" l="l" r="r" t="t"/>
              <a:pathLst>
                <a:path extrusionOk="0" h="757" w="748">
                  <a:moveTo>
                    <a:pt x="319" y="1"/>
                  </a:moveTo>
                  <a:cubicBezTo>
                    <a:pt x="204" y="1"/>
                    <a:pt x="101" y="70"/>
                    <a:pt x="72" y="188"/>
                  </a:cubicBezTo>
                  <a:lnTo>
                    <a:pt x="36" y="401"/>
                  </a:lnTo>
                  <a:cubicBezTo>
                    <a:pt x="1" y="543"/>
                    <a:pt x="72" y="686"/>
                    <a:pt x="214" y="721"/>
                  </a:cubicBezTo>
                  <a:lnTo>
                    <a:pt x="428" y="757"/>
                  </a:lnTo>
                  <a:lnTo>
                    <a:pt x="463" y="757"/>
                  </a:lnTo>
                  <a:cubicBezTo>
                    <a:pt x="606" y="757"/>
                    <a:pt x="712" y="686"/>
                    <a:pt x="712" y="543"/>
                  </a:cubicBezTo>
                  <a:cubicBezTo>
                    <a:pt x="748" y="437"/>
                    <a:pt x="712" y="294"/>
                    <a:pt x="570" y="259"/>
                  </a:cubicBezTo>
                  <a:cubicBezTo>
                    <a:pt x="606" y="152"/>
                    <a:pt x="499" y="45"/>
                    <a:pt x="392" y="10"/>
                  </a:cubicBezTo>
                  <a:cubicBezTo>
                    <a:pt x="368" y="4"/>
                    <a:pt x="343"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4"/>
            <p:cNvSpPr/>
            <p:nvPr/>
          </p:nvSpPr>
          <p:spPr>
            <a:xfrm>
              <a:off x="1848586" y="2024073"/>
              <a:ext cx="23913" cy="12299"/>
            </a:xfrm>
            <a:custGeom>
              <a:rect b="b" l="l" r="r" t="t"/>
              <a:pathLst>
                <a:path extrusionOk="0" h="610" w="1186">
                  <a:moveTo>
                    <a:pt x="377" y="1"/>
                  </a:moveTo>
                  <a:cubicBezTo>
                    <a:pt x="87" y="1"/>
                    <a:pt x="0" y="399"/>
                    <a:pt x="308" y="501"/>
                  </a:cubicBezTo>
                  <a:lnTo>
                    <a:pt x="735" y="608"/>
                  </a:lnTo>
                  <a:lnTo>
                    <a:pt x="806" y="608"/>
                  </a:lnTo>
                  <a:cubicBezTo>
                    <a:pt x="817" y="609"/>
                    <a:pt x="828" y="610"/>
                    <a:pt x="838" y="610"/>
                  </a:cubicBezTo>
                  <a:cubicBezTo>
                    <a:pt x="1131" y="610"/>
                    <a:pt x="1185" y="144"/>
                    <a:pt x="842" y="110"/>
                  </a:cubicBezTo>
                  <a:lnTo>
                    <a:pt x="877" y="110"/>
                  </a:lnTo>
                  <a:lnTo>
                    <a:pt x="415" y="3"/>
                  </a:lnTo>
                  <a:cubicBezTo>
                    <a:pt x="402" y="2"/>
                    <a:pt x="389" y="1"/>
                    <a:pt x="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1820338" y="2016815"/>
              <a:ext cx="20828" cy="13065"/>
            </a:xfrm>
            <a:custGeom>
              <a:rect b="b" l="l" r="r" t="t"/>
              <a:pathLst>
                <a:path extrusionOk="0" h="648" w="1033">
                  <a:moveTo>
                    <a:pt x="301" y="0"/>
                  </a:moveTo>
                  <a:cubicBezTo>
                    <a:pt x="179" y="0"/>
                    <a:pt x="67" y="97"/>
                    <a:pt x="37" y="221"/>
                  </a:cubicBezTo>
                  <a:cubicBezTo>
                    <a:pt x="1" y="363"/>
                    <a:pt x="108" y="505"/>
                    <a:pt x="250" y="541"/>
                  </a:cubicBezTo>
                  <a:lnTo>
                    <a:pt x="677" y="648"/>
                  </a:lnTo>
                  <a:lnTo>
                    <a:pt x="748" y="648"/>
                  </a:lnTo>
                  <a:cubicBezTo>
                    <a:pt x="855" y="648"/>
                    <a:pt x="962" y="541"/>
                    <a:pt x="997" y="434"/>
                  </a:cubicBezTo>
                  <a:cubicBezTo>
                    <a:pt x="1033" y="292"/>
                    <a:pt x="962" y="149"/>
                    <a:pt x="819" y="114"/>
                  </a:cubicBezTo>
                  <a:lnTo>
                    <a:pt x="357" y="7"/>
                  </a:lnTo>
                  <a:cubicBezTo>
                    <a:pt x="338" y="2"/>
                    <a:pt x="319"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1" name="Shape 1611"/>
        <p:cNvGrpSpPr/>
        <p:nvPr/>
      </p:nvGrpSpPr>
      <p:grpSpPr>
        <a:xfrm>
          <a:off x="0" y="0"/>
          <a:ext cx="0" cy="0"/>
          <a:chOff x="0" y="0"/>
          <a:chExt cx="0" cy="0"/>
        </a:xfrm>
      </p:grpSpPr>
      <p:sp>
        <p:nvSpPr>
          <p:cNvPr id="1612" name="Google Shape;1612;p45"/>
          <p:cNvSpPr txBox="1"/>
          <p:nvPr>
            <p:ph idx="6" type="title"/>
          </p:nvPr>
        </p:nvSpPr>
        <p:spPr>
          <a:xfrm>
            <a:off x="720000" y="805025"/>
            <a:ext cx="7704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STEPS TO PERFORM IN A FRACTION</a:t>
            </a:r>
            <a:endParaRPr/>
          </a:p>
        </p:txBody>
      </p:sp>
      <p:sp>
        <p:nvSpPr>
          <p:cNvPr id="1613" name="Google Shape;1613;p45"/>
          <p:cNvSpPr txBox="1"/>
          <p:nvPr>
            <p:ph type="title"/>
          </p:nvPr>
        </p:nvSpPr>
        <p:spPr>
          <a:xfrm>
            <a:off x="720000" y="2804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SIMPLIFY</a:t>
            </a:r>
            <a:endParaRPr/>
          </a:p>
        </p:txBody>
      </p:sp>
      <p:sp>
        <p:nvSpPr>
          <p:cNvPr id="1614" name="Google Shape;1614;p45"/>
          <p:cNvSpPr txBox="1"/>
          <p:nvPr>
            <p:ph idx="1" type="subTitle"/>
          </p:nvPr>
        </p:nvSpPr>
        <p:spPr>
          <a:xfrm>
            <a:off x="720000" y="3390854"/>
            <a:ext cx="2336400" cy="65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1615" name="Google Shape;1615;p45"/>
          <p:cNvSpPr txBox="1"/>
          <p:nvPr>
            <p:ph idx="2" type="title"/>
          </p:nvPr>
        </p:nvSpPr>
        <p:spPr>
          <a:xfrm>
            <a:off x="3403800" y="2804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COMPARE</a:t>
            </a:r>
            <a:endParaRPr/>
          </a:p>
        </p:txBody>
      </p:sp>
      <p:sp>
        <p:nvSpPr>
          <p:cNvPr id="1616" name="Google Shape;1616;p45"/>
          <p:cNvSpPr txBox="1"/>
          <p:nvPr>
            <p:ph idx="3" type="subTitle"/>
          </p:nvPr>
        </p:nvSpPr>
        <p:spPr>
          <a:xfrm>
            <a:off x="3403800" y="3390854"/>
            <a:ext cx="2336400" cy="65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617" name="Google Shape;1617;p45"/>
          <p:cNvSpPr txBox="1"/>
          <p:nvPr>
            <p:ph idx="4" type="title"/>
          </p:nvPr>
        </p:nvSpPr>
        <p:spPr>
          <a:xfrm>
            <a:off x="6087600" y="2804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ROUND</a:t>
            </a:r>
            <a:endParaRPr/>
          </a:p>
        </p:txBody>
      </p:sp>
      <p:sp>
        <p:nvSpPr>
          <p:cNvPr id="1618" name="Google Shape;1618;p45"/>
          <p:cNvSpPr txBox="1"/>
          <p:nvPr>
            <p:ph idx="5" type="subTitle"/>
          </p:nvPr>
        </p:nvSpPr>
        <p:spPr>
          <a:xfrm>
            <a:off x="6087600" y="3390854"/>
            <a:ext cx="2336400" cy="65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619" name="Google Shape;1619;p45"/>
          <p:cNvGrpSpPr/>
          <p:nvPr/>
        </p:nvGrpSpPr>
        <p:grpSpPr>
          <a:xfrm>
            <a:off x="6994163" y="2030142"/>
            <a:ext cx="523272" cy="526184"/>
            <a:chOff x="3329763" y="1859708"/>
            <a:chExt cx="355122" cy="357098"/>
          </a:xfrm>
        </p:grpSpPr>
        <p:sp>
          <p:nvSpPr>
            <p:cNvPr id="1620" name="Google Shape;1620;p45"/>
            <p:cNvSpPr/>
            <p:nvPr/>
          </p:nvSpPr>
          <p:spPr>
            <a:xfrm>
              <a:off x="3358455" y="1935237"/>
              <a:ext cx="154969" cy="272476"/>
            </a:xfrm>
            <a:custGeom>
              <a:rect b="b" l="l" r="r" t="t"/>
              <a:pathLst>
                <a:path extrusionOk="0" h="13514" w="7686">
                  <a:moveTo>
                    <a:pt x="5892" y="0"/>
                  </a:moveTo>
                  <a:cubicBezTo>
                    <a:pt x="5272" y="0"/>
                    <a:pt x="4647" y="311"/>
                    <a:pt x="4306" y="993"/>
                  </a:cubicBezTo>
                  <a:cubicBezTo>
                    <a:pt x="3665" y="1064"/>
                    <a:pt x="3131" y="1527"/>
                    <a:pt x="3060" y="2203"/>
                  </a:cubicBezTo>
                  <a:cubicBezTo>
                    <a:pt x="1993" y="2310"/>
                    <a:pt x="1210" y="3199"/>
                    <a:pt x="1210" y="4267"/>
                  </a:cubicBezTo>
                  <a:cubicBezTo>
                    <a:pt x="1210" y="4409"/>
                    <a:pt x="1210" y="4516"/>
                    <a:pt x="1246" y="4622"/>
                  </a:cubicBezTo>
                  <a:cubicBezTo>
                    <a:pt x="0" y="5476"/>
                    <a:pt x="0" y="7291"/>
                    <a:pt x="1246" y="8145"/>
                  </a:cubicBezTo>
                  <a:cubicBezTo>
                    <a:pt x="1210" y="8252"/>
                    <a:pt x="1210" y="8358"/>
                    <a:pt x="1210" y="8501"/>
                  </a:cubicBezTo>
                  <a:cubicBezTo>
                    <a:pt x="1210" y="9533"/>
                    <a:pt x="1993" y="10458"/>
                    <a:pt x="3060" y="10564"/>
                  </a:cubicBezTo>
                  <a:lnTo>
                    <a:pt x="3060" y="10671"/>
                  </a:lnTo>
                  <a:cubicBezTo>
                    <a:pt x="3025" y="11347"/>
                    <a:pt x="3523" y="11917"/>
                    <a:pt x="4163" y="12059"/>
                  </a:cubicBezTo>
                  <a:cubicBezTo>
                    <a:pt x="4337" y="13033"/>
                    <a:pt x="5115" y="13514"/>
                    <a:pt x="5898" y="13514"/>
                  </a:cubicBezTo>
                  <a:cubicBezTo>
                    <a:pt x="6716" y="13514"/>
                    <a:pt x="7540" y="12989"/>
                    <a:pt x="7686" y="11952"/>
                  </a:cubicBezTo>
                  <a:lnTo>
                    <a:pt x="7686" y="1669"/>
                  </a:lnTo>
                  <a:cubicBezTo>
                    <a:pt x="7624" y="611"/>
                    <a:pt x="6762" y="0"/>
                    <a:pt x="58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5"/>
            <p:cNvSpPr/>
            <p:nvPr/>
          </p:nvSpPr>
          <p:spPr>
            <a:xfrm>
              <a:off x="3513403" y="1933362"/>
              <a:ext cx="154989" cy="277577"/>
            </a:xfrm>
            <a:custGeom>
              <a:rect b="b" l="l" r="r" t="t"/>
              <a:pathLst>
                <a:path extrusionOk="0" h="13767" w="7687">
                  <a:moveTo>
                    <a:pt x="1777" y="0"/>
                  </a:moveTo>
                  <a:cubicBezTo>
                    <a:pt x="887" y="0"/>
                    <a:pt x="1" y="648"/>
                    <a:pt x="1" y="1762"/>
                  </a:cubicBezTo>
                  <a:lnTo>
                    <a:pt x="1" y="12045"/>
                  </a:lnTo>
                  <a:cubicBezTo>
                    <a:pt x="19" y="13188"/>
                    <a:pt x="889" y="13767"/>
                    <a:pt x="1760" y="13767"/>
                  </a:cubicBezTo>
                  <a:cubicBezTo>
                    <a:pt x="2597" y="13767"/>
                    <a:pt x="3436" y="13233"/>
                    <a:pt x="3523" y="12152"/>
                  </a:cubicBezTo>
                  <a:cubicBezTo>
                    <a:pt x="4164" y="12010"/>
                    <a:pt x="4626" y="11440"/>
                    <a:pt x="4626" y="10764"/>
                  </a:cubicBezTo>
                  <a:cubicBezTo>
                    <a:pt x="4626" y="10729"/>
                    <a:pt x="4626" y="10693"/>
                    <a:pt x="4626" y="10657"/>
                  </a:cubicBezTo>
                  <a:cubicBezTo>
                    <a:pt x="5694" y="10551"/>
                    <a:pt x="6477" y="9626"/>
                    <a:pt x="6477" y="8594"/>
                  </a:cubicBezTo>
                  <a:cubicBezTo>
                    <a:pt x="6477" y="8451"/>
                    <a:pt x="6441" y="8345"/>
                    <a:pt x="6441" y="8238"/>
                  </a:cubicBezTo>
                  <a:cubicBezTo>
                    <a:pt x="7686" y="7384"/>
                    <a:pt x="7686" y="5569"/>
                    <a:pt x="6441" y="4715"/>
                  </a:cubicBezTo>
                  <a:cubicBezTo>
                    <a:pt x="6441" y="4609"/>
                    <a:pt x="6477" y="4502"/>
                    <a:pt x="6477" y="4360"/>
                  </a:cubicBezTo>
                  <a:cubicBezTo>
                    <a:pt x="6477" y="3292"/>
                    <a:pt x="5658" y="2403"/>
                    <a:pt x="4626" y="2296"/>
                  </a:cubicBezTo>
                  <a:cubicBezTo>
                    <a:pt x="4520" y="1620"/>
                    <a:pt x="4021" y="1157"/>
                    <a:pt x="3381" y="1086"/>
                  </a:cubicBezTo>
                  <a:cubicBezTo>
                    <a:pt x="3067" y="339"/>
                    <a:pt x="2421" y="0"/>
                    <a:pt x="1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5"/>
            <p:cNvSpPr/>
            <p:nvPr/>
          </p:nvSpPr>
          <p:spPr>
            <a:xfrm>
              <a:off x="3329763" y="1902171"/>
              <a:ext cx="116237" cy="99724"/>
            </a:xfrm>
            <a:custGeom>
              <a:rect b="b" l="l" r="r" t="t"/>
              <a:pathLst>
                <a:path extrusionOk="0" h="4946" w="5765">
                  <a:moveTo>
                    <a:pt x="3309" y="0"/>
                  </a:moveTo>
                  <a:cubicBezTo>
                    <a:pt x="1103" y="0"/>
                    <a:pt x="0" y="2669"/>
                    <a:pt x="1566" y="4234"/>
                  </a:cubicBezTo>
                  <a:cubicBezTo>
                    <a:pt x="2069" y="4726"/>
                    <a:pt x="2682" y="4946"/>
                    <a:pt x="3282" y="4946"/>
                  </a:cubicBezTo>
                  <a:cubicBezTo>
                    <a:pt x="4551" y="4946"/>
                    <a:pt x="5764" y="3964"/>
                    <a:pt x="5764" y="2491"/>
                  </a:cubicBezTo>
                  <a:cubicBezTo>
                    <a:pt x="5764" y="1103"/>
                    <a:pt x="4661" y="0"/>
                    <a:pt x="33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5"/>
            <p:cNvSpPr/>
            <p:nvPr/>
          </p:nvSpPr>
          <p:spPr>
            <a:xfrm>
              <a:off x="3563628" y="1902171"/>
              <a:ext cx="116237" cy="99724"/>
            </a:xfrm>
            <a:custGeom>
              <a:rect b="b" l="l" r="r" t="t"/>
              <a:pathLst>
                <a:path extrusionOk="0" h="4946" w="5765">
                  <a:moveTo>
                    <a:pt x="3309" y="0"/>
                  </a:moveTo>
                  <a:cubicBezTo>
                    <a:pt x="1103" y="36"/>
                    <a:pt x="0" y="2669"/>
                    <a:pt x="1566" y="4234"/>
                  </a:cubicBezTo>
                  <a:cubicBezTo>
                    <a:pt x="2069" y="4726"/>
                    <a:pt x="2682" y="4946"/>
                    <a:pt x="3282" y="4946"/>
                  </a:cubicBezTo>
                  <a:cubicBezTo>
                    <a:pt x="4551" y="4946"/>
                    <a:pt x="5765" y="3964"/>
                    <a:pt x="5765" y="2491"/>
                  </a:cubicBezTo>
                  <a:cubicBezTo>
                    <a:pt x="5765" y="1103"/>
                    <a:pt x="4662" y="0"/>
                    <a:pt x="33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5"/>
            <p:cNvSpPr/>
            <p:nvPr/>
          </p:nvSpPr>
          <p:spPr>
            <a:xfrm>
              <a:off x="3446686" y="1863418"/>
              <a:ext cx="116237" cy="99482"/>
            </a:xfrm>
            <a:custGeom>
              <a:rect b="b" l="l" r="r" t="t"/>
              <a:pathLst>
                <a:path extrusionOk="0" h="4934" w="5765">
                  <a:moveTo>
                    <a:pt x="3310" y="1"/>
                  </a:moveTo>
                  <a:cubicBezTo>
                    <a:pt x="1104" y="1"/>
                    <a:pt x="1" y="2669"/>
                    <a:pt x="1566" y="4199"/>
                  </a:cubicBezTo>
                  <a:cubicBezTo>
                    <a:pt x="2074" y="4707"/>
                    <a:pt x="2693" y="4934"/>
                    <a:pt x="3299" y="4934"/>
                  </a:cubicBezTo>
                  <a:cubicBezTo>
                    <a:pt x="4562" y="4934"/>
                    <a:pt x="5765" y="3947"/>
                    <a:pt x="5765" y="2456"/>
                  </a:cubicBezTo>
                  <a:cubicBezTo>
                    <a:pt x="5765" y="1104"/>
                    <a:pt x="4662" y="1"/>
                    <a:pt x="3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5"/>
            <p:cNvSpPr/>
            <p:nvPr/>
          </p:nvSpPr>
          <p:spPr>
            <a:xfrm>
              <a:off x="3377286" y="1923684"/>
              <a:ext cx="23872" cy="58128"/>
            </a:xfrm>
            <a:custGeom>
              <a:rect b="b" l="l" r="r" t="t"/>
              <a:pathLst>
                <a:path extrusionOk="0" h="2883" w="1184">
                  <a:moveTo>
                    <a:pt x="899" y="1"/>
                  </a:moveTo>
                  <a:cubicBezTo>
                    <a:pt x="756" y="1"/>
                    <a:pt x="614" y="72"/>
                    <a:pt x="632" y="214"/>
                  </a:cubicBezTo>
                  <a:lnTo>
                    <a:pt x="632" y="321"/>
                  </a:lnTo>
                  <a:cubicBezTo>
                    <a:pt x="632" y="499"/>
                    <a:pt x="490" y="641"/>
                    <a:pt x="312" y="641"/>
                  </a:cubicBezTo>
                  <a:cubicBezTo>
                    <a:pt x="302" y="640"/>
                    <a:pt x="294" y="640"/>
                    <a:pt x="285" y="640"/>
                  </a:cubicBezTo>
                  <a:cubicBezTo>
                    <a:pt x="0" y="640"/>
                    <a:pt x="0" y="1176"/>
                    <a:pt x="285" y="1176"/>
                  </a:cubicBezTo>
                  <a:cubicBezTo>
                    <a:pt x="294" y="1176"/>
                    <a:pt x="302" y="1176"/>
                    <a:pt x="312" y="1175"/>
                  </a:cubicBezTo>
                  <a:cubicBezTo>
                    <a:pt x="418" y="1175"/>
                    <a:pt x="525" y="1139"/>
                    <a:pt x="632" y="1104"/>
                  </a:cubicBezTo>
                  <a:lnTo>
                    <a:pt x="632" y="2598"/>
                  </a:lnTo>
                  <a:cubicBezTo>
                    <a:pt x="632" y="2740"/>
                    <a:pt x="739" y="2883"/>
                    <a:pt x="917" y="2883"/>
                  </a:cubicBezTo>
                  <a:cubicBezTo>
                    <a:pt x="1059" y="2847"/>
                    <a:pt x="1166" y="2740"/>
                    <a:pt x="1166" y="2598"/>
                  </a:cubicBezTo>
                  <a:lnTo>
                    <a:pt x="1166" y="214"/>
                  </a:lnTo>
                  <a:cubicBezTo>
                    <a:pt x="1183" y="72"/>
                    <a:pt x="1041" y="1"/>
                    <a:pt x="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5"/>
            <p:cNvSpPr/>
            <p:nvPr/>
          </p:nvSpPr>
          <p:spPr>
            <a:xfrm>
              <a:off x="3330469" y="1859708"/>
              <a:ext cx="354416" cy="357098"/>
            </a:xfrm>
            <a:custGeom>
              <a:rect b="b" l="l" r="r" t="t"/>
              <a:pathLst>
                <a:path extrusionOk="0" h="17711" w="17578">
                  <a:moveTo>
                    <a:pt x="11422" y="4028"/>
                  </a:moveTo>
                  <a:cubicBezTo>
                    <a:pt x="11636" y="4134"/>
                    <a:pt x="11849" y="4277"/>
                    <a:pt x="11991" y="4490"/>
                  </a:cubicBezTo>
                  <a:cubicBezTo>
                    <a:pt x="11209" y="4632"/>
                    <a:pt x="10639" y="5309"/>
                    <a:pt x="10639" y="6127"/>
                  </a:cubicBezTo>
                  <a:cubicBezTo>
                    <a:pt x="10622" y="6269"/>
                    <a:pt x="10764" y="6340"/>
                    <a:pt x="10906" y="6340"/>
                  </a:cubicBezTo>
                  <a:cubicBezTo>
                    <a:pt x="11049" y="6340"/>
                    <a:pt x="11191" y="6269"/>
                    <a:pt x="11173" y="6127"/>
                  </a:cubicBezTo>
                  <a:cubicBezTo>
                    <a:pt x="11173" y="5522"/>
                    <a:pt x="11600" y="5024"/>
                    <a:pt x="12169" y="4988"/>
                  </a:cubicBezTo>
                  <a:cubicBezTo>
                    <a:pt x="12383" y="6305"/>
                    <a:pt x="13521" y="7301"/>
                    <a:pt x="14873" y="7301"/>
                  </a:cubicBezTo>
                  <a:lnTo>
                    <a:pt x="15123" y="7301"/>
                  </a:lnTo>
                  <a:cubicBezTo>
                    <a:pt x="15229" y="7515"/>
                    <a:pt x="15265" y="7728"/>
                    <a:pt x="15265" y="7941"/>
                  </a:cubicBezTo>
                  <a:cubicBezTo>
                    <a:pt x="14980" y="7835"/>
                    <a:pt x="14660" y="7764"/>
                    <a:pt x="14340" y="7764"/>
                  </a:cubicBezTo>
                  <a:cubicBezTo>
                    <a:pt x="13735" y="7764"/>
                    <a:pt x="13166" y="7977"/>
                    <a:pt x="12703" y="8404"/>
                  </a:cubicBezTo>
                  <a:cubicBezTo>
                    <a:pt x="12632" y="8511"/>
                    <a:pt x="12632" y="8653"/>
                    <a:pt x="12703" y="8760"/>
                  </a:cubicBezTo>
                  <a:cubicBezTo>
                    <a:pt x="12756" y="8813"/>
                    <a:pt x="12828" y="8840"/>
                    <a:pt x="12899" y="8840"/>
                  </a:cubicBezTo>
                  <a:cubicBezTo>
                    <a:pt x="12970" y="8840"/>
                    <a:pt x="13041" y="8813"/>
                    <a:pt x="13094" y="8760"/>
                  </a:cubicBezTo>
                  <a:cubicBezTo>
                    <a:pt x="13433" y="8441"/>
                    <a:pt x="13884" y="8278"/>
                    <a:pt x="14340" y="8278"/>
                  </a:cubicBezTo>
                  <a:cubicBezTo>
                    <a:pt x="14698" y="8278"/>
                    <a:pt x="15059" y="8379"/>
                    <a:pt x="15372" y="8582"/>
                  </a:cubicBezTo>
                  <a:cubicBezTo>
                    <a:pt x="15407" y="8618"/>
                    <a:pt x="15443" y="8618"/>
                    <a:pt x="15478" y="8653"/>
                  </a:cubicBezTo>
                  <a:cubicBezTo>
                    <a:pt x="15941" y="9009"/>
                    <a:pt x="16190" y="9543"/>
                    <a:pt x="16190" y="10112"/>
                  </a:cubicBezTo>
                  <a:cubicBezTo>
                    <a:pt x="16190" y="10610"/>
                    <a:pt x="15976" y="11073"/>
                    <a:pt x="15656" y="11393"/>
                  </a:cubicBezTo>
                  <a:cubicBezTo>
                    <a:pt x="15478" y="10895"/>
                    <a:pt x="15123" y="10468"/>
                    <a:pt x="14660" y="10183"/>
                  </a:cubicBezTo>
                  <a:cubicBezTo>
                    <a:pt x="14624" y="10159"/>
                    <a:pt x="14581" y="10148"/>
                    <a:pt x="14536" y="10148"/>
                  </a:cubicBezTo>
                  <a:cubicBezTo>
                    <a:pt x="14447" y="10148"/>
                    <a:pt x="14352" y="10195"/>
                    <a:pt x="14304" y="10290"/>
                  </a:cubicBezTo>
                  <a:cubicBezTo>
                    <a:pt x="14233" y="10397"/>
                    <a:pt x="14269" y="10574"/>
                    <a:pt x="14411" y="10646"/>
                  </a:cubicBezTo>
                  <a:cubicBezTo>
                    <a:pt x="14945" y="10966"/>
                    <a:pt x="15300" y="11571"/>
                    <a:pt x="15300" y="12211"/>
                  </a:cubicBezTo>
                  <a:cubicBezTo>
                    <a:pt x="15300" y="13136"/>
                    <a:pt x="14624" y="13919"/>
                    <a:pt x="13699" y="14061"/>
                  </a:cubicBezTo>
                  <a:cubicBezTo>
                    <a:pt x="13343" y="14026"/>
                    <a:pt x="13023" y="13955"/>
                    <a:pt x="12739" y="13777"/>
                  </a:cubicBezTo>
                  <a:cubicBezTo>
                    <a:pt x="12681" y="13738"/>
                    <a:pt x="12625" y="13722"/>
                    <a:pt x="12574" y="13722"/>
                  </a:cubicBezTo>
                  <a:cubicBezTo>
                    <a:pt x="12346" y="13722"/>
                    <a:pt x="12221" y="14058"/>
                    <a:pt x="12454" y="14204"/>
                  </a:cubicBezTo>
                  <a:cubicBezTo>
                    <a:pt x="12739" y="14382"/>
                    <a:pt x="13094" y="14524"/>
                    <a:pt x="13450" y="14560"/>
                  </a:cubicBezTo>
                  <a:cubicBezTo>
                    <a:pt x="13379" y="15022"/>
                    <a:pt x="13023" y="15413"/>
                    <a:pt x="12561" y="15520"/>
                  </a:cubicBezTo>
                  <a:cubicBezTo>
                    <a:pt x="11920" y="15485"/>
                    <a:pt x="11458" y="14986"/>
                    <a:pt x="11458" y="14346"/>
                  </a:cubicBezTo>
                  <a:cubicBezTo>
                    <a:pt x="11422" y="14204"/>
                    <a:pt x="11298" y="14133"/>
                    <a:pt x="11178" y="14133"/>
                  </a:cubicBezTo>
                  <a:cubicBezTo>
                    <a:pt x="11057" y="14133"/>
                    <a:pt x="10942" y="14204"/>
                    <a:pt x="10924" y="14346"/>
                  </a:cubicBezTo>
                  <a:cubicBezTo>
                    <a:pt x="10924" y="15164"/>
                    <a:pt x="11493" y="15876"/>
                    <a:pt x="12276" y="16018"/>
                  </a:cubicBezTo>
                  <a:cubicBezTo>
                    <a:pt x="12112" y="16821"/>
                    <a:pt x="11474" y="17201"/>
                    <a:pt x="10832" y="17201"/>
                  </a:cubicBezTo>
                  <a:cubicBezTo>
                    <a:pt x="10080" y="17201"/>
                    <a:pt x="9323" y="16678"/>
                    <a:pt x="9323" y="15698"/>
                  </a:cubicBezTo>
                  <a:lnTo>
                    <a:pt x="9323" y="12994"/>
                  </a:lnTo>
                  <a:cubicBezTo>
                    <a:pt x="9572" y="13136"/>
                    <a:pt x="9821" y="13243"/>
                    <a:pt x="10106" y="13243"/>
                  </a:cubicBezTo>
                  <a:cubicBezTo>
                    <a:pt x="10461" y="13243"/>
                    <a:pt x="10461" y="12709"/>
                    <a:pt x="10106" y="12709"/>
                  </a:cubicBezTo>
                  <a:cubicBezTo>
                    <a:pt x="9679" y="12709"/>
                    <a:pt x="9323" y="12354"/>
                    <a:pt x="9323" y="11962"/>
                  </a:cubicBezTo>
                  <a:lnTo>
                    <a:pt x="9323" y="10752"/>
                  </a:lnTo>
                  <a:cubicBezTo>
                    <a:pt x="9643" y="10930"/>
                    <a:pt x="9999" y="11037"/>
                    <a:pt x="10355" y="11073"/>
                  </a:cubicBezTo>
                  <a:lnTo>
                    <a:pt x="10390" y="11073"/>
                  </a:lnTo>
                  <a:cubicBezTo>
                    <a:pt x="10497" y="11073"/>
                    <a:pt x="10604" y="11001"/>
                    <a:pt x="10639" y="10859"/>
                  </a:cubicBezTo>
                  <a:cubicBezTo>
                    <a:pt x="10639" y="10717"/>
                    <a:pt x="10533" y="10574"/>
                    <a:pt x="10390" y="10574"/>
                  </a:cubicBezTo>
                  <a:cubicBezTo>
                    <a:pt x="9999" y="10539"/>
                    <a:pt x="9643" y="10361"/>
                    <a:pt x="9323" y="10112"/>
                  </a:cubicBezTo>
                  <a:lnTo>
                    <a:pt x="9323" y="8511"/>
                  </a:lnTo>
                  <a:cubicBezTo>
                    <a:pt x="9572" y="8689"/>
                    <a:pt x="9821" y="8795"/>
                    <a:pt x="10106" y="8795"/>
                  </a:cubicBezTo>
                  <a:cubicBezTo>
                    <a:pt x="10390" y="8724"/>
                    <a:pt x="10390" y="8297"/>
                    <a:pt x="10106" y="8262"/>
                  </a:cubicBezTo>
                  <a:cubicBezTo>
                    <a:pt x="9679" y="8262"/>
                    <a:pt x="9323" y="7906"/>
                    <a:pt x="9323" y="7515"/>
                  </a:cubicBezTo>
                  <a:lnTo>
                    <a:pt x="9323" y="5380"/>
                  </a:lnTo>
                  <a:cubicBezTo>
                    <a:pt x="10212" y="5273"/>
                    <a:pt x="10960" y="4775"/>
                    <a:pt x="11422" y="4028"/>
                  </a:cubicBezTo>
                  <a:close/>
                  <a:moveTo>
                    <a:pt x="6725" y="4028"/>
                  </a:moveTo>
                  <a:cubicBezTo>
                    <a:pt x="7152" y="4775"/>
                    <a:pt x="7935" y="5273"/>
                    <a:pt x="8789" y="5380"/>
                  </a:cubicBezTo>
                  <a:lnTo>
                    <a:pt x="8789" y="7515"/>
                  </a:lnTo>
                  <a:cubicBezTo>
                    <a:pt x="8789" y="7941"/>
                    <a:pt x="8469" y="8262"/>
                    <a:pt x="8042" y="8262"/>
                  </a:cubicBezTo>
                  <a:cubicBezTo>
                    <a:pt x="8034" y="8261"/>
                    <a:pt x="8026" y="8260"/>
                    <a:pt x="8018" y="8260"/>
                  </a:cubicBezTo>
                  <a:cubicBezTo>
                    <a:pt x="7765" y="8260"/>
                    <a:pt x="7765" y="8797"/>
                    <a:pt x="8018" y="8797"/>
                  </a:cubicBezTo>
                  <a:cubicBezTo>
                    <a:pt x="8026" y="8797"/>
                    <a:pt x="8034" y="8796"/>
                    <a:pt x="8042" y="8795"/>
                  </a:cubicBezTo>
                  <a:cubicBezTo>
                    <a:pt x="8327" y="8795"/>
                    <a:pt x="8576" y="8689"/>
                    <a:pt x="8789" y="8546"/>
                  </a:cubicBezTo>
                  <a:lnTo>
                    <a:pt x="8789" y="10112"/>
                  </a:lnTo>
                  <a:cubicBezTo>
                    <a:pt x="8505" y="10361"/>
                    <a:pt x="8113" y="10503"/>
                    <a:pt x="7722" y="10539"/>
                  </a:cubicBezTo>
                  <a:cubicBezTo>
                    <a:pt x="7579" y="10574"/>
                    <a:pt x="7473" y="10681"/>
                    <a:pt x="7508" y="10824"/>
                  </a:cubicBezTo>
                  <a:cubicBezTo>
                    <a:pt x="7508" y="10966"/>
                    <a:pt x="7615" y="11073"/>
                    <a:pt x="7757" y="11073"/>
                  </a:cubicBezTo>
                  <a:lnTo>
                    <a:pt x="7793" y="11073"/>
                  </a:lnTo>
                  <a:cubicBezTo>
                    <a:pt x="8149" y="11037"/>
                    <a:pt x="8469" y="10930"/>
                    <a:pt x="8789" y="10717"/>
                  </a:cubicBezTo>
                  <a:lnTo>
                    <a:pt x="8789" y="11962"/>
                  </a:lnTo>
                  <a:cubicBezTo>
                    <a:pt x="8789" y="12389"/>
                    <a:pt x="8469" y="12709"/>
                    <a:pt x="8042" y="12709"/>
                  </a:cubicBezTo>
                  <a:cubicBezTo>
                    <a:pt x="8034" y="12708"/>
                    <a:pt x="8026" y="12708"/>
                    <a:pt x="8018" y="12708"/>
                  </a:cubicBezTo>
                  <a:cubicBezTo>
                    <a:pt x="7765" y="12708"/>
                    <a:pt x="7765" y="13245"/>
                    <a:pt x="8018" y="13245"/>
                  </a:cubicBezTo>
                  <a:cubicBezTo>
                    <a:pt x="8026" y="13245"/>
                    <a:pt x="8034" y="13244"/>
                    <a:pt x="8042" y="13243"/>
                  </a:cubicBezTo>
                  <a:cubicBezTo>
                    <a:pt x="8327" y="13243"/>
                    <a:pt x="8576" y="13172"/>
                    <a:pt x="8789" y="12994"/>
                  </a:cubicBezTo>
                  <a:lnTo>
                    <a:pt x="8789" y="15698"/>
                  </a:lnTo>
                  <a:cubicBezTo>
                    <a:pt x="8789" y="16550"/>
                    <a:pt x="8117" y="17189"/>
                    <a:pt x="7301" y="17228"/>
                  </a:cubicBezTo>
                  <a:lnTo>
                    <a:pt x="7301" y="17228"/>
                  </a:lnTo>
                  <a:cubicBezTo>
                    <a:pt x="6601" y="17214"/>
                    <a:pt x="5976" y="16720"/>
                    <a:pt x="5836" y="16018"/>
                  </a:cubicBezTo>
                  <a:cubicBezTo>
                    <a:pt x="6654" y="15876"/>
                    <a:pt x="7224" y="15200"/>
                    <a:pt x="7224" y="14382"/>
                  </a:cubicBezTo>
                  <a:cubicBezTo>
                    <a:pt x="7224" y="14204"/>
                    <a:pt x="7090" y="14115"/>
                    <a:pt x="6957" y="14115"/>
                  </a:cubicBezTo>
                  <a:cubicBezTo>
                    <a:pt x="6823" y="14115"/>
                    <a:pt x="6690" y="14204"/>
                    <a:pt x="6690" y="14382"/>
                  </a:cubicBezTo>
                  <a:cubicBezTo>
                    <a:pt x="6766" y="15088"/>
                    <a:pt x="6228" y="15477"/>
                    <a:pt x="5691" y="15477"/>
                  </a:cubicBezTo>
                  <a:cubicBezTo>
                    <a:pt x="5227" y="15477"/>
                    <a:pt x="4763" y="15186"/>
                    <a:pt x="4697" y="14560"/>
                  </a:cubicBezTo>
                  <a:cubicBezTo>
                    <a:pt x="5053" y="14524"/>
                    <a:pt x="5409" y="14417"/>
                    <a:pt x="5694" y="14239"/>
                  </a:cubicBezTo>
                  <a:cubicBezTo>
                    <a:pt x="5836" y="14133"/>
                    <a:pt x="5872" y="13990"/>
                    <a:pt x="5800" y="13848"/>
                  </a:cubicBezTo>
                  <a:cubicBezTo>
                    <a:pt x="5731" y="13779"/>
                    <a:pt x="5648" y="13740"/>
                    <a:pt x="5559" y="13740"/>
                  </a:cubicBezTo>
                  <a:cubicBezTo>
                    <a:pt x="5510" y="13740"/>
                    <a:pt x="5459" y="13752"/>
                    <a:pt x="5409" y="13777"/>
                  </a:cubicBezTo>
                  <a:cubicBezTo>
                    <a:pt x="5122" y="13974"/>
                    <a:pt x="4807" y="14063"/>
                    <a:pt x="4500" y="14063"/>
                  </a:cubicBezTo>
                  <a:cubicBezTo>
                    <a:pt x="3591" y="14063"/>
                    <a:pt x="2750" y="13284"/>
                    <a:pt x="2883" y="12247"/>
                  </a:cubicBezTo>
                  <a:cubicBezTo>
                    <a:pt x="2883" y="11606"/>
                    <a:pt x="3203" y="11001"/>
                    <a:pt x="3772" y="10681"/>
                  </a:cubicBezTo>
                  <a:cubicBezTo>
                    <a:pt x="3984" y="10499"/>
                    <a:pt x="3835" y="10188"/>
                    <a:pt x="3610" y="10188"/>
                  </a:cubicBezTo>
                  <a:cubicBezTo>
                    <a:pt x="3571" y="10188"/>
                    <a:pt x="3530" y="10198"/>
                    <a:pt x="3488" y="10219"/>
                  </a:cubicBezTo>
                  <a:cubicBezTo>
                    <a:pt x="3025" y="10503"/>
                    <a:pt x="2669" y="10930"/>
                    <a:pt x="2491" y="11428"/>
                  </a:cubicBezTo>
                  <a:cubicBezTo>
                    <a:pt x="2171" y="11073"/>
                    <a:pt x="1958" y="10610"/>
                    <a:pt x="1958" y="10148"/>
                  </a:cubicBezTo>
                  <a:cubicBezTo>
                    <a:pt x="1958" y="9578"/>
                    <a:pt x="2207" y="9044"/>
                    <a:pt x="2669" y="8689"/>
                  </a:cubicBezTo>
                  <a:lnTo>
                    <a:pt x="2776" y="8618"/>
                  </a:lnTo>
                  <a:cubicBezTo>
                    <a:pt x="3096" y="8404"/>
                    <a:pt x="3452" y="8297"/>
                    <a:pt x="3808" y="8297"/>
                  </a:cubicBezTo>
                  <a:cubicBezTo>
                    <a:pt x="4270" y="8297"/>
                    <a:pt x="4733" y="8475"/>
                    <a:pt x="5053" y="8795"/>
                  </a:cubicBezTo>
                  <a:cubicBezTo>
                    <a:pt x="5120" y="8862"/>
                    <a:pt x="5192" y="8890"/>
                    <a:pt x="5260" y="8890"/>
                  </a:cubicBezTo>
                  <a:cubicBezTo>
                    <a:pt x="5482" y="8890"/>
                    <a:pt x="5654" y="8595"/>
                    <a:pt x="5409" y="8404"/>
                  </a:cubicBezTo>
                  <a:cubicBezTo>
                    <a:pt x="4982" y="8013"/>
                    <a:pt x="4413" y="7764"/>
                    <a:pt x="3808" y="7764"/>
                  </a:cubicBezTo>
                  <a:cubicBezTo>
                    <a:pt x="3488" y="7764"/>
                    <a:pt x="3167" y="7835"/>
                    <a:pt x="2883" y="7977"/>
                  </a:cubicBezTo>
                  <a:cubicBezTo>
                    <a:pt x="2883" y="7728"/>
                    <a:pt x="2918" y="7515"/>
                    <a:pt x="3025" y="7301"/>
                  </a:cubicBezTo>
                  <a:lnTo>
                    <a:pt x="3274" y="7301"/>
                  </a:lnTo>
                  <a:cubicBezTo>
                    <a:pt x="4626" y="7301"/>
                    <a:pt x="5729" y="6305"/>
                    <a:pt x="5943" y="4988"/>
                  </a:cubicBezTo>
                  <a:cubicBezTo>
                    <a:pt x="6512" y="5059"/>
                    <a:pt x="6975" y="5522"/>
                    <a:pt x="6975" y="6127"/>
                  </a:cubicBezTo>
                  <a:cubicBezTo>
                    <a:pt x="6975" y="6305"/>
                    <a:pt x="7108" y="6394"/>
                    <a:pt x="7241" y="6394"/>
                  </a:cubicBezTo>
                  <a:cubicBezTo>
                    <a:pt x="7375" y="6394"/>
                    <a:pt x="7508" y="6305"/>
                    <a:pt x="7508" y="6127"/>
                  </a:cubicBezTo>
                  <a:cubicBezTo>
                    <a:pt x="7473" y="5309"/>
                    <a:pt x="6903" y="4632"/>
                    <a:pt x="6121" y="4490"/>
                  </a:cubicBezTo>
                  <a:cubicBezTo>
                    <a:pt x="6298" y="4277"/>
                    <a:pt x="6476" y="4134"/>
                    <a:pt x="6725" y="4028"/>
                  </a:cubicBezTo>
                  <a:close/>
                  <a:moveTo>
                    <a:pt x="9657" y="0"/>
                  </a:moveTo>
                  <a:cubicBezTo>
                    <a:pt x="9536" y="0"/>
                    <a:pt x="9425" y="92"/>
                    <a:pt x="9394" y="185"/>
                  </a:cubicBezTo>
                  <a:cubicBezTo>
                    <a:pt x="9358" y="327"/>
                    <a:pt x="9465" y="470"/>
                    <a:pt x="9608" y="505"/>
                  </a:cubicBezTo>
                  <a:cubicBezTo>
                    <a:pt x="12134" y="1181"/>
                    <a:pt x="11671" y="4882"/>
                    <a:pt x="9038" y="4882"/>
                  </a:cubicBezTo>
                  <a:cubicBezTo>
                    <a:pt x="6441" y="4882"/>
                    <a:pt x="5943" y="1181"/>
                    <a:pt x="8505" y="505"/>
                  </a:cubicBezTo>
                  <a:cubicBezTo>
                    <a:pt x="8803" y="439"/>
                    <a:pt x="8699" y="0"/>
                    <a:pt x="8423" y="0"/>
                  </a:cubicBezTo>
                  <a:cubicBezTo>
                    <a:pt x="8404" y="0"/>
                    <a:pt x="8383" y="2"/>
                    <a:pt x="8362" y="7"/>
                  </a:cubicBezTo>
                  <a:cubicBezTo>
                    <a:pt x="7152" y="327"/>
                    <a:pt x="6334" y="1395"/>
                    <a:pt x="6334" y="2640"/>
                  </a:cubicBezTo>
                  <a:cubicBezTo>
                    <a:pt x="6334" y="2960"/>
                    <a:pt x="6370" y="3280"/>
                    <a:pt x="6476" y="3565"/>
                  </a:cubicBezTo>
                  <a:cubicBezTo>
                    <a:pt x="6263" y="3672"/>
                    <a:pt x="6049" y="3814"/>
                    <a:pt x="5907" y="3956"/>
                  </a:cubicBezTo>
                  <a:cubicBezTo>
                    <a:pt x="5592" y="2671"/>
                    <a:pt x="4445" y="1849"/>
                    <a:pt x="3222" y="1849"/>
                  </a:cubicBezTo>
                  <a:cubicBezTo>
                    <a:pt x="2787" y="1849"/>
                    <a:pt x="2342" y="1953"/>
                    <a:pt x="1922" y="2177"/>
                  </a:cubicBezTo>
                  <a:cubicBezTo>
                    <a:pt x="1780" y="2249"/>
                    <a:pt x="1744" y="2426"/>
                    <a:pt x="1815" y="2533"/>
                  </a:cubicBezTo>
                  <a:cubicBezTo>
                    <a:pt x="1863" y="2628"/>
                    <a:pt x="1958" y="2676"/>
                    <a:pt x="2047" y="2676"/>
                  </a:cubicBezTo>
                  <a:cubicBezTo>
                    <a:pt x="2092" y="2676"/>
                    <a:pt x="2136" y="2664"/>
                    <a:pt x="2171" y="2640"/>
                  </a:cubicBezTo>
                  <a:cubicBezTo>
                    <a:pt x="2546" y="2435"/>
                    <a:pt x="2917" y="2345"/>
                    <a:pt x="3268" y="2345"/>
                  </a:cubicBezTo>
                  <a:cubicBezTo>
                    <a:pt x="5053" y="2345"/>
                    <a:pt x="6314" y="4676"/>
                    <a:pt x="4769" y="6162"/>
                  </a:cubicBezTo>
                  <a:cubicBezTo>
                    <a:pt x="4303" y="6602"/>
                    <a:pt x="3776" y="6790"/>
                    <a:pt x="3268" y="6790"/>
                  </a:cubicBezTo>
                  <a:cubicBezTo>
                    <a:pt x="1719" y="6790"/>
                    <a:pt x="344" y="5048"/>
                    <a:pt x="1388" y="3387"/>
                  </a:cubicBezTo>
                  <a:cubicBezTo>
                    <a:pt x="1459" y="3280"/>
                    <a:pt x="1424" y="3103"/>
                    <a:pt x="1282" y="3031"/>
                  </a:cubicBezTo>
                  <a:cubicBezTo>
                    <a:pt x="1244" y="3006"/>
                    <a:pt x="1201" y="2994"/>
                    <a:pt x="1158" y="2994"/>
                  </a:cubicBezTo>
                  <a:cubicBezTo>
                    <a:pt x="1078" y="2994"/>
                    <a:pt x="995" y="3034"/>
                    <a:pt x="926" y="3103"/>
                  </a:cubicBezTo>
                  <a:cubicBezTo>
                    <a:pt x="1" y="4632"/>
                    <a:pt x="748" y="6661"/>
                    <a:pt x="2456" y="7159"/>
                  </a:cubicBezTo>
                  <a:cubicBezTo>
                    <a:pt x="2385" y="7443"/>
                    <a:pt x="2313" y="7728"/>
                    <a:pt x="2313" y="8013"/>
                  </a:cubicBezTo>
                  <a:cubicBezTo>
                    <a:pt x="2313" y="8084"/>
                    <a:pt x="2313" y="8155"/>
                    <a:pt x="2313" y="8226"/>
                  </a:cubicBezTo>
                  <a:lnTo>
                    <a:pt x="2278" y="8262"/>
                  </a:lnTo>
                  <a:cubicBezTo>
                    <a:pt x="1709" y="8724"/>
                    <a:pt x="1388" y="9400"/>
                    <a:pt x="1388" y="10112"/>
                  </a:cubicBezTo>
                  <a:cubicBezTo>
                    <a:pt x="1388" y="10859"/>
                    <a:pt x="1744" y="11535"/>
                    <a:pt x="2313" y="11998"/>
                  </a:cubicBezTo>
                  <a:cubicBezTo>
                    <a:pt x="2313" y="12069"/>
                    <a:pt x="2313" y="12140"/>
                    <a:pt x="2313" y="12211"/>
                  </a:cubicBezTo>
                  <a:cubicBezTo>
                    <a:pt x="2313" y="13314"/>
                    <a:pt x="3061" y="14275"/>
                    <a:pt x="4164" y="14524"/>
                  </a:cubicBezTo>
                  <a:cubicBezTo>
                    <a:pt x="4199" y="15200"/>
                    <a:pt x="4662" y="15769"/>
                    <a:pt x="5302" y="15983"/>
                  </a:cubicBezTo>
                  <a:cubicBezTo>
                    <a:pt x="5448" y="17083"/>
                    <a:pt x="6368" y="17711"/>
                    <a:pt x="7301" y="17711"/>
                  </a:cubicBezTo>
                  <a:cubicBezTo>
                    <a:pt x="7966" y="17711"/>
                    <a:pt x="8638" y="17391"/>
                    <a:pt x="9038" y="16694"/>
                  </a:cubicBezTo>
                  <a:cubicBezTo>
                    <a:pt x="9438" y="17391"/>
                    <a:pt x="10110" y="17711"/>
                    <a:pt x="10778" y="17711"/>
                  </a:cubicBezTo>
                  <a:cubicBezTo>
                    <a:pt x="11715" y="17711"/>
                    <a:pt x="12644" y="17083"/>
                    <a:pt x="12810" y="15983"/>
                  </a:cubicBezTo>
                  <a:cubicBezTo>
                    <a:pt x="13415" y="15769"/>
                    <a:pt x="13877" y="15200"/>
                    <a:pt x="13948" y="14524"/>
                  </a:cubicBezTo>
                  <a:cubicBezTo>
                    <a:pt x="15016" y="14275"/>
                    <a:pt x="15763" y="13314"/>
                    <a:pt x="15763" y="12211"/>
                  </a:cubicBezTo>
                  <a:cubicBezTo>
                    <a:pt x="15763" y="12140"/>
                    <a:pt x="15763" y="12069"/>
                    <a:pt x="15763" y="11998"/>
                  </a:cubicBezTo>
                  <a:cubicBezTo>
                    <a:pt x="16332" y="11535"/>
                    <a:pt x="16688" y="10859"/>
                    <a:pt x="16688" y="10112"/>
                  </a:cubicBezTo>
                  <a:cubicBezTo>
                    <a:pt x="16688" y="9400"/>
                    <a:pt x="16368" y="8724"/>
                    <a:pt x="15799" y="8262"/>
                  </a:cubicBezTo>
                  <a:lnTo>
                    <a:pt x="15763" y="8226"/>
                  </a:lnTo>
                  <a:cubicBezTo>
                    <a:pt x="15763" y="8155"/>
                    <a:pt x="15763" y="8084"/>
                    <a:pt x="15763" y="8013"/>
                  </a:cubicBezTo>
                  <a:cubicBezTo>
                    <a:pt x="15763" y="7728"/>
                    <a:pt x="15727" y="7443"/>
                    <a:pt x="15656" y="7194"/>
                  </a:cubicBezTo>
                  <a:cubicBezTo>
                    <a:pt x="16795" y="6838"/>
                    <a:pt x="17578" y="5807"/>
                    <a:pt x="17578" y="4597"/>
                  </a:cubicBezTo>
                  <a:cubicBezTo>
                    <a:pt x="17578" y="4063"/>
                    <a:pt x="17435" y="3565"/>
                    <a:pt x="17186" y="3138"/>
                  </a:cubicBezTo>
                  <a:cubicBezTo>
                    <a:pt x="17117" y="3069"/>
                    <a:pt x="17034" y="3030"/>
                    <a:pt x="16954" y="3030"/>
                  </a:cubicBezTo>
                  <a:cubicBezTo>
                    <a:pt x="16911" y="3030"/>
                    <a:pt x="16868" y="3042"/>
                    <a:pt x="16830" y="3067"/>
                  </a:cubicBezTo>
                  <a:cubicBezTo>
                    <a:pt x="16688" y="3138"/>
                    <a:pt x="16653" y="3280"/>
                    <a:pt x="16724" y="3423"/>
                  </a:cubicBezTo>
                  <a:cubicBezTo>
                    <a:pt x="16937" y="3779"/>
                    <a:pt x="17079" y="4170"/>
                    <a:pt x="17079" y="4597"/>
                  </a:cubicBezTo>
                  <a:cubicBezTo>
                    <a:pt x="17079" y="5974"/>
                    <a:pt x="15952" y="6827"/>
                    <a:pt x="14810" y="6827"/>
                  </a:cubicBezTo>
                  <a:cubicBezTo>
                    <a:pt x="14093" y="6827"/>
                    <a:pt x="13369" y="6490"/>
                    <a:pt x="12917" y="5735"/>
                  </a:cubicBezTo>
                  <a:cubicBezTo>
                    <a:pt x="11991" y="4145"/>
                    <a:pt x="13251" y="2367"/>
                    <a:pt x="14824" y="2367"/>
                  </a:cubicBezTo>
                  <a:cubicBezTo>
                    <a:pt x="15188" y="2367"/>
                    <a:pt x="15567" y="2462"/>
                    <a:pt x="15941" y="2676"/>
                  </a:cubicBezTo>
                  <a:cubicBezTo>
                    <a:pt x="15971" y="2695"/>
                    <a:pt x="16006" y="2704"/>
                    <a:pt x="16043" y="2704"/>
                  </a:cubicBezTo>
                  <a:cubicBezTo>
                    <a:pt x="16139" y="2704"/>
                    <a:pt x="16245" y="2646"/>
                    <a:pt x="16297" y="2569"/>
                  </a:cubicBezTo>
                  <a:cubicBezTo>
                    <a:pt x="16368" y="2426"/>
                    <a:pt x="16332" y="2284"/>
                    <a:pt x="16190" y="2213"/>
                  </a:cubicBezTo>
                  <a:cubicBezTo>
                    <a:pt x="15799" y="1964"/>
                    <a:pt x="15336" y="1857"/>
                    <a:pt x="14838" y="1857"/>
                  </a:cubicBezTo>
                  <a:cubicBezTo>
                    <a:pt x="13593" y="1857"/>
                    <a:pt x="12490" y="2711"/>
                    <a:pt x="12169" y="3956"/>
                  </a:cubicBezTo>
                  <a:cubicBezTo>
                    <a:pt x="12027" y="3814"/>
                    <a:pt x="11814" y="3672"/>
                    <a:pt x="11600" y="3565"/>
                  </a:cubicBezTo>
                  <a:cubicBezTo>
                    <a:pt x="11707" y="3280"/>
                    <a:pt x="11742" y="2960"/>
                    <a:pt x="11778" y="2640"/>
                  </a:cubicBezTo>
                  <a:cubicBezTo>
                    <a:pt x="11778" y="1395"/>
                    <a:pt x="10924" y="327"/>
                    <a:pt x="9714" y="7"/>
                  </a:cubicBezTo>
                  <a:cubicBezTo>
                    <a:pt x="9695" y="2"/>
                    <a:pt x="9676" y="0"/>
                    <a:pt x="9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5"/>
            <p:cNvSpPr/>
            <p:nvPr/>
          </p:nvSpPr>
          <p:spPr>
            <a:xfrm>
              <a:off x="3610970" y="1922252"/>
              <a:ext cx="38047" cy="58854"/>
            </a:xfrm>
            <a:custGeom>
              <a:rect b="b" l="l" r="r" t="t"/>
              <a:pathLst>
                <a:path extrusionOk="0" h="2919" w="1887">
                  <a:moveTo>
                    <a:pt x="357" y="1"/>
                  </a:moveTo>
                  <a:cubicBezTo>
                    <a:pt x="214" y="1"/>
                    <a:pt x="108" y="143"/>
                    <a:pt x="108" y="285"/>
                  </a:cubicBezTo>
                  <a:lnTo>
                    <a:pt x="108" y="1104"/>
                  </a:lnTo>
                  <a:cubicBezTo>
                    <a:pt x="108" y="1459"/>
                    <a:pt x="357" y="1708"/>
                    <a:pt x="712" y="1708"/>
                  </a:cubicBezTo>
                  <a:lnTo>
                    <a:pt x="1211" y="1708"/>
                  </a:lnTo>
                  <a:cubicBezTo>
                    <a:pt x="1246" y="1708"/>
                    <a:pt x="1282" y="1780"/>
                    <a:pt x="1282" y="1815"/>
                  </a:cubicBezTo>
                  <a:lnTo>
                    <a:pt x="1282" y="2313"/>
                  </a:lnTo>
                  <a:cubicBezTo>
                    <a:pt x="1282" y="2349"/>
                    <a:pt x="1246" y="2384"/>
                    <a:pt x="1211" y="2384"/>
                  </a:cubicBezTo>
                  <a:lnTo>
                    <a:pt x="357" y="2384"/>
                  </a:lnTo>
                  <a:cubicBezTo>
                    <a:pt x="1" y="2384"/>
                    <a:pt x="1" y="2918"/>
                    <a:pt x="357" y="2918"/>
                  </a:cubicBezTo>
                  <a:lnTo>
                    <a:pt x="1211" y="2918"/>
                  </a:lnTo>
                  <a:cubicBezTo>
                    <a:pt x="1531" y="2918"/>
                    <a:pt x="1815" y="2669"/>
                    <a:pt x="1815" y="2313"/>
                  </a:cubicBezTo>
                  <a:lnTo>
                    <a:pt x="1815" y="1815"/>
                  </a:lnTo>
                  <a:cubicBezTo>
                    <a:pt x="1815" y="1495"/>
                    <a:pt x="1531" y="1210"/>
                    <a:pt x="1211" y="1210"/>
                  </a:cubicBezTo>
                  <a:lnTo>
                    <a:pt x="712" y="1210"/>
                  </a:lnTo>
                  <a:cubicBezTo>
                    <a:pt x="641" y="1210"/>
                    <a:pt x="606" y="1175"/>
                    <a:pt x="606" y="1104"/>
                  </a:cubicBezTo>
                  <a:lnTo>
                    <a:pt x="606" y="534"/>
                  </a:lnTo>
                  <a:lnTo>
                    <a:pt x="1566" y="534"/>
                  </a:lnTo>
                  <a:cubicBezTo>
                    <a:pt x="1887" y="534"/>
                    <a:pt x="1887" y="1"/>
                    <a:pt x="1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5"/>
            <p:cNvSpPr/>
            <p:nvPr/>
          </p:nvSpPr>
          <p:spPr>
            <a:xfrm>
              <a:off x="3495842" y="1883520"/>
              <a:ext cx="34800" cy="58834"/>
            </a:xfrm>
            <a:custGeom>
              <a:rect b="b" l="l" r="r" t="t"/>
              <a:pathLst>
                <a:path extrusionOk="0" h="2918" w="1726">
                  <a:moveTo>
                    <a:pt x="623" y="0"/>
                  </a:moveTo>
                  <a:cubicBezTo>
                    <a:pt x="267" y="0"/>
                    <a:pt x="18" y="285"/>
                    <a:pt x="18" y="605"/>
                  </a:cubicBezTo>
                  <a:cubicBezTo>
                    <a:pt x="0" y="765"/>
                    <a:pt x="133" y="845"/>
                    <a:pt x="267" y="845"/>
                  </a:cubicBezTo>
                  <a:cubicBezTo>
                    <a:pt x="400" y="845"/>
                    <a:pt x="534" y="765"/>
                    <a:pt x="516" y="605"/>
                  </a:cubicBezTo>
                  <a:cubicBezTo>
                    <a:pt x="516" y="569"/>
                    <a:pt x="552" y="534"/>
                    <a:pt x="623" y="534"/>
                  </a:cubicBezTo>
                  <a:lnTo>
                    <a:pt x="1121" y="534"/>
                  </a:lnTo>
                  <a:cubicBezTo>
                    <a:pt x="1156" y="534"/>
                    <a:pt x="1192" y="569"/>
                    <a:pt x="1192" y="605"/>
                  </a:cubicBezTo>
                  <a:lnTo>
                    <a:pt x="1192" y="1103"/>
                  </a:lnTo>
                  <a:cubicBezTo>
                    <a:pt x="1192" y="1174"/>
                    <a:pt x="1156" y="1210"/>
                    <a:pt x="1121" y="1210"/>
                  </a:cubicBezTo>
                  <a:lnTo>
                    <a:pt x="765" y="1210"/>
                  </a:lnTo>
                  <a:cubicBezTo>
                    <a:pt x="409" y="1210"/>
                    <a:pt x="409" y="1744"/>
                    <a:pt x="765" y="1744"/>
                  </a:cubicBezTo>
                  <a:lnTo>
                    <a:pt x="1121" y="1744"/>
                  </a:lnTo>
                  <a:cubicBezTo>
                    <a:pt x="1156" y="1744"/>
                    <a:pt x="1192" y="1779"/>
                    <a:pt x="1192" y="1815"/>
                  </a:cubicBezTo>
                  <a:lnTo>
                    <a:pt x="1192" y="2313"/>
                  </a:lnTo>
                  <a:cubicBezTo>
                    <a:pt x="1192" y="2342"/>
                    <a:pt x="1169" y="2394"/>
                    <a:pt x="1141" y="2394"/>
                  </a:cubicBezTo>
                  <a:cubicBezTo>
                    <a:pt x="1134" y="2394"/>
                    <a:pt x="1128" y="2391"/>
                    <a:pt x="1121" y="2384"/>
                  </a:cubicBezTo>
                  <a:lnTo>
                    <a:pt x="623" y="2384"/>
                  </a:lnTo>
                  <a:cubicBezTo>
                    <a:pt x="552" y="2384"/>
                    <a:pt x="516" y="2348"/>
                    <a:pt x="516" y="2313"/>
                  </a:cubicBezTo>
                  <a:cubicBezTo>
                    <a:pt x="498" y="2153"/>
                    <a:pt x="383" y="2073"/>
                    <a:pt x="267" y="2073"/>
                  </a:cubicBezTo>
                  <a:cubicBezTo>
                    <a:pt x="151" y="2073"/>
                    <a:pt x="36" y="2153"/>
                    <a:pt x="18" y="2313"/>
                  </a:cubicBezTo>
                  <a:cubicBezTo>
                    <a:pt x="18" y="2633"/>
                    <a:pt x="267" y="2918"/>
                    <a:pt x="623" y="2918"/>
                  </a:cubicBezTo>
                  <a:lnTo>
                    <a:pt x="1121" y="2918"/>
                  </a:lnTo>
                  <a:cubicBezTo>
                    <a:pt x="1441" y="2918"/>
                    <a:pt x="1726" y="2633"/>
                    <a:pt x="1726" y="2313"/>
                  </a:cubicBezTo>
                  <a:lnTo>
                    <a:pt x="1726" y="1815"/>
                  </a:lnTo>
                  <a:cubicBezTo>
                    <a:pt x="1583" y="1601"/>
                    <a:pt x="1583" y="1317"/>
                    <a:pt x="1726" y="1103"/>
                  </a:cubicBezTo>
                  <a:lnTo>
                    <a:pt x="1726" y="605"/>
                  </a:lnTo>
                  <a:cubicBezTo>
                    <a:pt x="1726" y="285"/>
                    <a:pt x="1441" y="0"/>
                    <a:pt x="1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45"/>
          <p:cNvGrpSpPr/>
          <p:nvPr/>
        </p:nvGrpSpPr>
        <p:grpSpPr>
          <a:xfrm>
            <a:off x="4308762" y="2052218"/>
            <a:ext cx="526481" cy="482036"/>
            <a:chOff x="2760132" y="1874911"/>
            <a:chExt cx="357300" cy="327137"/>
          </a:xfrm>
        </p:grpSpPr>
        <p:sp>
          <p:nvSpPr>
            <p:cNvPr id="1630" name="Google Shape;1630;p45"/>
            <p:cNvSpPr/>
            <p:nvPr/>
          </p:nvSpPr>
          <p:spPr>
            <a:xfrm>
              <a:off x="2765153" y="1880637"/>
              <a:ext cx="99038" cy="315684"/>
            </a:xfrm>
            <a:custGeom>
              <a:rect b="b" l="l" r="r" t="t"/>
              <a:pathLst>
                <a:path extrusionOk="0" h="15657" w="4912">
                  <a:moveTo>
                    <a:pt x="2065" y="1"/>
                  </a:moveTo>
                  <a:cubicBezTo>
                    <a:pt x="1673" y="1"/>
                    <a:pt x="1389" y="321"/>
                    <a:pt x="1389" y="712"/>
                  </a:cubicBezTo>
                  <a:lnTo>
                    <a:pt x="1389" y="6263"/>
                  </a:lnTo>
                  <a:lnTo>
                    <a:pt x="250" y="7330"/>
                  </a:lnTo>
                  <a:cubicBezTo>
                    <a:pt x="108" y="7437"/>
                    <a:pt x="1" y="7651"/>
                    <a:pt x="1" y="7829"/>
                  </a:cubicBezTo>
                  <a:cubicBezTo>
                    <a:pt x="1" y="8042"/>
                    <a:pt x="108" y="8220"/>
                    <a:pt x="250" y="8327"/>
                  </a:cubicBezTo>
                  <a:lnTo>
                    <a:pt x="1389" y="9394"/>
                  </a:lnTo>
                  <a:lnTo>
                    <a:pt x="1389" y="14980"/>
                  </a:lnTo>
                  <a:cubicBezTo>
                    <a:pt x="1389" y="15336"/>
                    <a:pt x="1709" y="15656"/>
                    <a:pt x="2065" y="15656"/>
                  </a:cubicBezTo>
                  <a:lnTo>
                    <a:pt x="4911" y="15656"/>
                  </a:lnTo>
                  <a:lnTo>
                    <a:pt x="4911" y="14269"/>
                  </a:lnTo>
                  <a:lnTo>
                    <a:pt x="2776" y="14269"/>
                  </a:lnTo>
                  <a:lnTo>
                    <a:pt x="2776" y="9074"/>
                  </a:lnTo>
                  <a:cubicBezTo>
                    <a:pt x="2776" y="8896"/>
                    <a:pt x="2670" y="8718"/>
                    <a:pt x="2527" y="8576"/>
                  </a:cubicBezTo>
                  <a:lnTo>
                    <a:pt x="1744" y="7829"/>
                  </a:lnTo>
                  <a:lnTo>
                    <a:pt x="2527" y="7081"/>
                  </a:lnTo>
                  <a:cubicBezTo>
                    <a:pt x="2670" y="6939"/>
                    <a:pt x="2776" y="6761"/>
                    <a:pt x="2776" y="6583"/>
                  </a:cubicBezTo>
                  <a:lnTo>
                    <a:pt x="2776" y="1388"/>
                  </a:lnTo>
                  <a:lnTo>
                    <a:pt x="4911" y="1388"/>
                  </a:lnTo>
                  <a:lnTo>
                    <a:pt x="49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5"/>
            <p:cNvSpPr/>
            <p:nvPr/>
          </p:nvSpPr>
          <p:spPr>
            <a:xfrm>
              <a:off x="3013373" y="1880637"/>
              <a:ext cx="99038" cy="315684"/>
            </a:xfrm>
            <a:custGeom>
              <a:rect b="b" l="l" r="r" t="t"/>
              <a:pathLst>
                <a:path extrusionOk="0" h="15657" w="4912">
                  <a:moveTo>
                    <a:pt x="1" y="1"/>
                  </a:moveTo>
                  <a:lnTo>
                    <a:pt x="1" y="1388"/>
                  </a:lnTo>
                  <a:lnTo>
                    <a:pt x="2136" y="1388"/>
                  </a:lnTo>
                  <a:lnTo>
                    <a:pt x="2136" y="6583"/>
                  </a:lnTo>
                  <a:cubicBezTo>
                    <a:pt x="2136" y="6761"/>
                    <a:pt x="2243" y="6939"/>
                    <a:pt x="2385" y="7081"/>
                  </a:cubicBezTo>
                  <a:lnTo>
                    <a:pt x="3168" y="7829"/>
                  </a:lnTo>
                  <a:lnTo>
                    <a:pt x="2385" y="8576"/>
                  </a:lnTo>
                  <a:cubicBezTo>
                    <a:pt x="2243" y="8718"/>
                    <a:pt x="2136" y="8896"/>
                    <a:pt x="2136" y="9074"/>
                  </a:cubicBezTo>
                  <a:lnTo>
                    <a:pt x="2136" y="14269"/>
                  </a:lnTo>
                  <a:lnTo>
                    <a:pt x="1" y="14269"/>
                  </a:lnTo>
                  <a:lnTo>
                    <a:pt x="1" y="15656"/>
                  </a:lnTo>
                  <a:lnTo>
                    <a:pt x="2847" y="15656"/>
                  </a:lnTo>
                  <a:cubicBezTo>
                    <a:pt x="3239" y="15656"/>
                    <a:pt x="3559" y="15336"/>
                    <a:pt x="3559" y="14980"/>
                  </a:cubicBezTo>
                  <a:lnTo>
                    <a:pt x="3559" y="9394"/>
                  </a:lnTo>
                  <a:lnTo>
                    <a:pt x="4698" y="8327"/>
                  </a:lnTo>
                  <a:cubicBezTo>
                    <a:pt x="4840" y="8220"/>
                    <a:pt x="4911" y="8042"/>
                    <a:pt x="4911" y="7829"/>
                  </a:cubicBezTo>
                  <a:cubicBezTo>
                    <a:pt x="4911" y="7651"/>
                    <a:pt x="4840" y="7437"/>
                    <a:pt x="4698" y="7330"/>
                  </a:cubicBezTo>
                  <a:lnTo>
                    <a:pt x="3559" y="6263"/>
                  </a:lnTo>
                  <a:lnTo>
                    <a:pt x="3559" y="712"/>
                  </a:lnTo>
                  <a:cubicBezTo>
                    <a:pt x="3559" y="321"/>
                    <a:pt x="3239" y="1"/>
                    <a:pt x="28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5"/>
            <p:cNvSpPr/>
            <p:nvPr/>
          </p:nvSpPr>
          <p:spPr>
            <a:xfrm>
              <a:off x="2851247" y="1936608"/>
              <a:ext cx="172208" cy="204468"/>
            </a:xfrm>
            <a:custGeom>
              <a:rect b="b" l="l" r="r" t="t"/>
              <a:pathLst>
                <a:path extrusionOk="0" h="10141" w="8541">
                  <a:moveTo>
                    <a:pt x="855" y="0"/>
                  </a:moveTo>
                  <a:cubicBezTo>
                    <a:pt x="321" y="0"/>
                    <a:pt x="1" y="534"/>
                    <a:pt x="214" y="996"/>
                  </a:cubicBezTo>
                  <a:lnTo>
                    <a:pt x="2313" y="5053"/>
                  </a:lnTo>
                  <a:lnTo>
                    <a:pt x="214" y="9109"/>
                  </a:lnTo>
                  <a:cubicBezTo>
                    <a:pt x="1" y="9607"/>
                    <a:pt x="321" y="10141"/>
                    <a:pt x="855" y="10141"/>
                  </a:cubicBezTo>
                  <a:lnTo>
                    <a:pt x="7828" y="10141"/>
                  </a:lnTo>
                  <a:cubicBezTo>
                    <a:pt x="8220" y="10141"/>
                    <a:pt x="8540" y="9820"/>
                    <a:pt x="8540" y="9429"/>
                  </a:cubicBezTo>
                  <a:lnTo>
                    <a:pt x="8540" y="7081"/>
                  </a:lnTo>
                  <a:lnTo>
                    <a:pt x="7152" y="7081"/>
                  </a:lnTo>
                  <a:lnTo>
                    <a:pt x="7152" y="8717"/>
                  </a:lnTo>
                  <a:lnTo>
                    <a:pt x="1958" y="8717"/>
                  </a:lnTo>
                  <a:lnTo>
                    <a:pt x="3737" y="5337"/>
                  </a:lnTo>
                  <a:cubicBezTo>
                    <a:pt x="3808" y="5159"/>
                    <a:pt x="3808" y="4946"/>
                    <a:pt x="3737" y="4768"/>
                  </a:cubicBezTo>
                  <a:lnTo>
                    <a:pt x="1958" y="1388"/>
                  </a:lnTo>
                  <a:lnTo>
                    <a:pt x="7117" y="1388"/>
                  </a:lnTo>
                  <a:lnTo>
                    <a:pt x="7117" y="2989"/>
                  </a:lnTo>
                  <a:lnTo>
                    <a:pt x="8540" y="2989"/>
                  </a:lnTo>
                  <a:lnTo>
                    <a:pt x="8540" y="676"/>
                  </a:lnTo>
                  <a:cubicBezTo>
                    <a:pt x="8540" y="285"/>
                    <a:pt x="8220" y="0"/>
                    <a:pt x="7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5"/>
            <p:cNvSpPr/>
            <p:nvPr/>
          </p:nvSpPr>
          <p:spPr>
            <a:xfrm>
              <a:off x="3008353" y="1874911"/>
              <a:ext cx="109079" cy="326431"/>
            </a:xfrm>
            <a:custGeom>
              <a:rect b="b" l="l" r="r" t="t"/>
              <a:pathLst>
                <a:path extrusionOk="0" h="16190" w="5410">
                  <a:moveTo>
                    <a:pt x="250" y="0"/>
                  </a:moveTo>
                  <a:cubicBezTo>
                    <a:pt x="108" y="0"/>
                    <a:pt x="1" y="143"/>
                    <a:pt x="1" y="285"/>
                  </a:cubicBezTo>
                  <a:lnTo>
                    <a:pt x="1" y="1672"/>
                  </a:lnTo>
                  <a:cubicBezTo>
                    <a:pt x="1" y="1815"/>
                    <a:pt x="108" y="1922"/>
                    <a:pt x="250" y="1922"/>
                  </a:cubicBezTo>
                  <a:lnTo>
                    <a:pt x="2136" y="1922"/>
                  </a:lnTo>
                  <a:lnTo>
                    <a:pt x="2136" y="6867"/>
                  </a:lnTo>
                  <a:cubicBezTo>
                    <a:pt x="2136" y="7116"/>
                    <a:pt x="2242" y="7365"/>
                    <a:pt x="2456" y="7543"/>
                  </a:cubicBezTo>
                  <a:lnTo>
                    <a:pt x="3061" y="8113"/>
                  </a:lnTo>
                  <a:lnTo>
                    <a:pt x="2456" y="8646"/>
                  </a:lnTo>
                  <a:cubicBezTo>
                    <a:pt x="2242" y="8860"/>
                    <a:pt x="2136" y="9109"/>
                    <a:pt x="2136" y="9358"/>
                  </a:cubicBezTo>
                  <a:lnTo>
                    <a:pt x="2136" y="14304"/>
                  </a:lnTo>
                  <a:lnTo>
                    <a:pt x="250" y="14304"/>
                  </a:lnTo>
                  <a:cubicBezTo>
                    <a:pt x="235" y="14300"/>
                    <a:pt x="220" y="14298"/>
                    <a:pt x="206" y="14298"/>
                  </a:cubicBezTo>
                  <a:cubicBezTo>
                    <a:pt x="86" y="14298"/>
                    <a:pt x="1" y="14425"/>
                    <a:pt x="1" y="14553"/>
                  </a:cubicBezTo>
                  <a:lnTo>
                    <a:pt x="1" y="15940"/>
                  </a:lnTo>
                  <a:cubicBezTo>
                    <a:pt x="1" y="16083"/>
                    <a:pt x="108" y="16189"/>
                    <a:pt x="250" y="16189"/>
                  </a:cubicBezTo>
                  <a:lnTo>
                    <a:pt x="3096" y="16189"/>
                  </a:lnTo>
                  <a:cubicBezTo>
                    <a:pt x="3630" y="16189"/>
                    <a:pt x="4057" y="15762"/>
                    <a:pt x="4057" y="15264"/>
                  </a:cubicBezTo>
                  <a:lnTo>
                    <a:pt x="4057" y="9785"/>
                  </a:lnTo>
                  <a:lnTo>
                    <a:pt x="5125" y="8824"/>
                  </a:lnTo>
                  <a:cubicBezTo>
                    <a:pt x="5302" y="8646"/>
                    <a:pt x="5409" y="8397"/>
                    <a:pt x="5409" y="8113"/>
                  </a:cubicBezTo>
                  <a:cubicBezTo>
                    <a:pt x="5409" y="7864"/>
                    <a:pt x="5302" y="7579"/>
                    <a:pt x="5125" y="7401"/>
                  </a:cubicBezTo>
                  <a:lnTo>
                    <a:pt x="4057" y="6440"/>
                  </a:lnTo>
                  <a:lnTo>
                    <a:pt x="4057" y="5480"/>
                  </a:lnTo>
                  <a:cubicBezTo>
                    <a:pt x="4057" y="5302"/>
                    <a:pt x="3915" y="5195"/>
                    <a:pt x="3772" y="5195"/>
                  </a:cubicBezTo>
                  <a:cubicBezTo>
                    <a:pt x="3630" y="5195"/>
                    <a:pt x="3523" y="5302"/>
                    <a:pt x="3523" y="5480"/>
                  </a:cubicBezTo>
                  <a:lnTo>
                    <a:pt x="3523" y="6547"/>
                  </a:lnTo>
                  <a:cubicBezTo>
                    <a:pt x="3523" y="6618"/>
                    <a:pt x="3559" y="6689"/>
                    <a:pt x="3595" y="6761"/>
                  </a:cubicBezTo>
                  <a:lnTo>
                    <a:pt x="4733" y="7792"/>
                  </a:lnTo>
                  <a:cubicBezTo>
                    <a:pt x="4840" y="7864"/>
                    <a:pt x="4875" y="8006"/>
                    <a:pt x="4875" y="8113"/>
                  </a:cubicBezTo>
                  <a:cubicBezTo>
                    <a:pt x="4875" y="8255"/>
                    <a:pt x="4840" y="8362"/>
                    <a:pt x="4733" y="8433"/>
                  </a:cubicBezTo>
                  <a:lnTo>
                    <a:pt x="3595" y="9500"/>
                  </a:lnTo>
                  <a:cubicBezTo>
                    <a:pt x="3559" y="9536"/>
                    <a:pt x="3523" y="9607"/>
                    <a:pt x="3523" y="9678"/>
                  </a:cubicBezTo>
                  <a:lnTo>
                    <a:pt x="3523" y="15264"/>
                  </a:lnTo>
                  <a:cubicBezTo>
                    <a:pt x="3523" y="15513"/>
                    <a:pt x="3310" y="15691"/>
                    <a:pt x="3061" y="15691"/>
                  </a:cubicBezTo>
                  <a:lnTo>
                    <a:pt x="499" y="15691"/>
                  </a:lnTo>
                  <a:lnTo>
                    <a:pt x="499" y="14802"/>
                  </a:lnTo>
                  <a:lnTo>
                    <a:pt x="2385" y="14802"/>
                  </a:lnTo>
                  <a:cubicBezTo>
                    <a:pt x="2527" y="14802"/>
                    <a:pt x="2634" y="14695"/>
                    <a:pt x="2634" y="14553"/>
                  </a:cubicBezTo>
                  <a:lnTo>
                    <a:pt x="2634" y="9358"/>
                  </a:lnTo>
                  <a:cubicBezTo>
                    <a:pt x="2634" y="9251"/>
                    <a:pt x="2669" y="9144"/>
                    <a:pt x="2776" y="9038"/>
                  </a:cubicBezTo>
                  <a:lnTo>
                    <a:pt x="3595" y="8290"/>
                  </a:lnTo>
                  <a:cubicBezTo>
                    <a:pt x="3666" y="8255"/>
                    <a:pt x="3666" y="8184"/>
                    <a:pt x="3666" y="8113"/>
                  </a:cubicBezTo>
                  <a:cubicBezTo>
                    <a:pt x="3666" y="8041"/>
                    <a:pt x="3666" y="7970"/>
                    <a:pt x="3595" y="7935"/>
                  </a:cubicBezTo>
                  <a:lnTo>
                    <a:pt x="2776" y="7187"/>
                  </a:lnTo>
                  <a:cubicBezTo>
                    <a:pt x="2705" y="7081"/>
                    <a:pt x="2634" y="6974"/>
                    <a:pt x="2634" y="6867"/>
                  </a:cubicBezTo>
                  <a:lnTo>
                    <a:pt x="2634" y="1672"/>
                  </a:lnTo>
                  <a:cubicBezTo>
                    <a:pt x="2634" y="1530"/>
                    <a:pt x="2527" y="1423"/>
                    <a:pt x="2385" y="1423"/>
                  </a:cubicBezTo>
                  <a:lnTo>
                    <a:pt x="499" y="1423"/>
                  </a:lnTo>
                  <a:lnTo>
                    <a:pt x="499" y="534"/>
                  </a:lnTo>
                  <a:lnTo>
                    <a:pt x="3096" y="534"/>
                  </a:lnTo>
                  <a:cubicBezTo>
                    <a:pt x="3345" y="534"/>
                    <a:pt x="3523" y="747"/>
                    <a:pt x="3523" y="961"/>
                  </a:cubicBezTo>
                  <a:lnTo>
                    <a:pt x="3523" y="4234"/>
                  </a:lnTo>
                  <a:cubicBezTo>
                    <a:pt x="3523" y="4377"/>
                    <a:pt x="3666" y="4483"/>
                    <a:pt x="3808" y="4483"/>
                  </a:cubicBezTo>
                  <a:cubicBezTo>
                    <a:pt x="3950" y="4483"/>
                    <a:pt x="4057" y="4377"/>
                    <a:pt x="4057" y="4234"/>
                  </a:cubicBezTo>
                  <a:lnTo>
                    <a:pt x="4057" y="961"/>
                  </a:lnTo>
                  <a:cubicBezTo>
                    <a:pt x="4057" y="463"/>
                    <a:pt x="3630" y="36"/>
                    <a:pt x="3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5"/>
            <p:cNvSpPr/>
            <p:nvPr/>
          </p:nvSpPr>
          <p:spPr>
            <a:xfrm>
              <a:off x="2760132" y="1875617"/>
              <a:ext cx="109079" cy="326431"/>
            </a:xfrm>
            <a:custGeom>
              <a:rect b="b" l="l" r="r" t="t"/>
              <a:pathLst>
                <a:path extrusionOk="0" h="16190" w="5410">
                  <a:moveTo>
                    <a:pt x="2314" y="1"/>
                  </a:moveTo>
                  <a:cubicBezTo>
                    <a:pt x="1780" y="1"/>
                    <a:pt x="1353" y="428"/>
                    <a:pt x="1353" y="961"/>
                  </a:cubicBezTo>
                  <a:lnTo>
                    <a:pt x="1353" y="6405"/>
                  </a:lnTo>
                  <a:lnTo>
                    <a:pt x="321" y="7366"/>
                  </a:lnTo>
                  <a:cubicBezTo>
                    <a:pt x="108" y="7579"/>
                    <a:pt x="1" y="7829"/>
                    <a:pt x="1" y="8078"/>
                  </a:cubicBezTo>
                  <a:cubicBezTo>
                    <a:pt x="1" y="8362"/>
                    <a:pt x="108" y="8611"/>
                    <a:pt x="321" y="8789"/>
                  </a:cubicBezTo>
                  <a:lnTo>
                    <a:pt x="1353" y="9750"/>
                  </a:lnTo>
                  <a:lnTo>
                    <a:pt x="1353" y="10746"/>
                  </a:lnTo>
                  <a:cubicBezTo>
                    <a:pt x="1335" y="10888"/>
                    <a:pt x="1477" y="10960"/>
                    <a:pt x="1620" y="10960"/>
                  </a:cubicBezTo>
                  <a:cubicBezTo>
                    <a:pt x="1762" y="10960"/>
                    <a:pt x="1904" y="10888"/>
                    <a:pt x="1887" y="10746"/>
                  </a:cubicBezTo>
                  <a:lnTo>
                    <a:pt x="1887" y="9643"/>
                  </a:lnTo>
                  <a:cubicBezTo>
                    <a:pt x="1887" y="9572"/>
                    <a:pt x="1851" y="9501"/>
                    <a:pt x="1815" y="9465"/>
                  </a:cubicBezTo>
                  <a:lnTo>
                    <a:pt x="677" y="8398"/>
                  </a:lnTo>
                  <a:cubicBezTo>
                    <a:pt x="570" y="8327"/>
                    <a:pt x="535" y="8220"/>
                    <a:pt x="535" y="8078"/>
                  </a:cubicBezTo>
                  <a:cubicBezTo>
                    <a:pt x="535" y="7971"/>
                    <a:pt x="570" y="7829"/>
                    <a:pt x="677" y="7757"/>
                  </a:cubicBezTo>
                  <a:lnTo>
                    <a:pt x="1815" y="6726"/>
                  </a:lnTo>
                  <a:cubicBezTo>
                    <a:pt x="1851" y="6654"/>
                    <a:pt x="1887" y="6583"/>
                    <a:pt x="1887" y="6512"/>
                  </a:cubicBezTo>
                  <a:lnTo>
                    <a:pt x="1887" y="961"/>
                  </a:lnTo>
                  <a:cubicBezTo>
                    <a:pt x="1887" y="712"/>
                    <a:pt x="2100" y="499"/>
                    <a:pt x="2314" y="499"/>
                  </a:cubicBezTo>
                  <a:lnTo>
                    <a:pt x="4911" y="499"/>
                  </a:lnTo>
                  <a:lnTo>
                    <a:pt x="4911" y="1388"/>
                  </a:lnTo>
                  <a:lnTo>
                    <a:pt x="3025" y="1388"/>
                  </a:lnTo>
                  <a:cubicBezTo>
                    <a:pt x="2847" y="1388"/>
                    <a:pt x="2741" y="1495"/>
                    <a:pt x="2741" y="1637"/>
                  </a:cubicBezTo>
                  <a:lnTo>
                    <a:pt x="2741" y="6832"/>
                  </a:lnTo>
                  <a:cubicBezTo>
                    <a:pt x="2741" y="6939"/>
                    <a:pt x="2705" y="7081"/>
                    <a:pt x="2598" y="7152"/>
                  </a:cubicBezTo>
                  <a:lnTo>
                    <a:pt x="1815" y="7900"/>
                  </a:lnTo>
                  <a:cubicBezTo>
                    <a:pt x="1744" y="7935"/>
                    <a:pt x="1709" y="8006"/>
                    <a:pt x="1709" y="8078"/>
                  </a:cubicBezTo>
                  <a:cubicBezTo>
                    <a:pt x="1709" y="8149"/>
                    <a:pt x="1744" y="8220"/>
                    <a:pt x="1815" y="8291"/>
                  </a:cubicBezTo>
                  <a:lnTo>
                    <a:pt x="2598" y="9003"/>
                  </a:lnTo>
                  <a:cubicBezTo>
                    <a:pt x="2705" y="9109"/>
                    <a:pt x="2741" y="9216"/>
                    <a:pt x="2741" y="9359"/>
                  </a:cubicBezTo>
                  <a:lnTo>
                    <a:pt x="2741" y="14518"/>
                  </a:lnTo>
                  <a:cubicBezTo>
                    <a:pt x="2741" y="14660"/>
                    <a:pt x="2847" y="14767"/>
                    <a:pt x="3025" y="14767"/>
                  </a:cubicBezTo>
                  <a:lnTo>
                    <a:pt x="4875" y="14767"/>
                  </a:lnTo>
                  <a:lnTo>
                    <a:pt x="4875" y="15656"/>
                  </a:lnTo>
                  <a:lnTo>
                    <a:pt x="2314" y="15656"/>
                  </a:lnTo>
                  <a:cubicBezTo>
                    <a:pt x="2065" y="15656"/>
                    <a:pt x="1851" y="15478"/>
                    <a:pt x="1851" y="15229"/>
                  </a:cubicBezTo>
                  <a:lnTo>
                    <a:pt x="1851" y="11956"/>
                  </a:lnTo>
                  <a:cubicBezTo>
                    <a:pt x="1869" y="11814"/>
                    <a:pt x="1735" y="11742"/>
                    <a:pt x="1602" y="11742"/>
                  </a:cubicBezTo>
                  <a:cubicBezTo>
                    <a:pt x="1469" y="11742"/>
                    <a:pt x="1335" y="11814"/>
                    <a:pt x="1353" y="11956"/>
                  </a:cubicBezTo>
                  <a:lnTo>
                    <a:pt x="1353" y="15229"/>
                  </a:lnTo>
                  <a:cubicBezTo>
                    <a:pt x="1353" y="15763"/>
                    <a:pt x="1780" y="16190"/>
                    <a:pt x="2314" y="16190"/>
                  </a:cubicBezTo>
                  <a:lnTo>
                    <a:pt x="5125" y="16190"/>
                  </a:lnTo>
                  <a:cubicBezTo>
                    <a:pt x="5267" y="16190"/>
                    <a:pt x="5409" y="16083"/>
                    <a:pt x="5409" y="15941"/>
                  </a:cubicBezTo>
                  <a:lnTo>
                    <a:pt x="5409" y="14518"/>
                  </a:lnTo>
                  <a:cubicBezTo>
                    <a:pt x="5409" y="14375"/>
                    <a:pt x="5267" y="14269"/>
                    <a:pt x="5125" y="14269"/>
                  </a:cubicBezTo>
                  <a:lnTo>
                    <a:pt x="3274" y="14269"/>
                  </a:lnTo>
                  <a:lnTo>
                    <a:pt x="3274" y="9323"/>
                  </a:lnTo>
                  <a:cubicBezTo>
                    <a:pt x="3274" y="9074"/>
                    <a:pt x="3168" y="8825"/>
                    <a:pt x="2990" y="8647"/>
                  </a:cubicBezTo>
                  <a:lnTo>
                    <a:pt x="2385" y="8078"/>
                  </a:lnTo>
                  <a:lnTo>
                    <a:pt x="2990" y="7508"/>
                  </a:lnTo>
                  <a:cubicBezTo>
                    <a:pt x="3168" y="7330"/>
                    <a:pt x="3274" y="7081"/>
                    <a:pt x="3274" y="6832"/>
                  </a:cubicBezTo>
                  <a:lnTo>
                    <a:pt x="3274" y="1887"/>
                  </a:lnTo>
                  <a:lnTo>
                    <a:pt x="5160" y="1887"/>
                  </a:lnTo>
                  <a:cubicBezTo>
                    <a:pt x="5175" y="1890"/>
                    <a:pt x="5190" y="1892"/>
                    <a:pt x="5204" y="1892"/>
                  </a:cubicBezTo>
                  <a:cubicBezTo>
                    <a:pt x="5324" y="1892"/>
                    <a:pt x="5409" y="1765"/>
                    <a:pt x="5409" y="1637"/>
                  </a:cubicBezTo>
                  <a:lnTo>
                    <a:pt x="5409" y="250"/>
                  </a:lnTo>
                  <a:cubicBezTo>
                    <a:pt x="5409" y="108"/>
                    <a:pt x="5302" y="1"/>
                    <a:pt x="51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5"/>
            <p:cNvSpPr/>
            <p:nvPr/>
          </p:nvSpPr>
          <p:spPr>
            <a:xfrm>
              <a:off x="2844795" y="1930822"/>
              <a:ext cx="183680" cy="214610"/>
            </a:xfrm>
            <a:custGeom>
              <a:rect b="b" l="l" r="r" t="t"/>
              <a:pathLst>
                <a:path extrusionOk="0" h="10644" w="9110">
                  <a:moveTo>
                    <a:pt x="4211" y="1"/>
                  </a:moveTo>
                  <a:cubicBezTo>
                    <a:pt x="3958" y="1"/>
                    <a:pt x="3958" y="538"/>
                    <a:pt x="4211" y="538"/>
                  </a:cubicBezTo>
                  <a:cubicBezTo>
                    <a:pt x="4218" y="538"/>
                    <a:pt x="4226" y="537"/>
                    <a:pt x="4235" y="536"/>
                  </a:cubicBezTo>
                  <a:lnTo>
                    <a:pt x="8148" y="536"/>
                  </a:lnTo>
                  <a:cubicBezTo>
                    <a:pt x="8398" y="536"/>
                    <a:pt x="8611" y="714"/>
                    <a:pt x="8611" y="963"/>
                  </a:cubicBezTo>
                  <a:lnTo>
                    <a:pt x="8611" y="3027"/>
                  </a:lnTo>
                  <a:lnTo>
                    <a:pt x="7721" y="3027"/>
                  </a:lnTo>
                  <a:lnTo>
                    <a:pt x="7721" y="1675"/>
                  </a:lnTo>
                  <a:cubicBezTo>
                    <a:pt x="7686" y="1532"/>
                    <a:pt x="7579" y="1426"/>
                    <a:pt x="7437" y="1426"/>
                  </a:cubicBezTo>
                  <a:lnTo>
                    <a:pt x="2278" y="1426"/>
                  </a:lnTo>
                  <a:cubicBezTo>
                    <a:pt x="2064" y="1426"/>
                    <a:pt x="1957" y="1639"/>
                    <a:pt x="2064" y="1782"/>
                  </a:cubicBezTo>
                  <a:lnTo>
                    <a:pt x="3843" y="5162"/>
                  </a:lnTo>
                  <a:cubicBezTo>
                    <a:pt x="3879" y="5268"/>
                    <a:pt x="3879" y="5411"/>
                    <a:pt x="3843" y="5517"/>
                  </a:cubicBezTo>
                  <a:lnTo>
                    <a:pt x="2064" y="8898"/>
                  </a:lnTo>
                  <a:cubicBezTo>
                    <a:pt x="1957" y="9076"/>
                    <a:pt x="2064" y="9289"/>
                    <a:pt x="2278" y="9289"/>
                  </a:cubicBezTo>
                  <a:lnTo>
                    <a:pt x="7472" y="9289"/>
                  </a:lnTo>
                  <a:cubicBezTo>
                    <a:pt x="7615" y="9289"/>
                    <a:pt x="7721" y="9147"/>
                    <a:pt x="7721" y="9004"/>
                  </a:cubicBezTo>
                  <a:lnTo>
                    <a:pt x="7721" y="7617"/>
                  </a:lnTo>
                  <a:lnTo>
                    <a:pt x="8611" y="7617"/>
                  </a:lnTo>
                  <a:lnTo>
                    <a:pt x="8611" y="9716"/>
                  </a:lnTo>
                  <a:cubicBezTo>
                    <a:pt x="8611" y="9965"/>
                    <a:pt x="8433" y="10179"/>
                    <a:pt x="8184" y="10179"/>
                  </a:cubicBezTo>
                  <a:lnTo>
                    <a:pt x="1175" y="10179"/>
                  </a:lnTo>
                  <a:cubicBezTo>
                    <a:pt x="1032" y="10179"/>
                    <a:pt x="890" y="10072"/>
                    <a:pt x="783" y="9965"/>
                  </a:cubicBezTo>
                  <a:cubicBezTo>
                    <a:pt x="712" y="9823"/>
                    <a:pt x="712" y="9680"/>
                    <a:pt x="783" y="9538"/>
                  </a:cubicBezTo>
                  <a:lnTo>
                    <a:pt x="2882" y="5482"/>
                  </a:lnTo>
                  <a:cubicBezTo>
                    <a:pt x="2918" y="5411"/>
                    <a:pt x="2918" y="5304"/>
                    <a:pt x="2882" y="5233"/>
                  </a:cubicBezTo>
                  <a:lnTo>
                    <a:pt x="783" y="1177"/>
                  </a:lnTo>
                  <a:cubicBezTo>
                    <a:pt x="712" y="1034"/>
                    <a:pt x="712" y="892"/>
                    <a:pt x="783" y="750"/>
                  </a:cubicBezTo>
                  <a:cubicBezTo>
                    <a:pt x="890" y="607"/>
                    <a:pt x="1032" y="536"/>
                    <a:pt x="1175" y="536"/>
                  </a:cubicBezTo>
                  <a:lnTo>
                    <a:pt x="3025" y="536"/>
                  </a:lnTo>
                  <a:cubicBezTo>
                    <a:pt x="3345" y="501"/>
                    <a:pt x="3345" y="74"/>
                    <a:pt x="3025" y="38"/>
                  </a:cubicBezTo>
                  <a:lnTo>
                    <a:pt x="1175" y="38"/>
                  </a:lnTo>
                  <a:cubicBezTo>
                    <a:pt x="854" y="38"/>
                    <a:pt x="534" y="180"/>
                    <a:pt x="356" y="465"/>
                  </a:cubicBezTo>
                  <a:cubicBezTo>
                    <a:pt x="178" y="750"/>
                    <a:pt x="143" y="1070"/>
                    <a:pt x="321" y="1390"/>
                  </a:cubicBezTo>
                  <a:lnTo>
                    <a:pt x="2349" y="5340"/>
                  </a:lnTo>
                  <a:lnTo>
                    <a:pt x="321" y="9289"/>
                  </a:lnTo>
                  <a:cubicBezTo>
                    <a:pt x="0" y="9930"/>
                    <a:pt x="463" y="10641"/>
                    <a:pt x="1175" y="10641"/>
                  </a:cubicBezTo>
                  <a:lnTo>
                    <a:pt x="8148" y="10641"/>
                  </a:lnTo>
                  <a:cubicBezTo>
                    <a:pt x="8168" y="10642"/>
                    <a:pt x="8187" y="10643"/>
                    <a:pt x="8206" y="10643"/>
                  </a:cubicBezTo>
                  <a:cubicBezTo>
                    <a:pt x="8713" y="10643"/>
                    <a:pt x="9109" y="10196"/>
                    <a:pt x="9109" y="9716"/>
                  </a:cubicBezTo>
                  <a:lnTo>
                    <a:pt x="9109" y="7368"/>
                  </a:lnTo>
                  <a:cubicBezTo>
                    <a:pt x="9109" y="7225"/>
                    <a:pt x="9002" y="7083"/>
                    <a:pt x="8860" y="7083"/>
                  </a:cubicBezTo>
                  <a:lnTo>
                    <a:pt x="7437" y="7083"/>
                  </a:lnTo>
                  <a:cubicBezTo>
                    <a:pt x="7294" y="7083"/>
                    <a:pt x="7188" y="7225"/>
                    <a:pt x="7188" y="7368"/>
                  </a:cubicBezTo>
                  <a:lnTo>
                    <a:pt x="7188" y="8755"/>
                  </a:lnTo>
                  <a:lnTo>
                    <a:pt x="2705" y="8755"/>
                  </a:lnTo>
                  <a:lnTo>
                    <a:pt x="4270" y="5767"/>
                  </a:lnTo>
                  <a:cubicBezTo>
                    <a:pt x="4412" y="5482"/>
                    <a:pt x="4412" y="5197"/>
                    <a:pt x="4270" y="4913"/>
                  </a:cubicBezTo>
                  <a:lnTo>
                    <a:pt x="2705" y="1924"/>
                  </a:lnTo>
                  <a:lnTo>
                    <a:pt x="7223" y="1924"/>
                  </a:lnTo>
                  <a:lnTo>
                    <a:pt x="7223" y="3276"/>
                  </a:lnTo>
                  <a:cubicBezTo>
                    <a:pt x="7223" y="3418"/>
                    <a:pt x="7330" y="3525"/>
                    <a:pt x="7472" y="3525"/>
                  </a:cubicBezTo>
                  <a:lnTo>
                    <a:pt x="8860" y="3525"/>
                  </a:lnTo>
                  <a:cubicBezTo>
                    <a:pt x="9002" y="3525"/>
                    <a:pt x="9109" y="3418"/>
                    <a:pt x="9109" y="3276"/>
                  </a:cubicBezTo>
                  <a:lnTo>
                    <a:pt x="9109" y="963"/>
                  </a:lnTo>
                  <a:cubicBezTo>
                    <a:pt x="9109" y="429"/>
                    <a:pt x="8682" y="2"/>
                    <a:pt x="8148" y="2"/>
                  </a:cubicBezTo>
                  <a:lnTo>
                    <a:pt x="4235" y="2"/>
                  </a:lnTo>
                  <a:cubicBezTo>
                    <a:pt x="4226" y="1"/>
                    <a:pt x="4218" y="1"/>
                    <a:pt x="42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 name="Google Shape;1636;p45"/>
          <p:cNvGrpSpPr/>
          <p:nvPr/>
        </p:nvGrpSpPr>
        <p:grpSpPr>
          <a:xfrm>
            <a:off x="1645585" y="2029612"/>
            <a:ext cx="485244" cy="527253"/>
            <a:chOff x="2159673" y="1860011"/>
            <a:chExt cx="329314" cy="357824"/>
          </a:xfrm>
        </p:grpSpPr>
        <p:sp>
          <p:nvSpPr>
            <p:cNvPr id="1637" name="Google Shape;1637;p45"/>
            <p:cNvSpPr/>
            <p:nvPr/>
          </p:nvSpPr>
          <p:spPr>
            <a:xfrm>
              <a:off x="2164694" y="1864870"/>
              <a:ext cx="159284" cy="276932"/>
            </a:xfrm>
            <a:custGeom>
              <a:rect b="b" l="l" r="r" t="t"/>
              <a:pathLst>
                <a:path extrusionOk="0" h="13735" w="7900">
                  <a:moveTo>
                    <a:pt x="7900" y="0"/>
                  </a:moveTo>
                  <a:lnTo>
                    <a:pt x="1" y="13734"/>
                  </a:lnTo>
                  <a:lnTo>
                    <a:pt x="1" y="13734"/>
                  </a:lnTo>
                  <a:lnTo>
                    <a:pt x="7900" y="10212"/>
                  </a:lnTo>
                  <a:lnTo>
                    <a:pt x="79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5"/>
            <p:cNvSpPr/>
            <p:nvPr/>
          </p:nvSpPr>
          <p:spPr>
            <a:xfrm>
              <a:off x="2323957" y="1864870"/>
              <a:ext cx="159284" cy="347239"/>
            </a:xfrm>
            <a:custGeom>
              <a:rect b="b" l="l" r="r" t="t"/>
              <a:pathLst>
                <a:path extrusionOk="0" h="17222" w="7900">
                  <a:moveTo>
                    <a:pt x="1" y="0"/>
                  </a:moveTo>
                  <a:lnTo>
                    <a:pt x="1" y="17221"/>
                  </a:lnTo>
                  <a:lnTo>
                    <a:pt x="7900" y="13734"/>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5"/>
            <p:cNvSpPr/>
            <p:nvPr/>
          </p:nvSpPr>
          <p:spPr>
            <a:xfrm>
              <a:off x="2164694" y="2070749"/>
              <a:ext cx="159284" cy="141359"/>
            </a:xfrm>
            <a:custGeom>
              <a:rect b="b" l="l" r="r" t="t"/>
              <a:pathLst>
                <a:path extrusionOk="0" h="7011" w="7900">
                  <a:moveTo>
                    <a:pt x="7900" y="1"/>
                  </a:moveTo>
                  <a:lnTo>
                    <a:pt x="1" y="3523"/>
                  </a:lnTo>
                  <a:lnTo>
                    <a:pt x="7900" y="7010"/>
                  </a:lnTo>
                  <a:lnTo>
                    <a:pt x="7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5"/>
            <p:cNvSpPr/>
            <p:nvPr/>
          </p:nvSpPr>
          <p:spPr>
            <a:xfrm>
              <a:off x="2159673" y="1860011"/>
              <a:ext cx="329314" cy="357824"/>
            </a:xfrm>
            <a:custGeom>
              <a:rect b="b" l="l" r="r" t="t"/>
              <a:pathLst>
                <a:path extrusionOk="0" h="17747" w="16333">
                  <a:moveTo>
                    <a:pt x="8166" y="1"/>
                  </a:moveTo>
                  <a:cubicBezTo>
                    <a:pt x="8078" y="1"/>
                    <a:pt x="7989" y="45"/>
                    <a:pt x="7935" y="134"/>
                  </a:cubicBezTo>
                  <a:lnTo>
                    <a:pt x="3879" y="7108"/>
                  </a:lnTo>
                  <a:cubicBezTo>
                    <a:pt x="3808" y="7250"/>
                    <a:pt x="3843" y="7393"/>
                    <a:pt x="3986" y="7464"/>
                  </a:cubicBezTo>
                  <a:cubicBezTo>
                    <a:pt x="4021" y="7500"/>
                    <a:pt x="4057" y="7500"/>
                    <a:pt x="4092" y="7500"/>
                  </a:cubicBezTo>
                  <a:cubicBezTo>
                    <a:pt x="4199" y="7500"/>
                    <a:pt x="4270" y="7464"/>
                    <a:pt x="4342" y="7393"/>
                  </a:cubicBezTo>
                  <a:lnTo>
                    <a:pt x="7900" y="1237"/>
                  </a:lnTo>
                  <a:lnTo>
                    <a:pt x="7900" y="10275"/>
                  </a:lnTo>
                  <a:lnTo>
                    <a:pt x="7864" y="10275"/>
                  </a:lnTo>
                  <a:cubicBezTo>
                    <a:pt x="7722" y="10346"/>
                    <a:pt x="7651" y="10488"/>
                    <a:pt x="7722" y="10631"/>
                  </a:cubicBezTo>
                  <a:cubicBezTo>
                    <a:pt x="7757" y="10702"/>
                    <a:pt x="7828" y="10773"/>
                    <a:pt x="7900" y="10773"/>
                  </a:cubicBezTo>
                  <a:lnTo>
                    <a:pt x="7900" y="17035"/>
                  </a:lnTo>
                  <a:lnTo>
                    <a:pt x="2136" y="14509"/>
                  </a:lnTo>
                  <a:lnTo>
                    <a:pt x="3772" y="13797"/>
                  </a:lnTo>
                  <a:cubicBezTo>
                    <a:pt x="3843" y="13726"/>
                    <a:pt x="3915" y="13655"/>
                    <a:pt x="3915" y="13548"/>
                  </a:cubicBezTo>
                  <a:cubicBezTo>
                    <a:pt x="3915" y="13442"/>
                    <a:pt x="3843" y="13335"/>
                    <a:pt x="3737" y="13299"/>
                  </a:cubicBezTo>
                  <a:lnTo>
                    <a:pt x="2918" y="12979"/>
                  </a:lnTo>
                  <a:cubicBezTo>
                    <a:pt x="2954" y="12908"/>
                    <a:pt x="2954" y="12837"/>
                    <a:pt x="2918" y="12765"/>
                  </a:cubicBezTo>
                  <a:cubicBezTo>
                    <a:pt x="2866" y="12661"/>
                    <a:pt x="2776" y="12595"/>
                    <a:pt x="2676" y="12595"/>
                  </a:cubicBezTo>
                  <a:cubicBezTo>
                    <a:pt x="2639" y="12595"/>
                    <a:pt x="2601" y="12604"/>
                    <a:pt x="2563" y="12623"/>
                  </a:cubicBezTo>
                  <a:lnTo>
                    <a:pt x="2207" y="12801"/>
                  </a:lnTo>
                  <a:cubicBezTo>
                    <a:pt x="2171" y="12801"/>
                    <a:pt x="2100" y="12872"/>
                    <a:pt x="2064" y="12943"/>
                  </a:cubicBezTo>
                  <a:cubicBezTo>
                    <a:pt x="2029" y="13050"/>
                    <a:pt x="2100" y="13228"/>
                    <a:pt x="2207" y="13264"/>
                  </a:cubicBezTo>
                  <a:lnTo>
                    <a:pt x="2989" y="13548"/>
                  </a:lnTo>
                  <a:lnTo>
                    <a:pt x="1495" y="14224"/>
                  </a:lnTo>
                  <a:lnTo>
                    <a:pt x="606" y="13833"/>
                  </a:lnTo>
                  <a:lnTo>
                    <a:pt x="3737" y="8425"/>
                  </a:lnTo>
                  <a:cubicBezTo>
                    <a:pt x="3884" y="8204"/>
                    <a:pt x="3692" y="8000"/>
                    <a:pt x="3501" y="8000"/>
                  </a:cubicBezTo>
                  <a:cubicBezTo>
                    <a:pt x="3415" y="8000"/>
                    <a:pt x="3329" y="8041"/>
                    <a:pt x="3274" y="8140"/>
                  </a:cubicBezTo>
                  <a:lnTo>
                    <a:pt x="36" y="13833"/>
                  </a:lnTo>
                  <a:cubicBezTo>
                    <a:pt x="1" y="13904"/>
                    <a:pt x="1" y="13975"/>
                    <a:pt x="1" y="14046"/>
                  </a:cubicBezTo>
                  <a:cubicBezTo>
                    <a:pt x="36" y="14118"/>
                    <a:pt x="72" y="14189"/>
                    <a:pt x="143" y="14224"/>
                  </a:cubicBezTo>
                  <a:lnTo>
                    <a:pt x="8042" y="17711"/>
                  </a:lnTo>
                  <a:cubicBezTo>
                    <a:pt x="8078" y="17711"/>
                    <a:pt x="8113" y="17747"/>
                    <a:pt x="8149" y="17747"/>
                  </a:cubicBezTo>
                  <a:cubicBezTo>
                    <a:pt x="8184" y="17747"/>
                    <a:pt x="8220" y="17711"/>
                    <a:pt x="8255" y="17711"/>
                  </a:cubicBezTo>
                  <a:lnTo>
                    <a:pt x="16154" y="14224"/>
                  </a:lnTo>
                  <a:cubicBezTo>
                    <a:pt x="16226" y="14189"/>
                    <a:pt x="16297" y="14118"/>
                    <a:pt x="16297" y="14046"/>
                  </a:cubicBezTo>
                  <a:cubicBezTo>
                    <a:pt x="16332" y="13975"/>
                    <a:pt x="16332" y="13904"/>
                    <a:pt x="16297" y="13833"/>
                  </a:cubicBezTo>
                  <a:lnTo>
                    <a:pt x="13023" y="8176"/>
                  </a:lnTo>
                  <a:cubicBezTo>
                    <a:pt x="12979" y="8076"/>
                    <a:pt x="12897" y="8035"/>
                    <a:pt x="12812" y="8035"/>
                  </a:cubicBezTo>
                  <a:cubicBezTo>
                    <a:pt x="12622" y="8035"/>
                    <a:pt x="12413" y="8239"/>
                    <a:pt x="12561" y="8460"/>
                  </a:cubicBezTo>
                  <a:lnTo>
                    <a:pt x="15692" y="13868"/>
                  </a:lnTo>
                  <a:lnTo>
                    <a:pt x="14802" y="14260"/>
                  </a:lnTo>
                  <a:lnTo>
                    <a:pt x="13308" y="13584"/>
                  </a:lnTo>
                  <a:lnTo>
                    <a:pt x="14091" y="13299"/>
                  </a:lnTo>
                  <a:cubicBezTo>
                    <a:pt x="14197" y="13264"/>
                    <a:pt x="14269" y="13121"/>
                    <a:pt x="14233" y="12979"/>
                  </a:cubicBezTo>
                  <a:cubicBezTo>
                    <a:pt x="14197" y="12908"/>
                    <a:pt x="14162" y="12837"/>
                    <a:pt x="14091" y="12837"/>
                  </a:cubicBezTo>
                  <a:lnTo>
                    <a:pt x="13735" y="12659"/>
                  </a:lnTo>
                  <a:cubicBezTo>
                    <a:pt x="13701" y="12650"/>
                    <a:pt x="13668" y="12646"/>
                    <a:pt x="13635" y="12646"/>
                  </a:cubicBezTo>
                  <a:cubicBezTo>
                    <a:pt x="13529" y="12646"/>
                    <a:pt x="13433" y="12692"/>
                    <a:pt x="13379" y="12801"/>
                  </a:cubicBezTo>
                  <a:cubicBezTo>
                    <a:pt x="13344" y="12872"/>
                    <a:pt x="13344" y="12943"/>
                    <a:pt x="13379" y="13015"/>
                  </a:cubicBezTo>
                  <a:lnTo>
                    <a:pt x="12561" y="13335"/>
                  </a:lnTo>
                  <a:cubicBezTo>
                    <a:pt x="12454" y="13370"/>
                    <a:pt x="12383" y="13477"/>
                    <a:pt x="12383" y="13584"/>
                  </a:cubicBezTo>
                  <a:cubicBezTo>
                    <a:pt x="12383" y="13691"/>
                    <a:pt x="12454" y="13797"/>
                    <a:pt x="12525" y="13833"/>
                  </a:cubicBezTo>
                  <a:lnTo>
                    <a:pt x="14162" y="14545"/>
                  </a:lnTo>
                  <a:lnTo>
                    <a:pt x="8398" y="17071"/>
                  </a:lnTo>
                  <a:lnTo>
                    <a:pt x="8398" y="10809"/>
                  </a:lnTo>
                  <a:cubicBezTo>
                    <a:pt x="8469" y="10773"/>
                    <a:pt x="8540" y="10737"/>
                    <a:pt x="8576" y="10666"/>
                  </a:cubicBezTo>
                  <a:cubicBezTo>
                    <a:pt x="8647" y="10524"/>
                    <a:pt x="8576" y="10382"/>
                    <a:pt x="8433" y="10310"/>
                  </a:cubicBezTo>
                  <a:lnTo>
                    <a:pt x="8398" y="10310"/>
                  </a:lnTo>
                  <a:lnTo>
                    <a:pt x="8398" y="1237"/>
                  </a:lnTo>
                  <a:lnTo>
                    <a:pt x="11956" y="7393"/>
                  </a:lnTo>
                  <a:cubicBezTo>
                    <a:pt x="12002" y="7462"/>
                    <a:pt x="12092" y="7501"/>
                    <a:pt x="12179" y="7501"/>
                  </a:cubicBezTo>
                  <a:cubicBezTo>
                    <a:pt x="12227" y="7501"/>
                    <a:pt x="12274" y="7489"/>
                    <a:pt x="12312" y="7464"/>
                  </a:cubicBezTo>
                  <a:cubicBezTo>
                    <a:pt x="12454" y="7393"/>
                    <a:pt x="12490" y="7250"/>
                    <a:pt x="12418" y="7108"/>
                  </a:cubicBezTo>
                  <a:lnTo>
                    <a:pt x="8398" y="134"/>
                  </a:lnTo>
                  <a:cubicBezTo>
                    <a:pt x="8344" y="45"/>
                    <a:pt x="8255" y="1"/>
                    <a:pt x="8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5"/>
            <p:cNvSpPr/>
            <p:nvPr/>
          </p:nvSpPr>
          <p:spPr>
            <a:xfrm>
              <a:off x="2246473" y="2094380"/>
              <a:ext cx="20586" cy="13690"/>
            </a:xfrm>
            <a:custGeom>
              <a:rect b="b" l="l" r="r" t="t"/>
              <a:pathLst>
                <a:path extrusionOk="0" h="679" w="1021">
                  <a:moveTo>
                    <a:pt x="669" y="1"/>
                  </a:moveTo>
                  <a:cubicBezTo>
                    <a:pt x="627" y="1"/>
                    <a:pt x="582" y="12"/>
                    <a:pt x="535" y="38"/>
                  </a:cubicBezTo>
                  <a:lnTo>
                    <a:pt x="179" y="181"/>
                  </a:lnTo>
                  <a:cubicBezTo>
                    <a:pt x="37" y="252"/>
                    <a:pt x="1" y="394"/>
                    <a:pt x="37" y="537"/>
                  </a:cubicBezTo>
                  <a:cubicBezTo>
                    <a:pt x="72" y="608"/>
                    <a:pt x="179" y="679"/>
                    <a:pt x="286" y="679"/>
                  </a:cubicBezTo>
                  <a:cubicBezTo>
                    <a:pt x="321" y="679"/>
                    <a:pt x="357" y="679"/>
                    <a:pt x="392" y="643"/>
                  </a:cubicBezTo>
                  <a:lnTo>
                    <a:pt x="748" y="501"/>
                  </a:lnTo>
                  <a:cubicBezTo>
                    <a:pt x="1021" y="380"/>
                    <a:pt x="907" y="1"/>
                    <a:pt x="6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5"/>
            <p:cNvSpPr/>
            <p:nvPr/>
          </p:nvSpPr>
          <p:spPr>
            <a:xfrm>
              <a:off x="2178323" y="2124765"/>
              <a:ext cx="20747" cy="13448"/>
            </a:xfrm>
            <a:custGeom>
              <a:rect b="b" l="l" r="r" t="t"/>
              <a:pathLst>
                <a:path extrusionOk="0" h="667" w="1029">
                  <a:moveTo>
                    <a:pt x="647" y="1"/>
                  </a:moveTo>
                  <a:cubicBezTo>
                    <a:pt x="612" y="1"/>
                    <a:pt x="574" y="8"/>
                    <a:pt x="534" y="26"/>
                  </a:cubicBezTo>
                  <a:lnTo>
                    <a:pt x="179" y="168"/>
                  </a:lnTo>
                  <a:cubicBezTo>
                    <a:pt x="36" y="239"/>
                    <a:pt x="1" y="382"/>
                    <a:pt x="36" y="524"/>
                  </a:cubicBezTo>
                  <a:cubicBezTo>
                    <a:pt x="108" y="595"/>
                    <a:pt x="179" y="666"/>
                    <a:pt x="285" y="666"/>
                  </a:cubicBezTo>
                  <a:lnTo>
                    <a:pt x="392" y="666"/>
                  </a:lnTo>
                  <a:lnTo>
                    <a:pt x="748" y="524"/>
                  </a:lnTo>
                  <a:cubicBezTo>
                    <a:pt x="1029" y="399"/>
                    <a:pt x="899"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5"/>
            <p:cNvSpPr/>
            <p:nvPr/>
          </p:nvSpPr>
          <p:spPr>
            <a:xfrm>
              <a:off x="2267280" y="2084339"/>
              <a:ext cx="22642" cy="13690"/>
            </a:xfrm>
            <a:custGeom>
              <a:rect b="b" l="l" r="r" t="t"/>
              <a:pathLst>
                <a:path extrusionOk="0" h="679" w="1123">
                  <a:moveTo>
                    <a:pt x="775" y="0"/>
                  </a:moveTo>
                  <a:cubicBezTo>
                    <a:pt x="734" y="0"/>
                    <a:pt x="689" y="12"/>
                    <a:pt x="641" y="38"/>
                  </a:cubicBezTo>
                  <a:lnTo>
                    <a:pt x="285" y="181"/>
                  </a:lnTo>
                  <a:cubicBezTo>
                    <a:pt x="1" y="287"/>
                    <a:pt x="72" y="679"/>
                    <a:pt x="392" y="679"/>
                  </a:cubicBezTo>
                  <a:cubicBezTo>
                    <a:pt x="428" y="679"/>
                    <a:pt x="463" y="679"/>
                    <a:pt x="463" y="643"/>
                  </a:cubicBezTo>
                  <a:lnTo>
                    <a:pt x="819" y="501"/>
                  </a:lnTo>
                  <a:cubicBezTo>
                    <a:pt x="1122" y="380"/>
                    <a:pt x="1012" y="0"/>
                    <a:pt x="7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5"/>
            <p:cNvSpPr/>
            <p:nvPr/>
          </p:nvSpPr>
          <p:spPr>
            <a:xfrm>
              <a:off x="2223528" y="2104925"/>
              <a:ext cx="19396" cy="13206"/>
            </a:xfrm>
            <a:custGeom>
              <a:rect b="b" l="l" r="r" t="t"/>
              <a:pathLst>
                <a:path extrusionOk="0" h="655" w="962">
                  <a:moveTo>
                    <a:pt x="634" y="1"/>
                  </a:moveTo>
                  <a:cubicBezTo>
                    <a:pt x="601" y="1"/>
                    <a:pt x="568" y="5"/>
                    <a:pt x="534" y="14"/>
                  </a:cubicBezTo>
                  <a:lnTo>
                    <a:pt x="178" y="156"/>
                  </a:lnTo>
                  <a:cubicBezTo>
                    <a:pt x="72" y="227"/>
                    <a:pt x="0" y="369"/>
                    <a:pt x="72" y="512"/>
                  </a:cubicBezTo>
                  <a:cubicBezTo>
                    <a:pt x="107" y="583"/>
                    <a:pt x="178" y="654"/>
                    <a:pt x="285" y="654"/>
                  </a:cubicBezTo>
                  <a:lnTo>
                    <a:pt x="392" y="654"/>
                  </a:lnTo>
                  <a:lnTo>
                    <a:pt x="748" y="512"/>
                  </a:lnTo>
                  <a:cubicBezTo>
                    <a:pt x="890" y="441"/>
                    <a:pt x="961" y="298"/>
                    <a:pt x="890" y="156"/>
                  </a:cubicBezTo>
                  <a:cubicBezTo>
                    <a:pt x="836" y="47"/>
                    <a:pt x="740"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5"/>
            <p:cNvSpPr/>
            <p:nvPr/>
          </p:nvSpPr>
          <p:spPr>
            <a:xfrm>
              <a:off x="2290245" y="2074298"/>
              <a:ext cx="22017" cy="13690"/>
            </a:xfrm>
            <a:custGeom>
              <a:rect b="b" l="l" r="r" t="t"/>
              <a:pathLst>
                <a:path extrusionOk="0" h="679" w="1092">
                  <a:moveTo>
                    <a:pt x="739" y="0"/>
                  </a:moveTo>
                  <a:cubicBezTo>
                    <a:pt x="698" y="0"/>
                    <a:pt x="653" y="12"/>
                    <a:pt x="605" y="38"/>
                  </a:cubicBezTo>
                  <a:lnTo>
                    <a:pt x="249" y="181"/>
                  </a:lnTo>
                  <a:cubicBezTo>
                    <a:pt x="0" y="287"/>
                    <a:pt x="72" y="679"/>
                    <a:pt x="356" y="679"/>
                  </a:cubicBezTo>
                  <a:cubicBezTo>
                    <a:pt x="392" y="679"/>
                    <a:pt x="427" y="679"/>
                    <a:pt x="463" y="643"/>
                  </a:cubicBezTo>
                  <a:lnTo>
                    <a:pt x="819" y="501"/>
                  </a:lnTo>
                  <a:cubicBezTo>
                    <a:pt x="1091" y="380"/>
                    <a:pt x="977" y="0"/>
                    <a:pt x="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5"/>
            <p:cNvSpPr/>
            <p:nvPr/>
          </p:nvSpPr>
          <p:spPr>
            <a:xfrm>
              <a:off x="2449529" y="2124019"/>
              <a:ext cx="20808" cy="14013"/>
            </a:xfrm>
            <a:custGeom>
              <a:rect b="b" l="l" r="r" t="t"/>
              <a:pathLst>
                <a:path extrusionOk="0" h="695" w="1032">
                  <a:moveTo>
                    <a:pt x="344" y="0"/>
                  </a:moveTo>
                  <a:cubicBezTo>
                    <a:pt x="103" y="0"/>
                    <a:pt x="1" y="366"/>
                    <a:pt x="248" y="490"/>
                  </a:cubicBezTo>
                  <a:lnTo>
                    <a:pt x="640" y="668"/>
                  </a:lnTo>
                  <a:cubicBezTo>
                    <a:pt x="640" y="686"/>
                    <a:pt x="658" y="694"/>
                    <a:pt x="680" y="694"/>
                  </a:cubicBezTo>
                  <a:cubicBezTo>
                    <a:pt x="702" y="694"/>
                    <a:pt x="729" y="686"/>
                    <a:pt x="747" y="668"/>
                  </a:cubicBezTo>
                  <a:cubicBezTo>
                    <a:pt x="818" y="668"/>
                    <a:pt x="924" y="632"/>
                    <a:pt x="960" y="525"/>
                  </a:cubicBezTo>
                  <a:cubicBezTo>
                    <a:pt x="1031" y="383"/>
                    <a:pt x="960" y="241"/>
                    <a:pt x="818" y="170"/>
                  </a:cubicBezTo>
                  <a:lnTo>
                    <a:pt x="462" y="27"/>
                  </a:lnTo>
                  <a:cubicBezTo>
                    <a:pt x="420" y="9"/>
                    <a:pt x="381" y="0"/>
                    <a:pt x="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5"/>
            <p:cNvSpPr/>
            <p:nvPr/>
          </p:nvSpPr>
          <p:spPr>
            <a:xfrm>
              <a:off x="2359826" y="2084520"/>
              <a:ext cx="19396" cy="13368"/>
            </a:xfrm>
            <a:custGeom>
              <a:rect b="b" l="l" r="r" t="t"/>
              <a:pathLst>
                <a:path extrusionOk="0" h="663" w="962">
                  <a:moveTo>
                    <a:pt x="310" y="1"/>
                  </a:moveTo>
                  <a:cubicBezTo>
                    <a:pt x="211" y="1"/>
                    <a:pt x="123" y="59"/>
                    <a:pt x="72" y="136"/>
                  </a:cubicBezTo>
                  <a:cubicBezTo>
                    <a:pt x="1" y="278"/>
                    <a:pt x="72" y="421"/>
                    <a:pt x="214" y="492"/>
                  </a:cubicBezTo>
                  <a:lnTo>
                    <a:pt x="570" y="634"/>
                  </a:lnTo>
                  <a:cubicBezTo>
                    <a:pt x="610" y="654"/>
                    <a:pt x="650" y="663"/>
                    <a:pt x="688" y="663"/>
                  </a:cubicBezTo>
                  <a:cubicBezTo>
                    <a:pt x="786" y="663"/>
                    <a:pt x="875" y="604"/>
                    <a:pt x="926" y="527"/>
                  </a:cubicBezTo>
                  <a:cubicBezTo>
                    <a:pt x="961" y="385"/>
                    <a:pt x="890" y="243"/>
                    <a:pt x="784" y="172"/>
                  </a:cubicBezTo>
                  <a:lnTo>
                    <a:pt x="428" y="29"/>
                  </a:lnTo>
                  <a:cubicBezTo>
                    <a:pt x="388" y="9"/>
                    <a:pt x="348"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5"/>
            <p:cNvSpPr/>
            <p:nvPr/>
          </p:nvSpPr>
          <p:spPr>
            <a:xfrm>
              <a:off x="2337587" y="2074479"/>
              <a:ext cx="20707" cy="13327"/>
            </a:xfrm>
            <a:custGeom>
              <a:rect b="b" l="l" r="r" t="t"/>
              <a:pathLst>
                <a:path extrusionOk="0" h="661" w="1027">
                  <a:moveTo>
                    <a:pt x="274" y="1"/>
                  </a:moveTo>
                  <a:cubicBezTo>
                    <a:pt x="176" y="1"/>
                    <a:pt x="88" y="59"/>
                    <a:pt x="36" y="136"/>
                  </a:cubicBezTo>
                  <a:cubicBezTo>
                    <a:pt x="1" y="278"/>
                    <a:pt x="36" y="421"/>
                    <a:pt x="179" y="492"/>
                  </a:cubicBezTo>
                  <a:lnTo>
                    <a:pt x="534" y="634"/>
                  </a:lnTo>
                  <a:cubicBezTo>
                    <a:pt x="576" y="653"/>
                    <a:pt x="616" y="661"/>
                    <a:pt x="654" y="661"/>
                  </a:cubicBezTo>
                  <a:cubicBezTo>
                    <a:pt x="901" y="661"/>
                    <a:pt x="1026" y="295"/>
                    <a:pt x="748" y="172"/>
                  </a:cubicBezTo>
                  <a:lnTo>
                    <a:pt x="392" y="29"/>
                  </a:lnTo>
                  <a:cubicBezTo>
                    <a:pt x="352" y="9"/>
                    <a:pt x="313"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5"/>
            <p:cNvSpPr/>
            <p:nvPr/>
          </p:nvSpPr>
          <p:spPr>
            <a:xfrm>
              <a:off x="2405736" y="2103917"/>
              <a:ext cx="18691" cy="14033"/>
            </a:xfrm>
            <a:custGeom>
              <a:rect b="b" l="l" r="r" t="t"/>
              <a:pathLst>
                <a:path extrusionOk="0" h="696" w="927">
                  <a:moveTo>
                    <a:pt x="279" y="0"/>
                  </a:moveTo>
                  <a:cubicBezTo>
                    <a:pt x="179" y="0"/>
                    <a:pt x="89" y="66"/>
                    <a:pt x="37" y="170"/>
                  </a:cubicBezTo>
                  <a:cubicBezTo>
                    <a:pt x="1" y="313"/>
                    <a:pt x="37" y="455"/>
                    <a:pt x="179" y="526"/>
                  </a:cubicBezTo>
                  <a:lnTo>
                    <a:pt x="535" y="668"/>
                  </a:lnTo>
                  <a:cubicBezTo>
                    <a:pt x="552" y="686"/>
                    <a:pt x="570" y="695"/>
                    <a:pt x="588" y="695"/>
                  </a:cubicBezTo>
                  <a:cubicBezTo>
                    <a:pt x="606" y="695"/>
                    <a:pt x="624" y="686"/>
                    <a:pt x="641" y="668"/>
                  </a:cubicBezTo>
                  <a:cubicBezTo>
                    <a:pt x="748" y="668"/>
                    <a:pt x="855" y="633"/>
                    <a:pt x="890" y="526"/>
                  </a:cubicBezTo>
                  <a:cubicBezTo>
                    <a:pt x="926" y="384"/>
                    <a:pt x="890" y="242"/>
                    <a:pt x="748" y="170"/>
                  </a:cubicBezTo>
                  <a:lnTo>
                    <a:pt x="392" y="28"/>
                  </a:lnTo>
                  <a:cubicBezTo>
                    <a:pt x="354" y="9"/>
                    <a:pt x="316"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5"/>
            <p:cNvSpPr/>
            <p:nvPr/>
          </p:nvSpPr>
          <p:spPr>
            <a:xfrm>
              <a:off x="2380876" y="2094380"/>
              <a:ext cx="21312" cy="13690"/>
            </a:xfrm>
            <a:custGeom>
              <a:rect b="b" l="l" r="r" t="t"/>
              <a:pathLst>
                <a:path extrusionOk="0" h="679" w="1057">
                  <a:moveTo>
                    <a:pt x="353" y="1"/>
                  </a:moveTo>
                  <a:cubicBezTo>
                    <a:pt x="115" y="1"/>
                    <a:pt x="1" y="380"/>
                    <a:pt x="273" y="501"/>
                  </a:cubicBezTo>
                  <a:lnTo>
                    <a:pt x="665" y="643"/>
                  </a:lnTo>
                  <a:cubicBezTo>
                    <a:pt x="665" y="679"/>
                    <a:pt x="700" y="679"/>
                    <a:pt x="736" y="679"/>
                  </a:cubicBezTo>
                  <a:cubicBezTo>
                    <a:pt x="843" y="679"/>
                    <a:pt x="949" y="608"/>
                    <a:pt x="985" y="537"/>
                  </a:cubicBezTo>
                  <a:cubicBezTo>
                    <a:pt x="1056" y="394"/>
                    <a:pt x="985" y="252"/>
                    <a:pt x="843" y="181"/>
                  </a:cubicBezTo>
                  <a:lnTo>
                    <a:pt x="487" y="38"/>
                  </a:lnTo>
                  <a:cubicBezTo>
                    <a:pt x="439" y="12"/>
                    <a:pt x="394" y="1"/>
                    <a:pt x="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4" name="Shape 1654"/>
        <p:cNvGrpSpPr/>
        <p:nvPr/>
      </p:nvGrpSpPr>
      <p:grpSpPr>
        <a:xfrm>
          <a:off x="0" y="0"/>
          <a:ext cx="0" cy="0"/>
          <a:chOff x="0" y="0"/>
          <a:chExt cx="0" cy="0"/>
        </a:xfrm>
      </p:grpSpPr>
      <p:sp>
        <p:nvSpPr>
          <p:cNvPr id="1655" name="Google Shape;1655;p46"/>
          <p:cNvSpPr txBox="1"/>
          <p:nvPr>
            <p:ph type="title"/>
          </p:nvPr>
        </p:nvSpPr>
        <p:spPr>
          <a:xfrm>
            <a:off x="1424475" y="1682850"/>
            <a:ext cx="2803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 CAN ONLY MULTIPLY OR DIVIDE</a:t>
            </a:r>
            <a:endParaRPr/>
          </a:p>
        </p:txBody>
      </p:sp>
      <p:sp>
        <p:nvSpPr>
          <p:cNvPr id="1656" name="Google Shape;1656;p46"/>
          <p:cNvSpPr txBox="1"/>
          <p:nvPr>
            <p:ph idx="1" type="subTitle"/>
          </p:nvPr>
        </p:nvSpPr>
        <p:spPr>
          <a:xfrm>
            <a:off x="1424475" y="2269375"/>
            <a:ext cx="2803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657" name="Google Shape;1657;p46"/>
          <p:cNvSpPr txBox="1"/>
          <p:nvPr>
            <p:ph idx="2" type="title"/>
          </p:nvPr>
        </p:nvSpPr>
        <p:spPr>
          <a:xfrm>
            <a:off x="5309650" y="1682850"/>
            <a:ext cx="2803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SAME OPERATION FOR THE SAME NUMBER</a:t>
            </a:r>
            <a:endParaRPr/>
          </a:p>
        </p:txBody>
      </p:sp>
      <p:sp>
        <p:nvSpPr>
          <p:cNvPr id="1658" name="Google Shape;1658;p46"/>
          <p:cNvSpPr txBox="1"/>
          <p:nvPr>
            <p:ph idx="3" type="subTitle"/>
          </p:nvPr>
        </p:nvSpPr>
        <p:spPr>
          <a:xfrm>
            <a:off x="5309650" y="2269375"/>
            <a:ext cx="2803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a:t>
            </a:r>
            <a:r>
              <a:rPr lang="en"/>
              <a:t> the biggest planet in the Solar System</a:t>
            </a:r>
            <a:endParaRPr/>
          </a:p>
        </p:txBody>
      </p:sp>
      <p:sp>
        <p:nvSpPr>
          <p:cNvPr id="1659" name="Google Shape;1659;p46"/>
          <p:cNvSpPr txBox="1"/>
          <p:nvPr>
            <p:ph idx="8" type="title"/>
          </p:nvPr>
        </p:nvSpPr>
        <p:spPr>
          <a:xfrm>
            <a:off x="720000" y="805025"/>
            <a:ext cx="7704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TIPS</a:t>
            </a:r>
            <a:r>
              <a:rPr lang="en"/>
              <a:t> WHEN WORKING WITH FRACTIONS</a:t>
            </a:r>
            <a:endParaRPr/>
          </a:p>
        </p:txBody>
      </p:sp>
      <p:sp>
        <p:nvSpPr>
          <p:cNvPr id="1660" name="Google Shape;1660;p46"/>
          <p:cNvSpPr txBox="1"/>
          <p:nvPr>
            <p:ph idx="4" type="title"/>
          </p:nvPr>
        </p:nvSpPr>
        <p:spPr>
          <a:xfrm>
            <a:off x="1424475" y="3268650"/>
            <a:ext cx="2803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 CAN NEVER MULTIPLY OR DIVIDE BY 0</a:t>
            </a:r>
            <a:endParaRPr/>
          </a:p>
        </p:txBody>
      </p:sp>
      <p:sp>
        <p:nvSpPr>
          <p:cNvPr id="1661" name="Google Shape;1661;p46"/>
          <p:cNvSpPr txBox="1"/>
          <p:nvPr>
            <p:ph idx="5" type="subTitle"/>
          </p:nvPr>
        </p:nvSpPr>
        <p:spPr>
          <a:xfrm>
            <a:off x="1424475" y="3855175"/>
            <a:ext cx="2803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662" name="Google Shape;1662;p46"/>
          <p:cNvSpPr txBox="1"/>
          <p:nvPr>
            <p:ph idx="6" type="title"/>
          </p:nvPr>
        </p:nvSpPr>
        <p:spPr>
          <a:xfrm>
            <a:off x="5309650" y="3268650"/>
            <a:ext cx="2803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 CAN REPEAT THE PROCESS ALWAYS</a:t>
            </a:r>
            <a:endParaRPr/>
          </a:p>
        </p:txBody>
      </p:sp>
      <p:sp>
        <p:nvSpPr>
          <p:cNvPr id="1663" name="Google Shape;1663;p46"/>
          <p:cNvSpPr txBox="1"/>
          <p:nvPr>
            <p:ph idx="7" type="subTitle"/>
          </p:nvPr>
        </p:nvSpPr>
        <p:spPr>
          <a:xfrm>
            <a:off x="5309650" y="3855175"/>
            <a:ext cx="2803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grpSp>
        <p:nvGrpSpPr>
          <p:cNvPr id="1664" name="Google Shape;1664;p46"/>
          <p:cNvGrpSpPr/>
          <p:nvPr/>
        </p:nvGrpSpPr>
        <p:grpSpPr>
          <a:xfrm>
            <a:off x="4692611" y="1693025"/>
            <a:ext cx="455641" cy="422842"/>
            <a:chOff x="5735916" y="1867713"/>
            <a:chExt cx="368046" cy="341553"/>
          </a:xfrm>
        </p:grpSpPr>
        <p:sp>
          <p:nvSpPr>
            <p:cNvPr id="1665" name="Google Shape;1665;p46"/>
            <p:cNvSpPr/>
            <p:nvPr/>
          </p:nvSpPr>
          <p:spPr>
            <a:xfrm>
              <a:off x="5735916" y="1875516"/>
              <a:ext cx="361594" cy="328004"/>
            </a:xfrm>
            <a:custGeom>
              <a:rect b="b" l="l" r="r" t="t"/>
              <a:pathLst>
                <a:path extrusionOk="0" h="16268" w="17934">
                  <a:moveTo>
                    <a:pt x="9109" y="0"/>
                  </a:moveTo>
                  <a:cubicBezTo>
                    <a:pt x="6986" y="0"/>
                    <a:pt x="4871" y="810"/>
                    <a:pt x="3274" y="2425"/>
                  </a:cubicBezTo>
                  <a:cubicBezTo>
                    <a:pt x="107" y="5592"/>
                    <a:pt x="0" y="10680"/>
                    <a:pt x="3060" y="13953"/>
                  </a:cubicBezTo>
                  <a:cubicBezTo>
                    <a:pt x="4594" y="15418"/>
                    <a:pt x="6607" y="16267"/>
                    <a:pt x="8730" y="16267"/>
                  </a:cubicBezTo>
                  <a:cubicBezTo>
                    <a:pt x="8773" y="16267"/>
                    <a:pt x="8816" y="16267"/>
                    <a:pt x="8860" y="16266"/>
                  </a:cubicBezTo>
                  <a:cubicBezTo>
                    <a:pt x="11030" y="16231"/>
                    <a:pt x="13130" y="15341"/>
                    <a:pt x="14660" y="13811"/>
                  </a:cubicBezTo>
                  <a:cubicBezTo>
                    <a:pt x="17898" y="10644"/>
                    <a:pt x="17933" y="5450"/>
                    <a:pt x="14766" y="2247"/>
                  </a:cubicBezTo>
                  <a:lnTo>
                    <a:pt x="14802" y="2247"/>
                  </a:lnTo>
                  <a:cubicBezTo>
                    <a:pt x="13198" y="748"/>
                    <a:pt x="11150" y="0"/>
                    <a:pt x="9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6"/>
            <p:cNvSpPr/>
            <p:nvPr/>
          </p:nvSpPr>
          <p:spPr>
            <a:xfrm>
              <a:off x="6060895" y="2023408"/>
              <a:ext cx="41636" cy="30869"/>
            </a:xfrm>
            <a:custGeom>
              <a:rect b="b" l="l" r="r" t="t"/>
              <a:pathLst>
                <a:path extrusionOk="0" h="1531" w="2065">
                  <a:moveTo>
                    <a:pt x="1032" y="0"/>
                  </a:moveTo>
                  <a:cubicBezTo>
                    <a:pt x="837" y="0"/>
                    <a:pt x="641" y="72"/>
                    <a:pt x="499" y="214"/>
                  </a:cubicBezTo>
                  <a:cubicBezTo>
                    <a:pt x="0" y="676"/>
                    <a:pt x="356" y="1530"/>
                    <a:pt x="1032" y="1530"/>
                  </a:cubicBezTo>
                  <a:cubicBezTo>
                    <a:pt x="1708" y="1530"/>
                    <a:pt x="2064" y="676"/>
                    <a:pt x="1566" y="214"/>
                  </a:cubicBezTo>
                  <a:cubicBezTo>
                    <a:pt x="1424" y="72"/>
                    <a:pt x="1228"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6"/>
            <p:cNvSpPr/>
            <p:nvPr/>
          </p:nvSpPr>
          <p:spPr>
            <a:xfrm>
              <a:off x="5885139" y="2015524"/>
              <a:ext cx="62423" cy="45930"/>
            </a:xfrm>
            <a:custGeom>
              <a:rect b="b" l="l" r="r" t="t"/>
              <a:pathLst>
                <a:path extrusionOk="0" h="2278" w="3096">
                  <a:moveTo>
                    <a:pt x="1548" y="0"/>
                  </a:moveTo>
                  <a:cubicBezTo>
                    <a:pt x="1254" y="0"/>
                    <a:pt x="961" y="107"/>
                    <a:pt x="747" y="320"/>
                  </a:cubicBezTo>
                  <a:cubicBezTo>
                    <a:pt x="0" y="1032"/>
                    <a:pt x="534" y="2277"/>
                    <a:pt x="1530" y="2277"/>
                  </a:cubicBezTo>
                  <a:cubicBezTo>
                    <a:pt x="2562" y="2277"/>
                    <a:pt x="3096" y="1032"/>
                    <a:pt x="2349" y="320"/>
                  </a:cubicBezTo>
                  <a:cubicBezTo>
                    <a:pt x="2135" y="107"/>
                    <a:pt x="1841" y="0"/>
                    <a:pt x="15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6"/>
            <p:cNvSpPr/>
            <p:nvPr/>
          </p:nvSpPr>
          <p:spPr>
            <a:xfrm>
              <a:off x="5744525" y="1867713"/>
              <a:ext cx="286670" cy="274089"/>
            </a:xfrm>
            <a:custGeom>
              <a:rect b="b" l="l" r="r" t="t"/>
              <a:pathLst>
                <a:path extrusionOk="0" h="13594" w="14218">
                  <a:moveTo>
                    <a:pt x="8534" y="1"/>
                  </a:moveTo>
                  <a:cubicBezTo>
                    <a:pt x="5381" y="1"/>
                    <a:pt x="2377" y="1746"/>
                    <a:pt x="890" y="4662"/>
                  </a:cubicBezTo>
                  <a:cubicBezTo>
                    <a:pt x="321" y="5837"/>
                    <a:pt x="0" y="7153"/>
                    <a:pt x="0" y="8470"/>
                  </a:cubicBezTo>
                  <a:cubicBezTo>
                    <a:pt x="0" y="9003"/>
                    <a:pt x="71" y="9537"/>
                    <a:pt x="143" y="10071"/>
                  </a:cubicBezTo>
                  <a:cubicBezTo>
                    <a:pt x="356" y="11280"/>
                    <a:pt x="854" y="12455"/>
                    <a:pt x="1601" y="13451"/>
                  </a:cubicBezTo>
                  <a:cubicBezTo>
                    <a:pt x="1637" y="13522"/>
                    <a:pt x="1708" y="13593"/>
                    <a:pt x="1779" y="13593"/>
                  </a:cubicBezTo>
                  <a:cubicBezTo>
                    <a:pt x="1851" y="13593"/>
                    <a:pt x="1886" y="13558"/>
                    <a:pt x="1957" y="13522"/>
                  </a:cubicBezTo>
                  <a:cubicBezTo>
                    <a:pt x="2064" y="13451"/>
                    <a:pt x="2100" y="13273"/>
                    <a:pt x="1993" y="13166"/>
                  </a:cubicBezTo>
                  <a:cubicBezTo>
                    <a:pt x="1317" y="12206"/>
                    <a:pt x="854" y="11138"/>
                    <a:pt x="676" y="9964"/>
                  </a:cubicBezTo>
                  <a:cubicBezTo>
                    <a:pt x="570" y="9501"/>
                    <a:pt x="534" y="9003"/>
                    <a:pt x="534" y="8505"/>
                  </a:cubicBezTo>
                  <a:cubicBezTo>
                    <a:pt x="534" y="6015"/>
                    <a:pt x="1673" y="3666"/>
                    <a:pt x="3665" y="2172"/>
                  </a:cubicBezTo>
                  <a:cubicBezTo>
                    <a:pt x="5074" y="1090"/>
                    <a:pt x="6802" y="524"/>
                    <a:pt x="8549" y="524"/>
                  </a:cubicBezTo>
                  <a:cubicBezTo>
                    <a:pt x="9274" y="524"/>
                    <a:pt x="10001" y="622"/>
                    <a:pt x="10710" y="820"/>
                  </a:cubicBezTo>
                  <a:cubicBezTo>
                    <a:pt x="11813" y="1140"/>
                    <a:pt x="12809" y="1674"/>
                    <a:pt x="13663" y="2385"/>
                  </a:cubicBezTo>
                  <a:cubicBezTo>
                    <a:pt x="13721" y="2429"/>
                    <a:pt x="13781" y="2447"/>
                    <a:pt x="13836" y="2447"/>
                  </a:cubicBezTo>
                  <a:cubicBezTo>
                    <a:pt x="14055" y="2447"/>
                    <a:pt x="14218" y="2164"/>
                    <a:pt x="14019" y="1994"/>
                  </a:cubicBezTo>
                  <a:cubicBezTo>
                    <a:pt x="13094" y="1211"/>
                    <a:pt x="12027" y="642"/>
                    <a:pt x="10852" y="322"/>
                  </a:cubicBezTo>
                  <a:cubicBezTo>
                    <a:pt x="10084" y="105"/>
                    <a:pt x="9305" y="1"/>
                    <a:pt x="8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6"/>
            <p:cNvSpPr/>
            <p:nvPr/>
          </p:nvSpPr>
          <p:spPr>
            <a:xfrm>
              <a:off x="5789871" y="1923503"/>
              <a:ext cx="314091" cy="285763"/>
            </a:xfrm>
            <a:custGeom>
              <a:rect b="b" l="l" r="r" t="t"/>
              <a:pathLst>
                <a:path extrusionOk="0" h="14173" w="15578">
                  <a:moveTo>
                    <a:pt x="14528" y="5178"/>
                  </a:moveTo>
                  <a:cubicBezTo>
                    <a:pt x="14545" y="5178"/>
                    <a:pt x="14563" y="5187"/>
                    <a:pt x="14581" y="5204"/>
                  </a:cubicBezTo>
                  <a:cubicBezTo>
                    <a:pt x="14795" y="5240"/>
                    <a:pt x="14937" y="5382"/>
                    <a:pt x="14972" y="5560"/>
                  </a:cubicBezTo>
                  <a:cubicBezTo>
                    <a:pt x="15008" y="5703"/>
                    <a:pt x="14972" y="5880"/>
                    <a:pt x="14866" y="6023"/>
                  </a:cubicBezTo>
                  <a:cubicBezTo>
                    <a:pt x="14777" y="6141"/>
                    <a:pt x="14616" y="6210"/>
                    <a:pt x="14462" y="6210"/>
                  </a:cubicBezTo>
                  <a:cubicBezTo>
                    <a:pt x="14430" y="6210"/>
                    <a:pt x="14398" y="6207"/>
                    <a:pt x="14368" y="6201"/>
                  </a:cubicBezTo>
                  <a:cubicBezTo>
                    <a:pt x="14190" y="6165"/>
                    <a:pt x="14012" y="6023"/>
                    <a:pt x="13976" y="5809"/>
                  </a:cubicBezTo>
                  <a:cubicBezTo>
                    <a:pt x="13941" y="5667"/>
                    <a:pt x="13976" y="5489"/>
                    <a:pt x="14083" y="5382"/>
                  </a:cubicBezTo>
                  <a:cubicBezTo>
                    <a:pt x="14171" y="5264"/>
                    <a:pt x="14284" y="5195"/>
                    <a:pt x="14401" y="5195"/>
                  </a:cubicBezTo>
                  <a:cubicBezTo>
                    <a:pt x="14425" y="5195"/>
                    <a:pt x="14450" y="5198"/>
                    <a:pt x="14474" y="5204"/>
                  </a:cubicBezTo>
                  <a:cubicBezTo>
                    <a:pt x="14492" y="5187"/>
                    <a:pt x="14510" y="5178"/>
                    <a:pt x="14528" y="5178"/>
                  </a:cubicBezTo>
                  <a:close/>
                  <a:moveTo>
                    <a:pt x="12517" y="1"/>
                  </a:moveTo>
                  <a:cubicBezTo>
                    <a:pt x="12455" y="1"/>
                    <a:pt x="12393" y="27"/>
                    <a:pt x="12339" y="81"/>
                  </a:cubicBezTo>
                  <a:cubicBezTo>
                    <a:pt x="12233" y="152"/>
                    <a:pt x="12197" y="330"/>
                    <a:pt x="12304" y="437"/>
                  </a:cubicBezTo>
                  <a:cubicBezTo>
                    <a:pt x="13087" y="1326"/>
                    <a:pt x="13620" y="2358"/>
                    <a:pt x="13941" y="3461"/>
                  </a:cubicBezTo>
                  <a:cubicBezTo>
                    <a:pt x="14047" y="3888"/>
                    <a:pt x="14119" y="4315"/>
                    <a:pt x="14190" y="4742"/>
                  </a:cubicBezTo>
                  <a:cubicBezTo>
                    <a:pt x="13976" y="4777"/>
                    <a:pt x="13834" y="4920"/>
                    <a:pt x="13692" y="5062"/>
                  </a:cubicBezTo>
                  <a:cubicBezTo>
                    <a:pt x="13620" y="5169"/>
                    <a:pt x="13549" y="5311"/>
                    <a:pt x="13514" y="5454"/>
                  </a:cubicBezTo>
                  <a:cubicBezTo>
                    <a:pt x="13158" y="5454"/>
                    <a:pt x="13158" y="5952"/>
                    <a:pt x="13514" y="5952"/>
                  </a:cubicBezTo>
                  <a:cubicBezTo>
                    <a:pt x="13585" y="6307"/>
                    <a:pt x="13834" y="6557"/>
                    <a:pt x="14190" y="6663"/>
                  </a:cubicBezTo>
                  <a:cubicBezTo>
                    <a:pt x="13905" y="9047"/>
                    <a:pt x="12553" y="11182"/>
                    <a:pt x="10489" y="12463"/>
                  </a:cubicBezTo>
                  <a:cubicBezTo>
                    <a:pt x="9199" y="13259"/>
                    <a:pt x="7713" y="13664"/>
                    <a:pt x="6221" y="13664"/>
                  </a:cubicBezTo>
                  <a:cubicBezTo>
                    <a:pt x="5245" y="13664"/>
                    <a:pt x="4266" y="13491"/>
                    <a:pt x="3338" y="13139"/>
                  </a:cubicBezTo>
                  <a:cubicBezTo>
                    <a:pt x="2270" y="12748"/>
                    <a:pt x="1309" y="12107"/>
                    <a:pt x="527" y="11289"/>
                  </a:cubicBezTo>
                  <a:cubicBezTo>
                    <a:pt x="476" y="11253"/>
                    <a:pt x="423" y="11237"/>
                    <a:pt x="372" y="11237"/>
                  </a:cubicBezTo>
                  <a:cubicBezTo>
                    <a:pt x="170" y="11237"/>
                    <a:pt x="0" y="11481"/>
                    <a:pt x="171" y="11680"/>
                  </a:cubicBezTo>
                  <a:cubicBezTo>
                    <a:pt x="1025" y="12534"/>
                    <a:pt x="2021" y="13210"/>
                    <a:pt x="3160" y="13602"/>
                  </a:cubicBezTo>
                  <a:cubicBezTo>
                    <a:pt x="4156" y="13993"/>
                    <a:pt x="5223" y="14171"/>
                    <a:pt x="6255" y="14171"/>
                  </a:cubicBezTo>
                  <a:cubicBezTo>
                    <a:pt x="6313" y="14172"/>
                    <a:pt x="6370" y="14173"/>
                    <a:pt x="6427" y="14173"/>
                  </a:cubicBezTo>
                  <a:cubicBezTo>
                    <a:pt x="7968" y="14173"/>
                    <a:pt x="9470" y="13713"/>
                    <a:pt x="10774" y="12890"/>
                  </a:cubicBezTo>
                  <a:cubicBezTo>
                    <a:pt x="11841" y="12214"/>
                    <a:pt x="12766" y="11324"/>
                    <a:pt x="13442" y="10221"/>
                  </a:cubicBezTo>
                  <a:cubicBezTo>
                    <a:pt x="14119" y="9154"/>
                    <a:pt x="14510" y="7980"/>
                    <a:pt x="14652" y="6734"/>
                  </a:cubicBezTo>
                  <a:cubicBezTo>
                    <a:pt x="15222" y="6628"/>
                    <a:pt x="15577" y="6058"/>
                    <a:pt x="15471" y="5489"/>
                  </a:cubicBezTo>
                  <a:cubicBezTo>
                    <a:pt x="15399" y="5098"/>
                    <a:pt x="15079" y="4777"/>
                    <a:pt x="14688" y="4706"/>
                  </a:cubicBezTo>
                  <a:cubicBezTo>
                    <a:pt x="14652" y="4244"/>
                    <a:pt x="14545" y="3781"/>
                    <a:pt x="14439" y="3354"/>
                  </a:cubicBezTo>
                  <a:cubicBezTo>
                    <a:pt x="14119" y="2145"/>
                    <a:pt x="13514" y="1042"/>
                    <a:pt x="12695" y="81"/>
                  </a:cubicBezTo>
                  <a:cubicBezTo>
                    <a:pt x="12642" y="27"/>
                    <a:pt x="12580" y="1"/>
                    <a:pt x="12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6"/>
            <p:cNvSpPr/>
            <p:nvPr/>
          </p:nvSpPr>
          <p:spPr>
            <a:xfrm>
              <a:off x="5886570" y="2009778"/>
              <a:ext cx="63875" cy="56858"/>
            </a:xfrm>
            <a:custGeom>
              <a:rect b="b" l="l" r="r" t="t"/>
              <a:pathLst>
                <a:path extrusionOk="0" h="2820" w="3168">
                  <a:moveTo>
                    <a:pt x="1459" y="534"/>
                  </a:moveTo>
                  <a:cubicBezTo>
                    <a:pt x="1530" y="534"/>
                    <a:pt x="1601" y="570"/>
                    <a:pt x="1673" y="570"/>
                  </a:cubicBezTo>
                  <a:cubicBezTo>
                    <a:pt x="1993" y="641"/>
                    <a:pt x="2242" y="890"/>
                    <a:pt x="2313" y="1210"/>
                  </a:cubicBezTo>
                  <a:cubicBezTo>
                    <a:pt x="2384" y="1459"/>
                    <a:pt x="2313" y="1744"/>
                    <a:pt x="2135" y="1957"/>
                  </a:cubicBezTo>
                  <a:cubicBezTo>
                    <a:pt x="1993" y="2171"/>
                    <a:pt x="1744" y="2313"/>
                    <a:pt x="1459" y="2313"/>
                  </a:cubicBezTo>
                  <a:cubicBezTo>
                    <a:pt x="1388" y="2313"/>
                    <a:pt x="1317" y="2313"/>
                    <a:pt x="1246" y="2278"/>
                  </a:cubicBezTo>
                  <a:cubicBezTo>
                    <a:pt x="925" y="2206"/>
                    <a:pt x="676" y="1957"/>
                    <a:pt x="605" y="1637"/>
                  </a:cubicBezTo>
                  <a:cubicBezTo>
                    <a:pt x="463" y="1068"/>
                    <a:pt x="890" y="534"/>
                    <a:pt x="1459" y="534"/>
                  </a:cubicBezTo>
                  <a:close/>
                  <a:moveTo>
                    <a:pt x="1459" y="0"/>
                  </a:moveTo>
                  <a:cubicBezTo>
                    <a:pt x="1032" y="0"/>
                    <a:pt x="641" y="214"/>
                    <a:pt x="356" y="534"/>
                  </a:cubicBezTo>
                  <a:cubicBezTo>
                    <a:pt x="107" y="890"/>
                    <a:pt x="0" y="1317"/>
                    <a:pt x="107" y="1744"/>
                  </a:cubicBezTo>
                  <a:cubicBezTo>
                    <a:pt x="214" y="2278"/>
                    <a:pt x="605" y="2669"/>
                    <a:pt x="1139" y="2776"/>
                  </a:cubicBezTo>
                  <a:cubicBezTo>
                    <a:pt x="1250" y="2805"/>
                    <a:pt x="1362" y="2820"/>
                    <a:pt x="1471" y="2820"/>
                  </a:cubicBezTo>
                  <a:cubicBezTo>
                    <a:pt x="1888" y="2820"/>
                    <a:pt x="2281" y="2615"/>
                    <a:pt x="2562" y="2278"/>
                  </a:cubicBezTo>
                  <a:cubicBezTo>
                    <a:pt x="2704" y="2100"/>
                    <a:pt x="2776" y="1886"/>
                    <a:pt x="2847" y="1673"/>
                  </a:cubicBezTo>
                  <a:cubicBezTo>
                    <a:pt x="3167" y="1673"/>
                    <a:pt x="3167" y="1175"/>
                    <a:pt x="2847" y="1175"/>
                  </a:cubicBezTo>
                  <a:lnTo>
                    <a:pt x="2847" y="1103"/>
                  </a:lnTo>
                  <a:lnTo>
                    <a:pt x="2811" y="1068"/>
                  </a:lnTo>
                  <a:cubicBezTo>
                    <a:pt x="2704" y="570"/>
                    <a:pt x="2313" y="178"/>
                    <a:pt x="1779" y="72"/>
                  </a:cubicBezTo>
                  <a:cubicBezTo>
                    <a:pt x="1673" y="36"/>
                    <a:pt x="1566" y="0"/>
                    <a:pt x="1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6"/>
            <p:cNvSpPr/>
            <p:nvPr/>
          </p:nvSpPr>
          <p:spPr>
            <a:xfrm>
              <a:off x="6030772" y="2033449"/>
              <a:ext cx="20102" cy="10061"/>
            </a:xfrm>
            <a:custGeom>
              <a:rect b="b" l="l" r="r" t="t"/>
              <a:pathLst>
                <a:path extrusionOk="0" h="499" w="997">
                  <a:moveTo>
                    <a:pt x="285" y="1"/>
                  </a:moveTo>
                  <a:cubicBezTo>
                    <a:pt x="0" y="36"/>
                    <a:pt x="0" y="463"/>
                    <a:pt x="285" y="499"/>
                  </a:cubicBezTo>
                  <a:lnTo>
                    <a:pt x="712" y="499"/>
                  </a:lnTo>
                  <a:cubicBezTo>
                    <a:pt x="996" y="463"/>
                    <a:pt x="996" y="36"/>
                    <a:pt x="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6"/>
            <p:cNvSpPr/>
            <p:nvPr/>
          </p:nvSpPr>
          <p:spPr>
            <a:xfrm>
              <a:off x="5954719" y="2033408"/>
              <a:ext cx="19215" cy="10142"/>
            </a:xfrm>
            <a:custGeom>
              <a:rect b="b" l="l" r="r" t="t"/>
              <a:pathLst>
                <a:path extrusionOk="0" h="503" w="953">
                  <a:moveTo>
                    <a:pt x="702" y="1"/>
                  </a:moveTo>
                  <a:cubicBezTo>
                    <a:pt x="694" y="1"/>
                    <a:pt x="685" y="1"/>
                    <a:pt x="677" y="3"/>
                  </a:cubicBezTo>
                  <a:lnTo>
                    <a:pt x="285" y="3"/>
                  </a:lnTo>
                  <a:cubicBezTo>
                    <a:pt x="1" y="38"/>
                    <a:pt x="1" y="465"/>
                    <a:pt x="285" y="501"/>
                  </a:cubicBezTo>
                  <a:lnTo>
                    <a:pt x="677" y="501"/>
                  </a:lnTo>
                  <a:cubicBezTo>
                    <a:pt x="685" y="502"/>
                    <a:pt x="694" y="502"/>
                    <a:pt x="702" y="502"/>
                  </a:cubicBezTo>
                  <a:cubicBezTo>
                    <a:pt x="953" y="502"/>
                    <a:pt x="953" y="1"/>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6"/>
            <p:cNvSpPr/>
            <p:nvPr/>
          </p:nvSpPr>
          <p:spPr>
            <a:xfrm>
              <a:off x="5979822" y="2033449"/>
              <a:ext cx="20828" cy="10061"/>
            </a:xfrm>
            <a:custGeom>
              <a:rect b="b" l="l" r="r" t="t"/>
              <a:pathLst>
                <a:path extrusionOk="0" h="499" w="1033">
                  <a:moveTo>
                    <a:pt x="321" y="1"/>
                  </a:moveTo>
                  <a:cubicBezTo>
                    <a:pt x="1" y="36"/>
                    <a:pt x="1" y="463"/>
                    <a:pt x="321" y="499"/>
                  </a:cubicBezTo>
                  <a:lnTo>
                    <a:pt x="712" y="499"/>
                  </a:lnTo>
                  <a:cubicBezTo>
                    <a:pt x="1033" y="463"/>
                    <a:pt x="1033" y="36"/>
                    <a:pt x="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6"/>
            <p:cNvSpPr/>
            <p:nvPr/>
          </p:nvSpPr>
          <p:spPr>
            <a:xfrm>
              <a:off x="6005831" y="2033408"/>
              <a:ext cx="19054" cy="10142"/>
            </a:xfrm>
            <a:custGeom>
              <a:rect b="b" l="l" r="r" t="t"/>
              <a:pathLst>
                <a:path extrusionOk="0" h="503" w="945">
                  <a:moveTo>
                    <a:pt x="251" y="1"/>
                  </a:moveTo>
                  <a:cubicBezTo>
                    <a:pt x="0" y="1"/>
                    <a:pt x="0" y="502"/>
                    <a:pt x="251" y="502"/>
                  </a:cubicBezTo>
                  <a:cubicBezTo>
                    <a:pt x="259" y="502"/>
                    <a:pt x="268" y="502"/>
                    <a:pt x="276" y="501"/>
                  </a:cubicBezTo>
                  <a:lnTo>
                    <a:pt x="668" y="501"/>
                  </a:lnTo>
                  <a:cubicBezTo>
                    <a:pt x="676" y="502"/>
                    <a:pt x="685" y="502"/>
                    <a:pt x="693" y="502"/>
                  </a:cubicBezTo>
                  <a:cubicBezTo>
                    <a:pt x="944" y="502"/>
                    <a:pt x="944" y="1"/>
                    <a:pt x="693" y="1"/>
                  </a:cubicBezTo>
                  <a:cubicBezTo>
                    <a:pt x="685" y="1"/>
                    <a:pt x="676" y="1"/>
                    <a:pt x="668" y="3"/>
                  </a:cubicBezTo>
                  <a:lnTo>
                    <a:pt x="276" y="3"/>
                  </a:lnTo>
                  <a:cubicBezTo>
                    <a:pt x="268" y="1"/>
                    <a:pt x="259" y="1"/>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6"/>
            <p:cNvSpPr/>
            <p:nvPr/>
          </p:nvSpPr>
          <p:spPr>
            <a:xfrm>
              <a:off x="5977684" y="1958122"/>
              <a:ext cx="48088" cy="64580"/>
            </a:xfrm>
            <a:custGeom>
              <a:rect b="b" l="l" r="r" t="t"/>
              <a:pathLst>
                <a:path extrusionOk="0" h="3203" w="2385">
                  <a:moveTo>
                    <a:pt x="996" y="534"/>
                  </a:moveTo>
                  <a:cubicBezTo>
                    <a:pt x="1672" y="534"/>
                    <a:pt x="1672" y="1531"/>
                    <a:pt x="996" y="1531"/>
                  </a:cubicBezTo>
                  <a:lnTo>
                    <a:pt x="498" y="1531"/>
                  </a:lnTo>
                  <a:lnTo>
                    <a:pt x="498" y="534"/>
                  </a:lnTo>
                  <a:close/>
                  <a:moveTo>
                    <a:pt x="249" y="1"/>
                  </a:moveTo>
                  <a:cubicBezTo>
                    <a:pt x="107" y="1"/>
                    <a:pt x="0" y="107"/>
                    <a:pt x="0" y="250"/>
                  </a:cubicBezTo>
                  <a:lnTo>
                    <a:pt x="0" y="2918"/>
                  </a:lnTo>
                  <a:cubicBezTo>
                    <a:pt x="0" y="3060"/>
                    <a:pt x="107" y="3203"/>
                    <a:pt x="249" y="3203"/>
                  </a:cubicBezTo>
                  <a:cubicBezTo>
                    <a:pt x="391" y="3203"/>
                    <a:pt x="498" y="3060"/>
                    <a:pt x="498" y="2918"/>
                  </a:cubicBezTo>
                  <a:lnTo>
                    <a:pt x="498" y="2029"/>
                  </a:lnTo>
                  <a:lnTo>
                    <a:pt x="996" y="2029"/>
                  </a:lnTo>
                  <a:cubicBezTo>
                    <a:pt x="1281" y="2029"/>
                    <a:pt x="1530" y="2242"/>
                    <a:pt x="1530" y="2527"/>
                  </a:cubicBezTo>
                  <a:lnTo>
                    <a:pt x="1530" y="2918"/>
                  </a:lnTo>
                  <a:cubicBezTo>
                    <a:pt x="1548" y="3078"/>
                    <a:pt x="1664" y="3158"/>
                    <a:pt x="1779" y="3158"/>
                  </a:cubicBezTo>
                  <a:cubicBezTo>
                    <a:pt x="1895" y="3158"/>
                    <a:pt x="2010" y="3078"/>
                    <a:pt x="2028" y="2918"/>
                  </a:cubicBezTo>
                  <a:lnTo>
                    <a:pt x="2028" y="2527"/>
                  </a:lnTo>
                  <a:cubicBezTo>
                    <a:pt x="2028" y="2242"/>
                    <a:pt x="1921" y="1957"/>
                    <a:pt x="1708" y="1780"/>
                  </a:cubicBezTo>
                  <a:cubicBezTo>
                    <a:pt x="2384" y="1139"/>
                    <a:pt x="1957" y="1"/>
                    <a:pt x="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46"/>
          <p:cNvGrpSpPr/>
          <p:nvPr/>
        </p:nvGrpSpPr>
        <p:grpSpPr>
          <a:xfrm>
            <a:off x="4698380" y="3269091"/>
            <a:ext cx="444084" cy="442312"/>
            <a:chOff x="5141908" y="1859850"/>
            <a:chExt cx="358711" cy="357279"/>
          </a:xfrm>
        </p:grpSpPr>
        <p:sp>
          <p:nvSpPr>
            <p:cNvPr id="1677" name="Google Shape;1677;p46"/>
            <p:cNvSpPr/>
            <p:nvPr/>
          </p:nvSpPr>
          <p:spPr>
            <a:xfrm>
              <a:off x="5194270" y="2024113"/>
              <a:ext cx="70327" cy="141359"/>
            </a:xfrm>
            <a:custGeom>
              <a:rect b="b" l="l" r="r" t="t"/>
              <a:pathLst>
                <a:path extrusionOk="0" h="7011" w="3488">
                  <a:moveTo>
                    <a:pt x="1" y="1"/>
                  </a:moveTo>
                  <a:lnTo>
                    <a:pt x="1" y="7010"/>
                  </a:lnTo>
                  <a:lnTo>
                    <a:pt x="3488" y="7010"/>
                  </a:lnTo>
                  <a:lnTo>
                    <a:pt x="34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6"/>
            <p:cNvSpPr/>
            <p:nvPr/>
          </p:nvSpPr>
          <p:spPr>
            <a:xfrm>
              <a:off x="5405916" y="1940197"/>
              <a:ext cx="70327" cy="225276"/>
            </a:xfrm>
            <a:custGeom>
              <a:rect b="b" l="l" r="r" t="t"/>
              <a:pathLst>
                <a:path extrusionOk="0" h="11173" w="3488">
                  <a:moveTo>
                    <a:pt x="0" y="0"/>
                  </a:moveTo>
                  <a:lnTo>
                    <a:pt x="0" y="11172"/>
                  </a:lnTo>
                  <a:lnTo>
                    <a:pt x="3487" y="11172"/>
                  </a:lnTo>
                  <a:lnTo>
                    <a:pt x="34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6"/>
            <p:cNvSpPr/>
            <p:nvPr/>
          </p:nvSpPr>
          <p:spPr>
            <a:xfrm>
              <a:off x="5299740" y="2073633"/>
              <a:ext cx="70327" cy="91840"/>
            </a:xfrm>
            <a:custGeom>
              <a:rect b="b" l="l" r="r" t="t"/>
              <a:pathLst>
                <a:path extrusionOk="0" h="4555" w="3488">
                  <a:moveTo>
                    <a:pt x="0" y="0"/>
                  </a:moveTo>
                  <a:lnTo>
                    <a:pt x="0" y="4554"/>
                  </a:lnTo>
                  <a:lnTo>
                    <a:pt x="3487" y="4554"/>
                  </a:lnTo>
                  <a:lnTo>
                    <a:pt x="34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6"/>
            <p:cNvSpPr/>
            <p:nvPr/>
          </p:nvSpPr>
          <p:spPr>
            <a:xfrm>
              <a:off x="5188544" y="2019093"/>
              <a:ext cx="81073" cy="151400"/>
            </a:xfrm>
            <a:custGeom>
              <a:rect b="b" l="l" r="r" t="t"/>
              <a:pathLst>
                <a:path extrusionOk="0" h="7509" w="4021">
                  <a:moveTo>
                    <a:pt x="285" y="1"/>
                  </a:moveTo>
                  <a:cubicBezTo>
                    <a:pt x="142" y="1"/>
                    <a:pt x="0" y="108"/>
                    <a:pt x="0" y="250"/>
                  </a:cubicBezTo>
                  <a:lnTo>
                    <a:pt x="0" y="1211"/>
                  </a:lnTo>
                  <a:cubicBezTo>
                    <a:pt x="0" y="1353"/>
                    <a:pt x="142" y="1460"/>
                    <a:pt x="285" y="1460"/>
                  </a:cubicBezTo>
                  <a:cubicBezTo>
                    <a:pt x="427" y="1460"/>
                    <a:pt x="534" y="1353"/>
                    <a:pt x="534" y="1211"/>
                  </a:cubicBezTo>
                  <a:lnTo>
                    <a:pt x="534" y="535"/>
                  </a:lnTo>
                  <a:lnTo>
                    <a:pt x="3523" y="535"/>
                  </a:lnTo>
                  <a:lnTo>
                    <a:pt x="3523" y="7010"/>
                  </a:lnTo>
                  <a:lnTo>
                    <a:pt x="534" y="7010"/>
                  </a:lnTo>
                  <a:lnTo>
                    <a:pt x="534" y="2385"/>
                  </a:lnTo>
                  <a:cubicBezTo>
                    <a:pt x="534" y="2243"/>
                    <a:pt x="427" y="2136"/>
                    <a:pt x="285" y="2136"/>
                  </a:cubicBezTo>
                  <a:cubicBezTo>
                    <a:pt x="142" y="2136"/>
                    <a:pt x="0" y="2243"/>
                    <a:pt x="0" y="2385"/>
                  </a:cubicBezTo>
                  <a:lnTo>
                    <a:pt x="0" y="7224"/>
                  </a:lnTo>
                  <a:cubicBezTo>
                    <a:pt x="0" y="7402"/>
                    <a:pt x="142" y="7508"/>
                    <a:pt x="285" y="7508"/>
                  </a:cubicBezTo>
                  <a:lnTo>
                    <a:pt x="3772" y="7508"/>
                  </a:lnTo>
                  <a:cubicBezTo>
                    <a:pt x="3914" y="7508"/>
                    <a:pt x="4021" y="7402"/>
                    <a:pt x="4021" y="7259"/>
                  </a:cubicBezTo>
                  <a:lnTo>
                    <a:pt x="4021" y="250"/>
                  </a:lnTo>
                  <a:cubicBezTo>
                    <a:pt x="4021" y="108"/>
                    <a:pt x="3914" y="1"/>
                    <a:pt x="3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6"/>
            <p:cNvSpPr/>
            <p:nvPr/>
          </p:nvSpPr>
          <p:spPr>
            <a:xfrm>
              <a:off x="5400170" y="1934451"/>
              <a:ext cx="81094" cy="236042"/>
            </a:xfrm>
            <a:custGeom>
              <a:rect b="b" l="l" r="r" t="t"/>
              <a:pathLst>
                <a:path extrusionOk="0" h="11707" w="4022">
                  <a:moveTo>
                    <a:pt x="285" y="0"/>
                  </a:moveTo>
                  <a:cubicBezTo>
                    <a:pt x="143" y="0"/>
                    <a:pt x="0" y="107"/>
                    <a:pt x="0" y="249"/>
                  </a:cubicBezTo>
                  <a:lnTo>
                    <a:pt x="0" y="2278"/>
                  </a:lnTo>
                  <a:cubicBezTo>
                    <a:pt x="0" y="2455"/>
                    <a:pt x="134" y="2544"/>
                    <a:pt x="267" y="2544"/>
                  </a:cubicBezTo>
                  <a:cubicBezTo>
                    <a:pt x="401" y="2544"/>
                    <a:pt x="534" y="2455"/>
                    <a:pt x="534" y="2278"/>
                  </a:cubicBezTo>
                  <a:lnTo>
                    <a:pt x="534" y="499"/>
                  </a:lnTo>
                  <a:lnTo>
                    <a:pt x="3523" y="499"/>
                  </a:lnTo>
                  <a:lnTo>
                    <a:pt x="3523" y="11173"/>
                  </a:lnTo>
                  <a:lnTo>
                    <a:pt x="534" y="11173"/>
                  </a:lnTo>
                  <a:lnTo>
                    <a:pt x="534" y="3487"/>
                  </a:lnTo>
                  <a:cubicBezTo>
                    <a:pt x="534" y="3309"/>
                    <a:pt x="401" y="3220"/>
                    <a:pt x="267" y="3220"/>
                  </a:cubicBezTo>
                  <a:cubicBezTo>
                    <a:pt x="134" y="3220"/>
                    <a:pt x="0" y="3309"/>
                    <a:pt x="0" y="3487"/>
                  </a:cubicBezTo>
                  <a:lnTo>
                    <a:pt x="0" y="11457"/>
                  </a:lnTo>
                  <a:cubicBezTo>
                    <a:pt x="0" y="11600"/>
                    <a:pt x="143" y="11706"/>
                    <a:pt x="285" y="11706"/>
                  </a:cubicBezTo>
                  <a:lnTo>
                    <a:pt x="3772" y="11706"/>
                  </a:lnTo>
                  <a:cubicBezTo>
                    <a:pt x="3914" y="11706"/>
                    <a:pt x="4021" y="11600"/>
                    <a:pt x="4021" y="11457"/>
                  </a:cubicBezTo>
                  <a:lnTo>
                    <a:pt x="4021" y="249"/>
                  </a:lnTo>
                  <a:cubicBezTo>
                    <a:pt x="4021" y="107"/>
                    <a:pt x="3914" y="0"/>
                    <a:pt x="3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6"/>
            <p:cNvSpPr/>
            <p:nvPr/>
          </p:nvSpPr>
          <p:spPr>
            <a:xfrm>
              <a:off x="5293994" y="2068592"/>
              <a:ext cx="81799" cy="101901"/>
            </a:xfrm>
            <a:custGeom>
              <a:rect b="b" l="l" r="r" t="t"/>
              <a:pathLst>
                <a:path extrusionOk="0" h="5054" w="4057">
                  <a:moveTo>
                    <a:pt x="285" y="1"/>
                  </a:moveTo>
                  <a:cubicBezTo>
                    <a:pt x="143" y="1"/>
                    <a:pt x="1" y="108"/>
                    <a:pt x="1" y="250"/>
                  </a:cubicBezTo>
                  <a:lnTo>
                    <a:pt x="1" y="4804"/>
                  </a:lnTo>
                  <a:cubicBezTo>
                    <a:pt x="1" y="4947"/>
                    <a:pt x="143" y="5053"/>
                    <a:pt x="285" y="5053"/>
                  </a:cubicBezTo>
                  <a:lnTo>
                    <a:pt x="3808" y="5053"/>
                  </a:lnTo>
                  <a:cubicBezTo>
                    <a:pt x="3950" y="5053"/>
                    <a:pt x="4057" y="4947"/>
                    <a:pt x="4057" y="4804"/>
                  </a:cubicBezTo>
                  <a:lnTo>
                    <a:pt x="4057" y="2812"/>
                  </a:lnTo>
                  <a:cubicBezTo>
                    <a:pt x="4057" y="2652"/>
                    <a:pt x="3923" y="2572"/>
                    <a:pt x="3790" y="2572"/>
                  </a:cubicBezTo>
                  <a:cubicBezTo>
                    <a:pt x="3656" y="2572"/>
                    <a:pt x="3523" y="2652"/>
                    <a:pt x="3523" y="2812"/>
                  </a:cubicBezTo>
                  <a:lnTo>
                    <a:pt x="3523" y="4555"/>
                  </a:lnTo>
                  <a:lnTo>
                    <a:pt x="534" y="4555"/>
                  </a:lnTo>
                  <a:lnTo>
                    <a:pt x="534" y="499"/>
                  </a:lnTo>
                  <a:lnTo>
                    <a:pt x="3523" y="499"/>
                  </a:lnTo>
                  <a:lnTo>
                    <a:pt x="3523" y="1602"/>
                  </a:lnTo>
                  <a:cubicBezTo>
                    <a:pt x="3523" y="1780"/>
                    <a:pt x="3648" y="1869"/>
                    <a:pt x="3772" y="1869"/>
                  </a:cubicBezTo>
                  <a:cubicBezTo>
                    <a:pt x="3897" y="1869"/>
                    <a:pt x="4021" y="1780"/>
                    <a:pt x="4021" y="1602"/>
                  </a:cubicBezTo>
                  <a:lnTo>
                    <a:pt x="4021" y="250"/>
                  </a:lnTo>
                  <a:cubicBezTo>
                    <a:pt x="4021" y="108"/>
                    <a:pt x="3914" y="1"/>
                    <a:pt x="3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6"/>
            <p:cNvSpPr/>
            <p:nvPr/>
          </p:nvSpPr>
          <p:spPr>
            <a:xfrm>
              <a:off x="5141908" y="1859850"/>
              <a:ext cx="358711" cy="357279"/>
            </a:xfrm>
            <a:custGeom>
              <a:rect b="b" l="l" r="r" t="t"/>
              <a:pathLst>
                <a:path extrusionOk="0" h="17720" w="17791">
                  <a:moveTo>
                    <a:pt x="249" y="0"/>
                  </a:moveTo>
                  <a:cubicBezTo>
                    <a:pt x="107" y="0"/>
                    <a:pt x="0" y="107"/>
                    <a:pt x="0" y="249"/>
                  </a:cubicBezTo>
                  <a:lnTo>
                    <a:pt x="0" y="17470"/>
                  </a:lnTo>
                  <a:cubicBezTo>
                    <a:pt x="0" y="17612"/>
                    <a:pt x="107" y="17719"/>
                    <a:pt x="249" y="17719"/>
                  </a:cubicBezTo>
                  <a:lnTo>
                    <a:pt x="17471" y="17719"/>
                  </a:lnTo>
                  <a:cubicBezTo>
                    <a:pt x="17791" y="17719"/>
                    <a:pt x="17791" y="17221"/>
                    <a:pt x="17471" y="17221"/>
                  </a:cubicBezTo>
                  <a:lnTo>
                    <a:pt x="16617" y="17221"/>
                  </a:lnTo>
                  <a:lnTo>
                    <a:pt x="16617" y="16759"/>
                  </a:lnTo>
                  <a:cubicBezTo>
                    <a:pt x="16617" y="16616"/>
                    <a:pt x="16510" y="16509"/>
                    <a:pt x="16368" y="16509"/>
                  </a:cubicBezTo>
                  <a:cubicBezTo>
                    <a:pt x="16225" y="16509"/>
                    <a:pt x="16119" y="16616"/>
                    <a:pt x="16119" y="16759"/>
                  </a:cubicBezTo>
                  <a:lnTo>
                    <a:pt x="16119" y="17221"/>
                  </a:lnTo>
                  <a:lnTo>
                    <a:pt x="15087" y="17221"/>
                  </a:lnTo>
                  <a:lnTo>
                    <a:pt x="15087" y="16759"/>
                  </a:lnTo>
                  <a:cubicBezTo>
                    <a:pt x="15087" y="16616"/>
                    <a:pt x="14980" y="16509"/>
                    <a:pt x="14838" y="16509"/>
                  </a:cubicBezTo>
                  <a:cubicBezTo>
                    <a:pt x="14695" y="16509"/>
                    <a:pt x="14553" y="16616"/>
                    <a:pt x="14553" y="16759"/>
                  </a:cubicBezTo>
                  <a:lnTo>
                    <a:pt x="14553" y="17221"/>
                  </a:lnTo>
                  <a:lnTo>
                    <a:pt x="13557" y="17221"/>
                  </a:lnTo>
                  <a:lnTo>
                    <a:pt x="13557" y="16759"/>
                  </a:lnTo>
                  <a:cubicBezTo>
                    <a:pt x="13574" y="16616"/>
                    <a:pt x="13432" y="16545"/>
                    <a:pt x="13290" y="16545"/>
                  </a:cubicBezTo>
                  <a:cubicBezTo>
                    <a:pt x="13148" y="16545"/>
                    <a:pt x="13005" y="16616"/>
                    <a:pt x="13023" y="16759"/>
                  </a:cubicBezTo>
                  <a:lnTo>
                    <a:pt x="13023" y="17221"/>
                  </a:lnTo>
                  <a:lnTo>
                    <a:pt x="12027" y="17221"/>
                  </a:lnTo>
                  <a:lnTo>
                    <a:pt x="12027" y="16759"/>
                  </a:lnTo>
                  <a:cubicBezTo>
                    <a:pt x="12045" y="16616"/>
                    <a:pt x="11902" y="16545"/>
                    <a:pt x="11760" y="16545"/>
                  </a:cubicBezTo>
                  <a:cubicBezTo>
                    <a:pt x="11618" y="16545"/>
                    <a:pt x="11475" y="16616"/>
                    <a:pt x="11493" y="16759"/>
                  </a:cubicBezTo>
                  <a:lnTo>
                    <a:pt x="11493" y="17221"/>
                  </a:lnTo>
                  <a:lnTo>
                    <a:pt x="10461" y="17221"/>
                  </a:lnTo>
                  <a:lnTo>
                    <a:pt x="10461" y="16759"/>
                  </a:lnTo>
                  <a:cubicBezTo>
                    <a:pt x="10479" y="16616"/>
                    <a:pt x="10346" y="16545"/>
                    <a:pt x="10212" y="16545"/>
                  </a:cubicBezTo>
                  <a:cubicBezTo>
                    <a:pt x="10079" y="16545"/>
                    <a:pt x="9945" y="16616"/>
                    <a:pt x="9963" y="16759"/>
                  </a:cubicBezTo>
                  <a:lnTo>
                    <a:pt x="9963" y="17221"/>
                  </a:lnTo>
                  <a:lnTo>
                    <a:pt x="8931" y="17221"/>
                  </a:lnTo>
                  <a:lnTo>
                    <a:pt x="8931" y="16759"/>
                  </a:lnTo>
                  <a:cubicBezTo>
                    <a:pt x="8949" y="16616"/>
                    <a:pt x="8807" y="16545"/>
                    <a:pt x="8669" y="16545"/>
                  </a:cubicBezTo>
                  <a:cubicBezTo>
                    <a:pt x="8531" y="16545"/>
                    <a:pt x="8397" y="16616"/>
                    <a:pt x="8433" y="16759"/>
                  </a:cubicBezTo>
                  <a:lnTo>
                    <a:pt x="8433" y="17221"/>
                  </a:lnTo>
                  <a:lnTo>
                    <a:pt x="7401" y="17221"/>
                  </a:lnTo>
                  <a:lnTo>
                    <a:pt x="7401" y="16759"/>
                  </a:lnTo>
                  <a:cubicBezTo>
                    <a:pt x="7419" y="16616"/>
                    <a:pt x="7277" y="16545"/>
                    <a:pt x="7134" y="16545"/>
                  </a:cubicBezTo>
                  <a:cubicBezTo>
                    <a:pt x="6992" y="16545"/>
                    <a:pt x="6850" y="16616"/>
                    <a:pt x="6867" y="16759"/>
                  </a:cubicBezTo>
                  <a:lnTo>
                    <a:pt x="6867" y="17221"/>
                  </a:lnTo>
                  <a:lnTo>
                    <a:pt x="5871" y="17221"/>
                  </a:lnTo>
                  <a:lnTo>
                    <a:pt x="5871" y="16759"/>
                  </a:lnTo>
                  <a:cubicBezTo>
                    <a:pt x="5889" y="16616"/>
                    <a:pt x="5747" y="16545"/>
                    <a:pt x="5604" y="16545"/>
                  </a:cubicBezTo>
                  <a:cubicBezTo>
                    <a:pt x="5462" y="16545"/>
                    <a:pt x="5320" y="16616"/>
                    <a:pt x="5338" y="16759"/>
                  </a:cubicBezTo>
                  <a:lnTo>
                    <a:pt x="5338" y="17221"/>
                  </a:lnTo>
                  <a:lnTo>
                    <a:pt x="4306" y="17221"/>
                  </a:lnTo>
                  <a:lnTo>
                    <a:pt x="4306" y="16759"/>
                  </a:lnTo>
                  <a:cubicBezTo>
                    <a:pt x="4323" y="16616"/>
                    <a:pt x="4190" y="16545"/>
                    <a:pt x="4057" y="16545"/>
                  </a:cubicBezTo>
                  <a:cubicBezTo>
                    <a:pt x="3923" y="16545"/>
                    <a:pt x="3790" y="16616"/>
                    <a:pt x="3808" y="16759"/>
                  </a:cubicBezTo>
                  <a:lnTo>
                    <a:pt x="3808" y="17221"/>
                  </a:lnTo>
                  <a:lnTo>
                    <a:pt x="2776" y="17221"/>
                  </a:lnTo>
                  <a:lnTo>
                    <a:pt x="2776" y="16759"/>
                  </a:lnTo>
                  <a:cubicBezTo>
                    <a:pt x="2793" y="16616"/>
                    <a:pt x="2651" y="16545"/>
                    <a:pt x="2509" y="16545"/>
                  </a:cubicBezTo>
                  <a:cubicBezTo>
                    <a:pt x="2367" y="16545"/>
                    <a:pt x="2224" y="16616"/>
                    <a:pt x="2242" y="16759"/>
                  </a:cubicBezTo>
                  <a:lnTo>
                    <a:pt x="2242" y="17221"/>
                  </a:lnTo>
                  <a:lnTo>
                    <a:pt x="534" y="17221"/>
                  </a:lnTo>
                  <a:lnTo>
                    <a:pt x="534" y="15478"/>
                  </a:lnTo>
                  <a:lnTo>
                    <a:pt x="997" y="15478"/>
                  </a:lnTo>
                  <a:cubicBezTo>
                    <a:pt x="1139" y="15478"/>
                    <a:pt x="1246" y="15371"/>
                    <a:pt x="1246" y="15229"/>
                  </a:cubicBezTo>
                  <a:cubicBezTo>
                    <a:pt x="1246" y="15086"/>
                    <a:pt x="1139" y="14979"/>
                    <a:pt x="997" y="14979"/>
                  </a:cubicBezTo>
                  <a:lnTo>
                    <a:pt x="534" y="14979"/>
                  </a:lnTo>
                  <a:lnTo>
                    <a:pt x="534" y="13948"/>
                  </a:lnTo>
                  <a:lnTo>
                    <a:pt x="997" y="13948"/>
                  </a:lnTo>
                  <a:cubicBezTo>
                    <a:pt x="1139" y="13948"/>
                    <a:pt x="1246" y="13841"/>
                    <a:pt x="1246" y="13699"/>
                  </a:cubicBezTo>
                  <a:cubicBezTo>
                    <a:pt x="1246" y="13521"/>
                    <a:pt x="1103" y="13414"/>
                    <a:pt x="961" y="13414"/>
                  </a:cubicBezTo>
                  <a:lnTo>
                    <a:pt x="534" y="13414"/>
                  </a:lnTo>
                  <a:lnTo>
                    <a:pt x="534" y="12382"/>
                  </a:lnTo>
                  <a:lnTo>
                    <a:pt x="961" y="12382"/>
                  </a:lnTo>
                  <a:cubicBezTo>
                    <a:pt x="1103" y="12382"/>
                    <a:pt x="1210" y="12275"/>
                    <a:pt x="1210" y="12133"/>
                  </a:cubicBezTo>
                  <a:cubicBezTo>
                    <a:pt x="1210" y="11991"/>
                    <a:pt x="1103" y="11884"/>
                    <a:pt x="961" y="11884"/>
                  </a:cubicBezTo>
                  <a:lnTo>
                    <a:pt x="534" y="11884"/>
                  </a:lnTo>
                  <a:lnTo>
                    <a:pt x="534" y="10852"/>
                  </a:lnTo>
                  <a:lnTo>
                    <a:pt x="961" y="10852"/>
                  </a:lnTo>
                  <a:cubicBezTo>
                    <a:pt x="1317" y="10852"/>
                    <a:pt x="1317" y="10354"/>
                    <a:pt x="961" y="10354"/>
                  </a:cubicBezTo>
                  <a:lnTo>
                    <a:pt x="534" y="10354"/>
                  </a:lnTo>
                  <a:lnTo>
                    <a:pt x="534" y="9322"/>
                  </a:lnTo>
                  <a:lnTo>
                    <a:pt x="961" y="9322"/>
                  </a:lnTo>
                  <a:cubicBezTo>
                    <a:pt x="1317" y="9322"/>
                    <a:pt x="1317" y="8788"/>
                    <a:pt x="961" y="8788"/>
                  </a:cubicBezTo>
                  <a:lnTo>
                    <a:pt x="534" y="8788"/>
                  </a:lnTo>
                  <a:lnTo>
                    <a:pt x="534" y="7792"/>
                  </a:lnTo>
                  <a:lnTo>
                    <a:pt x="961" y="7792"/>
                  </a:lnTo>
                  <a:cubicBezTo>
                    <a:pt x="1317" y="7792"/>
                    <a:pt x="1317" y="7258"/>
                    <a:pt x="961" y="7258"/>
                  </a:cubicBezTo>
                  <a:lnTo>
                    <a:pt x="534" y="7258"/>
                  </a:lnTo>
                  <a:lnTo>
                    <a:pt x="534" y="6227"/>
                  </a:lnTo>
                  <a:lnTo>
                    <a:pt x="961" y="6227"/>
                  </a:lnTo>
                  <a:cubicBezTo>
                    <a:pt x="1317" y="6227"/>
                    <a:pt x="1317" y="5728"/>
                    <a:pt x="961" y="5728"/>
                  </a:cubicBezTo>
                  <a:lnTo>
                    <a:pt x="534" y="5728"/>
                  </a:lnTo>
                  <a:lnTo>
                    <a:pt x="534" y="4697"/>
                  </a:lnTo>
                  <a:lnTo>
                    <a:pt x="961" y="4697"/>
                  </a:lnTo>
                  <a:cubicBezTo>
                    <a:pt x="1317" y="4697"/>
                    <a:pt x="1317" y="4199"/>
                    <a:pt x="961" y="4199"/>
                  </a:cubicBezTo>
                  <a:lnTo>
                    <a:pt x="534" y="4199"/>
                  </a:lnTo>
                  <a:lnTo>
                    <a:pt x="534" y="3167"/>
                  </a:lnTo>
                  <a:lnTo>
                    <a:pt x="961" y="3167"/>
                  </a:lnTo>
                  <a:cubicBezTo>
                    <a:pt x="973" y="3168"/>
                    <a:pt x="984" y="3168"/>
                    <a:pt x="994" y="3168"/>
                  </a:cubicBezTo>
                  <a:cubicBezTo>
                    <a:pt x="1317" y="3168"/>
                    <a:pt x="1305" y="2669"/>
                    <a:pt x="961" y="2669"/>
                  </a:cubicBezTo>
                  <a:lnTo>
                    <a:pt x="534" y="2669"/>
                  </a:lnTo>
                  <a:lnTo>
                    <a:pt x="534" y="1637"/>
                  </a:lnTo>
                  <a:lnTo>
                    <a:pt x="961" y="1637"/>
                  </a:lnTo>
                  <a:cubicBezTo>
                    <a:pt x="1317" y="1637"/>
                    <a:pt x="1317" y="1139"/>
                    <a:pt x="961" y="1139"/>
                  </a:cubicBezTo>
                  <a:lnTo>
                    <a:pt x="534" y="1139"/>
                  </a:lnTo>
                  <a:lnTo>
                    <a:pt x="534" y="249"/>
                  </a:lnTo>
                  <a:cubicBezTo>
                    <a:pt x="499" y="107"/>
                    <a:pt x="392"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6"/>
            <p:cNvSpPr/>
            <p:nvPr/>
          </p:nvSpPr>
          <p:spPr>
            <a:xfrm>
              <a:off x="5212921" y="1949694"/>
              <a:ext cx="33389" cy="55084"/>
            </a:xfrm>
            <a:custGeom>
              <a:rect b="b" l="l" r="r" t="t"/>
              <a:pathLst>
                <a:path extrusionOk="0" h="2732" w="1656">
                  <a:moveTo>
                    <a:pt x="819" y="454"/>
                  </a:moveTo>
                  <a:cubicBezTo>
                    <a:pt x="979" y="454"/>
                    <a:pt x="1139" y="561"/>
                    <a:pt x="1139" y="774"/>
                  </a:cubicBezTo>
                  <a:lnTo>
                    <a:pt x="1139" y="1059"/>
                  </a:lnTo>
                  <a:lnTo>
                    <a:pt x="499" y="1059"/>
                  </a:lnTo>
                  <a:lnTo>
                    <a:pt x="499" y="774"/>
                  </a:lnTo>
                  <a:cubicBezTo>
                    <a:pt x="499" y="561"/>
                    <a:pt x="659" y="454"/>
                    <a:pt x="819" y="454"/>
                  </a:cubicBezTo>
                  <a:close/>
                  <a:moveTo>
                    <a:pt x="819" y="0"/>
                  </a:moveTo>
                  <a:cubicBezTo>
                    <a:pt x="428" y="0"/>
                    <a:pt x="36" y="258"/>
                    <a:pt x="1" y="774"/>
                  </a:cubicBezTo>
                  <a:lnTo>
                    <a:pt x="1" y="2482"/>
                  </a:lnTo>
                  <a:cubicBezTo>
                    <a:pt x="1" y="2625"/>
                    <a:pt x="108" y="2731"/>
                    <a:pt x="250" y="2731"/>
                  </a:cubicBezTo>
                  <a:cubicBezTo>
                    <a:pt x="392" y="2731"/>
                    <a:pt x="499" y="2625"/>
                    <a:pt x="499" y="2482"/>
                  </a:cubicBezTo>
                  <a:lnTo>
                    <a:pt x="499" y="1593"/>
                  </a:lnTo>
                  <a:lnTo>
                    <a:pt x="1139" y="1593"/>
                  </a:lnTo>
                  <a:lnTo>
                    <a:pt x="1139" y="2482"/>
                  </a:lnTo>
                  <a:cubicBezTo>
                    <a:pt x="1104" y="2625"/>
                    <a:pt x="1237" y="2696"/>
                    <a:pt x="1375" y="2696"/>
                  </a:cubicBezTo>
                  <a:cubicBezTo>
                    <a:pt x="1513" y="2696"/>
                    <a:pt x="1655" y="2625"/>
                    <a:pt x="1638" y="2482"/>
                  </a:cubicBezTo>
                  <a:lnTo>
                    <a:pt x="1638" y="774"/>
                  </a:lnTo>
                  <a:cubicBezTo>
                    <a:pt x="1602" y="258"/>
                    <a:pt x="121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6"/>
            <p:cNvSpPr/>
            <p:nvPr/>
          </p:nvSpPr>
          <p:spPr>
            <a:xfrm>
              <a:off x="5318391" y="1997580"/>
              <a:ext cx="38752" cy="55971"/>
            </a:xfrm>
            <a:custGeom>
              <a:rect b="b" l="l" r="r" t="t"/>
              <a:pathLst>
                <a:path extrusionOk="0" h="2776" w="1922">
                  <a:moveTo>
                    <a:pt x="819" y="499"/>
                  </a:moveTo>
                  <a:cubicBezTo>
                    <a:pt x="1246" y="499"/>
                    <a:pt x="1246" y="1139"/>
                    <a:pt x="819" y="1139"/>
                  </a:cubicBezTo>
                  <a:lnTo>
                    <a:pt x="534" y="1139"/>
                  </a:lnTo>
                  <a:lnTo>
                    <a:pt x="534" y="499"/>
                  </a:lnTo>
                  <a:close/>
                  <a:moveTo>
                    <a:pt x="819" y="1637"/>
                  </a:moveTo>
                  <a:cubicBezTo>
                    <a:pt x="997" y="1637"/>
                    <a:pt x="1139" y="1780"/>
                    <a:pt x="1139" y="1957"/>
                  </a:cubicBezTo>
                  <a:cubicBezTo>
                    <a:pt x="1139" y="2100"/>
                    <a:pt x="997" y="2242"/>
                    <a:pt x="819" y="2242"/>
                  </a:cubicBezTo>
                  <a:lnTo>
                    <a:pt x="534" y="2242"/>
                  </a:lnTo>
                  <a:lnTo>
                    <a:pt x="534" y="1637"/>
                  </a:lnTo>
                  <a:close/>
                  <a:moveTo>
                    <a:pt x="285" y="0"/>
                  </a:moveTo>
                  <a:cubicBezTo>
                    <a:pt x="107" y="0"/>
                    <a:pt x="0" y="107"/>
                    <a:pt x="0" y="250"/>
                  </a:cubicBezTo>
                  <a:lnTo>
                    <a:pt x="0" y="2527"/>
                  </a:lnTo>
                  <a:cubicBezTo>
                    <a:pt x="0" y="2669"/>
                    <a:pt x="107" y="2776"/>
                    <a:pt x="285" y="2776"/>
                  </a:cubicBezTo>
                  <a:lnTo>
                    <a:pt x="819" y="2776"/>
                  </a:lnTo>
                  <a:cubicBezTo>
                    <a:pt x="1566" y="2776"/>
                    <a:pt x="1922" y="1922"/>
                    <a:pt x="1424" y="1388"/>
                  </a:cubicBezTo>
                  <a:cubicBezTo>
                    <a:pt x="1922" y="854"/>
                    <a:pt x="1566"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6"/>
            <p:cNvSpPr/>
            <p:nvPr/>
          </p:nvSpPr>
          <p:spPr>
            <a:xfrm>
              <a:off x="5423478" y="1862168"/>
              <a:ext cx="34821" cy="57241"/>
            </a:xfrm>
            <a:custGeom>
              <a:rect b="b" l="l" r="r" t="t"/>
              <a:pathLst>
                <a:path extrusionOk="0" h="2839" w="1727">
                  <a:moveTo>
                    <a:pt x="859" y="1"/>
                  </a:moveTo>
                  <a:cubicBezTo>
                    <a:pt x="428" y="1"/>
                    <a:pt x="1" y="294"/>
                    <a:pt x="54" y="881"/>
                  </a:cubicBezTo>
                  <a:lnTo>
                    <a:pt x="54" y="2020"/>
                  </a:lnTo>
                  <a:cubicBezTo>
                    <a:pt x="54" y="2482"/>
                    <a:pt x="410" y="2838"/>
                    <a:pt x="873" y="2838"/>
                  </a:cubicBezTo>
                  <a:cubicBezTo>
                    <a:pt x="1335" y="2838"/>
                    <a:pt x="1691" y="2482"/>
                    <a:pt x="1691" y="2020"/>
                  </a:cubicBezTo>
                  <a:cubicBezTo>
                    <a:pt x="1673" y="1860"/>
                    <a:pt x="1549" y="1780"/>
                    <a:pt x="1424" y="1780"/>
                  </a:cubicBezTo>
                  <a:cubicBezTo>
                    <a:pt x="1300" y="1780"/>
                    <a:pt x="1175" y="1860"/>
                    <a:pt x="1157" y="2020"/>
                  </a:cubicBezTo>
                  <a:cubicBezTo>
                    <a:pt x="1157" y="2216"/>
                    <a:pt x="1006" y="2313"/>
                    <a:pt x="855" y="2313"/>
                  </a:cubicBezTo>
                  <a:cubicBezTo>
                    <a:pt x="704" y="2313"/>
                    <a:pt x="552" y="2216"/>
                    <a:pt x="552" y="2020"/>
                  </a:cubicBezTo>
                  <a:lnTo>
                    <a:pt x="552" y="881"/>
                  </a:lnTo>
                  <a:cubicBezTo>
                    <a:pt x="552" y="686"/>
                    <a:pt x="704" y="588"/>
                    <a:pt x="855" y="588"/>
                  </a:cubicBezTo>
                  <a:cubicBezTo>
                    <a:pt x="1006" y="588"/>
                    <a:pt x="1157" y="686"/>
                    <a:pt x="1157" y="881"/>
                  </a:cubicBezTo>
                  <a:cubicBezTo>
                    <a:pt x="1175" y="1041"/>
                    <a:pt x="1300" y="1121"/>
                    <a:pt x="1424" y="1121"/>
                  </a:cubicBezTo>
                  <a:cubicBezTo>
                    <a:pt x="1549" y="1121"/>
                    <a:pt x="1673" y="1041"/>
                    <a:pt x="1691" y="881"/>
                  </a:cubicBezTo>
                  <a:cubicBezTo>
                    <a:pt x="1727" y="294"/>
                    <a:pt x="1291"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 name="Google Shape;1687;p46"/>
          <p:cNvGrpSpPr/>
          <p:nvPr/>
        </p:nvGrpSpPr>
        <p:grpSpPr>
          <a:xfrm>
            <a:off x="969718" y="3268653"/>
            <a:ext cx="334854" cy="443186"/>
            <a:chOff x="4590222" y="1859850"/>
            <a:chExt cx="270480" cy="357985"/>
          </a:xfrm>
        </p:grpSpPr>
        <p:sp>
          <p:nvSpPr>
            <p:cNvPr id="1688" name="Google Shape;1688;p46"/>
            <p:cNvSpPr/>
            <p:nvPr/>
          </p:nvSpPr>
          <p:spPr>
            <a:xfrm>
              <a:off x="4618913" y="1936608"/>
              <a:ext cx="106922" cy="231728"/>
            </a:xfrm>
            <a:custGeom>
              <a:rect b="b" l="l" r="r" t="t"/>
              <a:pathLst>
                <a:path extrusionOk="0" h="11493" w="5303">
                  <a:moveTo>
                    <a:pt x="4057" y="0"/>
                  </a:moveTo>
                  <a:lnTo>
                    <a:pt x="1" y="11137"/>
                  </a:lnTo>
                  <a:lnTo>
                    <a:pt x="1104" y="11493"/>
                  </a:lnTo>
                  <a:lnTo>
                    <a:pt x="53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6"/>
            <p:cNvSpPr/>
            <p:nvPr/>
          </p:nvSpPr>
          <p:spPr>
            <a:xfrm>
              <a:off x="4600989" y="2143919"/>
              <a:ext cx="57403" cy="43067"/>
            </a:xfrm>
            <a:custGeom>
              <a:rect b="b" l="l" r="r" t="t"/>
              <a:pathLst>
                <a:path extrusionOk="0" h="2136" w="2847">
                  <a:moveTo>
                    <a:pt x="1424" y="1"/>
                  </a:moveTo>
                  <a:cubicBezTo>
                    <a:pt x="1157" y="1"/>
                    <a:pt x="890" y="108"/>
                    <a:pt x="676" y="321"/>
                  </a:cubicBezTo>
                  <a:cubicBezTo>
                    <a:pt x="0" y="997"/>
                    <a:pt x="463" y="2136"/>
                    <a:pt x="1424" y="2136"/>
                  </a:cubicBezTo>
                  <a:cubicBezTo>
                    <a:pt x="2349" y="2136"/>
                    <a:pt x="2847" y="997"/>
                    <a:pt x="2171" y="321"/>
                  </a:cubicBezTo>
                  <a:cubicBezTo>
                    <a:pt x="1957" y="108"/>
                    <a:pt x="1690" y="1"/>
                    <a:pt x="14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6"/>
            <p:cNvSpPr/>
            <p:nvPr/>
          </p:nvSpPr>
          <p:spPr>
            <a:xfrm>
              <a:off x="4725815" y="1936608"/>
              <a:ext cx="105470" cy="231728"/>
            </a:xfrm>
            <a:custGeom>
              <a:rect b="b" l="l" r="r" t="t"/>
              <a:pathLst>
                <a:path extrusionOk="0" h="11493" w="5231">
                  <a:moveTo>
                    <a:pt x="0" y="0"/>
                  </a:moveTo>
                  <a:lnTo>
                    <a:pt x="4128" y="11493"/>
                  </a:lnTo>
                  <a:lnTo>
                    <a:pt x="5231" y="11137"/>
                  </a:lnTo>
                  <a:lnTo>
                    <a:pt x="1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6"/>
            <p:cNvSpPr/>
            <p:nvPr/>
          </p:nvSpPr>
          <p:spPr>
            <a:xfrm>
              <a:off x="4793258" y="2144463"/>
              <a:ext cx="55971" cy="41817"/>
            </a:xfrm>
            <a:custGeom>
              <a:rect b="b" l="l" r="r" t="t"/>
              <a:pathLst>
                <a:path extrusionOk="0" h="2074" w="2776">
                  <a:moveTo>
                    <a:pt x="1388" y="1"/>
                  </a:moveTo>
                  <a:cubicBezTo>
                    <a:pt x="1121" y="1"/>
                    <a:pt x="854" y="98"/>
                    <a:pt x="641" y="294"/>
                  </a:cubicBezTo>
                  <a:cubicBezTo>
                    <a:pt x="0" y="970"/>
                    <a:pt x="463" y="2073"/>
                    <a:pt x="1388" y="2073"/>
                  </a:cubicBezTo>
                  <a:cubicBezTo>
                    <a:pt x="2313" y="2073"/>
                    <a:pt x="2775" y="970"/>
                    <a:pt x="2135" y="294"/>
                  </a:cubicBezTo>
                  <a:cubicBezTo>
                    <a:pt x="1921" y="98"/>
                    <a:pt x="1655" y="1"/>
                    <a:pt x="13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6"/>
            <p:cNvSpPr/>
            <p:nvPr/>
          </p:nvSpPr>
          <p:spPr>
            <a:xfrm>
              <a:off x="4711459" y="1864870"/>
              <a:ext cx="28006" cy="56677"/>
            </a:xfrm>
            <a:custGeom>
              <a:rect b="b" l="l" r="r" t="t"/>
              <a:pathLst>
                <a:path extrusionOk="0" h="2811" w="1389">
                  <a:moveTo>
                    <a:pt x="1" y="0"/>
                  </a:moveTo>
                  <a:lnTo>
                    <a:pt x="1" y="2811"/>
                  </a:lnTo>
                  <a:lnTo>
                    <a:pt x="1389" y="2811"/>
                  </a:lnTo>
                  <a:lnTo>
                    <a:pt x="13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6"/>
            <p:cNvSpPr/>
            <p:nvPr/>
          </p:nvSpPr>
          <p:spPr>
            <a:xfrm>
              <a:off x="4687788" y="1908623"/>
              <a:ext cx="76073" cy="56697"/>
            </a:xfrm>
            <a:custGeom>
              <a:rect b="b" l="l" r="r" t="t"/>
              <a:pathLst>
                <a:path extrusionOk="0" h="2812" w="3773">
                  <a:moveTo>
                    <a:pt x="1869" y="0"/>
                  </a:moveTo>
                  <a:cubicBezTo>
                    <a:pt x="1513" y="0"/>
                    <a:pt x="1157" y="143"/>
                    <a:pt x="890" y="427"/>
                  </a:cubicBezTo>
                  <a:cubicBezTo>
                    <a:pt x="1" y="1281"/>
                    <a:pt x="606" y="2811"/>
                    <a:pt x="1886" y="2811"/>
                  </a:cubicBezTo>
                  <a:cubicBezTo>
                    <a:pt x="3132" y="2811"/>
                    <a:pt x="3772" y="1281"/>
                    <a:pt x="2847" y="427"/>
                  </a:cubicBezTo>
                  <a:cubicBezTo>
                    <a:pt x="2580" y="143"/>
                    <a:pt x="2224" y="0"/>
                    <a:pt x="1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6"/>
            <p:cNvSpPr/>
            <p:nvPr/>
          </p:nvSpPr>
          <p:spPr>
            <a:xfrm>
              <a:off x="4711459" y="2052099"/>
              <a:ext cx="28006" cy="20828"/>
            </a:xfrm>
            <a:custGeom>
              <a:rect b="b" l="l" r="r" t="t"/>
              <a:pathLst>
                <a:path extrusionOk="0" h="1033" w="1389">
                  <a:moveTo>
                    <a:pt x="1" y="1"/>
                  </a:moveTo>
                  <a:lnTo>
                    <a:pt x="1" y="1032"/>
                  </a:lnTo>
                  <a:lnTo>
                    <a:pt x="1389" y="1032"/>
                  </a:lnTo>
                  <a:lnTo>
                    <a:pt x="13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6"/>
            <p:cNvSpPr/>
            <p:nvPr/>
          </p:nvSpPr>
          <p:spPr>
            <a:xfrm>
              <a:off x="4823381" y="2051736"/>
              <a:ext cx="28711" cy="21917"/>
            </a:xfrm>
            <a:custGeom>
              <a:rect b="b" l="l" r="r" t="t"/>
              <a:pathLst>
                <a:path extrusionOk="0" h="1087" w="1424">
                  <a:moveTo>
                    <a:pt x="694" y="1"/>
                  </a:moveTo>
                  <a:cubicBezTo>
                    <a:pt x="561" y="1"/>
                    <a:pt x="427" y="54"/>
                    <a:pt x="321" y="161"/>
                  </a:cubicBezTo>
                  <a:cubicBezTo>
                    <a:pt x="0" y="481"/>
                    <a:pt x="214" y="1086"/>
                    <a:pt x="712" y="1086"/>
                  </a:cubicBezTo>
                  <a:cubicBezTo>
                    <a:pt x="1175" y="1086"/>
                    <a:pt x="1424" y="481"/>
                    <a:pt x="1068" y="161"/>
                  </a:cubicBezTo>
                  <a:cubicBezTo>
                    <a:pt x="961" y="54"/>
                    <a:pt x="828" y="1"/>
                    <a:pt x="6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6"/>
            <p:cNvSpPr/>
            <p:nvPr/>
          </p:nvSpPr>
          <p:spPr>
            <a:xfrm>
              <a:off x="4599557" y="2051736"/>
              <a:ext cx="27280" cy="21191"/>
            </a:xfrm>
            <a:custGeom>
              <a:rect b="b" l="l" r="r" t="t"/>
              <a:pathLst>
                <a:path extrusionOk="0" h="1051" w="1353">
                  <a:moveTo>
                    <a:pt x="676" y="1"/>
                  </a:moveTo>
                  <a:cubicBezTo>
                    <a:pt x="543" y="1"/>
                    <a:pt x="409" y="54"/>
                    <a:pt x="320" y="161"/>
                  </a:cubicBezTo>
                  <a:cubicBezTo>
                    <a:pt x="0" y="481"/>
                    <a:pt x="214" y="1050"/>
                    <a:pt x="676" y="1050"/>
                  </a:cubicBezTo>
                  <a:cubicBezTo>
                    <a:pt x="1139" y="1050"/>
                    <a:pt x="1352" y="481"/>
                    <a:pt x="1032" y="161"/>
                  </a:cubicBezTo>
                  <a:cubicBezTo>
                    <a:pt x="943" y="54"/>
                    <a:pt x="810" y="1"/>
                    <a:pt x="6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6"/>
            <p:cNvSpPr/>
            <p:nvPr/>
          </p:nvSpPr>
          <p:spPr>
            <a:xfrm>
              <a:off x="4620365" y="2158275"/>
              <a:ext cx="18670" cy="14376"/>
            </a:xfrm>
            <a:custGeom>
              <a:rect b="b" l="l" r="r" t="t"/>
              <a:pathLst>
                <a:path extrusionOk="0" h="713" w="926">
                  <a:moveTo>
                    <a:pt x="463" y="1"/>
                  </a:moveTo>
                  <a:cubicBezTo>
                    <a:pt x="374" y="1"/>
                    <a:pt x="285" y="36"/>
                    <a:pt x="214" y="107"/>
                  </a:cubicBezTo>
                  <a:cubicBezTo>
                    <a:pt x="0" y="321"/>
                    <a:pt x="142" y="712"/>
                    <a:pt x="463" y="712"/>
                  </a:cubicBezTo>
                  <a:cubicBezTo>
                    <a:pt x="783" y="712"/>
                    <a:pt x="925" y="321"/>
                    <a:pt x="712" y="107"/>
                  </a:cubicBezTo>
                  <a:cubicBezTo>
                    <a:pt x="641" y="36"/>
                    <a:pt x="552" y="1"/>
                    <a:pt x="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6"/>
            <p:cNvSpPr/>
            <p:nvPr/>
          </p:nvSpPr>
          <p:spPr>
            <a:xfrm>
              <a:off x="4814046" y="2158375"/>
              <a:ext cx="15102" cy="14154"/>
            </a:xfrm>
            <a:custGeom>
              <a:rect b="b" l="l" r="r" t="t"/>
              <a:pathLst>
                <a:path extrusionOk="0" h="702" w="749">
                  <a:moveTo>
                    <a:pt x="359" y="1"/>
                  </a:moveTo>
                  <a:cubicBezTo>
                    <a:pt x="178" y="1"/>
                    <a:pt x="1" y="136"/>
                    <a:pt x="1" y="351"/>
                  </a:cubicBezTo>
                  <a:cubicBezTo>
                    <a:pt x="1" y="567"/>
                    <a:pt x="178" y="702"/>
                    <a:pt x="359" y="702"/>
                  </a:cubicBezTo>
                  <a:cubicBezTo>
                    <a:pt x="447" y="702"/>
                    <a:pt x="536" y="670"/>
                    <a:pt x="606" y="600"/>
                  </a:cubicBezTo>
                  <a:cubicBezTo>
                    <a:pt x="748" y="458"/>
                    <a:pt x="748" y="245"/>
                    <a:pt x="606" y="102"/>
                  </a:cubicBezTo>
                  <a:cubicBezTo>
                    <a:pt x="536" y="33"/>
                    <a:pt x="447"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6"/>
            <p:cNvSpPr/>
            <p:nvPr/>
          </p:nvSpPr>
          <p:spPr>
            <a:xfrm>
              <a:off x="4716742" y="1932152"/>
              <a:ext cx="17703" cy="11896"/>
            </a:xfrm>
            <a:custGeom>
              <a:rect b="b" l="l" r="r" t="t"/>
              <a:pathLst>
                <a:path extrusionOk="0" h="590" w="878">
                  <a:moveTo>
                    <a:pt x="268" y="1"/>
                  </a:moveTo>
                  <a:cubicBezTo>
                    <a:pt x="193" y="1"/>
                    <a:pt x="128" y="43"/>
                    <a:pt x="95" y="150"/>
                  </a:cubicBezTo>
                  <a:cubicBezTo>
                    <a:pt x="1" y="370"/>
                    <a:pt x="183" y="589"/>
                    <a:pt x="423" y="589"/>
                  </a:cubicBezTo>
                  <a:cubicBezTo>
                    <a:pt x="455" y="589"/>
                    <a:pt x="488" y="585"/>
                    <a:pt x="522" y="577"/>
                  </a:cubicBezTo>
                  <a:cubicBezTo>
                    <a:pt x="877" y="468"/>
                    <a:pt x="518"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6"/>
            <p:cNvSpPr/>
            <p:nvPr/>
          </p:nvSpPr>
          <p:spPr>
            <a:xfrm>
              <a:off x="4590222" y="1859850"/>
              <a:ext cx="270480" cy="357985"/>
            </a:xfrm>
            <a:custGeom>
              <a:rect b="b" l="l" r="r" t="t"/>
              <a:pathLst>
                <a:path extrusionOk="0" h="17755" w="13415">
                  <a:moveTo>
                    <a:pt x="7152" y="498"/>
                  </a:moveTo>
                  <a:lnTo>
                    <a:pt x="7152" y="2206"/>
                  </a:lnTo>
                  <a:lnTo>
                    <a:pt x="7081" y="2206"/>
                  </a:lnTo>
                  <a:cubicBezTo>
                    <a:pt x="6939" y="2206"/>
                    <a:pt x="6832" y="2170"/>
                    <a:pt x="6725" y="2170"/>
                  </a:cubicBezTo>
                  <a:cubicBezTo>
                    <a:pt x="6583" y="2170"/>
                    <a:pt x="6405" y="2206"/>
                    <a:pt x="6263" y="2242"/>
                  </a:cubicBezTo>
                  <a:lnTo>
                    <a:pt x="6263" y="498"/>
                  </a:lnTo>
                  <a:close/>
                  <a:moveTo>
                    <a:pt x="6725" y="2669"/>
                  </a:moveTo>
                  <a:cubicBezTo>
                    <a:pt x="7259" y="2669"/>
                    <a:pt x="7722" y="3024"/>
                    <a:pt x="7828" y="3558"/>
                  </a:cubicBezTo>
                  <a:cubicBezTo>
                    <a:pt x="7971" y="4270"/>
                    <a:pt x="7437" y="4946"/>
                    <a:pt x="6725" y="4946"/>
                  </a:cubicBezTo>
                  <a:cubicBezTo>
                    <a:pt x="6619" y="4946"/>
                    <a:pt x="6548" y="4910"/>
                    <a:pt x="6476" y="4910"/>
                  </a:cubicBezTo>
                  <a:cubicBezTo>
                    <a:pt x="5622" y="4732"/>
                    <a:pt x="5302" y="3736"/>
                    <a:pt x="5836" y="3060"/>
                  </a:cubicBezTo>
                  <a:lnTo>
                    <a:pt x="5836" y="3060"/>
                  </a:lnTo>
                  <a:lnTo>
                    <a:pt x="5836" y="3096"/>
                  </a:lnTo>
                  <a:cubicBezTo>
                    <a:pt x="6049" y="2811"/>
                    <a:pt x="6370" y="2669"/>
                    <a:pt x="6725" y="2669"/>
                  </a:cubicBezTo>
                  <a:close/>
                  <a:moveTo>
                    <a:pt x="5409" y="4839"/>
                  </a:moveTo>
                  <a:cubicBezTo>
                    <a:pt x="5516" y="5017"/>
                    <a:pt x="5694" y="5159"/>
                    <a:pt x="5907" y="5266"/>
                  </a:cubicBezTo>
                  <a:lnTo>
                    <a:pt x="5089" y="7472"/>
                  </a:lnTo>
                  <a:cubicBezTo>
                    <a:pt x="4911" y="7436"/>
                    <a:pt x="4697" y="7365"/>
                    <a:pt x="4484" y="7294"/>
                  </a:cubicBezTo>
                  <a:lnTo>
                    <a:pt x="5409" y="4839"/>
                  </a:lnTo>
                  <a:close/>
                  <a:moveTo>
                    <a:pt x="8042" y="4803"/>
                  </a:moveTo>
                  <a:lnTo>
                    <a:pt x="8931" y="7258"/>
                  </a:lnTo>
                  <a:cubicBezTo>
                    <a:pt x="8718" y="7330"/>
                    <a:pt x="8540" y="7401"/>
                    <a:pt x="8327" y="7472"/>
                  </a:cubicBezTo>
                  <a:lnTo>
                    <a:pt x="7508" y="5266"/>
                  </a:lnTo>
                  <a:cubicBezTo>
                    <a:pt x="7722" y="5159"/>
                    <a:pt x="7900" y="4981"/>
                    <a:pt x="8042" y="4803"/>
                  </a:cubicBezTo>
                  <a:close/>
                  <a:moveTo>
                    <a:pt x="7010" y="5444"/>
                  </a:moveTo>
                  <a:lnTo>
                    <a:pt x="7793" y="7579"/>
                  </a:lnTo>
                  <a:cubicBezTo>
                    <a:pt x="7437" y="7650"/>
                    <a:pt x="7072" y="7685"/>
                    <a:pt x="6708" y="7685"/>
                  </a:cubicBezTo>
                  <a:cubicBezTo>
                    <a:pt x="6343" y="7685"/>
                    <a:pt x="5978" y="7650"/>
                    <a:pt x="5622" y="7579"/>
                  </a:cubicBezTo>
                  <a:lnTo>
                    <a:pt x="6405" y="5444"/>
                  </a:lnTo>
                  <a:cubicBezTo>
                    <a:pt x="6512" y="5479"/>
                    <a:pt x="6619" y="5479"/>
                    <a:pt x="6725" y="5479"/>
                  </a:cubicBezTo>
                  <a:cubicBezTo>
                    <a:pt x="6797" y="5479"/>
                    <a:pt x="6903" y="5479"/>
                    <a:pt x="7010" y="5444"/>
                  </a:cubicBezTo>
                  <a:close/>
                  <a:moveTo>
                    <a:pt x="8006" y="8077"/>
                  </a:moveTo>
                  <a:lnTo>
                    <a:pt x="8611" y="9785"/>
                  </a:lnTo>
                  <a:lnTo>
                    <a:pt x="7686" y="9785"/>
                  </a:lnTo>
                  <a:lnTo>
                    <a:pt x="7686" y="9500"/>
                  </a:lnTo>
                  <a:cubicBezTo>
                    <a:pt x="7686" y="9358"/>
                    <a:pt x="7579" y="9251"/>
                    <a:pt x="7402" y="9251"/>
                  </a:cubicBezTo>
                  <a:lnTo>
                    <a:pt x="6014" y="9251"/>
                  </a:lnTo>
                  <a:cubicBezTo>
                    <a:pt x="5872" y="9251"/>
                    <a:pt x="5765" y="9358"/>
                    <a:pt x="5765" y="9500"/>
                  </a:cubicBezTo>
                  <a:lnTo>
                    <a:pt x="5765" y="9785"/>
                  </a:lnTo>
                  <a:lnTo>
                    <a:pt x="4840" y="9785"/>
                  </a:lnTo>
                  <a:lnTo>
                    <a:pt x="5445" y="8077"/>
                  </a:lnTo>
                  <a:cubicBezTo>
                    <a:pt x="5872" y="8166"/>
                    <a:pt x="6299" y="8210"/>
                    <a:pt x="6725" y="8210"/>
                  </a:cubicBezTo>
                  <a:cubicBezTo>
                    <a:pt x="7152" y="8210"/>
                    <a:pt x="7579" y="8166"/>
                    <a:pt x="8006" y="8077"/>
                  </a:cubicBezTo>
                  <a:close/>
                  <a:moveTo>
                    <a:pt x="7152" y="9785"/>
                  </a:moveTo>
                  <a:lnTo>
                    <a:pt x="7152" y="10283"/>
                  </a:lnTo>
                  <a:lnTo>
                    <a:pt x="6263" y="10283"/>
                  </a:lnTo>
                  <a:lnTo>
                    <a:pt x="6263" y="9785"/>
                  </a:lnTo>
                  <a:close/>
                  <a:moveTo>
                    <a:pt x="12347" y="9785"/>
                  </a:moveTo>
                  <a:cubicBezTo>
                    <a:pt x="12454" y="9785"/>
                    <a:pt x="12525" y="9856"/>
                    <a:pt x="12525" y="9963"/>
                  </a:cubicBezTo>
                  <a:cubicBezTo>
                    <a:pt x="12561" y="10034"/>
                    <a:pt x="12525" y="10105"/>
                    <a:pt x="12490" y="10176"/>
                  </a:cubicBezTo>
                  <a:lnTo>
                    <a:pt x="12490" y="10212"/>
                  </a:lnTo>
                  <a:cubicBezTo>
                    <a:pt x="12437" y="10264"/>
                    <a:pt x="12366" y="10297"/>
                    <a:pt x="12290" y="10297"/>
                  </a:cubicBezTo>
                  <a:cubicBezTo>
                    <a:pt x="12262" y="10297"/>
                    <a:pt x="12234" y="10292"/>
                    <a:pt x="12205" y="10283"/>
                  </a:cubicBezTo>
                  <a:cubicBezTo>
                    <a:pt x="12134" y="10283"/>
                    <a:pt x="12063" y="10212"/>
                    <a:pt x="12027" y="10105"/>
                  </a:cubicBezTo>
                  <a:cubicBezTo>
                    <a:pt x="11991" y="10034"/>
                    <a:pt x="12027" y="9927"/>
                    <a:pt x="12063" y="9856"/>
                  </a:cubicBezTo>
                  <a:cubicBezTo>
                    <a:pt x="12134" y="9820"/>
                    <a:pt x="12205" y="9785"/>
                    <a:pt x="12276" y="9785"/>
                  </a:cubicBezTo>
                  <a:close/>
                  <a:moveTo>
                    <a:pt x="1139" y="9785"/>
                  </a:moveTo>
                  <a:cubicBezTo>
                    <a:pt x="1210" y="9785"/>
                    <a:pt x="1317" y="9820"/>
                    <a:pt x="1353" y="9891"/>
                  </a:cubicBezTo>
                  <a:cubicBezTo>
                    <a:pt x="1388" y="9963"/>
                    <a:pt x="1424" y="10034"/>
                    <a:pt x="1388" y="10105"/>
                  </a:cubicBezTo>
                  <a:lnTo>
                    <a:pt x="1388" y="10141"/>
                  </a:lnTo>
                  <a:cubicBezTo>
                    <a:pt x="1388" y="10212"/>
                    <a:pt x="1317" y="10283"/>
                    <a:pt x="1210" y="10318"/>
                  </a:cubicBezTo>
                  <a:lnTo>
                    <a:pt x="1139" y="10318"/>
                  </a:lnTo>
                  <a:cubicBezTo>
                    <a:pt x="961" y="10318"/>
                    <a:pt x="855" y="10141"/>
                    <a:pt x="890" y="9963"/>
                  </a:cubicBezTo>
                  <a:cubicBezTo>
                    <a:pt x="926" y="9891"/>
                    <a:pt x="997" y="9820"/>
                    <a:pt x="1068" y="9785"/>
                  </a:cubicBezTo>
                  <a:close/>
                  <a:moveTo>
                    <a:pt x="2136" y="14375"/>
                  </a:moveTo>
                  <a:cubicBezTo>
                    <a:pt x="2420" y="14446"/>
                    <a:pt x="2669" y="14659"/>
                    <a:pt x="2705" y="14944"/>
                  </a:cubicBezTo>
                  <a:cubicBezTo>
                    <a:pt x="2776" y="15193"/>
                    <a:pt x="2705" y="15442"/>
                    <a:pt x="2563" y="15656"/>
                  </a:cubicBezTo>
                  <a:lnTo>
                    <a:pt x="2563" y="15620"/>
                  </a:lnTo>
                  <a:cubicBezTo>
                    <a:pt x="2420" y="15833"/>
                    <a:pt x="2207" y="15940"/>
                    <a:pt x="1958" y="15940"/>
                  </a:cubicBezTo>
                  <a:lnTo>
                    <a:pt x="1780" y="15940"/>
                  </a:lnTo>
                  <a:cubicBezTo>
                    <a:pt x="1460" y="15869"/>
                    <a:pt x="1246" y="15656"/>
                    <a:pt x="1175" y="15335"/>
                  </a:cubicBezTo>
                  <a:cubicBezTo>
                    <a:pt x="1068" y="14873"/>
                    <a:pt x="1424" y="14375"/>
                    <a:pt x="1958" y="14375"/>
                  </a:cubicBezTo>
                  <a:close/>
                  <a:moveTo>
                    <a:pt x="11458" y="14375"/>
                  </a:moveTo>
                  <a:cubicBezTo>
                    <a:pt x="11707" y="14375"/>
                    <a:pt x="11920" y="14481"/>
                    <a:pt x="12063" y="14659"/>
                  </a:cubicBezTo>
                  <a:cubicBezTo>
                    <a:pt x="12241" y="14873"/>
                    <a:pt x="12276" y="15122"/>
                    <a:pt x="12241" y="15335"/>
                  </a:cubicBezTo>
                  <a:cubicBezTo>
                    <a:pt x="12169" y="15620"/>
                    <a:pt x="11956" y="15869"/>
                    <a:pt x="11636" y="15940"/>
                  </a:cubicBezTo>
                  <a:lnTo>
                    <a:pt x="11458" y="15940"/>
                  </a:lnTo>
                  <a:cubicBezTo>
                    <a:pt x="10960" y="15940"/>
                    <a:pt x="10568" y="15442"/>
                    <a:pt x="10711" y="14944"/>
                  </a:cubicBezTo>
                  <a:cubicBezTo>
                    <a:pt x="10746" y="14659"/>
                    <a:pt x="10995" y="14446"/>
                    <a:pt x="11280" y="14375"/>
                  </a:cubicBezTo>
                  <a:close/>
                  <a:moveTo>
                    <a:pt x="6014" y="0"/>
                  </a:moveTo>
                  <a:cubicBezTo>
                    <a:pt x="5872" y="0"/>
                    <a:pt x="5765" y="107"/>
                    <a:pt x="5765" y="249"/>
                  </a:cubicBezTo>
                  <a:lnTo>
                    <a:pt x="5765" y="2455"/>
                  </a:lnTo>
                  <a:cubicBezTo>
                    <a:pt x="5622" y="2562"/>
                    <a:pt x="5516" y="2669"/>
                    <a:pt x="5409" y="2775"/>
                  </a:cubicBezTo>
                  <a:cubicBezTo>
                    <a:pt x="5089" y="3167"/>
                    <a:pt x="4982" y="3665"/>
                    <a:pt x="5089" y="4163"/>
                  </a:cubicBezTo>
                  <a:lnTo>
                    <a:pt x="4021" y="7081"/>
                  </a:lnTo>
                  <a:cubicBezTo>
                    <a:pt x="1886" y="6049"/>
                    <a:pt x="534" y="3878"/>
                    <a:pt x="534" y="1530"/>
                  </a:cubicBezTo>
                  <a:cubicBezTo>
                    <a:pt x="534" y="1352"/>
                    <a:pt x="428" y="1245"/>
                    <a:pt x="285" y="1245"/>
                  </a:cubicBezTo>
                  <a:cubicBezTo>
                    <a:pt x="143" y="1245"/>
                    <a:pt x="1" y="1352"/>
                    <a:pt x="1" y="1530"/>
                  </a:cubicBezTo>
                  <a:cubicBezTo>
                    <a:pt x="1" y="4092"/>
                    <a:pt x="1531" y="6476"/>
                    <a:pt x="3879" y="7579"/>
                  </a:cubicBezTo>
                  <a:lnTo>
                    <a:pt x="3666" y="8148"/>
                  </a:lnTo>
                  <a:cubicBezTo>
                    <a:pt x="3594" y="8290"/>
                    <a:pt x="3666" y="8433"/>
                    <a:pt x="3808" y="8504"/>
                  </a:cubicBezTo>
                  <a:lnTo>
                    <a:pt x="3879" y="8504"/>
                  </a:lnTo>
                  <a:cubicBezTo>
                    <a:pt x="3986" y="8468"/>
                    <a:pt x="4092" y="8433"/>
                    <a:pt x="4128" y="8326"/>
                  </a:cubicBezTo>
                  <a:lnTo>
                    <a:pt x="4342" y="7757"/>
                  </a:lnTo>
                  <a:cubicBezTo>
                    <a:pt x="4519" y="7828"/>
                    <a:pt x="4733" y="7899"/>
                    <a:pt x="4946" y="7970"/>
                  </a:cubicBezTo>
                  <a:lnTo>
                    <a:pt x="2705" y="14054"/>
                  </a:lnTo>
                  <a:cubicBezTo>
                    <a:pt x="2563" y="13983"/>
                    <a:pt x="2420" y="13912"/>
                    <a:pt x="2278" y="13876"/>
                  </a:cubicBezTo>
                  <a:lnTo>
                    <a:pt x="2136" y="13841"/>
                  </a:lnTo>
                  <a:lnTo>
                    <a:pt x="3737" y="9464"/>
                  </a:lnTo>
                  <a:cubicBezTo>
                    <a:pt x="3831" y="9300"/>
                    <a:pt x="3614" y="9151"/>
                    <a:pt x="3436" y="9151"/>
                  </a:cubicBezTo>
                  <a:cubicBezTo>
                    <a:pt x="3344" y="9151"/>
                    <a:pt x="3263" y="9190"/>
                    <a:pt x="3239" y="9287"/>
                  </a:cubicBezTo>
                  <a:lnTo>
                    <a:pt x="3061" y="9785"/>
                  </a:lnTo>
                  <a:lnTo>
                    <a:pt x="1922" y="9785"/>
                  </a:lnTo>
                  <a:cubicBezTo>
                    <a:pt x="1886" y="9678"/>
                    <a:pt x="1851" y="9607"/>
                    <a:pt x="1780" y="9536"/>
                  </a:cubicBezTo>
                  <a:cubicBezTo>
                    <a:pt x="1637" y="9358"/>
                    <a:pt x="1424" y="9251"/>
                    <a:pt x="1175" y="9251"/>
                  </a:cubicBezTo>
                  <a:cubicBezTo>
                    <a:pt x="1104" y="9251"/>
                    <a:pt x="1033" y="9251"/>
                    <a:pt x="961" y="9287"/>
                  </a:cubicBezTo>
                  <a:cubicBezTo>
                    <a:pt x="677" y="9358"/>
                    <a:pt x="463" y="9571"/>
                    <a:pt x="428" y="9820"/>
                  </a:cubicBezTo>
                  <a:cubicBezTo>
                    <a:pt x="285" y="10318"/>
                    <a:pt x="641" y="10817"/>
                    <a:pt x="1175" y="10817"/>
                  </a:cubicBezTo>
                  <a:lnTo>
                    <a:pt x="1388" y="10817"/>
                  </a:lnTo>
                  <a:cubicBezTo>
                    <a:pt x="1637" y="10745"/>
                    <a:pt x="1815" y="10567"/>
                    <a:pt x="1922" y="10318"/>
                  </a:cubicBezTo>
                  <a:lnTo>
                    <a:pt x="2883" y="10318"/>
                  </a:lnTo>
                  <a:lnTo>
                    <a:pt x="1566" y="13912"/>
                  </a:lnTo>
                  <a:cubicBezTo>
                    <a:pt x="1317" y="13983"/>
                    <a:pt x="1104" y="14161"/>
                    <a:pt x="961" y="14375"/>
                  </a:cubicBezTo>
                  <a:cubicBezTo>
                    <a:pt x="712" y="14659"/>
                    <a:pt x="606" y="15086"/>
                    <a:pt x="712" y="15478"/>
                  </a:cubicBezTo>
                  <a:cubicBezTo>
                    <a:pt x="783" y="15798"/>
                    <a:pt x="961" y="16082"/>
                    <a:pt x="1246" y="16296"/>
                  </a:cubicBezTo>
                  <a:lnTo>
                    <a:pt x="819" y="17399"/>
                  </a:lnTo>
                  <a:cubicBezTo>
                    <a:pt x="748" y="17577"/>
                    <a:pt x="855" y="17755"/>
                    <a:pt x="1068" y="17755"/>
                  </a:cubicBezTo>
                  <a:cubicBezTo>
                    <a:pt x="1175" y="17755"/>
                    <a:pt x="1246" y="17684"/>
                    <a:pt x="1282" y="17577"/>
                  </a:cubicBezTo>
                  <a:lnTo>
                    <a:pt x="1744" y="16474"/>
                  </a:lnTo>
                  <a:cubicBezTo>
                    <a:pt x="1812" y="16484"/>
                    <a:pt x="1880" y="16489"/>
                    <a:pt x="1948" y="16489"/>
                  </a:cubicBezTo>
                  <a:cubicBezTo>
                    <a:pt x="2348" y="16489"/>
                    <a:pt x="2746" y="16315"/>
                    <a:pt x="2989" y="16011"/>
                  </a:cubicBezTo>
                  <a:cubicBezTo>
                    <a:pt x="3239" y="15691"/>
                    <a:pt x="3345" y="15264"/>
                    <a:pt x="3239" y="14873"/>
                  </a:cubicBezTo>
                  <a:cubicBezTo>
                    <a:pt x="3203" y="14766"/>
                    <a:pt x="3167" y="14659"/>
                    <a:pt x="3132" y="14553"/>
                  </a:cubicBezTo>
                  <a:lnTo>
                    <a:pt x="4662" y="10318"/>
                  </a:lnTo>
                  <a:lnTo>
                    <a:pt x="5765" y="10318"/>
                  </a:lnTo>
                  <a:lnTo>
                    <a:pt x="5765" y="10603"/>
                  </a:lnTo>
                  <a:cubicBezTo>
                    <a:pt x="5765" y="10745"/>
                    <a:pt x="5872" y="10852"/>
                    <a:pt x="6014" y="10852"/>
                  </a:cubicBezTo>
                  <a:lnTo>
                    <a:pt x="7437" y="10852"/>
                  </a:lnTo>
                  <a:cubicBezTo>
                    <a:pt x="7579" y="10852"/>
                    <a:pt x="7686" y="10745"/>
                    <a:pt x="7686" y="10603"/>
                  </a:cubicBezTo>
                  <a:lnTo>
                    <a:pt x="7686" y="10283"/>
                  </a:lnTo>
                  <a:lnTo>
                    <a:pt x="8789" y="10283"/>
                  </a:lnTo>
                  <a:lnTo>
                    <a:pt x="10319" y="14517"/>
                  </a:lnTo>
                  <a:cubicBezTo>
                    <a:pt x="10284" y="14624"/>
                    <a:pt x="10212" y="14730"/>
                    <a:pt x="10212" y="14837"/>
                  </a:cubicBezTo>
                  <a:cubicBezTo>
                    <a:pt x="10106" y="15229"/>
                    <a:pt x="10212" y="15656"/>
                    <a:pt x="10461" y="15976"/>
                  </a:cubicBezTo>
                  <a:cubicBezTo>
                    <a:pt x="10692" y="16240"/>
                    <a:pt x="11015" y="16442"/>
                    <a:pt x="11401" y="16442"/>
                  </a:cubicBezTo>
                  <a:cubicBezTo>
                    <a:pt x="11431" y="16442"/>
                    <a:pt x="11462" y="16441"/>
                    <a:pt x="11493" y="16438"/>
                  </a:cubicBezTo>
                  <a:cubicBezTo>
                    <a:pt x="11529" y="16456"/>
                    <a:pt x="11564" y="16465"/>
                    <a:pt x="11600" y="16465"/>
                  </a:cubicBezTo>
                  <a:cubicBezTo>
                    <a:pt x="11636" y="16465"/>
                    <a:pt x="11671" y="16456"/>
                    <a:pt x="11707" y="16438"/>
                  </a:cubicBezTo>
                  <a:lnTo>
                    <a:pt x="12098" y="17577"/>
                  </a:lnTo>
                  <a:cubicBezTo>
                    <a:pt x="12134" y="17684"/>
                    <a:pt x="12241" y="17719"/>
                    <a:pt x="12347" y="17719"/>
                  </a:cubicBezTo>
                  <a:lnTo>
                    <a:pt x="12454" y="17719"/>
                  </a:lnTo>
                  <a:cubicBezTo>
                    <a:pt x="12561" y="17684"/>
                    <a:pt x="12632" y="17541"/>
                    <a:pt x="12596" y="17399"/>
                  </a:cubicBezTo>
                  <a:lnTo>
                    <a:pt x="12169" y="16296"/>
                  </a:lnTo>
                  <a:cubicBezTo>
                    <a:pt x="12490" y="16118"/>
                    <a:pt x="12667" y="15798"/>
                    <a:pt x="12739" y="15478"/>
                  </a:cubicBezTo>
                  <a:cubicBezTo>
                    <a:pt x="12917" y="14802"/>
                    <a:pt x="12525" y="14126"/>
                    <a:pt x="11849" y="13948"/>
                  </a:cubicBezTo>
                  <a:lnTo>
                    <a:pt x="11422" y="12702"/>
                  </a:lnTo>
                  <a:cubicBezTo>
                    <a:pt x="11371" y="12601"/>
                    <a:pt x="11284" y="12558"/>
                    <a:pt x="11197" y="12558"/>
                  </a:cubicBezTo>
                  <a:cubicBezTo>
                    <a:pt x="11039" y="12558"/>
                    <a:pt x="10878" y="12697"/>
                    <a:pt x="10924" y="12880"/>
                  </a:cubicBezTo>
                  <a:lnTo>
                    <a:pt x="11280" y="13876"/>
                  </a:lnTo>
                  <a:lnTo>
                    <a:pt x="11173" y="13912"/>
                  </a:lnTo>
                  <a:cubicBezTo>
                    <a:pt x="10995" y="13948"/>
                    <a:pt x="10853" y="14019"/>
                    <a:pt x="10711" y="14126"/>
                  </a:cubicBezTo>
                  <a:lnTo>
                    <a:pt x="8505" y="8006"/>
                  </a:lnTo>
                  <a:cubicBezTo>
                    <a:pt x="8718" y="7934"/>
                    <a:pt x="8896" y="7863"/>
                    <a:pt x="9109" y="7792"/>
                  </a:cubicBezTo>
                  <a:lnTo>
                    <a:pt x="10533" y="11742"/>
                  </a:lnTo>
                  <a:cubicBezTo>
                    <a:pt x="10568" y="11813"/>
                    <a:pt x="10639" y="11884"/>
                    <a:pt x="10782" y="11884"/>
                  </a:cubicBezTo>
                  <a:cubicBezTo>
                    <a:pt x="10782" y="11902"/>
                    <a:pt x="10791" y="11911"/>
                    <a:pt x="10804" y="11911"/>
                  </a:cubicBezTo>
                  <a:cubicBezTo>
                    <a:pt x="10817" y="11911"/>
                    <a:pt x="10835" y="11902"/>
                    <a:pt x="10853" y="11884"/>
                  </a:cubicBezTo>
                  <a:cubicBezTo>
                    <a:pt x="10995" y="11848"/>
                    <a:pt x="11066" y="11706"/>
                    <a:pt x="10995" y="11564"/>
                  </a:cubicBezTo>
                  <a:lnTo>
                    <a:pt x="10568" y="10354"/>
                  </a:lnTo>
                  <a:lnTo>
                    <a:pt x="11529" y="10354"/>
                  </a:lnTo>
                  <a:cubicBezTo>
                    <a:pt x="11600" y="10603"/>
                    <a:pt x="11814" y="10781"/>
                    <a:pt x="12063" y="10852"/>
                  </a:cubicBezTo>
                  <a:lnTo>
                    <a:pt x="12276" y="10852"/>
                  </a:lnTo>
                  <a:cubicBezTo>
                    <a:pt x="12774" y="10852"/>
                    <a:pt x="13166" y="10354"/>
                    <a:pt x="13023" y="9856"/>
                  </a:cubicBezTo>
                  <a:cubicBezTo>
                    <a:pt x="12952" y="9607"/>
                    <a:pt x="12739" y="9393"/>
                    <a:pt x="12490" y="9322"/>
                  </a:cubicBezTo>
                  <a:lnTo>
                    <a:pt x="12454" y="9287"/>
                  </a:lnTo>
                  <a:cubicBezTo>
                    <a:pt x="12396" y="9272"/>
                    <a:pt x="12336" y="9265"/>
                    <a:pt x="12276" y="9265"/>
                  </a:cubicBezTo>
                  <a:cubicBezTo>
                    <a:pt x="12043" y="9265"/>
                    <a:pt x="11806" y="9373"/>
                    <a:pt x="11636" y="9571"/>
                  </a:cubicBezTo>
                  <a:cubicBezTo>
                    <a:pt x="11600" y="9642"/>
                    <a:pt x="11564" y="9714"/>
                    <a:pt x="11529" y="9785"/>
                  </a:cubicBezTo>
                  <a:lnTo>
                    <a:pt x="10390" y="9785"/>
                  </a:lnTo>
                  <a:lnTo>
                    <a:pt x="9572" y="7579"/>
                  </a:lnTo>
                  <a:cubicBezTo>
                    <a:pt x="11920" y="6476"/>
                    <a:pt x="13415" y="4092"/>
                    <a:pt x="13415" y="1530"/>
                  </a:cubicBezTo>
                  <a:cubicBezTo>
                    <a:pt x="13397" y="1370"/>
                    <a:pt x="13272" y="1290"/>
                    <a:pt x="13148" y="1290"/>
                  </a:cubicBezTo>
                  <a:cubicBezTo>
                    <a:pt x="13023" y="1290"/>
                    <a:pt x="12899" y="1370"/>
                    <a:pt x="12881" y="1530"/>
                  </a:cubicBezTo>
                  <a:cubicBezTo>
                    <a:pt x="12881" y="3878"/>
                    <a:pt x="11529" y="6049"/>
                    <a:pt x="9394" y="7081"/>
                  </a:cubicBezTo>
                  <a:lnTo>
                    <a:pt x="8327" y="4163"/>
                  </a:lnTo>
                  <a:cubicBezTo>
                    <a:pt x="8362" y="3949"/>
                    <a:pt x="8362" y="3700"/>
                    <a:pt x="8327" y="3487"/>
                  </a:cubicBezTo>
                  <a:cubicBezTo>
                    <a:pt x="8255" y="3060"/>
                    <a:pt x="8006" y="2704"/>
                    <a:pt x="7651" y="2455"/>
                  </a:cubicBezTo>
                  <a:lnTo>
                    <a:pt x="7651" y="249"/>
                  </a:lnTo>
                  <a:cubicBezTo>
                    <a:pt x="7651" y="107"/>
                    <a:pt x="7544" y="0"/>
                    <a:pt x="7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46"/>
          <p:cNvGrpSpPr/>
          <p:nvPr/>
        </p:nvGrpSpPr>
        <p:grpSpPr>
          <a:xfrm>
            <a:off x="1008342" y="1682853"/>
            <a:ext cx="257599" cy="443186"/>
            <a:chOff x="4032084" y="1859850"/>
            <a:chExt cx="208077" cy="357985"/>
          </a:xfrm>
        </p:grpSpPr>
        <p:sp>
          <p:nvSpPr>
            <p:cNvPr id="1702" name="Google Shape;1702;p46"/>
            <p:cNvSpPr/>
            <p:nvPr/>
          </p:nvSpPr>
          <p:spPr>
            <a:xfrm>
              <a:off x="4037104" y="1864870"/>
              <a:ext cx="198036" cy="347239"/>
            </a:xfrm>
            <a:custGeom>
              <a:rect b="b" l="l" r="r" t="t"/>
              <a:pathLst>
                <a:path extrusionOk="0" h="17222" w="9822">
                  <a:moveTo>
                    <a:pt x="712" y="0"/>
                  </a:moveTo>
                  <a:cubicBezTo>
                    <a:pt x="321" y="0"/>
                    <a:pt x="1" y="320"/>
                    <a:pt x="1" y="712"/>
                  </a:cubicBezTo>
                  <a:lnTo>
                    <a:pt x="1" y="16510"/>
                  </a:lnTo>
                  <a:cubicBezTo>
                    <a:pt x="1" y="16901"/>
                    <a:pt x="321" y="17221"/>
                    <a:pt x="712" y="17221"/>
                  </a:cubicBezTo>
                  <a:lnTo>
                    <a:pt x="9110" y="17221"/>
                  </a:lnTo>
                  <a:cubicBezTo>
                    <a:pt x="9501" y="17221"/>
                    <a:pt x="9821" y="16901"/>
                    <a:pt x="9821" y="16545"/>
                  </a:cubicBezTo>
                  <a:lnTo>
                    <a:pt x="9821" y="712"/>
                  </a:lnTo>
                  <a:cubicBezTo>
                    <a:pt x="9821" y="320"/>
                    <a:pt x="9501" y="0"/>
                    <a:pt x="9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6"/>
            <p:cNvSpPr/>
            <p:nvPr/>
          </p:nvSpPr>
          <p:spPr>
            <a:xfrm>
              <a:off x="4037104" y="1897150"/>
              <a:ext cx="197310" cy="282658"/>
            </a:xfrm>
            <a:custGeom>
              <a:rect b="b" l="l" r="r" t="t"/>
              <a:pathLst>
                <a:path extrusionOk="0" h="14019" w="9786">
                  <a:moveTo>
                    <a:pt x="1" y="0"/>
                  </a:moveTo>
                  <a:lnTo>
                    <a:pt x="1" y="14019"/>
                  </a:lnTo>
                  <a:lnTo>
                    <a:pt x="9786" y="14019"/>
                  </a:lnTo>
                  <a:lnTo>
                    <a:pt x="97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6"/>
            <p:cNvSpPr/>
            <p:nvPr/>
          </p:nvSpPr>
          <p:spPr>
            <a:xfrm>
              <a:off x="4088055" y="1922252"/>
              <a:ext cx="96135" cy="96155"/>
            </a:xfrm>
            <a:custGeom>
              <a:rect b="b" l="l" r="r" t="t"/>
              <a:pathLst>
                <a:path extrusionOk="0" h="4769" w="4768">
                  <a:moveTo>
                    <a:pt x="712" y="1"/>
                  </a:moveTo>
                  <a:cubicBezTo>
                    <a:pt x="320" y="1"/>
                    <a:pt x="0" y="321"/>
                    <a:pt x="0" y="677"/>
                  </a:cubicBezTo>
                  <a:lnTo>
                    <a:pt x="0" y="4057"/>
                  </a:lnTo>
                  <a:cubicBezTo>
                    <a:pt x="0" y="4448"/>
                    <a:pt x="320" y="4768"/>
                    <a:pt x="712" y="4768"/>
                  </a:cubicBezTo>
                  <a:lnTo>
                    <a:pt x="4056" y="4768"/>
                  </a:lnTo>
                  <a:cubicBezTo>
                    <a:pt x="4448" y="4768"/>
                    <a:pt x="4768" y="4448"/>
                    <a:pt x="4768" y="4057"/>
                  </a:cubicBezTo>
                  <a:lnTo>
                    <a:pt x="4768" y="677"/>
                  </a:lnTo>
                  <a:cubicBezTo>
                    <a:pt x="4768" y="321"/>
                    <a:pt x="4448" y="1"/>
                    <a:pt x="4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6"/>
            <p:cNvSpPr/>
            <p:nvPr/>
          </p:nvSpPr>
          <p:spPr>
            <a:xfrm>
              <a:off x="4032084" y="1859850"/>
              <a:ext cx="208077" cy="267718"/>
            </a:xfrm>
            <a:custGeom>
              <a:rect b="b" l="l" r="r" t="t"/>
              <a:pathLst>
                <a:path extrusionOk="0" h="13278" w="10320">
                  <a:moveTo>
                    <a:pt x="9394" y="498"/>
                  </a:moveTo>
                  <a:cubicBezTo>
                    <a:pt x="9608" y="498"/>
                    <a:pt x="9821" y="712"/>
                    <a:pt x="9821" y="961"/>
                  </a:cubicBezTo>
                  <a:lnTo>
                    <a:pt x="9821" y="1601"/>
                  </a:lnTo>
                  <a:lnTo>
                    <a:pt x="534" y="1601"/>
                  </a:lnTo>
                  <a:lnTo>
                    <a:pt x="534" y="961"/>
                  </a:lnTo>
                  <a:cubicBezTo>
                    <a:pt x="534" y="712"/>
                    <a:pt x="712" y="498"/>
                    <a:pt x="961" y="498"/>
                  </a:cubicBezTo>
                  <a:close/>
                  <a:moveTo>
                    <a:pt x="961" y="0"/>
                  </a:moveTo>
                  <a:cubicBezTo>
                    <a:pt x="428" y="0"/>
                    <a:pt x="1" y="427"/>
                    <a:pt x="1" y="961"/>
                  </a:cubicBezTo>
                  <a:lnTo>
                    <a:pt x="1" y="13023"/>
                  </a:lnTo>
                  <a:cubicBezTo>
                    <a:pt x="1" y="13150"/>
                    <a:pt x="86" y="13277"/>
                    <a:pt x="206" y="13277"/>
                  </a:cubicBezTo>
                  <a:cubicBezTo>
                    <a:pt x="220" y="13277"/>
                    <a:pt x="235" y="13275"/>
                    <a:pt x="250" y="13272"/>
                  </a:cubicBezTo>
                  <a:cubicBezTo>
                    <a:pt x="265" y="13275"/>
                    <a:pt x="280" y="13277"/>
                    <a:pt x="295" y="13277"/>
                  </a:cubicBezTo>
                  <a:cubicBezTo>
                    <a:pt x="421" y="13277"/>
                    <a:pt x="534" y="13150"/>
                    <a:pt x="534" y="13023"/>
                  </a:cubicBezTo>
                  <a:lnTo>
                    <a:pt x="534" y="2135"/>
                  </a:lnTo>
                  <a:lnTo>
                    <a:pt x="9786" y="2135"/>
                  </a:lnTo>
                  <a:lnTo>
                    <a:pt x="9786" y="4839"/>
                  </a:lnTo>
                  <a:cubicBezTo>
                    <a:pt x="9803" y="4999"/>
                    <a:pt x="9928" y="5079"/>
                    <a:pt x="10052" y="5079"/>
                  </a:cubicBezTo>
                  <a:cubicBezTo>
                    <a:pt x="10177" y="5079"/>
                    <a:pt x="10301" y="4999"/>
                    <a:pt x="10319" y="4839"/>
                  </a:cubicBezTo>
                  <a:lnTo>
                    <a:pt x="10319" y="961"/>
                  </a:lnTo>
                  <a:cubicBezTo>
                    <a:pt x="10319" y="427"/>
                    <a:pt x="9892" y="0"/>
                    <a:pt x="9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6"/>
            <p:cNvSpPr/>
            <p:nvPr/>
          </p:nvSpPr>
          <p:spPr>
            <a:xfrm>
              <a:off x="4032084" y="1976772"/>
              <a:ext cx="208077" cy="241063"/>
            </a:xfrm>
            <a:custGeom>
              <a:rect b="b" l="l" r="r" t="t"/>
              <a:pathLst>
                <a:path extrusionOk="0" h="11956" w="10320">
                  <a:moveTo>
                    <a:pt x="9786" y="10319"/>
                  </a:moveTo>
                  <a:lnTo>
                    <a:pt x="9786" y="10960"/>
                  </a:lnTo>
                  <a:cubicBezTo>
                    <a:pt x="9786" y="11209"/>
                    <a:pt x="9608" y="11422"/>
                    <a:pt x="9359" y="11422"/>
                  </a:cubicBezTo>
                  <a:lnTo>
                    <a:pt x="961" y="11422"/>
                  </a:lnTo>
                  <a:cubicBezTo>
                    <a:pt x="712" y="11422"/>
                    <a:pt x="499" y="11209"/>
                    <a:pt x="499" y="10960"/>
                  </a:cubicBezTo>
                  <a:lnTo>
                    <a:pt x="499" y="10319"/>
                  </a:lnTo>
                  <a:close/>
                  <a:moveTo>
                    <a:pt x="10070" y="1"/>
                  </a:moveTo>
                  <a:cubicBezTo>
                    <a:pt x="9892" y="1"/>
                    <a:pt x="9786" y="107"/>
                    <a:pt x="9786" y="250"/>
                  </a:cubicBezTo>
                  <a:lnTo>
                    <a:pt x="9786" y="9785"/>
                  </a:lnTo>
                  <a:lnTo>
                    <a:pt x="534" y="9785"/>
                  </a:lnTo>
                  <a:lnTo>
                    <a:pt x="534" y="8469"/>
                  </a:lnTo>
                  <a:cubicBezTo>
                    <a:pt x="534" y="8327"/>
                    <a:pt x="392" y="8220"/>
                    <a:pt x="250" y="8220"/>
                  </a:cubicBezTo>
                  <a:cubicBezTo>
                    <a:pt x="108" y="8220"/>
                    <a:pt x="1" y="8327"/>
                    <a:pt x="1" y="8469"/>
                  </a:cubicBezTo>
                  <a:lnTo>
                    <a:pt x="1" y="10995"/>
                  </a:lnTo>
                  <a:cubicBezTo>
                    <a:pt x="1" y="11529"/>
                    <a:pt x="428" y="11956"/>
                    <a:pt x="961" y="11956"/>
                  </a:cubicBezTo>
                  <a:lnTo>
                    <a:pt x="9359" y="11956"/>
                  </a:lnTo>
                  <a:cubicBezTo>
                    <a:pt x="9892" y="11956"/>
                    <a:pt x="10319" y="11529"/>
                    <a:pt x="10319" y="10995"/>
                  </a:cubicBezTo>
                  <a:lnTo>
                    <a:pt x="10319" y="250"/>
                  </a:lnTo>
                  <a:cubicBezTo>
                    <a:pt x="10319" y="107"/>
                    <a:pt x="10212" y="1"/>
                    <a:pt x="10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6"/>
            <p:cNvSpPr/>
            <p:nvPr/>
          </p:nvSpPr>
          <p:spPr>
            <a:xfrm>
              <a:off x="4083034" y="1917232"/>
              <a:ext cx="106176" cy="106196"/>
            </a:xfrm>
            <a:custGeom>
              <a:rect b="b" l="l" r="r" t="t"/>
              <a:pathLst>
                <a:path extrusionOk="0" h="5267" w="5266">
                  <a:moveTo>
                    <a:pt x="4305" y="499"/>
                  </a:moveTo>
                  <a:cubicBezTo>
                    <a:pt x="4554" y="499"/>
                    <a:pt x="4768" y="676"/>
                    <a:pt x="4768" y="926"/>
                  </a:cubicBezTo>
                  <a:lnTo>
                    <a:pt x="4768" y="4306"/>
                  </a:lnTo>
                  <a:cubicBezTo>
                    <a:pt x="4768" y="4555"/>
                    <a:pt x="4554" y="4768"/>
                    <a:pt x="4305" y="4768"/>
                  </a:cubicBezTo>
                  <a:lnTo>
                    <a:pt x="961" y="4768"/>
                  </a:lnTo>
                  <a:cubicBezTo>
                    <a:pt x="712" y="4768"/>
                    <a:pt x="498" y="4555"/>
                    <a:pt x="498" y="4306"/>
                  </a:cubicBezTo>
                  <a:lnTo>
                    <a:pt x="498" y="926"/>
                  </a:lnTo>
                  <a:cubicBezTo>
                    <a:pt x="498" y="676"/>
                    <a:pt x="712" y="499"/>
                    <a:pt x="961" y="499"/>
                  </a:cubicBezTo>
                  <a:close/>
                  <a:moveTo>
                    <a:pt x="961" y="0"/>
                  </a:moveTo>
                  <a:cubicBezTo>
                    <a:pt x="427" y="0"/>
                    <a:pt x="0" y="427"/>
                    <a:pt x="0" y="926"/>
                  </a:cubicBezTo>
                  <a:lnTo>
                    <a:pt x="0" y="4306"/>
                  </a:lnTo>
                  <a:cubicBezTo>
                    <a:pt x="0" y="4839"/>
                    <a:pt x="427" y="5266"/>
                    <a:pt x="961" y="5266"/>
                  </a:cubicBezTo>
                  <a:lnTo>
                    <a:pt x="4305" y="5266"/>
                  </a:lnTo>
                  <a:cubicBezTo>
                    <a:pt x="4839" y="5266"/>
                    <a:pt x="5266" y="4839"/>
                    <a:pt x="5266" y="4306"/>
                  </a:cubicBezTo>
                  <a:lnTo>
                    <a:pt x="5266" y="926"/>
                  </a:lnTo>
                  <a:cubicBezTo>
                    <a:pt x="5266" y="427"/>
                    <a:pt x="4839" y="0"/>
                    <a:pt x="43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6"/>
            <p:cNvSpPr/>
            <p:nvPr/>
          </p:nvSpPr>
          <p:spPr>
            <a:xfrm>
              <a:off x="4100959" y="1946649"/>
              <a:ext cx="69601" cy="46132"/>
            </a:xfrm>
            <a:custGeom>
              <a:rect b="b" l="l" r="r" t="t"/>
              <a:pathLst>
                <a:path extrusionOk="0" h="2288" w="3452">
                  <a:moveTo>
                    <a:pt x="1673" y="0"/>
                  </a:moveTo>
                  <a:cubicBezTo>
                    <a:pt x="1566" y="0"/>
                    <a:pt x="1495" y="71"/>
                    <a:pt x="1424" y="178"/>
                  </a:cubicBezTo>
                  <a:lnTo>
                    <a:pt x="819" y="1495"/>
                  </a:lnTo>
                  <a:lnTo>
                    <a:pt x="534" y="997"/>
                  </a:lnTo>
                  <a:cubicBezTo>
                    <a:pt x="488" y="928"/>
                    <a:pt x="398" y="888"/>
                    <a:pt x="311" y="888"/>
                  </a:cubicBezTo>
                  <a:cubicBezTo>
                    <a:pt x="263" y="888"/>
                    <a:pt x="216" y="900"/>
                    <a:pt x="178" y="925"/>
                  </a:cubicBezTo>
                  <a:cubicBezTo>
                    <a:pt x="36" y="997"/>
                    <a:pt x="1" y="1174"/>
                    <a:pt x="72" y="1281"/>
                  </a:cubicBezTo>
                  <a:lnTo>
                    <a:pt x="641" y="2171"/>
                  </a:lnTo>
                  <a:cubicBezTo>
                    <a:pt x="689" y="2251"/>
                    <a:pt x="766" y="2288"/>
                    <a:pt x="846" y="2288"/>
                  </a:cubicBezTo>
                  <a:cubicBezTo>
                    <a:pt x="943" y="2288"/>
                    <a:pt x="1045" y="2233"/>
                    <a:pt x="1104" y="2135"/>
                  </a:cubicBezTo>
                  <a:lnTo>
                    <a:pt x="1815" y="498"/>
                  </a:lnTo>
                  <a:lnTo>
                    <a:pt x="3167" y="498"/>
                  </a:lnTo>
                  <a:cubicBezTo>
                    <a:pt x="3182" y="502"/>
                    <a:pt x="3197" y="504"/>
                    <a:pt x="3211" y="504"/>
                  </a:cubicBezTo>
                  <a:cubicBezTo>
                    <a:pt x="3331" y="504"/>
                    <a:pt x="3416" y="377"/>
                    <a:pt x="3416" y="249"/>
                  </a:cubicBezTo>
                  <a:lnTo>
                    <a:pt x="3452" y="285"/>
                  </a:lnTo>
                  <a:cubicBezTo>
                    <a:pt x="3452" y="143"/>
                    <a:pt x="3310" y="0"/>
                    <a:pt x="3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6"/>
            <p:cNvSpPr/>
            <p:nvPr/>
          </p:nvSpPr>
          <p:spPr>
            <a:xfrm>
              <a:off x="4141143" y="1964392"/>
              <a:ext cx="31151" cy="29094"/>
            </a:xfrm>
            <a:custGeom>
              <a:rect b="b" l="l" r="r" t="t"/>
              <a:pathLst>
                <a:path extrusionOk="0" h="1443" w="1545">
                  <a:moveTo>
                    <a:pt x="271" y="1"/>
                  </a:moveTo>
                  <a:cubicBezTo>
                    <a:pt x="205" y="1"/>
                    <a:pt x="142" y="28"/>
                    <a:pt x="107" y="81"/>
                  </a:cubicBezTo>
                  <a:cubicBezTo>
                    <a:pt x="0" y="188"/>
                    <a:pt x="0" y="366"/>
                    <a:pt x="107" y="437"/>
                  </a:cubicBezTo>
                  <a:lnTo>
                    <a:pt x="356" y="721"/>
                  </a:lnTo>
                  <a:lnTo>
                    <a:pt x="107" y="1006"/>
                  </a:lnTo>
                  <a:cubicBezTo>
                    <a:pt x="0" y="1077"/>
                    <a:pt x="0" y="1255"/>
                    <a:pt x="107" y="1362"/>
                  </a:cubicBezTo>
                  <a:cubicBezTo>
                    <a:pt x="142" y="1415"/>
                    <a:pt x="205" y="1442"/>
                    <a:pt x="271" y="1442"/>
                  </a:cubicBezTo>
                  <a:cubicBezTo>
                    <a:pt x="338" y="1442"/>
                    <a:pt x="409" y="1415"/>
                    <a:pt x="463" y="1362"/>
                  </a:cubicBezTo>
                  <a:lnTo>
                    <a:pt x="747" y="1077"/>
                  </a:lnTo>
                  <a:lnTo>
                    <a:pt x="996" y="1362"/>
                  </a:lnTo>
                  <a:cubicBezTo>
                    <a:pt x="1053" y="1419"/>
                    <a:pt x="1115" y="1442"/>
                    <a:pt x="1175" y="1442"/>
                  </a:cubicBezTo>
                  <a:cubicBezTo>
                    <a:pt x="1376" y="1442"/>
                    <a:pt x="1545" y="1171"/>
                    <a:pt x="1352" y="1006"/>
                  </a:cubicBezTo>
                  <a:lnTo>
                    <a:pt x="1103" y="721"/>
                  </a:lnTo>
                  <a:lnTo>
                    <a:pt x="1352" y="437"/>
                  </a:lnTo>
                  <a:cubicBezTo>
                    <a:pt x="1459" y="366"/>
                    <a:pt x="1459" y="188"/>
                    <a:pt x="1352" y="81"/>
                  </a:cubicBezTo>
                  <a:cubicBezTo>
                    <a:pt x="1317" y="28"/>
                    <a:pt x="1254" y="1"/>
                    <a:pt x="1188" y="1"/>
                  </a:cubicBezTo>
                  <a:cubicBezTo>
                    <a:pt x="1121" y="1"/>
                    <a:pt x="1050" y="28"/>
                    <a:pt x="996" y="81"/>
                  </a:cubicBezTo>
                  <a:lnTo>
                    <a:pt x="747" y="366"/>
                  </a:lnTo>
                  <a:lnTo>
                    <a:pt x="463" y="81"/>
                  </a:lnTo>
                  <a:cubicBezTo>
                    <a:pt x="409" y="28"/>
                    <a:pt x="338"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6"/>
            <p:cNvSpPr/>
            <p:nvPr/>
          </p:nvSpPr>
          <p:spPr>
            <a:xfrm>
              <a:off x="4071542" y="2043227"/>
              <a:ext cx="21070" cy="38490"/>
            </a:xfrm>
            <a:custGeom>
              <a:rect b="b" l="l" r="r" t="t"/>
              <a:pathLst>
                <a:path extrusionOk="0" h="1909" w="1045">
                  <a:moveTo>
                    <a:pt x="656" y="0"/>
                  </a:moveTo>
                  <a:cubicBezTo>
                    <a:pt x="591" y="0"/>
                    <a:pt x="523" y="25"/>
                    <a:pt x="463" y="85"/>
                  </a:cubicBezTo>
                  <a:cubicBezTo>
                    <a:pt x="1" y="547"/>
                    <a:pt x="1" y="1330"/>
                    <a:pt x="463" y="1828"/>
                  </a:cubicBezTo>
                  <a:cubicBezTo>
                    <a:pt x="517" y="1882"/>
                    <a:pt x="588" y="1908"/>
                    <a:pt x="659" y="1908"/>
                  </a:cubicBezTo>
                  <a:cubicBezTo>
                    <a:pt x="730" y="1908"/>
                    <a:pt x="801" y="1882"/>
                    <a:pt x="855" y="1828"/>
                  </a:cubicBezTo>
                  <a:cubicBezTo>
                    <a:pt x="926" y="1722"/>
                    <a:pt x="926" y="1544"/>
                    <a:pt x="855" y="1472"/>
                  </a:cubicBezTo>
                  <a:cubicBezTo>
                    <a:pt x="570" y="1188"/>
                    <a:pt x="570" y="725"/>
                    <a:pt x="855" y="441"/>
                  </a:cubicBezTo>
                  <a:cubicBezTo>
                    <a:pt x="1044" y="251"/>
                    <a:pt x="863" y="0"/>
                    <a:pt x="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6"/>
            <p:cNvSpPr/>
            <p:nvPr/>
          </p:nvSpPr>
          <p:spPr>
            <a:xfrm>
              <a:off x="4125114" y="2043227"/>
              <a:ext cx="21070" cy="38490"/>
            </a:xfrm>
            <a:custGeom>
              <a:rect b="b" l="l" r="r" t="t"/>
              <a:pathLst>
                <a:path extrusionOk="0" h="1909" w="1045">
                  <a:moveTo>
                    <a:pt x="358" y="0"/>
                  </a:moveTo>
                  <a:cubicBezTo>
                    <a:pt x="161" y="0"/>
                    <a:pt x="1" y="251"/>
                    <a:pt x="190" y="441"/>
                  </a:cubicBezTo>
                  <a:cubicBezTo>
                    <a:pt x="475" y="725"/>
                    <a:pt x="475" y="1188"/>
                    <a:pt x="190" y="1472"/>
                  </a:cubicBezTo>
                  <a:cubicBezTo>
                    <a:pt x="83" y="1544"/>
                    <a:pt x="83" y="1722"/>
                    <a:pt x="190" y="1828"/>
                  </a:cubicBezTo>
                  <a:cubicBezTo>
                    <a:pt x="244" y="1882"/>
                    <a:pt x="306" y="1908"/>
                    <a:pt x="368" y="1908"/>
                  </a:cubicBezTo>
                  <a:cubicBezTo>
                    <a:pt x="430" y="1908"/>
                    <a:pt x="493" y="1882"/>
                    <a:pt x="546" y="1828"/>
                  </a:cubicBezTo>
                  <a:cubicBezTo>
                    <a:pt x="1044" y="1330"/>
                    <a:pt x="1044" y="547"/>
                    <a:pt x="546" y="85"/>
                  </a:cubicBezTo>
                  <a:cubicBezTo>
                    <a:pt x="486" y="25"/>
                    <a:pt x="420" y="0"/>
                    <a:pt x="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6"/>
            <p:cNvSpPr/>
            <p:nvPr/>
          </p:nvSpPr>
          <p:spPr>
            <a:xfrm>
              <a:off x="4095213" y="2049760"/>
              <a:ext cx="26574" cy="25506"/>
            </a:xfrm>
            <a:custGeom>
              <a:rect b="b" l="l" r="r" t="t"/>
              <a:pathLst>
                <a:path extrusionOk="0" h="1265" w="1318">
                  <a:moveTo>
                    <a:pt x="303" y="1"/>
                  </a:moveTo>
                  <a:cubicBezTo>
                    <a:pt x="232" y="1"/>
                    <a:pt x="161" y="28"/>
                    <a:pt x="108" y="81"/>
                  </a:cubicBezTo>
                  <a:cubicBezTo>
                    <a:pt x="1" y="188"/>
                    <a:pt x="1" y="330"/>
                    <a:pt x="108" y="437"/>
                  </a:cubicBezTo>
                  <a:lnTo>
                    <a:pt x="286" y="615"/>
                  </a:lnTo>
                  <a:lnTo>
                    <a:pt x="108" y="828"/>
                  </a:lnTo>
                  <a:cubicBezTo>
                    <a:pt x="1" y="899"/>
                    <a:pt x="1" y="1077"/>
                    <a:pt x="108" y="1184"/>
                  </a:cubicBezTo>
                  <a:cubicBezTo>
                    <a:pt x="143" y="1220"/>
                    <a:pt x="214" y="1255"/>
                    <a:pt x="286" y="1255"/>
                  </a:cubicBezTo>
                  <a:cubicBezTo>
                    <a:pt x="357" y="1255"/>
                    <a:pt x="428" y="1220"/>
                    <a:pt x="499" y="1184"/>
                  </a:cubicBezTo>
                  <a:lnTo>
                    <a:pt x="677" y="1006"/>
                  </a:lnTo>
                  <a:lnTo>
                    <a:pt x="855" y="1184"/>
                  </a:lnTo>
                  <a:cubicBezTo>
                    <a:pt x="908" y="1237"/>
                    <a:pt x="970" y="1264"/>
                    <a:pt x="1033" y="1264"/>
                  </a:cubicBezTo>
                  <a:cubicBezTo>
                    <a:pt x="1095" y="1264"/>
                    <a:pt x="1157" y="1237"/>
                    <a:pt x="1211" y="1184"/>
                  </a:cubicBezTo>
                  <a:cubicBezTo>
                    <a:pt x="1317" y="1077"/>
                    <a:pt x="1317" y="899"/>
                    <a:pt x="1211" y="828"/>
                  </a:cubicBezTo>
                  <a:lnTo>
                    <a:pt x="1033" y="615"/>
                  </a:lnTo>
                  <a:lnTo>
                    <a:pt x="1211" y="437"/>
                  </a:lnTo>
                  <a:cubicBezTo>
                    <a:pt x="1317" y="330"/>
                    <a:pt x="1317" y="188"/>
                    <a:pt x="1211" y="81"/>
                  </a:cubicBezTo>
                  <a:cubicBezTo>
                    <a:pt x="1157" y="28"/>
                    <a:pt x="1095" y="1"/>
                    <a:pt x="1033" y="1"/>
                  </a:cubicBezTo>
                  <a:cubicBezTo>
                    <a:pt x="970" y="1"/>
                    <a:pt x="908" y="28"/>
                    <a:pt x="855" y="81"/>
                  </a:cubicBezTo>
                  <a:lnTo>
                    <a:pt x="677" y="259"/>
                  </a:lnTo>
                  <a:lnTo>
                    <a:pt x="499" y="81"/>
                  </a:lnTo>
                  <a:cubicBezTo>
                    <a:pt x="446" y="28"/>
                    <a:pt x="374" y="1"/>
                    <a:pt x="3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6"/>
            <p:cNvSpPr/>
            <p:nvPr/>
          </p:nvSpPr>
          <p:spPr>
            <a:xfrm>
              <a:off x="4187416" y="2047260"/>
              <a:ext cx="11493" cy="29961"/>
            </a:xfrm>
            <a:custGeom>
              <a:rect b="b" l="l" r="r" t="t"/>
              <a:pathLst>
                <a:path extrusionOk="0" h="1486" w="570">
                  <a:moveTo>
                    <a:pt x="285" y="0"/>
                  </a:moveTo>
                  <a:cubicBezTo>
                    <a:pt x="142" y="0"/>
                    <a:pt x="0" y="81"/>
                    <a:pt x="18" y="241"/>
                  </a:cubicBezTo>
                  <a:lnTo>
                    <a:pt x="18" y="1272"/>
                  </a:lnTo>
                  <a:cubicBezTo>
                    <a:pt x="0" y="1415"/>
                    <a:pt x="142" y="1486"/>
                    <a:pt x="285" y="1486"/>
                  </a:cubicBezTo>
                  <a:cubicBezTo>
                    <a:pt x="427" y="1486"/>
                    <a:pt x="569" y="1415"/>
                    <a:pt x="552" y="1272"/>
                  </a:cubicBezTo>
                  <a:lnTo>
                    <a:pt x="552" y="241"/>
                  </a:lnTo>
                  <a:cubicBezTo>
                    <a:pt x="569" y="81"/>
                    <a:pt x="427"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6"/>
            <p:cNvSpPr/>
            <p:nvPr/>
          </p:nvSpPr>
          <p:spPr>
            <a:xfrm>
              <a:off x="4154047" y="2047804"/>
              <a:ext cx="21534" cy="10767"/>
            </a:xfrm>
            <a:custGeom>
              <a:rect b="b" l="l" r="r" t="t"/>
              <a:pathLst>
                <a:path extrusionOk="0" h="534" w="1068">
                  <a:moveTo>
                    <a:pt x="250" y="0"/>
                  </a:moveTo>
                  <a:cubicBezTo>
                    <a:pt x="107" y="0"/>
                    <a:pt x="1" y="142"/>
                    <a:pt x="1" y="285"/>
                  </a:cubicBezTo>
                  <a:cubicBezTo>
                    <a:pt x="1" y="427"/>
                    <a:pt x="107" y="534"/>
                    <a:pt x="250" y="534"/>
                  </a:cubicBezTo>
                  <a:lnTo>
                    <a:pt x="819" y="534"/>
                  </a:lnTo>
                  <a:cubicBezTo>
                    <a:pt x="961" y="534"/>
                    <a:pt x="1068" y="427"/>
                    <a:pt x="1068" y="285"/>
                  </a:cubicBezTo>
                  <a:cubicBezTo>
                    <a:pt x="1068" y="142"/>
                    <a:pt x="96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6"/>
            <p:cNvSpPr/>
            <p:nvPr/>
          </p:nvSpPr>
          <p:spPr>
            <a:xfrm>
              <a:off x="4154047" y="2066455"/>
              <a:ext cx="21534" cy="10061"/>
            </a:xfrm>
            <a:custGeom>
              <a:rect b="b" l="l" r="r" t="t"/>
              <a:pathLst>
                <a:path extrusionOk="0" h="499" w="1068">
                  <a:moveTo>
                    <a:pt x="250" y="0"/>
                  </a:moveTo>
                  <a:cubicBezTo>
                    <a:pt x="107" y="0"/>
                    <a:pt x="1" y="107"/>
                    <a:pt x="1" y="249"/>
                  </a:cubicBezTo>
                  <a:cubicBezTo>
                    <a:pt x="1" y="392"/>
                    <a:pt x="107" y="498"/>
                    <a:pt x="250" y="498"/>
                  </a:cubicBezTo>
                  <a:lnTo>
                    <a:pt x="819" y="498"/>
                  </a:lnTo>
                  <a:cubicBezTo>
                    <a:pt x="961" y="498"/>
                    <a:pt x="1068" y="392"/>
                    <a:pt x="1068" y="249"/>
                  </a:cubicBezTo>
                  <a:cubicBezTo>
                    <a:pt x="1068" y="107"/>
                    <a:pt x="96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6"/>
            <p:cNvSpPr/>
            <p:nvPr/>
          </p:nvSpPr>
          <p:spPr>
            <a:xfrm>
              <a:off x="4072268" y="2098735"/>
              <a:ext cx="127709" cy="10787"/>
            </a:xfrm>
            <a:custGeom>
              <a:rect b="b" l="l" r="r" t="t"/>
              <a:pathLst>
                <a:path extrusionOk="0" h="535" w="6334">
                  <a:moveTo>
                    <a:pt x="321" y="0"/>
                  </a:moveTo>
                  <a:cubicBezTo>
                    <a:pt x="0" y="0"/>
                    <a:pt x="0" y="534"/>
                    <a:pt x="321" y="534"/>
                  </a:cubicBezTo>
                  <a:lnTo>
                    <a:pt x="5978" y="534"/>
                  </a:lnTo>
                  <a:cubicBezTo>
                    <a:pt x="6334" y="534"/>
                    <a:pt x="6334" y="0"/>
                    <a:pt x="5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6"/>
            <p:cNvSpPr/>
            <p:nvPr/>
          </p:nvSpPr>
          <p:spPr>
            <a:xfrm>
              <a:off x="4073155" y="2123091"/>
              <a:ext cx="44882" cy="10122"/>
            </a:xfrm>
            <a:custGeom>
              <a:rect b="b" l="l" r="r" t="t"/>
              <a:pathLst>
                <a:path extrusionOk="0" h="502" w="2226">
                  <a:moveTo>
                    <a:pt x="251" y="1"/>
                  </a:moveTo>
                  <a:cubicBezTo>
                    <a:pt x="0" y="1"/>
                    <a:pt x="0" y="502"/>
                    <a:pt x="251" y="502"/>
                  </a:cubicBezTo>
                  <a:cubicBezTo>
                    <a:pt x="260" y="502"/>
                    <a:pt x="268" y="501"/>
                    <a:pt x="277" y="500"/>
                  </a:cubicBezTo>
                  <a:lnTo>
                    <a:pt x="1949" y="500"/>
                  </a:lnTo>
                  <a:cubicBezTo>
                    <a:pt x="1957" y="501"/>
                    <a:pt x="1966" y="502"/>
                    <a:pt x="1974" y="502"/>
                  </a:cubicBezTo>
                  <a:cubicBezTo>
                    <a:pt x="2225" y="502"/>
                    <a:pt x="2225" y="1"/>
                    <a:pt x="1974" y="1"/>
                  </a:cubicBezTo>
                  <a:cubicBezTo>
                    <a:pt x="1966" y="1"/>
                    <a:pt x="1957" y="1"/>
                    <a:pt x="1949" y="2"/>
                  </a:cubicBezTo>
                  <a:lnTo>
                    <a:pt x="277" y="2"/>
                  </a:lnTo>
                  <a:cubicBezTo>
                    <a:pt x="268" y="1"/>
                    <a:pt x="260" y="1"/>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6"/>
            <p:cNvSpPr/>
            <p:nvPr/>
          </p:nvSpPr>
          <p:spPr>
            <a:xfrm>
              <a:off x="4154208" y="2123091"/>
              <a:ext cx="44176" cy="10122"/>
            </a:xfrm>
            <a:custGeom>
              <a:rect b="b" l="l" r="r" t="t"/>
              <a:pathLst>
                <a:path extrusionOk="0" h="502" w="2191">
                  <a:moveTo>
                    <a:pt x="252" y="1"/>
                  </a:moveTo>
                  <a:cubicBezTo>
                    <a:pt x="1" y="1"/>
                    <a:pt x="1" y="502"/>
                    <a:pt x="252" y="502"/>
                  </a:cubicBezTo>
                  <a:cubicBezTo>
                    <a:pt x="260" y="502"/>
                    <a:pt x="269" y="501"/>
                    <a:pt x="277" y="500"/>
                  </a:cubicBezTo>
                  <a:lnTo>
                    <a:pt x="1914" y="500"/>
                  </a:lnTo>
                  <a:cubicBezTo>
                    <a:pt x="1923" y="501"/>
                    <a:pt x="1931" y="502"/>
                    <a:pt x="1939" y="502"/>
                  </a:cubicBezTo>
                  <a:cubicBezTo>
                    <a:pt x="2190" y="502"/>
                    <a:pt x="2190" y="1"/>
                    <a:pt x="1939" y="1"/>
                  </a:cubicBezTo>
                  <a:cubicBezTo>
                    <a:pt x="1931" y="1"/>
                    <a:pt x="1923" y="1"/>
                    <a:pt x="1914" y="2"/>
                  </a:cubicBezTo>
                  <a:lnTo>
                    <a:pt x="277" y="2"/>
                  </a:lnTo>
                  <a:cubicBezTo>
                    <a:pt x="269" y="1"/>
                    <a:pt x="26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6"/>
            <p:cNvSpPr/>
            <p:nvPr/>
          </p:nvSpPr>
          <p:spPr>
            <a:xfrm>
              <a:off x="4072268" y="2145371"/>
              <a:ext cx="46656" cy="10767"/>
            </a:xfrm>
            <a:custGeom>
              <a:rect b="b" l="l" r="r" t="t"/>
              <a:pathLst>
                <a:path extrusionOk="0" h="534" w="2314">
                  <a:moveTo>
                    <a:pt x="321" y="0"/>
                  </a:moveTo>
                  <a:cubicBezTo>
                    <a:pt x="0" y="0"/>
                    <a:pt x="0" y="534"/>
                    <a:pt x="321" y="534"/>
                  </a:cubicBezTo>
                  <a:lnTo>
                    <a:pt x="1993" y="534"/>
                  </a:lnTo>
                  <a:cubicBezTo>
                    <a:pt x="2313" y="534"/>
                    <a:pt x="2313"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6"/>
            <p:cNvSpPr/>
            <p:nvPr/>
          </p:nvSpPr>
          <p:spPr>
            <a:xfrm>
              <a:off x="4152615" y="2145371"/>
              <a:ext cx="47362" cy="10767"/>
            </a:xfrm>
            <a:custGeom>
              <a:rect b="b" l="l" r="r" t="t"/>
              <a:pathLst>
                <a:path extrusionOk="0" h="534" w="2349">
                  <a:moveTo>
                    <a:pt x="356" y="0"/>
                  </a:moveTo>
                  <a:cubicBezTo>
                    <a:pt x="0" y="0"/>
                    <a:pt x="0" y="534"/>
                    <a:pt x="356" y="534"/>
                  </a:cubicBezTo>
                  <a:lnTo>
                    <a:pt x="1993" y="534"/>
                  </a:lnTo>
                  <a:cubicBezTo>
                    <a:pt x="2349" y="534"/>
                    <a:pt x="2349"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4" name="Shape 1724"/>
        <p:cNvGrpSpPr/>
        <p:nvPr/>
      </p:nvGrpSpPr>
      <p:grpSpPr>
        <a:xfrm>
          <a:off x="0" y="0"/>
          <a:ext cx="0" cy="0"/>
          <a:chOff x="0" y="0"/>
          <a:chExt cx="0" cy="0"/>
        </a:xfrm>
      </p:grpSpPr>
      <p:sp>
        <p:nvSpPr>
          <p:cNvPr id="1725" name="Google Shape;1725;p47"/>
          <p:cNvSpPr txBox="1"/>
          <p:nvPr>
            <p:ph type="title"/>
          </p:nvPr>
        </p:nvSpPr>
        <p:spPr>
          <a:xfrm>
            <a:off x="720000" y="1803150"/>
            <a:ext cx="2305500" cy="40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SUM</a:t>
            </a:r>
            <a:endParaRPr/>
          </a:p>
        </p:txBody>
      </p:sp>
      <p:sp>
        <p:nvSpPr>
          <p:cNvPr id="1726" name="Google Shape;1726;p47"/>
          <p:cNvSpPr txBox="1"/>
          <p:nvPr>
            <p:ph idx="1" type="subTitle"/>
          </p:nvPr>
        </p:nvSpPr>
        <p:spPr>
          <a:xfrm>
            <a:off x="720000" y="22693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a:t>
            </a:r>
            <a:endParaRPr/>
          </a:p>
        </p:txBody>
      </p:sp>
      <p:sp>
        <p:nvSpPr>
          <p:cNvPr id="1727" name="Google Shape;1727;p47"/>
          <p:cNvSpPr txBox="1"/>
          <p:nvPr>
            <p:ph idx="2" type="title"/>
          </p:nvPr>
        </p:nvSpPr>
        <p:spPr>
          <a:xfrm>
            <a:off x="3419271" y="1803150"/>
            <a:ext cx="2305500" cy="40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SUBTRACTION</a:t>
            </a:r>
            <a:endParaRPr/>
          </a:p>
        </p:txBody>
      </p:sp>
      <p:sp>
        <p:nvSpPr>
          <p:cNvPr id="1728" name="Google Shape;1728;p47"/>
          <p:cNvSpPr txBox="1"/>
          <p:nvPr>
            <p:ph idx="3" type="subTitle"/>
          </p:nvPr>
        </p:nvSpPr>
        <p:spPr>
          <a:xfrm>
            <a:off x="3419269" y="22693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729" name="Google Shape;1729;p47"/>
          <p:cNvSpPr txBox="1"/>
          <p:nvPr>
            <p:ph idx="4" type="title"/>
          </p:nvPr>
        </p:nvSpPr>
        <p:spPr>
          <a:xfrm>
            <a:off x="720000" y="3236475"/>
            <a:ext cx="2305500" cy="40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DIVISION</a:t>
            </a:r>
            <a:endParaRPr/>
          </a:p>
        </p:txBody>
      </p:sp>
      <p:sp>
        <p:nvSpPr>
          <p:cNvPr id="1730" name="Google Shape;1730;p47"/>
          <p:cNvSpPr txBox="1"/>
          <p:nvPr>
            <p:ph idx="5" type="subTitle"/>
          </p:nvPr>
        </p:nvSpPr>
        <p:spPr>
          <a:xfrm>
            <a:off x="720000" y="37027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731" name="Google Shape;1731;p47"/>
          <p:cNvSpPr txBox="1"/>
          <p:nvPr>
            <p:ph idx="6" type="title"/>
          </p:nvPr>
        </p:nvSpPr>
        <p:spPr>
          <a:xfrm>
            <a:off x="3419271" y="3236475"/>
            <a:ext cx="2305500" cy="40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COMBINED</a:t>
            </a:r>
            <a:endParaRPr/>
          </a:p>
        </p:txBody>
      </p:sp>
      <p:sp>
        <p:nvSpPr>
          <p:cNvPr id="1732" name="Google Shape;1732;p47"/>
          <p:cNvSpPr txBox="1"/>
          <p:nvPr>
            <p:ph idx="7" type="subTitle"/>
          </p:nvPr>
        </p:nvSpPr>
        <p:spPr>
          <a:xfrm>
            <a:off x="3419269" y="37027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t>
            </a:r>
            <a:r>
              <a:rPr lang="en"/>
              <a:t>composed of hydrogen and helium</a:t>
            </a:r>
            <a:endParaRPr/>
          </a:p>
        </p:txBody>
      </p:sp>
      <p:sp>
        <p:nvSpPr>
          <p:cNvPr id="1733" name="Google Shape;1733;p47"/>
          <p:cNvSpPr txBox="1"/>
          <p:nvPr>
            <p:ph idx="15" type="title"/>
          </p:nvPr>
        </p:nvSpPr>
        <p:spPr>
          <a:xfrm>
            <a:off x="720000" y="805025"/>
            <a:ext cx="7704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TYPES OF OPERATIONS WITH FRACTIONS</a:t>
            </a:r>
            <a:endParaRPr/>
          </a:p>
        </p:txBody>
      </p:sp>
      <p:sp>
        <p:nvSpPr>
          <p:cNvPr id="1734" name="Google Shape;1734;p47"/>
          <p:cNvSpPr txBox="1"/>
          <p:nvPr>
            <p:ph idx="8" type="title"/>
          </p:nvPr>
        </p:nvSpPr>
        <p:spPr>
          <a:xfrm>
            <a:off x="6118549" y="1803150"/>
            <a:ext cx="2305500" cy="40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MULTIPLICATION</a:t>
            </a:r>
            <a:endParaRPr/>
          </a:p>
        </p:txBody>
      </p:sp>
      <p:sp>
        <p:nvSpPr>
          <p:cNvPr id="1735" name="Google Shape;1735;p47"/>
          <p:cNvSpPr txBox="1"/>
          <p:nvPr>
            <p:ph idx="9" type="subTitle"/>
          </p:nvPr>
        </p:nvSpPr>
        <p:spPr>
          <a:xfrm>
            <a:off x="6118545" y="22693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736" name="Google Shape;1736;p47"/>
          <p:cNvSpPr txBox="1"/>
          <p:nvPr>
            <p:ph idx="13" type="title"/>
          </p:nvPr>
        </p:nvSpPr>
        <p:spPr>
          <a:xfrm>
            <a:off x="6118549" y="3236475"/>
            <a:ext cx="2305500" cy="40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POTENCY</a:t>
            </a:r>
            <a:endParaRPr/>
          </a:p>
        </p:txBody>
      </p:sp>
      <p:sp>
        <p:nvSpPr>
          <p:cNvPr id="1737" name="Google Shape;1737;p47"/>
          <p:cNvSpPr txBox="1"/>
          <p:nvPr>
            <p:ph idx="14" type="subTitle"/>
          </p:nvPr>
        </p:nvSpPr>
        <p:spPr>
          <a:xfrm>
            <a:off x="6118545" y="37027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a:t>
            </a:r>
            <a:r>
              <a:rPr lang="en"/>
              <a:t> the farthest planet from the Sun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1" name="Shape 1741"/>
        <p:cNvGrpSpPr/>
        <p:nvPr/>
      </p:nvGrpSpPr>
      <p:grpSpPr>
        <a:xfrm>
          <a:off x="0" y="0"/>
          <a:ext cx="0" cy="0"/>
          <a:chOff x="0" y="0"/>
          <a:chExt cx="0" cy="0"/>
        </a:xfrm>
      </p:grpSpPr>
      <p:sp>
        <p:nvSpPr>
          <p:cNvPr id="1742" name="Google Shape;1742;p4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9000">
                <a:latin typeface="Patrick Hand"/>
                <a:ea typeface="Patrick Hand"/>
                <a:cs typeface="Patrick Hand"/>
                <a:sym typeface="Patrick Hand"/>
              </a:rPr>
              <a:t>AWESOME WORDS</a:t>
            </a:r>
            <a:endParaRPr b="1" sz="9000">
              <a:latin typeface="Patrick Hand"/>
              <a:ea typeface="Patrick Hand"/>
              <a:cs typeface="Patrick Hand"/>
              <a:sym typeface="Patrick Hand"/>
            </a:endParaRPr>
          </a:p>
        </p:txBody>
      </p:sp>
      <p:grpSp>
        <p:nvGrpSpPr>
          <p:cNvPr id="1743" name="Google Shape;1743;p48"/>
          <p:cNvGrpSpPr/>
          <p:nvPr/>
        </p:nvGrpSpPr>
        <p:grpSpPr>
          <a:xfrm>
            <a:off x="7048138" y="1043913"/>
            <a:ext cx="978550" cy="840000"/>
            <a:chOff x="3856138" y="919713"/>
            <a:chExt cx="978550" cy="840000"/>
          </a:xfrm>
        </p:grpSpPr>
        <p:sp>
          <p:nvSpPr>
            <p:cNvPr id="1744" name="Google Shape;1744;p48"/>
            <p:cNvSpPr/>
            <p:nvPr/>
          </p:nvSpPr>
          <p:spPr>
            <a:xfrm>
              <a:off x="4000663" y="1741913"/>
              <a:ext cx="425" cy="325"/>
            </a:xfrm>
            <a:custGeom>
              <a:rect b="b" l="l" r="r" t="t"/>
              <a:pathLst>
                <a:path extrusionOk="0" h="13" w="17">
                  <a:moveTo>
                    <a:pt x="8" y="1"/>
                  </a:moveTo>
                  <a:cubicBezTo>
                    <a:pt x="7" y="1"/>
                    <a:pt x="6" y="1"/>
                    <a:pt x="5" y="2"/>
                  </a:cubicBezTo>
                  <a:cubicBezTo>
                    <a:pt x="1" y="6"/>
                    <a:pt x="4" y="12"/>
                    <a:pt x="8" y="12"/>
                  </a:cubicBezTo>
                  <a:cubicBezTo>
                    <a:pt x="9" y="12"/>
                    <a:pt x="10" y="12"/>
                    <a:pt x="11" y="11"/>
                  </a:cubicBezTo>
                  <a:cubicBezTo>
                    <a:pt x="16" y="7"/>
                    <a:pt x="12" y="1"/>
                    <a:pt x="8" y="1"/>
                  </a:cubicBezTo>
                  <a:close/>
                </a:path>
              </a:pathLst>
            </a:custGeom>
            <a:solidFill>
              <a:srgbClr val="FFFFFF"/>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3856138" y="919713"/>
              <a:ext cx="978550" cy="840000"/>
            </a:xfrm>
            <a:custGeom>
              <a:rect b="b" l="l" r="r" t="t"/>
              <a:pathLst>
                <a:path extrusionOk="0" h="33600" w="39142">
                  <a:moveTo>
                    <a:pt x="20051" y="6941"/>
                  </a:moveTo>
                  <a:cubicBezTo>
                    <a:pt x="22119" y="6941"/>
                    <a:pt x="24355" y="7533"/>
                    <a:pt x="26638" y="9116"/>
                  </a:cubicBezTo>
                  <a:cubicBezTo>
                    <a:pt x="26638" y="9116"/>
                    <a:pt x="35326" y="14955"/>
                    <a:pt x="30366" y="24849"/>
                  </a:cubicBezTo>
                  <a:cubicBezTo>
                    <a:pt x="30237" y="25108"/>
                    <a:pt x="29968" y="25249"/>
                    <a:pt x="29675" y="25249"/>
                  </a:cubicBezTo>
                  <a:cubicBezTo>
                    <a:pt x="29495" y="25249"/>
                    <a:pt x="29305" y="25196"/>
                    <a:pt x="29133" y="25084"/>
                  </a:cubicBezTo>
                  <a:lnTo>
                    <a:pt x="10180" y="12745"/>
                  </a:lnTo>
                  <a:cubicBezTo>
                    <a:pt x="9694" y="12428"/>
                    <a:pt x="9585" y="11803"/>
                    <a:pt x="9953" y="11459"/>
                  </a:cubicBezTo>
                  <a:cubicBezTo>
                    <a:pt x="11466" y="10043"/>
                    <a:pt x="15318" y="6941"/>
                    <a:pt x="20051" y="6941"/>
                  </a:cubicBezTo>
                  <a:close/>
                  <a:moveTo>
                    <a:pt x="20499" y="1"/>
                  </a:moveTo>
                  <a:cubicBezTo>
                    <a:pt x="20254" y="1"/>
                    <a:pt x="20010" y="6"/>
                    <a:pt x="19766" y="16"/>
                  </a:cubicBezTo>
                  <a:cubicBezTo>
                    <a:pt x="19464" y="28"/>
                    <a:pt x="19164" y="48"/>
                    <a:pt x="18864" y="75"/>
                  </a:cubicBezTo>
                  <a:cubicBezTo>
                    <a:pt x="17779" y="175"/>
                    <a:pt x="16703" y="362"/>
                    <a:pt x="15649" y="635"/>
                  </a:cubicBezTo>
                  <a:cubicBezTo>
                    <a:pt x="15368" y="706"/>
                    <a:pt x="15090" y="783"/>
                    <a:pt x="14816" y="866"/>
                  </a:cubicBezTo>
                  <a:cubicBezTo>
                    <a:pt x="13868" y="1148"/>
                    <a:pt x="12939" y="1486"/>
                    <a:pt x="12034" y="1879"/>
                  </a:cubicBezTo>
                  <a:cubicBezTo>
                    <a:pt x="11723" y="2014"/>
                    <a:pt x="11415" y="2152"/>
                    <a:pt x="11112" y="2294"/>
                  </a:cubicBezTo>
                  <a:cubicBezTo>
                    <a:pt x="10165" y="2744"/>
                    <a:pt x="9255" y="3239"/>
                    <a:pt x="8393" y="3755"/>
                  </a:cubicBezTo>
                  <a:cubicBezTo>
                    <a:pt x="8116" y="3922"/>
                    <a:pt x="7841" y="4090"/>
                    <a:pt x="7574" y="4261"/>
                  </a:cubicBezTo>
                  <a:cubicBezTo>
                    <a:pt x="6658" y="4845"/>
                    <a:pt x="5800" y="5449"/>
                    <a:pt x="5011" y="6046"/>
                  </a:cubicBezTo>
                  <a:cubicBezTo>
                    <a:pt x="4765" y="6233"/>
                    <a:pt x="4524" y="6420"/>
                    <a:pt x="4291" y="6606"/>
                  </a:cubicBezTo>
                  <a:cubicBezTo>
                    <a:pt x="3308" y="7383"/>
                    <a:pt x="2449" y="8136"/>
                    <a:pt x="1734" y="8797"/>
                  </a:cubicBezTo>
                  <a:cubicBezTo>
                    <a:pt x="1550" y="8969"/>
                    <a:pt x="1375" y="9134"/>
                    <a:pt x="1211" y="9294"/>
                  </a:cubicBezTo>
                  <a:cubicBezTo>
                    <a:pt x="1016" y="9480"/>
                    <a:pt x="835" y="9656"/>
                    <a:pt x="671" y="9822"/>
                  </a:cubicBezTo>
                  <a:cubicBezTo>
                    <a:pt x="1" y="10486"/>
                    <a:pt x="76" y="11575"/>
                    <a:pt x="799" y="12149"/>
                  </a:cubicBezTo>
                  <a:cubicBezTo>
                    <a:pt x="837" y="12179"/>
                    <a:pt x="876" y="12208"/>
                    <a:pt x="918" y="12233"/>
                  </a:cubicBezTo>
                  <a:lnTo>
                    <a:pt x="33347" y="33347"/>
                  </a:lnTo>
                  <a:cubicBezTo>
                    <a:pt x="33546" y="33478"/>
                    <a:pt x="33774" y="33561"/>
                    <a:pt x="34012" y="33588"/>
                  </a:cubicBezTo>
                  <a:cubicBezTo>
                    <a:pt x="34074" y="33596"/>
                    <a:pt x="34135" y="33599"/>
                    <a:pt x="34196" y="33599"/>
                  </a:cubicBezTo>
                  <a:cubicBezTo>
                    <a:pt x="34774" y="33599"/>
                    <a:pt x="35312" y="33277"/>
                    <a:pt x="35583" y="32754"/>
                  </a:cubicBezTo>
                  <a:cubicBezTo>
                    <a:pt x="35880" y="32182"/>
                    <a:pt x="36154" y="31621"/>
                    <a:pt x="36408" y="31067"/>
                  </a:cubicBezTo>
                  <a:cubicBezTo>
                    <a:pt x="36550" y="30761"/>
                    <a:pt x="36684" y="30455"/>
                    <a:pt x="36812" y="30153"/>
                  </a:cubicBezTo>
                  <a:cubicBezTo>
                    <a:pt x="37607" y="28287"/>
                    <a:pt x="38167" y="26516"/>
                    <a:pt x="38530" y="24841"/>
                  </a:cubicBezTo>
                  <a:cubicBezTo>
                    <a:pt x="38592" y="24558"/>
                    <a:pt x="38648" y="24278"/>
                    <a:pt x="38699" y="24001"/>
                  </a:cubicBezTo>
                  <a:cubicBezTo>
                    <a:pt x="39045" y="22118"/>
                    <a:pt x="39141" y="20360"/>
                    <a:pt x="39054" y="18731"/>
                  </a:cubicBezTo>
                  <a:cubicBezTo>
                    <a:pt x="39039" y="18405"/>
                    <a:pt x="39013" y="18082"/>
                    <a:pt x="38982" y="17766"/>
                  </a:cubicBezTo>
                  <a:cubicBezTo>
                    <a:pt x="38847" y="16421"/>
                    <a:pt x="38577" y="15095"/>
                    <a:pt x="38176" y="13805"/>
                  </a:cubicBezTo>
                  <a:cubicBezTo>
                    <a:pt x="38079" y="13491"/>
                    <a:pt x="37974" y="13184"/>
                    <a:pt x="37864" y="12885"/>
                  </a:cubicBezTo>
                  <a:cubicBezTo>
                    <a:pt x="37375" y="11545"/>
                    <a:pt x="36746" y="10261"/>
                    <a:pt x="35988" y="9053"/>
                  </a:cubicBezTo>
                  <a:cubicBezTo>
                    <a:pt x="35863" y="8849"/>
                    <a:pt x="35736" y="8653"/>
                    <a:pt x="35608" y="8463"/>
                  </a:cubicBezTo>
                  <a:cubicBezTo>
                    <a:pt x="34791" y="7244"/>
                    <a:pt x="33852" y="6113"/>
                    <a:pt x="32807" y="5082"/>
                  </a:cubicBezTo>
                  <a:cubicBezTo>
                    <a:pt x="32576" y="4856"/>
                    <a:pt x="32357" y="4651"/>
                    <a:pt x="32156" y="4468"/>
                  </a:cubicBezTo>
                  <a:cubicBezTo>
                    <a:pt x="31348" y="3740"/>
                    <a:pt x="30805" y="3373"/>
                    <a:pt x="30805" y="3373"/>
                  </a:cubicBezTo>
                  <a:cubicBezTo>
                    <a:pt x="30094" y="2874"/>
                    <a:pt x="29352" y="2421"/>
                    <a:pt x="28582" y="2017"/>
                  </a:cubicBezTo>
                  <a:cubicBezTo>
                    <a:pt x="28352" y="1894"/>
                    <a:pt x="28121" y="1780"/>
                    <a:pt x="27888" y="1671"/>
                  </a:cubicBezTo>
                  <a:cubicBezTo>
                    <a:pt x="26700" y="1105"/>
                    <a:pt x="25450" y="678"/>
                    <a:pt x="24166" y="396"/>
                  </a:cubicBezTo>
                  <a:cubicBezTo>
                    <a:pt x="23818" y="318"/>
                    <a:pt x="23471" y="254"/>
                    <a:pt x="23126" y="200"/>
                  </a:cubicBezTo>
                  <a:cubicBezTo>
                    <a:pt x="22256" y="67"/>
                    <a:pt x="21377" y="1"/>
                    <a:pt x="2049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3886388" y="1139613"/>
              <a:ext cx="61725" cy="57275"/>
            </a:xfrm>
            <a:custGeom>
              <a:rect b="b" l="l" r="r" t="t"/>
              <a:pathLst>
                <a:path extrusionOk="0" h="2291" w="2469">
                  <a:moveTo>
                    <a:pt x="524" y="1"/>
                  </a:moveTo>
                  <a:cubicBezTo>
                    <a:pt x="340" y="174"/>
                    <a:pt x="165" y="338"/>
                    <a:pt x="1" y="498"/>
                  </a:cubicBezTo>
                  <a:cubicBezTo>
                    <a:pt x="177" y="741"/>
                    <a:pt x="369" y="974"/>
                    <a:pt x="572" y="1195"/>
                  </a:cubicBezTo>
                  <a:cubicBezTo>
                    <a:pt x="776" y="1419"/>
                    <a:pt x="983" y="1669"/>
                    <a:pt x="1217" y="1880"/>
                  </a:cubicBezTo>
                  <a:cubicBezTo>
                    <a:pt x="1410" y="2051"/>
                    <a:pt x="1619" y="2194"/>
                    <a:pt x="1859" y="2273"/>
                  </a:cubicBezTo>
                  <a:cubicBezTo>
                    <a:pt x="1898" y="2285"/>
                    <a:pt x="1936" y="2291"/>
                    <a:pt x="1974" y="2291"/>
                  </a:cubicBezTo>
                  <a:cubicBezTo>
                    <a:pt x="2247" y="2291"/>
                    <a:pt x="2468" y="1986"/>
                    <a:pt x="2332" y="1720"/>
                  </a:cubicBezTo>
                  <a:cubicBezTo>
                    <a:pt x="2241" y="1551"/>
                    <a:pt x="2123" y="1399"/>
                    <a:pt x="1983" y="1268"/>
                  </a:cubicBezTo>
                  <a:cubicBezTo>
                    <a:pt x="1722" y="1007"/>
                    <a:pt x="1399" y="793"/>
                    <a:pt x="1131" y="551"/>
                  </a:cubicBezTo>
                  <a:cubicBezTo>
                    <a:pt x="930" y="369"/>
                    <a:pt x="729" y="182"/>
                    <a:pt x="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3963363" y="1070863"/>
              <a:ext cx="51550" cy="58175"/>
            </a:xfrm>
            <a:custGeom>
              <a:rect b="b" l="l" r="r" t="t"/>
              <a:pathLst>
                <a:path extrusionOk="0" h="2327" w="2062">
                  <a:moveTo>
                    <a:pt x="722" y="0"/>
                  </a:moveTo>
                  <a:cubicBezTo>
                    <a:pt x="476" y="187"/>
                    <a:pt x="235" y="374"/>
                    <a:pt x="1" y="560"/>
                  </a:cubicBezTo>
                  <a:cubicBezTo>
                    <a:pt x="7" y="566"/>
                    <a:pt x="11" y="575"/>
                    <a:pt x="16" y="583"/>
                  </a:cubicBezTo>
                  <a:cubicBezTo>
                    <a:pt x="386" y="1133"/>
                    <a:pt x="748" y="1697"/>
                    <a:pt x="1200" y="2185"/>
                  </a:cubicBezTo>
                  <a:cubicBezTo>
                    <a:pt x="1230" y="2219"/>
                    <a:pt x="1265" y="2247"/>
                    <a:pt x="1306" y="2269"/>
                  </a:cubicBezTo>
                  <a:cubicBezTo>
                    <a:pt x="1374" y="2309"/>
                    <a:pt x="1449" y="2326"/>
                    <a:pt x="1523" y="2326"/>
                  </a:cubicBezTo>
                  <a:cubicBezTo>
                    <a:pt x="1794" y="2326"/>
                    <a:pt x="2062" y="2090"/>
                    <a:pt x="1997" y="1805"/>
                  </a:cubicBezTo>
                  <a:cubicBezTo>
                    <a:pt x="1988" y="1761"/>
                    <a:pt x="1971" y="1717"/>
                    <a:pt x="1947" y="1678"/>
                  </a:cubicBezTo>
                  <a:cubicBezTo>
                    <a:pt x="1617" y="1102"/>
                    <a:pt x="1193" y="583"/>
                    <a:pt x="776" y="67"/>
                  </a:cubicBezTo>
                  <a:cubicBezTo>
                    <a:pt x="758" y="44"/>
                    <a:pt x="742" y="23"/>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8"/>
            <p:cNvSpPr/>
            <p:nvPr/>
          </p:nvSpPr>
          <p:spPr>
            <a:xfrm>
              <a:off x="4045488" y="1013613"/>
              <a:ext cx="50225" cy="57525"/>
            </a:xfrm>
            <a:custGeom>
              <a:rect b="b" l="l" r="r" t="t"/>
              <a:pathLst>
                <a:path extrusionOk="0" h="2301" w="2009">
                  <a:moveTo>
                    <a:pt x="819" y="0"/>
                  </a:moveTo>
                  <a:cubicBezTo>
                    <a:pt x="542" y="168"/>
                    <a:pt x="267" y="335"/>
                    <a:pt x="0" y="507"/>
                  </a:cubicBezTo>
                  <a:cubicBezTo>
                    <a:pt x="62" y="595"/>
                    <a:pt x="121" y="681"/>
                    <a:pt x="180" y="770"/>
                  </a:cubicBezTo>
                  <a:cubicBezTo>
                    <a:pt x="528" y="1290"/>
                    <a:pt x="844" y="1893"/>
                    <a:pt x="1372" y="2243"/>
                  </a:cubicBezTo>
                  <a:cubicBezTo>
                    <a:pt x="1432" y="2283"/>
                    <a:pt x="1499" y="2301"/>
                    <a:pt x="1565" y="2301"/>
                  </a:cubicBezTo>
                  <a:cubicBezTo>
                    <a:pt x="1790" y="2301"/>
                    <a:pt x="2009" y="2098"/>
                    <a:pt x="1945" y="1851"/>
                  </a:cubicBezTo>
                  <a:cubicBezTo>
                    <a:pt x="1786" y="1240"/>
                    <a:pt x="1332" y="741"/>
                    <a:pt x="976" y="231"/>
                  </a:cubicBezTo>
                  <a:cubicBezTo>
                    <a:pt x="924" y="157"/>
                    <a:pt x="871" y="79"/>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8"/>
            <p:cNvSpPr/>
            <p:nvPr/>
          </p:nvSpPr>
          <p:spPr>
            <a:xfrm>
              <a:off x="4133938" y="966713"/>
              <a:ext cx="46850" cy="65050"/>
            </a:xfrm>
            <a:custGeom>
              <a:rect b="b" l="l" r="r" t="t"/>
              <a:pathLst>
                <a:path extrusionOk="0" h="2602" w="1874">
                  <a:moveTo>
                    <a:pt x="922" y="1"/>
                  </a:moveTo>
                  <a:cubicBezTo>
                    <a:pt x="610" y="134"/>
                    <a:pt x="302" y="272"/>
                    <a:pt x="0" y="416"/>
                  </a:cubicBezTo>
                  <a:cubicBezTo>
                    <a:pt x="362" y="1107"/>
                    <a:pt x="631" y="1906"/>
                    <a:pt x="1129" y="2471"/>
                  </a:cubicBezTo>
                  <a:cubicBezTo>
                    <a:pt x="1169" y="2517"/>
                    <a:pt x="1221" y="2553"/>
                    <a:pt x="1279" y="2575"/>
                  </a:cubicBezTo>
                  <a:cubicBezTo>
                    <a:pt x="1325" y="2593"/>
                    <a:pt x="1373" y="2602"/>
                    <a:pt x="1421" y="2602"/>
                  </a:cubicBezTo>
                  <a:cubicBezTo>
                    <a:pt x="1586" y="2602"/>
                    <a:pt x="1749" y="2500"/>
                    <a:pt x="1807" y="2336"/>
                  </a:cubicBezTo>
                  <a:cubicBezTo>
                    <a:pt x="1819" y="2302"/>
                    <a:pt x="1827" y="2264"/>
                    <a:pt x="1829" y="2226"/>
                  </a:cubicBezTo>
                  <a:cubicBezTo>
                    <a:pt x="1874" y="1440"/>
                    <a:pt x="1367" y="656"/>
                    <a:pt x="940" y="28"/>
                  </a:cubicBezTo>
                  <a:cubicBezTo>
                    <a:pt x="934" y="19"/>
                    <a:pt x="928" y="10"/>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8"/>
            <p:cNvSpPr/>
            <p:nvPr/>
          </p:nvSpPr>
          <p:spPr>
            <a:xfrm>
              <a:off x="4226513" y="935563"/>
              <a:ext cx="44575" cy="66550"/>
            </a:xfrm>
            <a:custGeom>
              <a:rect b="b" l="l" r="r" t="t"/>
              <a:pathLst>
                <a:path extrusionOk="0" h="2662" w="1783">
                  <a:moveTo>
                    <a:pt x="834" y="1"/>
                  </a:moveTo>
                  <a:cubicBezTo>
                    <a:pt x="553" y="72"/>
                    <a:pt x="275" y="149"/>
                    <a:pt x="1" y="233"/>
                  </a:cubicBezTo>
                  <a:cubicBezTo>
                    <a:pt x="48" y="387"/>
                    <a:pt x="100" y="532"/>
                    <a:pt x="143" y="658"/>
                  </a:cubicBezTo>
                  <a:cubicBezTo>
                    <a:pt x="361" y="1309"/>
                    <a:pt x="628" y="1894"/>
                    <a:pt x="1031" y="2445"/>
                  </a:cubicBezTo>
                  <a:cubicBezTo>
                    <a:pt x="1043" y="2466"/>
                    <a:pt x="1058" y="2484"/>
                    <a:pt x="1072" y="2504"/>
                  </a:cubicBezTo>
                  <a:cubicBezTo>
                    <a:pt x="1156" y="2615"/>
                    <a:pt x="1256" y="2662"/>
                    <a:pt x="1354" y="2662"/>
                  </a:cubicBezTo>
                  <a:cubicBezTo>
                    <a:pt x="1559" y="2662"/>
                    <a:pt x="1755" y="2460"/>
                    <a:pt x="1776" y="2230"/>
                  </a:cubicBezTo>
                  <a:cubicBezTo>
                    <a:pt x="1783" y="2166"/>
                    <a:pt x="1775" y="2102"/>
                    <a:pt x="1754" y="2042"/>
                  </a:cubicBezTo>
                  <a:cubicBezTo>
                    <a:pt x="1520" y="1395"/>
                    <a:pt x="1203" y="797"/>
                    <a:pt x="912" y="174"/>
                  </a:cubicBezTo>
                  <a:cubicBezTo>
                    <a:pt x="886" y="120"/>
                    <a:pt x="861" y="63"/>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4327763" y="920113"/>
              <a:ext cx="34325" cy="79550"/>
            </a:xfrm>
            <a:custGeom>
              <a:rect b="b" l="l" r="r" t="t"/>
              <a:pathLst>
                <a:path extrusionOk="0" h="3182" w="1373">
                  <a:moveTo>
                    <a:pt x="901" y="0"/>
                  </a:moveTo>
                  <a:cubicBezTo>
                    <a:pt x="599" y="12"/>
                    <a:pt x="299" y="32"/>
                    <a:pt x="0" y="59"/>
                  </a:cubicBezTo>
                  <a:cubicBezTo>
                    <a:pt x="29" y="846"/>
                    <a:pt x="139" y="1648"/>
                    <a:pt x="349" y="2393"/>
                  </a:cubicBezTo>
                  <a:cubicBezTo>
                    <a:pt x="391" y="2548"/>
                    <a:pt x="438" y="2698"/>
                    <a:pt x="489" y="2847"/>
                  </a:cubicBezTo>
                  <a:cubicBezTo>
                    <a:pt x="563" y="3061"/>
                    <a:pt x="781" y="3182"/>
                    <a:pt x="982" y="3182"/>
                  </a:cubicBezTo>
                  <a:cubicBezTo>
                    <a:pt x="1186" y="3182"/>
                    <a:pt x="1372" y="3056"/>
                    <a:pt x="1368" y="2776"/>
                  </a:cubicBezTo>
                  <a:cubicBezTo>
                    <a:pt x="1367" y="2636"/>
                    <a:pt x="1361" y="2494"/>
                    <a:pt x="1352" y="2352"/>
                  </a:cubicBezTo>
                  <a:cubicBezTo>
                    <a:pt x="1301" y="1563"/>
                    <a:pt x="1139" y="762"/>
                    <a:pt x="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4426263" y="924713"/>
              <a:ext cx="34050" cy="75550"/>
            </a:xfrm>
            <a:custGeom>
              <a:rect b="b" l="l" r="r" t="t"/>
              <a:pathLst>
                <a:path extrusionOk="0" h="3022" w="1362">
                  <a:moveTo>
                    <a:pt x="321" y="0"/>
                  </a:moveTo>
                  <a:cubicBezTo>
                    <a:pt x="287" y="187"/>
                    <a:pt x="259" y="377"/>
                    <a:pt x="224" y="563"/>
                  </a:cubicBezTo>
                  <a:cubicBezTo>
                    <a:pt x="118" y="1160"/>
                    <a:pt x="1" y="1771"/>
                    <a:pt x="10" y="2381"/>
                  </a:cubicBezTo>
                  <a:cubicBezTo>
                    <a:pt x="10" y="2456"/>
                    <a:pt x="13" y="2533"/>
                    <a:pt x="17" y="2610"/>
                  </a:cubicBezTo>
                  <a:cubicBezTo>
                    <a:pt x="32" y="2831"/>
                    <a:pt x="244" y="3022"/>
                    <a:pt x="446" y="3022"/>
                  </a:cubicBezTo>
                  <a:cubicBezTo>
                    <a:pt x="553" y="3022"/>
                    <a:pt x="657" y="2969"/>
                    <a:pt x="728" y="2839"/>
                  </a:cubicBezTo>
                  <a:cubicBezTo>
                    <a:pt x="781" y="2744"/>
                    <a:pt x="827" y="2646"/>
                    <a:pt x="871" y="2550"/>
                  </a:cubicBezTo>
                  <a:cubicBezTo>
                    <a:pt x="1114" y="2001"/>
                    <a:pt x="1226" y="1409"/>
                    <a:pt x="1300" y="810"/>
                  </a:cubicBezTo>
                  <a:cubicBezTo>
                    <a:pt x="1324" y="607"/>
                    <a:pt x="1349" y="401"/>
                    <a:pt x="1361" y="196"/>
                  </a:cubicBezTo>
                  <a:cubicBezTo>
                    <a:pt x="1015" y="118"/>
                    <a:pt x="666" y="54"/>
                    <a:pt x="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4524263" y="961438"/>
              <a:ext cx="46450" cy="80475"/>
            </a:xfrm>
            <a:custGeom>
              <a:rect b="b" l="l" r="r" t="t"/>
              <a:pathLst>
                <a:path extrusionOk="0" h="3219" w="1858">
                  <a:moveTo>
                    <a:pt x="1163" y="1"/>
                  </a:moveTo>
                  <a:cubicBezTo>
                    <a:pt x="770" y="690"/>
                    <a:pt x="408" y="1404"/>
                    <a:pt x="187" y="2158"/>
                  </a:cubicBezTo>
                  <a:cubicBezTo>
                    <a:pt x="134" y="2333"/>
                    <a:pt x="91" y="2511"/>
                    <a:pt x="55" y="2691"/>
                  </a:cubicBezTo>
                  <a:cubicBezTo>
                    <a:pt x="0" y="2967"/>
                    <a:pt x="235" y="3218"/>
                    <a:pt x="469" y="3218"/>
                  </a:cubicBezTo>
                  <a:cubicBezTo>
                    <a:pt x="579" y="3218"/>
                    <a:pt x="688" y="3163"/>
                    <a:pt x="767" y="3030"/>
                  </a:cubicBezTo>
                  <a:cubicBezTo>
                    <a:pt x="859" y="2875"/>
                    <a:pt x="943" y="2716"/>
                    <a:pt x="1023" y="2556"/>
                  </a:cubicBezTo>
                  <a:cubicBezTo>
                    <a:pt x="1375" y="1852"/>
                    <a:pt x="1622" y="1100"/>
                    <a:pt x="1857" y="346"/>
                  </a:cubicBezTo>
                  <a:cubicBezTo>
                    <a:pt x="1627" y="225"/>
                    <a:pt x="1396" y="109"/>
                    <a:pt x="11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4614513" y="1031413"/>
              <a:ext cx="61800" cy="72625"/>
            </a:xfrm>
            <a:custGeom>
              <a:rect b="b" l="l" r="r" t="t"/>
              <a:pathLst>
                <a:path extrusionOk="0" h="2905" w="2472">
                  <a:moveTo>
                    <a:pt x="1821" y="0"/>
                  </a:moveTo>
                  <a:cubicBezTo>
                    <a:pt x="1690" y="148"/>
                    <a:pt x="1563" y="302"/>
                    <a:pt x="1435" y="453"/>
                  </a:cubicBezTo>
                  <a:cubicBezTo>
                    <a:pt x="1090" y="859"/>
                    <a:pt x="765" y="1261"/>
                    <a:pt x="479" y="1699"/>
                  </a:cubicBezTo>
                  <a:cubicBezTo>
                    <a:pt x="364" y="1872"/>
                    <a:pt x="257" y="2053"/>
                    <a:pt x="156" y="2242"/>
                  </a:cubicBezTo>
                  <a:cubicBezTo>
                    <a:pt x="1" y="2531"/>
                    <a:pt x="244" y="2905"/>
                    <a:pt x="520" y="2905"/>
                  </a:cubicBezTo>
                  <a:cubicBezTo>
                    <a:pt x="607" y="2905"/>
                    <a:pt x="697" y="2868"/>
                    <a:pt x="779" y="2779"/>
                  </a:cubicBezTo>
                  <a:cubicBezTo>
                    <a:pt x="927" y="2621"/>
                    <a:pt x="1067" y="2456"/>
                    <a:pt x="1203" y="2289"/>
                  </a:cubicBezTo>
                  <a:cubicBezTo>
                    <a:pt x="1494" y="1936"/>
                    <a:pt x="1763" y="1569"/>
                    <a:pt x="2034" y="1194"/>
                  </a:cubicBezTo>
                  <a:cubicBezTo>
                    <a:pt x="2174" y="1000"/>
                    <a:pt x="2327" y="809"/>
                    <a:pt x="2472" y="614"/>
                  </a:cubicBezTo>
                  <a:cubicBezTo>
                    <a:pt x="2242" y="388"/>
                    <a:pt x="2024" y="183"/>
                    <a:pt x="1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4683188" y="1131238"/>
              <a:ext cx="72675" cy="60025"/>
            </a:xfrm>
            <a:custGeom>
              <a:rect b="b" l="l" r="r" t="t"/>
              <a:pathLst>
                <a:path extrusionOk="0" h="2401" w="2907">
                  <a:moveTo>
                    <a:pt x="2525" y="1"/>
                  </a:moveTo>
                  <a:cubicBezTo>
                    <a:pt x="2004" y="293"/>
                    <a:pt x="1493" y="615"/>
                    <a:pt x="1034" y="989"/>
                  </a:cubicBezTo>
                  <a:cubicBezTo>
                    <a:pt x="735" y="1229"/>
                    <a:pt x="459" y="1496"/>
                    <a:pt x="210" y="1787"/>
                  </a:cubicBezTo>
                  <a:cubicBezTo>
                    <a:pt x="0" y="2035"/>
                    <a:pt x="270" y="2401"/>
                    <a:pt x="551" y="2401"/>
                  </a:cubicBezTo>
                  <a:cubicBezTo>
                    <a:pt x="607" y="2401"/>
                    <a:pt x="663" y="2387"/>
                    <a:pt x="716" y="2354"/>
                  </a:cubicBezTo>
                  <a:cubicBezTo>
                    <a:pt x="1018" y="2167"/>
                    <a:pt x="1306" y="1963"/>
                    <a:pt x="1582" y="1742"/>
                  </a:cubicBezTo>
                  <a:cubicBezTo>
                    <a:pt x="2040" y="1381"/>
                    <a:pt x="2472" y="984"/>
                    <a:pt x="2906" y="590"/>
                  </a:cubicBezTo>
                  <a:cubicBezTo>
                    <a:pt x="2780" y="388"/>
                    <a:pt x="2653" y="191"/>
                    <a:pt x="2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4728738" y="1241788"/>
              <a:ext cx="81800" cy="52050"/>
            </a:xfrm>
            <a:custGeom>
              <a:rect b="b" l="l" r="r" t="t"/>
              <a:pathLst>
                <a:path extrusionOk="0" h="2082" w="3272">
                  <a:moveTo>
                    <a:pt x="2960" y="0"/>
                  </a:moveTo>
                  <a:cubicBezTo>
                    <a:pt x="2739" y="86"/>
                    <a:pt x="2525" y="182"/>
                    <a:pt x="2309" y="269"/>
                  </a:cubicBezTo>
                  <a:cubicBezTo>
                    <a:pt x="2006" y="394"/>
                    <a:pt x="1706" y="516"/>
                    <a:pt x="1410" y="648"/>
                  </a:cubicBezTo>
                  <a:cubicBezTo>
                    <a:pt x="1066" y="800"/>
                    <a:pt x="727" y="963"/>
                    <a:pt x="398" y="1156"/>
                  </a:cubicBezTo>
                  <a:cubicBezTo>
                    <a:pt x="1" y="1389"/>
                    <a:pt x="131" y="2081"/>
                    <a:pt x="561" y="2081"/>
                  </a:cubicBezTo>
                  <a:cubicBezTo>
                    <a:pt x="608" y="2081"/>
                    <a:pt x="658" y="2073"/>
                    <a:pt x="712" y="2055"/>
                  </a:cubicBezTo>
                  <a:cubicBezTo>
                    <a:pt x="1044" y="1945"/>
                    <a:pt x="1362" y="1818"/>
                    <a:pt x="1676" y="1678"/>
                  </a:cubicBezTo>
                  <a:cubicBezTo>
                    <a:pt x="1962" y="1551"/>
                    <a:pt x="2248" y="1414"/>
                    <a:pt x="2534" y="1272"/>
                  </a:cubicBezTo>
                  <a:cubicBezTo>
                    <a:pt x="2771" y="1156"/>
                    <a:pt x="3025" y="1044"/>
                    <a:pt x="3272" y="922"/>
                  </a:cubicBezTo>
                  <a:cubicBezTo>
                    <a:pt x="3174" y="608"/>
                    <a:pt x="3070" y="301"/>
                    <a:pt x="29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4726838" y="1363838"/>
              <a:ext cx="105625" cy="34800"/>
            </a:xfrm>
            <a:custGeom>
              <a:rect b="b" l="l" r="r" t="t"/>
              <a:pathLst>
                <a:path extrusionOk="0" h="1392" w="4225">
                  <a:moveTo>
                    <a:pt x="4152" y="1"/>
                  </a:moveTo>
                  <a:cubicBezTo>
                    <a:pt x="3746" y="26"/>
                    <a:pt x="3339" y="61"/>
                    <a:pt x="2929" y="94"/>
                  </a:cubicBezTo>
                  <a:cubicBezTo>
                    <a:pt x="2642" y="117"/>
                    <a:pt x="2318" y="120"/>
                    <a:pt x="1989" y="133"/>
                  </a:cubicBezTo>
                  <a:cubicBezTo>
                    <a:pt x="1387" y="157"/>
                    <a:pt x="764" y="216"/>
                    <a:pt x="305" y="503"/>
                  </a:cubicBezTo>
                  <a:cubicBezTo>
                    <a:pt x="0" y="696"/>
                    <a:pt x="26" y="1112"/>
                    <a:pt x="365" y="1251"/>
                  </a:cubicBezTo>
                  <a:cubicBezTo>
                    <a:pt x="618" y="1353"/>
                    <a:pt x="902" y="1392"/>
                    <a:pt x="1200" y="1392"/>
                  </a:cubicBezTo>
                  <a:cubicBezTo>
                    <a:pt x="1438" y="1392"/>
                    <a:pt x="1685" y="1367"/>
                    <a:pt x="1931" y="1331"/>
                  </a:cubicBezTo>
                  <a:cubicBezTo>
                    <a:pt x="2408" y="1262"/>
                    <a:pt x="2882" y="1147"/>
                    <a:pt x="3282" y="1084"/>
                  </a:cubicBezTo>
                  <a:cubicBezTo>
                    <a:pt x="3541" y="1041"/>
                    <a:pt x="3881" y="1016"/>
                    <a:pt x="4224" y="966"/>
                  </a:cubicBezTo>
                  <a:cubicBezTo>
                    <a:pt x="4209" y="640"/>
                    <a:pt x="4182" y="317"/>
                    <a:pt x="4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a:off x="4726313" y="1516138"/>
              <a:ext cx="97325" cy="27125"/>
            </a:xfrm>
            <a:custGeom>
              <a:rect b="b" l="l" r="r" t="t"/>
              <a:pathLst>
                <a:path extrusionOk="0" h="1085" w="3893">
                  <a:moveTo>
                    <a:pt x="1546" y="0"/>
                  </a:moveTo>
                  <a:cubicBezTo>
                    <a:pt x="1180" y="0"/>
                    <a:pt x="813" y="31"/>
                    <a:pt x="456" y="135"/>
                  </a:cubicBezTo>
                  <a:cubicBezTo>
                    <a:pt x="80" y="243"/>
                    <a:pt x="0" y="805"/>
                    <a:pt x="416" y="930"/>
                  </a:cubicBezTo>
                  <a:cubicBezTo>
                    <a:pt x="745" y="1029"/>
                    <a:pt x="1080" y="1070"/>
                    <a:pt x="1418" y="1081"/>
                  </a:cubicBezTo>
                  <a:cubicBezTo>
                    <a:pt x="1489" y="1083"/>
                    <a:pt x="1561" y="1084"/>
                    <a:pt x="1632" y="1084"/>
                  </a:cubicBezTo>
                  <a:cubicBezTo>
                    <a:pt x="2047" y="1084"/>
                    <a:pt x="2464" y="1048"/>
                    <a:pt x="2877" y="1032"/>
                  </a:cubicBezTo>
                  <a:cubicBezTo>
                    <a:pt x="3159" y="1019"/>
                    <a:pt x="3441" y="1004"/>
                    <a:pt x="3723" y="984"/>
                  </a:cubicBezTo>
                  <a:cubicBezTo>
                    <a:pt x="3785" y="701"/>
                    <a:pt x="3841" y="421"/>
                    <a:pt x="3892" y="144"/>
                  </a:cubicBezTo>
                  <a:cubicBezTo>
                    <a:pt x="3521" y="111"/>
                    <a:pt x="3150" y="85"/>
                    <a:pt x="2778" y="64"/>
                  </a:cubicBezTo>
                  <a:cubicBezTo>
                    <a:pt x="2369" y="41"/>
                    <a:pt x="1957" y="2"/>
                    <a:pt x="15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8"/>
            <p:cNvSpPr/>
            <p:nvPr/>
          </p:nvSpPr>
          <p:spPr>
            <a:xfrm>
              <a:off x="4687213" y="1648238"/>
              <a:ext cx="89275" cy="48175"/>
            </a:xfrm>
            <a:custGeom>
              <a:rect b="b" l="l" r="r" t="t"/>
              <a:pathLst>
                <a:path extrusionOk="0" h="1927" w="3571">
                  <a:moveTo>
                    <a:pt x="624" y="1"/>
                  </a:moveTo>
                  <a:cubicBezTo>
                    <a:pt x="175" y="1"/>
                    <a:pt x="0" y="697"/>
                    <a:pt x="393" y="931"/>
                  </a:cubicBezTo>
                  <a:cubicBezTo>
                    <a:pt x="851" y="1202"/>
                    <a:pt x="1329" y="1379"/>
                    <a:pt x="1827" y="1534"/>
                  </a:cubicBezTo>
                  <a:cubicBezTo>
                    <a:pt x="2020" y="1593"/>
                    <a:pt x="2216" y="1650"/>
                    <a:pt x="2417" y="1708"/>
                  </a:cubicBezTo>
                  <a:cubicBezTo>
                    <a:pt x="2662" y="1779"/>
                    <a:pt x="2913" y="1854"/>
                    <a:pt x="3165" y="1926"/>
                  </a:cubicBezTo>
                  <a:cubicBezTo>
                    <a:pt x="3307" y="1620"/>
                    <a:pt x="3441" y="1314"/>
                    <a:pt x="3571" y="1012"/>
                  </a:cubicBezTo>
                  <a:cubicBezTo>
                    <a:pt x="3295" y="894"/>
                    <a:pt x="3015" y="783"/>
                    <a:pt x="2747" y="668"/>
                  </a:cubicBezTo>
                  <a:cubicBezTo>
                    <a:pt x="2540" y="581"/>
                    <a:pt x="2337" y="495"/>
                    <a:pt x="2131" y="413"/>
                  </a:cubicBezTo>
                  <a:cubicBezTo>
                    <a:pt x="1665" y="232"/>
                    <a:pt x="1201" y="81"/>
                    <a:pt x="691" y="6"/>
                  </a:cubicBezTo>
                  <a:cubicBezTo>
                    <a:pt x="668" y="3"/>
                    <a:pt x="646" y="1"/>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48"/>
          <p:cNvGrpSpPr/>
          <p:nvPr/>
        </p:nvGrpSpPr>
        <p:grpSpPr>
          <a:xfrm>
            <a:off x="7048138" y="2872950"/>
            <a:ext cx="1029100" cy="1204975"/>
            <a:chOff x="1340363" y="3317850"/>
            <a:chExt cx="1029100" cy="1204975"/>
          </a:xfrm>
        </p:grpSpPr>
        <p:sp>
          <p:nvSpPr>
            <p:cNvPr id="1761" name="Google Shape;1761;p48"/>
            <p:cNvSpPr/>
            <p:nvPr/>
          </p:nvSpPr>
          <p:spPr>
            <a:xfrm>
              <a:off x="1340363" y="3423100"/>
              <a:ext cx="1029100" cy="1099725"/>
            </a:xfrm>
            <a:custGeom>
              <a:rect b="b" l="l" r="r" t="t"/>
              <a:pathLst>
                <a:path extrusionOk="0" h="43989" w="41164">
                  <a:moveTo>
                    <a:pt x="15965" y="1"/>
                  </a:moveTo>
                  <a:cubicBezTo>
                    <a:pt x="13710" y="1"/>
                    <a:pt x="11496" y="510"/>
                    <a:pt x="9472" y="1633"/>
                  </a:cubicBezTo>
                  <a:cubicBezTo>
                    <a:pt x="8160" y="2359"/>
                    <a:pt x="6922" y="3344"/>
                    <a:pt x="5808" y="4616"/>
                  </a:cubicBezTo>
                  <a:cubicBezTo>
                    <a:pt x="834" y="10276"/>
                    <a:pt x="1" y="18570"/>
                    <a:pt x="1433" y="25545"/>
                  </a:cubicBezTo>
                  <a:cubicBezTo>
                    <a:pt x="2190" y="29222"/>
                    <a:pt x="3476" y="32796"/>
                    <a:pt x="4881" y="36266"/>
                  </a:cubicBezTo>
                  <a:cubicBezTo>
                    <a:pt x="6536" y="40336"/>
                    <a:pt x="8118" y="43989"/>
                    <a:pt x="12900" y="43989"/>
                  </a:cubicBezTo>
                  <a:cubicBezTo>
                    <a:pt x="13183" y="43989"/>
                    <a:pt x="13479" y="43976"/>
                    <a:pt x="13786" y="43949"/>
                  </a:cubicBezTo>
                  <a:cubicBezTo>
                    <a:pt x="20603" y="43365"/>
                    <a:pt x="27039" y="40483"/>
                    <a:pt x="33032" y="37157"/>
                  </a:cubicBezTo>
                  <a:cubicBezTo>
                    <a:pt x="33955" y="36646"/>
                    <a:pt x="34905" y="36088"/>
                    <a:pt x="35813" y="35474"/>
                  </a:cubicBezTo>
                  <a:cubicBezTo>
                    <a:pt x="38697" y="33517"/>
                    <a:pt x="41164" y="30954"/>
                    <a:pt x="40979" y="27277"/>
                  </a:cubicBezTo>
                  <a:cubicBezTo>
                    <a:pt x="40877" y="25269"/>
                    <a:pt x="40151" y="23361"/>
                    <a:pt x="39393" y="21509"/>
                  </a:cubicBezTo>
                  <a:cubicBezTo>
                    <a:pt x="36365" y="14090"/>
                    <a:pt x="32415" y="6878"/>
                    <a:pt x="25219" y="2680"/>
                  </a:cubicBezTo>
                  <a:cubicBezTo>
                    <a:pt x="22316" y="986"/>
                    <a:pt x="19100" y="1"/>
                    <a:pt x="1596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1504138" y="3317850"/>
              <a:ext cx="259100" cy="233225"/>
            </a:xfrm>
            <a:custGeom>
              <a:rect b="b" l="l" r="r" t="t"/>
              <a:pathLst>
                <a:path extrusionOk="0" h="9329" w="10364">
                  <a:moveTo>
                    <a:pt x="4849" y="1"/>
                  </a:moveTo>
                  <a:cubicBezTo>
                    <a:pt x="4454" y="1"/>
                    <a:pt x="4054" y="62"/>
                    <a:pt x="3661" y="194"/>
                  </a:cubicBezTo>
                  <a:cubicBezTo>
                    <a:pt x="1" y="1412"/>
                    <a:pt x="642" y="6202"/>
                    <a:pt x="2007" y="8889"/>
                  </a:cubicBezTo>
                  <a:cubicBezTo>
                    <a:pt x="2164" y="9198"/>
                    <a:pt x="2447" y="9329"/>
                    <a:pt x="2725" y="9329"/>
                  </a:cubicBezTo>
                  <a:cubicBezTo>
                    <a:pt x="3229" y="9329"/>
                    <a:pt x="3719" y="8903"/>
                    <a:pt x="3432" y="8338"/>
                  </a:cubicBezTo>
                  <a:cubicBezTo>
                    <a:pt x="2493" y="6492"/>
                    <a:pt x="1408" y="2494"/>
                    <a:pt x="4212" y="1617"/>
                  </a:cubicBezTo>
                  <a:cubicBezTo>
                    <a:pt x="4496" y="1528"/>
                    <a:pt x="4764" y="1487"/>
                    <a:pt x="5015" y="1487"/>
                  </a:cubicBezTo>
                  <a:cubicBezTo>
                    <a:pt x="7297" y="1487"/>
                    <a:pt x="8308" y="4856"/>
                    <a:pt x="8781" y="6624"/>
                  </a:cubicBezTo>
                  <a:cubicBezTo>
                    <a:pt x="8872" y="6969"/>
                    <a:pt x="9119" y="7114"/>
                    <a:pt x="9383" y="7114"/>
                  </a:cubicBezTo>
                  <a:cubicBezTo>
                    <a:pt x="9846" y="7114"/>
                    <a:pt x="10363" y="6669"/>
                    <a:pt x="10204" y="6072"/>
                  </a:cubicBezTo>
                  <a:cubicBezTo>
                    <a:pt x="9738" y="4319"/>
                    <a:pt x="9197" y="2529"/>
                    <a:pt x="7838" y="1250"/>
                  </a:cubicBezTo>
                  <a:cubicBezTo>
                    <a:pt x="7015" y="477"/>
                    <a:pt x="5948" y="1"/>
                    <a:pt x="484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1365488" y="3403850"/>
              <a:ext cx="714500" cy="634125"/>
            </a:xfrm>
            <a:custGeom>
              <a:rect b="b" l="l" r="r" t="t"/>
              <a:pathLst>
                <a:path extrusionOk="0" h="25365" w="28580">
                  <a:moveTo>
                    <a:pt x="17433" y="1"/>
                  </a:moveTo>
                  <a:cubicBezTo>
                    <a:pt x="17107" y="1"/>
                    <a:pt x="16772" y="14"/>
                    <a:pt x="16430" y="39"/>
                  </a:cubicBezTo>
                  <a:cubicBezTo>
                    <a:pt x="12010" y="355"/>
                    <a:pt x="6435" y="2709"/>
                    <a:pt x="3900" y="5471"/>
                  </a:cubicBezTo>
                  <a:cubicBezTo>
                    <a:pt x="3699" y="5689"/>
                    <a:pt x="3515" y="5919"/>
                    <a:pt x="3341" y="6158"/>
                  </a:cubicBezTo>
                  <a:cubicBezTo>
                    <a:pt x="3094" y="6507"/>
                    <a:pt x="2866" y="6867"/>
                    <a:pt x="2656" y="7238"/>
                  </a:cubicBezTo>
                  <a:cubicBezTo>
                    <a:pt x="1" y="11905"/>
                    <a:pt x="141" y="18284"/>
                    <a:pt x="1834" y="22452"/>
                  </a:cubicBezTo>
                  <a:cubicBezTo>
                    <a:pt x="2219" y="23397"/>
                    <a:pt x="2729" y="24340"/>
                    <a:pt x="3681" y="24879"/>
                  </a:cubicBezTo>
                  <a:cubicBezTo>
                    <a:pt x="4303" y="25228"/>
                    <a:pt x="5026" y="25364"/>
                    <a:pt x="5796" y="25364"/>
                  </a:cubicBezTo>
                  <a:cubicBezTo>
                    <a:pt x="7139" y="25364"/>
                    <a:pt x="8628" y="24951"/>
                    <a:pt x="9978" y="24528"/>
                  </a:cubicBezTo>
                  <a:cubicBezTo>
                    <a:pt x="11390" y="24084"/>
                    <a:pt x="12804" y="23638"/>
                    <a:pt x="14217" y="23200"/>
                  </a:cubicBezTo>
                  <a:cubicBezTo>
                    <a:pt x="16128" y="22598"/>
                    <a:pt x="18038" y="21999"/>
                    <a:pt x="19947" y="21402"/>
                  </a:cubicBezTo>
                  <a:cubicBezTo>
                    <a:pt x="23043" y="20431"/>
                    <a:pt x="26578" y="19103"/>
                    <a:pt x="27775" y="16448"/>
                  </a:cubicBezTo>
                  <a:cubicBezTo>
                    <a:pt x="28579" y="14663"/>
                    <a:pt x="28037" y="12808"/>
                    <a:pt x="27406" y="11138"/>
                  </a:cubicBezTo>
                  <a:cubicBezTo>
                    <a:pt x="26609" y="9027"/>
                    <a:pt x="25678" y="6970"/>
                    <a:pt x="24616" y="4978"/>
                  </a:cubicBezTo>
                  <a:cubicBezTo>
                    <a:pt x="23647" y="3153"/>
                    <a:pt x="22449" y="1280"/>
                    <a:pt x="20320" y="459"/>
                  </a:cubicBezTo>
                  <a:cubicBezTo>
                    <a:pt x="20287" y="446"/>
                    <a:pt x="20258" y="434"/>
                    <a:pt x="20225" y="423"/>
                  </a:cubicBezTo>
                  <a:cubicBezTo>
                    <a:pt x="19863" y="293"/>
                    <a:pt x="19489" y="196"/>
                    <a:pt x="19110" y="136"/>
                  </a:cubicBezTo>
                  <a:cubicBezTo>
                    <a:pt x="18587" y="44"/>
                    <a:pt x="18025" y="1"/>
                    <a:pt x="1743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1652138" y="4098625"/>
              <a:ext cx="481200" cy="345200"/>
            </a:xfrm>
            <a:custGeom>
              <a:rect b="b" l="l" r="r" t="t"/>
              <a:pathLst>
                <a:path extrusionOk="0" h="13808" w="19248">
                  <a:moveTo>
                    <a:pt x="15128" y="1"/>
                  </a:moveTo>
                  <a:cubicBezTo>
                    <a:pt x="14639" y="1"/>
                    <a:pt x="14146" y="125"/>
                    <a:pt x="13665" y="253"/>
                  </a:cubicBezTo>
                  <a:cubicBezTo>
                    <a:pt x="13429" y="315"/>
                    <a:pt x="13194" y="381"/>
                    <a:pt x="12956" y="446"/>
                  </a:cubicBezTo>
                  <a:cubicBezTo>
                    <a:pt x="10400" y="1148"/>
                    <a:pt x="7845" y="1952"/>
                    <a:pt x="5417" y="3017"/>
                  </a:cubicBezTo>
                  <a:cubicBezTo>
                    <a:pt x="3880" y="3693"/>
                    <a:pt x="2077" y="4240"/>
                    <a:pt x="893" y="5477"/>
                  </a:cubicBezTo>
                  <a:cubicBezTo>
                    <a:pt x="125" y="6281"/>
                    <a:pt x="1" y="7458"/>
                    <a:pt x="266" y="8667"/>
                  </a:cubicBezTo>
                  <a:cubicBezTo>
                    <a:pt x="335" y="8983"/>
                    <a:pt x="427" y="9294"/>
                    <a:pt x="542" y="9595"/>
                  </a:cubicBezTo>
                  <a:cubicBezTo>
                    <a:pt x="739" y="10131"/>
                    <a:pt x="991" y="10642"/>
                    <a:pt x="1293" y="11127"/>
                  </a:cubicBezTo>
                  <a:cubicBezTo>
                    <a:pt x="1971" y="12216"/>
                    <a:pt x="2857" y="13102"/>
                    <a:pt x="3692" y="13449"/>
                  </a:cubicBezTo>
                  <a:cubicBezTo>
                    <a:pt x="4308" y="13702"/>
                    <a:pt x="4967" y="13807"/>
                    <a:pt x="5639" y="13807"/>
                  </a:cubicBezTo>
                  <a:cubicBezTo>
                    <a:pt x="6588" y="13807"/>
                    <a:pt x="7564" y="13597"/>
                    <a:pt x="8478" y="13298"/>
                  </a:cubicBezTo>
                  <a:cubicBezTo>
                    <a:pt x="9393" y="13000"/>
                    <a:pt x="10307" y="12674"/>
                    <a:pt x="11215" y="12327"/>
                  </a:cubicBezTo>
                  <a:cubicBezTo>
                    <a:pt x="12704" y="11757"/>
                    <a:pt x="14177" y="11127"/>
                    <a:pt x="15608" y="10454"/>
                  </a:cubicBezTo>
                  <a:cubicBezTo>
                    <a:pt x="16397" y="10082"/>
                    <a:pt x="17197" y="9694"/>
                    <a:pt x="17866" y="9137"/>
                  </a:cubicBezTo>
                  <a:cubicBezTo>
                    <a:pt x="18703" y="8441"/>
                    <a:pt x="19248" y="7540"/>
                    <a:pt x="19198" y="6471"/>
                  </a:cubicBezTo>
                  <a:cubicBezTo>
                    <a:pt x="19156" y="5630"/>
                    <a:pt x="18820" y="4883"/>
                    <a:pt x="18542" y="4110"/>
                  </a:cubicBezTo>
                  <a:cubicBezTo>
                    <a:pt x="18431" y="3790"/>
                    <a:pt x="18334" y="3467"/>
                    <a:pt x="18237" y="3138"/>
                  </a:cubicBezTo>
                  <a:cubicBezTo>
                    <a:pt x="18142" y="2827"/>
                    <a:pt x="18047" y="2513"/>
                    <a:pt x="17921" y="2210"/>
                  </a:cubicBezTo>
                  <a:cubicBezTo>
                    <a:pt x="17831" y="1978"/>
                    <a:pt x="17722" y="1755"/>
                    <a:pt x="17594" y="1541"/>
                  </a:cubicBezTo>
                  <a:cubicBezTo>
                    <a:pt x="17126" y="770"/>
                    <a:pt x="16355" y="125"/>
                    <a:pt x="15423" y="17"/>
                  </a:cubicBezTo>
                  <a:cubicBezTo>
                    <a:pt x="15325" y="6"/>
                    <a:pt x="15227" y="1"/>
                    <a:pt x="1512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8"/>
            <p:cNvSpPr/>
            <p:nvPr/>
          </p:nvSpPr>
          <p:spPr>
            <a:xfrm>
              <a:off x="1512138" y="3800250"/>
              <a:ext cx="218275" cy="357825"/>
            </a:xfrm>
            <a:custGeom>
              <a:rect b="b" l="l" r="r" t="t"/>
              <a:pathLst>
                <a:path extrusionOk="0" h="14313" w="8731">
                  <a:moveTo>
                    <a:pt x="2646" y="1"/>
                  </a:moveTo>
                  <a:cubicBezTo>
                    <a:pt x="1334" y="1"/>
                    <a:pt x="0" y="1233"/>
                    <a:pt x="612" y="2933"/>
                  </a:cubicBezTo>
                  <a:lnTo>
                    <a:pt x="4201" y="12897"/>
                  </a:lnTo>
                  <a:cubicBezTo>
                    <a:pt x="4559" y="13892"/>
                    <a:pt x="5318" y="14313"/>
                    <a:pt x="6085" y="14313"/>
                  </a:cubicBezTo>
                  <a:cubicBezTo>
                    <a:pt x="7397" y="14313"/>
                    <a:pt x="8730" y="13081"/>
                    <a:pt x="8117" y="11380"/>
                  </a:cubicBezTo>
                  <a:lnTo>
                    <a:pt x="4530" y="1416"/>
                  </a:lnTo>
                  <a:cubicBezTo>
                    <a:pt x="4172" y="422"/>
                    <a:pt x="3412" y="1"/>
                    <a:pt x="264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8"/>
            <p:cNvSpPr/>
            <p:nvPr/>
          </p:nvSpPr>
          <p:spPr>
            <a:xfrm>
              <a:off x="1802988" y="3697750"/>
              <a:ext cx="230600" cy="355125"/>
            </a:xfrm>
            <a:custGeom>
              <a:rect b="b" l="l" r="r" t="t"/>
              <a:pathLst>
                <a:path extrusionOk="0" h="14205" w="9224">
                  <a:moveTo>
                    <a:pt x="2702" y="0"/>
                  </a:moveTo>
                  <a:cubicBezTo>
                    <a:pt x="1369" y="0"/>
                    <a:pt x="0" y="1198"/>
                    <a:pt x="640" y="2806"/>
                  </a:cubicBezTo>
                  <a:lnTo>
                    <a:pt x="4666" y="12916"/>
                  </a:lnTo>
                  <a:cubicBezTo>
                    <a:pt x="5026" y="13823"/>
                    <a:pt x="5768" y="14205"/>
                    <a:pt x="6521" y="14205"/>
                  </a:cubicBezTo>
                  <a:cubicBezTo>
                    <a:pt x="7854" y="14205"/>
                    <a:pt x="9223" y="13008"/>
                    <a:pt x="8583" y="11400"/>
                  </a:cubicBezTo>
                  <a:cubicBezTo>
                    <a:pt x="7240" y="8028"/>
                    <a:pt x="5899" y="4659"/>
                    <a:pt x="4556" y="1288"/>
                  </a:cubicBezTo>
                  <a:cubicBezTo>
                    <a:pt x="4195" y="382"/>
                    <a:pt x="3454" y="0"/>
                    <a:pt x="270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 name="Google Shape;1767;p48"/>
          <p:cNvGrpSpPr/>
          <p:nvPr/>
        </p:nvGrpSpPr>
        <p:grpSpPr>
          <a:xfrm rot="2283081">
            <a:off x="1287893" y="3144355"/>
            <a:ext cx="834819" cy="1295893"/>
            <a:chOff x="1808738" y="1647900"/>
            <a:chExt cx="834775" cy="1295825"/>
          </a:xfrm>
        </p:grpSpPr>
        <p:sp>
          <p:nvSpPr>
            <p:cNvPr id="1768" name="Google Shape;1768;p48"/>
            <p:cNvSpPr/>
            <p:nvPr/>
          </p:nvSpPr>
          <p:spPr>
            <a:xfrm>
              <a:off x="1808738" y="1647900"/>
              <a:ext cx="834775" cy="1295825"/>
            </a:xfrm>
            <a:custGeom>
              <a:rect b="b" l="l" r="r" t="t"/>
              <a:pathLst>
                <a:path extrusionOk="0" h="51833" w="33391">
                  <a:moveTo>
                    <a:pt x="27682" y="3288"/>
                  </a:moveTo>
                  <a:cubicBezTo>
                    <a:pt x="27729" y="3288"/>
                    <a:pt x="27775" y="3290"/>
                    <a:pt x="27822" y="3296"/>
                  </a:cubicBezTo>
                  <a:cubicBezTo>
                    <a:pt x="27828" y="3295"/>
                    <a:pt x="27835" y="3295"/>
                    <a:pt x="27841" y="3295"/>
                  </a:cubicBezTo>
                  <a:cubicBezTo>
                    <a:pt x="28025" y="3295"/>
                    <a:pt x="28206" y="3341"/>
                    <a:pt x="28367" y="3431"/>
                  </a:cubicBezTo>
                  <a:cubicBezTo>
                    <a:pt x="28435" y="3464"/>
                    <a:pt x="28498" y="3503"/>
                    <a:pt x="28559" y="3547"/>
                  </a:cubicBezTo>
                  <a:cubicBezTo>
                    <a:pt x="28802" y="3724"/>
                    <a:pt x="28975" y="3972"/>
                    <a:pt x="29082" y="4257"/>
                  </a:cubicBezTo>
                  <a:cubicBezTo>
                    <a:pt x="29161" y="4490"/>
                    <a:pt x="29176" y="4742"/>
                    <a:pt x="29128" y="4983"/>
                  </a:cubicBezTo>
                  <a:cubicBezTo>
                    <a:pt x="29086" y="5104"/>
                    <a:pt x="29047" y="5224"/>
                    <a:pt x="29004" y="5345"/>
                  </a:cubicBezTo>
                  <a:cubicBezTo>
                    <a:pt x="28926" y="5520"/>
                    <a:pt x="28804" y="5670"/>
                    <a:pt x="28649" y="5782"/>
                  </a:cubicBezTo>
                  <a:cubicBezTo>
                    <a:pt x="28373" y="6003"/>
                    <a:pt x="28033" y="6119"/>
                    <a:pt x="27688" y="6119"/>
                  </a:cubicBezTo>
                  <a:cubicBezTo>
                    <a:pt x="27552" y="6119"/>
                    <a:pt x="27414" y="6101"/>
                    <a:pt x="27279" y="6064"/>
                  </a:cubicBezTo>
                  <a:cubicBezTo>
                    <a:pt x="27213" y="6043"/>
                    <a:pt x="27150" y="6015"/>
                    <a:pt x="27089" y="5982"/>
                  </a:cubicBezTo>
                  <a:cubicBezTo>
                    <a:pt x="26744" y="5809"/>
                    <a:pt x="26510" y="5512"/>
                    <a:pt x="26375" y="5156"/>
                  </a:cubicBezTo>
                  <a:cubicBezTo>
                    <a:pt x="26297" y="4922"/>
                    <a:pt x="26280" y="4672"/>
                    <a:pt x="26329" y="4431"/>
                  </a:cubicBezTo>
                  <a:cubicBezTo>
                    <a:pt x="26372" y="4308"/>
                    <a:pt x="26411" y="4189"/>
                    <a:pt x="26453" y="4069"/>
                  </a:cubicBezTo>
                  <a:cubicBezTo>
                    <a:pt x="26532" y="3894"/>
                    <a:pt x="26654" y="3742"/>
                    <a:pt x="26809" y="3632"/>
                  </a:cubicBezTo>
                  <a:cubicBezTo>
                    <a:pt x="27048" y="3411"/>
                    <a:pt x="27360" y="3288"/>
                    <a:pt x="27682" y="3288"/>
                  </a:cubicBezTo>
                  <a:close/>
                  <a:moveTo>
                    <a:pt x="23559" y="0"/>
                  </a:moveTo>
                  <a:lnTo>
                    <a:pt x="21427" y="4281"/>
                  </a:lnTo>
                  <a:lnTo>
                    <a:pt x="21083" y="4975"/>
                  </a:lnTo>
                  <a:lnTo>
                    <a:pt x="20279" y="6589"/>
                  </a:lnTo>
                  <a:lnTo>
                    <a:pt x="19916" y="7318"/>
                  </a:lnTo>
                  <a:lnTo>
                    <a:pt x="19228" y="8698"/>
                  </a:lnTo>
                  <a:lnTo>
                    <a:pt x="18942" y="9272"/>
                  </a:lnTo>
                  <a:lnTo>
                    <a:pt x="18193" y="10778"/>
                  </a:lnTo>
                  <a:lnTo>
                    <a:pt x="17895" y="11375"/>
                  </a:lnTo>
                  <a:lnTo>
                    <a:pt x="16804" y="13567"/>
                  </a:lnTo>
                  <a:lnTo>
                    <a:pt x="16507" y="14165"/>
                  </a:lnTo>
                  <a:lnTo>
                    <a:pt x="15450" y="16289"/>
                  </a:lnTo>
                  <a:lnTo>
                    <a:pt x="15086" y="17022"/>
                  </a:lnTo>
                  <a:lnTo>
                    <a:pt x="14398" y="18400"/>
                  </a:lnTo>
                  <a:lnTo>
                    <a:pt x="14111" y="18979"/>
                  </a:lnTo>
                  <a:lnTo>
                    <a:pt x="13363" y="20480"/>
                  </a:lnTo>
                  <a:lnTo>
                    <a:pt x="13065" y="21078"/>
                  </a:lnTo>
                  <a:lnTo>
                    <a:pt x="11976" y="23269"/>
                  </a:lnTo>
                  <a:lnTo>
                    <a:pt x="11679" y="23867"/>
                  </a:lnTo>
                  <a:lnTo>
                    <a:pt x="10620" y="25993"/>
                  </a:lnTo>
                  <a:lnTo>
                    <a:pt x="10255" y="26727"/>
                  </a:lnTo>
                  <a:lnTo>
                    <a:pt x="9570" y="28102"/>
                  </a:lnTo>
                  <a:lnTo>
                    <a:pt x="9281" y="28685"/>
                  </a:lnTo>
                  <a:lnTo>
                    <a:pt x="8535" y="30182"/>
                  </a:lnTo>
                  <a:lnTo>
                    <a:pt x="8236" y="30782"/>
                  </a:lnTo>
                  <a:lnTo>
                    <a:pt x="7146" y="32971"/>
                  </a:lnTo>
                  <a:lnTo>
                    <a:pt x="6849" y="33571"/>
                  </a:lnTo>
                  <a:lnTo>
                    <a:pt x="5790" y="35695"/>
                  </a:lnTo>
                  <a:lnTo>
                    <a:pt x="5425" y="36429"/>
                  </a:lnTo>
                  <a:lnTo>
                    <a:pt x="4742" y="37802"/>
                  </a:lnTo>
                  <a:lnTo>
                    <a:pt x="4449" y="38388"/>
                  </a:lnTo>
                  <a:lnTo>
                    <a:pt x="3707" y="39882"/>
                  </a:lnTo>
                  <a:lnTo>
                    <a:pt x="3406" y="40486"/>
                  </a:lnTo>
                  <a:lnTo>
                    <a:pt x="2318" y="42673"/>
                  </a:lnTo>
                  <a:lnTo>
                    <a:pt x="2019" y="43273"/>
                  </a:lnTo>
                  <a:lnTo>
                    <a:pt x="0" y="47327"/>
                  </a:lnTo>
                  <a:cubicBezTo>
                    <a:pt x="2051" y="48442"/>
                    <a:pt x="4052" y="49375"/>
                    <a:pt x="5727" y="50096"/>
                  </a:cubicBezTo>
                  <a:cubicBezTo>
                    <a:pt x="8334" y="51217"/>
                    <a:pt x="10156" y="51833"/>
                    <a:pt x="10156" y="51833"/>
                  </a:cubicBezTo>
                  <a:cubicBezTo>
                    <a:pt x="17457" y="38069"/>
                    <a:pt x="33391" y="5347"/>
                    <a:pt x="33391" y="5347"/>
                  </a:cubicBezTo>
                  <a:cubicBezTo>
                    <a:pt x="32075" y="4137"/>
                    <a:pt x="30563" y="3146"/>
                    <a:pt x="29122" y="2357"/>
                  </a:cubicBezTo>
                  <a:cubicBezTo>
                    <a:pt x="26187" y="751"/>
                    <a:pt x="23559" y="0"/>
                    <a:pt x="23559"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2321438" y="1783625"/>
              <a:ext cx="115025" cy="54700"/>
            </a:xfrm>
            <a:custGeom>
              <a:rect b="b" l="l" r="r" t="t"/>
              <a:pathLst>
                <a:path extrusionOk="0" h="2188" w="4601">
                  <a:moveTo>
                    <a:pt x="344" y="1"/>
                  </a:moveTo>
                  <a:lnTo>
                    <a:pt x="1" y="693"/>
                  </a:lnTo>
                  <a:cubicBezTo>
                    <a:pt x="424" y="900"/>
                    <a:pt x="864" y="1075"/>
                    <a:pt x="1264" y="1245"/>
                  </a:cubicBezTo>
                  <a:cubicBezTo>
                    <a:pt x="2151" y="1621"/>
                    <a:pt x="3058" y="1981"/>
                    <a:pt x="4005" y="2180"/>
                  </a:cubicBezTo>
                  <a:cubicBezTo>
                    <a:pt x="4030" y="2185"/>
                    <a:pt x="4055" y="2187"/>
                    <a:pt x="4078" y="2187"/>
                  </a:cubicBezTo>
                  <a:cubicBezTo>
                    <a:pt x="4425" y="2187"/>
                    <a:pt x="4600" y="1649"/>
                    <a:pt x="4238" y="1493"/>
                  </a:cubicBezTo>
                  <a:cubicBezTo>
                    <a:pt x="3342" y="1106"/>
                    <a:pt x="2407" y="815"/>
                    <a:pt x="1495" y="473"/>
                  </a:cubicBezTo>
                  <a:cubicBezTo>
                    <a:pt x="1121" y="332"/>
                    <a:pt x="735" y="159"/>
                    <a:pt x="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8"/>
            <p:cNvSpPr/>
            <p:nvPr/>
          </p:nvSpPr>
          <p:spPr>
            <a:xfrm>
              <a:off x="2292263" y="1841300"/>
              <a:ext cx="56675" cy="29925"/>
            </a:xfrm>
            <a:custGeom>
              <a:rect b="b" l="l" r="r" t="t"/>
              <a:pathLst>
                <a:path extrusionOk="0" h="1197" w="2267">
                  <a:moveTo>
                    <a:pt x="364" y="0"/>
                  </a:moveTo>
                  <a:lnTo>
                    <a:pt x="0" y="729"/>
                  </a:lnTo>
                  <a:cubicBezTo>
                    <a:pt x="525" y="984"/>
                    <a:pt x="1134" y="1139"/>
                    <a:pt x="1649" y="1193"/>
                  </a:cubicBezTo>
                  <a:cubicBezTo>
                    <a:pt x="1668" y="1195"/>
                    <a:pt x="1686" y="1196"/>
                    <a:pt x="1703" y="1196"/>
                  </a:cubicBezTo>
                  <a:cubicBezTo>
                    <a:pt x="2158" y="1196"/>
                    <a:pt x="2266" y="566"/>
                    <a:pt x="1798" y="428"/>
                  </a:cubicBezTo>
                  <a:cubicBezTo>
                    <a:pt x="1385" y="306"/>
                    <a:pt x="962" y="218"/>
                    <a:pt x="554" y="73"/>
                  </a:cubicBezTo>
                  <a:cubicBezTo>
                    <a:pt x="492" y="49"/>
                    <a:pt x="427" y="26"/>
                    <a:pt x="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8"/>
            <p:cNvSpPr/>
            <p:nvPr/>
          </p:nvSpPr>
          <p:spPr>
            <a:xfrm>
              <a:off x="2267913" y="1894050"/>
              <a:ext cx="44625" cy="25700"/>
            </a:xfrm>
            <a:custGeom>
              <a:rect b="b" l="l" r="r" t="t"/>
              <a:pathLst>
                <a:path extrusionOk="0" h="1028" w="1785">
                  <a:moveTo>
                    <a:pt x="286" y="1"/>
                  </a:moveTo>
                  <a:lnTo>
                    <a:pt x="1" y="577"/>
                  </a:lnTo>
                  <a:cubicBezTo>
                    <a:pt x="70" y="614"/>
                    <a:pt x="140" y="650"/>
                    <a:pt x="213" y="682"/>
                  </a:cubicBezTo>
                  <a:cubicBezTo>
                    <a:pt x="542" y="836"/>
                    <a:pt x="909" y="1028"/>
                    <a:pt x="1277" y="1028"/>
                  </a:cubicBezTo>
                  <a:cubicBezTo>
                    <a:pt x="1312" y="1028"/>
                    <a:pt x="1347" y="1026"/>
                    <a:pt x="1382" y="1022"/>
                  </a:cubicBezTo>
                  <a:cubicBezTo>
                    <a:pt x="1627" y="998"/>
                    <a:pt x="1785" y="662"/>
                    <a:pt x="1567" y="494"/>
                  </a:cubicBezTo>
                  <a:cubicBezTo>
                    <a:pt x="1280" y="269"/>
                    <a:pt x="935" y="215"/>
                    <a:pt x="594" y="104"/>
                  </a:cubicBezTo>
                  <a:cubicBezTo>
                    <a:pt x="492" y="70"/>
                    <a:pt x="390" y="36"/>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8"/>
            <p:cNvSpPr/>
            <p:nvPr/>
          </p:nvSpPr>
          <p:spPr>
            <a:xfrm>
              <a:off x="2241788" y="1946100"/>
              <a:ext cx="46275" cy="29800"/>
            </a:xfrm>
            <a:custGeom>
              <a:rect b="b" l="l" r="r" t="t"/>
              <a:pathLst>
                <a:path extrusionOk="0" h="1192" w="1851">
                  <a:moveTo>
                    <a:pt x="298" y="1"/>
                  </a:moveTo>
                  <a:lnTo>
                    <a:pt x="0" y="595"/>
                  </a:lnTo>
                  <a:cubicBezTo>
                    <a:pt x="92" y="636"/>
                    <a:pt x="186" y="679"/>
                    <a:pt x="276" y="721"/>
                  </a:cubicBezTo>
                  <a:cubicBezTo>
                    <a:pt x="638" y="889"/>
                    <a:pt x="993" y="1117"/>
                    <a:pt x="1387" y="1187"/>
                  </a:cubicBezTo>
                  <a:cubicBezTo>
                    <a:pt x="1407" y="1190"/>
                    <a:pt x="1426" y="1192"/>
                    <a:pt x="1444" y="1192"/>
                  </a:cubicBezTo>
                  <a:cubicBezTo>
                    <a:pt x="1708" y="1192"/>
                    <a:pt x="1851" y="857"/>
                    <a:pt x="1651" y="662"/>
                  </a:cubicBezTo>
                  <a:cubicBezTo>
                    <a:pt x="1321" y="342"/>
                    <a:pt x="835" y="191"/>
                    <a:pt x="410" y="40"/>
                  </a:cubicBezTo>
                  <a:cubicBezTo>
                    <a:pt x="373" y="24"/>
                    <a:pt x="335" y="12"/>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2207038" y="2015775"/>
              <a:ext cx="89750" cy="44800"/>
            </a:xfrm>
            <a:custGeom>
              <a:rect b="b" l="l" r="r" t="t"/>
              <a:pathLst>
                <a:path extrusionOk="0" h="1792" w="3590">
                  <a:moveTo>
                    <a:pt x="298" y="1"/>
                  </a:moveTo>
                  <a:lnTo>
                    <a:pt x="0" y="599"/>
                  </a:lnTo>
                  <a:cubicBezTo>
                    <a:pt x="288" y="716"/>
                    <a:pt x="582" y="823"/>
                    <a:pt x="857" y="937"/>
                  </a:cubicBezTo>
                  <a:cubicBezTo>
                    <a:pt x="1572" y="1228"/>
                    <a:pt x="2284" y="1530"/>
                    <a:pt x="3017" y="1775"/>
                  </a:cubicBezTo>
                  <a:cubicBezTo>
                    <a:pt x="3052" y="1786"/>
                    <a:pt x="3085" y="1792"/>
                    <a:pt x="3117" y="1792"/>
                  </a:cubicBezTo>
                  <a:cubicBezTo>
                    <a:pt x="3439" y="1792"/>
                    <a:pt x="3590" y="1242"/>
                    <a:pt x="3250" y="1095"/>
                  </a:cubicBezTo>
                  <a:cubicBezTo>
                    <a:pt x="2485" y="764"/>
                    <a:pt x="1688" y="504"/>
                    <a:pt x="906" y="223"/>
                  </a:cubicBezTo>
                  <a:cubicBezTo>
                    <a:pt x="706" y="152"/>
                    <a:pt x="502" y="74"/>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8"/>
            <p:cNvSpPr/>
            <p:nvPr/>
          </p:nvSpPr>
          <p:spPr>
            <a:xfrm>
              <a:off x="2171513" y="2083875"/>
              <a:ext cx="56075" cy="29675"/>
            </a:xfrm>
            <a:custGeom>
              <a:rect b="b" l="l" r="r" t="t"/>
              <a:pathLst>
                <a:path extrusionOk="0" h="1187" w="2243">
                  <a:moveTo>
                    <a:pt x="364" y="1"/>
                  </a:moveTo>
                  <a:lnTo>
                    <a:pt x="1" y="733"/>
                  </a:lnTo>
                  <a:cubicBezTo>
                    <a:pt x="521" y="978"/>
                    <a:pt x="1117" y="1131"/>
                    <a:pt x="1625" y="1184"/>
                  </a:cubicBezTo>
                  <a:cubicBezTo>
                    <a:pt x="1644" y="1186"/>
                    <a:pt x="1662" y="1186"/>
                    <a:pt x="1680" y="1186"/>
                  </a:cubicBezTo>
                  <a:cubicBezTo>
                    <a:pt x="2133" y="1186"/>
                    <a:pt x="2243" y="556"/>
                    <a:pt x="1775" y="419"/>
                  </a:cubicBezTo>
                  <a:cubicBezTo>
                    <a:pt x="1362" y="298"/>
                    <a:pt x="939" y="210"/>
                    <a:pt x="531" y="64"/>
                  </a:cubicBezTo>
                  <a:cubicBezTo>
                    <a:pt x="475" y="43"/>
                    <a:pt x="420" y="21"/>
                    <a:pt x="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8"/>
            <p:cNvSpPr/>
            <p:nvPr/>
          </p:nvSpPr>
          <p:spPr>
            <a:xfrm>
              <a:off x="2147138" y="2136650"/>
              <a:ext cx="44025" cy="25450"/>
            </a:xfrm>
            <a:custGeom>
              <a:rect b="b" l="l" r="r" t="t"/>
              <a:pathLst>
                <a:path extrusionOk="0" h="1018" w="1761">
                  <a:moveTo>
                    <a:pt x="287" y="0"/>
                  </a:moveTo>
                  <a:lnTo>
                    <a:pt x="0" y="578"/>
                  </a:lnTo>
                  <a:cubicBezTo>
                    <a:pt x="61" y="612"/>
                    <a:pt x="126" y="641"/>
                    <a:pt x="189" y="672"/>
                  </a:cubicBezTo>
                  <a:cubicBezTo>
                    <a:pt x="519" y="825"/>
                    <a:pt x="885" y="1017"/>
                    <a:pt x="1253" y="1017"/>
                  </a:cubicBezTo>
                  <a:cubicBezTo>
                    <a:pt x="1288" y="1017"/>
                    <a:pt x="1323" y="1015"/>
                    <a:pt x="1358" y="1012"/>
                  </a:cubicBezTo>
                  <a:cubicBezTo>
                    <a:pt x="1603" y="988"/>
                    <a:pt x="1761" y="651"/>
                    <a:pt x="1545" y="483"/>
                  </a:cubicBezTo>
                  <a:cubicBezTo>
                    <a:pt x="1258" y="259"/>
                    <a:pt x="913" y="204"/>
                    <a:pt x="571" y="94"/>
                  </a:cubicBezTo>
                  <a:cubicBezTo>
                    <a:pt x="476" y="65"/>
                    <a:pt x="381" y="33"/>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8"/>
            <p:cNvSpPr/>
            <p:nvPr/>
          </p:nvSpPr>
          <p:spPr>
            <a:xfrm>
              <a:off x="2121038" y="2188600"/>
              <a:ext cx="45700" cy="29650"/>
            </a:xfrm>
            <a:custGeom>
              <a:rect b="b" l="l" r="r" t="t"/>
              <a:pathLst>
                <a:path extrusionOk="0" h="1186" w="1828">
                  <a:moveTo>
                    <a:pt x="298" y="1"/>
                  </a:moveTo>
                  <a:lnTo>
                    <a:pt x="1" y="601"/>
                  </a:lnTo>
                  <a:cubicBezTo>
                    <a:pt x="86" y="638"/>
                    <a:pt x="169" y="676"/>
                    <a:pt x="252" y="715"/>
                  </a:cubicBezTo>
                  <a:cubicBezTo>
                    <a:pt x="614" y="883"/>
                    <a:pt x="968" y="1111"/>
                    <a:pt x="1364" y="1180"/>
                  </a:cubicBezTo>
                  <a:cubicBezTo>
                    <a:pt x="1383" y="1184"/>
                    <a:pt x="1402" y="1185"/>
                    <a:pt x="1421" y="1185"/>
                  </a:cubicBezTo>
                  <a:cubicBezTo>
                    <a:pt x="1683" y="1185"/>
                    <a:pt x="1827" y="852"/>
                    <a:pt x="1627" y="655"/>
                  </a:cubicBezTo>
                  <a:cubicBezTo>
                    <a:pt x="1297" y="336"/>
                    <a:pt x="811" y="184"/>
                    <a:pt x="386" y="33"/>
                  </a:cubicBezTo>
                  <a:cubicBezTo>
                    <a:pt x="356" y="23"/>
                    <a:pt x="329" y="11"/>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a:off x="2086288" y="2258375"/>
              <a:ext cx="89125" cy="44550"/>
            </a:xfrm>
            <a:custGeom>
              <a:rect b="b" l="l" r="r" t="t"/>
              <a:pathLst>
                <a:path extrusionOk="0" h="1782" w="3565">
                  <a:moveTo>
                    <a:pt x="298" y="0"/>
                  </a:moveTo>
                  <a:lnTo>
                    <a:pt x="1" y="598"/>
                  </a:lnTo>
                  <a:cubicBezTo>
                    <a:pt x="281" y="714"/>
                    <a:pt x="563" y="816"/>
                    <a:pt x="833" y="926"/>
                  </a:cubicBezTo>
                  <a:cubicBezTo>
                    <a:pt x="1547" y="1217"/>
                    <a:pt x="2261" y="1520"/>
                    <a:pt x="2992" y="1764"/>
                  </a:cubicBezTo>
                  <a:cubicBezTo>
                    <a:pt x="3026" y="1776"/>
                    <a:pt x="3060" y="1781"/>
                    <a:pt x="3091" y="1781"/>
                  </a:cubicBezTo>
                  <a:cubicBezTo>
                    <a:pt x="3414" y="1781"/>
                    <a:pt x="3565" y="1231"/>
                    <a:pt x="3226" y="1085"/>
                  </a:cubicBezTo>
                  <a:cubicBezTo>
                    <a:pt x="2461" y="753"/>
                    <a:pt x="1664" y="493"/>
                    <a:pt x="881" y="213"/>
                  </a:cubicBezTo>
                  <a:cubicBezTo>
                    <a:pt x="689" y="145"/>
                    <a:pt x="495" y="70"/>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8"/>
            <p:cNvSpPr/>
            <p:nvPr/>
          </p:nvSpPr>
          <p:spPr>
            <a:xfrm>
              <a:off x="2050688" y="2326475"/>
              <a:ext cx="55525" cy="29400"/>
            </a:xfrm>
            <a:custGeom>
              <a:rect b="b" l="l" r="r" t="t"/>
              <a:pathLst>
                <a:path extrusionOk="0" h="1176" w="2221">
                  <a:moveTo>
                    <a:pt x="366" y="0"/>
                  </a:moveTo>
                  <a:lnTo>
                    <a:pt x="0" y="733"/>
                  </a:lnTo>
                  <a:cubicBezTo>
                    <a:pt x="515" y="974"/>
                    <a:pt x="1103" y="1120"/>
                    <a:pt x="1603" y="1173"/>
                  </a:cubicBezTo>
                  <a:cubicBezTo>
                    <a:pt x="1622" y="1175"/>
                    <a:pt x="1640" y="1176"/>
                    <a:pt x="1657" y="1176"/>
                  </a:cubicBezTo>
                  <a:cubicBezTo>
                    <a:pt x="2110" y="1176"/>
                    <a:pt x="2220" y="546"/>
                    <a:pt x="1753" y="408"/>
                  </a:cubicBezTo>
                  <a:cubicBezTo>
                    <a:pt x="1340" y="288"/>
                    <a:pt x="916" y="198"/>
                    <a:pt x="510" y="53"/>
                  </a:cubicBez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8"/>
            <p:cNvSpPr/>
            <p:nvPr/>
          </p:nvSpPr>
          <p:spPr>
            <a:xfrm>
              <a:off x="2026338" y="2379200"/>
              <a:ext cx="43450" cy="25225"/>
            </a:xfrm>
            <a:custGeom>
              <a:rect b="b" l="l" r="r" t="t"/>
              <a:pathLst>
                <a:path extrusionOk="0" h="1009" w="1738">
                  <a:moveTo>
                    <a:pt x="291" y="0"/>
                  </a:moveTo>
                  <a:lnTo>
                    <a:pt x="1" y="583"/>
                  </a:lnTo>
                  <a:cubicBezTo>
                    <a:pt x="55" y="612"/>
                    <a:pt x="111" y="638"/>
                    <a:pt x="166" y="663"/>
                  </a:cubicBezTo>
                  <a:cubicBezTo>
                    <a:pt x="496" y="817"/>
                    <a:pt x="862" y="1009"/>
                    <a:pt x="1231" y="1009"/>
                  </a:cubicBezTo>
                  <a:cubicBezTo>
                    <a:pt x="1266" y="1009"/>
                    <a:pt x="1301" y="1007"/>
                    <a:pt x="1336" y="1003"/>
                  </a:cubicBezTo>
                  <a:cubicBezTo>
                    <a:pt x="1579" y="979"/>
                    <a:pt x="1737" y="643"/>
                    <a:pt x="1522" y="475"/>
                  </a:cubicBezTo>
                  <a:cubicBezTo>
                    <a:pt x="1234" y="250"/>
                    <a:pt x="889" y="196"/>
                    <a:pt x="548" y="85"/>
                  </a:cubicBezTo>
                  <a:cubicBezTo>
                    <a:pt x="463" y="60"/>
                    <a:pt x="376" y="31"/>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2000263" y="2431200"/>
              <a:ext cx="45125" cy="29375"/>
            </a:xfrm>
            <a:custGeom>
              <a:rect b="b" l="l" r="r" t="t"/>
              <a:pathLst>
                <a:path extrusionOk="0" h="1175" w="1805">
                  <a:moveTo>
                    <a:pt x="299" y="1"/>
                  </a:moveTo>
                  <a:lnTo>
                    <a:pt x="0" y="600"/>
                  </a:lnTo>
                  <a:cubicBezTo>
                    <a:pt x="77" y="634"/>
                    <a:pt x="151" y="668"/>
                    <a:pt x="228" y="704"/>
                  </a:cubicBezTo>
                  <a:cubicBezTo>
                    <a:pt x="590" y="872"/>
                    <a:pt x="943" y="1100"/>
                    <a:pt x="1339" y="1170"/>
                  </a:cubicBezTo>
                  <a:cubicBezTo>
                    <a:pt x="1359" y="1173"/>
                    <a:pt x="1378" y="1175"/>
                    <a:pt x="1396" y="1175"/>
                  </a:cubicBezTo>
                  <a:cubicBezTo>
                    <a:pt x="1660" y="1175"/>
                    <a:pt x="1804" y="840"/>
                    <a:pt x="1601" y="645"/>
                  </a:cubicBezTo>
                  <a:cubicBezTo>
                    <a:pt x="1271" y="325"/>
                    <a:pt x="785" y="174"/>
                    <a:pt x="360" y="21"/>
                  </a:cubicBezTo>
                  <a:lnTo>
                    <a:pt x="2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1965538" y="2500925"/>
              <a:ext cx="88550" cy="44325"/>
            </a:xfrm>
            <a:custGeom>
              <a:rect b="b" l="l" r="r" t="t"/>
              <a:pathLst>
                <a:path extrusionOk="0" h="1773" w="3542">
                  <a:moveTo>
                    <a:pt x="298" y="0"/>
                  </a:moveTo>
                  <a:lnTo>
                    <a:pt x="1" y="602"/>
                  </a:lnTo>
                  <a:cubicBezTo>
                    <a:pt x="273" y="709"/>
                    <a:pt x="546" y="811"/>
                    <a:pt x="808" y="918"/>
                  </a:cubicBezTo>
                  <a:cubicBezTo>
                    <a:pt x="1523" y="1209"/>
                    <a:pt x="2236" y="1511"/>
                    <a:pt x="2968" y="1756"/>
                  </a:cubicBezTo>
                  <a:cubicBezTo>
                    <a:pt x="3003" y="1767"/>
                    <a:pt x="3036" y="1773"/>
                    <a:pt x="3068" y="1773"/>
                  </a:cubicBezTo>
                  <a:cubicBezTo>
                    <a:pt x="3390" y="1773"/>
                    <a:pt x="3541" y="1223"/>
                    <a:pt x="3201" y="1076"/>
                  </a:cubicBezTo>
                  <a:cubicBezTo>
                    <a:pt x="2436" y="746"/>
                    <a:pt x="1639" y="485"/>
                    <a:pt x="856" y="204"/>
                  </a:cubicBezTo>
                  <a:cubicBezTo>
                    <a:pt x="672" y="138"/>
                    <a:pt x="487" y="6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1929938" y="2569075"/>
              <a:ext cx="54900" cy="29150"/>
            </a:xfrm>
            <a:custGeom>
              <a:rect b="b" l="l" r="r" t="t"/>
              <a:pathLst>
                <a:path extrusionOk="0" h="1166" w="2196">
                  <a:moveTo>
                    <a:pt x="368" y="0"/>
                  </a:moveTo>
                  <a:lnTo>
                    <a:pt x="1" y="734"/>
                  </a:lnTo>
                  <a:cubicBezTo>
                    <a:pt x="500" y="959"/>
                    <a:pt x="1032" y="1103"/>
                    <a:pt x="1578" y="1163"/>
                  </a:cubicBezTo>
                  <a:cubicBezTo>
                    <a:pt x="1596" y="1164"/>
                    <a:pt x="1615" y="1165"/>
                    <a:pt x="1632" y="1165"/>
                  </a:cubicBezTo>
                  <a:cubicBezTo>
                    <a:pt x="2087" y="1165"/>
                    <a:pt x="2195" y="535"/>
                    <a:pt x="1729" y="398"/>
                  </a:cubicBezTo>
                  <a:cubicBezTo>
                    <a:pt x="1314" y="275"/>
                    <a:pt x="893" y="187"/>
                    <a:pt x="485" y="43"/>
                  </a:cubicBezTo>
                  <a:cubicBezTo>
                    <a:pt x="446" y="29"/>
                    <a:pt x="407" y="15"/>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8"/>
            <p:cNvSpPr/>
            <p:nvPr/>
          </p:nvSpPr>
          <p:spPr>
            <a:xfrm>
              <a:off x="1905588" y="2621750"/>
              <a:ext cx="42850" cy="25025"/>
            </a:xfrm>
            <a:custGeom>
              <a:rect b="b" l="l" r="r" t="t"/>
              <a:pathLst>
                <a:path extrusionOk="0" h="1001" w="1714">
                  <a:moveTo>
                    <a:pt x="293" y="0"/>
                  </a:moveTo>
                  <a:lnTo>
                    <a:pt x="1" y="587"/>
                  </a:lnTo>
                  <a:cubicBezTo>
                    <a:pt x="45" y="610"/>
                    <a:pt x="94" y="633"/>
                    <a:pt x="142" y="655"/>
                  </a:cubicBezTo>
                  <a:cubicBezTo>
                    <a:pt x="471" y="808"/>
                    <a:pt x="836" y="1000"/>
                    <a:pt x="1205" y="1000"/>
                  </a:cubicBezTo>
                  <a:cubicBezTo>
                    <a:pt x="1241" y="1000"/>
                    <a:pt x="1276" y="998"/>
                    <a:pt x="1311" y="995"/>
                  </a:cubicBezTo>
                  <a:cubicBezTo>
                    <a:pt x="1554" y="971"/>
                    <a:pt x="1714" y="636"/>
                    <a:pt x="1496" y="466"/>
                  </a:cubicBezTo>
                  <a:cubicBezTo>
                    <a:pt x="1209" y="243"/>
                    <a:pt x="866" y="189"/>
                    <a:pt x="523" y="77"/>
                  </a:cubicBezTo>
                  <a:cubicBezTo>
                    <a:pt x="446" y="53"/>
                    <a:pt x="370" y="28"/>
                    <a:pt x="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1879513" y="2673750"/>
              <a:ext cx="44500" cy="29175"/>
            </a:xfrm>
            <a:custGeom>
              <a:rect b="b" l="l" r="r" t="t"/>
              <a:pathLst>
                <a:path extrusionOk="0" h="1167" w="1780">
                  <a:moveTo>
                    <a:pt x="300" y="0"/>
                  </a:moveTo>
                  <a:lnTo>
                    <a:pt x="0" y="604"/>
                  </a:lnTo>
                  <a:lnTo>
                    <a:pt x="203" y="696"/>
                  </a:lnTo>
                  <a:cubicBezTo>
                    <a:pt x="565" y="864"/>
                    <a:pt x="920" y="1092"/>
                    <a:pt x="1314" y="1161"/>
                  </a:cubicBezTo>
                  <a:cubicBezTo>
                    <a:pt x="1334" y="1165"/>
                    <a:pt x="1353" y="1166"/>
                    <a:pt x="1371" y="1166"/>
                  </a:cubicBezTo>
                  <a:cubicBezTo>
                    <a:pt x="1635" y="1166"/>
                    <a:pt x="1779" y="831"/>
                    <a:pt x="1576" y="636"/>
                  </a:cubicBezTo>
                  <a:cubicBezTo>
                    <a:pt x="1246" y="317"/>
                    <a:pt x="760" y="165"/>
                    <a:pt x="335" y="14"/>
                  </a:cubicBezTo>
                  <a:lnTo>
                    <a:pt x="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1844813" y="2743475"/>
              <a:ext cx="87875" cy="44125"/>
            </a:xfrm>
            <a:custGeom>
              <a:rect b="b" l="l" r="r" t="t"/>
              <a:pathLst>
                <a:path extrusionOk="0" h="1765" w="3515">
                  <a:moveTo>
                    <a:pt x="299" y="0"/>
                  </a:moveTo>
                  <a:lnTo>
                    <a:pt x="0" y="602"/>
                  </a:lnTo>
                  <a:cubicBezTo>
                    <a:pt x="262" y="707"/>
                    <a:pt x="529" y="806"/>
                    <a:pt x="782" y="909"/>
                  </a:cubicBezTo>
                  <a:cubicBezTo>
                    <a:pt x="1497" y="1200"/>
                    <a:pt x="2209" y="1503"/>
                    <a:pt x="2942" y="1747"/>
                  </a:cubicBezTo>
                  <a:cubicBezTo>
                    <a:pt x="2976" y="1759"/>
                    <a:pt x="3010" y="1764"/>
                    <a:pt x="3042" y="1764"/>
                  </a:cubicBezTo>
                  <a:cubicBezTo>
                    <a:pt x="3364" y="1764"/>
                    <a:pt x="3515" y="1214"/>
                    <a:pt x="3175" y="1067"/>
                  </a:cubicBezTo>
                  <a:cubicBezTo>
                    <a:pt x="2410" y="738"/>
                    <a:pt x="1613" y="478"/>
                    <a:pt x="831" y="196"/>
                  </a:cubicBezTo>
                  <a:cubicBezTo>
                    <a:pt x="656" y="133"/>
                    <a:pt x="478" y="65"/>
                    <a:pt x="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48"/>
          <p:cNvGrpSpPr/>
          <p:nvPr/>
        </p:nvGrpSpPr>
        <p:grpSpPr>
          <a:xfrm>
            <a:off x="1110058" y="929903"/>
            <a:ext cx="978515" cy="1068051"/>
            <a:chOff x="3034600" y="577975"/>
            <a:chExt cx="908725" cy="991875"/>
          </a:xfrm>
        </p:grpSpPr>
        <p:sp>
          <p:nvSpPr>
            <p:cNvPr id="1787" name="Google Shape;1787;p48"/>
            <p:cNvSpPr/>
            <p:nvPr/>
          </p:nvSpPr>
          <p:spPr>
            <a:xfrm>
              <a:off x="3034650" y="577975"/>
              <a:ext cx="908675" cy="991775"/>
            </a:xfrm>
            <a:custGeom>
              <a:rect b="b" l="l" r="r" t="t"/>
              <a:pathLst>
                <a:path extrusionOk="0" h="39671" w="36347">
                  <a:moveTo>
                    <a:pt x="21692" y="1"/>
                  </a:moveTo>
                  <a:cubicBezTo>
                    <a:pt x="21438" y="1"/>
                    <a:pt x="21180" y="49"/>
                    <a:pt x="20932" y="149"/>
                  </a:cubicBezTo>
                  <a:cubicBezTo>
                    <a:pt x="20804" y="198"/>
                    <a:pt x="20680" y="249"/>
                    <a:pt x="20552" y="302"/>
                  </a:cubicBezTo>
                  <a:cubicBezTo>
                    <a:pt x="20278" y="414"/>
                    <a:pt x="20002" y="525"/>
                    <a:pt x="19730" y="640"/>
                  </a:cubicBezTo>
                  <a:cubicBezTo>
                    <a:pt x="19594" y="697"/>
                    <a:pt x="19461" y="755"/>
                    <a:pt x="19326" y="810"/>
                  </a:cubicBezTo>
                  <a:cubicBezTo>
                    <a:pt x="18310" y="1247"/>
                    <a:pt x="17303" y="1705"/>
                    <a:pt x="16316" y="2181"/>
                  </a:cubicBezTo>
                  <a:cubicBezTo>
                    <a:pt x="16185" y="2243"/>
                    <a:pt x="16057" y="2305"/>
                    <a:pt x="15925" y="2371"/>
                  </a:cubicBezTo>
                  <a:cubicBezTo>
                    <a:pt x="14836" y="2899"/>
                    <a:pt x="13771" y="3451"/>
                    <a:pt x="12744" y="4001"/>
                  </a:cubicBezTo>
                  <a:cubicBezTo>
                    <a:pt x="12612" y="4070"/>
                    <a:pt x="12484" y="4139"/>
                    <a:pt x="12360" y="4207"/>
                  </a:cubicBezTo>
                  <a:cubicBezTo>
                    <a:pt x="11258" y="4805"/>
                    <a:pt x="10197" y="5404"/>
                    <a:pt x="9195" y="5992"/>
                  </a:cubicBezTo>
                  <a:cubicBezTo>
                    <a:pt x="9067" y="6067"/>
                    <a:pt x="8943" y="6138"/>
                    <a:pt x="8819" y="6212"/>
                  </a:cubicBezTo>
                  <a:cubicBezTo>
                    <a:pt x="7836" y="6794"/>
                    <a:pt x="6911" y="7363"/>
                    <a:pt x="6054" y="7904"/>
                  </a:cubicBezTo>
                  <a:cubicBezTo>
                    <a:pt x="5930" y="7979"/>
                    <a:pt x="5809" y="8057"/>
                    <a:pt x="5687" y="8132"/>
                  </a:cubicBezTo>
                  <a:cubicBezTo>
                    <a:pt x="5290" y="8382"/>
                    <a:pt x="4910" y="8627"/>
                    <a:pt x="4545" y="8863"/>
                  </a:cubicBezTo>
                  <a:cubicBezTo>
                    <a:pt x="1738" y="10690"/>
                    <a:pt x="0" y="11988"/>
                    <a:pt x="0" y="11988"/>
                  </a:cubicBezTo>
                  <a:cubicBezTo>
                    <a:pt x="4461" y="22810"/>
                    <a:pt x="13899" y="39671"/>
                    <a:pt x="13899" y="39671"/>
                  </a:cubicBezTo>
                  <a:cubicBezTo>
                    <a:pt x="15571" y="38847"/>
                    <a:pt x="17286" y="37942"/>
                    <a:pt x="18984" y="37005"/>
                  </a:cubicBezTo>
                  <a:cubicBezTo>
                    <a:pt x="19932" y="36480"/>
                    <a:pt x="20868" y="35950"/>
                    <a:pt x="21792" y="35417"/>
                  </a:cubicBezTo>
                  <a:cubicBezTo>
                    <a:pt x="21864" y="35375"/>
                    <a:pt x="21937" y="35335"/>
                    <a:pt x="22008" y="35293"/>
                  </a:cubicBezTo>
                  <a:lnTo>
                    <a:pt x="22165" y="35203"/>
                  </a:lnTo>
                  <a:cubicBezTo>
                    <a:pt x="23435" y="34467"/>
                    <a:pt x="24678" y="33725"/>
                    <a:pt x="25869" y="32999"/>
                  </a:cubicBezTo>
                  <a:cubicBezTo>
                    <a:pt x="25993" y="32924"/>
                    <a:pt x="26118" y="32851"/>
                    <a:pt x="26238" y="32776"/>
                  </a:cubicBezTo>
                  <a:cubicBezTo>
                    <a:pt x="27386" y="32075"/>
                    <a:pt x="28486" y="31393"/>
                    <a:pt x="29505" y="30746"/>
                  </a:cubicBezTo>
                  <a:cubicBezTo>
                    <a:pt x="29626" y="30673"/>
                    <a:pt x="29748" y="30595"/>
                    <a:pt x="29869" y="30518"/>
                  </a:cubicBezTo>
                  <a:cubicBezTo>
                    <a:pt x="30644" y="30026"/>
                    <a:pt x="31371" y="29562"/>
                    <a:pt x="32040" y="29127"/>
                  </a:cubicBezTo>
                  <a:cubicBezTo>
                    <a:pt x="32164" y="29045"/>
                    <a:pt x="32287" y="28970"/>
                    <a:pt x="32403" y="28892"/>
                  </a:cubicBezTo>
                  <a:cubicBezTo>
                    <a:pt x="33293" y="28316"/>
                    <a:pt x="34066" y="27804"/>
                    <a:pt x="34700" y="27384"/>
                  </a:cubicBezTo>
                  <a:cubicBezTo>
                    <a:pt x="34828" y="27298"/>
                    <a:pt x="34949" y="27216"/>
                    <a:pt x="35064" y="27141"/>
                  </a:cubicBezTo>
                  <a:cubicBezTo>
                    <a:pt x="35119" y="27105"/>
                    <a:pt x="35172" y="27070"/>
                    <a:pt x="35223" y="27033"/>
                  </a:cubicBezTo>
                  <a:cubicBezTo>
                    <a:pt x="36034" y="26492"/>
                    <a:pt x="36347" y="25451"/>
                    <a:pt x="35965" y="24554"/>
                  </a:cubicBezTo>
                  <a:cubicBezTo>
                    <a:pt x="32122" y="15463"/>
                    <a:pt x="25752" y="4781"/>
                    <a:pt x="23424" y="971"/>
                  </a:cubicBezTo>
                  <a:cubicBezTo>
                    <a:pt x="23045" y="353"/>
                    <a:pt x="22381" y="1"/>
                    <a:pt x="2169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3034600" y="799625"/>
              <a:ext cx="474650" cy="770225"/>
            </a:xfrm>
            <a:custGeom>
              <a:rect b="b" l="l" r="r" t="t"/>
              <a:pathLst>
                <a:path extrusionOk="0" h="30809" w="18986">
                  <a:moveTo>
                    <a:pt x="4545" y="1"/>
                  </a:moveTo>
                  <a:cubicBezTo>
                    <a:pt x="1738" y="1828"/>
                    <a:pt x="1" y="3125"/>
                    <a:pt x="1" y="3125"/>
                  </a:cubicBezTo>
                  <a:cubicBezTo>
                    <a:pt x="4461" y="13948"/>
                    <a:pt x="13901" y="30808"/>
                    <a:pt x="13901" y="30808"/>
                  </a:cubicBezTo>
                  <a:cubicBezTo>
                    <a:pt x="15571" y="29984"/>
                    <a:pt x="17285" y="29080"/>
                    <a:pt x="18986" y="28140"/>
                  </a:cubicBezTo>
                  <a:cubicBezTo>
                    <a:pt x="17705" y="25875"/>
                    <a:pt x="16452" y="23592"/>
                    <a:pt x="15224" y="21297"/>
                  </a:cubicBezTo>
                  <a:cubicBezTo>
                    <a:pt x="11697" y="14701"/>
                    <a:pt x="8377" y="7999"/>
                    <a:pt x="5099" y="1278"/>
                  </a:cubicBezTo>
                  <a:cubicBezTo>
                    <a:pt x="4922" y="914"/>
                    <a:pt x="4742" y="474"/>
                    <a:pt x="454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3327025" y="832650"/>
              <a:ext cx="435125" cy="348925"/>
            </a:xfrm>
            <a:custGeom>
              <a:rect b="b" l="l" r="r" t="t"/>
              <a:pathLst>
                <a:path extrusionOk="0" h="13957" w="17405">
                  <a:moveTo>
                    <a:pt x="10732" y="1"/>
                  </a:moveTo>
                  <a:cubicBezTo>
                    <a:pt x="10649" y="1"/>
                    <a:pt x="10564" y="20"/>
                    <a:pt x="10485" y="57"/>
                  </a:cubicBezTo>
                  <a:cubicBezTo>
                    <a:pt x="7380" y="1561"/>
                    <a:pt x="4371" y="3251"/>
                    <a:pt x="1369" y="4947"/>
                  </a:cubicBezTo>
                  <a:cubicBezTo>
                    <a:pt x="1148" y="5073"/>
                    <a:pt x="1045" y="5331"/>
                    <a:pt x="1133" y="5554"/>
                  </a:cubicBezTo>
                  <a:cubicBezTo>
                    <a:pt x="1259" y="5872"/>
                    <a:pt x="1243" y="6228"/>
                    <a:pt x="1091" y="6533"/>
                  </a:cubicBezTo>
                  <a:cubicBezTo>
                    <a:pt x="948" y="6813"/>
                    <a:pt x="694" y="7034"/>
                    <a:pt x="397" y="7154"/>
                  </a:cubicBezTo>
                  <a:cubicBezTo>
                    <a:pt x="130" y="7264"/>
                    <a:pt x="0" y="7558"/>
                    <a:pt x="106" y="7809"/>
                  </a:cubicBezTo>
                  <a:cubicBezTo>
                    <a:pt x="910" y="9703"/>
                    <a:pt x="1763" y="11480"/>
                    <a:pt x="2955" y="13161"/>
                  </a:cubicBezTo>
                  <a:cubicBezTo>
                    <a:pt x="3051" y="13297"/>
                    <a:pt x="3206" y="13367"/>
                    <a:pt x="3366" y="13367"/>
                  </a:cubicBezTo>
                  <a:cubicBezTo>
                    <a:pt x="3481" y="13367"/>
                    <a:pt x="3599" y="13331"/>
                    <a:pt x="3700" y="13256"/>
                  </a:cubicBezTo>
                  <a:cubicBezTo>
                    <a:pt x="3933" y="13082"/>
                    <a:pt x="4225" y="12980"/>
                    <a:pt x="4513" y="12980"/>
                  </a:cubicBezTo>
                  <a:cubicBezTo>
                    <a:pt x="4601" y="12980"/>
                    <a:pt x="4688" y="12989"/>
                    <a:pt x="4773" y="13009"/>
                  </a:cubicBezTo>
                  <a:cubicBezTo>
                    <a:pt x="5124" y="13095"/>
                    <a:pt x="5418" y="13336"/>
                    <a:pt x="5568" y="13667"/>
                  </a:cubicBezTo>
                  <a:cubicBezTo>
                    <a:pt x="5651" y="13849"/>
                    <a:pt x="5832" y="13957"/>
                    <a:pt x="6026" y="13957"/>
                  </a:cubicBezTo>
                  <a:cubicBezTo>
                    <a:pt x="6108" y="13957"/>
                    <a:pt x="6193" y="13937"/>
                    <a:pt x="6273" y="13895"/>
                  </a:cubicBezTo>
                  <a:lnTo>
                    <a:pt x="15934" y="8770"/>
                  </a:lnTo>
                  <a:cubicBezTo>
                    <a:pt x="16186" y="8636"/>
                    <a:pt x="16294" y="8331"/>
                    <a:pt x="16157" y="8099"/>
                  </a:cubicBezTo>
                  <a:cubicBezTo>
                    <a:pt x="15905" y="7668"/>
                    <a:pt x="15936" y="7067"/>
                    <a:pt x="16296" y="6679"/>
                  </a:cubicBezTo>
                  <a:cubicBezTo>
                    <a:pt x="16553" y="6402"/>
                    <a:pt x="16922" y="6244"/>
                    <a:pt x="17217" y="6001"/>
                  </a:cubicBezTo>
                  <a:cubicBezTo>
                    <a:pt x="17295" y="5936"/>
                    <a:pt x="17370" y="5857"/>
                    <a:pt x="17386" y="5760"/>
                  </a:cubicBezTo>
                  <a:cubicBezTo>
                    <a:pt x="17405" y="5656"/>
                    <a:pt x="17350" y="5559"/>
                    <a:pt x="17295" y="5470"/>
                  </a:cubicBezTo>
                  <a:lnTo>
                    <a:pt x="14313" y="501"/>
                  </a:lnTo>
                  <a:cubicBezTo>
                    <a:pt x="14221" y="348"/>
                    <a:pt x="14057" y="268"/>
                    <a:pt x="13886" y="268"/>
                  </a:cubicBezTo>
                  <a:cubicBezTo>
                    <a:pt x="13767" y="268"/>
                    <a:pt x="13646" y="306"/>
                    <a:pt x="13542" y="384"/>
                  </a:cubicBezTo>
                  <a:cubicBezTo>
                    <a:pt x="13236" y="615"/>
                    <a:pt x="12854" y="752"/>
                    <a:pt x="12471" y="752"/>
                  </a:cubicBezTo>
                  <a:cubicBezTo>
                    <a:pt x="12459" y="752"/>
                    <a:pt x="12447" y="752"/>
                    <a:pt x="12435" y="752"/>
                  </a:cubicBezTo>
                  <a:cubicBezTo>
                    <a:pt x="11954" y="741"/>
                    <a:pt x="11428" y="514"/>
                    <a:pt x="11108" y="161"/>
                  </a:cubicBezTo>
                  <a:cubicBezTo>
                    <a:pt x="11012" y="55"/>
                    <a:pt x="10874" y="1"/>
                    <a:pt x="10732"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3394575" y="885900"/>
              <a:ext cx="239800" cy="155375"/>
            </a:xfrm>
            <a:custGeom>
              <a:rect b="b" l="l" r="r" t="t"/>
              <a:pathLst>
                <a:path extrusionOk="0" h="6215" w="9592">
                  <a:moveTo>
                    <a:pt x="9253" y="0"/>
                  </a:moveTo>
                  <a:cubicBezTo>
                    <a:pt x="9212" y="0"/>
                    <a:pt x="9168" y="13"/>
                    <a:pt x="9126" y="41"/>
                  </a:cubicBezTo>
                  <a:cubicBezTo>
                    <a:pt x="6190" y="2035"/>
                    <a:pt x="3213" y="3970"/>
                    <a:pt x="196" y="5845"/>
                  </a:cubicBezTo>
                  <a:cubicBezTo>
                    <a:pt x="1" y="5966"/>
                    <a:pt x="158" y="6215"/>
                    <a:pt x="350" y="6215"/>
                  </a:cubicBezTo>
                  <a:cubicBezTo>
                    <a:pt x="390" y="6215"/>
                    <a:pt x="432" y="6204"/>
                    <a:pt x="472" y="6179"/>
                  </a:cubicBezTo>
                  <a:cubicBezTo>
                    <a:pt x="3487" y="4306"/>
                    <a:pt x="6464" y="2371"/>
                    <a:pt x="9402" y="376"/>
                  </a:cubicBezTo>
                  <a:cubicBezTo>
                    <a:pt x="9592" y="247"/>
                    <a:pt x="9441" y="0"/>
                    <a:pt x="9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3429400" y="946050"/>
              <a:ext cx="253425" cy="167275"/>
            </a:xfrm>
            <a:custGeom>
              <a:rect b="b" l="l" r="r" t="t"/>
              <a:pathLst>
                <a:path extrusionOk="0" h="6691" w="10137">
                  <a:moveTo>
                    <a:pt x="9789" y="0"/>
                  </a:moveTo>
                  <a:cubicBezTo>
                    <a:pt x="9749" y="0"/>
                    <a:pt x="9707" y="11"/>
                    <a:pt x="9666" y="36"/>
                  </a:cubicBezTo>
                  <a:cubicBezTo>
                    <a:pt x="6447" y="2037"/>
                    <a:pt x="3287" y="4130"/>
                    <a:pt x="186" y="6313"/>
                  </a:cubicBezTo>
                  <a:cubicBezTo>
                    <a:pt x="0" y="6444"/>
                    <a:pt x="149" y="6690"/>
                    <a:pt x="334" y="6690"/>
                  </a:cubicBezTo>
                  <a:cubicBezTo>
                    <a:pt x="376" y="6690"/>
                    <a:pt x="420" y="6677"/>
                    <a:pt x="462" y="6648"/>
                  </a:cubicBezTo>
                  <a:cubicBezTo>
                    <a:pt x="3561" y="4466"/>
                    <a:pt x="6722" y="2374"/>
                    <a:pt x="9942" y="371"/>
                  </a:cubicBezTo>
                  <a:cubicBezTo>
                    <a:pt x="10137" y="249"/>
                    <a:pt x="9981" y="0"/>
                    <a:pt x="9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5" name="Shape 1795"/>
        <p:cNvGrpSpPr/>
        <p:nvPr/>
      </p:nvGrpSpPr>
      <p:grpSpPr>
        <a:xfrm>
          <a:off x="0" y="0"/>
          <a:ext cx="0" cy="0"/>
          <a:chOff x="0" y="0"/>
          <a:chExt cx="0" cy="0"/>
        </a:xfrm>
      </p:grpSpPr>
      <p:sp>
        <p:nvSpPr>
          <p:cNvPr id="1796" name="Google Shape;1796;p49"/>
          <p:cNvSpPr txBox="1"/>
          <p:nvPr>
            <p:ph type="title"/>
          </p:nvPr>
        </p:nvSpPr>
        <p:spPr>
          <a:xfrm>
            <a:off x="3879500" y="3637125"/>
            <a:ext cx="43209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797" name="Google Shape;1797;p49"/>
          <p:cNvSpPr txBox="1"/>
          <p:nvPr>
            <p:ph idx="1" type="subTitle"/>
          </p:nvPr>
        </p:nvSpPr>
        <p:spPr>
          <a:xfrm>
            <a:off x="3879500" y="1896825"/>
            <a:ext cx="4320900" cy="1740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1798" name="Google Shape;1798;p49"/>
          <p:cNvGrpSpPr/>
          <p:nvPr/>
        </p:nvGrpSpPr>
        <p:grpSpPr>
          <a:xfrm>
            <a:off x="1101425" y="2898925"/>
            <a:ext cx="798175" cy="487950"/>
            <a:chOff x="10325950" y="3352200"/>
            <a:chExt cx="798175" cy="487950"/>
          </a:xfrm>
        </p:grpSpPr>
        <p:sp>
          <p:nvSpPr>
            <p:cNvPr id="1799" name="Google Shape;1799;p49"/>
            <p:cNvSpPr/>
            <p:nvPr/>
          </p:nvSpPr>
          <p:spPr>
            <a:xfrm>
              <a:off x="10325950" y="3352200"/>
              <a:ext cx="798175" cy="487950"/>
            </a:xfrm>
            <a:custGeom>
              <a:rect b="b" l="l" r="r" t="t"/>
              <a:pathLst>
                <a:path extrusionOk="0" h="19518" w="31927">
                  <a:moveTo>
                    <a:pt x="22259" y="1"/>
                  </a:moveTo>
                  <a:cubicBezTo>
                    <a:pt x="21177" y="1"/>
                    <a:pt x="20185" y="414"/>
                    <a:pt x="19210" y="823"/>
                  </a:cubicBezTo>
                  <a:cubicBezTo>
                    <a:pt x="17445" y="1567"/>
                    <a:pt x="14349" y="2735"/>
                    <a:pt x="11225" y="3940"/>
                  </a:cubicBezTo>
                  <a:cubicBezTo>
                    <a:pt x="6661" y="5698"/>
                    <a:pt x="2031" y="7535"/>
                    <a:pt x="1371" y="8232"/>
                  </a:cubicBezTo>
                  <a:cubicBezTo>
                    <a:pt x="0" y="9686"/>
                    <a:pt x="607" y="12500"/>
                    <a:pt x="1364" y="14825"/>
                  </a:cubicBezTo>
                  <a:cubicBezTo>
                    <a:pt x="1465" y="15137"/>
                    <a:pt x="1569" y="15442"/>
                    <a:pt x="1672" y="15733"/>
                  </a:cubicBezTo>
                  <a:cubicBezTo>
                    <a:pt x="1937" y="16484"/>
                    <a:pt x="2382" y="17747"/>
                    <a:pt x="2841" y="18348"/>
                  </a:cubicBezTo>
                  <a:cubicBezTo>
                    <a:pt x="3523" y="19243"/>
                    <a:pt x="4385" y="19517"/>
                    <a:pt x="5246" y="19517"/>
                  </a:cubicBezTo>
                  <a:cubicBezTo>
                    <a:pt x="5789" y="19517"/>
                    <a:pt x="6333" y="19407"/>
                    <a:pt x="6830" y="19275"/>
                  </a:cubicBezTo>
                  <a:cubicBezTo>
                    <a:pt x="9702" y="18511"/>
                    <a:pt x="12523" y="17590"/>
                    <a:pt x="15308" y="16557"/>
                  </a:cubicBezTo>
                  <a:cubicBezTo>
                    <a:pt x="19868" y="14869"/>
                    <a:pt x="24326" y="12880"/>
                    <a:pt x="28730" y="10774"/>
                  </a:cubicBezTo>
                  <a:cubicBezTo>
                    <a:pt x="29344" y="10481"/>
                    <a:pt x="29956" y="10186"/>
                    <a:pt x="30567" y="9887"/>
                  </a:cubicBezTo>
                  <a:cubicBezTo>
                    <a:pt x="31687" y="9339"/>
                    <a:pt x="31926" y="7948"/>
                    <a:pt x="31702" y="6527"/>
                  </a:cubicBezTo>
                  <a:cubicBezTo>
                    <a:pt x="31468" y="5047"/>
                    <a:pt x="30733" y="3536"/>
                    <a:pt x="29967" y="2914"/>
                  </a:cubicBezTo>
                  <a:cubicBezTo>
                    <a:pt x="28834" y="1992"/>
                    <a:pt x="27428" y="1232"/>
                    <a:pt x="26101" y="631"/>
                  </a:cubicBezTo>
                  <a:cubicBezTo>
                    <a:pt x="24973" y="122"/>
                    <a:pt x="23701" y="72"/>
                    <a:pt x="22485" y="7"/>
                  </a:cubicBezTo>
                  <a:cubicBezTo>
                    <a:pt x="22409" y="3"/>
                    <a:pt x="22334" y="1"/>
                    <a:pt x="2225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9"/>
            <p:cNvSpPr/>
            <p:nvPr/>
          </p:nvSpPr>
          <p:spPr>
            <a:xfrm>
              <a:off x="10864950" y="3360750"/>
              <a:ext cx="48300" cy="160625"/>
            </a:xfrm>
            <a:custGeom>
              <a:rect b="b" l="l" r="r" t="t"/>
              <a:pathLst>
                <a:path extrusionOk="0" h="6425" w="1932">
                  <a:moveTo>
                    <a:pt x="283" y="0"/>
                  </a:moveTo>
                  <a:cubicBezTo>
                    <a:pt x="140" y="0"/>
                    <a:pt x="0" y="110"/>
                    <a:pt x="14" y="274"/>
                  </a:cubicBezTo>
                  <a:cubicBezTo>
                    <a:pt x="98" y="1339"/>
                    <a:pt x="459" y="2352"/>
                    <a:pt x="513" y="3430"/>
                  </a:cubicBezTo>
                  <a:cubicBezTo>
                    <a:pt x="557" y="4325"/>
                    <a:pt x="287" y="5491"/>
                    <a:pt x="774" y="6277"/>
                  </a:cubicBezTo>
                  <a:cubicBezTo>
                    <a:pt x="833" y="6374"/>
                    <a:pt x="945" y="6425"/>
                    <a:pt x="1056" y="6425"/>
                  </a:cubicBezTo>
                  <a:cubicBezTo>
                    <a:pt x="1150" y="6425"/>
                    <a:pt x="1244" y="6388"/>
                    <a:pt x="1304" y="6312"/>
                  </a:cubicBezTo>
                  <a:cubicBezTo>
                    <a:pt x="1931" y="5511"/>
                    <a:pt x="1735" y="4004"/>
                    <a:pt x="1639" y="3053"/>
                  </a:cubicBezTo>
                  <a:cubicBezTo>
                    <a:pt x="1530" y="1993"/>
                    <a:pt x="1305" y="780"/>
                    <a:pt x="453" y="62"/>
                  </a:cubicBezTo>
                  <a:cubicBezTo>
                    <a:pt x="403" y="19"/>
                    <a:pt x="343" y="0"/>
                    <a:pt x="283"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9"/>
            <p:cNvSpPr/>
            <p:nvPr/>
          </p:nvSpPr>
          <p:spPr>
            <a:xfrm>
              <a:off x="10360025" y="3535025"/>
              <a:ext cx="684175" cy="305125"/>
            </a:xfrm>
            <a:custGeom>
              <a:rect b="b" l="l" r="r" t="t"/>
              <a:pathLst>
                <a:path extrusionOk="0" h="12205" w="27367">
                  <a:moveTo>
                    <a:pt x="20840" y="1"/>
                  </a:moveTo>
                  <a:cubicBezTo>
                    <a:pt x="20811" y="1"/>
                    <a:pt x="20782" y="1"/>
                    <a:pt x="20753" y="2"/>
                  </a:cubicBezTo>
                  <a:cubicBezTo>
                    <a:pt x="19808" y="18"/>
                    <a:pt x="18935" y="346"/>
                    <a:pt x="18072" y="673"/>
                  </a:cubicBezTo>
                  <a:cubicBezTo>
                    <a:pt x="15961" y="1467"/>
                    <a:pt x="13852" y="2260"/>
                    <a:pt x="11741" y="3055"/>
                  </a:cubicBezTo>
                  <a:cubicBezTo>
                    <a:pt x="8624" y="4228"/>
                    <a:pt x="5511" y="5401"/>
                    <a:pt x="2397" y="6575"/>
                  </a:cubicBezTo>
                  <a:cubicBezTo>
                    <a:pt x="1694" y="6841"/>
                    <a:pt x="776" y="7067"/>
                    <a:pt x="1" y="7512"/>
                  </a:cubicBezTo>
                  <a:cubicBezTo>
                    <a:pt x="102" y="7824"/>
                    <a:pt x="206" y="8129"/>
                    <a:pt x="309" y="8420"/>
                  </a:cubicBezTo>
                  <a:cubicBezTo>
                    <a:pt x="574" y="9171"/>
                    <a:pt x="1019" y="10434"/>
                    <a:pt x="1478" y="11035"/>
                  </a:cubicBezTo>
                  <a:cubicBezTo>
                    <a:pt x="2160" y="11930"/>
                    <a:pt x="3022" y="12204"/>
                    <a:pt x="3883" y="12204"/>
                  </a:cubicBezTo>
                  <a:cubicBezTo>
                    <a:pt x="4426" y="12204"/>
                    <a:pt x="4970" y="12094"/>
                    <a:pt x="5467" y="11962"/>
                  </a:cubicBezTo>
                  <a:cubicBezTo>
                    <a:pt x="8339" y="11198"/>
                    <a:pt x="11160" y="10277"/>
                    <a:pt x="13945" y="9244"/>
                  </a:cubicBezTo>
                  <a:cubicBezTo>
                    <a:pt x="18505" y="7556"/>
                    <a:pt x="22963" y="5567"/>
                    <a:pt x="27367" y="3461"/>
                  </a:cubicBezTo>
                  <a:cubicBezTo>
                    <a:pt x="25290" y="1609"/>
                    <a:pt x="23023" y="1"/>
                    <a:pt x="20840"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49"/>
          <p:cNvGrpSpPr/>
          <p:nvPr/>
        </p:nvGrpSpPr>
        <p:grpSpPr>
          <a:xfrm>
            <a:off x="2081488" y="3460900"/>
            <a:ext cx="973500" cy="884350"/>
            <a:chOff x="8856200" y="2191500"/>
            <a:chExt cx="973500" cy="884350"/>
          </a:xfrm>
        </p:grpSpPr>
        <p:sp>
          <p:nvSpPr>
            <p:cNvPr id="1803" name="Google Shape;1803;p49"/>
            <p:cNvSpPr/>
            <p:nvPr/>
          </p:nvSpPr>
          <p:spPr>
            <a:xfrm>
              <a:off x="8856200" y="2759200"/>
              <a:ext cx="334825" cy="316650"/>
            </a:xfrm>
            <a:custGeom>
              <a:rect b="b" l="l" r="r" t="t"/>
              <a:pathLst>
                <a:path extrusionOk="0" h="12666" w="13393">
                  <a:moveTo>
                    <a:pt x="4955" y="0"/>
                  </a:moveTo>
                  <a:cubicBezTo>
                    <a:pt x="3612" y="1237"/>
                    <a:pt x="2414" y="2338"/>
                    <a:pt x="1446" y="3227"/>
                  </a:cubicBezTo>
                  <a:cubicBezTo>
                    <a:pt x="59" y="4499"/>
                    <a:pt x="0" y="6665"/>
                    <a:pt x="1316" y="8013"/>
                  </a:cubicBezTo>
                  <a:lnTo>
                    <a:pt x="2742" y="9476"/>
                  </a:lnTo>
                  <a:lnTo>
                    <a:pt x="4870" y="11660"/>
                  </a:lnTo>
                  <a:cubicBezTo>
                    <a:pt x="5521" y="12328"/>
                    <a:pt x="6389" y="12666"/>
                    <a:pt x="7259" y="12666"/>
                  </a:cubicBezTo>
                  <a:cubicBezTo>
                    <a:pt x="8051" y="12666"/>
                    <a:pt x="8846" y="12385"/>
                    <a:pt x="9481" y="11819"/>
                  </a:cubicBezTo>
                  <a:lnTo>
                    <a:pt x="13393" y="8325"/>
                  </a:lnTo>
                  <a:cubicBezTo>
                    <a:pt x="12753" y="7889"/>
                    <a:pt x="12168" y="7275"/>
                    <a:pt x="11643" y="6825"/>
                  </a:cubicBezTo>
                  <a:cubicBezTo>
                    <a:pt x="10979" y="6259"/>
                    <a:pt x="10338" y="5665"/>
                    <a:pt x="9710" y="5059"/>
                  </a:cubicBezTo>
                  <a:cubicBezTo>
                    <a:pt x="9561" y="4918"/>
                    <a:pt x="9416" y="4776"/>
                    <a:pt x="9268" y="4633"/>
                  </a:cubicBezTo>
                  <a:cubicBezTo>
                    <a:pt x="7750" y="3162"/>
                    <a:pt x="6322" y="1608"/>
                    <a:pt x="49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9"/>
            <p:cNvSpPr/>
            <p:nvPr/>
          </p:nvSpPr>
          <p:spPr>
            <a:xfrm>
              <a:off x="8980050" y="2194350"/>
              <a:ext cx="846625" cy="772975"/>
            </a:xfrm>
            <a:custGeom>
              <a:rect b="b" l="l" r="r" t="t"/>
              <a:pathLst>
                <a:path extrusionOk="0" h="30919" w="33865">
                  <a:moveTo>
                    <a:pt x="32398" y="0"/>
                  </a:moveTo>
                  <a:cubicBezTo>
                    <a:pt x="32363" y="0"/>
                    <a:pt x="32327" y="2"/>
                    <a:pt x="32291" y="5"/>
                  </a:cubicBezTo>
                  <a:cubicBezTo>
                    <a:pt x="32214" y="11"/>
                    <a:pt x="32138" y="24"/>
                    <a:pt x="32066" y="46"/>
                  </a:cubicBezTo>
                  <a:lnTo>
                    <a:pt x="32042" y="52"/>
                  </a:lnTo>
                  <a:lnTo>
                    <a:pt x="26291" y="1743"/>
                  </a:lnTo>
                  <a:lnTo>
                    <a:pt x="20312" y="3502"/>
                  </a:lnTo>
                  <a:lnTo>
                    <a:pt x="20244" y="3520"/>
                  </a:lnTo>
                  <a:cubicBezTo>
                    <a:pt x="17485" y="6379"/>
                    <a:pt x="9213" y="14088"/>
                    <a:pt x="2677" y="20124"/>
                  </a:cubicBezTo>
                  <a:cubicBezTo>
                    <a:pt x="2285" y="20486"/>
                    <a:pt x="1899" y="20842"/>
                    <a:pt x="1519" y="21193"/>
                  </a:cubicBezTo>
                  <a:cubicBezTo>
                    <a:pt x="1399" y="21306"/>
                    <a:pt x="1276" y="21417"/>
                    <a:pt x="1156" y="21529"/>
                  </a:cubicBezTo>
                  <a:cubicBezTo>
                    <a:pt x="761" y="21894"/>
                    <a:pt x="373" y="22250"/>
                    <a:pt x="1" y="22594"/>
                  </a:cubicBezTo>
                  <a:cubicBezTo>
                    <a:pt x="1368" y="24202"/>
                    <a:pt x="2796" y="25756"/>
                    <a:pt x="4314" y="27227"/>
                  </a:cubicBezTo>
                  <a:cubicBezTo>
                    <a:pt x="4462" y="27370"/>
                    <a:pt x="4607" y="27512"/>
                    <a:pt x="4756" y="27653"/>
                  </a:cubicBezTo>
                  <a:cubicBezTo>
                    <a:pt x="5384" y="28259"/>
                    <a:pt x="6025" y="28853"/>
                    <a:pt x="6689" y="29419"/>
                  </a:cubicBezTo>
                  <a:cubicBezTo>
                    <a:pt x="7214" y="29869"/>
                    <a:pt x="7799" y="30483"/>
                    <a:pt x="8439" y="30919"/>
                  </a:cubicBezTo>
                  <a:lnTo>
                    <a:pt x="9448" y="30017"/>
                  </a:lnTo>
                  <a:lnTo>
                    <a:pt x="9981" y="29543"/>
                  </a:lnTo>
                  <a:lnTo>
                    <a:pt x="10990" y="28641"/>
                  </a:lnTo>
                  <a:lnTo>
                    <a:pt x="29132" y="12444"/>
                  </a:lnTo>
                  <a:lnTo>
                    <a:pt x="29399" y="11801"/>
                  </a:lnTo>
                  <a:lnTo>
                    <a:pt x="31692" y="6204"/>
                  </a:lnTo>
                  <a:lnTo>
                    <a:pt x="33502" y="1791"/>
                  </a:lnTo>
                  <a:lnTo>
                    <a:pt x="33537" y="1710"/>
                  </a:lnTo>
                  <a:cubicBezTo>
                    <a:pt x="33541" y="1699"/>
                    <a:pt x="33546" y="1686"/>
                    <a:pt x="33550" y="1675"/>
                  </a:cubicBezTo>
                  <a:cubicBezTo>
                    <a:pt x="33864" y="840"/>
                    <a:pt x="33223" y="0"/>
                    <a:pt x="32398"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9"/>
            <p:cNvSpPr/>
            <p:nvPr/>
          </p:nvSpPr>
          <p:spPr>
            <a:xfrm>
              <a:off x="9487825" y="2194975"/>
              <a:ext cx="338550" cy="294425"/>
            </a:xfrm>
            <a:custGeom>
              <a:rect b="b" l="l" r="r" t="t"/>
              <a:pathLst>
                <a:path extrusionOk="0" h="11777" w="13542">
                  <a:moveTo>
                    <a:pt x="12007" y="0"/>
                  </a:moveTo>
                  <a:cubicBezTo>
                    <a:pt x="11993" y="0"/>
                    <a:pt x="11980" y="1"/>
                    <a:pt x="11966" y="1"/>
                  </a:cubicBezTo>
                  <a:cubicBezTo>
                    <a:pt x="11855" y="6"/>
                    <a:pt x="11744" y="24"/>
                    <a:pt x="11637" y="55"/>
                  </a:cubicBezTo>
                  <a:lnTo>
                    <a:pt x="5980" y="1716"/>
                  </a:lnTo>
                  <a:lnTo>
                    <a:pt x="1" y="3475"/>
                  </a:lnTo>
                  <a:cubicBezTo>
                    <a:pt x="473" y="3605"/>
                    <a:pt x="915" y="3838"/>
                    <a:pt x="1277" y="4169"/>
                  </a:cubicBezTo>
                  <a:cubicBezTo>
                    <a:pt x="1994" y="4833"/>
                    <a:pt x="2347" y="5898"/>
                    <a:pt x="2072" y="6838"/>
                  </a:cubicBezTo>
                  <a:lnTo>
                    <a:pt x="2074" y="6838"/>
                  </a:lnTo>
                  <a:cubicBezTo>
                    <a:pt x="2095" y="6835"/>
                    <a:pt x="2113" y="6832"/>
                    <a:pt x="2136" y="6829"/>
                  </a:cubicBezTo>
                  <a:cubicBezTo>
                    <a:pt x="2158" y="6825"/>
                    <a:pt x="2181" y="6820"/>
                    <a:pt x="2205" y="6817"/>
                  </a:cubicBezTo>
                  <a:cubicBezTo>
                    <a:pt x="2338" y="6796"/>
                    <a:pt x="2474" y="6784"/>
                    <a:pt x="2608" y="6782"/>
                  </a:cubicBezTo>
                  <a:cubicBezTo>
                    <a:pt x="2622" y="6782"/>
                    <a:pt x="2637" y="6782"/>
                    <a:pt x="2651" y="6782"/>
                  </a:cubicBezTo>
                  <a:cubicBezTo>
                    <a:pt x="2689" y="6782"/>
                    <a:pt x="2727" y="6783"/>
                    <a:pt x="2766" y="6785"/>
                  </a:cubicBezTo>
                  <a:cubicBezTo>
                    <a:pt x="2824" y="6785"/>
                    <a:pt x="2883" y="6788"/>
                    <a:pt x="2940" y="6794"/>
                  </a:cubicBezTo>
                  <a:cubicBezTo>
                    <a:pt x="2988" y="6798"/>
                    <a:pt x="3035" y="6802"/>
                    <a:pt x="3083" y="6810"/>
                  </a:cubicBezTo>
                  <a:cubicBezTo>
                    <a:pt x="3151" y="6816"/>
                    <a:pt x="3217" y="6828"/>
                    <a:pt x="3284" y="6843"/>
                  </a:cubicBezTo>
                  <a:cubicBezTo>
                    <a:pt x="3325" y="6849"/>
                    <a:pt x="3365" y="6856"/>
                    <a:pt x="3405" y="6868"/>
                  </a:cubicBezTo>
                  <a:cubicBezTo>
                    <a:pt x="3534" y="6896"/>
                    <a:pt x="3662" y="6932"/>
                    <a:pt x="3786" y="6979"/>
                  </a:cubicBezTo>
                  <a:cubicBezTo>
                    <a:pt x="3842" y="6998"/>
                    <a:pt x="3895" y="7019"/>
                    <a:pt x="3948" y="7042"/>
                  </a:cubicBezTo>
                  <a:cubicBezTo>
                    <a:pt x="4002" y="7062"/>
                    <a:pt x="4056" y="7086"/>
                    <a:pt x="4108" y="7113"/>
                  </a:cubicBezTo>
                  <a:cubicBezTo>
                    <a:pt x="4159" y="7138"/>
                    <a:pt x="4212" y="7164"/>
                    <a:pt x="4263" y="7191"/>
                  </a:cubicBezTo>
                  <a:cubicBezTo>
                    <a:pt x="4266" y="7194"/>
                    <a:pt x="4269" y="7194"/>
                    <a:pt x="4272" y="7196"/>
                  </a:cubicBezTo>
                  <a:cubicBezTo>
                    <a:pt x="4587" y="7369"/>
                    <a:pt x="4871" y="7596"/>
                    <a:pt x="5111" y="7863"/>
                  </a:cubicBezTo>
                  <a:cubicBezTo>
                    <a:pt x="5248" y="8015"/>
                    <a:pt x="5369" y="8182"/>
                    <a:pt x="5470" y="8359"/>
                  </a:cubicBezTo>
                  <a:cubicBezTo>
                    <a:pt x="5497" y="8403"/>
                    <a:pt x="5521" y="8448"/>
                    <a:pt x="5544" y="8493"/>
                  </a:cubicBezTo>
                  <a:cubicBezTo>
                    <a:pt x="5565" y="8529"/>
                    <a:pt x="5585" y="8569"/>
                    <a:pt x="5601" y="8608"/>
                  </a:cubicBezTo>
                  <a:cubicBezTo>
                    <a:pt x="5619" y="8647"/>
                    <a:pt x="5637" y="8685"/>
                    <a:pt x="5655" y="8726"/>
                  </a:cubicBezTo>
                  <a:cubicBezTo>
                    <a:pt x="5681" y="8787"/>
                    <a:pt x="5707" y="8852"/>
                    <a:pt x="5731" y="8917"/>
                  </a:cubicBezTo>
                  <a:cubicBezTo>
                    <a:pt x="5754" y="8981"/>
                    <a:pt x="5775" y="9047"/>
                    <a:pt x="5793" y="9112"/>
                  </a:cubicBezTo>
                  <a:cubicBezTo>
                    <a:pt x="5812" y="9178"/>
                    <a:pt x="5830" y="9245"/>
                    <a:pt x="5844" y="9311"/>
                  </a:cubicBezTo>
                  <a:cubicBezTo>
                    <a:pt x="5858" y="9377"/>
                    <a:pt x="5871" y="9447"/>
                    <a:pt x="5883" y="9513"/>
                  </a:cubicBezTo>
                  <a:cubicBezTo>
                    <a:pt x="5894" y="9579"/>
                    <a:pt x="5904" y="9647"/>
                    <a:pt x="5909" y="9717"/>
                  </a:cubicBezTo>
                  <a:cubicBezTo>
                    <a:pt x="5913" y="9762"/>
                    <a:pt x="5916" y="9804"/>
                    <a:pt x="5918" y="9850"/>
                  </a:cubicBezTo>
                  <a:cubicBezTo>
                    <a:pt x="5922" y="9887"/>
                    <a:pt x="5924" y="9926"/>
                    <a:pt x="5922" y="9964"/>
                  </a:cubicBezTo>
                  <a:lnTo>
                    <a:pt x="5922" y="9979"/>
                  </a:lnTo>
                  <a:cubicBezTo>
                    <a:pt x="5925" y="10037"/>
                    <a:pt x="5924" y="10094"/>
                    <a:pt x="5922" y="10150"/>
                  </a:cubicBezTo>
                  <a:cubicBezTo>
                    <a:pt x="5921" y="10180"/>
                    <a:pt x="5919" y="10210"/>
                    <a:pt x="5916" y="10239"/>
                  </a:cubicBezTo>
                  <a:cubicBezTo>
                    <a:pt x="5915" y="10287"/>
                    <a:pt x="5912" y="10335"/>
                    <a:pt x="5904" y="10382"/>
                  </a:cubicBezTo>
                  <a:cubicBezTo>
                    <a:pt x="5907" y="10385"/>
                    <a:pt x="5907" y="10390"/>
                    <a:pt x="5904" y="10391"/>
                  </a:cubicBezTo>
                  <a:cubicBezTo>
                    <a:pt x="5898" y="10451"/>
                    <a:pt x="5891" y="10512"/>
                    <a:pt x="5880" y="10572"/>
                  </a:cubicBezTo>
                  <a:cubicBezTo>
                    <a:pt x="5877" y="10595"/>
                    <a:pt x="5873" y="10616"/>
                    <a:pt x="5870" y="10637"/>
                  </a:cubicBezTo>
                  <a:cubicBezTo>
                    <a:pt x="5859" y="10682"/>
                    <a:pt x="5850" y="10729"/>
                    <a:pt x="5839" y="10774"/>
                  </a:cubicBezTo>
                  <a:cubicBezTo>
                    <a:pt x="5836" y="10794"/>
                    <a:pt x="5832" y="10812"/>
                    <a:pt x="5826" y="10830"/>
                  </a:cubicBezTo>
                  <a:cubicBezTo>
                    <a:pt x="5817" y="10866"/>
                    <a:pt x="5806" y="10901"/>
                    <a:pt x="5794" y="10939"/>
                  </a:cubicBezTo>
                  <a:cubicBezTo>
                    <a:pt x="5788" y="10958"/>
                    <a:pt x="5782" y="10978"/>
                    <a:pt x="5778" y="10998"/>
                  </a:cubicBezTo>
                  <a:lnTo>
                    <a:pt x="5779" y="10999"/>
                  </a:lnTo>
                  <a:cubicBezTo>
                    <a:pt x="6071" y="10925"/>
                    <a:pt x="6372" y="10889"/>
                    <a:pt x="6674" y="10889"/>
                  </a:cubicBezTo>
                  <a:cubicBezTo>
                    <a:pt x="7348" y="10889"/>
                    <a:pt x="8023" y="11071"/>
                    <a:pt x="8602" y="11420"/>
                  </a:cubicBezTo>
                  <a:cubicBezTo>
                    <a:pt x="8772" y="11526"/>
                    <a:pt x="8934" y="11645"/>
                    <a:pt x="9086" y="11776"/>
                  </a:cubicBezTo>
                  <a:lnTo>
                    <a:pt x="11379" y="6179"/>
                  </a:lnTo>
                  <a:lnTo>
                    <a:pt x="13190" y="1766"/>
                  </a:lnTo>
                  <a:cubicBezTo>
                    <a:pt x="13542" y="894"/>
                    <a:pt x="12874" y="0"/>
                    <a:pt x="12007"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9"/>
            <p:cNvSpPr/>
            <p:nvPr/>
          </p:nvSpPr>
          <p:spPr>
            <a:xfrm>
              <a:off x="9637275" y="2191500"/>
              <a:ext cx="192425" cy="158000"/>
            </a:xfrm>
            <a:custGeom>
              <a:rect b="b" l="l" r="r" t="t"/>
              <a:pathLst>
                <a:path extrusionOk="0" h="6320" w="7697">
                  <a:moveTo>
                    <a:pt x="6466" y="0"/>
                  </a:moveTo>
                  <a:cubicBezTo>
                    <a:pt x="6370" y="0"/>
                    <a:pt x="6270" y="14"/>
                    <a:pt x="6169" y="43"/>
                  </a:cubicBezTo>
                  <a:lnTo>
                    <a:pt x="6015" y="89"/>
                  </a:lnTo>
                  <a:lnTo>
                    <a:pt x="5774" y="160"/>
                  </a:lnTo>
                  <a:lnTo>
                    <a:pt x="5751" y="166"/>
                  </a:lnTo>
                  <a:lnTo>
                    <a:pt x="5658" y="194"/>
                  </a:lnTo>
                  <a:lnTo>
                    <a:pt x="0" y="1855"/>
                  </a:lnTo>
                  <a:cubicBezTo>
                    <a:pt x="709" y="2628"/>
                    <a:pt x="1507" y="3492"/>
                    <a:pt x="1654" y="3623"/>
                  </a:cubicBezTo>
                  <a:cubicBezTo>
                    <a:pt x="2084" y="4004"/>
                    <a:pt x="2526" y="4367"/>
                    <a:pt x="2980" y="4714"/>
                  </a:cubicBezTo>
                  <a:cubicBezTo>
                    <a:pt x="3659" y="5230"/>
                    <a:pt x="4366" y="5705"/>
                    <a:pt x="5101" y="6140"/>
                  </a:cubicBezTo>
                  <a:cubicBezTo>
                    <a:pt x="5199" y="6199"/>
                    <a:pt x="5300" y="6258"/>
                    <a:pt x="5400" y="6319"/>
                  </a:cubicBezTo>
                  <a:lnTo>
                    <a:pt x="7212" y="1905"/>
                  </a:lnTo>
                  <a:lnTo>
                    <a:pt x="7258" y="1787"/>
                  </a:lnTo>
                  <a:lnTo>
                    <a:pt x="7409" y="1419"/>
                  </a:lnTo>
                  <a:cubicBezTo>
                    <a:pt x="7697" y="718"/>
                    <a:pt x="7162" y="0"/>
                    <a:pt x="6466" y="0"/>
                  </a:cubicBezTo>
                  <a:close/>
                </a:path>
              </a:pathLst>
            </a:cu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9"/>
            <p:cNvSpPr/>
            <p:nvPr/>
          </p:nvSpPr>
          <p:spPr>
            <a:xfrm>
              <a:off x="9104100" y="2364475"/>
              <a:ext cx="536450" cy="499050"/>
            </a:xfrm>
            <a:custGeom>
              <a:rect b="b" l="l" r="r" t="t"/>
              <a:pathLst>
                <a:path extrusionOk="0" h="19962" w="21458">
                  <a:moveTo>
                    <a:pt x="18017" y="1"/>
                  </a:moveTo>
                  <a:cubicBezTo>
                    <a:pt x="17839" y="1"/>
                    <a:pt x="17662" y="16"/>
                    <a:pt x="17486" y="46"/>
                  </a:cubicBezTo>
                  <a:lnTo>
                    <a:pt x="17405" y="129"/>
                  </a:lnTo>
                  <a:lnTo>
                    <a:pt x="1" y="16593"/>
                  </a:lnTo>
                  <a:lnTo>
                    <a:pt x="3471" y="19962"/>
                  </a:lnTo>
                  <a:lnTo>
                    <a:pt x="21077" y="4242"/>
                  </a:lnTo>
                  <a:lnTo>
                    <a:pt x="21148" y="4153"/>
                  </a:lnTo>
                  <a:cubicBezTo>
                    <a:pt x="21457" y="3103"/>
                    <a:pt x="21188" y="1902"/>
                    <a:pt x="20460" y="1083"/>
                  </a:cubicBezTo>
                  <a:cubicBezTo>
                    <a:pt x="19848" y="397"/>
                    <a:pt x="18932" y="1"/>
                    <a:pt x="18017"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9"/>
            <p:cNvSpPr/>
            <p:nvPr/>
          </p:nvSpPr>
          <p:spPr>
            <a:xfrm>
              <a:off x="9017975" y="2697450"/>
              <a:ext cx="236825" cy="235475"/>
            </a:xfrm>
            <a:custGeom>
              <a:rect b="b" l="l" r="r" t="t"/>
              <a:pathLst>
                <a:path extrusionOk="0" h="9419" w="9473">
                  <a:moveTo>
                    <a:pt x="1159" y="0"/>
                  </a:moveTo>
                  <a:cubicBezTo>
                    <a:pt x="766" y="362"/>
                    <a:pt x="380" y="718"/>
                    <a:pt x="0" y="1069"/>
                  </a:cubicBezTo>
                  <a:cubicBezTo>
                    <a:pt x="1379" y="2686"/>
                    <a:pt x="2817" y="4247"/>
                    <a:pt x="4337" y="5727"/>
                  </a:cubicBezTo>
                  <a:cubicBezTo>
                    <a:pt x="4523" y="5907"/>
                    <a:pt x="4710" y="6086"/>
                    <a:pt x="4897" y="6264"/>
                  </a:cubicBezTo>
                  <a:cubicBezTo>
                    <a:pt x="5489" y="6830"/>
                    <a:pt x="6092" y="7387"/>
                    <a:pt x="6714" y="7919"/>
                  </a:cubicBezTo>
                  <a:cubicBezTo>
                    <a:pt x="7240" y="8367"/>
                    <a:pt x="7825" y="8981"/>
                    <a:pt x="8464" y="9419"/>
                  </a:cubicBezTo>
                  <a:lnTo>
                    <a:pt x="9473" y="8517"/>
                  </a:lnTo>
                  <a:cubicBezTo>
                    <a:pt x="9001" y="7980"/>
                    <a:pt x="8373" y="7524"/>
                    <a:pt x="7889" y="7058"/>
                  </a:cubicBezTo>
                  <a:cubicBezTo>
                    <a:pt x="7658" y="6836"/>
                    <a:pt x="7427" y="6614"/>
                    <a:pt x="7196" y="6393"/>
                  </a:cubicBezTo>
                  <a:cubicBezTo>
                    <a:pt x="6828" y="6034"/>
                    <a:pt x="6459" y="5677"/>
                    <a:pt x="6094" y="5314"/>
                  </a:cubicBezTo>
                  <a:cubicBezTo>
                    <a:pt x="5848" y="5072"/>
                    <a:pt x="5605" y="4831"/>
                    <a:pt x="5365" y="4587"/>
                  </a:cubicBezTo>
                  <a:cubicBezTo>
                    <a:pt x="4832" y="4048"/>
                    <a:pt x="4307" y="3502"/>
                    <a:pt x="3791" y="2948"/>
                  </a:cubicBezTo>
                  <a:cubicBezTo>
                    <a:pt x="2888" y="1987"/>
                    <a:pt x="2010" y="1005"/>
                    <a:pt x="1159"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9"/>
            <p:cNvSpPr/>
            <p:nvPr/>
          </p:nvSpPr>
          <p:spPr>
            <a:xfrm>
              <a:off x="8980050" y="2732550"/>
              <a:ext cx="236175" cy="234750"/>
            </a:xfrm>
            <a:custGeom>
              <a:rect b="b" l="l" r="r" t="t"/>
              <a:pathLst>
                <a:path extrusionOk="0" h="9390" w="9447">
                  <a:moveTo>
                    <a:pt x="1155" y="1"/>
                  </a:moveTo>
                  <a:cubicBezTo>
                    <a:pt x="761" y="366"/>
                    <a:pt x="373" y="721"/>
                    <a:pt x="1" y="1066"/>
                  </a:cubicBezTo>
                  <a:cubicBezTo>
                    <a:pt x="1368" y="2674"/>
                    <a:pt x="2796" y="4228"/>
                    <a:pt x="4314" y="5699"/>
                  </a:cubicBezTo>
                  <a:cubicBezTo>
                    <a:pt x="4462" y="5841"/>
                    <a:pt x="4607" y="5984"/>
                    <a:pt x="4756" y="6125"/>
                  </a:cubicBezTo>
                  <a:cubicBezTo>
                    <a:pt x="5384" y="6730"/>
                    <a:pt x="6025" y="7325"/>
                    <a:pt x="6689" y="7891"/>
                  </a:cubicBezTo>
                  <a:cubicBezTo>
                    <a:pt x="7214" y="8339"/>
                    <a:pt x="7799" y="8953"/>
                    <a:pt x="8439" y="9389"/>
                  </a:cubicBezTo>
                  <a:lnTo>
                    <a:pt x="9447" y="8489"/>
                  </a:lnTo>
                  <a:cubicBezTo>
                    <a:pt x="8974" y="7953"/>
                    <a:pt x="8347" y="7497"/>
                    <a:pt x="7865" y="7031"/>
                  </a:cubicBezTo>
                  <a:cubicBezTo>
                    <a:pt x="7233" y="6422"/>
                    <a:pt x="6601" y="5814"/>
                    <a:pt x="5978" y="5198"/>
                  </a:cubicBezTo>
                  <a:cubicBezTo>
                    <a:pt x="5762" y="4987"/>
                    <a:pt x="5550" y="4773"/>
                    <a:pt x="5340" y="4559"/>
                  </a:cubicBezTo>
                  <a:cubicBezTo>
                    <a:pt x="3890" y="3086"/>
                    <a:pt x="2492" y="1571"/>
                    <a:pt x="1155"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49"/>
          <p:cNvGrpSpPr/>
          <p:nvPr/>
        </p:nvGrpSpPr>
        <p:grpSpPr>
          <a:xfrm rot="-3473654">
            <a:off x="1341763" y="933376"/>
            <a:ext cx="1807420" cy="1567157"/>
            <a:chOff x="3500150" y="3578275"/>
            <a:chExt cx="1157925" cy="1004000"/>
          </a:xfrm>
        </p:grpSpPr>
        <p:sp>
          <p:nvSpPr>
            <p:cNvPr id="1811" name="Google Shape;1811;p49"/>
            <p:cNvSpPr/>
            <p:nvPr/>
          </p:nvSpPr>
          <p:spPr>
            <a:xfrm>
              <a:off x="3500150" y="3587725"/>
              <a:ext cx="1157925" cy="994550"/>
            </a:xfrm>
            <a:custGeom>
              <a:rect b="b" l="l" r="r" t="t"/>
              <a:pathLst>
                <a:path extrusionOk="0" h="39782" w="46317">
                  <a:moveTo>
                    <a:pt x="11589" y="1"/>
                  </a:moveTo>
                  <a:cubicBezTo>
                    <a:pt x="11514" y="1"/>
                    <a:pt x="11443" y="38"/>
                    <a:pt x="11403" y="102"/>
                  </a:cubicBezTo>
                  <a:cubicBezTo>
                    <a:pt x="10568" y="1408"/>
                    <a:pt x="3745" y="12118"/>
                    <a:pt x="76" y="18645"/>
                  </a:cubicBezTo>
                  <a:cubicBezTo>
                    <a:pt x="1" y="18778"/>
                    <a:pt x="81" y="18946"/>
                    <a:pt x="233" y="18968"/>
                  </a:cubicBezTo>
                  <a:cubicBezTo>
                    <a:pt x="2060" y="19246"/>
                    <a:pt x="11414" y="21049"/>
                    <a:pt x="17418" y="29557"/>
                  </a:cubicBezTo>
                  <a:cubicBezTo>
                    <a:pt x="17457" y="29610"/>
                    <a:pt x="17515" y="29643"/>
                    <a:pt x="17581" y="29649"/>
                  </a:cubicBezTo>
                  <a:cubicBezTo>
                    <a:pt x="18562" y="29714"/>
                    <a:pt x="26518" y="30533"/>
                    <a:pt x="34942" y="39710"/>
                  </a:cubicBezTo>
                  <a:cubicBezTo>
                    <a:pt x="34985" y="39758"/>
                    <a:pt x="35045" y="39782"/>
                    <a:pt x="35104" y="39782"/>
                  </a:cubicBezTo>
                  <a:cubicBezTo>
                    <a:pt x="35174" y="39782"/>
                    <a:pt x="35244" y="39748"/>
                    <a:pt x="35287" y="39684"/>
                  </a:cubicBezTo>
                  <a:cubicBezTo>
                    <a:pt x="36553" y="37743"/>
                    <a:pt x="45218" y="24448"/>
                    <a:pt x="46285" y="21698"/>
                  </a:cubicBezTo>
                  <a:cubicBezTo>
                    <a:pt x="46316" y="21618"/>
                    <a:pt x="46296" y="21525"/>
                    <a:pt x="46234" y="21464"/>
                  </a:cubicBezTo>
                  <a:cubicBezTo>
                    <a:pt x="45790" y="21033"/>
                    <a:pt x="43678" y="19187"/>
                    <a:pt x="36210" y="15058"/>
                  </a:cubicBezTo>
                  <a:lnTo>
                    <a:pt x="36197" y="15049"/>
                  </a:lnTo>
                  <a:lnTo>
                    <a:pt x="15498" y="1589"/>
                  </a:lnTo>
                  <a:cubicBezTo>
                    <a:pt x="15498" y="1589"/>
                    <a:pt x="14193" y="633"/>
                    <a:pt x="11640" y="7"/>
                  </a:cubicBezTo>
                  <a:cubicBezTo>
                    <a:pt x="11623" y="3"/>
                    <a:pt x="11606" y="1"/>
                    <a:pt x="1158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9"/>
            <p:cNvSpPr/>
            <p:nvPr/>
          </p:nvSpPr>
          <p:spPr>
            <a:xfrm>
              <a:off x="3579825" y="3578275"/>
              <a:ext cx="1072725" cy="939675"/>
            </a:xfrm>
            <a:custGeom>
              <a:rect b="b" l="l" r="r" t="t"/>
              <a:pathLst>
                <a:path extrusionOk="0" h="37587" w="42909">
                  <a:moveTo>
                    <a:pt x="11651" y="1"/>
                  </a:moveTo>
                  <a:cubicBezTo>
                    <a:pt x="11558" y="1"/>
                    <a:pt x="11469" y="49"/>
                    <a:pt x="11419" y="129"/>
                  </a:cubicBezTo>
                  <a:lnTo>
                    <a:pt x="108" y="18071"/>
                  </a:lnTo>
                  <a:cubicBezTo>
                    <a:pt x="0" y="18241"/>
                    <a:pt x="106" y="18465"/>
                    <a:pt x="306" y="18487"/>
                  </a:cubicBezTo>
                  <a:cubicBezTo>
                    <a:pt x="7825" y="19394"/>
                    <a:pt x="14880" y="27194"/>
                    <a:pt x="15594" y="28007"/>
                  </a:cubicBezTo>
                  <a:cubicBezTo>
                    <a:pt x="15635" y="28051"/>
                    <a:pt x="15687" y="28082"/>
                    <a:pt x="15746" y="28093"/>
                  </a:cubicBezTo>
                  <a:cubicBezTo>
                    <a:pt x="17434" y="28420"/>
                    <a:pt x="19088" y="28916"/>
                    <a:pt x="20681" y="29570"/>
                  </a:cubicBezTo>
                  <a:cubicBezTo>
                    <a:pt x="26885" y="32104"/>
                    <a:pt x="30441" y="36312"/>
                    <a:pt x="31342" y="37480"/>
                  </a:cubicBezTo>
                  <a:cubicBezTo>
                    <a:pt x="31397" y="37551"/>
                    <a:pt x="31478" y="37586"/>
                    <a:pt x="31560" y="37586"/>
                  </a:cubicBezTo>
                  <a:cubicBezTo>
                    <a:pt x="31647" y="37586"/>
                    <a:pt x="31734" y="37545"/>
                    <a:pt x="31788" y="37464"/>
                  </a:cubicBezTo>
                  <a:cubicBezTo>
                    <a:pt x="38289" y="27615"/>
                    <a:pt x="42302" y="20335"/>
                    <a:pt x="42863" y="19301"/>
                  </a:cubicBezTo>
                  <a:cubicBezTo>
                    <a:pt x="42906" y="19222"/>
                    <a:pt x="42908" y="19125"/>
                    <a:pt x="42866" y="19045"/>
                  </a:cubicBezTo>
                  <a:cubicBezTo>
                    <a:pt x="42791" y="18891"/>
                    <a:pt x="42713" y="18741"/>
                    <a:pt x="42631" y="18593"/>
                  </a:cubicBezTo>
                  <a:cubicBezTo>
                    <a:pt x="38096" y="10064"/>
                    <a:pt x="29886" y="9445"/>
                    <a:pt x="27613" y="9445"/>
                  </a:cubicBezTo>
                  <a:cubicBezTo>
                    <a:pt x="27430" y="9445"/>
                    <a:pt x="27286" y="9449"/>
                    <a:pt x="27185" y="9453"/>
                  </a:cubicBezTo>
                  <a:cubicBezTo>
                    <a:pt x="27182" y="9454"/>
                    <a:pt x="27178" y="9454"/>
                    <a:pt x="27175" y="9454"/>
                  </a:cubicBezTo>
                  <a:cubicBezTo>
                    <a:pt x="27073" y="9454"/>
                    <a:pt x="26980" y="9396"/>
                    <a:pt x="26934" y="9305"/>
                  </a:cubicBezTo>
                  <a:cubicBezTo>
                    <a:pt x="22487" y="920"/>
                    <a:pt x="13016" y="80"/>
                    <a:pt x="11666" y="1"/>
                  </a:cubicBezTo>
                  <a:cubicBezTo>
                    <a:pt x="11661" y="1"/>
                    <a:pt x="11656" y="1"/>
                    <a:pt x="11651"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9"/>
            <p:cNvSpPr/>
            <p:nvPr/>
          </p:nvSpPr>
          <p:spPr>
            <a:xfrm>
              <a:off x="3967275" y="3817975"/>
              <a:ext cx="286125" cy="448600"/>
            </a:xfrm>
            <a:custGeom>
              <a:rect b="b" l="l" r="r" t="t"/>
              <a:pathLst>
                <a:path extrusionOk="0" h="17944" w="11445">
                  <a:moveTo>
                    <a:pt x="11011" y="0"/>
                  </a:moveTo>
                  <a:cubicBezTo>
                    <a:pt x="10918" y="0"/>
                    <a:pt x="10825" y="45"/>
                    <a:pt x="10764" y="152"/>
                  </a:cubicBezTo>
                  <a:cubicBezTo>
                    <a:pt x="7402" y="6029"/>
                    <a:pt x="3866" y="11803"/>
                    <a:pt x="157" y="17471"/>
                  </a:cubicBezTo>
                  <a:cubicBezTo>
                    <a:pt x="0" y="17710"/>
                    <a:pt x="220" y="17943"/>
                    <a:pt x="442" y="17943"/>
                  </a:cubicBezTo>
                  <a:cubicBezTo>
                    <a:pt x="537" y="17943"/>
                    <a:pt x="631" y="17901"/>
                    <a:pt x="697" y="17800"/>
                  </a:cubicBezTo>
                  <a:cubicBezTo>
                    <a:pt x="4403" y="12134"/>
                    <a:pt x="7939" y="6361"/>
                    <a:pt x="11303" y="481"/>
                  </a:cubicBezTo>
                  <a:cubicBezTo>
                    <a:pt x="11444" y="235"/>
                    <a:pt x="11225" y="0"/>
                    <a:pt x="11011" y="0"/>
                  </a:cubicBezTo>
                  <a:close/>
                </a:path>
              </a:pathLst>
            </a:custGeom>
            <a:solidFill>
              <a:schemeClr val="dk2"/>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49"/>
          <p:cNvGrpSpPr/>
          <p:nvPr/>
        </p:nvGrpSpPr>
        <p:grpSpPr>
          <a:xfrm>
            <a:off x="8291279" y="765348"/>
            <a:ext cx="275229" cy="351227"/>
            <a:chOff x="6472041" y="1958998"/>
            <a:chExt cx="275229" cy="351227"/>
          </a:xfrm>
        </p:grpSpPr>
        <p:cxnSp>
          <p:nvCxnSpPr>
            <p:cNvPr id="1815" name="Google Shape;1815;p49"/>
            <p:cNvCxnSpPr/>
            <p:nvPr/>
          </p:nvCxnSpPr>
          <p:spPr>
            <a:xfrm flipH="1" rot="10800000">
              <a:off x="6569950" y="2135925"/>
              <a:ext cx="38100" cy="174300"/>
            </a:xfrm>
            <a:prstGeom prst="straightConnector1">
              <a:avLst/>
            </a:prstGeom>
            <a:noFill/>
            <a:ln cap="flat" cmpd="sng" w="19050">
              <a:solidFill>
                <a:schemeClr val="dk2"/>
              </a:solidFill>
              <a:prstDash val="solid"/>
              <a:round/>
              <a:headEnd len="med" w="med" type="none"/>
              <a:tailEnd len="med" w="med" type="none"/>
            </a:ln>
          </p:spPr>
        </p:cxnSp>
        <p:sp>
          <p:nvSpPr>
            <p:cNvPr id="1816" name="Google Shape;1816;p49"/>
            <p:cNvSpPr/>
            <p:nvPr/>
          </p:nvSpPr>
          <p:spPr>
            <a:xfrm>
              <a:off x="6472041" y="1958998"/>
              <a:ext cx="275229" cy="273273"/>
            </a:xfrm>
            <a:custGeom>
              <a:rect b="b" l="l" r="r" t="t"/>
              <a:pathLst>
                <a:path extrusionOk="0" h="7824" w="7880">
                  <a:moveTo>
                    <a:pt x="4058" y="0"/>
                  </a:moveTo>
                  <a:cubicBezTo>
                    <a:pt x="3618" y="0"/>
                    <a:pt x="3187" y="55"/>
                    <a:pt x="2834" y="212"/>
                  </a:cubicBezTo>
                  <a:cubicBezTo>
                    <a:pt x="1891" y="631"/>
                    <a:pt x="2290" y="1638"/>
                    <a:pt x="2759" y="2265"/>
                  </a:cubicBezTo>
                  <a:cubicBezTo>
                    <a:pt x="2804" y="2284"/>
                    <a:pt x="2840" y="2325"/>
                    <a:pt x="2835" y="2378"/>
                  </a:cubicBezTo>
                  <a:cubicBezTo>
                    <a:pt x="2749" y="3336"/>
                    <a:pt x="2469" y="4339"/>
                    <a:pt x="2171" y="5251"/>
                  </a:cubicBezTo>
                  <a:cubicBezTo>
                    <a:pt x="2148" y="5322"/>
                    <a:pt x="2079" y="5394"/>
                    <a:pt x="1999" y="5394"/>
                  </a:cubicBezTo>
                  <a:cubicBezTo>
                    <a:pt x="1994" y="5394"/>
                    <a:pt x="1989" y="5394"/>
                    <a:pt x="1983" y="5393"/>
                  </a:cubicBezTo>
                  <a:cubicBezTo>
                    <a:pt x="1942" y="5389"/>
                    <a:pt x="1901" y="5387"/>
                    <a:pt x="1861" y="5387"/>
                  </a:cubicBezTo>
                  <a:cubicBezTo>
                    <a:pt x="840" y="5387"/>
                    <a:pt x="0" y="6772"/>
                    <a:pt x="1303" y="7179"/>
                  </a:cubicBezTo>
                  <a:cubicBezTo>
                    <a:pt x="1841" y="7347"/>
                    <a:pt x="2424" y="7421"/>
                    <a:pt x="2986" y="7512"/>
                  </a:cubicBezTo>
                  <a:cubicBezTo>
                    <a:pt x="3076" y="7527"/>
                    <a:pt x="3165" y="7543"/>
                    <a:pt x="3254" y="7559"/>
                  </a:cubicBezTo>
                  <a:cubicBezTo>
                    <a:pt x="3334" y="7573"/>
                    <a:pt x="3415" y="7589"/>
                    <a:pt x="3497" y="7605"/>
                  </a:cubicBezTo>
                  <a:cubicBezTo>
                    <a:pt x="3967" y="7701"/>
                    <a:pt x="4476" y="7823"/>
                    <a:pt x="4964" y="7823"/>
                  </a:cubicBezTo>
                  <a:cubicBezTo>
                    <a:pt x="5196" y="7823"/>
                    <a:pt x="5422" y="7796"/>
                    <a:pt x="5638" y="7725"/>
                  </a:cubicBezTo>
                  <a:cubicBezTo>
                    <a:pt x="6055" y="7589"/>
                    <a:pt x="6521" y="7217"/>
                    <a:pt x="6494" y="6729"/>
                  </a:cubicBezTo>
                  <a:cubicBezTo>
                    <a:pt x="6469" y="6257"/>
                    <a:pt x="6036" y="5918"/>
                    <a:pt x="5594" y="5918"/>
                  </a:cubicBezTo>
                  <a:cubicBezTo>
                    <a:pt x="5558" y="5918"/>
                    <a:pt x="5521" y="5920"/>
                    <a:pt x="5485" y="5925"/>
                  </a:cubicBezTo>
                  <a:cubicBezTo>
                    <a:pt x="5475" y="5926"/>
                    <a:pt x="5466" y="5927"/>
                    <a:pt x="5457" y="5927"/>
                  </a:cubicBezTo>
                  <a:cubicBezTo>
                    <a:pt x="5273" y="5927"/>
                    <a:pt x="5232" y="5670"/>
                    <a:pt x="5354" y="5559"/>
                  </a:cubicBezTo>
                  <a:cubicBezTo>
                    <a:pt x="5601" y="4669"/>
                    <a:pt x="5847" y="3779"/>
                    <a:pt x="6093" y="2888"/>
                  </a:cubicBezTo>
                  <a:cubicBezTo>
                    <a:pt x="6114" y="2809"/>
                    <a:pt x="6197" y="2732"/>
                    <a:pt x="6284" y="2732"/>
                  </a:cubicBezTo>
                  <a:cubicBezTo>
                    <a:pt x="6289" y="2732"/>
                    <a:pt x="6294" y="2732"/>
                    <a:pt x="6300" y="2733"/>
                  </a:cubicBezTo>
                  <a:cubicBezTo>
                    <a:pt x="6434" y="2746"/>
                    <a:pt x="6579" y="2759"/>
                    <a:pt x="6724" y="2759"/>
                  </a:cubicBezTo>
                  <a:cubicBezTo>
                    <a:pt x="7040" y="2759"/>
                    <a:pt x="7357" y="2699"/>
                    <a:pt x="7571" y="2458"/>
                  </a:cubicBezTo>
                  <a:cubicBezTo>
                    <a:pt x="7880" y="2108"/>
                    <a:pt x="7819" y="1540"/>
                    <a:pt x="7589" y="1170"/>
                  </a:cubicBezTo>
                  <a:cubicBezTo>
                    <a:pt x="7164" y="485"/>
                    <a:pt x="6233" y="267"/>
                    <a:pt x="5495" y="142"/>
                  </a:cubicBezTo>
                  <a:cubicBezTo>
                    <a:pt x="5073" y="71"/>
                    <a:pt x="4560" y="0"/>
                    <a:pt x="4058" y="0"/>
                  </a:cubicBezTo>
                  <a:close/>
                </a:path>
              </a:pathLst>
            </a:custGeom>
            <a:solidFill>
              <a:schemeClr val="accent1"/>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20" name="Shape 1820"/>
        <p:cNvGrpSpPr/>
        <p:nvPr/>
      </p:nvGrpSpPr>
      <p:grpSpPr>
        <a:xfrm>
          <a:off x="0" y="0"/>
          <a:ext cx="0" cy="0"/>
          <a:chOff x="0" y="0"/>
          <a:chExt cx="0" cy="0"/>
        </a:xfrm>
      </p:grpSpPr>
      <p:sp>
        <p:nvSpPr>
          <p:cNvPr id="1821" name="Google Shape;1821;p50"/>
          <p:cNvSpPr txBox="1"/>
          <p:nvPr>
            <p:ph type="title"/>
          </p:nvPr>
        </p:nvSpPr>
        <p:spPr>
          <a:xfrm>
            <a:off x="720000" y="3635075"/>
            <a:ext cx="4745100" cy="97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5" name="Shape 1825"/>
        <p:cNvGrpSpPr/>
        <p:nvPr/>
      </p:nvGrpSpPr>
      <p:grpSpPr>
        <a:xfrm>
          <a:off x="0" y="0"/>
          <a:ext cx="0" cy="0"/>
          <a:chOff x="0" y="0"/>
          <a:chExt cx="0" cy="0"/>
        </a:xfrm>
      </p:grpSpPr>
      <p:sp>
        <p:nvSpPr>
          <p:cNvPr id="1826" name="Google Shape;1826;p51"/>
          <p:cNvSpPr txBox="1"/>
          <p:nvPr>
            <p:ph type="title"/>
          </p:nvPr>
        </p:nvSpPr>
        <p:spPr>
          <a:xfrm>
            <a:off x="715100" y="1569600"/>
            <a:ext cx="3739800" cy="1638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a:t>
            </a:r>
            <a:endParaRPr/>
          </a:p>
          <a:p>
            <a:pPr indent="0" lvl="0" marL="0" rtl="0" algn="l">
              <a:spcBef>
                <a:spcPts val="0"/>
              </a:spcBef>
              <a:spcAft>
                <a:spcPts val="0"/>
              </a:spcAft>
              <a:buNone/>
            </a:pPr>
            <a:r>
              <a:rPr lang="en"/>
              <a:t>THE CONCEPT</a:t>
            </a:r>
            <a:endParaRPr/>
          </a:p>
        </p:txBody>
      </p:sp>
      <p:sp>
        <p:nvSpPr>
          <p:cNvPr id="1827" name="Google Shape;1827;p51"/>
          <p:cNvSpPr txBox="1"/>
          <p:nvPr>
            <p:ph idx="1" type="subTitle"/>
          </p:nvPr>
        </p:nvSpPr>
        <p:spPr>
          <a:xfrm>
            <a:off x="715100" y="3208200"/>
            <a:ext cx="3739800" cy="82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1828" name="Google Shape;1828;p51"/>
          <p:cNvPicPr preferRelativeResize="0"/>
          <p:nvPr/>
        </p:nvPicPr>
        <p:blipFill rotWithShape="1">
          <a:blip r:embed="rId3">
            <a:alphaModFix/>
          </a:blip>
          <a:srcRect b="0" l="18888" r="15620" t="0"/>
          <a:stretch/>
        </p:blipFill>
        <p:spPr>
          <a:xfrm>
            <a:off x="5122050" y="1110600"/>
            <a:ext cx="2871300" cy="2922300"/>
          </a:xfrm>
          <a:prstGeom prst="ellipse">
            <a:avLst/>
          </a:prstGeom>
          <a:noFill/>
          <a:ln>
            <a:noFill/>
          </a:ln>
        </p:spPr>
      </p:pic>
      <p:grpSp>
        <p:nvGrpSpPr>
          <p:cNvPr id="1829" name="Google Shape;1829;p51"/>
          <p:cNvGrpSpPr/>
          <p:nvPr/>
        </p:nvGrpSpPr>
        <p:grpSpPr>
          <a:xfrm>
            <a:off x="5045838" y="3409488"/>
            <a:ext cx="978550" cy="840000"/>
            <a:chOff x="3856138" y="919713"/>
            <a:chExt cx="978550" cy="840000"/>
          </a:xfrm>
        </p:grpSpPr>
        <p:sp>
          <p:nvSpPr>
            <p:cNvPr id="1830" name="Google Shape;1830;p51"/>
            <p:cNvSpPr/>
            <p:nvPr/>
          </p:nvSpPr>
          <p:spPr>
            <a:xfrm>
              <a:off x="4000663" y="1741913"/>
              <a:ext cx="425" cy="325"/>
            </a:xfrm>
            <a:custGeom>
              <a:rect b="b" l="l" r="r" t="t"/>
              <a:pathLst>
                <a:path extrusionOk="0" h="13" w="17">
                  <a:moveTo>
                    <a:pt x="8" y="1"/>
                  </a:moveTo>
                  <a:cubicBezTo>
                    <a:pt x="7" y="1"/>
                    <a:pt x="6" y="1"/>
                    <a:pt x="5" y="2"/>
                  </a:cubicBezTo>
                  <a:cubicBezTo>
                    <a:pt x="1" y="6"/>
                    <a:pt x="4" y="12"/>
                    <a:pt x="8" y="12"/>
                  </a:cubicBezTo>
                  <a:cubicBezTo>
                    <a:pt x="9" y="12"/>
                    <a:pt x="10" y="12"/>
                    <a:pt x="11" y="11"/>
                  </a:cubicBezTo>
                  <a:cubicBezTo>
                    <a:pt x="16" y="7"/>
                    <a:pt x="12" y="1"/>
                    <a:pt x="8" y="1"/>
                  </a:cubicBezTo>
                  <a:close/>
                </a:path>
              </a:pathLst>
            </a:custGeom>
            <a:solidFill>
              <a:srgbClr val="FFFFFF"/>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1"/>
            <p:cNvSpPr/>
            <p:nvPr/>
          </p:nvSpPr>
          <p:spPr>
            <a:xfrm>
              <a:off x="3856138" y="919713"/>
              <a:ext cx="978550" cy="840000"/>
            </a:xfrm>
            <a:custGeom>
              <a:rect b="b" l="l" r="r" t="t"/>
              <a:pathLst>
                <a:path extrusionOk="0" h="33600" w="39142">
                  <a:moveTo>
                    <a:pt x="20051" y="6941"/>
                  </a:moveTo>
                  <a:cubicBezTo>
                    <a:pt x="22119" y="6941"/>
                    <a:pt x="24355" y="7533"/>
                    <a:pt x="26638" y="9116"/>
                  </a:cubicBezTo>
                  <a:cubicBezTo>
                    <a:pt x="26638" y="9116"/>
                    <a:pt x="35326" y="14955"/>
                    <a:pt x="30366" y="24849"/>
                  </a:cubicBezTo>
                  <a:cubicBezTo>
                    <a:pt x="30237" y="25108"/>
                    <a:pt x="29968" y="25249"/>
                    <a:pt x="29675" y="25249"/>
                  </a:cubicBezTo>
                  <a:cubicBezTo>
                    <a:pt x="29495" y="25249"/>
                    <a:pt x="29305" y="25196"/>
                    <a:pt x="29133" y="25084"/>
                  </a:cubicBezTo>
                  <a:lnTo>
                    <a:pt x="10180" y="12745"/>
                  </a:lnTo>
                  <a:cubicBezTo>
                    <a:pt x="9694" y="12428"/>
                    <a:pt x="9585" y="11803"/>
                    <a:pt x="9953" y="11459"/>
                  </a:cubicBezTo>
                  <a:cubicBezTo>
                    <a:pt x="11466" y="10043"/>
                    <a:pt x="15318" y="6941"/>
                    <a:pt x="20051" y="6941"/>
                  </a:cubicBezTo>
                  <a:close/>
                  <a:moveTo>
                    <a:pt x="20499" y="1"/>
                  </a:moveTo>
                  <a:cubicBezTo>
                    <a:pt x="20254" y="1"/>
                    <a:pt x="20010" y="6"/>
                    <a:pt x="19766" y="16"/>
                  </a:cubicBezTo>
                  <a:cubicBezTo>
                    <a:pt x="19464" y="28"/>
                    <a:pt x="19164" y="48"/>
                    <a:pt x="18864" y="75"/>
                  </a:cubicBezTo>
                  <a:cubicBezTo>
                    <a:pt x="17779" y="175"/>
                    <a:pt x="16703" y="362"/>
                    <a:pt x="15649" y="635"/>
                  </a:cubicBezTo>
                  <a:cubicBezTo>
                    <a:pt x="15368" y="706"/>
                    <a:pt x="15090" y="783"/>
                    <a:pt x="14816" y="866"/>
                  </a:cubicBezTo>
                  <a:cubicBezTo>
                    <a:pt x="13868" y="1148"/>
                    <a:pt x="12939" y="1486"/>
                    <a:pt x="12034" y="1879"/>
                  </a:cubicBezTo>
                  <a:cubicBezTo>
                    <a:pt x="11723" y="2014"/>
                    <a:pt x="11415" y="2152"/>
                    <a:pt x="11112" y="2294"/>
                  </a:cubicBezTo>
                  <a:cubicBezTo>
                    <a:pt x="10165" y="2744"/>
                    <a:pt x="9255" y="3239"/>
                    <a:pt x="8393" y="3755"/>
                  </a:cubicBezTo>
                  <a:cubicBezTo>
                    <a:pt x="8116" y="3922"/>
                    <a:pt x="7841" y="4090"/>
                    <a:pt x="7574" y="4261"/>
                  </a:cubicBezTo>
                  <a:cubicBezTo>
                    <a:pt x="6658" y="4845"/>
                    <a:pt x="5800" y="5449"/>
                    <a:pt x="5011" y="6046"/>
                  </a:cubicBezTo>
                  <a:cubicBezTo>
                    <a:pt x="4765" y="6233"/>
                    <a:pt x="4524" y="6420"/>
                    <a:pt x="4291" y="6606"/>
                  </a:cubicBezTo>
                  <a:cubicBezTo>
                    <a:pt x="3308" y="7383"/>
                    <a:pt x="2449" y="8136"/>
                    <a:pt x="1734" y="8797"/>
                  </a:cubicBezTo>
                  <a:cubicBezTo>
                    <a:pt x="1550" y="8969"/>
                    <a:pt x="1375" y="9134"/>
                    <a:pt x="1211" y="9294"/>
                  </a:cubicBezTo>
                  <a:cubicBezTo>
                    <a:pt x="1016" y="9480"/>
                    <a:pt x="835" y="9656"/>
                    <a:pt x="671" y="9822"/>
                  </a:cubicBezTo>
                  <a:cubicBezTo>
                    <a:pt x="1" y="10486"/>
                    <a:pt x="76" y="11575"/>
                    <a:pt x="799" y="12149"/>
                  </a:cubicBezTo>
                  <a:cubicBezTo>
                    <a:pt x="837" y="12179"/>
                    <a:pt x="876" y="12208"/>
                    <a:pt x="918" y="12233"/>
                  </a:cubicBezTo>
                  <a:lnTo>
                    <a:pt x="33347" y="33347"/>
                  </a:lnTo>
                  <a:cubicBezTo>
                    <a:pt x="33546" y="33478"/>
                    <a:pt x="33774" y="33561"/>
                    <a:pt x="34012" y="33588"/>
                  </a:cubicBezTo>
                  <a:cubicBezTo>
                    <a:pt x="34074" y="33596"/>
                    <a:pt x="34135" y="33599"/>
                    <a:pt x="34196" y="33599"/>
                  </a:cubicBezTo>
                  <a:cubicBezTo>
                    <a:pt x="34774" y="33599"/>
                    <a:pt x="35312" y="33277"/>
                    <a:pt x="35583" y="32754"/>
                  </a:cubicBezTo>
                  <a:cubicBezTo>
                    <a:pt x="35880" y="32182"/>
                    <a:pt x="36154" y="31621"/>
                    <a:pt x="36408" y="31067"/>
                  </a:cubicBezTo>
                  <a:cubicBezTo>
                    <a:pt x="36550" y="30761"/>
                    <a:pt x="36684" y="30455"/>
                    <a:pt x="36812" y="30153"/>
                  </a:cubicBezTo>
                  <a:cubicBezTo>
                    <a:pt x="37607" y="28287"/>
                    <a:pt x="38167" y="26516"/>
                    <a:pt x="38530" y="24841"/>
                  </a:cubicBezTo>
                  <a:cubicBezTo>
                    <a:pt x="38592" y="24558"/>
                    <a:pt x="38648" y="24278"/>
                    <a:pt x="38699" y="24001"/>
                  </a:cubicBezTo>
                  <a:cubicBezTo>
                    <a:pt x="39045" y="22118"/>
                    <a:pt x="39141" y="20360"/>
                    <a:pt x="39054" y="18731"/>
                  </a:cubicBezTo>
                  <a:cubicBezTo>
                    <a:pt x="39039" y="18405"/>
                    <a:pt x="39013" y="18082"/>
                    <a:pt x="38982" y="17766"/>
                  </a:cubicBezTo>
                  <a:cubicBezTo>
                    <a:pt x="38847" y="16421"/>
                    <a:pt x="38577" y="15095"/>
                    <a:pt x="38176" y="13805"/>
                  </a:cubicBezTo>
                  <a:cubicBezTo>
                    <a:pt x="38079" y="13491"/>
                    <a:pt x="37974" y="13184"/>
                    <a:pt x="37864" y="12885"/>
                  </a:cubicBezTo>
                  <a:cubicBezTo>
                    <a:pt x="37375" y="11545"/>
                    <a:pt x="36746" y="10261"/>
                    <a:pt x="35988" y="9053"/>
                  </a:cubicBezTo>
                  <a:cubicBezTo>
                    <a:pt x="35863" y="8849"/>
                    <a:pt x="35736" y="8653"/>
                    <a:pt x="35608" y="8463"/>
                  </a:cubicBezTo>
                  <a:cubicBezTo>
                    <a:pt x="34791" y="7244"/>
                    <a:pt x="33852" y="6113"/>
                    <a:pt x="32807" y="5082"/>
                  </a:cubicBezTo>
                  <a:cubicBezTo>
                    <a:pt x="32576" y="4856"/>
                    <a:pt x="32357" y="4651"/>
                    <a:pt x="32156" y="4468"/>
                  </a:cubicBezTo>
                  <a:cubicBezTo>
                    <a:pt x="31348" y="3740"/>
                    <a:pt x="30805" y="3373"/>
                    <a:pt x="30805" y="3373"/>
                  </a:cubicBezTo>
                  <a:cubicBezTo>
                    <a:pt x="30094" y="2874"/>
                    <a:pt x="29352" y="2421"/>
                    <a:pt x="28582" y="2017"/>
                  </a:cubicBezTo>
                  <a:cubicBezTo>
                    <a:pt x="28352" y="1894"/>
                    <a:pt x="28121" y="1780"/>
                    <a:pt x="27888" y="1671"/>
                  </a:cubicBezTo>
                  <a:cubicBezTo>
                    <a:pt x="26700" y="1105"/>
                    <a:pt x="25450" y="678"/>
                    <a:pt x="24166" y="396"/>
                  </a:cubicBezTo>
                  <a:cubicBezTo>
                    <a:pt x="23818" y="318"/>
                    <a:pt x="23471" y="254"/>
                    <a:pt x="23126" y="200"/>
                  </a:cubicBezTo>
                  <a:cubicBezTo>
                    <a:pt x="22256" y="67"/>
                    <a:pt x="21377" y="1"/>
                    <a:pt x="2049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1"/>
            <p:cNvSpPr/>
            <p:nvPr/>
          </p:nvSpPr>
          <p:spPr>
            <a:xfrm>
              <a:off x="3886388" y="1139613"/>
              <a:ext cx="61725" cy="57275"/>
            </a:xfrm>
            <a:custGeom>
              <a:rect b="b" l="l" r="r" t="t"/>
              <a:pathLst>
                <a:path extrusionOk="0" h="2291" w="2469">
                  <a:moveTo>
                    <a:pt x="524" y="1"/>
                  </a:moveTo>
                  <a:cubicBezTo>
                    <a:pt x="340" y="174"/>
                    <a:pt x="165" y="338"/>
                    <a:pt x="1" y="498"/>
                  </a:cubicBezTo>
                  <a:cubicBezTo>
                    <a:pt x="177" y="741"/>
                    <a:pt x="369" y="974"/>
                    <a:pt x="572" y="1195"/>
                  </a:cubicBezTo>
                  <a:cubicBezTo>
                    <a:pt x="776" y="1419"/>
                    <a:pt x="983" y="1669"/>
                    <a:pt x="1217" y="1880"/>
                  </a:cubicBezTo>
                  <a:cubicBezTo>
                    <a:pt x="1410" y="2051"/>
                    <a:pt x="1619" y="2194"/>
                    <a:pt x="1859" y="2273"/>
                  </a:cubicBezTo>
                  <a:cubicBezTo>
                    <a:pt x="1898" y="2285"/>
                    <a:pt x="1936" y="2291"/>
                    <a:pt x="1974" y="2291"/>
                  </a:cubicBezTo>
                  <a:cubicBezTo>
                    <a:pt x="2247" y="2291"/>
                    <a:pt x="2468" y="1986"/>
                    <a:pt x="2332" y="1720"/>
                  </a:cubicBezTo>
                  <a:cubicBezTo>
                    <a:pt x="2241" y="1551"/>
                    <a:pt x="2123" y="1399"/>
                    <a:pt x="1983" y="1268"/>
                  </a:cubicBezTo>
                  <a:cubicBezTo>
                    <a:pt x="1722" y="1007"/>
                    <a:pt x="1399" y="793"/>
                    <a:pt x="1131" y="551"/>
                  </a:cubicBezTo>
                  <a:cubicBezTo>
                    <a:pt x="930" y="369"/>
                    <a:pt x="729" y="182"/>
                    <a:pt x="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1"/>
            <p:cNvSpPr/>
            <p:nvPr/>
          </p:nvSpPr>
          <p:spPr>
            <a:xfrm>
              <a:off x="3963363" y="1070863"/>
              <a:ext cx="51550" cy="58175"/>
            </a:xfrm>
            <a:custGeom>
              <a:rect b="b" l="l" r="r" t="t"/>
              <a:pathLst>
                <a:path extrusionOk="0" h="2327" w="2062">
                  <a:moveTo>
                    <a:pt x="722" y="0"/>
                  </a:moveTo>
                  <a:cubicBezTo>
                    <a:pt x="476" y="187"/>
                    <a:pt x="235" y="374"/>
                    <a:pt x="1" y="560"/>
                  </a:cubicBezTo>
                  <a:cubicBezTo>
                    <a:pt x="7" y="566"/>
                    <a:pt x="11" y="575"/>
                    <a:pt x="16" y="583"/>
                  </a:cubicBezTo>
                  <a:cubicBezTo>
                    <a:pt x="386" y="1133"/>
                    <a:pt x="748" y="1697"/>
                    <a:pt x="1200" y="2185"/>
                  </a:cubicBezTo>
                  <a:cubicBezTo>
                    <a:pt x="1230" y="2219"/>
                    <a:pt x="1265" y="2247"/>
                    <a:pt x="1306" y="2269"/>
                  </a:cubicBezTo>
                  <a:cubicBezTo>
                    <a:pt x="1374" y="2309"/>
                    <a:pt x="1449" y="2326"/>
                    <a:pt x="1523" y="2326"/>
                  </a:cubicBezTo>
                  <a:cubicBezTo>
                    <a:pt x="1794" y="2326"/>
                    <a:pt x="2062" y="2090"/>
                    <a:pt x="1997" y="1805"/>
                  </a:cubicBezTo>
                  <a:cubicBezTo>
                    <a:pt x="1988" y="1761"/>
                    <a:pt x="1971" y="1717"/>
                    <a:pt x="1947" y="1678"/>
                  </a:cubicBezTo>
                  <a:cubicBezTo>
                    <a:pt x="1617" y="1102"/>
                    <a:pt x="1193" y="583"/>
                    <a:pt x="776" y="67"/>
                  </a:cubicBezTo>
                  <a:cubicBezTo>
                    <a:pt x="758" y="44"/>
                    <a:pt x="742" y="23"/>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1"/>
            <p:cNvSpPr/>
            <p:nvPr/>
          </p:nvSpPr>
          <p:spPr>
            <a:xfrm>
              <a:off x="4045488" y="1013613"/>
              <a:ext cx="50225" cy="57525"/>
            </a:xfrm>
            <a:custGeom>
              <a:rect b="b" l="l" r="r" t="t"/>
              <a:pathLst>
                <a:path extrusionOk="0" h="2301" w="2009">
                  <a:moveTo>
                    <a:pt x="819" y="0"/>
                  </a:moveTo>
                  <a:cubicBezTo>
                    <a:pt x="542" y="168"/>
                    <a:pt x="267" y="335"/>
                    <a:pt x="0" y="507"/>
                  </a:cubicBezTo>
                  <a:cubicBezTo>
                    <a:pt x="62" y="595"/>
                    <a:pt x="121" y="681"/>
                    <a:pt x="180" y="770"/>
                  </a:cubicBezTo>
                  <a:cubicBezTo>
                    <a:pt x="528" y="1290"/>
                    <a:pt x="844" y="1893"/>
                    <a:pt x="1372" y="2243"/>
                  </a:cubicBezTo>
                  <a:cubicBezTo>
                    <a:pt x="1432" y="2283"/>
                    <a:pt x="1499" y="2301"/>
                    <a:pt x="1565" y="2301"/>
                  </a:cubicBezTo>
                  <a:cubicBezTo>
                    <a:pt x="1790" y="2301"/>
                    <a:pt x="2009" y="2098"/>
                    <a:pt x="1945" y="1851"/>
                  </a:cubicBezTo>
                  <a:cubicBezTo>
                    <a:pt x="1786" y="1240"/>
                    <a:pt x="1332" y="741"/>
                    <a:pt x="976" y="231"/>
                  </a:cubicBezTo>
                  <a:cubicBezTo>
                    <a:pt x="924" y="157"/>
                    <a:pt x="871" y="79"/>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1"/>
            <p:cNvSpPr/>
            <p:nvPr/>
          </p:nvSpPr>
          <p:spPr>
            <a:xfrm>
              <a:off x="4133938" y="966713"/>
              <a:ext cx="46850" cy="65050"/>
            </a:xfrm>
            <a:custGeom>
              <a:rect b="b" l="l" r="r" t="t"/>
              <a:pathLst>
                <a:path extrusionOk="0" h="2602" w="1874">
                  <a:moveTo>
                    <a:pt x="922" y="1"/>
                  </a:moveTo>
                  <a:cubicBezTo>
                    <a:pt x="610" y="134"/>
                    <a:pt x="302" y="272"/>
                    <a:pt x="0" y="416"/>
                  </a:cubicBezTo>
                  <a:cubicBezTo>
                    <a:pt x="362" y="1107"/>
                    <a:pt x="631" y="1906"/>
                    <a:pt x="1129" y="2471"/>
                  </a:cubicBezTo>
                  <a:cubicBezTo>
                    <a:pt x="1169" y="2517"/>
                    <a:pt x="1221" y="2553"/>
                    <a:pt x="1279" y="2575"/>
                  </a:cubicBezTo>
                  <a:cubicBezTo>
                    <a:pt x="1325" y="2593"/>
                    <a:pt x="1373" y="2602"/>
                    <a:pt x="1421" y="2602"/>
                  </a:cubicBezTo>
                  <a:cubicBezTo>
                    <a:pt x="1586" y="2602"/>
                    <a:pt x="1749" y="2500"/>
                    <a:pt x="1807" y="2336"/>
                  </a:cubicBezTo>
                  <a:cubicBezTo>
                    <a:pt x="1819" y="2302"/>
                    <a:pt x="1827" y="2264"/>
                    <a:pt x="1829" y="2226"/>
                  </a:cubicBezTo>
                  <a:cubicBezTo>
                    <a:pt x="1874" y="1440"/>
                    <a:pt x="1367" y="656"/>
                    <a:pt x="940" y="28"/>
                  </a:cubicBezTo>
                  <a:cubicBezTo>
                    <a:pt x="934" y="19"/>
                    <a:pt x="928" y="10"/>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1"/>
            <p:cNvSpPr/>
            <p:nvPr/>
          </p:nvSpPr>
          <p:spPr>
            <a:xfrm>
              <a:off x="4226513" y="935563"/>
              <a:ext cx="44575" cy="66550"/>
            </a:xfrm>
            <a:custGeom>
              <a:rect b="b" l="l" r="r" t="t"/>
              <a:pathLst>
                <a:path extrusionOk="0" h="2662" w="1783">
                  <a:moveTo>
                    <a:pt x="834" y="1"/>
                  </a:moveTo>
                  <a:cubicBezTo>
                    <a:pt x="553" y="72"/>
                    <a:pt x="275" y="149"/>
                    <a:pt x="1" y="233"/>
                  </a:cubicBezTo>
                  <a:cubicBezTo>
                    <a:pt x="48" y="387"/>
                    <a:pt x="100" y="532"/>
                    <a:pt x="143" y="658"/>
                  </a:cubicBezTo>
                  <a:cubicBezTo>
                    <a:pt x="361" y="1309"/>
                    <a:pt x="628" y="1894"/>
                    <a:pt x="1031" y="2445"/>
                  </a:cubicBezTo>
                  <a:cubicBezTo>
                    <a:pt x="1043" y="2466"/>
                    <a:pt x="1058" y="2484"/>
                    <a:pt x="1072" y="2504"/>
                  </a:cubicBezTo>
                  <a:cubicBezTo>
                    <a:pt x="1156" y="2615"/>
                    <a:pt x="1256" y="2662"/>
                    <a:pt x="1354" y="2662"/>
                  </a:cubicBezTo>
                  <a:cubicBezTo>
                    <a:pt x="1559" y="2662"/>
                    <a:pt x="1755" y="2460"/>
                    <a:pt x="1776" y="2230"/>
                  </a:cubicBezTo>
                  <a:cubicBezTo>
                    <a:pt x="1783" y="2166"/>
                    <a:pt x="1775" y="2102"/>
                    <a:pt x="1754" y="2042"/>
                  </a:cubicBezTo>
                  <a:cubicBezTo>
                    <a:pt x="1520" y="1395"/>
                    <a:pt x="1203" y="797"/>
                    <a:pt x="912" y="174"/>
                  </a:cubicBezTo>
                  <a:cubicBezTo>
                    <a:pt x="886" y="120"/>
                    <a:pt x="861" y="63"/>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1"/>
            <p:cNvSpPr/>
            <p:nvPr/>
          </p:nvSpPr>
          <p:spPr>
            <a:xfrm>
              <a:off x="4327763" y="920113"/>
              <a:ext cx="34325" cy="79550"/>
            </a:xfrm>
            <a:custGeom>
              <a:rect b="b" l="l" r="r" t="t"/>
              <a:pathLst>
                <a:path extrusionOk="0" h="3182" w="1373">
                  <a:moveTo>
                    <a:pt x="901" y="0"/>
                  </a:moveTo>
                  <a:cubicBezTo>
                    <a:pt x="599" y="12"/>
                    <a:pt x="299" y="32"/>
                    <a:pt x="0" y="59"/>
                  </a:cubicBezTo>
                  <a:cubicBezTo>
                    <a:pt x="29" y="846"/>
                    <a:pt x="139" y="1648"/>
                    <a:pt x="349" y="2393"/>
                  </a:cubicBezTo>
                  <a:cubicBezTo>
                    <a:pt x="391" y="2548"/>
                    <a:pt x="438" y="2698"/>
                    <a:pt x="489" y="2847"/>
                  </a:cubicBezTo>
                  <a:cubicBezTo>
                    <a:pt x="563" y="3061"/>
                    <a:pt x="781" y="3182"/>
                    <a:pt x="982" y="3182"/>
                  </a:cubicBezTo>
                  <a:cubicBezTo>
                    <a:pt x="1186" y="3182"/>
                    <a:pt x="1372" y="3056"/>
                    <a:pt x="1368" y="2776"/>
                  </a:cubicBezTo>
                  <a:cubicBezTo>
                    <a:pt x="1367" y="2636"/>
                    <a:pt x="1361" y="2494"/>
                    <a:pt x="1352" y="2352"/>
                  </a:cubicBezTo>
                  <a:cubicBezTo>
                    <a:pt x="1301" y="1563"/>
                    <a:pt x="1139" y="762"/>
                    <a:pt x="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1"/>
            <p:cNvSpPr/>
            <p:nvPr/>
          </p:nvSpPr>
          <p:spPr>
            <a:xfrm>
              <a:off x="4426263" y="924713"/>
              <a:ext cx="34050" cy="75550"/>
            </a:xfrm>
            <a:custGeom>
              <a:rect b="b" l="l" r="r" t="t"/>
              <a:pathLst>
                <a:path extrusionOk="0" h="3022" w="1362">
                  <a:moveTo>
                    <a:pt x="321" y="0"/>
                  </a:moveTo>
                  <a:cubicBezTo>
                    <a:pt x="287" y="187"/>
                    <a:pt x="259" y="377"/>
                    <a:pt x="224" y="563"/>
                  </a:cubicBezTo>
                  <a:cubicBezTo>
                    <a:pt x="118" y="1160"/>
                    <a:pt x="1" y="1771"/>
                    <a:pt x="10" y="2381"/>
                  </a:cubicBezTo>
                  <a:cubicBezTo>
                    <a:pt x="10" y="2456"/>
                    <a:pt x="13" y="2533"/>
                    <a:pt x="17" y="2610"/>
                  </a:cubicBezTo>
                  <a:cubicBezTo>
                    <a:pt x="32" y="2831"/>
                    <a:pt x="244" y="3022"/>
                    <a:pt x="446" y="3022"/>
                  </a:cubicBezTo>
                  <a:cubicBezTo>
                    <a:pt x="553" y="3022"/>
                    <a:pt x="657" y="2969"/>
                    <a:pt x="728" y="2839"/>
                  </a:cubicBezTo>
                  <a:cubicBezTo>
                    <a:pt x="781" y="2744"/>
                    <a:pt x="827" y="2646"/>
                    <a:pt x="871" y="2550"/>
                  </a:cubicBezTo>
                  <a:cubicBezTo>
                    <a:pt x="1114" y="2001"/>
                    <a:pt x="1226" y="1409"/>
                    <a:pt x="1300" y="810"/>
                  </a:cubicBezTo>
                  <a:cubicBezTo>
                    <a:pt x="1324" y="607"/>
                    <a:pt x="1349" y="401"/>
                    <a:pt x="1361" y="196"/>
                  </a:cubicBezTo>
                  <a:cubicBezTo>
                    <a:pt x="1015" y="118"/>
                    <a:pt x="666" y="54"/>
                    <a:pt x="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1"/>
            <p:cNvSpPr/>
            <p:nvPr/>
          </p:nvSpPr>
          <p:spPr>
            <a:xfrm>
              <a:off x="4524263" y="961438"/>
              <a:ext cx="46450" cy="80475"/>
            </a:xfrm>
            <a:custGeom>
              <a:rect b="b" l="l" r="r" t="t"/>
              <a:pathLst>
                <a:path extrusionOk="0" h="3219" w="1858">
                  <a:moveTo>
                    <a:pt x="1163" y="1"/>
                  </a:moveTo>
                  <a:cubicBezTo>
                    <a:pt x="770" y="690"/>
                    <a:pt x="408" y="1404"/>
                    <a:pt x="187" y="2158"/>
                  </a:cubicBezTo>
                  <a:cubicBezTo>
                    <a:pt x="134" y="2333"/>
                    <a:pt x="91" y="2511"/>
                    <a:pt x="55" y="2691"/>
                  </a:cubicBezTo>
                  <a:cubicBezTo>
                    <a:pt x="0" y="2967"/>
                    <a:pt x="235" y="3218"/>
                    <a:pt x="469" y="3218"/>
                  </a:cubicBezTo>
                  <a:cubicBezTo>
                    <a:pt x="579" y="3218"/>
                    <a:pt x="688" y="3163"/>
                    <a:pt x="767" y="3030"/>
                  </a:cubicBezTo>
                  <a:cubicBezTo>
                    <a:pt x="859" y="2875"/>
                    <a:pt x="943" y="2716"/>
                    <a:pt x="1023" y="2556"/>
                  </a:cubicBezTo>
                  <a:cubicBezTo>
                    <a:pt x="1375" y="1852"/>
                    <a:pt x="1622" y="1100"/>
                    <a:pt x="1857" y="346"/>
                  </a:cubicBezTo>
                  <a:cubicBezTo>
                    <a:pt x="1627" y="225"/>
                    <a:pt x="1396" y="109"/>
                    <a:pt x="11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1"/>
            <p:cNvSpPr/>
            <p:nvPr/>
          </p:nvSpPr>
          <p:spPr>
            <a:xfrm>
              <a:off x="4614513" y="1031413"/>
              <a:ext cx="61800" cy="72625"/>
            </a:xfrm>
            <a:custGeom>
              <a:rect b="b" l="l" r="r" t="t"/>
              <a:pathLst>
                <a:path extrusionOk="0" h="2905" w="2472">
                  <a:moveTo>
                    <a:pt x="1821" y="0"/>
                  </a:moveTo>
                  <a:cubicBezTo>
                    <a:pt x="1690" y="148"/>
                    <a:pt x="1563" y="302"/>
                    <a:pt x="1435" y="453"/>
                  </a:cubicBezTo>
                  <a:cubicBezTo>
                    <a:pt x="1090" y="859"/>
                    <a:pt x="765" y="1261"/>
                    <a:pt x="479" y="1699"/>
                  </a:cubicBezTo>
                  <a:cubicBezTo>
                    <a:pt x="364" y="1872"/>
                    <a:pt x="257" y="2053"/>
                    <a:pt x="156" y="2242"/>
                  </a:cubicBezTo>
                  <a:cubicBezTo>
                    <a:pt x="1" y="2531"/>
                    <a:pt x="244" y="2905"/>
                    <a:pt x="520" y="2905"/>
                  </a:cubicBezTo>
                  <a:cubicBezTo>
                    <a:pt x="607" y="2905"/>
                    <a:pt x="697" y="2868"/>
                    <a:pt x="779" y="2779"/>
                  </a:cubicBezTo>
                  <a:cubicBezTo>
                    <a:pt x="927" y="2621"/>
                    <a:pt x="1067" y="2456"/>
                    <a:pt x="1203" y="2289"/>
                  </a:cubicBezTo>
                  <a:cubicBezTo>
                    <a:pt x="1494" y="1936"/>
                    <a:pt x="1763" y="1569"/>
                    <a:pt x="2034" y="1194"/>
                  </a:cubicBezTo>
                  <a:cubicBezTo>
                    <a:pt x="2174" y="1000"/>
                    <a:pt x="2327" y="809"/>
                    <a:pt x="2472" y="614"/>
                  </a:cubicBezTo>
                  <a:cubicBezTo>
                    <a:pt x="2242" y="388"/>
                    <a:pt x="2024" y="183"/>
                    <a:pt x="1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1"/>
            <p:cNvSpPr/>
            <p:nvPr/>
          </p:nvSpPr>
          <p:spPr>
            <a:xfrm>
              <a:off x="4683188" y="1131238"/>
              <a:ext cx="72675" cy="60025"/>
            </a:xfrm>
            <a:custGeom>
              <a:rect b="b" l="l" r="r" t="t"/>
              <a:pathLst>
                <a:path extrusionOk="0" h="2401" w="2907">
                  <a:moveTo>
                    <a:pt x="2525" y="1"/>
                  </a:moveTo>
                  <a:cubicBezTo>
                    <a:pt x="2004" y="293"/>
                    <a:pt x="1493" y="615"/>
                    <a:pt x="1034" y="989"/>
                  </a:cubicBezTo>
                  <a:cubicBezTo>
                    <a:pt x="735" y="1229"/>
                    <a:pt x="459" y="1496"/>
                    <a:pt x="210" y="1787"/>
                  </a:cubicBezTo>
                  <a:cubicBezTo>
                    <a:pt x="0" y="2035"/>
                    <a:pt x="270" y="2401"/>
                    <a:pt x="551" y="2401"/>
                  </a:cubicBezTo>
                  <a:cubicBezTo>
                    <a:pt x="607" y="2401"/>
                    <a:pt x="663" y="2387"/>
                    <a:pt x="716" y="2354"/>
                  </a:cubicBezTo>
                  <a:cubicBezTo>
                    <a:pt x="1018" y="2167"/>
                    <a:pt x="1306" y="1963"/>
                    <a:pt x="1582" y="1742"/>
                  </a:cubicBezTo>
                  <a:cubicBezTo>
                    <a:pt x="2040" y="1381"/>
                    <a:pt x="2472" y="984"/>
                    <a:pt x="2906" y="590"/>
                  </a:cubicBezTo>
                  <a:cubicBezTo>
                    <a:pt x="2780" y="388"/>
                    <a:pt x="2653" y="191"/>
                    <a:pt x="2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1"/>
            <p:cNvSpPr/>
            <p:nvPr/>
          </p:nvSpPr>
          <p:spPr>
            <a:xfrm>
              <a:off x="4728738" y="1241788"/>
              <a:ext cx="81800" cy="52050"/>
            </a:xfrm>
            <a:custGeom>
              <a:rect b="b" l="l" r="r" t="t"/>
              <a:pathLst>
                <a:path extrusionOk="0" h="2082" w="3272">
                  <a:moveTo>
                    <a:pt x="2960" y="0"/>
                  </a:moveTo>
                  <a:cubicBezTo>
                    <a:pt x="2739" y="86"/>
                    <a:pt x="2525" y="182"/>
                    <a:pt x="2309" y="269"/>
                  </a:cubicBezTo>
                  <a:cubicBezTo>
                    <a:pt x="2006" y="394"/>
                    <a:pt x="1706" y="516"/>
                    <a:pt x="1410" y="648"/>
                  </a:cubicBezTo>
                  <a:cubicBezTo>
                    <a:pt x="1066" y="800"/>
                    <a:pt x="727" y="963"/>
                    <a:pt x="398" y="1156"/>
                  </a:cubicBezTo>
                  <a:cubicBezTo>
                    <a:pt x="1" y="1389"/>
                    <a:pt x="131" y="2081"/>
                    <a:pt x="561" y="2081"/>
                  </a:cubicBezTo>
                  <a:cubicBezTo>
                    <a:pt x="608" y="2081"/>
                    <a:pt x="658" y="2073"/>
                    <a:pt x="712" y="2055"/>
                  </a:cubicBezTo>
                  <a:cubicBezTo>
                    <a:pt x="1044" y="1945"/>
                    <a:pt x="1362" y="1818"/>
                    <a:pt x="1676" y="1678"/>
                  </a:cubicBezTo>
                  <a:cubicBezTo>
                    <a:pt x="1962" y="1551"/>
                    <a:pt x="2248" y="1414"/>
                    <a:pt x="2534" y="1272"/>
                  </a:cubicBezTo>
                  <a:cubicBezTo>
                    <a:pt x="2771" y="1156"/>
                    <a:pt x="3025" y="1044"/>
                    <a:pt x="3272" y="922"/>
                  </a:cubicBezTo>
                  <a:cubicBezTo>
                    <a:pt x="3174" y="608"/>
                    <a:pt x="3070" y="301"/>
                    <a:pt x="29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1"/>
            <p:cNvSpPr/>
            <p:nvPr/>
          </p:nvSpPr>
          <p:spPr>
            <a:xfrm>
              <a:off x="4726838" y="1363838"/>
              <a:ext cx="105625" cy="34800"/>
            </a:xfrm>
            <a:custGeom>
              <a:rect b="b" l="l" r="r" t="t"/>
              <a:pathLst>
                <a:path extrusionOk="0" h="1392" w="4225">
                  <a:moveTo>
                    <a:pt x="4152" y="1"/>
                  </a:moveTo>
                  <a:cubicBezTo>
                    <a:pt x="3746" y="26"/>
                    <a:pt x="3339" y="61"/>
                    <a:pt x="2929" y="94"/>
                  </a:cubicBezTo>
                  <a:cubicBezTo>
                    <a:pt x="2642" y="117"/>
                    <a:pt x="2318" y="120"/>
                    <a:pt x="1989" y="133"/>
                  </a:cubicBezTo>
                  <a:cubicBezTo>
                    <a:pt x="1387" y="157"/>
                    <a:pt x="764" y="216"/>
                    <a:pt x="305" y="503"/>
                  </a:cubicBezTo>
                  <a:cubicBezTo>
                    <a:pt x="0" y="696"/>
                    <a:pt x="26" y="1112"/>
                    <a:pt x="365" y="1251"/>
                  </a:cubicBezTo>
                  <a:cubicBezTo>
                    <a:pt x="618" y="1353"/>
                    <a:pt x="902" y="1392"/>
                    <a:pt x="1200" y="1392"/>
                  </a:cubicBezTo>
                  <a:cubicBezTo>
                    <a:pt x="1438" y="1392"/>
                    <a:pt x="1685" y="1367"/>
                    <a:pt x="1931" y="1331"/>
                  </a:cubicBezTo>
                  <a:cubicBezTo>
                    <a:pt x="2408" y="1262"/>
                    <a:pt x="2882" y="1147"/>
                    <a:pt x="3282" y="1084"/>
                  </a:cubicBezTo>
                  <a:cubicBezTo>
                    <a:pt x="3541" y="1041"/>
                    <a:pt x="3881" y="1016"/>
                    <a:pt x="4224" y="966"/>
                  </a:cubicBezTo>
                  <a:cubicBezTo>
                    <a:pt x="4209" y="640"/>
                    <a:pt x="4182" y="317"/>
                    <a:pt x="4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1"/>
            <p:cNvSpPr/>
            <p:nvPr/>
          </p:nvSpPr>
          <p:spPr>
            <a:xfrm>
              <a:off x="4726313" y="1516138"/>
              <a:ext cx="97325" cy="27125"/>
            </a:xfrm>
            <a:custGeom>
              <a:rect b="b" l="l" r="r" t="t"/>
              <a:pathLst>
                <a:path extrusionOk="0" h="1085" w="3893">
                  <a:moveTo>
                    <a:pt x="1546" y="0"/>
                  </a:moveTo>
                  <a:cubicBezTo>
                    <a:pt x="1180" y="0"/>
                    <a:pt x="813" y="31"/>
                    <a:pt x="456" y="135"/>
                  </a:cubicBezTo>
                  <a:cubicBezTo>
                    <a:pt x="80" y="243"/>
                    <a:pt x="0" y="805"/>
                    <a:pt x="416" y="930"/>
                  </a:cubicBezTo>
                  <a:cubicBezTo>
                    <a:pt x="745" y="1029"/>
                    <a:pt x="1080" y="1070"/>
                    <a:pt x="1418" y="1081"/>
                  </a:cubicBezTo>
                  <a:cubicBezTo>
                    <a:pt x="1489" y="1083"/>
                    <a:pt x="1561" y="1084"/>
                    <a:pt x="1632" y="1084"/>
                  </a:cubicBezTo>
                  <a:cubicBezTo>
                    <a:pt x="2047" y="1084"/>
                    <a:pt x="2464" y="1048"/>
                    <a:pt x="2877" y="1032"/>
                  </a:cubicBezTo>
                  <a:cubicBezTo>
                    <a:pt x="3159" y="1019"/>
                    <a:pt x="3441" y="1004"/>
                    <a:pt x="3723" y="984"/>
                  </a:cubicBezTo>
                  <a:cubicBezTo>
                    <a:pt x="3785" y="701"/>
                    <a:pt x="3841" y="421"/>
                    <a:pt x="3892" y="144"/>
                  </a:cubicBezTo>
                  <a:cubicBezTo>
                    <a:pt x="3521" y="111"/>
                    <a:pt x="3150" y="85"/>
                    <a:pt x="2778" y="64"/>
                  </a:cubicBezTo>
                  <a:cubicBezTo>
                    <a:pt x="2369" y="41"/>
                    <a:pt x="1957" y="2"/>
                    <a:pt x="15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1"/>
            <p:cNvSpPr/>
            <p:nvPr/>
          </p:nvSpPr>
          <p:spPr>
            <a:xfrm>
              <a:off x="4687213" y="1648238"/>
              <a:ext cx="89275" cy="48175"/>
            </a:xfrm>
            <a:custGeom>
              <a:rect b="b" l="l" r="r" t="t"/>
              <a:pathLst>
                <a:path extrusionOk="0" h="1927" w="3571">
                  <a:moveTo>
                    <a:pt x="624" y="1"/>
                  </a:moveTo>
                  <a:cubicBezTo>
                    <a:pt x="175" y="1"/>
                    <a:pt x="0" y="697"/>
                    <a:pt x="393" y="931"/>
                  </a:cubicBezTo>
                  <a:cubicBezTo>
                    <a:pt x="851" y="1202"/>
                    <a:pt x="1329" y="1379"/>
                    <a:pt x="1827" y="1534"/>
                  </a:cubicBezTo>
                  <a:cubicBezTo>
                    <a:pt x="2020" y="1593"/>
                    <a:pt x="2216" y="1650"/>
                    <a:pt x="2417" y="1708"/>
                  </a:cubicBezTo>
                  <a:cubicBezTo>
                    <a:pt x="2662" y="1779"/>
                    <a:pt x="2913" y="1854"/>
                    <a:pt x="3165" y="1926"/>
                  </a:cubicBezTo>
                  <a:cubicBezTo>
                    <a:pt x="3307" y="1620"/>
                    <a:pt x="3441" y="1314"/>
                    <a:pt x="3571" y="1012"/>
                  </a:cubicBezTo>
                  <a:cubicBezTo>
                    <a:pt x="3295" y="894"/>
                    <a:pt x="3015" y="783"/>
                    <a:pt x="2747" y="668"/>
                  </a:cubicBezTo>
                  <a:cubicBezTo>
                    <a:pt x="2540" y="581"/>
                    <a:pt x="2337" y="495"/>
                    <a:pt x="2131" y="413"/>
                  </a:cubicBezTo>
                  <a:cubicBezTo>
                    <a:pt x="1665" y="232"/>
                    <a:pt x="1201" y="81"/>
                    <a:pt x="691" y="6"/>
                  </a:cubicBezTo>
                  <a:cubicBezTo>
                    <a:pt x="668" y="3"/>
                    <a:pt x="646" y="1"/>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9" name="Shape 1849"/>
        <p:cNvGrpSpPr/>
        <p:nvPr/>
      </p:nvGrpSpPr>
      <p:grpSpPr>
        <a:xfrm>
          <a:off x="0" y="0"/>
          <a:ext cx="0" cy="0"/>
          <a:chOff x="0" y="0"/>
          <a:chExt cx="0" cy="0"/>
        </a:xfrm>
      </p:grpSpPr>
      <p:sp>
        <p:nvSpPr>
          <p:cNvPr id="1850" name="Google Shape;1850;p52"/>
          <p:cNvSpPr txBox="1"/>
          <p:nvPr>
            <p:ph idx="1" type="subTitle"/>
          </p:nvPr>
        </p:nvSpPr>
        <p:spPr>
          <a:xfrm>
            <a:off x="1036525" y="3882863"/>
            <a:ext cx="4619100" cy="39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sp>
        <p:nvSpPr>
          <p:cNvPr id="1851" name="Google Shape;1851;p52"/>
          <p:cNvSpPr txBox="1"/>
          <p:nvPr>
            <p:ph type="title"/>
          </p:nvPr>
        </p:nvSpPr>
        <p:spPr>
          <a:xfrm>
            <a:off x="1036525" y="2495188"/>
            <a:ext cx="4619100" cy="138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150,000</a:t>
            </a:r>
            <a:endParaRPr/>
          </a:p>
        </p:txBody>
      </p:sp>
      <p:grpSp>
        <p:nvGrpSpPr>
          <p:cNvPr id="1852" name="Google Shape;1852;p52"/>
          <p:cNvGrpSpPr/>
          <p:nvPr/>
        </p:nvGrpSpPr>
        <p:grpSpPr>
          <a:xfrm rot="-757620">
            <a:off x="1992120" y="1155524"/>
            <a:ext cx="1312706" cy="770564"/>
            <a:chOff x="9724850" y="817950"/>
            <a:chExt cx="1312725" cy="770575"/>
          </a:xfrm>
        </p:grpSpPr>
        <p:sp>
          <p:nvSpPr>
            <p:cNvPr id="1853" name="Google Shape;1853;p52"/>
            <p:cNvSpPr/>
            <p:nvPr/>
          </p:nvSpPr>
          <p:spPr>
            <a:xfrm>
              <a:off x="9724850" y="817950"/>
              <a:ext cx="954075" cy="567150"/>
            </a:xfrm>
            <a:custGeom>
              <a:rect b="b" l="l" r="r" t="t"/>
              <a:pathLst>
                <a:path extrusionOk="0" h="22686" w="38163">
                  <a:moveTo>
                    <a:pt x="4394" y="0"/>
                  </a:moveTo>
                  <a:cubicBezTo>
                    <a:pt x="3956" y="0"/>
                    <a:pt x="3530" y="199"/>
                    <a:pt x="3250" y="564"/>
                  </a:cubicBezTo>
                  <a:cubicBezTo>
                    <a:pt x="2250" y="1858"/>
                    <a:pt x="556" y="4459"/>
                    <a:pt x="88" y="7669"/>
                  </a:cubicBezTo>
                  <a:cubicBezTo>
                    <a:pt x="1" y="8288"/>
                    <a:pt x="322" y="8894"/>
                    <a:pt x="883" y="9171"/>
                  </a:cubicBezTo>
                  <a:cubicBezTo>
                    <a:pt x="1457" y="9453"/>
                    <a:pt x="2285" y="9857"/>
                    <a:pt x="3300" y="10353"/>
                  </a:cubicBezTo>
                  <a:cubicBezTo>
                    <a:pt x="3947" y="10670"/>
                    <a:pt x="4670" y="11023"/>
                    <a:pt x="5453" y="11402"/>
                  </a:cubicBezTo>
                  <a:cubicBezTo>
                    <a:pt x="5974" y="11655"/>
                    <a:pt x="6520" y="11922"/>
                    <a:pt x="7088" y="12200"/>
                  </a:cubicBezTo>
                  <a:cubicBezTo>
                    <a:pt x="12514" y="14839"/>
                    <a:pt x="19877" y="18399"/>
                    <a:pt x="24829" y="20703"/>
                  </a:cubicBezTo>
                  <a:cubicBezTo>
                    <a:pt x="25426" y="20982"/>
                    <a:pt x="25987" y="21241"/>
                    <a:pt x="26508" y="21480"/>
                  </a:cubicBezTo>
                  <a:cubicBezTo>
                    <a:pt x="27057" y="21730"/>
                    <a:pt x="27558" y="21958"/>
                    <a:pt x="28006" y="22156"/>
                  </a:cubicBezTo>
                  <a:lnTo>
                    <a:pt x="28057" y="22178"/>
                  </a:lnTo>
                  <a:cubicBezTo>
                    <a:pt x="28057" y="22178"/>
                    <a:pt x="29874" y="22331"/>
                    <a:pt x="31811" y="22430"/>
                  </a:cubicBezTo>
                  <a:cubicBezTo>
                    <a:pt x="32728" y="22477"/>
                    <a:pt x="33673" y="22512"/>
                    <a:pt x="34465" y="22512"/>
                  </a:cubicBezTo>
                  <a:cubicBezTo>
                    <a:pt x="35120" y="22512"/>
                    <a:pt x="35670" y="22488"/>
                    <a:pt x="36014" y="22429"/>
                  </a:cubicBezTo>
                  <a:lnTo>
                    <a:pt x="36467" y="22629"/>
                  </a:lnTo>
                  <a:cubicBezTo>
                    <a:pt x="36553" y="22667"/>
                    <a:pt x="36643" y="22685"/>
                    <a:pt x="36732" y="22685"/>
                  </a:cubicBezTo>
                  <a:cubicBezTo>
                    <a:pt x="36984" y="22685"/>
                    <a:pt x="37225" y="22540"/>
                    <a:pt x="37334" y="22294"/>
                  </a:cubicBezTo>
                  <a:lnTo>
                    <a:pt x="38016" y="20756"/>
                  </a:lnTo>
                  <a:cubicBezTo>
                    <a:pt x="38162" y="20424"/>
                    <a:pt x="38013" y="20036"/>
                    <a:pt x="37681" y="19888"/>
                  </a:cubicBezTo>
                  <a:lnTo>
                    <a:pt x="37229" y="19689"/>
                  </a:lnTo>
                  <a:cubicBezTo>
                    <a:pt x="37229" y="19689"/>
                    <a:pt x="35714" y="17851"/>
                    <a:pt x="34247" y="16079"/>
                  </a:cubicBezTo>
                  <a:cubicBezTo>
                    <a:pt x="33401" y="15053"/>
                    <a:pt x="32573" y="14045"/>
                    <a:pt x="32064" y="13428"/>
                  </a:cubicBezTo>
                  <a:cubicBezTo>
                    <a:pt x="32034" y="13395"/>
                    <a:pt x="32007" y="13360"/>
                    <a:pt x="31980" y="13328"/>
                  </a:cubicBezTo>
                  <a:cubicBezTo>
                    <a:pt x="31921" y="13258"/>
                    <a:pt x="31438" y="12962"/>
                    <a:pt x="30260" y="12334"/>
                  </a:cubicBezTo>
                  <a:cubicBezTo>
                    <a:pt x="29909" y="12149"/>
                    <a:pt x="29494" y="11931"/>
                    <a:pt x="29009" y="11681"/>
                  </a:cubicBezTo>
                  <a:cubicBezTo>
                    <a:pt x="26052" y="10157"/>
                    <a:pt x="20500" y="7416"/>
                    <a:pt x="10691" y="2801"/>
                  </a:cubicBezTo>
                  <a:cubicBezTo>
                    <a:pt x="10258" y="2594"/>
                    <a:pt x="9816" y="2386"/>
                    <a:pt x="9365" y="2176"/>
                  </a:cubicBezTo>
                  <a:cubicBezTo>
                    <a:pt x="8736" y="1882"/>
                    <a:pt x="8092" y="1579"/>
                    <a:pt x="7429" y="1268"/>
                  </a:cubicBezTo>
                  <a:cubicBezTo>
                    <a:pt x="6645" y="903"/>
                    <a:pt x="5836" y="524"/>
                    <a:pt x="5002" y="135"/>
                  </a:cubicBezTo>
                  <a:cubicBezTo>
                    <a:pt x="4806" y="44"/>
                    <a:pt x="4599" y="0"/>
                    <a:pt x="4394"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2"/>
            <p:cNvSpPr/>
            <p:nvPr/>
          </p:nvSpPr>
          <p:spPr>
            <a:xfrm>
              <a:off x="9807350" y="849650"/>
              <a:ext cx="719125" cy="522200"/>
            </a:xfrm>
            <a:custGeom>
              <a:rect b="b" l="l" r="r" t="t"/>
              <a:pathLst>
                <a:path extrusionOk="0" h="20888" w="28765">
                  <a:moveTo>
                    <a:pt x="4129" y="0"/>
                  </a:moveTo>
                  <a:cubicBezTo>
                    <a:pt x="3241" y="1349"/>
                    <a:pt x="2432" y="2750"/>
                    <a:pt x="1746" y="4196"/>
                  </a:cubicBezTo>
                  <a:cubicBezTo>
                    <a:pt x="1000" y="5771"/>
                    <a:pt x="400" y="7403"/>
                    <a:pt x="0" y="9085"/>
                  </a:cubicBezTo>
                  <a:cubicBezTo>
                    <a:pt x="647" y="9402"/>
                    <a:pt x="1370" y="9755"/>
                    <a:pt x="2153" y="10134"/>
                  </a:cubicBezTo>
                  <a:cubicBezTo>
                    <a:pt x="2674" y="10387"/>
                    <a:pt x="3220" y="10654"/>
                    <a:pt x="3788" y="10932"/>
                  </a:cubicBezTo>
                  <a:cubicBezTo>
                    <a:pt x="9214" y="13571"/>
                    <a:pt x="16577" y="17131"/>
                    <a:pt x="21529" y="19435"/>
                  </a:cubicBezTo>
                  <a:cubicBezTo>
                    <a:pt x="22126" y="19714"/>
                    <a:pt x="22687" y="19973"/>
                    <a:pt x="23206" y="20212"/>
                  </a:cubicBezTo>
                  <a:cubicBezTo>
                    <a:pt x="23756" y="20462"/>
                    <a:pt x="24258" y="20690"/>
                    <a:pt x="24705" y="20888"/>
                  </a:cubicBezTo>
                  <a:cubicBezTo>
                    <a:pt x="25316" y="19441"/>
                    <a:pt x="26154" y="17511"/>
                    <a:pt x="26771" y="16093"/>
                  </a:cubicBezTo>
                  <a:cubicBezTo>
                    <a:pt x="27185" y="15155"/>
                    <a:pt x="27499" y="14441"/>
                    <a:pt x="27589" y="14249"/>
                  </a:cubicBezTo>
                  <a:cubicBezTo>
                    <a:pt x="27847" y="13696"/>
                    <a:pt x="28339" y="12948"/>
                    <a:pt x="28764" y="12160"/>
                  </a:cubicBezTo>
                  <a:cubicBezTo>
                    <a:pt x="28734" y="12127"/>
                    <a:pt x="28707" y="12092"/>
                    <a:pt x="28680" y="12060"/>
                  </a:cubicBezTo>
                  <a:cubicBezTo>
                    <a:pt x="28621" y="11990"/>
                    <a:pt x="28138" y="11694"/>
                    <a:pt x="26960" y="11066"/>
                  </a:cubicBezTo>
                  <a:cubicBezTo>
                    <a:pt x="26609" y="10881"/>
                    <a:pt x="26194" y="10663"/>
                    <a:pt x="25709" y="10413"/>
                  </a:cubicBezTo>
                  <a:cubicBezTo>
                    <a:pt x="22752" y="8889"/>
                    <a:pt x="17200" y="6148"/>
                    <a:pt x="7391" y="1533"/>
                  </a:cubicBezTo>
                  <a:cubicBezTo>
                    <a:pt x="6958" y="1326"/>
                    <a:pt x="6516" y="1118"/>
                    <a:pt x="6065" y="908"/>
                  </a:cubicBezTo>
                  <a:cubicBezTo>
                    <a:pt x="5436" y="614"/>
                    <a:pt x="4792" y="311"/>
                    <a:pt x="4129"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2"/>
            <p:cNvSpPr/>
            <p:nvPr/>
          </p:nvSpPr>
          <p:spPr>
            <a:xfrm>
              <a:off x="10345550" y="1109950"/>
              <a:ext cx="135825" cy="245000"/>
            </a:xfrm>
            <a:custGeom>
              <a:rect b="b" l="l" r="r" t="t"/>
              <a:pathLst>
                <a:path extrusionOk="0" h="9800" w="5433">
                  <a:moveTo>
                    <a:pt x="4180" y="1"/>
                  </a:moveTo>
                  <a:cubicBezTo>
                    <a:pt x="2164" y="2652"/>
                    <a:pt x="639" y="5750"/>
                    <a:pt x="1" y="9023"/>
                  </a:cubicBezTo>
                  <a:cubicBezTo>
                    <a:pt x="598" y="9302"/>
                    <a:pt x="1159" y="9561"/>
                    <a:pt x="1680" y="9800"/>
                  </a:cubicBezTo>
                  <a:cubicBezTo>
                    <a:pt x="2164" y="7697"/>
                    <a:pt x="2792" y="5655"/>
                    <a:pt x="3733" y="3691"/>
                  </a:cubicBezTo>
                  <a:cubicBezTo>
                    <a:pt x="4233" y="2647"/>
                    <a:pt x="4797" y="1626"/>
                    <a:pt x="5432" y="654"/>
                  </a:cubicBezTo>
                  <a:cubicBezTo>
                    <a:pt x="5081" y="469"/>
                    <a:pt x="4664" y="251"/>
                    <a:pt x="4180"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2"/>
            <p:cNvSpPr/>
            <p:nvPr/>
          </p:nvSpPr>
          <p:spPr>
            <a:xfrm>
              <a:off x="9861175" y="872350"/>
              <a:ext cx="130975" cy="250600"/>
            </a:xfrm>
            <a:custGeom>
              <a:rect b="b" l="l" r="r" t="t"/>
              <a:pathLst>
                <a:path extrusionOk="0" h="10024" w="5239">
                  <a:moveTo>
                    <a:pt x="3912" y="0"/>
                  </a:moveTo>
                  <a:cubicBezTo>
                    <a:pt x="1945" y="2731"/>
                    <a:pt x="507" y="5902"/>
                    <a:pt x="0" y="9226"/>
                  </a:cubicBezTo>
                  <a:cubicBezTo>
                    <a:pt x="521" y="9479"/>
                    <a:pt x="1067" y="9746"/>
                    <a:pt x="1635" y="10024"/>
                  </a:cubicBezTo>
                  <a:cubicBezTo>
                    <a:pt x="2147" y="7654"/>
                    <a:pt x="2808" y="5355"/>
                    <a:pt x="3861" y="3152"/>
                  </a:cubicBezTo>
                  <a:cubicBezTo>
                    <a:pt x="4276" y="2286"/>
                    <a:pt x="4736" y="1443"/>
                    <a:pt x="5238" y="625"/>
                  </a:cubicBezTo>
                  <a:cubicBezTo>
                    <a:pt x="4805" y="418"/>
                    <a:pt x="4363" y="210"/>
                    <a:pt x="391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2"/>
            <p:cNvSpPr/>
            <p:nvPr/>
          </p:nvSpPr>
          <p:spPr>
            <a:xfrm>
              <a:off x="9956300" y="1001750"/>
              <a:ext cx="396250" cy="208975"/>
            </a:xfrm>
            <a:custGeom>
              <a:rect b="b" l="l" r="r" t="t"/>
              <a:pathLst>
                <a:path extrusionOk="0" h="8359" w="15850">
                  <a:moveTo>
                    <a:pt x="1347" y="0"/>
                  </a:moveTo>
                  <a:cubicBezTo>
                    <a:pt x="644" y="0"/>
                    <a:pt x="1" y="843"/>
                    <a:pt x="451" y="1663"/>
                  </a:cubicBezTo>
                  <a:cubicBezTo>
                    <a:pt x="1851" y="4211"/>
                    <a:pt x="4115" y="6900"/>
                    <a:pt x="7268" y="6900"/>
                  </a:cubicBezTo>
                  <a:cubicBezTo>
                    <a:pt x="7330" y="6900"/>
                    <a:pt x="7392" y="6899"/>
                    <a:pt x="7454" y="6897"/>
                  </a:cubicBezTo>
                  <a:cubicBezTo>
                    <a:pt x="8762" y="6854"/>
                    <a:pt x="9897" y="6185"/>
                    <a:pt x="11166" y="5979"/>
                  </a:cubicBezTo>
                  <a:cubicBezTo>
                    <a:pt x="11319" y="5955"/>
                    <a:pt x="11462" y="5943"/>
                    <a:pt x="11598" y="5943"/>
                  </a:cubicBezTo>
                  <a:cubicBezTo>
                    <a:pt x="13155" y="5943"/>
                    <a:pt x="13629" y="7479"/>
                    <a:pt x="14880" y="8253"/>
                  </a:cubicBezTo>
                  <a:cubicBezTo>
                    <a:pt x="14989" y="8321"/>
                    <a:pt x="15131" y="8358"/>
                    <a:pt x="15271" y="8358"/>
                  </a:cubicBezTo>
                  <a:cubicBezTo>
                    <a:pt x="15540" y="8358"/>
                    <a:pt x="15802" y="8220"/>
                    <a:pt x="15811" y="7895"/>
                  </a:cubicBezTo>
                  <a:cubicBezTo>
                    <a:pt x="15850" y="6500"/>
                    <a:pt x="14925" y="5073"/>
                    <a:pt x="13788" y="4294"/>
                  </a:cubicBezTo>
                  <a:cubicBezTo>
                    <a:pt x="13107" y="3829"/>
                    <a:pt x="12392" y="3643"/>
                    <a:pt x="11655" y="3643"/>
                  </a:cubicBezTo>
                  <a:cubicBezTo>
                    <a:pt x="11119" y="3643"/>
                    <a:pt x="10572" y="3741"/>
                    <a:pt x="10016" y="3900"/>
                  </a:cubicBezTo>
                  <a:cubicBezTo>
                    <a:pt x="9014" y="4187"/>
                    <a:pt x="8101" y="4599"/>
                    <a:pt x="7138" y="4599"/>
                  </a:cubicBezTo>
                  <a:cubicBezTo>
                    <a:pt x="6709" y="4599"/>
                    <a:pt x="6270" y="4517"/>
                    <a:pt x="5808" y="4306"/>
                  </a:cubicBezTo>
                  <a:cubicBezTo>
                    <a:pt x="4131" y="3540"/>
                    <a:pt x="3192" y="1868"/>
                    <a:pt x="2141" y="444"/>
                  </a:cubicBezTo>
                  <a:cubicBezTo>
                    <a:pt x="1909" y="131"/>
                    <a:pt x="1624" y="0"/>
                    <a:pt x="1347"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2"/>
            <p:cNvSpPr/>
            <p:nvPr/>
          </p:nvSpPr>
          <p:spPr>
            <a:xfrm>
              <a:off x="10669025" y="1356725"/>
              <a:ext cx="368550" cy="231800"/>
            </a:xfrm>
            <a:custGeom>
              <a:rect b="b" l="l" r="r" t="t"/>
              <a:pathLst>
                <a:path extrusionOk="0" h="9272" w="14742">
                  <a:moveTo>
                    <a:pt x="1542" y="0"/>
                  </a:moveTo>
                  <a:cubicBezTo>
                    <a:pt x="746" y="0"/>
                    <a:pt x="1" y="864"/>
                    <a:pt x="326" y="1723"/>
                  </a:cubicBezTo>
                  <a:cubicBezTo>
                    <a:pt x="996" y="3492"/>
                    <a:pt x="2422" y="5090"/>
                    <a:pt x="3781" y="6387"/>
                  </a:cubicBezTo>
                  <a:cubicBezTo>
                    <a:pt x="4515" y="7090"/>
                    <a:pt x="5460" y="7558"/>
                    <a:pt x="6412" y="7558"/>
                  </a:cubicBezTo>
                  <a:cubicBezTo>
                    <a:pt x="6982" y="7558"/>
                    <a:pt x="7556" y="7390"/>
                    <a:pt x="8088" y="7004"/>
                  </a:cubicBezTo>
                  <a:cubicBezTo>
                    <a:pt x="8687" y="6570"/>
                    <a:pt x="9099" y="5966"/>
                    <a:pt x="9470" y="5339"/>
                  </a:cubicBezTo>
                  <a:cubicBezTo>
                    <a:pt x="9496" y="5298"/>
                    <a:pt x="9539" y="5233"/>
                    <a:pt x="9592" y="5158"/>
                  </a:cubicBezTo>
                  <a:cubicBezTo>
                    <a:pt x="10902" y="6193"/>
                    <a:pt x="11716" y="7508"/>
                    <a:pt x="12683" y="8837"/>
                  </a:cubicBezTo>
                  <a:cubicBezTo>
                    <a:pt x="12902" y="9139"/>
                    <a:pt x="13221" y="9272"/>
                    <a:pt x="13539" y="9272"/>
                  </a:cubicBezTo>
                  <a:cubicBezTo>
                    <a:pt x="14141" y="9272"/>
                    <a:pt x="14741" y="8794"/>
                    <a:pt x="14649" y="8078"/>
                  </a:cubicBezTo>
                  <a:cubicBezTo>
                    <a:pt x="14447" y="6496"/>
                    <a:pt x="13548" y="4898"/>
                    <a:pt x="12495" y="3726"/>
                  </a:cubicBezTo>
                  <a:cubicBezTo>
                    <a:pt x="11677" y="2817"/>
                    <a:pt x="10498" y="1565"/>
                    <a:pt x="9177" y="1565"/>
                  </a:cubicBezTo>
                  <a:cubicBezTo>
                    <a:pt x="8945" y="1565"/>
                    <a:pt x="8707" y="1604"/>
                    <a:pt x="8467" y="1691"/>
                  </a:cubicBezTo>
                  <a:cubicBezTo>
                    <a:pt x="7750" y="1949"/>
                    <a:pt x="7322" y="2560"/>
                    <a:pt x="6988" y="3210"/>
                  </a:cubicBezTo>
                  <a:cubicBezTo>
                    <a:pt x="6868" y="3442"/>
                    <a:pt x="6548" y="4468"/>
                    <a:pt x="6248" y="4524"/>
                  </a:cubicBezTo>
                  <a:cubicBezTo>
                    <a:pt x="6235" y="4527"/>
                    <a:pt x="6222" y="4528"/>
                    <a:pt x="6208" y="4528"/>
                  </a:cubicBezTo>
                  <a:cubicBezTo>
                    <a:pt x="5686" y="4528"/>
                    <a:pt x="4477" y="2792"/>
                    <a:pt x="4226" y="2481"/>
                  </a:cubicBezTo>
                  <a:cubicBezTo>
                    <a:pt x="3604" y="1713"/>
                    <a:pt x="3034" y="962"/>
                    <a:pt x="2293" y="298"/>
                  </a:cubicBezTo>
                  <a:cubicBezTo>
                    <a:pt x="2060" y="90"/>
                    <a:pt x="1798" y="0"/>
                    <a:pt x="154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52"/>
          <p:cNvGrpSpPr/>
          <p:nvPr/>
        </p:nvGrpSpPr>
        <p:grpSpPr>
          <a:xfrm>
            <a:off x="4810554" y="1040547"/>
            <a:ext cx="1029131" cy="1123298"/>
            <a:chOff x="3034600" y="577975"/>
            <a:chExt cx="908725" cy="991875"/>
          </a:xfrm>
        </p:grpSpPr>
        <p:sp>
          <p:nvSpPr>
            <p:cNvPr id="1860" name="Google Shape;1860;p52"/>
            <p:cNvSpPr/>
            <p:nvPr/>
          </p:nvSpPr>
          <p:spPr>
            <a:xfrm>
              <a:off x="3034650" y="577975"/>
              <a:ext cx="908675" cy="991775"/>
            </a:xfrm>
            <a:custGeom>
              <a:rect b="b" l="l" r="r" t="t"/>
              <a:pathLst>
                <a:path extrusionOk="0" h="39671" w="36347">
                  <a:moveTo>
                    <a:pt x="21692" y="1"/>
                  </a:moveTo>
                  <a:cubicBezTo>
                    <a:pt x="21438" y="1"/>
                    <a:pt x="21180" y="49"/>
                    <a:pt x="20932" y="149"/>
                  </a:cubicBezTo>
                  <a:cubicBezTo>
                    <a:pt x="20804" y="198"/>
                    <a:pt x="20680" y="249"/>
                    <a:pt x="20552" y="302"/>
                  </a:cubicBezTo>
                  <a:cubicBezTo>
                    <a:pt x="20278" y="414"/>
                    <a:pt x="20002" y="525"/>
                    <a:pt x="19730" y="640"/>
                  </a:cubicBezTo>
                  <a:cubicBezTo>
                    <a:pt x="19594" y="697"/>
                    <a:pt x="19461" y="755"/>
                    <a:pt x="19326" y="810"/>
                  </a:cubicBezTo>
                  <a:cubicBezTo>
                    <a:pt x="18310" y="1247"/>
                    <a:pt x="17303" y="1705"/>
                    <a:pt x="16316" y="2181"/>
                  </a:cubicBezTo>
                  <a:cubicBezTo>
                    <a:pt x="16185" y="2243"/>
                    <a:pt x="16057" y="2305"/>
                    <a:pt x="15925" y="2371"/>
                  </a:cubicBezTo>
                  <a:cubicBezTo>
                    <a:pt x="14836" y="2899"/>
                    <a:pt x="13771" y="3451"/>
                    <a:pt x="12744" y="4001"/>
                  </a:cubicBezTo>
                  <a:cubicBezTo>
                    <a:pt x="12612" y="4070"/>
                    <a:pt x="12484" y="4139"/>
                    <a:pt x="12360" y="4207"/>
                  </a:cubicBezTo>
                  <a:cubicBezTo>
                    <a:pt x="11258" y="4805"/>
                    <a:pt x="10197" y="5404"/>
                    <a:pt x="9195" y="5992"/>
                  </a:cubicBezTo>
                  <a:cubicBezTo>
                    <a:pt x="9067" y="6067"/>
                    <a:pt x="8943" y="6138"/>
                    <a:pt x="8819" y="6212"/>
                  </a:cubicBezTo>
                  <a:cubicBezTo>
                    <a:pt x="7836" y="6794"/>
                    <a:pt x="6911" y="7363"/>
                    <a:pt x="6054" y="7904"/>
                  </a:cubicBezTo>
                  <a:cubicBezTo>
                    <a:pt x="5930" y="7979"/>
                    <a:pt x="5809" y="8057"/>
                    <a:pt x="5687" y="8132"/>
                  </a:cubicBezTo>
                  <a:cubicBezTo>
                    <a:pt x="5290" y="8382"/>
                    <a:pt x="4910" y="8627"/>
                    <a:pt x="4545" y="8863"/>
                  </a:cubicBezTo>
                  <a:cubicBezTo>
                    <a:pt x="1738" y="10690"/>
                    <a:pt x="0" y="11988"/>
                    <a:pt x="0" y="11988"/>
                  </a:cubicBezTo>
                  <a:cubicBezTo>
                    <a:pt x="4461" y="22810"/>
                    <a:pt x="13899" y="39671"/>
                    <a:pt x="13899" y="39671"/>
                  </a:cubicBezTo>
                  <a:cubicBezTo>
                    <a:pt x="15571" y="38847"/>
                    <a:pt x="17286" y="37942"/>
                    <a:pt x="18984" y="37005"/>
                  </a:cubicBezTo>
                  <a:cubicBezTo>
                    <a:pt x="19932" y="36480"/>
                    <a:pt x="20868" y="35950"/>
                    <a:pt x="21792" y="35417"/>
                  </a:cubicBezTo>
                  <a:cubicBezTo>
                    <a:pt x="21864" y="35375"/>
                    <a:pt x="21937" y="35335"/>
                    <a:pt x="22008" y="35293"/>
                  </a:cubicBezTo>
                  <a:lnTo>
                    <a:pt x="22165" y="35203"/>
                  </a:lnTo>
                  <a:cubicBezTo>
                    <a:pt x="23435" y="34467"/>
                    <a:pt x="24678" y="33725"/>
                    <a:pt x="25869" y="32999"/>
                  </a:cubicBezTo>
                  <a:cubicBezTo>
                    <a:pt x="25993" y="32924"/>
                    <a:pt x="26118" y="32851"/>
                    <a:pt x="26238" y="32776"/>
                  </a:cubicBezTo>
                  <a:cubicBezTo>
                    <a:pt x="27386" y="32075"/>
                    <a:pt x="28486" y="31393"/>
                    <a:pt x="29505" y="30746"/>
                  </a:cubicBezTo>
                  <a:cubicBezTo>
                    <a:pt x="29626" y="30673"/>
                    <a:pt x="29748" y="30595"/>
                    <a:pt x="29869" y="30518"/>
                  </a:cubicBezTo>
                  <a:cubicBezTo>
                    <a:pt x="30644" y="30026"/>
                    <a:pt x="31371" y="29562"/>
                    <a:pt x="32040" y="29127"/>
                  </a:cubicBezTo>
                  <a:cubicBezTo>
                    <a:pt x="32164" y="29045"/>
                    <a:pt x="32287" y="28970"/>
                    <a:pt x="32403" y="28892"/>
                  </a:cubicBezTo>
                  <a:cubicBezTo>
                    <a:pt x="33293" y="28316"/>
                    <a:pt x="34066" y="27804"/>
                    <a:pt x="34700" y="27384"/>
                  </a:cubicBezTo>
                  <a:cubicBezTo>
                    <a:pt x="34828" y="27298"/>
                    <a:pt x="34949" y="27216"/>
                    <a:pt x="35064" y="27141"/>
                  </a:cubicBezTo>
                  <a:cubicBezTo>
                    <a:pt x="35119" y="27105"/>
                    <a:pt x="35172" y="27070"/>
                    <a:pt x="35223" y="27033"/>
                  </a:cubicBezTo>
                  <a:cubicBezTo>
                    <a:pt x="36034" y="26492"/>
                    <a:pt x="36347" y="25451"/>
                    <a:pt x="35965" y="24554"/>
                  </a:cubicBezTo>
                  <a:cubicBezTo>
                    <a:pt x="32122" y="15463"/>
                    <a:pt x="25752" y="4781"/>
                    <a:pt x="23424" y="971"/>
                  </a:cubicBezTo>
                  <a:cubicBezTo>
                    <a:pt x="23045" y="353"/>
                    <a:pt x="22381" y="1"/>
                    <a:pt x="2169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2"/>
            <p:cNvSpPr/>
            <p:nvPr/>
          </p:nvSpPr>
          <p:spPr>
            <a:xfrm>
              <a:off x="3034600" y="799625"/>
              <a:ext cx="474650" cy="770225"/>
            </a:xfrm>
            <a:custGeom>
              <a:rect b="b" l="l" r="r" t="t"/>
              <a:pathLst>
                <a:path extrusionOk="0" h="30809" w="18986">
                  <a:moveTo>
                    <a:pt x="4545" y="1"/>
                  </a:moveTo>
                  <a:cubicBezTo>
                    <a:pt x="1738" y="1828"/>
                    <a:pt x="1" y="3125"/>
                    <a:pt x="1" y="3125"/>
                  </a:cubicBezTo>
                  <a:cubicBezTo>
                    <a:pt x="4461" y="13948"/>
                    <a:pt x="13901" y="30808"/>
                    <a:pt x="13901" y="30808"/>
                  </a:cubicBezTo>
                  <a:cubicBezTo>
                    <a:pt x="15571" y="29984"/>
                    <a:pt x="17285" y="29080"/>
                    <a:pt x="18986" y="28140"/>
                  </a:cubicBezTo>
                  <a:cubicBezTo>
                    <a:pt x="17705" y="25875"/>
                    <a:pt x="16452" y="23592"/>
                    <a:pt x="15224" y="21297"/>
                  </a:cubicBezTo>
                  <a:cubicBezTo>
                    <a:pt x="11697" y="14701"/>
                    <a:pt x="8377" y="7999"/>
                    <a:pt x="5099" y="1278"/>
                  </a:cubicBezTo>
                  <a:cubicBezTo>
                    <a:pt x="4922" y="914"/>
                    <a:pt x="4742" y="474"/>
                    <a:pt x="454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2"/>
            <p:cNvSpPr/>
            <p:nvPr/>
          </p:nvSpPr>
          <p:spPr>
            <a:xfrm>
              <a:off x="3327025" y="832650"/>
              <a:ext cx="435125" cy="348925"/>
            </a:xfrm>
            <a:custGeom>
              <a:rect b="b" l="l" r="r" t="t"/>
              <a:pathLst>
                <a:path extrusionOk="0" h="13957" w="17405">
                  <a:moveTo>
                    <a:pt x="10732" y="1"/>
                  </a:moveTo>
                  <a:cubicBezTo>
                    <a:pt x="10649" y="1"/>
                    <a:pt x="10564" y="20"/>
                    <a:pt x="10485" y="57"/>
                  </a:cubicBezTo>
                  <a:cubicBezTo>
                    <a:pt x="7380" y="1561"/>
                    <a:pt x="4371" y="3251"/>
                    <a:pt x="1369" y="4947"/>
                  </a:cubicBezTo>
                  <a:cubicBezTo>
                    <a:pt x="1148" y="5073"/>
                    <a:pt x="1045" y="5331"/>
                    <a:pt x="1133" y="5554"/>
                  </a:cubicBezTo>
                  <a:cubicBezTo>
                    <a:pt x="1259" y="5872"/>
                    <a:pt x="1243" y="6228"/>
                    <a:pt x="1091" y="6533"/>
                  </a:cubicBezTo>
                  <a:cubicBezTo>
                    <a:pt x="948" y="6813"/>
                    <a:pt x="694" y="7034"/>
                    <a:pt x="397" y="7154"/>
                  </a:cubicBezTo>
                  <a:cubicBezTo>
                    <a:pt x="130" y="7264"/>
                    <a:pt x="0" y="7558"/>
                    <a:pt x="106" y="7809"/>
                  </a:cubicBezTo>
                  <a:cubicBezTo>
                    <a:pt x="910" y="9703"/>
                    <a:pt x="1763" y="11480"/>
                    <a:pt x="2955" y="13161"/>
                  </a:cubicBezTo>
                  <a:cubicBezTo>
                    <a:pt x="3051" y="13297"/>
                    <a:pt x="3206" y="13367"/>
                    <a:pt x="3366" y="13367"/>
                  </a:cubicBezTo>
                  <a:cubicBezTo>
                    <a:pt x="3481" y="13367"/>
                    <a:pt x="3599" y="13331"/>
                    <a:pt x="3700" y="13256"/>
                  </a:cubicBezTo>
                  <a:cubicBezTo>
                    <a:pt x="3933" y="13082"/>
                    <a:pt x="4225" y="12980"/>
                    <a:pt x="4513" y="12980"/>
                  </a:cubicBezTo>
                  <a:cubicBezTo>
                    <a:pt x="4601" y="12980"/>
                    <a:pt x="4688" y="12989"/>
                    <a:pt x="4773" y="13009"/>
                  </a:cubicBezTo>
                  <a:cubicBezTo>
                    <a:pt x="5124" y="13095"/>
                    <a:pt x="5418" y="13336"/>
                    <a:pt x="5568" y="13667"/>
                  </a:cubicBezTo>
                  <a:cubicBezTo>
                    <a:pt x="5651" y="13849"/>
                    <a:pt x="5832" y="13957"/>
                    <a:pt x="6026" y="13957"/>
                  </a:cubicBezTo>
                  <a:cubicBezTo>
                    <a:pt x="6108" y="13957"/>
                    <a:pt x="6193" y="13937"/>
                    <a:pt x="6273" y="13895"/>
                  </a:cubicBezTo>
                  <a:lnTo>
                    <a:pt x="15934" y="8770"/>
                  </a:lnTo>
                  <a:cubicBezTo>
                    <a:pt x="16186" y="8636"/>
                    <a:pt x="16294" y="8331"/>
                    <a:pt x="16157" y="8099"/>
                  </a:cubicBezTo>
                  <a:cubicBezTo>
                    <a:pt x="15905" y="7668"/>
                    <a:pt x="15936" y="7067"/>
                    <a:pt x="16296" y="6679"/>
                  </a:cubicBezTo>
                  <a:cubicBezTo>
                    <a:pt x="16553" y="6402"/>
                    <a:pt x="16922" y="6244"/>
                    <a:pt x="17217" y="6001"/>
                  </a:cubicBezTo>
                  <a:cubicBezTo>
                    <a:pt x="17295" y="5936"/>
                    <a:pt x="17370" y="5857"/>
                    <a:pt x="17386" y="5760"/>
                  </a:cubicBezTo>
                  <a:cubicBezTo>
                    <a:pt x="17405" y="5656"/>
                    <a:pt x="17350" y="5559"/>
                    <a:pt x="17295" y="5470"/>
                  </a:cubicBezTo>
                  <a:lnTo>
                    <a:pt x="14313" y="501"/>
                  </a:lnTo>
                  <a:cubicBezTo>
                    <a:pt x="14221" y="348"/>
                    <a:pt x="14057" y="268"/>
                    <a:pt x="13886" y="268"/>
                  </a:cubicBezTo>
                  <a:cubicBezTo>
                    <a:pt x="13767" y="268"/>
                    <a:pt x="13646" y="306"/>
                    <a:pt x="13542" y="384"/>
                  </a:cubicBezTo>
                  <a:cubicBezTo>
                    <a:pt x="13236" y="615"/>
                    <a:pt x="12854" y="752"/>
                    <a:pt x="12471" y="752"/>
                  </a:cubicBezTo>
                  <a:cubicBezTo>
                    <a:pt x="12459" y="752"/>
                    <a:pt x="12447" y="752"/>
                    <a:pt x="12435" y="752"/>
                  </a:cubicBezTo>
                  <a:cubicBezTo>
                    <a:pt x="11954" y="741"/>
                    <a:pt x="11428" y="514"/>
                    <a:pt x="11108" y="161"/>
                  </a:cubicBezTo>
                  <a:cubicBezTo>
                    <a:pt x="11012" y="55"/>
                    <a:pt x="10874" y="1"/>
                    <a:pt x="10732"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2"/>
            <p:cNvSpPr/>
            <p:nvPr/>
          </p:nvSpPr>
          <p:spPr>
            <a:xfrm>
              <a:off x="3394575" y="885900"/>
              <a:ext cx="239800" cy="155375"/>
            </a:xfrm>
            <a:custGeom>
              <a:rect b="b" l="l" r="r" t="t"/>
              <a:pathLst>
                <a:path extrusionOk="0" h="6215" w="9592">
                  <a:moveTo>
                    <a:pt x="9253" y="0"/>
                  </a:moveTo>
                  <a:cubicBezTo>
                    <a:pt x="9212" y="0"/>
                    <a:pt x="9168" y="13"/>
                    <a:pt x="9126" y="41"/>
                  </a:cubicBezTo>
                  <a:cubicBezTo>
                    <a:pt x="6190" y="2035"/>
                    <a:pt x="3213" y="3970"/>
                    <a:pt x="196" y="5845"/>
                  </a:cubicBezTo>
                  <a:cubicBezTo>
                    <a:pt x="1" y="5966"/>
                    <a:pt x="158" y="6215"/>
                    <a:pt x="350" y="6215"/>
                  </a:cubicBezTo>
                  <a:cubicBezTo>
                    <a:pt x="390" y="6215"/>
                    <a:pt x="432" y="6204"/>
                    <a:pt x="472" y="6179"/>
                  </a:cubicBezTo>
                  <a:cubicBezTo>
                    <a:pt x="3487" y="4306"/>
                    <a:pt x="6464" y="2371"/>
                    <a:pt x="9402" y="376"/>
                  </a:cubicBezTo>
                  <a:cubicBezTo>
                    <a:pt x="9592" y="247"/>
                    <a:pt x="9441" y="0"/>
                    <a:pt x="9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2"/>
            <p:cNvSpPr/>
            <p:nvPr/>
          </p:nvSpPr>
          <p:spPr>
            <a:xfrm>
              <a:off x="3429400" y="946050"/>
              <a:ext cx="253425" cy="167275"/>
            </a:xfrm>
            <a:custGeom>
              <a:rect b="b" l="l" r="r" t="t"/>
              <a:pathLst>
                <a:path extrusionOk="0" h="6691" w="10137">
                  <a:moveTo>
                    <a:pt x="9789" y="0"/>
                  </a:moveTo>
                  <a:cubicBezTo>
                    <a:pt x="9749" y="0"/>
                    <a:pt x="9707" y="11"/>
                    <a:pt x="9666" y="36"/>
                  </a:cubicBezTo>
                  <a:cubicBezTo>
                    <a:pt x="6447" y="2037"/>
                    <a:pt x="3287" y="4130"/>
                    <a:pt x="186" y="6313"/>
                  </a:cubicBezTo>
                  <a:cubicBezTo>
                    <a:pt x="0" y="6444"/>
                    <a:pt x="149" y="6690"/>
                    <a:pt x="334" y="6690"/>
                  </a:cubicBezTo>
                  <a:cubicBezTo>
                    <a:pt x="376" y="6690"/>
                    <a:pt x="420" y="6677"/>
                    <a:pt x="462" y="6648"/>
                  </a:cubicBezTo>
                  <a:cubicBezTo>
                    <a:pt x="3561" y="4466"/>
                    <a:pt x="6722" y="2374"/>
                    <a:pt x="9942" y="371"/>
                  </a:cubicBezTo>
                  <a:cubicBezTo>
                    <a:pt x="10137" y="249"/>
                    <a:pt x="9981" y="0"/>
                    <a:pt x="9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52"/>
          <p:cNvGrpSpPr/>
          <p:nvPr/>
        </p:nvGrpSpPr>
        <p:grpSpPr>
          <a:xfrm flipH="1">
            <a:off x="6439328" y="2831486"/>
            <a:ext cx="1232553" cy="1443199"/>
            <a:chOff x="1340363" y="3317850"/>
            <a:chExt cx="1029100" cy="1204975"/>
          </a:xfrm>
        </p:grpSpPr>
        <p:sp>
          <p:nvSpPr>
            <p:cNvPr id="1866" name="Google Shape;1866;p52"/>
            <p:cNvSpPr/>
            <p:nvPr/>
          </p:nvSpPr>
          <p:spPr>
            <a:xfrm>
              <a:off x="1340363" y="3423100"/>
              <a:ext cx="1029100" cy="1099725"/>
            </a:xfrm>
            <a:custGeom>
              <a:rect b="b" l="l" r="r" t="t"/>
              <a:pathLst>
                <a:path extrusionOk="0" h="43989" w="41164">
                  <a:moveTo>
                    <a:pt x="15965" y="1"/>
                  </a:moveTo>
                  <a:cubicBezTo>
                    <a:pt x="13710" y="1"/>
                    <a:pt x="11496" y="510"/>
                    <a:pt x="9472" y="1633"/>
                  </a:cubicBezTo>
                  <a:cubicBezTo>
                    <a:pt x="8160" y="2359"/>
                    <a:pt x="6922" y="3344"/>
                    <a:pt x="5808" y="4616"/>
                  </a:cubicBezTo>
                  <a:cubicBezTo>
                    <a:pt x="834" y="10276"/>
                    <a:pt x="1" y="18570"/>
                    <a:pt x="1433" y="25545"/>
                  </a:cubicBezTo>
                  <a:cubicBezTo>
                    <a:pt x="2190" y="29222"/>
                    <a:pt x="3476" y="32796"/>
                    <a:pt x="4881" y="36266"/>
                  </a:cubicBezTo>
                  <a:cubicBezTo>
                    <a:pt x="6536" y="40336"/>
                    <a:pt x="8118" y="43989"/>
                    <a:pt x="12900" y="43989"/>
                  </a:cubicBezTo>
                  <a:cubicBezTo>
                    <a:pt x="13183" y="43989"/>
                    <a:pt x="13479" y="43976"/>
                    <a:pt x="13786" y="43949"/>
                  </a:cubicBezTo>
                  <a:cubicBezTo>
                    <a:pt x="20603" y="43365"/>
                    <a:pt x="27039" y="40483"/>
                    <a:pt x="33032" y="37157"/>
                  </a:cubicBezTo>
                  <a:cubicBezTo>
                    <a:pt x="33955" y="36646"/>
                    <a:pt x="34905" y="36088"/>
                    <a:pt x="35813" y="35474"/>
                  </a:cubicBezTo>
                  <a:cubicBezTo>
                    <a:pt x="38697" y="33517"/>
                    <a:pt x="41164" y="30954"/>
                    <a:pt x="40979" y="27277"/>
                  </a:cubicBezTo>
                  <a:cubicBezTo>
                    <a:pt x="40877" y="25269"/>
                    <a:pt x="40151" y="23361"/>
                    <a:pt x="39393" y="21509"/>
                  </a:cubicBezTo>
                  <a:cubicBezTo>
                    <a:pt x="36365" y="14090"/>
                    <a:pt x="32415" y="6878"/>
                    <a:pt x="25219" y="2680"/>
                  </a:cubicBezTo>
                  <a:cubicBezTo>
                    <a:pt x="22316" y="986"/>
                    <a:pt x="19100" y="1"/>
                    <a:pt x="1596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2"/>
            <p:cNvSpPr/>
            <p:nvPr/>
          </p:nvSpPr>
          <p:spPr>
            <a:xfrm>
              <a:off x="1504138" y="3317850"/>
              <a:ext cx="259100" cy="233225"/>
            </a:xfrm>
            <a:custGeom>
              <a:rect b="b" l="l" r="r" t="t"/>
              <a:pathLst>
                <a:path extrusionOk="0" h="9329" w="10364">
                  <a:moveTo>
                    <a:pt x="4849" y="1"/>
                  </a:moveTo>
                  <a:cubicBezTo>
                    <a:pt x="4454" y="1"/>
                    <a:pt x="4054" y="62"/>
                    <a:pt x="3661" y="194"/>
                  </a:cubicBezTo>
                  <a:cubicBezTo>
                    <a:pt x="1" y="1412"/>
                    <a:pt x="642" y="6202"/>
                    <a:pt x="2007" y="8889"/>
                  </a:cubicBezTo>
                  <a:cubicBezTo>
                    <a:pt x="2164" y="9198"/>
                    <a:pt x="2447" y="9329"/>
                    <a:pt x="2725" y="9329"/>
                  </a:cubicBezTo>
                  <a:cubicBezTo>
                    <a:pt x="3229" y="9329"/>
                    <a:pt x="3719" y="8903"/>
                    <a:pt x="3432" y="8338"/>
                  </a:cubicBezTo>
                  <a:cubicBezTo>
                    <a:pt x="2493" y="6492"/>
                    <a:pt x="1408" y="2494"/>
                    <a:pt x="4212" y="1617"/>
                  </a:cubicBezTo>
                  <a:cubicBezTo>
                    <a:pt x="4496" y="1528"/>
                    <a:pt x="4764" y="1487"/>
                    <a:pt x="5015" y="1487"/>
                  </a:cubicBezTo>
                  <a:cubicBezTo>
                    <a:pt x="7297" y="1487"/>
                    <a:pt x="8308" y="4856"/>
                    <a:pt x="8781" y="6624"/>
                  </a:cubicBezTo>
                  <a:cubicBezTo>
                    <a:pt x="8872" y="6969"/>
                    <a:pt x="9119" y="7114"/>
                    <a:pt x="9383" y="7114"/>
                  </a:cubicBezTo>
                  <a:cubicBezTo>
                    <a:pt x="9846" y="7114"/>
                    <a:pt x="10363" y="6669"/>
                    <a:pt x="10204" y="6072"/>
                  </a:cubicBezTo>
                  <a:cubicBezTo>
                    <a:pt x="9738" y="4319"/>
                    <a:pt x="9197" y="2529"/>
                    <a:pt x="7838" y="1250"/>
                  </a:cubicBezTo>
                  <a:cubicBezTo>
                    <a:pt x="7015" y="477"/>
                    <a:pt x="5948" y="1"/>
                    <a:pt x="484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2"/>
            <p:cNvSpPr/>
            <p:nvPr/>
          </p:nvSpPr>
          <p:spPr>
            <a:xfrm>
              <a:off x="1365488" y="3403850"/>
              <a:ext cx="714500" cy="634125"/>
            </a:xfrm>
            <a:custGeom>
              <a:rect b="b" l="l" r="r" t="t"/>
              <a:pathLst>
                <a:path extrusionOk="0" h="25365" w="28580">
                  <a:moveTo>
                    <a:pt x="17433" y="1"/>
                  </a:moveTo>
                  <a:cubicBezTo>
                    <a:pt x="17107" y="1"/>
                    <a:pt x="16772" y="14"/>
                    <a:pt x="16430" y="39"/>
                  </a:cubicBezTo>
                  <a:cubicBezTo>
                    <a:pt x="12010" y="355"/>
                    <a:pt x="6435" y="2709"/>
                    <a:pt x="3900" y="5471"/>
                  </a:cubicBezTo>
                  <a:cubicBezTo>
                    <a:pt x="3699" y="5689"/>
                    <a:pt x="3515" y="5919"/>
                    <a:pt x="3341" y="6158"/>
                  </a:cubicBezTo>
                  <a:cubicBezTo>
                    <a:pt x="3094" y="6507"/>
                    <a:pt x="2866" y="6867"/>
                    <a:pt x="2656" y="7238"/>
                  </a:cubicBezTo>
                  <a:cubicBezTo>
                    <a:pt x="1" y="11905"/>
                    <a:pt x="141" y="18284"/>
                    <a:pt x="1834" y="22452"/>
                  </a:cubicBezTo>
                  <a:cubicBezTo>
                    <a:pt x="2219" y="23397"/>
                    <a:pt x="2729" y="24340"/>
                    <a:pt x="3681" y="24879"/>
                  </a:cubicBezTo>
                  <a:cubicBezTo>
                    <a:pt x="4303" y="25228"/>
                    <a:pt x="5026" y="25364"/>
                    <a:pt x="5796" y="25364"/>
                  </a:cubicBezTo>
                  <a:cubicBezTo>
                    <a:pt x="7139" y="25364"/>
                    <a:pt x="8628" y="24951"/>
                    <a:pt x="9978" y="24528"/>
                  </a:cubicBezTo>
                  <a:cubicBezTo>
                    <a:pt x="11390" y="24084"/>
                    <a:pt x="12804" y="23638"/>
                    <a:pt x="14217" y="23200"/>
                  </a:cubicBezTo>
                  <a:cubicBezTo>
                    <a:pt x="16128" y="22598"/>
                    <a:pt x="18038" y="21999"/>
                    <a:pt x="19947" y="21402"/>
                  </a:cubicBezTo>
                  <a:cubicBezTo>
                    <a:pt x="23043" y="20431"/>
                    <a:pt x="26578" y="19103"/>
                    <a:pt x="27775" y="16448"/>
                  </a:cubicBezTo>
                  <a:cubicBezTo>
                    <a:pt x="28579" y="14663"/>
                    <a:pt x="28037" y="12808"/>
                    <a:pt x="27406" y="11138"/>
                  </a:cubicBezTo>
                  <a:cubicBezTo>
                    <a:pt x="26609" y="9027"/>
                    <a:pt x="25678" y="6970"/>
                    <a:pt x="24616" y="4978"/>
                  </a:cubicBezTo>
                  <a:cubicBezTo>
                    <a:pt x="23647" y="3153"/>
                    <a:pt x="22449" y="1280"/>
                    <a:pt x="20320" y="459"/>
                  </a:cubicBezTo>
                  <a:cubicBezTo>
                    <a:pt x="20287" y="446"/>
                    <a:pt x="20258" y="434"/>
                    <a:pt x="20225" y="423"/>
                  </a:cubicBezTo>
                  <a:cubicBezTo>
                    <a:pt x="19863" y="293"/>
                    <a:pt x="19489" y="196"/>
                    <a:pt x="19110" y="136"/>
                  </a:cubicBezTo>
                  <a:cubicBezTo>
                    <a:pt x="18587" y="44"/>
                    <a:pt x="18025" y="1"/>
                    <a:pt x="1743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2"/>
            <p:cNvSpPr/>
            <p:nvPr/>
          </p:nvSpPr>
          <p:spPr>
            <a:xfrm>
              <a:off x="1652138" y="4098625"/>
              <a:ext cx="481200" cy="345200"/>
            </a:xfrm>
            <a:custGeom>
              <a:rect b="b" l="l" r="r" t="t"/>
              <a:pathLst>
                <a:path extrusionOk="0" h="13808" w="19248">
                  <a:moveTo>
                    <a:pt x="15128" y="1"/>
                  </a:moveTo>
                  <a:cubicBezTo>
                    <a:pt x="14639" y="1"/>
                    <a:pt x="14146" y="125"/>
                    <a:pt x="13665" y="253"/>
                  </a:cubicBezTo>
                  <a:cubicBezTo>
                    <a:pt x="13429" y="315"/>
                    <a:pt x="13194" y="381"/>
                    <a:pt x="12956" y="446"/>
                  </a:cubicBezTo>
                  <a:cubicBezTo>
                    <a:pt x="10400" y="1148"/>
                    <a:pt x="7845" y="1952"/>
                    <a:pt x="5417" y="3017"/>
                  </a:cubicBezTo>
                  <a:cubicBezTo>
                    <a:pt x="3880" y="3693"/>
                    <a:pt x="2077" y="4240"/>
                    <a:pt x="893" y="5477"/>
                  </a:cubicBezTo>
                  <a:cubicBezTo>
                    <a:pt x="125" y="6281"/>
                    <a:pt x="1" y="7458"/>
                    <a:pt x="266" y="8667"/>
                  </a:cubicBezTo>
                  <a:cubicBezTo>
                    <a:pt x="335" y="8983"/>
                    <a:pt x="427" y="9294"/>
                    <a:pt x="542" y="9595"/>
                  </a:cubicBezTo>
                  <a:cubicBezTo>
                    <a:pt x="739" y="10131"/>
                    <a:pt x="991" y="10642"/>
                    <a:pt x="1293" y="11127"/>
                  </a:cubicBezTo>
                  <a:cubicBezTo>
                    <a:pt x="1971" y="12216"/>
                    <a:pt x="2857" y="13102"/>
                    <a:pt x="3692" y="13449"/>
                  </a:cubicBezTo>
                  <a:cubicBezTo>
                    <a:pt x="4308" y="13702"/>
                    <a:pt x="4967" y="13807"/>
                    <a:pt x="5639" y="13807"/>
                  </a:cubicBezTo>
                  <a:cubicBezTo>
                    <a:pt x="6588" y="13807"/>
                    <a:pt x="7564" y="13597"/>
                    <a:pt x="8478" y="13298"/>
                  </a:cubicBezTo>
                  <a:cubicBezTo>
                    <a:pt x="9393" y="13000"/>
                    <a:pt x="10307" y="12674"/>
                    <a:pt x="11215" y="12327"/>
                  </a:cubicBezTo>
                  <a:cubicBezTo>
                    <a:pt x="12704" y="11757"/>
                    <a:pt x="14177" y="11127"/>
                    <a:pt x="15608" y="10454"/>
                  </a:cubicBezTo>
                  <a:cubicBezTo>
                    <a:pt x="16397" y="10082"/>
                    <a:pt x="17197" y="9694"/>
                    <a:pt x="17866" y="9137"/>
                  </a:cubicBezTo>
                  <a:cubicBezTo>
                    <a:pt x="18703" y="8441"/>
                    <a:pt x="19248" y="7540"/>
                    <a:pt x="19198" y="6471"/>
                  </a:cubicBezTo>
                  <a:cubicBezTo>
                    <a:pt x="19156" y="5630"/>
                    <a:pt x="18820" y="4883"/>
                    <a:pt x="18542" y="4110"/>
                  </a:cubicBezTo>
                  <a:cubicBezTo>
                    <a:pt x="18431" y="3790"/>
                    <a:pt x="18334" y="3467"/>
                    <a:pt x="18237" y="3138"/>
                  </a:cubicBezTo>
                  <a:cubicBezTo>
                    <a:pt x="18142" y="2827"/>
                    <a:pt x="18047" y="2513"/>
                    <a:pt x="17921" y="2210"/>
                  </a:cubicBezTo>
                  <a:cubicBezTo>
                    <a:pt x="17831" y="1978"/>
                    <a:pt x="17722" y="1755"/>
                    <a:pt x="17594" y="1541"/>
                  </a:cubicBezTo>
                  <a:cubicBezTo>
                    <a:pt x="17126" y="770"/>
                    <a:pt x="16355" y="125"/>
                    <a:pt x="15423" y="17"/>
                  </a:cubicBezTo>
                  <a:cubicBezTo>
                    <a:pt x="15325" y="6"/>
                    <a:pt x="15227" y="1"/>
                    <a:pt x="1512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2"/>
            <p:cNvSpPr/>
            <p:nvPr/>
          </p:nvSpPr>
          <p:spPr>
            <a:xfrm>
              <a:off x="1512138" y="3800250"/>
              <a:ext cx="218275" cy="357825"/>
            </a:xfrm>
            <a:custGeom>
              <a:rect b="b" l="l" r="r" t="t"/>
              <a:pathLst>
                <a:path extrusionOk="0" h="14313" w="8731">
                  <a:moveTo>
                    <a:pt x="2646" y="1"/>
                  </a:moveTo>
                  <a:cubicBezTo>
                    <a:pt x="1334" y="1"/>
                    <a:pt x="0" y="1233"/>
                    <a:pt x="612" y="2933"/>
                  </a:cubicBezTo>
                  <a:lnTo>
                    <a:pt x="4201" y="12897"/>
                  </a:lnTo>
                  <a:cubicBezTo>
                    <a:pt x="4559" y="13892"/>
                    <a:pt x="5318" y="14313"/>
                    <a:pt x="6085" y="14313"/>
                  </a:cubicBezTo>
                  <a:cubicBezTo>
                    <a:pt x="7397" y="14313"/>
                    <a:pt x="8730" y="13081"/>
                    <a:pt x="8117" y="11380"/>
                  </a:cubicBezTo>
                  <a:lnTo>
                    <a:pt x="4530" y="1416"/>
                  </a:lnTo>
                  <a:cubicBezTo>
                    <a:pt x="4172" y="422"/>
                    <a:pt x="3412" y="1"/>
                    <a:pt x="264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2"/>
            <p:cNvSpPr/>
            <p:nvPr/>
          </p:nvSpPr>
          <p:spPr>
            <a:xfrm>
              <a:off x="1802988" y="3697750"/>
              <a:ext cx="230600" cy="355125"/>
            </a:xfrm>
            <a:custGeom>
              <a:rect b="b" l="l" r="r" t="t"/>
              <a:pathLst>
                <a:path extrusionOk="0" h="14205" w="9224">
                  <a:moveTo>
                    <a:pt x="2702" y="0"/>
                  </a:moveTo>
                  <a:cubicBezTo>
                    <a:pt x="1369" y="0"/>
                    <a:pt x="0" y="1198"/>
                    <a:pt x="640" y="2806"/>
                  </a:cubicBezTo>
                  <a:lnTo>
                    <a:pt x="4666" y="12916"/>
                  </a:lnTo>
                  <a:cubicBezTo>
                    <a:pt x="5026" y="13823"/>
                    <a:pt x="5768" y="14205"/>
                    <a:pt x="6521" y="14205"/>
                  </a:cubicBezTo>
                  <a:cubicBezTo>
                    <a:pt x="7854" y="14205"/>
                    <a:pt x="9223" y="13008"/>
                    <a:pt x="8583" y="11400"/>
                  </a:cubicBezTo>
                  <a:cubicBezTo>
                    <a:pt x="7240" y="8028"/>
                    <a:pt x="5899" y="4659"/>
                    <a:pt x="4556" y="1288"/>
                  </a:cubicBezTo>
                  <a:cubicBezTo>
                    <a:pt x="4195" y="382"/>
                    <a:pt x="3454" y="0"/>
                    <a:pt x="270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52"/>
          <p:cNvGrpSpPr/>
          <p:nvPr/>
        </p:nvGrpSpPr>
        <p:grpSpPr>
          <a:xfrm>
            <a:off x="6676994" y="1491816"/>
            <a:ext cx="857512" cy="834782"/>
            <a:chOff x="433763" y="3549850"/>
            <a:chExt cx="761150" cy="740975"/>
          </a:xfrm>
        </p:grpSpPr>
        <p:sp>
          <p:nvSpPr>
            <p:cNvPr id="1873" name="Google Shape;1873;p52"/>
            <p:cNvSpPr/>
            <p:nvPr/>
          </p:nvSpPr>
          <p:spPr>
            <a:xfrm>
              <a:off x="433763" y="3549850"/>
              <a:ext cx="761100" cy="740975"/>
            </a:xfrm>
            <a:custGeom>
              <a:rect b="b" l="l" r="r" t="t"/>
              <a:pathLst>
                <a:path extrusionOk="0" h="29639" w="30444">
                  <a:moveTo>
                    <a:pt x="25485" y="0"/>
                  </a:moveTo>
                  <a:lnTo>
                    <a:pt x="23641" y="1871"/>
                  </a:lnTo>
                  <a:lnTo>
                    <a:pt x="22248" y="3285"/>
                  </a:lnTo>
                  <a:lnTo>
                    <a:pt x="17895" y="2892"/>
                  </a:lnTo>
                  <a:cubicBezTo>
                    <a:pt x="17812" y="2885"/>
                    <a:pt x="17728" y="2881"/>
                    <a:pt x="17645" y="2881"/>
                  </a:cubicBezTo>
                  <a:cubicBezTo>
                    <a:pt x="16885" y="2881"/>
                    <a:pt x="16154" y="3199"/>
                    <a:pt x="15635" y="3764"/>
                  </a:cubicBezTo>
                  <a:lnTo>
                    <a:pt x="14845" y="4621"/>
                  </a:lnTo>
                  <a:lnTo>
                    <a:pt x="12806" y="6837"/>
                  </a:lnTo>
                  <a:lnTo>
                    <a:pt x="11771" y="7960"/>
                  </a:lnTo>
                  <a:lnTo>
                    <a:pt x="5767" y="14488"/>
                  </a:lnTo>
                  <a:lnTo>
                    <a:pt x="4640" y="15711"/>
                  </a:lnTo>
                  <a:lnTo>
                    <a:pt x="3041" y="17448"/>
                  </a:lnTo>
                  <a:lnTo>
                    <a:pt x="1462" y="19164"/>
                  </a:lnTo>
                  <a:cubicBezTo>
                    <a:pt x="0" y="20750"/>
                    <a:pt x="104" y="23219"/>
                    <a:pt x="1691" y="24677"/>
                  </a:cubicBezTo>
                  <a:lnTo>
                    <a:pt x="2589" y="25502"/>
                  </a:lnTo>
                  <a:lnTo>
                    <a:pt x="5969" y="28610"/>
                  </a:lnTo>
                  <a:cubicBezTo>
                    <a:pt x="6717" y="29298"/>
                    <a:pt x="7663" y="29638"/>
                    <a:pt x="8607" y="29638"/>
                  </a:cubicBezTo>
                  <a:cubicBezTo>
                    <a:pt x="9649" y="29638"/>
                    <a:pt x="10688" y="29223"/>
                    <a:pt x="11456" y="28402"/>
                  </a:cubicBezTo>
                  <a:lnTo>
                    <a:pt x="13397" y="26331"/>
                  </a:lnTo>
                  <a:lnTo>
                    <a:pt x="14378" y="25284"/>
                  </a:lnTo>
                  <a:lnTo>
                    <a:pt x="15825" y="23738"/>
                  </a:lnTo>
                  <a:lnTo>
                    <a:pt x="22069" y="17078"/>
                  </a:lnTo>
                  <a:lnTo>
                    <a:pt x="23424" y="15630"/>
                  </a:lnTo>
                  <a:lnTo>
                    <a:pt x="25295" y="13633"/>
                  </a:lnTo>
                  <a:lnTo>
                    <a:pt x="26172" y="12696"/>
                  </a:lnTo>
                  <a:cubicBezTo>
                    <a:pt x="26727" y="12100"/>
                    <a:pt x="26991" y="11289"/>
                    <a:pt x="26887" y="10480"/>
                  </a:cubicBezTo>
                  <a:lnTo>
                    <a:pt x="26545" y="7794"/>
                  </a:lnTo>
                  <a:lnTo>
                    <a:pt x="26398" y="6643"/>
                  </a:lnTo>
                  <a:lnTo>
                    <a:pt x="30177" y="2383"/>
                  </a:lnTo>
                  <a:cubicBezTo>
                    <a:pt x="30444" y="2080"/>
                    <a:pt x="30315" y="1604"/>
                    <a:pt x="29934" y="1477"/>
                  </a:cubicBezTo>
                  <a:lnTo>
                    <a:pt x="25485" y="0"/>
                  </a:ln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2"/>
            <p:cNvSpPr/>
            <p:nvPr/>
          </p:nvSpPr>
          <p:spPr>
            <a:xfrm>
              <a:off x="509813" y="3665400"/>
              <a:ext cx="556325" cy="542725"/>
            </a:xfrm>
            <a:custGeom>
              <a:rect b="b" l="l" r="r" t="t"/>
              <a:pathLst>
                <a:path extrusionOk="0" h="21709" w="22253">
                  <a:moveTo>
                    <a:pt x="11805" y="0"/>
                  </a:moveTo>
                  <a:lnTo>
                    <a:pt x="9765" y="2217"/>
                  </a:lnTo>
                  <a:lnTo>
                    <a:pt x="8730" y="3340"/>
                  </a:lnTo>
                  <a:lnTo>
                    <a:pt x="2726" y="9867"/>
                  </a:lnTo>
                  <a:lnTo>
                    <a:pt x="1600" y="11091"/>
                  </a:lnTo>
                  <a:lnTo>
                    <a:pt x="0" y="12828"/>
                  </a:lnTo>
                  <a:cubicBezTo>
                    <a:pt x="1931" y="14976"/>
                    <a:pt x="3950" y="17066"/>
                    <a:pt x="6161" y="18861"/>
                  </a:cubicBezTo>
                  <a:cubicBezTo>
                    <a:pt x="7486" y="19931"/>
                    <a:pt x="8875" y="20898"/>
                    <a:pt x="10355" y="21709"/>
                  </a:cubicBezTo>
                  <a:lnTo>
                    <a:pt x="11336" y="20662"/>
                  </a:lnTo>
                  <a:lnTo>
                    <a:pt x="12783" y="19116"/>
                  </a:lnTo>
                  <a:lnTo>
                    <a:pt x="19027" y="12457"/>
                  </a:lnTo>
                  <a:lnTo>
                    <a:pt x="20382" y="11008"/>
                  </a:lnTo>
                  <a:lnTo>
                    <a:pt x="22253" y="9011"/>
                  </a:lnTo>
                  <a:cubicBezTo>
                    <a:pt x="21413" y="8424"/>
                    <a:pt x="20585" y="7823"/>
                    <a:pt x="19771" y="7203"/>
                  </a:cubicBezTo>
                  <a:cubicBezTo>
                    <a:pt x="18689" y="6380"/>
                    <a:pt x="17632" y="5527"/>
                    <a:pt x="16595" y="4645"/>
                  </a:cubicBezTo>
                  <a:cubicBezTo>
                    <a:pt x="15390" y="3619"/>
                    <a:pt x="14219" y="2553"/>
                    <a:pt x="13079" y="1453"/>
                  </a:cubicBezTo>
                  <a:cubicBezTo>
                    <a:pt x="12678" y="1063"/>
                    <a:pt x="12250" y="531"/>
                    <a:pt x="11805"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2"/>
            <p:cNvSpPr/>
            <p:nvPr/>
          </p:nvSpPr>
          <p:spPr>
            <a:xfrm>
              <a:off x="728063" y="3720750"/>
              <a:ext cx="291350" cy="256050"/>
            </a:xfrm>
            <a:custGeom>
              <a:rect b="b" l="l" r="r" t="t"/>
              <a:pathLst>
                <a:path extrusionOk="0" h="10242" w="11654">
                  <a:moveTo>
                    <a:pt x="1037" y="1"/>
                  </a:moveTo>
                  <a:lnTo>
                    <a:pt x="0" y="1124"/>
                  </a:lnTo>
                  <a:cubicBezTo>
                    <a:pt x="1479" y="2730"/>
                    <a:pt x="3037" y="4260"/>
                    <a:pt x="4672" y="5707"/>
                  </a:cubicBezTo>
                  <a:cubicBezTo>
                    <a:pt x="5641" y="6562"/>
                    <a:pt x="6630" y="7397"/>
                    <a:pt x="7643" y="8204"/>
                  </a:cubicBezTo>
                  <a:cubicBezTo>
                    <a:pt x="8457" y="8858"/>
                    <a:pt x="9284" y="9495"/>
                    <a:pt x="10124" y="10114"/>
                  </a:cubicBezTo>
                  <a:cubicBezTo>
                    <a:pt x="10182" y="10157"/>
                    <a:pt x="10239" y="10201"/>
                    <a:pt x="10297" y="10242"/>
                  </a:cubicBezTo>
                  <a:lnTo>
                    <a:pt x="11653" y="8794"/>
                  </a:lnTo>
                  <a:cubicBezTo>
                    <a:pt x="10764" y="8184"/>
                    <a:pt x="9881" y="7565"/>
                    <a:pt x="9016" y="6923"/>
                  </a:cubicBezTo>
                  <a:cubicBezTo>
                    <a:pt x="8365" y="6443"/>
                    <a:pt x="7726" y="5952"/>
                    <a:pt x="7099" y="5437"/>
                  </a:cubicBezTo>
                  <a:cubicBezTo>
                    <a:pt x="5532" y="4152"/>
                    <a:pt x="4018" y="2803"/>
                    <a:pt x="2532" y="1427"/>
                  </a:cubicBezTo>
                  <a:cubicBezTo>
                    <a:pt x="2028" y="958"/>
                    <a:pt x="1528" y="483"/>
                    <a:pt x="1037"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2"/>
            <p:cNvSpPr/>
            <p:nvPr/>
          </p:nvSpPr>
          <p:spPr>
            <a:xfrm>
              <a:off x="549788" y="3912025"/>
              <a:ext cx="279675" cy="269925"/>
            </a:xfrm>
            <a:custGeom>
              <a:rect b="b" l="l" r="r" t="t"/>
              <a:pathLst>
                <a:path extrusionOk="0" h="10797" w="11187">
                  <a:moveTo>
                    <a:pt x="1126" y="1"/>
                  </a:moveTo>
                  <a:lnTo>
                    <a:pt x="1" y="1224"/>
                  </a:lnTo>
                  <a:cubicBezTo>
                    <a:pt x="198" y="1460"/>
                    <a:pt x="398" y="1697"/>
                    <a:pt x="594" y="1928"/>
                  </a:cubicBezTo>
                  <a:cubicBezTo>
                    <a:pt x="1906" y="3476"/>
                    <a:pt x="3292" y="4956"/>
                    <a:pt x="4752" y="6365"/>
                  </a:cubicBezTo>
                  <a:cubicBezTo>
                    <a:pt x="5270" y="6863"/>
                    <a:pt x="5797" y="7366"/>
                    <a:pt x="6334" y="7862"/>
                  </a:cubicBezTo>
                  <a:cubicBezTo>
                    <a:pt x="7424" y="8875"/>
                    <a:pt x="8554" y="9873"/>
                    <a:pt x="9737" y="10797"/>
                  </a:cubicBezTo>
                  <a:lnTo>
                    <a:pt x="11186" y="9251"/>
                  </a:lnTo>
                  <a:cubicBezTo>
                    <a:pt x="10082" y="8394"/>
                    <a:pt x="8977" y="7539"/>
                    <a:pt x="7903" y="6642"/>
                  </a:cubicBezTo>
                  <a:cubicBezTo>
                    <a:pt x="7317" y="6149"/>
                    <a:pt x="6735" y="5644"/>
                    <a:pt x="6171" y="5121"/>
                  </a:cubicBezTo>
                  <a:cubicBezTo>
                    <a:pt x="4798" y="3851"/>
                    <a:pt x="3474" y="2526"/>
                    <a:pt x="2188" y="1171"/>
                  </a:cubicBezTo>
                  <a:cubicBezTo>
                    <a:pt x="1827" y="793"/>
                    <a:pt x="1476" y="400"/>
                    <a:pt x="1126"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2"/>
            <p:cNvSpPr/>
            <p:nvPr/>
          </p:nvSpPr>
          <p:spPr>
            <a:xfrm>
              <a:off x="1024813" y="3549850"/>
              <a:ext cx="170100" cy="126700"/>
            </a:xfrm>
            <a:custGeom>
              <a:rect b="b" l="l" r="r" t="t"/>
              <a:pathLst>
                <a:path extrusionOk="0" h="5068" w="6804">
                  <a:moveTo>
                    <a:pt x="1845" y="0"/>
                  </a:moveTo>
                  <a:lnTo>
                    <a:pt x="1" y="1871"/>
                  </a:lnTo>
                  <a:cubicBezTo>
                    <a:pt x="1014" y="2717"/>
                    <a:pt x="2774" y="4097"/>
                    <a:pt x="4156" y="5068"/>
                  </a:cubicBezTo>
                  <a:lnTo>
                    <a:pt x="6537" y="2383"/>
                  </a:lnTo>
                  <a:cubicBezTo>
                    <a:pt x="6804" y="2080"/>
                    <a:pt x="6676" y="1604"/>
                    <a:pt x="6294" y="1477"/>
                  </a:cubicBezTo>
                  <a:lnTo>
                    <a:pt x="1845"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1" name="Shape 1881"/>
        <p:cNvGrpSpPr/>
        <p:nvPr/>
      </p:nvGrpSpPr>
      <p:grpSpPr>
        <a:xfrm>
          <a:off x="0" y="0"/>
          <a:ext cx="0" cy="0"/>
          <a:chOff x="0" y="0"/>
          <a:chExt cx="0" cy="0"/>
        </a:xfrm>
      </p:grpSpPr>
      <p:sp>
        <p:nvSpPr>
          <p:cNvPr id="1882" name="Google Shape;1882;p53"/>
          <p:cNvSpPr txBox="1"/>
          <p:nvPr>
            <p:ph type="title"/>
          </p:nvPr>
        </p:nvSpPr>
        <p:spPr>
          <a:xfrm>
            <a:off x="2316750" y="879675"/>
            <a:ext cx="4510500" cy="7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883" name="Google Shape;1883;p53"/>
          <p:cNvSpPr txBox="1"/>
          <p:nvPr>
            <p:ph idx="1" type="subTitle"/>
          </p:nvPr>
        </p:nvSpPr>
        <p:spPr>
          <a:xfrm>
            <a:off x="2316750" y="1474627"/>
            <a:ext cx="45105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a:t>
            </a:r>
            <a:r>
              <a:rPr lang="en"/>
              <a:t>s Jupiter's rotation period</a:t>
            </a:r>
            <a:endParaRPr/>
          </a:p>
        </p:txBody>
      </p:sp>
      <p:sp>
        <p:nvSpPr>
          <p:cNvPr id="1884" name="Google Shape;1884;p53"/>
          <p:cNvSpPr txBox="1"/>
          <p:nvPr>
            <p:ph idx="2" type="title"/>
          </p:nvPr>
        </p:nvSpPr>
        <p:spPr>
          <a:xfrm>
            <a:off x="2316750" y="2107153"/>
            <a:ext cx="4510500" cy="7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885" name="Google Shape;1885;p53"/>
          <p:cNvSpPr txBox="1"/>
          <p:nvPr>
            <p:ph idx="3" type="subTitle"/>
          </p:nvPr>
        </p:nvSpPr>
        <p:spPr>
          <a:xfrm>
            <a:off x="2316750" y="2702170"/>
            <a:ext cx="45105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1886" name="Google Shape;1886;p53"/>
          <p:cNvSpPr txBox="1"/>
          <p:nvPr>
            <p:ph idx="4" type="title"/>
          </p:nvPr>
        </p:nvSpPr>
        <p:spPr>
          <a:xfrm>
            <a:off x="2316750" y="3334708"/>
            <a:ext cx="4510500" cy="7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887" name="Google Shape;1887;p53"/>
          <p:cNvSpPr txBox="1"/>
          <p:nvPr>
            <p:ph idx="5" type="subTitle"/>
          </p:nvPr>
        </p:nvSpPr>
        <p:spPr>
          <a:xfrm>
            <a:off x="2316750" y="3929725"/>
            <a:ext cx="45105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a:t>
            </a:r>
            <a:r>
              <a:rPr lang="en"/>
              <a:t>s the distance between Earth and the Moon</a:t>
            </a:r>
            <a:endParaRPr/>
          </a:p>
        </p:txBody>
      </p:sp>
      <p:grpSp>
        <p:nvGrpSpPr>
          <p:cNvPr id="1888" name="Google Shape;1888;p53"/>
          <p:cNvGrpSpPr/>
          <p:nvPr/>
        </p:nvGrpSpPr>
        <p:grpSpPr>
          <a:xfrm>
            <a:off x="6712125" y="1309775"/>
            <a:ext cx="1157925" cy="1004000"/>
            <a:chOff x="3500150" y="3578275"/>
            <a:chExt cx="1157925" cy="1004000"/>
          </a:xfrm>
        </p:grpSpPr>
        <p:sp>
          <p:nvSpPr>
            <p:cNvPr id="1889" name="Google Shape;1889;p53"/>
            <p:cNvSpPr/>
            <p:nvPr/>
          </p:nvSpPr>
          <p:spPr>
            <a:xfrm>
              <a:off x="3500150" y="3587725"/>
              <a:ext cx="1157925" cy="994550"/>
            </a:xfrm>
            <a:custGeom>
              <a:rect b="b" l="l" r="r" t="t"/>
              <a:pathLst>
                <a:path extrusionOk="0" h="39782" w="46317">
                  <a:moveTo>
                    <a:pt x="11589" y="1"/>
                  </a:moveTo>
                  <a:cubicBezTo>
                    <a:pt x="11514" y="1"/>
                    <a:pt x="11443" y="38"/>
                    <a:pt x="11403" y="102"/>
                  </a:cubicBezTo>
                  <a:cubicBezTo>
                    <a:pt x="10568" y="1408"/>
                    <a:pt x="3745" y="12118"/>
                    <a:pt x="76" y="18645"/>
                  </a:cubicBezTo>
                  <a:cubicBezTo>
                    <a:pt x="1" y="18778"/>
                    <a:pt x="81" y="18946"/>
                    <a:pt x="233" y="18968"/>
                  </a:cubicBezTo>
                  <a:cubicBezTo>
                    <a:pt x="2060" y="19246"/>
                    <a:pt x="11414" y="21049"/>
                    <a:pt x="17418" y="29557"/>
                  </a:cubicBezTo>
                  <a:cubicBezTo>
                    <a:pt x="17457" y="29610"/>
                    <a:pt x="17515" y="29643"/>
                    <a:pt x="17581" y="29649"/>
                  </a:cubicBezTo>
                  <a:cubicBezTo>
                    <a:pt x="18562" y="29714"/>
                    <a:pt x="26518" y="30533"/>
                    <a:pt x="34942" y="39710"/>
                  </a:cubicBezTo>
                  <a:cubicBezTo>
                    <a:pt x="34985" y="39758"/>
                    <a:pt x="35045" y="39782"/>
                    <a:pt x="35104" y="39782"/>
                  </a:cubicBezTo>
                  <a:cubicBezTo>
                    <a:pt x="35174" y="39782"/>
                    <a:pt x="35244" y="39748"/>
                    <a:pt x="35287" y="39684"/>
                  </a:cubicBezTo>
                  <a:cubicBezTo>
                    <a:pt x="36553" y="37743"/>
                    <a:pt x="45218" y="24448"/>
                    <a:pt x="46285" y="21698"/>
                  </a:cubicBezTo>
                  <a:cubicBezTo>
                    <a:pt x="46316" y="21618"/>
                    <a:pt x="46296" y="21525"/>
                    <a:pt x="46234" y="21464"/>
                  </a:cubicBezTo>
                  <a:cubicBezTo>
                    <a:pt x="45790" y="21033"/>
                    <a:pt x="43678" y="19187"/>
                    <a:pt x="36210" y="15058"/>
                  </a:cubicBezTo>
                  <a:lnTo>
                    <a:pt x="36197" y="15049"/>
                  </a:lnTo>
                  <a:lnTo>
                    <a:pt x="15498" y="1589"/>
                  </a:lnTo>
                  <a:cubicBezTo>
                    <a:pt x="15498" y="1589"/>
                    <a:pt x="14193" y="633"/>
                    <a:pt x="11640" y="7"/>
                  </a:cubicBezTo>
                  <a:cubicBezTo>
                    <a:pt x="11623" y="3"/>
                    <a:pt x="11606" y="1"/>
                    <a:pt x="1158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3"/>
            <p:cNvSpPr/>
            <p:nvPr/>
          </p:nvSpPr>
          <p:spPr>
            <a:xfrm>
              <a:off x="3579825" y="3578275"/>
              <a:ext cx="1072725" cy="939675"/>
            </a:xfrm>
            <a:custGeom>
              <a:rect b="b" l="l" r="r" t="t"/>
              <a:pathLst>
                <a:path extrusionOk="0" h="37587" w="42909">
                  <a:moveTo>
                    <a:pt x="11651" y="1"/>
                  </a:moveTo>
                  <a:cubicBezTo>
                    <a:pt x="11558" y="1"/>
                    <a:pt x="11469" y="49"/>
                    <a:pt x="11419" y="129"/>
                  </a:cubicBezTo>
                  <a:lnTo>
                    <a:pt x="108" y="18071"/>
                  </a:lnTo>
                  <a:cubicBezTo>
                    <a:pt x="0" y="18241"/>
                    <a:pt x="106" y="18465"/>
                    <a:pt x="306" y="18487"/>
                  </a:cubicBezTo>
                  <a:cubicBezTo>
                    <a:pt x="7825" y="19394"/>
                    <a:pt x="14880" y="27194"/>
                    <a:pt x="15594" y="28007"/>
                  </a:cubicBezTo>
                  <a:cubicBezTo>
                    <a:pt x="15635" y="28051"/>
                    <a:pt x="15687" y="28082"/>
                    <a:pt x="15746" y="28093"/>
                  </a:cubicBezTo>
                  <a:cubicBezTo>
                    <a:pt x="17434" y="28420"/>
                    <a:pt x="19088" y="28916"/>
                    <a:pt x="20681" y="29570"/>
                  </a:cubicBezTo>
                  <a:cubicBezTo>
                    <a:pt x="26885" y="32104"/>
                    <a:pt x="30441" y="36312"/>
                    <a:pt x="31342" y="37480"/>
                  </a:cubicBezTo>
                  <a:cubicBezTo>
                    <a:pt x="31397" y="37551"/>
                    <a:pt x="31478" y="37586"/>
                    <a:pt x="31560" y="37586"/>
                  </a:cubicBezTo>
                  <a:cubicBezTo>
                    <a:pt x="31647" y="37586"/>
                    <a:pt x="31734" y="37545"/>
                    <a:pt x="31788" y="37464"/>
                  </a:cubicBezTo>
                  <a:cubicBezTo>
                    <a:pt x="38289" y="27615"/>
                    <a:pt x="42302" y="20335"/>
                    <a:pt x="42863" y="19301"/>
                  </a:cubicBezTo>
                  <a:cubicBezTo>
                    <a:pt x="42906" y="19222"/>
                    <a:pt x="42908" y="19125"/>
                    <a:pt x="42866" y="19045"/>
                  </a:cubicBezTo>
                  <a:cubicBezTo>
                    <a:pt x="42791" y="18891"/>
                    <a:pt x="42713" y="18741"/>
                    <a:pt x="42631" y="18593"/>
                  </a:cubicBezTo>
                  <a:cubicBezTo>
                    <a:pt x="38096" y="10064"/>
                    <a:pt x="29886" y="9445"/>
                    <a:pt x="27613" y="9445"/>
                  </a:cubicBezTo>
                  <a:cubicBezTo>
                    <a:pt x="27430" y="9445"/>
                    <a:pt x="27286" y="9449"/>
                    <a:pt x="27185" y="9453"/>
                  </a:cubicBezTo>
                  <a:cubicBezTo>
                    <a:pt x="27182" y="9454"/>
                    <a:pt x="27178" y="9454"/>
                    <a:pt x="27175" y="9454"/>
                  </a:cubicBezTo>
                  <a:cubicBezTo>
                    <a:pt x="27073" y="9454"/>
                    <a:pt x="26980" y="9396"/>
                    <a:pt x="26934" y="9305"/>
                  </a:cubicBezTo>
                  <a:cubicBezTo>
                    <a:pt x="22487" y="920"/>
                    <a:pt x="13016" y="80"/>
                    <a:pt x="11666" y="1"/>
                  </a:cubicBezTo>
                  <a:cubicBezTo>
                    <a:pt x="11661" y="1"/>
                    <a:pt x="11656" y="1"/>
                    <a:pt x="11651"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3"/>
            <p:cNvSpPr/>
            <p:nvPr/>
          </p:nvSpPr>
          <p:spPr>
            <a:xfrm>
              <a:off x="3967275" y="3817975"/>
              <a:ext cx="286125" cy="448600"/>
            </a:xfrm>
            <a:custGeom>
              <a:rect b="b" l="l" r="r" t="t"/>
              <a:pathLst>
                <a:path extrusionOk="0" h="17944" w="11445">
                  <a:moveTo>
                    <a:pt x="11011" y="0"/>
                  </a:moveTo>
                  <a:cubicBezTo>
                    <a:pt x="10918" y="0"/>
                    <a:pt x="10825" y="45"/>
                    <a:pt x="10764" y="152"/>
                  </a:cubicBezTo>
                  <a:cubicBezTo>
                    <a:pt x="7402" y="6029"/>
                    <a:pt x="3866" y="11803"/>
                    <a:pt x="157" y="17471"/>
                  </a:cubicBezTo>
                  <a:cubicBezTo>
                    <a:pt x="0" y="17710"/>
                    <a:pt x="220" y="17943"/>
                    <a:pt x="442" y="17943"/>
                  </a:cubicBezTo>
                  <a:cubicBezTo>
                    <a:pt x="537" y="17943"/>
                    <a:pt x="631" y="17901"/>
                    <a:pt x="697" y="17800"/>
                  </a:cubicBezTo>
                  <a:cubicBezTo>
                    <a:pt x="4403" y="12134"/>
                    <a:pt x="7939" y="6361"/>
                    <a:pt x="11303" y="481"/>
                  </a:cubicBezTo>
                  <a:cubicBezTo>
                    <a:pt x="11444" y="235"/>
                    <a:pt x="11225" y="0"/>
                    <a:pt x="11011" y="0"/>
                  </a:cubicBezTo>
                  <a:close/>
                </a:path>
              </a:pathLst>
            </a:custGeom>
            <a:solidFill>
              <a:schemeClr val="dk2"/>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53"/>
          <p:cNvGrpSpPr/>
          <p:nvPr/>
        </p:nvGrpSpPr>
        <p:grpSpPr>
          <a:xfrm>
            <a:off x="1397663" y="3038863"/>
            <a:ext cx="868175" cy="737200"/>
            <a:chOff x="-4758675" y="2306100"/>
            <a:chExt cx="868175" cy="737200"/>
          </a:xfrm>
        </p:grpSpPr>
        <p:sp>
          <p:nvSpPr>
            <p:cNvPr id="1893" name="Google Shape;1893;p53"/>
            <p:cNvSpPr/>
            <p:nvPr/>
          </p:nvSpPr>
          <p:spPr>
            <a:xfrm>
              <a:off x="-4758675" y="2306100"/>
              <a:ext cx="868175" cy="737200"/>
            </a:xfrm>
            <a:custGeom>
              <a:rect b="b" l="l" r="r" t="t"/>
              <a:pathLst>
                <a:path extrusionOk="0" h="29488" w="34727">
                  <a:moveTo>
                    <a:pt x="10584" y="6407"/>
                  </a:moveTo>
                  <a:cubicBezTo>
                    <a:pt x="10624" y="6419"/>
                    <a:pt x="22215" y="10549"/>
                    <a:pt x="25638" y="13371"/>
                  </a:cubicBezTo>
                  <a:cubicBezTo>
                    <a:pt x="25638" y="13371"/>
                    <a:pt x="17346" y="17605"/>
                    <a:pt x="6389" y="22754"/>
                  </a:cubicBezTo>
                  <a:cubicBezTo>
                    <a:pt x="6389" y="22754"/>
                    <a:pt x="7752" y="13711"/>
                    <a:pt x="10584" y="6407"/>
                  </a:cubicBezTo>
                  <a:close/>
                  <a:moveTo>
                    <a:pt x="7570" y="0"/>
                  </a:moveTo>
                  <a:cubicBezTo>
                    <a:pt x="7131" y="1131"/>
                    <a:pt x="6713" y="2283"/>
                    <a:pt x="6316" y="3447"/>
                  </a:cubicBezTo>
                  <a:cubicBezTo>
                    <a:pt x="6276" y="3554"/>
                    <a:pt x="6241" y="3659"/>
                    <a:pt x="6205" y="3766"/>
                  </a:cubicBezTo>
                  <a:cubicBezTo>
                    <a:pt x="5869" y="4757"/>
                    <a:pt x="5546" y="5756"/>
                    <a:pt x="5238" y="6754"/>
                  </a:cubicBezTo>
                  <a:cubicBezTo>
                    <a:pt x="5196" y="6890"/>
                    <a:pt x="5155" y="7026"/>
                    <a:pt x="5112" y="7160"/>
                  </a:cubicBezTo>
                  <a:cubicBezTo>
                    <a:pt x="4810" y="8153"/>
                    <a:pt x="4521" y="9143"/>
                    <a:pt x="4246" y="10124"/>
                  </a:cubicBezTo>
                  <a:cubicBezTo>
                    <a:pt x="4210" y="10248"/>
                    <a:pt x="4176" y="10374"/>
                    <a:pt x="4140" y="10498"/>
                  </a:cubicBezTo>
                  <a:cubicBezTo>
                    <a:pt x="3913" y="11320"/>
                    <a:pt x="3693" y="12136"/>
                    <a:pt x="3483" y="12938"/>
                  </a:cubicBezTo>
                  <a:lnTo>
                    <a:pt x="3398" y="13271"/>
                  </a:lnTo>
                  <a:cubicBezTo>
                    <a:pt x="3121" y="14340"/>
                    <a:pt x="2862" y="15389"/>
                    <a:pt x="2621" y="16403"/>
                  </a:cubicBezTo>
                  <a:cubicBezTo>
                    <a:pt x="2585" y="16548"/>
                    <a:pt x="2551" y="16690"/>
                    <a:pt x="2519" y="16833"/>
                  </a:cubicBezTo>
                  <a:cubicBezTo>
                    <a:pt x="2296" y="17771"/>
                    <a:pt x="2091" y="18680"/>
                    <a:pt x="1899" y="19552"/>
                  </a:cubicBezTo>
                  <a:cubicBezTo>
                    <a:pt x="1875" y="19661"/>
                    <a:pt x="1851" y="19770"/>
                    <a:pt x="1827" y="19877"/>
                  </a:cubicBezTo>
                  <a:cubicBezTo>
                    <a:pt x="1645" y="20715"/>
                    <a:pt x="1476" y="21517"/>
                    <a:pt x="1323" y="22273"/>
                  </a:cubicBezTo>
                  <a:cubicBezTo>
                    <a:pt x="1299" y="22392"/>
                    <a:pt x="1273" y="22508"/>
                    <a:pt x="1251" y="22623"/>
                  </a:cubicBezTo>
                  <a:cubicBezTo>
                    <a:pt x="1051" y="23609"/>
                    <a:pt x="876" y="24513"/>
                    <a:pt x="724" y="25320"/>
                  </a:cubicBezTo>
                  <a:cubicBezTo>
                    <a:pt x="709" y="25408"/>
                    <a:pt x="692" y="25495"/>
                    <a:pt x="675" y="25580"/>
                  </a:cubicBezTo>
                  <a:cubicBezTo>
                    <a:pt x="225" y="28007"/>
                    <a:pt x="0" y="29487"/>
                    <a:pt x="0" y="29487"/>
                  </a:cubicBezTo>
                  <a:cubicBezTo>
                    <a:pt x="19768" y="20200"/>
                    <a:pt x="34727" y="12563"/>
                    <a:pt x="34727" y="12563"/>
                  </a:cubicBezTo>
                  <a:cubicBezTo>
                    <a:pt x="33797" y="11905"/>
                    <a:pt x="32752" y="11240"/>
                    <a:pt x="31632" y="10583"/>
                  </a:cubicBezTo>
                  <a:cubicBezTo>
                    <a:pt x="31501" y="10508"/>
                    <a:pt x="31370" y="10431"/>
                    <a:pt x="31238" y="10357"/>
                  </a:cubicBezTo>
                  <a:cubicBezTo>
                    <a:pt x="29829" y="9544"/>
                    <a:pt x="28306" y="8742"/>
                    <a:pt x="26734" y="7964"/>
                  </a:cubicBezTo>
                  <a:lnTo>
                    <a:pt x="26367" y="7784"/>
                  </a:lnTo>
                  <a:cubicBezTo>
                    <a:pt x="25138" y="7181"/>
                    <a:pt x="23884" y="6594"/>
                    <a:pt x="22635" y="6030"/>
                  </a:cubicBezTo>
                  <a:cubicBezTo>
                    <a:pt x="22513" y="5974"/>
                    <a:pt x="22390" y="5920"/>
                    <a:pt x="22268" y="5865"/>
                  </a:cubicBezTo>
                  <a:cubicBezTo>
                    <a:pt x="21087" y="5335"/>
                    <a:pt x="19913" y="4825"/>
                    <a:pt x="18774" y="4346"/>
                  </a:cubicBezTo>
                  <a:cubicBezTo>
                    <a:pt x="18647" y="4293"/>
                    <a:pt x="18519" y="4239"/>
                    <a:pt x="18393" y="4186"/>
                  </a:cubicBezTo>
                  <a:cubicBezTo>
                    <a:pt x="17234" y="3700"/>
                    <a:pt x="16114" y="3245"/>
                    <a:pt x="15064" y="2827"/>
                  </a:cubicBezTo>
                  <a:cubicBezTo>
                    <a:pt x="14952" y="2781"/>
                    <a:pt x="14836" y="2735"/>
                    <a:pt x="14726" y="2692"/>
                  </a:cubicBezTo>
                  <a:cubicBezTo>
                    <a:pt x="13113" y="2052"/>
                    <a:pt x="11674" y="1503"/>
                    <a:pt x="10516" y="1071"/>
                  </a:cubicBezTo>
                  <a:lnTo>
                    <a:pt x="10211" y="957"/>
                  </a:lnTo>
                  <a:cubicBezTo>
                    <a:pt x="8569" y="347"/>
                    <a:pt x="7570" y="0"/>
                    <a:pt x="7570"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3"/>
            <p:cNvSpPr/>
            <p:nvPr/>
          </p:nvSpPr>
          <p:spPr>
            <a:xfrm>
              <a:off x="-4741775" y="2939100"/>
              <a:ext cx="72100" cy="11700"/>
            </a:xfrm>
            <a:custGeom>
              <a:rect b="b" l="l" r="r" t="t"/>
              <a:pathLst>
                <a:path extrusionOk="0" h="468" w="2884">
                  <a:moveTo>
                    <a:pt x="48" y="0"/>
                  </a:moveTo>
                  <a:cubicBezTo>
                    <a:pt x="33" y="87"/>
                    <a:pt x="16" y="175"/>
                    <a:pt x="1" y="260"/>
                  </a:cubicBezTo>
                  <a:cubicBezTo>
                    <a:pt x="728" y="376"/>
                    <a:pt x="1465" y="467"/>
                    <a:pt x="2192" y="467"/>
                  </a:cubicBezTo>
                  <a:cubicBezTo>
                    <a:pt x="2382" y="467"/>
                    <a:pt x="2572" y="461"/>
                    <a:pt x="2761" y="447"/>
                  </a:cubicBezTo>
                  <a:cubicBezTo>
                    <a:pt x="2883" y="439"/>
                    <a:pt x="2866" y="258"/>
                    <a:pt x="2756" y="241"/>
                  </a:cubicBezTo>
                  <a:cubicBezTo>
                    <a:pt x="1862" y="104"/>
                    <a:pt x="952" y="65"/>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3"/>
            <p:cNvSpPr/>
            <p:nvPr/>
          </p:nvSpPr>
          <p:spPr>
            <a:xfrm>
              <a:off x="-4727400" y="2862925"/>
              <a:ext cx="37425" cy="14100"/>
            </a:xfrm>
            <a:custGeom>
              <a:rect b="b" l="l" r="r" t="t"/>
              <a:pathLst>
                <a:path extrusionOk="0" h="564" w="1497">
                  <a:moveTo>
                    <a:pt x="72" y="0"/>
                  </a:moveTo>
                  <a:cubicBezTo>
                    <a:pt x="48" y="119"/>
                    <a:pt x="22" y="235"/>
                    <a:pt x="0" y="350"/>
                  </a:cubicBezTo>
                  <a:cubicBezTo>
                    <a:pt x="427" y="416"/>
                    <a:pt x="850" y="505"/>
                    <a:pt x="1276" y="563"/>
                  </a:cubicBezTo>
                  <a:cubicBezTo>
                    <a:pt x="1283" y="563"/>
                    <a:pt x="1289" y="564"/>
                    <a:pt x="1295" y="564"/>
                  </a:cubicBezTo>
                  <a:cubicBezTo>
                    <a:pt x="1444" y="564"/>
                    <a:pt x="1496" y="326"/>
                    <a:pt x="1343" y="280"/>
                  </a:cubicBezTo>
                  <a:cubicBezTo>
                    <a:pt x="928" y="153"/>
                    <a:pt x="502" y="6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3"/>
            <p:cNvSpPr/>
            <p:nvPr/>
          </p:nvSpPr>
          <p:spPr>
            <a:xfrm>
              <a:off x="-4712950" y="2794900"/>
              <a:ext cx="46900" cy="14350"/>
            </a:xfrm>
            <a:custGeom>
              <a:rect b="b" l="l" r="r" t="t"/>
              <a:pathLst>
                <a:path extrusionOk="0" h="574" w="1876">
                  <a:moveTo>
                    <a:pt x="71" y="0"/>
                  </a:moveTo>
                  <a:cubicBezTo>
                    <a:pt x="48" y="109"/>
                    <a:pt x="24" y="220"/>
                    <a:pt x="0" y="325"/>
                  </a:cubicBezTo>
                  <a:cubicBezTo>
                    <a:pt x="552" y="418"/>
                    <a:pt x="1105" y="525"/>
                    <a:pt x="1662" y="573"/>
                  </a:cubicBezTo>
                  <a:cubicBezTo>
                    <a:pt x="1668" y="573"/>
                    <a:pt x="1674" y="574"/>
                    <a:pt x="1680" y="574"/>
                  </a:cubicBezTo>
                  <a:cubicBezTo>
                    <a:pt x="1868" y="574"/>
                    <a:pt x="1876" y="308"/>
                    <a:pt x="1694" y="267"/>
                  </a:cubicBezTo>
                  <a:cubicBezTo>
                    <a:pt x="1159" y="145"/>
                    <a:pt x="614" y="78"/>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3"/>
            <p:cNvSpPr/>
            <p:nvPr/>
          </p:nvSpPr>
          <p:spPr>
            <a:xfrm>
              <a:off x="-4695725" y="2716125"/>
              <a:ext cx="50050" cy="15425"/>
            </a:xfrm>
            <a:custGeom>
              <a:rect b="b" l="l" r="r" t="t"/>
              <a:pathLst>
                <a:path extrusionOk="0" h="617" w="2002">
                  <a:moveTo>
                    <a:pt x="103" y="1"/>
                  </a:moveTo>
                  <a:cubicBezTo>
                    <a:pt x="69" y="145"/>
                    <a:pt x="35" y="288"/>
                    <a:pt x="1" y="431"/>
                  </a:cubicBezTo>
                  <a:cubicBezTo>
                    <a:pt x="587" y="517"/>
                    <a:pt x="1180" y="570"/>
                    <a:pt x="1748" y="616"/>
                  </a:cubicBezTo>
                  <a:cubicBezTo>
                    <a:pt x="1754" y="616"/>
                    <a:pt x="1760" y="617"/>
                    <a:pt x="1766" y="617"/>
                  </a:cubicBezTo>
                  <a:cubicBezTo>
                    <a:pt x="1981" y="617"/>
                    <a:pt x="2002" y="300"/>
                    <a:pt x="1784" y="261"/>
                  </a:cubicBezTo>
                  <a:cubicBezTo>
                    <a:pt x="1242" y="165"/>
                    <a:pt x="674" y="69"/>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3"/>
            <p:cNvSpPr/>
            <p:nvPr/>
          </p:nvSpPr>
          <p:spPr>
            <a:xfrm>
              <a:off x="-4673750" y="2629550"/>
              <a:ext cx="50450" cy="22500"/>
            </a:xfrm>
            <a:custGeom>
              <a:rect b="b" l="l" r="r" t="t"/>
              <a:pathLst>
                <a:path extrusionOk="0" h="900" w="2018">
                  <a:moveTo>
                    <a:pt x="87" y="0"/>
                  </a:moveTo>
                  <a:lnTo>
                    <a:pt x="1" y="332"/>
                  </a:lnTo>
                  <a:lnTo>
                    <a:pt x="75" y="360"/>
                  </a:lnTo>
                  <a:cubicBezTo>
                    <a:pt x="657" y="580"/>
                    <a:pt x="1234" y="795"/>
                    <a:pt x="1851" y="897"/>
                  </a:cubicBezTo>
                  <a:cubicBezTo>
                    <a:pt x="1860" y="899"/>
                    <a:pt x="1868" y="900"/>
                    <a:pt x="1875" y="900"/>
                  </a:cubicBezTo>
                  <a:cubicBezTo>
                    <a:pt x="2000" y="900"/>
                    <a:pt x="2018" y="712"/>
                    <a:pt x="1906" y="660"/>
                  </a:cubicBezTo>
                  <a:cubicBezTo>
                    <a:pt x="1326" y="381"/>
                    <a:pt x="709" y="207"/>
                    <a:pt x="101" y="5"/>
                  </a:cubicBezTo>
                  <a:cubicBezTo>
                    <a:pt x="96" y="4"/>
                    <a:pt x="91" y="2"/>
                    <a:pt x="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3"/>
            <p:cNvSpPr/>
            <p:nvPr/>
          </p:nvSpPr>
          <p:spPr>
            <a:xfrm>
              <a:off x="-4655175" y="2559150"/>
              <a:ext cx="59325" cy="21675"/>
            </a:xfrm>
            <a:custGeom>
              <a:rect b="b" l="l" r="r" t="t"/>
              <a:pathLst>
                <a:path extrusionOk="0" h="867" w="2373">
                  <a:moveTo>
                    <a:pt x="106" y="0"/>
                  </a:moveTo>
                  <a:cubicBezTo>
                    <a:pt x="70" y="126"/>
                    <a:pt x="36" y="250"/>
                    <a:pt x="0" y="376"/>
                  </a:cubicBezTo>
                  <a:cubicBezTo>
                    <a:pt x="34" y="377"/>
                    <a:pt x="68" y="383"/>
                    <a:pt x="102" y="388"/>
                  </a:cubicBezTo>
                  <a:cubicBezTo>
                    <a:pt x="782" y="476"/>
                    <a:pt x="1433" y="677"/>
                    <a:pt x="2092" y="858"/>
                  </a:cubicBezTo>
                  <a:cubicBezTo>
                    <a:pt x="2111" y="864"/>
                    <a:pt x="2128" y="866"/>
                    <a:pt x="2145" y="866"/>
                  </a:cubicBezTo>
                  <a:cubicBezTo>
                    <a:pt x="2304" y="866"/>
                    <a:pt x="2372" y="640"/>
                    <a:pt x="2203" y="563"/>
                  </a:cubicBezTo>
                  <a:cubicBezTo>
                    <a:pt x="1596" y="282"/>
                    <a:pt x="853" y="78"/>
                    <a:pt x="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3"/>
            <p:cNvSpPr/>
            <p:nvPr/>
          </p:nvSpPr>
          <p:spPr>
            <a:xfrm>
              <a:off x="-4630825" y="2474925"/>
              <a:ext cx="53975" cy="23700"/>
            </a:xfrm>
            <a:custGeom>
              <a:rect b="b" l="l" r="r" t="t"/>
              <a:pathLst>
                <a:path extrusionOk="0" h="948" w="2159">
                  <a:moveTo>
                    <a:pt x="126" y="1"/>
                  </a:moveTo>
                  <a:cubicBezTo>
                    <a:pt x="82" y="135"/>
                    <a:pt x="43" y="271"/>
                    <a:pt x="0" y="407"/>
                  </a:cubicBezTo>
                  <a:cubicBezTo>
                    <a:pt x="622" y="609"/>
                    <a:pt x="1258" y="781"/>
                    <a:pt x="1861" y="941"/>
                  </a:cubicBezTo>
                  <a:cubicBezTo>
                    <a:pt x="1878" y="945"/>
                    <a:pt x="1894" y="947"/>
                    <a:pt x="1909" y="947"/>
                  </a:cubicBezTo>
                  <a:cubicBezTo>
                    <a:pt x="2077" y="947"/>
                    <a:pt x="2158" y="703"/>
                    <a:pt x="1975" y="635"/>
                  </a:cubicBezTo>
                  <a:cubicBezTo>
                    <a:pt x="1385" y="419"/>
                    <a:pt x="760" y="193"/>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3"/>
            <p:cNvSpPr/>
            <p:nvPr/>
          </p:nvSpPr>
          <p:spPr>
            <a:xfrm>
              <a:off x="-4603525" y="2392250"/>
              <a:ext cx="47225" cy="27925"/>
            </a:xfrm>
            <a:custGeom>
              <a:rect b="b" l="l" r="r" t="t"/>
              <a:pathLst>
                <a:path extrusionOk="0" h="1117" w="1889">
                  <a:moveTo>
                    <a:pt x="110" y="1"/>
                  </a:moveTo>
                  <a:cubicBezTo>
                    <a:pt x="72" y="106"/>
                    <a:pt x="35" y="213"/>
                    <a:pt x="1" y="319"/>
                  </a:cubicBezTo>
                  <a:cubicBezTo>
                    <a:pt x="55" y="349"/>
                    <a:pt x="108" y="378"/>
                    <a:pt x="160" y="407"/>
                  </a:cubicBezTo>
                  <a:cubicBezTo>
                    <a:pt x="628" y="665"/>
                    <a:pt x="1110" y="896"/>
                    <a:pt x="1603" y="1102"/>
                  </a:cubicBezTo>
                  <a:cubicBezTo>
                    <a:pt x="1627" y="1112"/>
                    <a:pt x="1650" y="1116"/>
                    <a:pt x="1670" y="1116"/>
                  </a:cubicBezTo>
                  <a:cubicBezTo>
                    <a:pt x="1826" y="1116"/>
                    <a:pt x="1888" y="869"/>
                    <a:pt x="1721" y="789"/>
                  </a:cubicBezTo>
                  <a:cubicBezTo>
                    <a:pt x="1224" y="552"/>
                    <a:pt x="726" y="315"/>
                    <a:pt x="237" y="67"/>
                  </a:cubicBezTo>
                  <a:cubicBezTo>
                    <a:pt x="194" y="45"/>
                    <a:pt x="152" y="23"/>
                    <a:pt x="1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3"/>
            <p:cNvSpPr/>
            <p:nvPr/>
          </p:nvSpPr>
          <p:spPr>
            <a:xfrm>
              <a:off x="-4509175" y="2329975"/>
              <a:ext cx="13425" cy="58575"/>
            </a:xfrm>
            <a:custGeom>
              <a:rect b="b" l="l" r="r" t="t"/>
              <a:pathLst>
                <a:path extrusionOk="0" h="2343" w="537">
                  <a:moveTo>
                    <a:pt x="232" y="1"/>
                  </a:moveTo>
                  <a:cubicBezTo>
                    <a:pt x="220" y="89"/>
                    <a:pt x="207" y="176"/>
                    <a:pt x="195" y="259"/>
                  </a:cubicBezTo>
                  <a:cubicBezTo>
                    <a:pt x="96" y="886"/>
                    <a:pt x="20" y="1511"/>
                    <a:pt x="3" y="2145"/>
                  </a:cubicBezTo>
                  <a:cubicBezTo>
                    <a:pt x="0" y="2272"/>
                    <a:pt x="99" y="2342"/>
                    <a:pt x="196" y="2342"/>
                  </a:cubicBezTo>
                  <a:cubicBezTo>
                    <a:pt x="277" y="2342"/>
                    <a:pt x="357" y="2292"/>
                    <a:pt x="370" y="2183"/>
                  </a:cubicBezTo>
                  <a:cubicBezTo>
                    <a:pt x="394" y="1987"/>
                    <a:pt x="448" y="969"/>
                    <a:pt x="536" y="116"/>
                  </a:cubicBezTo>
                  <a:lnTo>
                    <a:pt x="2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3"/>
            <p:cNvSpPr/>
            <p:nvPr/>
          </p:nvSpPr>
          <p:spPr>
            <a:xfrm>
              <a:off x="-4406025" y="2373350"/>
              <a:ext cx="23975" cy="47575"/>
            </a:xfrm>
            <a:custGeom>
              <a:rect b="b" l="l" r="r" t="t"/>
              <a:pathLst>
                <a:path extrusionOk="0" h="1903" w="959">
                  <a:moveTo>
                    <a:pt x="618" y="1"/>
                  </a:moveTo>
                  <a:cubicBezTo>
                    <a:pt x="615" y="11"/>
                    <a:pt x="610" y="21"/>
                    <a:pt x="606" y="31"/>
                  </a:cubicBezTo>
                  <a:cubicBezTo>
                    <a:pt x="372" y="578"/>
                    <a:pt x="80" y="1146"/>
                    <a:pt x="12" y="1743"/>
                  </a:cubicBezTo>
                  <a:cubicBezTo>
                    <a:pt x="0" y="1835"/>
                    <a:pt x="83" y="1902"/>
                    <a:pt x="163" y="1902"/>
                  </a:cubicBezTo>
                  <a:cubicBezTo>
                    <a:pt x="205" y="1902"/>
                    <a:pt x="246" y="1884"/>
                    <a:pt x="273" y="1841"/>
                  </a:cubicBezTo>
                  <a:cubicBezTo>
                    <a:pt x="579" y="1357"/>
                    <a:pt x="722" y="777"/>
                    <a:pt x="916" y="244"/>
                  </a:cubicBezTo>
                  <a:cubicBezTo>
                    <a:pt x="931" y="208"/>
                    <a:pt x="945" y="171"/>
                    <a:pt x="958" y="135"/>
                  </a:cubicBezTo>
                  <a:cubicBezTo>
                    <a:pt x="846" y="91"/>
                    <a:pt x="732" y="45"/>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3"/>
            <p:cNvSpPr/>
            <p:nvPr/>
          </p:nvSpPr>
          <p:spPr>
            <a:xfrm>
              <a:off x="-4313925" y="2410750"/>
              <a:ext cx="24650" cy="42875"/>
            </a:xfrm>
            <a:custGeom>
              <a:rect b="b" l="l" r="r" t="t"/>
              <a:pathLst>
                <a:path extrusionOk="0" h="1715" w="986">
                  <a:moveTo>
                    <a:pt x="607" y="0"/>
                  </a:moveTo>
                  <a:cubicBezTo>
                    <a:pt x="411" y="479"/>
                    <a:pt x="224" y="965"/>
                    <a:pt x="54" y="1453"/>
                  </a:cubicBezTo>
                  <a:cubicBezTo>
                    <a:pt x="1" y="1606"/>
                    <a:pt x="123" y="1714"/>
                    <a:pt x="246" y="1714"/>
                  </a:cubicBezTo>
                  <a:cubicBezTo>
                    <a:pt x="317" y="1714"/>
                    <a:pt x="388" y="1678"/>
                    <a:pt x="425" y="1592"/>
                  </a:cubicBezTo>
                  <a:cubicBezTo>
                    <a:pt x="625" y="1118"/>
                    <a:pt x="809" y="641"/>
                    <a:pt x="986" y="160"/>
                  </a:cubicBezTo>
                  <a:cubicBezTo>
                    <a:pt x="858" y="107"/>
                    <a:pt x="731" y="53"/>
                    <a:pt x="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3"/>
            <p:cNvSpPr/>
            <p:nvPr/>
          </p:nvSpPr>
          <p:spPr>
            <a:xfrm>
              <a:off x="-4215550" y="2452725"/>
              <a:ext cx="22800" cy="49975"/>
            </a:xfrm>
            <a:custGeom>
              <a:rect b="b" l="l" r="r" t="t"/>
              <a:pathLst>
                <a:path extrusionOk="0" h="1999" w="912">
                  <a:moveTo>
                    <a:pt x="543" y="0"/>
                  </a:moveTo>
                  <a:cubicBezTo>
                    <a:pt x="305" y="569"/>
                    <a:pt x="132" y="1166"/>
                    <a:pt x="23" y="1774"/>
                  </a:cubicBezTo>
                  <a:cubicBezTo>
                    <a:pt x="1" y="1911"/>
                    <a:pt x="127" y="1999"/>
                    <a:pt x="245" y="1999"/>
                  </a:cubicBezTo>
                  <a:cubicBezTo>
                    <a:pt x="323" y="1999"/>
                    <a:pt x="398" y="1959"/>
                    <a:pt x="422" y="1868"/>
                  </a:cubicBezTo>
                  <a:cubicBezTo>
                    <a:pt x="575" y="1292"/>
                    <a:pt x="735" y="726"/>
                    <a:pt x="912" y="165"/>
                  </a:cubicBezTo>
                  <a:cubicBezTo>
                    <a:pt x="789" y="109"/>
                    <a:pt x="665" y="55"/>
                    <a:pt x="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3"/>
            <p:cNvSpPr/>
            <p:nvPr/>
          </p:nvSpPr>
          <p:spPr>
            <a:xfrm>
              <a:off x="-4115250" y="2500675"/>
              <a:ext cx="24975" cy="54500"/>
            </a:xfrm>
            <a:custGeom>
              <a:rect b="b" l="l" r="r" t="t"/>
              <a:pathLst>
                <a:path extrusionOk="0" h="2180" w="999">
                  <a:moveTo>
                    <a:pt x="632" y="1"/>
                  </a:moveTo>
                  <a:cubicBezTo>
                    <a:pt x="596" y="93"/>
                    <a:pt x="562" y="186"/>
                    <a:pt x="528" y="276"/>
                  </a:cubicBezTo>
                  <a:cubicBezTo>
                    <a:pt x="316" y="837"/>
                    <a:pt x="141" y="1396"/>
                    <a:pt x="25" y="1984"/>
                  </a:cubicBezTo>
                  <a:cubicBezTo>
                    <a:pt x="1" y="2105"/>
                    <a:pt x="106" y="2179"/>
                    <a:pt x="209" y="2179"/>
                  </a:cubicBezTo>
                  <a:cubicBezTo>
                    <a:pt x="280" y="2179"/>
                    <a:pt x="350" y="2144"/>
                    <a:pt x="377" y="2066"/>
                  </a:cubicBezTo>
                  <a:cubicBezTo>
                    <a:pt x="576" y="1491"/>
                    <a:pt x="746" y="908"/>
                    <a:pt x="943" y="334"/>
                  </a:cubicBezTo>
                  <a:cubicBezTo>
                    <a:pt x="961" y="283"/>
                    <a:pt x="978" y="232"/>
                    <a:pt x="999" y="181"/>
                  </a:cubicBezTo>
                  <a:lnTo>
                    <a:pt x="6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3"/>
            <p:cNvSpPr/>
            <p:nvPr/>
          </p:nvSpPr>
          <p:spPr>
            <a:xfrm>
              <a:off x="-4011250" y="2565000"/>
              <a:ext cx="43375" cy="52775"/>
            </a:xfrm>
            <a:custGeom>
              <a:rect b="b" l="l" r="r" t="t"/>
              <a:pathLst>
                <a:path extrusionOk="0" h="2111" w="1735">
                  <a:moveTo>
                    <a:pt x="1341" y="1"/>
                  </a:moveTo>
                  <a:cubicBezTo>
                    <a:pt x="909" y="572"/>
                    <a:pt x="506" y="1167"/>
                    <a:pt x="115" y="1760"/>
                  </a:cubicBezTo>
                  <a:cubicBezTo>
                    <a:pt x="1" y="1933"/>
                    <a:pt x="152" y="2111"/>
                    <a:pt x="310" y="2111"/>
                  </a:cubicBezTo>
                  <a:cubicBezTo>
                    <a:pt x="372" y="2111"/>
                    <a:pt x="435" y="2083"/>
                    <a:pt x="484" y="2018"/>
                  </a:cubicBezTo>
                  <a:cubicBezTo>
                    <a:pt x="914" y="1435"/>
                    <a:pt x="1342" y="842"/>
                    <a:pt x="1735" y="227"/>
                  </a:cubicBezTo>
                  <a:cubicBezTo>
                    <a:pt x="1604" y="152"/>
                    <a:pt x="1473" y="75"/>
                    <a:pt x="13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53"/>
          <p:cNvGrpSpPr/>
          <p:nvPr/>
        </p:nvGrpSpPr>
        <p:grpSpPr>
          <a:xfrm>
            <a:off x="1519580" y="1309763"/>
            <a:ext cx="797182" cy="536170"/>
            <a:chOff x="5620878" y="1052573"/>
            <a:chExt cx="705533" cy="474571"/>
          </a:xfrm>
        </p:grpSpPr>
        <p:sp>
          <p:nvSpPr>
            <p:cNvPr id="1909" name="Google Shape;1909;p53"/>
            <p:cNvSpPr/>
            <p:nvPr/>
          </p:nvSpPr>
          <p:spPr>
            <a:xfrm rot="636978">
              <a:off x="5642745" y="1249074"/>
              <a:ext cx="231973" cy="258918"/>
            </a:xfrm>
            <a:custGeom>
              <a:rect b="b" l="l" r="r" t="t"/>
              <a:pathLst>
                <a:path extrusionOk="0" h="2018" w="1808">
                  <a:moveTo>
                    <a:pt x="488" y="1"/>
                  </a:moveTo>
                  <a:cubicBezTo>
                    <a:pt x="202" y="1"/>
                    <a:pt x="1" y="340"/>
                    <a:pt x="31" y="679"/>
                  </a:cubicBezTo>
                  <a:cubicBezTo>
                    <a:pt x="41" y="761"/>
                    <a:pt x="99" y="797"/>
                    <a:pt x="161" y="797"/>
                  </a:cubicBezTo>
                  <a:cubicBezTo>
                    <a:pt x="245" y="797"/>
                    <a:pt x="336" y="730"/>
                    <a:pt x="322" y="622"/>
                  </a:cubicBezTo>
                  <a:cubicBezTo>
                    <a:pt x="289" y="454"/>
                    <a:pt x="337" y="371"/>
                    <a:pt x="464" y="371"/>
                  </a:cubicBezTo>
                  <a:cubicBezTo>
                    <a:pt x="520" y="371"/>
                    <a:pt x="592" y="388"/>
                    <a:pt x="679" y="420"/>
                  </a:cubicBezTo>
                  <a:cubicBezTo>
                    <a:pt x="743" y="542"/>
                    <a:pt x="768" y="679"/>
                    <a:pt x="752" y="817"/>
                  </a:cubicBezTo>
                  <a:cubicBezTo>
                    <a:pt x="752" y="922"/>
                    <a:pt x="735" y="1027"/>
                    <a:pt x="719" y="1125"/>
                  </a:cubicBezTo>
                  <a:cubicBezTo>
                    <a:pt x="679" y="1376"/>
                    <a:pt x="630" y="1610"/>
                    <a:pt x="598" y="1861"/>
                  </a:cubicBezTo>
                  <a:cubicBezTo>
                    <a:pt x="591" y="1949"/>
                    <a:pt x="663" y="2018"/>
                    <a:pt x="744" y="2018"/>
                  </a:cubicBezTo>
                  <a:cubicBezTo>
                    <a:pt x="768" y="2018"/>
                    <a:pt x="793" y="2012"/>
                    <a:pt x="816" y="1999"/>
                  </a:cubicBezTo>
                  <a:cubicBezTo>
                    <a:pt x="1116" y="1837"/>
                    <a:pt x="1399" y="1659"/>
                    <a:pt x="1683" y="1465"/>
                  </a:cubicBezTo>
                  <a:cubicBezTo>
                    <a:pt x="1808" y="1379"/>
                    <a:pt x="1697" y="1218"/>
                    <a:pt x="1568" y="1218"/>
                  </a:cubicBezTo>
                  <a:cubicBezTo>
                    <a:pt x="1539" y="1218"/>
                    <a:pt x="1509" y="1226"/>
                    <a:pt x="1480" y="1246"/>
                  </a:cubicBezTo>
                  <a:cubicBezTo>
                    <a:pt x="1310" y="1359"/>
                    <a:pt x="1132" y="1473"/>
                    <a:pt x="946" y="1578"/>
                  </a:cubicBezTo>
                  <a:cubicBezTo>
                    <a:pt x="1051" y="1084"/>
                    <a:pt x="1213" y="452"/>
                    <a:pt x="800" y="129"/>
                  </a:cubicBezTo>
                  <a:cubicBezTo>
                    <a:pt x="690" y="39"/>
                    <a:pt x="584" y="1"/>
                    <a:pt x="48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3"/>
            <p:cNvSpPr/>
            <p:nvPr/>
          </p:nvSpPr>
          <p:spPr>
            <a:xfrm rot="636978">
              <a:off x="6072603" y="1071704"/>
              <a:ext cx="231845" cy="259944"/>
            </a:xfrm>
            <a:custGeom>
              <a:rect b="b" l="l" r="r" t="t"/>
              <a:pathLst>
                <a:path extrusionOk="0" h="2026" w="1807">
                  <a:moveTo>
                    <a:pt x="485" y="1"/>
                  </a:moveTo>
                  <a:cubicBezTo>
                    <a:pt x="199" y="1"/>
                    <a:pt x="0" y="340"/>
                    <a:pt x="36" y="680"/>
                  </a:cubicBezTo>
                  <a:cubicBezTo>
                    <a:pt x="43" y="762"/>
                    <a:pt x="99" y="797"/>
                    <a:pt x="160" y="797"/>
                  </a:cubicBezTo>
                  <a:cubicBezTo>
                    <a:pt x="244" y="797"/>
                    <a:pt x="337" y="730"/>
                    <a:pt x="328" y="623"/>
                  </a:cubicBezTo>
                  <a:cubicBezTo>
                    <a:pt x="289" y="455"/>
                    <a:pt x="335" y="372"/>
                    <a:pt x="461" y="372"/>
                  </a:cubicBezTo>
                  <a:cubicBezTo>
                    <a:pt x="517" y="372"/>
                    <a:pt x="589" y="388"/>
                    <a:pt x="676" y="420"/>
                  </a:cubicBezTo>
                  <a:cubicBezTo>
                    <a:pt x="741" y="542"/>
                    <a:pt x="765" y="680"/>
                    <a:pt x="749" y="817"/>
                  </a:cubicBezTo>
                  <a:cubicBezTo>
                    <a:pt x="749" y="922"/>
                    <a:pt x="733" y="1028"/>
                    <a:pt x="717" y="1133"/>
                  </a:cubicBezTo>
                  <a:cubicBezTo>
                    <a:pt x="676" y="1376"/>
                    <a:pt x="627" y="1619"/>
                    <a:pt x="595" y="1862"/>
                  </a:cubicBezTo>
                  <a:cubicBezTo>
                    <a:pt x="589" y="1956"/>
                    <a:pt x="666" y="2026"/>
                    <a:pt x="749" y="2026"/>
                  </a:cubicBezTo>
                  <a:cubicBezTo>
                    <a:pt x="774" y="2026"/>
                    <a:pt x="798" y="2020"/>
                    <a:pt x="822" y="2007"/>
                  </a:cubicBezTo>
                  <a:cubicBezTo>
                    <a:pt x="1113" y="1837"/>
                    <a:pt x="1405" y="1659"/>
                    <a:pt x="1688" y="1465"/>
                  </a:cubicBezTo>
                  <a:cubicBezTo>
                    <a:pt x="1806" y="1380"/>
                    <a:pt x="1702" y="1215"/>
                    <a:pt x="1572" y="1215"/>
                  </a:cubicBezTo>
                  <a:cubicBezTo>
                    <a:pt x="1541" y="1215"/>
                    <a:pt x="1509" y="1225"/>
                    <a:pt x="1478" y="1246"/>
                  </a:cubicBezTo>
                  <a:cubicBezTo>
                    <a:pt x="1308" y="1368"/>
                    <a:pt x="1130" y="1473"/>
                    <a:pt x="943" y="1586"/>
                  </a:cubicBezTo>
                  <a:cubicBezTo>
                    <a:pt x="1049" y="1084"/>
                    <a:pt x="1210" y="453"/>
                    <a:pt x="798" y="129"/>
                  </a:cubicBezTo>
                  <a:cubicBezTo>
                    <a:pt x="687" y="39"/>
                    <a:pt x="582" y="1"/>
                    <a:pt x="485"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3"/>
            <p:cNvSpPr/>
            <p:nvPr/>
          </p:nvSpPr>
          <p:spPr>
            <a:xfrm rot="636978">
              <a:off x="5883915" y="1199003"/>
              <a:ext cx="154221" cy="138055"/>
            </a:xfrm>
            <a:custGeom>
              <a:rect b="b" l="l" r="r" t="t"/>
              <a:pathLst>
                <a:path extrusionOk="0" h="1076" w="1202">
                  <a:moveTo>
                    <a:pt x="366" y="0"/>
                  </a:moveTo>
                  <a:cubicBezTo>
                    <a:pt x="302" y="0"/>
                    <a:pt x="242" y="56"/>
                    <a:pt x="264" y="139"/>
                  </a:cubicBezTo>
                  <a:cubicBezTo>
                    <a:pt x="288" y="252"/>
                    <a:pt x="329" y="365"/>
                    <a:pt x="385" y="471"/>
                  </a:cubicBezTo>
                  <a:cubicBezTo>
                    <a:pt x="264" y="552"/>
                    <a:pt x="151" y="641"/>
                    <a:pt x="45" y="730"/>
                  </a:cubicBezTo>
                  <a:cubicBezTo>
                    <a:pt x="0" y="805"/>
                    <a:pt x="53" y="894"/>
                    <a:pt x="131" y="894"/>
                  </a:cubicBezTo>
                  <a:cubicBezTo>
                    <a:pt x="138" y="894"/>
                    <a:pt x="144" y="893"/>
                    <a:pt x="151" y="892"/>
                  </a:cubicBezTo>
                  <a:cubicBezTo>
                    <a:pt x="272" y="835"/>
                    <a:pt x="394" y="770"/>
                    <a:pt x="507" y="697"/>
                  </a:cubicBezTo>
                  <a:cubicBezTo>
                    <a:pt x="572" y="827"/>
                    <a:pt x="661" y="948"/>
                    <a:pt x="766" y="1046"/>
                  </a:cubicBezTo>
                  <a:cubicBezTo>
                    <a:pt x="791" y="1066"/>
                    <a:pt x="819" y="1075"/>
                    <a:pt x="846" y="1075"/>
                  </a:cubicBezTo>
                  <a:cubicBezTo>
                    <a:pt x="923" y="1075"/>
                    <a:pt x="993" y="1000"/>
                    <a:pt x="968" y="916"/>
                  </a:cubicBezTo>
                  <a:cubicBezTo>
                    <a:pt x="912" y="778"/>
                    <a:pt x="839" y="657"/>
                    <a:pt x="758" y="544"/>
                  </a:cubicBezTo>
                  <a:cubicBezTo>
                    <a:pt x="904" y="463"/>
                    <a:pt x="1041" y="357"/>
                    <a:pt x="1163" y="228"/>
                  </a:cubicBezTo>
                  <a:cubicBezTo>
                    <a:pt x="1202" y="158"/>
                    <a:pt x="1151" y="73"/>
                    <a:pt x="1076" y="73"/>
                  </a:cubicBezTo>
                  <a:cubicBezTo>
                    <a:pt x="1073" y="73"/>
                    <a:pt x="1069" y="74"/>
                    <a:pt x="1066" y="74"/>
                  </a:cubicBezTo>
                  <a:cubicBezTo>
                    <a:pt x="904" y="131"/>
                    <a:pt x="758" y="212"/>
                    <a:pt x="628" y="317"/>
                  </a:cubicBezTo>
                  <a:cubicBezTo>
                    <a:pt x="572" y="220"/>
                    <a:pt x="515" y="131"/>
                    <a:pt x="450" y="42"/>
                  </a:cubicBezTo>
                  <a:cubicBezTo>
                    <a:pt x="427" y="13"/>
                    <a:pt x="396" y="0"/>
                    <a:pt x="36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3"/>
          <p:cNvGrpSpPr/>
          <p:nvPr/>
        </p:nvGrpSpPr>
        <p:grpSpPr>
          <a:xfrm rot="3254912">
            <a:off x="6873434" y="3093734"/>
            <a:ext cx="835313" cy="627453"/>
            <a:chOff x="5165189" y="3719901"/>
            <a:chExt cx="835271" cy="627422"/>
          </a:xfrm>
        </p:grpSpPr>
        <p:sp>
          <p:nvSpPr>
            <p:cNvPr id="1913" name="Google Shape;1913;p53"/>
            <p:cNvSpPr/>
            <p:nvPr/>
          </p:nvSpPr>
          <p:spPr>
            <a:xfrm rot="-1058202">
              <a:off x="5216481" y="3970066"/>
              <a:ext cx="153895" cy="362462"/>
            </a:xfrm>
            <a:custGeom>
              <a:rect b="b" l="l" r="r" t="t"/>
              <a:pathLst>
                <a:path extrusionOk="0" h="2042" w="867">
                  <a:moveTo>
                    <a:pt x="572" y="1"/>
                  </a:moveTo>
                  <a:cubicBezTo>
                    <a:pt x="546" y="1"/>
                    <a:pt x="521" y="7"/>
                    <a:pt x="498" y="20"/>
                  </a:cubicBezTo>
                  <a:cubicBezTo>
                    <a:pt x="345" y="101"/>
                    <a:pt x="215" y="288"/>
                    <a:pt x="94" y="417"/>
                  </a:cubicBezTo>
                  <a:cubicBezTo>
                    <a:pt x="0" y="517"/>
                    <a:pt x="98" y="664"/>
                    <a:pt x="208" y="664"/>
                  </a:cubicBezTo>
                  <a:cubicBezTo>
                    <a:pt x="240" y="664"/>
                    <a:pt x="274" y="651"/>
                    <a:pt x="304" y="620"/>
                  </a:cubicBezTo>
                  <a:cubicBezTo>
                    <a:pt x="361" y="563"/>
                    <a:pt x="417" y="482"/>
                    <a:pt x="490" y="409"/>
                  </a:cubicBezTo>
                  <a:lnTo>
                    <a:pt x="490" y="409"/>
                  </a:lnTo>
                  <a:cubicBezTo>
                    <a:pt x="490" y="482"/>
                    <a:pt x="482" y="563"/>
                    <a:pt x="490" y="595"/>
                  </a:cubicBezTo>
                  <a:lnTo>
                    <a:pt x="515" y="1057"/>
                  </a:lnTo>
                  <a:cubicBezTo>
                    <a:pt x="531" y="1340"/>
                    <a:pt x="555" y="1615"/>
                    <a:pt x="571" y="1899"/>
                  </a:cubicBezTo>
                  <a:cubicBezTo>
                    <a:pt x="575" y="1995"/>
                    <a:pt x="649" y="2042"/>
                    <a:pt x="721" y="2042"/>
                  </a:cubicBezTo>
                  <a:cubicBezTo>
                    <a:pt x="794" y="2042"/>
                    <a:pt x="867" y="1993"/>
                    <a:pt x="863" y="1899"/>
                  </a:cubicBezTo>
                  <a:cubicBezTo>
                    <a:pt x="838" y="1510"/>
                    <a:pt x="814" y="1122"/>
                    <a:pt x="790" y="725"/>
                  </a:cubicBezTo>
                  <a:cubicBezTo>
                    <a:pt x="774" y="539"/>
                    <a:pt x="830" y="182"/>
                    <a:pt x="676" y="45"/>
                  </a:cubicBezTo>
                  <a:cubicBezTo>
                    <a:pt x="647" y="16"/>
                    <a:pt x="609" y="1"/>
                    <a:pt x="57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rot="-1058202">
              <a:off x="5711232" y="3748710"/>
              <a:ext cx="243179" cy="341694"/>
            </a:xfrm>
            <a:custGeom>
              <a:rect b="b" l="l" r="r" t="t"/>
              <a:pathLst>
                <a:path extrusionOk="0" h="1925" w="1370">
                  <a:moveTo>
                    <a:pt x="575" y="0"/>
                  </a:moveTo>
                  <a:cubicBezTo>
                    <a:pt x="401" y="0"/>
                    <a:pt x="225" y="61"/>
                    <a:pt x="106" y="172"/>
                  </a:cubicBezTo>
                  <a:cubicBezTo>
                    <a:pt x="0" y="272"/>
                    <a:pt x="100" y="419"/>
                    <a:pt x="215" y="419"/>
                  </a:cubicBezTo>
                  <a:cubicBezTo>
                    <a:pt x="249" y="419"/>
                    <a:pt x="285" y="406"/>
                    <a:pt x="317" y="374"/>
                  </a:cubicBezTo>
                  <a:cubicBezTo>
                    <a:pt x="366" y="325"/>
                    <a:pt x="464" y="298"/>
                    <a:pt x="561" y="298"/>
                  </a:cubicBezTo>
                  <a:cubicBezTo>
                    <a:pt x="736" y="298"/>
                    <a:pt x="906" y="387"/>
                    <a:pt x="770" y="601"/>
                  </a:cubicBezTo>
                  <a:cubicBezTo>
                    <a:pt x="697" y="714"/>
                    <a:pt x="479" y="795"/>
                    <a:pt x="365" y="836"/>
                  </a:cubicBezTo>
                  <a:cubicBezTo>
                    <a:pt x="200" y="896"/>
                    <a:pt x="258" y="1124"/>
                    <a:pt x="409" y="1124"/>
                  </a:cubicBezTo>
                  <a:cubicBezTo>
                    <a:pt x="421" y="1124"/>
                    <a:pt x="433" y="1122"/>
                    <a:pt x="446" y="1119"/>
                  </a:cubicBezTo>
                  <a:cubicBezTo>
                    <a:pt x="475" y="1115"/>
                    <a:pt x="544" y="1110"/>
                    <a:pt x="625" y="1110"/>
                  </a:cubicBezTo>
                  <a:cubicBezTo>
                    <a:pt x="883" y="1110"/>
                    <a:pt x="1272" y="1167"/>
                    <a:pt x="964" y="1524"/>
                  </a:cubicBezTo>
                  <a:cubicBezTo>
                    <a:pt x="883" y="1619"/>
                    <a:pt x="755" y="1645"/>
                    <a:pt x="626" y="1645"/>
                  </a:cubicBezTo>
                  <a:cubicBezTo>
                    <a:pt x="511" y="1645"/>
                    <a:pt x="396" y="1625"/>
                    <a:pt x="308" y="1613"/>
                  </a:cubicBezTo>
                  <a:cubicBezTo>
                    <a:pt x="301" y="1612"/>
                    <a:pt x="293" y="1612"/>
                    <a:pt x="286" y="1612"/>
                  </a:cubicBezTo>
                  <a:cubicBezTo>
                    <a:pt x="116" y="1612"/>
                    <a:pt x="49" y="1873"/>
                    <a:pt x="236" y="1897"/>
                  </a:cubicBezTo>
                  <a:cubicBezTo>
                    <a:pt x="336" y="1913"/>
                    <a:pt x="450" y="1924"/>
                    <a:pt x="567" y="1924"/>
                  </a:cubicBezTo>
                  <a:cubicBezTo>
                    <a:pt x="921" y="1924"/>
                    <a:pt x="1294" y="1817"/>
                    <a:pt x="1337" y="1403"/>
                  </a:cubicBezTo>
                  <a:cubicBezTo>
                    <a:pt x="1369" y="1087"/>
                    <a:pt x="1175" y="925"/>
                    <a:pt x="932" y="860"/>
                  </a:cubicBezTo>
                  <a:cubicBezTo>
                    <a:pt x="1102" y="706"/>
                    <a:pt x="1215" y="512"/>
                    <a:pt x="1086" y="269"/>
                  </a:cubicBezTo>
                  <a:cubicBezTo>
                    <a:pt x="985" y="85"/>
                    <a:pt x="782" y="0"/>
                    <a:pt x="57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3"/>
            <p:cNvSpPr/>
            <p:nvPr/>
          </p:nvSpPr>
          <p:spPr>
            <a:xfrm rot="-1058202">
              <a:off x="5434331" y="3931896"/>
              <a:ext cx="246019" cy="215489"/>
            </a:xfrm>
            <a:custGeom>
              <a:rect b="b" l="l" r="r" t="t"/>
              <a:pathLst>
                <a:path extrusionOk="0" h="1214" w="1386">
                  <a:moveTo>
                    <a:pt x="632" y="0"/>
                  </a:moveTo>
                  <a:cubicBezTo>
                    <a:pt x="579" y="0"/>
                    <a:pt x="527" y="35"/>
                    <a:pt x="527" y="104"/>
                  </a:cubicBezTo>
                  <a:cubicBezTo>
                    <a:pt x="494" y="225"/>
                    <a:pt x="486" y="338"/>
                    <a:pt x="494" y="460"/>
                  </a:cubicBezTo>
                  <a:cubicBezTo>
                    <a:pt x="349" y="476"/>
                    <a:pt x="211" y="508"/>
                    <a:pt x="73" y="549"/>
                  </a:cubicBezTo>
                  <a:cubicBezTo>
                    <a:pt x="1" y="589"/>
                    <a:pt x="17" y="711"/>
                    <a:pt x="98" y="735"/>
                  </a:cubicBezTo>
                  <a:cubicBezTo>
                    <a:pt x="235" y="735"/>
                    <a:pt x="373" y="735"/>
                    <a:pt x="503" y="719"/>
                  </a:cubicBezTo>
                  <a:cubicBezTo>
                    <a:pt x="503" y="865"/>
                    <a:pt x="527" y="1002"/>
                    <a:pt x="584" y="1140"/>
                  </a:cubicBezTo>
                  <a:cubicBezTo>
                    <a:pt x="605" y="1190"/>
                    <a:pt x="650" y="1213"/>
                    <a:pt x="696" y="1213"/>
                  </a:cubicBezTo>
                  <a:cubicBezTo>
                    <a:pt x="754" y="1213"/>
                    <a:pt x="813" y="1176"/>
                    <a:pt x="826" y="1108"/>
                  </a:cubicBezTo>
                  <a:cubicBezTo>
                    <a:pt x="835" y="970"/>
                    <a:pt x="818" y="824"/>
                    <a:pt x="794" y="687"/>
                  </a:cubicBezTo>
                  <a:cubicBezTo>
                    <a:pt x="964" y="678"/>
                    <a:pt x="1134" y="646"/>
                    <a:pt x="1288" y="581"/>
                  </a:cubicBezTo>
                  <a:cubicBezTo>
                    <a:pt x="1385" y="549"/>
                    <a:pt x="1369" y="411"/>
                    <a:pt x="1264" y="403"/>
                  </a:cubicBezTo>
                  <a:cubicBezTo>
                    <a:pt x="1200" y="394"/>
                    <a:pt x="1135" y="389"/>
                    <a:pt x="1069" y="389"/>
                  </a:cubicBezTo>
                  <a:cubicBezTo>
                    <a:pt x="969" y="389"/>
                    <a:pt x="868" y="400"/>
                    <a:pt x="770" y="419"/>
                  </a:cubicBezTo>
                  <a:cubicBezTo>
                    <a:pt x="770" y="314"/>
                    <a:pt x="754" y="209"/>
                    <a:pt x="737" y="104"/>
                  </a:cubicBezTo>
                  <a:cubicBezTo>
                    <a:pt x="737" y="35"/>
                    <a:pt x="685" y="0"/>
                    <a:pt x="63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9" name="Shape 1919"/>
        <p:cNvGrpSpPr/>
        <p:nvPr/>
      </p:nvGrpSpPr>
      <p:grpSpPr>
        <a:xfrm>
          <a:off x="0" y="0"/>
          <a:ext cx="0" cy="0"/>
          <a:chOff x="0" y="0"/>
          <a:chExt cx="0" cy="0"/>
        </a:xfrm>
      </p:grpSpPr>
      <p:sp>
        <p:nvSpPr>
          <p:cNvPr id="1920" name="Google Shape;1920;p54"/>
          <p:cNvSpPr txBox="1"/>
          <p:nvPr>
            <p:ph type="title"/>
          </p:nvPr>
        </p:nvSpPr>
        <p:spPr>
          <a:xfrm>
            <a:off x="3465387" y="3316275"/>
            <a:ext cx="2213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921" name="Google Shape;1921;p54"/>
          <p:cNvSpPr txBox="1"/>
          <p:nvPr>
            <p:ph idx="2" type="title"/>
          </p:nvPr>
        </p:nvSpPr>
        <p:spPr>
          <a:xfrm>
            <a:off x="997138" y="3316275"/>
            <a:ext cx="2213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922" name="Google Shape;1922;p54"/>
          <p:cNvSpPr txBox="1"/>
          <p:nvPr>
            <p:ph idx="3" type="title"/>
          </p:nvPr>
        </p:nvSpPr>
        <p:spPr>
          <a:xfrm>
            <a:off x="5933463" y="3316275"/>
            <a:ext cx="2213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923" name="Google Shape;1923;p54"/>
          <p:cNvSpPr txBox="1"/>
          <p:nvPr>
            <p:ph idx="1" type="subTitle"/>
          </p:nvPr>
        </p:nvSpPr>
        <p:spPr>
          <a:xfrm>
            <a:off x="997138" y="3804675"/>
            <a:ext cx="22134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924" name="Google Shape;1924;p54"/>
          <p:cNvSpPr txBox="1"/>
          <p:nvPr>
            <p:ph idx="4" type="subTitle"/>
          </p:nvPr>
        </p:nvSpPr>
        <p:spPr>
          <a:xfrm>
            <a:off x="3465387" y="3804675"/>
            <a:ext cx="22134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925" name="Google Shape;1925;p54"/>
          <p:cNvSpPr txBox="1"/>
          <p:nvPr>
            <p:ph idx="5" type="subTitle"/>
          </p:nvPr>
        </p:nvSpPr>
        <p:spPr>
          <a:xfrm>
            <a:off x="5933463" y="3804675"/>
            <a:ext cx="22134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1926" name="Google Shape;1926;p54"/>
          <p:cNvSpPr txBox="1"/>
          <p:nvPr>
            <p:ph idx="6" type="title"/>
          </p:nvPr>
        </p:nvSpPr>
        <p:spPr>
          <a:xfrm>
            <a:off x="1494538" y="1532800"/>
            <a:ext cx="12186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927" name="Google Shape;1927;p54"/>
          <p:cNvSpPr txBox="1"/>
          <p:nvPr>
            <p:ph idx="7" type="title"/>
          </p:nvPr>
        </p:nvSpPr>
        <p:spPr>
          <a:xfrm>
            <a:off x="3962787" y="1532800"/>
            <a:ext cx="12186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1928" name="Google Shape;1928;p54"/>
          <p:cNvSpPr txBox="1"/>
          <p:nvPr>
            <p:ph idx="8" type="title"/>
          </p:nvPr>
        </p:nvSpPr>
        <p:spPr>
          <a:xfrm>
            <a:off x="6430863" y="1532800"/>
            <a:ext cx="12186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1929" name="Google Shape;1929;p54"/>
          <p:cNvSpPr txBox="1"/>
          <p:nvPr>
            <p:ph idx="9" type="title"/>
          </p:nvPr>
        </p:nvSpPr>
        <p:spPr>
          <a:xfrm>
            <a:off x="728375" y="807175"/>
            <a:ext cx="76872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MATH RESEARCH</a:t>
            </a:r>
            <a:endParaRPr/>
          </a:p>
        </p:txBody>
      </p:sp>
      <p:sp>
        <p:nvSpPr>
          <p:cNvPr id="1930" name="Google Shape;1930;p54"/>
          <p:cNvSpPr/>
          <p:nvPr/>
        </p:nvSpPr>
        <p:spPr>
          <a:xfrm>
            <a:off x="1626388" y="2264638"/>
            <a:ext cx="954900" cy="9549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1626388" y="2258425"/>
            <a:ext cx="954900" cy="954900"/>
          </a:xfrm>
          <a:prstGeom prst="pie">
            <a:avLst>
              <a:gd fmla="val 16255008" name="adj1"/>
              <a:gd fmla="val 31338" name="adj2"/>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4094637" y="2267750"/>
            <a:ext cx="954900" cy="9549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4094637" y="2261538"/>
            <a:ext cx="954900" cy="954900"/>
          </a:xfrm>
          <a:prstGeom prst="pie">
            <a:avLst>
              <a:gd fmla="val 16179870" name="adj1"/>
              <a:gd fmla="val 5372282" name="adj2"/>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6562713" y="2264638"/>
            <a:ext cx="954900" cy="954900"/>
          </a:xfrm>
          <a:prstGeom prst="ellipse">
            <a:avLst/>
          </a:pr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6562713" y="2258425"/>
            <a:ext cx="954900" cy="954900"/>
          </a:xfrm>
          <a:prstGeom prst="pie">
            <a:avLst>
              <a:gd fmla="val 16255008" name="adj1"/>
              <a:gd fmla="val 10780556" name="adj2"/>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9" name="Shape 1939"/>
        <p:cNvGrpSpPr/>
        <p:nvPr/>
      </p:nvGrpSpPr>
      <p:grpSpPr>
        <a:xfrm>
          <a:off x="0" y="0"/>
          <a:ext cx="0" cy="0"/>
          <a:chOff x="0" y="0"/>
          <a:chExt cx="0" cy="0"/>
        </a:xfrm>
      </p:grpSpPr>
      <p:sp>
        <p:nvSpPr>
          <p:cNvPr id="1940" name="Google Shape;1940;p55"/>
          <p:cNvSpPr txBox="1"/>
          <p:nvPr>
            <p:ph type="title"/>
          </p:nvPr>
        </p:nvSpPr>
        <p:spPr>
          <a:xfrm>
            <a:off x="1090977" y="1831288"/>
            <a:ext cx="2907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DESKTOP APP</a:t>
            </a:r>
            <a:endParaRPr/>
          </a:p>
        </p:txBody>
      </p:sp>
      <p:sp>
        <p:nvSpPr>
          <p:cNvPr id="1941" name="Google Shape;1941;p55"/>
          <p:cNvSpPr txBox="1"/>
          <p:nvPr>
            <p:ph idx="1" type="subTitle"/>
          </p:nvPr>
        </p:nvSpPr>
        <p:spPr>
          <a:xfrm>
            <a:off x="1090977" y="2449713"/>
            <a:ext cx="2907600" cy="101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942" name="Google Shape;1942;p55"/>
          <p:cNvGrpSpPr/>
          <p:nvPr/>
        </p:nvGrpSpPr>
        <p:grpSpPr>
          <a:xfrm>
            <a:off x="4757123" y="1417555"/>
            <a:ext cx="3024625" cy="2460790"/>
            <a:chOff x="4757123" y="1417555"/>
            <a:chExt cx="3024625" cy="2460790"/>
          </a:xfrm>
        </p:grpSpPr>
        <p:sp>
          <p:nvSpPr>
            <p:cNvPr id="1943" name="Google Shape;1943;p55"/>
            <p:cNvSpPr/>
            <p:nvPr/>
          </p:nvSpPr>
          <p:spPr>
            <a:xfrm>
              <a:off x="5762492" y="3511929"/>
              <a:ext cx="1013898" cy="366416"/>
            </a:xfrm>
            <a:custGeom>
              <a:rect b="b" l="l" r="r" t="t"/>
              <a:pathLst>
                <a:path extrusionOk="0" h="20036" w="55441">
                  <a:moveTo>
                    <a:pt x="0" y="20035"/>
                  </a:moveTo>
                  <a:lnTo>
                    <a:pt x="0" y="17982"/>
                  </a:lnTo>
                  <a:lnTo>
                    <a:pt x="6526" y="17184"/>
                  </a:lnTo>
                  <a:lnTo>
                    <a:pt x="11030" y="1"/>
                  </a:lnTo>
                  <a:lnTo>
                    <a:pt x="44410" y="1"/>
                  </a:lnTo>
                  <a:lnTo>
                    <a:pt x="48911" y="17184"/>
                  </a:lnTo>
                  <a:lnTo>
                    <a:pt x="55441" y="17982"/>
                  </a:lnTo>
                  <a:lnTo>
                    <a:pt x="55441" y="20035"/>
                  </a:ln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4757134" y="1417555"/>
              <a:ext cx="3024614" cy="1831805"/>
            </a:xfrm>
            <a:custGeom>
              <a:rect b="b" l="l" r="r" t="t"/>
              <a:pathLst>
                <a:path extrusionOk="0" h="100165" w="165389">
                  <a:moveTo>
                    <a:pt x="1" y="100165"/>
                  </a:moveTo>
                  <a:lnTo>
                    <a:pt x="1" y="3726"/>
                  </a:lnTo>
                  <a:cubicBezTo>
                    <a:pt x="1" y="1669"/>
                    <a:pt x="1670" y="0"/>
                    <a:pt x="3728" y="0"/>
                  </a:cubicBezTo>
                  <a:lnTo>
                    <a:pt x="161661" y="0"/>
                  </a:lnTo>
                  <a:cubicBezTo>
                    <a:pt x="163721" y="0"/>
                    <a:pt x="165388" y="1669"/>
                    <a:pt x="165388" y="3726"/>
                  </a:cubicBezTo>
                  <a:lnTo>
                    <a:pt x="165388" y="100165"/>
                  </a:ln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4757123" y="3181956"/>
              <a:ext cx="3024551" cy="340000"/>
            </a:xfrm>
            <a:custGeom>
              <a:rect b="b" l="l" r="r" t="t"/>
              <a:pathLst>
                <a:path extrusionOk="0" h="14909" w="165389">
                  <a:moveTo>
                    <a:pt x="161661" y="14908"/>
                  </a:moveTo>
                  <a:lnTo>
                    <a:pt x="3728" y="14908"/>
                  </a:lnTo>
                  <a:cubicBezTo>
                    <a:pt x="1670" y="14908"/>
                    <a:pt x="1" y="13241"/>
                    <a:pt x="1" y="11182"/>
                  </a:cubicBezTo>
                  <a:lnTo>
                    <a:pt x="1" y="1"/>
                  </a:lnTo>
                  <a:lnTo>
                    <a:pt x="165388" y="1"/>
                  </a:lnTo>
                  <a:lnTo>
                    <a:pt x="165388" y="11182"/>
                  </a:lnTo>
                  <a:cubicBezTo>
                    <a:pt x="165388" y="13241"/>
                    <a:pt x="163719" y="14908"/>
                    <a:pt x="161661" y="14908"/>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46" name="Google Shape;1946;p55"/>
          <p:cNvPicPr preferRelativeResize="0"/>
          <p:nvPr/>
        </p:nvPicPr>
        <p:blipFill>
          <a:blip r:embed="rId3">
            <a:alphaModFix/>
          </a:blip>
          <a:stretch>
            <a:fillRect/>
          </a:stretch>
        </p:blipFill>
        <p:spPr>
          <a:xfrm>
            <a:off x="4933100" y="1581775"/>
            <a:ext cx="2672650" cy="1503351"/>
          </a:xfrm>
          <a:prstGeom prst="rect">
            <a:avLst/>
          </a:prstGeom>
          <a:noFill/>
          <a:ln cap="flat" cmpd="sng" w="19050">
            <a:solidFill>
              <a:schemeClr val="dk2"/>
            </a:solidFill>
            <a:prstDash val="solid"/>
            <a:round/>
            <a:headEnd len="sm" w="sm" type="none"/>
            <a:tailEnd len="sm" w="sm" type="none"/>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0" name="Shape 1950"/>
        <p:cNvGrpSpPr/>
        <p:nvPr/>
      </p:nvGrpSpPr>
      <p:grpSpPr>
        <a:xfrm>
          <a:off x="0" y="0"/>
          <a:ext cx="0" cy="0"/>
          <a:chOff x="0" y="0"/>
          <a:chExt cx="0" cy="0"/>
        </a:xfrm>
      </p:grpSpPr>
      <p:sp>
        <p:nvSpPr>
          <p:cNvPr id="1951" name="Google Shape;1951;p56"/>
          <p:cNvSpPr txBox="1"/>
          <p:nvPr>
            <p:ph idx="1" type="subTitle"/>
          </p:nvPr>
        </p:nvSpPr>
        <p:spPr>
          <a:xfrm>
            <a:off x="4590554" y="2464975"/>
            <a:ext cx="2793600" cy="97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952" name="Google Shape;1952;p56"/>
          <p:cNvSpPr txBox="1"/>
          <p:nvPr>
            <p:ph type="title"/>
          </p:nvPr>
        </p:nvSpPr>
        <p:spPr>
          <a:xfrm>
            <a:off x="4590554" y="1824900"/>
            <a:ext cx="2793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TABLET APP</a:t>
            </a:r>
            <a:endParaRPr/>
          </a:p>
        </p:txBody>
      </p:sp>
      <p:grpSp>
        <p:nvGrpSpPr>
          <p:cNvPr id="1953" name="Google Shape;1953;p56"/>
          <p:cNvGrpSpPr/>
          <p:nvPr/>
        </p:nvGrpSpPr>
        <p:grpSpPr>
          <a:xfrm>
            <a:off x="2064646" y="1356469"/>
            <a:ext cx="2039107" cy="2804083"/>
            <a:chOff x="2064646" y="1356469"/>
            <a:chExt cx="2039107" cy="2804083"/>
          </a:xfrm>
        </p:grpSpPr>
        <p:sp>
          <p:nvSpPr>
            <p:cNvPr id="1954" name="Google Shape;1954;p56"/>
            <p:cNvSpPr/>
            <p:nvPr/>
          </p:nvSpPr>
          <p:spPr>
            <a:xfrm rot="-5400000">
              <a:off x="1682158" y="1738957"/>
              <a:ext cx="2804083" cy="2039107"/>
            </a:xfrm>
            <a:custGeom>
              <a:rect b="b" l="l" r="r" t="t"/>
              <a:pathLst>
                <a:path extrusionOk="0" h="66540" w="91492">
                  <a:moveTo>
                    <a:pt x="91492" y="5198"/>
                  </a:moveTo>
                  <a:lnTo>
                    <a:pt x="91492" y="61342"/>
                  </a:lnTo>
                  <a:cubicBezTo>
                    <a:pt x="91492" y="64212"/>
                    <a:pt x="89165" y="66540"/>
                    <a:pt x="86294" y="66540"/>
                  </a:cubicBezTo>
                  <a:lnTo>
                    <a:pt x="5200" y="66540"/>
                  </a:lnTo>
                  <a:cubicBezTo>
                    <a:pt x="2328" y="66540"/>
                    <a:pt x="0" y="64212"/>
                    <a:pt x="0" y="61342"/>
                  </a:cubicBezTo>
                  <a:lnTo>
                    <a:pt x="0" y="5198"/>
                  </a:lnTo>
                  <a:cubicBezTo>
                    <a:pt x="0" y="2327"/>
                    <a:pt x="2328" y="0"/>
                    <a:pt x="5200" y="0"/>
                  </a:cubicBezTo>
                  <a:lnTo>
                    <a:pt x="86294" y="0"/>
                  </a:lnTo>
                  <a:cubicBezTo>
                    <a:pt x="89165" y="0"/>
                    <a:pt x="91492" y="2327"/>
                    <a:pt x="91492" y="5198"/>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rot="-5400000">
              <a:off x="2943198" y="1498227"/>
              <a:ext cx="36441" cy="36467"/>
            </a:xfrm>
            <a:custGeom>
              <a:rect b="b" l="l" r="r" t="t"/>
              <a:pathLst>
                <a:path extrusionOk="0" h="1190" w="1189">
                  <a:moveTo>
                    <a:pt x="1189" y="573"/>
                  </a:moveTo>
                  <a:cubicBezTo>
                    <a:pt x="1189" y="804"/>
                    <a:pt x="1050" y="1012"/>
                    <a:pt x="836" y="1100"/>
                  </a:cubicBezTo>
                  <a:cubicBezTo>
                    <a:pt x="622" y="1189"/>
                    <a:pt x="376" y="1140"/>
                    <a:pt x="212" y="977"/>
                  </a:cubicBezTo>
                  <a:cubicBezTo>
                    <a:pt x="49" y="812"/>
                    <a:pt x="1" y="566"/>
                    <a:pt x="89" y="352"/>
                  </a:cubicBezTo>
                  <a:cubicBezTo>
                    <a:pt x="178" y="140"/>
                    <a:pt x="387" y="0"/>
                    <a:pt x="619" y="0"/>
                  </a:cubicBezTo>
                  <a:cubicBezTo>
                    <a:pt x="934" y="2"/>
                    <a:pt x="1189" y="256"/>
                    <a:pt x="1189" y="573"/>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rot="-5400000">
              <a:off x="3118258" y="1410322"/>
              <a:ext cx="35399" cy="210867"/>
            </a:xfrm>
            <a:custGeom>
              <a:rect b="b" l="l" r="r" t="t"/>
              <a:pathLst>
                <a:path extrusionOk="0" h="6881" w="1155">
                  <a:moveTo>
                    <a:pt x="1149" y="582"/>
                  </a:moveTo>
                  <a:lnTo>
                    <a:pt x="1149" y="6300"/>
                  </a:lnTo>
                  <a:cubicBezTo>
                    <a:pt x="1154" y="6619"/>
                    <a:pt x="896" y="6881"/>
                    <a:pt x="578" y="6881"/>
                  </a:cubicBezTo>
                  <a:cubicBezTo>
                    <a:pt x="258" y="6881"/>
                    <a:pt x="1" y="6619"/>
                    <a:pt x="5" y="6300"/>
                  </a:cubicBezTo>
                  <a:lnTo>
                    <a:pt x="5" y="582"/>
                  </a:lnTo>
                  <a:cubicBezTo>
                    <a:pt x="1" y="262"/>
                    <a:pt x="258" y="1"/>
                    <a:pt x="578" y="1"/>
                  </a:cubicBezTo>
                  <a:cubicBezTo>
                    <a:pt x="896" y="1"/>
                    <a:pt x="1154" y="262"/>
                    <a:pt x="1149" y="582"/>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rot="-5400000">
              <a:off x="3011822" y="3944334"/>
              <a:ext cx="145335" cy="144766"/>
            </a:xfrm>
            <a:custGeom>
              <a:rect b="b" l="l" r="r" t="t"/>
              <a:pathLst>
                <a:path extrusionOk="0" h="4724" w="4742">
                  <a:moveTo>
                    <a:pt x="4741" y="2353"/>
                  </a:moveTo>
                  <a:cubicBezTo>
                    <a:pt x="4741" y="3661"/>
                    <a:pt x="3679" y="4723"/>
                    <a:pt x="2371" y="4723"/>
                  </a:cubicBezTo>
                  <a:cubicBezTo>
                    <a:pt x="1062" y="4723"/>
                    <a:pt x="1" y="3661"/>
                    <a:pt x="1" y="2353"/>
                  </a:cubicBezTo>
                  <a:cubicBezTo>
                    <a:pt x="11" y="1050"/>
                    <a:pt x="1068" y="0"/>
                    <a:pt x="2371" y="0"/>
                  </a:cubicBezTo>
                  <a:cubicBezTo>
                    <a:pt x="3673" y="0"/>
                    <a:pt x="4731" y="1050"/>
                    <a:pt x="4741" y="2353"/>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58" name="Google Shape;1958;p56"/>
          <p:cNvPicPr preferRelativeResize="0"/>
          <p:nvPr/>
        </p:nvPicPr>
        <p:blipFill rotWithShape="1">
          <a:blip r:embed="rId3">
            <a:alphaModFix/>
          </a:blip>
          <a:srcRect b="0" l="49641" r="5448" t="0"/>
          <a:stretch/>
        </p:blipFill>
        <p:spPr>
          <a:xfrm>
            <a:off x="2237263" y="1678600"/>
            <a:ext cx="1693874" cy="2121525"/>
          </a:xfrm>
          <a:prstGeom prst="rect">
            <a:avLst/>
          </a:prstGeom>
          <a:noFill/>
          <a:ln cap="flat" cmpd="sng" w="19050">
            <a:solidFill>
              <a:schemeClr val="dk2"/>
            </a:solidFill>
            <a:prstDash val="solid"/>
            <a:round/>
            <a:headEnd len="sm" w="sm" type="none"/>
            <a:tailEnd len="sm" w="sm" type="none"/>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2" name="Shape 1962"/>
        <p:cNvGrpSpPr/>
        <p:nvPr/>
      </p:nvGrpSpPr>
      <p:grpSpPr>
        <a:xfrm>
          <a:off x="0" y="0"/>
          <a:ext cx="0" cy="0"/>
          <a:chOff x="0" y="0"/>
          <a:chExt cx="0" cy="0"/>
        </a:xfrm>
      </p:grpSpPr>
      <p:sp>
        <p:nvSpPr>
          <p:cNvPr id="1963" name="Google Shape;1963;p57"/>
          <p:cNvSpPr txBox="1"/>
          <p:nvPr>
            <p:ph idx="1" type="subTitle"/>
          </p:nvPr>
        </p:nvSpPr>
        <p:spPr>
          <a:xfrm>
            <a:off x="2039836" y="2448325"/>
            <a:ext cx="2907600" cy="101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964" name="Google Shape;1964;p57"/>
          <p:cNvSpPr txBox="1"/>
          <p:nvPr>
            <p:ph type="title"/>
          </p:nvPr>
        </p:nvSpPr>
        <p:spPr>
          <a:xfrm>
            <a:off x="2039836" y="1829950"/>
            <a:ext cx="29076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PHONE APP</a:t>
            </a:r>
            <a:endParaRPr/>
          </a:p>
        </p:txBody>
      </p:sp>
      <p:grpSp>
        <p:nvGrpSpPr>
          <p:cNvPr id="1965" name="Google Shape;1965;p57"/>
          <p:cNvGrpSpPr/>
          <p:nvPr/>
        </p:nvGrpSpPr>
        <p:grpSpPr>
          <a:xfrm>
            <a:off x="5196643" y="1137479"/>
            <a:ext cx="1450321" cy="3050799"/>
            <a:chOff x="5196643" y="1137479"/>
            <a:chExt cx="1450321" cy="3050799"/>
          </a:xfrm>
        </p:grpSpPr>
        <p:sp>
          <p:nvSpPr>
            <p:cNvPr id="1966" name="Google Shape;1966;p57"/>
            <p:cNvSpPr/>
            <p:nvPr/>
          </p:nvSpPr>
          <p:spPr>
            <a:xfrm>
              <a:off x="5196643" y="1137479"/>
              <a:ext cx="1450321" cy="3050799"/>
            </a:xfrm>
            <a:custGeom>
              <a:rect b="b" l="l" r="r" t="t"/>
              <a:pathLst>
                <a:path extrusionOk="0" h="68632" w="32627">
                  <a:moveTo>
                    <a:pt x="5626" y="1"/>
                  </a:moveTo>
                  <a:lnTo>
                    <a:pt x="27002" y="1"/>
                  </a:lnTo>
                  <a:cubicBezTo>
                    <a:pt x="30108" y="1"/>
                    <a:pt x="32626" y="2520"/>
                    <a:pt x="32626" y="5627"/>
                  </a:cubicBezTo>
                  <a:lnTo>
                    <a:pt x="32626" y="63005"/>
                  </a:lnTo>
                  <a:cubicBezTo>
                    <a:pt x="32626" y="66112"/>
                    <a:pt x="30108" y="68631"/>
                    <a:pt x="27002" y="68631"/>
                  </a:cubicBezTo>
                  <a:lnTo>
                    <a:pt x="5626" y="68631"/>
                  </a:lnTo>
                  <a:cubicBezTo>
                    <a:pt x="2517" y="68631"/>
                    <a:pt x="0" y="66112"/>
                    <a:pt x="0" y="63005"/>
                  </a:cubicBezTo>
                  <a:lnTo>
                    <a:pt x="0" y="5627"/>
                  </a:lnTo>
                  <a:cubicBezTo>
                    <a:pt x="0" y="2520"/>
                    <a:pt x="2517" y="1"/>
                    <a:pt x="562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7"/>
            <p:cNvSpPr/>
            <p:nvPr/>
          </p:nvSpPr>
          <p:spPr>
            <a:xfrm>
              <a:off x="5737365" y="1335067"/>
              <a:ext cx="57209" cy="57209"/>
            </a:xfrm>
            <a:custGeom>
              <a:rect b="b" l="l" r="r" t="t"/>
              <a:pathLst>
                <a:path extrusionOk="0" h="1287" w="1287">
                  <a:moveTo>
                    <a:pt x="620" y="0"/>
                  </a:moveTo>
                  <a:cubicBezTo>
                    <a:pt x="869" y="0"/>
                    <a:pt x="1095" y="151"/>
                    <a:pt x="1191" y="382"/>
                  </a:cubicBezTo>
                  <a:cubicBezTo>
                    <a:pt x="1287" y="614"/>
                    <a:pt x="1234" y="880"/>
                    <a:pt x="1057" y="1057"/>
                  </a:cubicBezTo>
                  <a:cubicBezTo>
                    <a:pt x="880" y="1234"/>
                    <a:pt x="614" y="1286"/>
                    <a:pt x="383" y="1190"/>
                  </a:cubicBezTo>
                  <a:cubicBezTo>
                    <a:pt x="151" y="1095"/>
                    <a:pt x="1" y="870"/>
                    <a:pt x="1" y="619"/>
                  </a:cubicBezTo>
                  <a:cubicBezTo>
                    <a:pt x="1" y="278"/>
                    <a:pt x="278" y="0"/>
                    <a:pt x="620"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7"/>
            <p:cNvSpPr/>
            <p:nvPr/>
          </p:nvSpPr>
          <p:spPr>
            <a:xfrm>
              <a:off x="5850316" y="1335067"/>
              <a:ext cx="329297" cy="55075"/>
            </a:xfrm>
            <a:custGeom>
              <a:rect b="b" l="l" r="r" t="t"/>
              <a:pathLst>
                <a:path extrusionOk="0" h="1239" w="7408">
                  <a:moveTo>
                    <a:pt x="611" y="0"/>
                  </a:moveTo>
                  <a:lnTo>
                    <a:pt x="6797" y="0"/>
                  </a:lnTo>
                  <a:cubicBezTo>
                    <a:pt x="7136" y="6"/>
                    <a:pt x="7407" y="281"/>
                    <a:pt x="7407" y="619"/>
                  </a:cubicBezTo>
                  <a:cubicBezTo>
                    <a:pt x="7407" y="958"/>
                    <a:pt x="7136" y="1233"/>
                    <a:pt x="6797" y="1238"/>
                  </a:cubicBezTo>
                  <a:lnTo>
                    <a:pt x="611" y="1238"/>
                  </a:lnTo>
                  <a:cubicBezTo>
                    <a:pt x="272" y="1233"/>
                    <a:pt x="0" y="958"/>
                    <a:pt x="0" y="619"/>
                  </a:cubicBezTo>
                  <a:cubicBezTo>
                    <a:pt x="0" y="281"/>
                    <a:pt x="272" y="6"/>
                    <a:pt x="611"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7"/>
            <p:cNvSpPr/>
            <p:nvPr/>
          </p:nvSpPr>
          <p:spPr>
            <a:xfrm>
              <a:off x="5807717" y="3848491"/>
              <a:ext cx="228086" cy="228086"/>
            </a:xfrm>
            <a:custGeom>
              <a:rect b="b" l="l" r="r" t="t"/>
              <a:pathLst>
                <a:path extrusionOk="0" h="5131" w="5131">
                  <a:moveTo>
                    <a:pt x="2566" y="0"/>
                  </a:moveTo>
                  <a:cubicBezTo>
                    <a:pt x="3983" y="0"/>
                    <a:pt x="5131" y="1148"/>
                    <a:pt x="5131" y="2565"/>
                  </a:cubicBezTo>
                  <a:cubicBezTo>
                    <a:pt x="5131" y="3982"/>
                    <a:pt x="3983" y="5131"/>
                    <a:pt x="2566" y="5131"/>
                  </a:cubicBezTo>
                  <a:cubicBezTo>
                    <a:pt x="1149" y="5131"/>
                    <a:pt x="0" y="3982"/>
                    <a:pt x="0" y="2565"/>
                  </a:cubicBezTo>
                  <a:cubicBezTo>
                    <a:pt x="0" y="1149"/>
                    <a:pt x="1150" y="0"/>
                    <a:pt x="2566"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70" name="Google Shape;1970;p57"/>
          <p:cNvPicPr preferRelativeResize="0"/>
          <p:nvPr/>
        </p:nvPicPr>
        <p:blipFill rotWithShape="1">
          <a:blip r:embed="rId3">
            <a:alphaModFix/>
          </a:blip>
          <a:srcRect b="0" l="8743" r="61877" t="0"/>
          <a:stretch/>
        </p:blipFill>
        <p:spPr>
          <a:xfrm>
            <a:off x="5365425" y="1554075"/>
            <a:ext cx="1112774" cy="2130500"/>
          </a:xfrm>
          <a:prstGeom prst="rect">
            <a:avLst/>
          </a:prstGeom>
          <a:noFill/>
          <a:ln cap="flat" cmpd="sng" w="19050">
            <a:solidFill>
              <a:schemeClr val="dk2"/>
            </a:solidFill>
            <a:prstDash val="solid"/>
            <a:round/>
            <a:headEnd len="sm" w="sm" type="none"/>
            <a:tailEnd len="sm" w="sm" type="none"/>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4" name="Shape 1974"/>
        <p:cNvGrpSpPr/>
        <p:nvPr/>
      </p:nvGrpSpPr>
      <p:grpSpPr>
        <a:xfrm>
          <a:off x="0" y="0"/>
          <a:ext cx="0" cy="0"/>
          <a:chOff x="0" y="0"/>
          <a:chExt cx="0" cy="0"/>
        </a:xfrm>
      </p:grpSpPr>
      <p:sp>
        <p:nvSpPr>
          <p:cNvPr id="1975" name="Google Shape;1975;p58"/>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1976" name="Google Shape;1976;p58"/>
          <p:cNvSpPr txBox="1"/>
          <p:nvPr>
            <p:ph idx="1" type="subTitle"/>
          </p:nvPr>
        </p:nvSpPr>
        <p:spPr>
          <a:xfrm>
            <a:off x="1827613" y="3372025"/>
            <a:ext cx="22911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977" name="Google Shape;1977;p58"/>
          <p:cNvSpPr txBox="1"/>
          <p:nvPr>
            <p:ph idx="2" type="subTitle"/>
          </p:nvPr>
        </p:nvSpPr>
        <p:spPr>
          <a:xfrm>
            <a:off x="5025288" y="3372025"/>
            <a:ext cx="22911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978" name="Google Shape;1978;p58"/>
          <p:cNvSpPr txBox="1"/>
          <p:nvPr>
            <p:ph idx="3" type="subTitle"/>
          </p:nvPr>
        </p:nvSpPr>
        <p:spPr>
          <a:xfrm>
            <a:off x="1827613" y="3860350"/>
            <a:ext cx="22911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a:t>
            </a:r>
            <a:r>
              <a:rPr lang="en"/>
              <a:t>ou can talk a bit about this person here</a:t>
            </a:r>
            <a:endParaRPr/>
          </a:p>
        </p:txBody>
      </p:sp>
      <p:sp>
        <p:nvSpPr>
          <p:cNvPr id="1979" name="Google Shape;1979;p58"/>
          <p:cNvSpPr txBox="1"/>
          <p:nvPr>
            <p:ph idx="4" type="subTitle"/>
          </p:nvPr>
        </p:nvSpPr>
        <p:spPr>
          <a:xfrm>
            <a:off x="5025288" y="3860350"/>
            <a:ext cx="22911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a:t>
            </a:r>
            <a:r>
              <a:rPr lang="en"/>
              <a:t>ou can talk a bit about this person here</a:t>
            </a:r>
            <a:endParaRPr/>
          </a:p>
        </p:txBody>
      </p:sp>
      <p:pic>
        <p:nvPicPr>
          <p:cNvPr id="1980" name="Google Shape;1980;p58"/>
          <p:cNvPicPr preferRelativeResize="0"/>
          <p:nvPr/>
        </p:nvPicPr>
        <p:blipFill rotWithShape="1">
          <a:blip r:embed="rId3">
            <a:alphaModFix/>
          </a:blip>
          <a:srcRect b="13081" l="32155" r="11392" t="0"/>
          <a:stretch/>
        </p:blipFill>
        <p:spPr>
          <a:xfrm>
            <a:off x="2175925" y="1664050"/>
            <a:ext cx="1594500" cy="1638600"/>
          </a:xfrm>
          <a:prstGeom prst="ellipse">
            <a:avLst/>
          </a:prstGeom>
          <a:noFill/>
          <a:ln>
            <a:noFill/>
          </a:ln>
        </p:spPr>
      </p:pic>
      <p:pic>
        <p:nvPicPr>
          <p:cNvPr id="1981" name="Google Shape;1981;p58"/>
          <p:cNvPicPr preferRelativeResize="0"/>
          <p:nvPr/>
        </p:nvPicPr>
        <p:blipFill rotWithShape="1">
          <a:blip r:embed="rId4">
            <a:alphaModFix/>
          </a:blip>
          <a:srcRect b="35166" l="27376" r="27381" t="0"/>
          <a:stretch/>
        </p:blipFill>
        <p:spPr>
          <a:xfrm>
            <a:off x="5354850" y="1664050"/>
            <a:ext cx="1632000" cy="1638600"/>
          </a:xfrm>
          <a:prstGeom prst="ellipse">
            <a:avLst/>
          </a:prstGeom>
          <a:noFill/>
          <a:ln>
            <a:noFill/>
          </a:ln>
        </p:spPr>
      </p:pic>
      <p:grpSp>
        <p:nvGrpSpPr>
          <p:cNvPr id="1982" name="Google Shape;1982;p58"/>
          <p:cNvGrpSpPr/>
          <p:nvPr/>
        </p:nvGrpSpPr>
        <p:grpSpPr>
          <a:xfrm rot="1966386">
            <a:off x="86612" y="1934733"/>
            <a:ext cx="978526" cy="839979"/>
            <a:chOff x="3856138" y="919713"/>
            <a:chExt cx="978550" cy="840000"/>
          </a:xfrm>
        </p:grpSpPr>
        <p:sp>
          <p:nvSpPr>
            <p:cNvPr id="1983" name="Google Shape;1983;p58"/>
            <p:cNvSpPr/>
            <p:nvPr/>
          </p:nvSpPr>
          <p:spPr>
            <a:xfrm>
              <a:off x="4000663" y="1741913"/>
              <a:ext cx="425" cy="325"/>
            </a:xfrm>
            <a:custGeom>
              <a:rect b="b" l="l" r="r" t="t"/>
              <a:pathLst>
                <a:path extrusionOk="0" h="13" w="17">
                  <a:moveTo>
                    <a:pt x="8" y="1"/>
                  </a:moveTo>
                  <a:cubicBezTo>
                    <a:pt x="7" y="1"/>
                    <a:pt x="6" y="1"/>
                    <a:pt x="5" y="2"/>
                  </a:cubicBezTo>
                  <a:cubicBezTo>
                    <a:pt x="1" y="6"/>
                    <a:pt x="4" y="12"/>
                    <a:pt x="8" y="12"/>
                  </a:cubicBezTo>
                  <a:cubicBezTo>
                    <a:pt x="9" y="12"/>
                    <a:pt x="10" y="12"/>
                    <a:pt x="11" y="11"/>
                  </a:cubicBezTo>
                  <a:cubicBezTo>
                    <a:pt x="16" y="7"/>
                    <a:pt x="12" y="1"/>
                    <a:pt x="8" y="1"/>
                  </a:cubicBezTo>
                  <a:close/>
                </a:path>
              </a:pathLst>
            </a:custGeom>
            <a:solidFill>
              <a:srgbClr val="FFFFFF"/>
            </a:solidFill>
            <a:ln cap="flat" cmpd="sng" w="19050">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8"/>
            <p:cNvSpPr/>
            <p:nvPr/>
          </p:nvSpPr>
          <p:spPr>
            <a:xfrm>
              <a:off x="3856138" y="919713"/>
              <a:ext cx="978550" cy="840000"/>
            </a:xfrm>
            <a:custGeom>
              <a:rect b="b" l="l" r="r" t="t"/>
              <a:pathLst>
                <a:path extrusionOk="0" h="33600" w="39142">
                  <a:moveTo>
                    <a:pt x="20051" y="6941"/>
                  </a:moveTo>
                  <a:cubicBezTo>
                    <a:pt x="22119" y="6941"/>
                    <a:pt x="24355" y="7533"/>
                    <a:pt x="26638" y="9116"/>
                  </a:cubicBezTo>
                  <a:cubicBezTo>
                    <a:pt x="26638" y="9116"/>
                    <a:pt x="35326" y="14955"/>
                    <a:pt x="30366" y="24849"/>
                  </a:cubicBezTo>
                  <a:cubicBezTo>
                    <a:pt x="30237" y="25108"/>
                    <a:pt x="29968" y="25249"/>
                    <a:pt x="29675" y="25249"/>
                  </a:cubicBezTo>
                  <a:cubicBezTo>
                    <a:pt x="29495" y="25249"/>
                    <a:pt x="29305" y="25196"/>
                    <a:pt x="29133" y="25084"/>
                  </a:cubicBezTo>
                  <a:lnTo>
                    <a:pt x="10180" y="12745"/>
                  </a:lnTo>
                  <a:cubicBezTo>
                    <a:pt x="9694" y="12428"/>
                    <a:pt x="9585" y="11803"/>
                    <a:pt x="9953" y="11459"/>
                  </a:cubicBezTo>
                  <a:cubicBezTo>
                    <a:pt x="11466" y="10043"/>
                    <a:pt x="15318" y="6941"/>
                    <a:pt x="20051" y="6941"/>
                  </a:cubicBezTo>
                  <a:close/>
                  <a:moveTo>
                    <a:pt x="20499" y="1"/>
                  </a:moveTo>
                  <a:cubicBezTo>
                    <a:pt x="20254" y="1"/>
                    <a:pt x="20010" y="6"/>
                    <a:pt x="19766" y="16"/>
                  </a:cubicBezTo>
                  <a:cubicBezTo>
                    <a:pt x="19464" y="28"/>
                    <a:pt x="19164" y="48"/>
                    <a:pt x="18864" y="75"/>
                  </a:cubicBezTo>
                  <a:cubicBezTo>
                    <a:pt x="17779" y="175"/>
                    <a:pt x="16703" y="362"/>
                    <a:pt x="15649" y="635"/>
                  </a:cubicBezTo>
                  <a:cubicBezTo>
                    <a:pt x="15368" y="706"/>
                    <a:pt x="15090" y="783"/>
                    <a:pt x="14816" y="866"/>
                  </a:cubicBezTo>
                  <a:cubicBezTo>
                    <a:pt x="13868" y="1148"/>
                    <a:pt x="12939" y="1486"/>
                    <a:pt x="12034" y="1879"/>
                  </a:cubicBezTo>
                  <a:cubicBezTo>
                    <a:pt x="11723" y="2014"/>
                    <a:pt x="11415" y="2152"/>
                    <a:pt x="11112" y="2294"/>
                  </a:cubicBezTo>
                  <a:cubicBezTo>
                    <a:pt x="10165" y="2744"/>
                    <a:pt x="9255" y="3239"/>
                    <a:pt x="8393" y="3755"/>
                  </a:cubicBezTo>
                  <a:cubicBezTo>
                    <a:pt x="8116" y="3922"/>
                    <a:pt x="7841" y="4090"/>
                    <a:pt x="7574" y="4261"/>
                  </a:cubicBezTo>
                  <a:cubicBezTo>
                    <a:pt x="6658" y="4845"/>
                    <a:pt x="5800" y="5449"/>
                    <a:pt x="5011" y="6046"/>
                  </a:cubicBezTo>
                  <a:cubicBezTo>
                    <a:pt x="4765" y="6233"/>
                    <a:pt x="4524" y="6420"/>
                    <a:pt x="4291" y="6606"/>
                  </a:cubicBezTo>
                  <a:cubicBezTo>
                    <a:pt x="3308" y="7383"/>
                    <a:pt x="2449" y="8136"/>
                    <a:pt x="1734" y="8797"/>
                  </a:cubicBezTo>
                  <a:cubicBezTo>
                    <a:pt x="1550" y="8969"/>
                    <a:pt x="1375" y="9134"/>
                    <a:pt x="1211" y="9294"/>
                  </a:cubicBezTo>
                  <a:cubicBezTo>
                    <a:pt x="1016" y="9480"/>
                    <a:pt x="835" y="9656"/>
                    <a:pt x="671" y="9822"/>
                  </a:cubicBezTo>
                  <a:cubicBezTo>
                    <a:pt x="1" y="10486"/>
                    <a:pt x="76" y="11575"/>
                    <a:pt x="799" y="12149"/>
                  </a:cubicBezTo>
                  <a:cubicBezTo>
                    <a:pt x="837" y="12179"/>
                    <a:pt x="876" y="12208"/>
                    <a:pt x="918" y="12233"/>
                  </a:cubicBezTo>
                  <a:lnTo>
                    <a:pt x="33347" y="33347"/>
                  </a:lnTo>
                  <a:cubicBezTo>
                    <a:pt x="33546" y="33478"/>
                    <a:pt x="33774" y="33561"/>
                    <a:pt x="34012" y="33588"/>
                  </a:cubicBezTo>
                  <a:cubicBezTo>
                    <a:pt x="34074" y="33596"/>
                    <a:pt x="34135" y="33599"/>
                    <a:pt x="34196" y="33599"/>
                  </a:cubicBezTo>
                  <a:cubicBezTo>
                    <a:pt x="34774" y="33599"/>
                    <a:pt x="35312" y="33277"/>
                    <a:pt x="35583" y="32754"/>
                  </a:cubicBezTo>
                  <a:cubicBezTo>
                    <a:pt x="35880" y="32182"/>
                    <a:pt x="36154" y="31621"/>
                    <a:pt x="36408" y="31067"/>
                  </a:cubicBezTo>
                  <a:cubicBezTo>
                    <a:pt x="36550" y="30761"/>
                    <a:pt x="36684" y="30455"/>
                    <a:pt x="36812" y="30153"/>
                  </a:cubicBezTo>
                  <a:cubicBezTo>
                    <a:pt x="37607" y="28287"/>
                    <a:pt x="38167" y="26516"/>
                    <a:pt x="38530" y="24841"/>
                  </a:cubicBezTo>
                  <a:cubicBezTo>
                    <a:pt x="38592" y="24558"/>
                    <a:pt x="38648" y="24278"/>
                    <a:pt x="38699" y="24001"/>
                  </a:cubicBezTo>
                  <a:cubicBezTo>
                    <a:pt x="39045" y="22118"/>
                    <a:pt x="39141" y="20360"/>
                    <a:pt x="39054" y="18731"/>
                  </a:cubicBezTo>
                  <a:cubicBezTo>
                    <a:pt x="39039" y="18405"/>
                    <a:pt x="39013" y="18082"/>
                    <a:pt x="38982" y="17766"/>
                  </a:cubicBezTo>
                  <a:cubicBezTo>
                    <a:pt x="38847" y="16421"/>
                    <a:pt x="38577" y="15095"/>
                    <a:pt x="38176" y="13805"/>
                  </a:cubicBezTo>
                  <a:cubicBezTo>
                    <a:pt x="38079" y="13491"/>
                    <a:pt x="37974" y="13184"/>
                    <a:pt x="37864" y="12885"/>
                  </a:cubicBezTo>
                  <a:cubicBezTo>
                    <a:pt x="37375" y="11545"/>
                    <a:pt x="36746" y="10261"/>
                    <a:pt x="35988" y="9053"/>
                  </a:cubicBezTo>
                  <a:cubicBezTo>
                    <a:pt x="35863" y="8849"/>
                    <a:pt x="35736" y="8653"/>
                    <a:pt x="35608" y="8463"/>
                  </a:cubicBezTo>
                  <a:cubicBezTo>
                    <a:pt x="34791" y="7244"/>
                    <a:pt x="33852" y="6113"/>
                    <a:pt x="32807" y="5082"/>
                  </a:cubicBezTo>
                  <a:cubicBezTo>
                    <a:pt x="32576" y="4856"/>
                    <a:pt x="32357" y="4651"/>
                    <a:pt x="32156" y="4468"/>
                  </a:cubicBezTo>
                  <a:cubicBezTo>
                    <a:pt x="31348" y="3740"/>
                    <a:pt x="30805" y="3373"/>
                    <a:pt x="30805" y="3373"/>
                  </a:cubicBezTo>
                  <a:cubicBezTo>
                    <a:pt x="30094" y="2874"/>
                    <a:pt x="29352" y="2421"/>
                    <a:pt x="28582" y="2017"/>
                  </a:cubicBezTo>
                  <a:cubicBezTo>
                    <a:pt x="28352" y="1894"/>
                    <a:pt x="28121" y="1780"/>
                    <a:pt x="27888" y="1671"/>
                  </a:cubicBezTo>
                  <a:cubicBezTo>
                    <a:pt x="26700" y="1105"/>
                    <a:pt x="25450" y="678"/>
                    <a:pt x="24166" y="396"/>
                  </a:cubicBezTo>
                  <a:cubicBezTo>
                    <a:pt x="23818" y="318"/>
                    <a:pt x="23471" y="254"/>
                    <a:pt x="23126" y="200"/>
                  </a:cubicBezTo>
                  <a:cubicBezTo>
                    <a:pt x="22256" y="67"/>
                    <a:pt x="21377" y="1"/>
                    <a:pt x="2049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8"/>
            <p:cNvSpPr/>
            <p:nvPr/>
          </p:nvSpPr>
          <p:spPr>
            <a:xfrm>
              <a:off x="3886388" y="1139613"/>
              <a:ext cx="61725" cy="57275"/>
            </a:xfrm>
            <a:custGeom>
              <a:rect b="b" l="l" r="r" t="t"/>
              <a:pathLst>
                <a:path extrusionOk="0" h="2291" w="2469">
                  <a:moveTo>
                    <a:pt x="524" y="1"/>
                  </a:moveTo>
                  <a:cubicBezTo>
                    <a:pt x="340" y="174"/>
                    <a:pt x="165" y="338"/>
                    <a:pt x="1" y="498"/>
                  </a:cubicBezTo>
                  <a:cubicBezTo>
                    <a:pt x="177" y="741"/>
                    <a:pt x="369" y="974"/>
                    <a:pt x="572" y="1195"/>
                  </a:cubicBezTo>
                  <a:cubicBezTo>
                    <a:pt x="776" y="1419"/>
                    <a:pt x="983" y="1669"/>
                    <a:pt x="1217" y="1880"/>
                  </a:cubicBezTo>
                  <a:cubicBezTo>
                    <a:pt x="1410" y="2051"/>
                    <a:pt x="1619" y="2194"/>
                    <a:pt x="1859" y="2273"/>
                  </a:cubicBezTo>
                  <a:cubicBezTo>
                    <a:pt x="1898" y="2285"/>
                    <a:pt x="1936" y="2291"/>
                    <a:pt x="1974" y="2291"/>
                  </a:cubicBezTo>
                  <a:cubicBezTo>
                    <a:pt x="2247" y="2291"/>
                    <a:pt x="2468" y="1986"/>
                    <a:pt x="2332" y="1720"/>
                  </a:cubicBezTo>
                  <a:cubicBezTo>
                    <a:pt x="2241" y="1551"/>
                    <a:pt x="2123" y="1399"/>
                    <a:pt x="1983" y="1268"/>
                  </a:cubicBezTo>
                  <a:cubicBezTo>
                    <a:pt x="1722" y="1007"/>
                    <a:pt x="1399" y="793"/>
                    <a:pt x="1131" y="551"/>
                  </a:cubicBezTo>
                  <a:cubicBezTo>
                    <a:pt x="930" y="369"/>
                    <a:pt x="729" y="182"/>
                    <a:pt x="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8"/>
            <p:cNvSpPr/>
            <p:nvPr/>
          </p:nvSpPr>
          <p:spPr>
            <a:xfrm>
              <a:off x="3963363" y="1070863"/>
              <a:ext cx="51550" cy="58175"/>
            </a:xfrm>
            <a:custGeom>
              <a:rect b="b" l="l" r="r" t="t"/>
              <a:pathLst>
                <a:path extrusionOk="0" h="2327" w="2062">
                  <a:moveTo>
                    <a:pt x="722" y="0"/>
                  </a:moveTo>
                  <a:cubicBezTo>
                    <a:pt x="476" y="187"/>
                    <a:pt x="235" y="374"/>
                    <a:pt x="1" y="560"/>
                  </a:cubicBezTo>
                  <a:cubicBezTo>
                    <a:pt x="7" y="566"/>
                    <a:pt x="11" y="575"/>
                    <a:pt x="16" y="583"/>
                  </a:cubicBezTo>
                  <a:cubicBezTo>
                    <a:pt x="386" y="1133"/>
                    <a:pt x="748" y="1697"/>
                    <a:pt x="1200" y="2185"/>
                  </a:cubicBezTo>
                  <a:cubicBezTo>
                    <a:pt x="1230" y="2219"/>
                    <a:pt x="1265" y="2247"/>
                    <a:pt x="1306" y="2269"/>
                  </a:cubicBezTo>
                  <a:cubicBezTo>
                    <a:pt x="1374" y="2309"/>
                    <a:pt x="1449" y="2326"/>
                    <a:pt x="1523" y="2326"/>
                  </a:cubicBezTo>
                  <a:cubicBezTo>
                    <a:pt x="1794" y="2326"/>
                    <a:pt x="2062" y="2090"/>
                    <a:pt x="1997" y="1805"/>
                  </a:cubicBezTo>
                  <a:cubicBezTo>
                    <a:pt x="1988" y="1761"/>
                    <a:pt x="1971" y="1717"/>
                    <a:pt x="1947" y="1678"/>
                  </a:cubicBezTo>
                  <a:cubicBezTo>
                    <a:pt x="1617" y="1102"/>
                    <a:pt x="1193" y="583"/>
                    <a:pt x="776" y="67"/>
                  </a:cubicBezTo>
                  <a:cubicBezTo>
                    <a:pt x="758" y="44"/>
                    <a:pt x="742" y="23"/>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8"/>
            <p:cNvSpPr/>
            <p:nvPr/>
          </p:nvSpPr>
          <p:spPr>
            <a:xfrm>
              <a:off x="4045488" y="1013613"/>
              <a:ext cx="50225" cy="57525"/>
            </a:xfrm>
            <a:custGeom>
              <a:rect b="b" l="l" r="r" t="t"/>
              <a:pathLst>
                <a:path extrusionOk="0" h="2301" w="2009">
                  <a:moveTo>
                    <a:pt x="819" y="0"/>
                  </a:moveTo>
                  <a:cubicBezTo>
                    <a:pt x="542" y="168"/>
                    <a:pt x="267" y="335"/>
                    <a:pt x="0" y="507"/>
                  </a:cubicBezTo>
                  <a:cubicBezTo>
                    <a:pt x="62" y="595"/>
                    <a:pt x="121" y="681"/>
                    <a:pt x="180" y="770"/>
                  </a:cubicBezTo>
                  <a:cubicBezTo>
                    <a:pt x="528" y="1290"/>
                    <a:pt x="844" y="1893"/>
                    <a:pt x="1372" y="2243"/>
                  </a:cubicBezTo>
                  <a:cubicBezTo>
                    <a:pt x="1432" y="2283"/>
                    <a:pt x="1499" y="2301"/>
                    <a:pt x="1565" y="2301"/>
                  </a:cubicBezTo>
                  <a:cubicBezTo>
                    <a:pt x="1790" y="2301"/>
                    <a:pt x="2009" y="2098"/>
                    <a:pt x="1945" y="1851"/>
                  </a:cubicBezTo>
                  <a:cubicBezTo>
                    <a:pt x="1786" y="1240"/>
                    <a:pt x="1332" y="741"/>
                    <a:pt x="976" y="231"/>
                  </a:cubicBezTo>
                  <a:cubicBezTo>
                    <a:pt x="924" y="157"/>
                    <a:pt x="871" y="79"/>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8"/>
            <p:cNvSpPr/>
            <p:nvPr/>
          </p:nvSpPr>
          <p:spPr>
            <a:xfrm>
              <a:off x="4133938" y="966713"/>
              <a:ext cx="46850" cy="65050"/>
            </a:xfrm>
            <a:custGeom>
              <a:rect b="b" l="l" r="r" t="t"/>
              <a:pathLst>
                <a:path extrusionOk="0" h="2602" w="1874">
                  <a:moveTo>
                    <a:pt x="922" y="1"/>
                  </a:moveTo>
                  <a:cubicBezTo>
                    <a:pt x="610" y="134"/>
                    <a:pt x="302" y="272"/>
                    <a:pt x="0" y="416"/>
                  </a:cubicBezTo>
                  <a:cubicBezTo>
                    <a:pt x="362" y="1107"/>
                    <a:pt x="631" y="1906"/>
                    <a:pt x="1129" y="2471"/>
                  </a:cubicBezTo>
                  <a:cubicBezTo>
                    <a:pt x="1169" y="2517"/>
                    <a:pt x="1221" y="2553"/>
                    <a:pt x="1279" y="2575"/>
                  </a:cubicBezTo>
                  <a:cubicBezTo>
                    <a:pt x="1325" y="2593"/>
                    <a:pt x="1373" y="2602"/>
                    <a:pt x="1421" y="2602"/>
                  </a:cubicBezTo>
                  <a:cubicBezTo>
                    <a:pt x="1586" y="2602"/>
                    <a:pt x="1749" y="2500"/>
                    <a:pt x="1807" y="2336"/>
                  </a:cubicBezTo>
                  <a:cubicBezTo>
                    <a:pt x="1819" y="2302"/>
                    <a:pt x="1827" y="2264"/>
                    <a:pt x="1829" y="2226"/>
                  </a:cubicBezTo>
                  <a:cubicBezTo>
                    <a:pt x="1874" y="1440"/>
                    <a:pt x="1367" y="656"/>
                    <a:pt x="940" y="28"/>
                  </a:cubicBezTo>
                  <a:cubicBezTo>
                    <a:pt x="934" y="19"/>
                    <a:pt x="928" y="10"/>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8"/>
            <p:cNvSpPr/>
            <p:nvPr/>
          </p:nvSpPr>
          <p:spPr>
            <a:xfrm>
              <a:off x="4226513" y="935563"/>
              <a:ext cx="44575" cy="66550"/>
            </a:xfrm>
            <a:custGeom>
              <a:rect b="b" l="l" r="r" t="t"/>
              <a:pathLst>
                <a:path extrusionOk="0" h="2662" w="1783">
                  <a:moveTo>
                    <a:pt x="834" y="1"/>
                  </a:moveTo>
                  <a:cubicBezTo>
                    <a:pt x="553" y="72"/>
                    <a:pt x="275" y="149"/>
                    <a:pt x="1" y="233"/>
                  </a:cubicBezTo>
                  <a:cubicBezTo>
                    <a:pt x="48" y="387"/>
                    <a:pt x="100" y="532"/>
                    <a:pt x="143" y="658"/>
                  </a:cubicBezTo>
                  <a:cubicBezTo>
                    <a:pt x="361" y="1309"/>
                    <a:pt x="628" y="1894"/>
                    <a:pt x="1031" y="2445"/>
                  </a:cubicBezTo>
                  <a:cubicBezTo>
                    <a:pt x="1043" y="2466"/>
                    <a:pt x="1058" y="2484"/>
                    <a:pt x="1072" y="2504"/>
                  </a:cubicBezTo>
                  <a:cubicBezTo>
                    <a:pt x="1156" y="2615"/>
                    <a:pt x="1256" y="2662"/>
                    <a:pt x="1354" y="2662"/>
                  </a:cubicBezTo>
                  <a:cubicBezTo>
                    <a:pt x="1559" y="2662"/>
                    <a:pt x="1755" y="2460"/>
                    <a:pt x="1776" y="2230"/>
                  </a:cubicBezTo>
                  <a:cubicBezTo>
                    <a:pt x="1783" y="2166"/>
                    <a:pt x="1775" y="2102"/>
                    <a:pt x="1754" y="2042"/>
                  </a:cubicBezTo>
                  <a:cubicBezTo>
                    <a:pt x="1520" y="1395"/>
                    <a:pt x="1203" y="797"/>
                    <a:pt x="912" y="174"/>
                  </a:cubicBezTo>
                  <a:cubicBezTo>
                    <a:pt x="886" y="120"/>
                    <a:pt x="861" y="63"/>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8"/>
            <p:cNvSpPr/>
            <p:nvPr/>
          </p:nvSpPr>
          <p:spPr>
            <a:xfrm>
              <a:off x="4327763" y="920113"/>
              <a:ext cx="34325" cy="79550"/>
            </a:xfrm>
            <a:custGeom>
              <a:rect b="b" l="l" r="r" t="t"/>
              <a:pathLst>
                <a:path extrusionOk="0" h="3182" w="1373">
                  <a:moveTo>
                    <a:pt x="901" y="0"/>
                  </a:moveTo>
                  <a:cubicBezTo>
                    <a:pt x="599" y="12"/>
                    <a:pt x="299" y="32"/>
                    <a:pt x="0" y="59"/>
                  </a:cubicBezTo>
                  <a:cubicBezTo>
                    <a:pt x="29" y="846"/>
                    <a:pt x="139" y="1648"/>
                    <a:pt x="349" y="2393"/>
                  </a:cubicBezTo>
                  <a:cubicBezTo>
                    <a:pt x="391" y="2548"/>
                    <a:pt x="438" y="2698"/>
                    <a:pt x="489" y="2847"/>
                  </a:cubicBezTo>
                  <a:cubicBezTo>
                    <a:pt x="563" y="3061"/>
                    <a:pt x="781" y="3182"/>
                    <a:pt x="982" y="3182"/>
                  </a:cubicBezTo>
                  <a:cubicBezTo>
                    <a:pt x="1186" y="3182"/>
                    <a:pt x="1372" y="3056"/>
                    <a:pt x="1368" y="2776"/>
                  </a:cubicBezTo>
                  <a:cubicBezTo>
                    <a:pt x="1367" y="2636"/>
                    <a:pt x="1361" y="2494"/>
                    <a:pt x="1352" y="2352"/>
                  </a:cubicBezTo>
                  <a:cubicBezTo>
                    <a:pt x="1301" y="1563"/>
                    <a:pt x="1139" y="762"/>
                    <a:pt x="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8"/>
            <p:cNvSpPr/>
            <p:nvPr/>
          </p:nvSpPr>
          <p:spPr>
            <a:xfrm>
              <a:off x="4426263" y="924713"/>
              <a:ext cx="34050" cy="75550"/>
            </a:xfrm>
            <a:custGeom>
              <a:rect b="b" l="l" r="r" t="t"/>
              <a:pathLst>
                <a:path extrusionOk="0" h="3022" w="1362">
                  <a:moveTo>
                    <a:pt x="321" y="0"/>
                  </a:moveTo>
                  <a:cubicBezTo>
                    <a:pt x="287" y="187"/>
                    <a:pt x="259" y="377"/>
                    <a:pt x="224" y="563"/>
                  </a:cubicBezTo>
                  <a:cubicBezTo>
                    <a:pt x="118" y="1160"/>
                    <a:pt x="1" y="1771"/>
                    <a:pt x="10" y="2381"/>
                  </a:cubicBezTo>
                  <a:cubicBezTo>
                    <a:pt x="10" y="2456"/>
                    <a:pt x="13" y="2533"/>
                    <a:pt x="17" y="2610"/>
                  </a:cubicBezTo>
                  <a:cubicBezTo>
                    <a:pt x="32" y="2831"/>
                    <a:pt x="244" y="3022"/>
                    <a:pt x="446" y="3022"/>
                  </a:cubicBezTo>
                  <a:cubicBezTo>
                    <a:pt x="553" y="3022"/>
                    <a:pt x="657" y="2969"/>
                    <a:pt x="728" y="2839"/>
                  </a:cubicBezTo>
                  <a:cubicBezTo>
                    <a:pt x="781" y="2744"/>
                    <a:pt x="827" y="2646"/>
                    <a:pt x="871" y="2550"/>
                  </a:cubicBezTo>
                  <a:cubicBezTo>
                    <a:pt x="1114" y="2001"/>
                    <a:pt x="1226" y="1409"/>
                    <a:pt x="1300" y="810"/>
                  </a:cubicBezTo>
                  <a:cubicBezTo>
                    <a:pt x="1324" y="607"/>
                    <a:pt x="1349" y="401"/>
                    <a:pt x="1361" y="196"/>
                  </a:cubicBezTo>
                  <a:cubicBezTo>
                    <a:pt x="1015" y="118"/>
                    <a:pt x="666" y="54"/>
                    <a:pt x="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8"/>
            <p:cNvSpPr/>
            <p:nvPr/>
          </p:nvSpPr>
          <p:spPr>
            <a:xfrm>
              <a:off x="4524263" y="961438"/>
              <a:ext cx="46450" cy="80475"/>
            </a:xfrm>
            <a:custGeom>
              <a:rect b="b" l="l" r="r" t="t"/>
              <a:pathLst>
                <a:path extrusionOk="0" h="3219" w="1858">
                  <a:moveTo>
                    <a:pt x="1163" y="1"/>
                  </a:moveTo>
                  <a:cubicBezTo>
                    <a:pt x="770" y="690"/>
                    <a:pt x="408" y="1404"/>
                    <a:pt x="187" y="2158"/>
                  </a:cubicBezTo>
                  <a:cubicBezTo>
                    <a:pt x="134" y="2333"/>
                    <a:pt x="91" y="2511"/>
                    <a:pt x="55" y="2691"/>
                  </a:cubicBezTo>
                  <a:cubicBezTo>
                    <a:pt x="0" y="2967"/>
                    <a:pt x="235" y="3218"/>
                    <a:pt x="469" y="3218"/>
                  </a:cubicBezTo>
                  <a:cubicBezTo>
                    <a:pt x="579" y="3218"/>
                    <a:pt x="688" y="3163"/>
                    <a:pt x="767" y="3030"/>
                  </a:cubicBezTo>
                  <a:cubicBezTo>
                    <a:pt x="859" y="2875"/>
                    <a:pt x="943" y="2716"/>
                    <a:pt x="1023" y="2556"/>
                  </a:cubicBezTo>
                  <a:cubicBezTo>
                    <a:pt x="1375" y="1852"/>
                    <a:pt x="1622" y="1100"/>
                    <a:pt x="1857" y="346"/>
                  </a:cubicBezTo>
                  <a:cubicBezTo>
                    <a:pt x="1627" y="225"/>
                    <a:pt x="1396" y="109"/>
                    <a:pt x="11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8"/>
            <p:cNvSpPr/>
            <p:nvPr/>
          </p:nvSpPr>
          <p:spPr>
            <a:xfrm>
              <a:off x="4614513" y="1031413"/>
              <a:ext cx="61800" cy="72625"/>
            </a:xfrm>
            <a:custGeom>
              <a:rect b="b" l="l" r="r" t="t"/>
              <a:pathLst>
                <a:path extrusionOk="0" h="2905" w="2472">
                  <a:moveTo>
                    <a:pt x="1821" y="0"/>
                  </a:moveTo>
                  <a:cubicBezTo>
                    <a:pt x="1690" y="148"/>
                    <a:pt x="1563" y="302"/>
                    <a:pt x="1435" y="453"/>
                  </a:cubicBezTo>
                  <a:cubicBezTo>
                    <a:pt x="1090" y="859"/>
                    <a:pt x="765" y="1261"/>
                    <a:pt x="479" y="1699"/>
                  </a:cubicBezTo>
                  <a:cubicBezTo>
                    <a:pt x="364" y="1872"/>
                    <a:pt x="257" y="2053"/>
                    <a:pt x="156" y="2242"/>
                  </a:cubicBezTo>
                  <a:cubicBezTo>
                    <a:pt x="1" y="2531"/>
                    <a:pt x="244" y="2905"/>
                    <a:pt x="520" y="2905"/>
                  </a:cubicBezTo>
                  <a:cubicBezTo>
                    <a:pt x="607" y="2905"/>
                    <a:pt x="697" y="2868"/>
                    <a:pt x="779" y="2779"/>
                  </a:cubicBezTo>
                  <a:cubicBezTo>
                    <a:pt x="927" y="2621"/>
                    <a:pt x="1067" y="2456"/>
                    <a:pt x="1203" y="2289"/>
                  </a:cubicBezTo>
                  <a:cubicBezTo>
                    <a:pt x="1494" y="1936"/>
                    <a:pt x="1763" y="1569"/>
                    <a:pt x="2034" y="1194"/>
                  </a:cubicBezTo>
                  <a:cubicBezTo>
                    <a:pt x="2174" y="1000"/>
                    <a:pt x="2327" y="809"/>
                    <a:pt x="2472" y="614"/>
                  </a:cubicBezTo>
                  <a:cubicBezTo>
                    <a:pt x="2242" y="388"/>
                    <a:pt x="2024" y="183"/>
                    <a:pt x="1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8"/>
            <p:cNvSpPr/>
            <p:nvPr/>
          </p:nvSpPr>
          <p:spPr>
            <a:xfrm>
              <a:off x="4683188" y="1131238"/>
              <a:ext cx="72675" cy="60025"/>
            </a:xfrm>
            <a:custGeom>
              <a:rect b="b" l="l" r="r" t="t"/>
              <a:pathLst>
                <a:path extrusionOk="0" h="2401" w="2907">
                  <a:moveTo>
                    <a:pt x="2525" y="1"/>
                  </a:moveTo>
                  <a:cubicBezTo>
                    <a:pt x="2004" y="293"/>
                    <a:pt x="1493" y="615"/>
                    <a:pt x="1034" y="989"/>
                  </a:cubicBezTo>
                  <a:cubicBezTo>
                    <a:pt x="735" y="1229"/>
                    <a:pt x="459" y="1496"/>
                    <a:pt x="210" y="1787"/>
                  </a:cubicBezTo>
                  <a:cubicBezTo>
                    <a:pt x="0" y="2035"/>
                    <a:pt x="270" y="2401"/>
                    <a:pt x="551" y="2401"/>
                  </a:cubicBezTo>
                  <a:cubicBezTo>
                    <a:pt x="607" y="2401"/>
                    <a:pt x="663" y="2387"/>
                    <a:pt x="716" y="2354"/>
                  </a:cubicBezTo>
                  <a:cubicBezTo>
                    <a:pt x="1018" y="2167"/>
                    <a:pt x="1306" y="1963"/>
                    <a:pt x="1582" y="1742"/>
                  </a:cubicBezTo>
                  <a:cubicBezTo>
                    <a:pt x="2040" y="1381"/>
                    <a:pt x="2472" y="984"/>
                    <a:pt x="2906" y="590"/>
                  </a:cubicBezTo>
                  <a:cubicBezTo>
                    <a:pt x="2780" y="388"/>
                    <a:pt x="2653" y="191"/>
                    <a:pt x="2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8"/>
            <p:cNvSpPr/>
            <p:nvPr/>
          </p:nvSpPr>
          <p:spPr>
            <a:xfrm>
              <a:off x="4728738" y="1241788"/>
              <a:ext cx="81800" cy="52050"/>
            </a:xfrm>
            <a:custGeom>
              <a:rect b="b" l="l" r="r" t="t"/>
              <a:pathLst>
                <a:path extrusionOk="0" h="2082" w="3272">
                  <a:moveTo>
                    <a:pt x="2960" y="0"/>
                  </a:moveTo>
                  <a:cubicBezTo>
                    <a:pt x="2739" y="86"/>
                    <a:pt x="2525" y="182"/>
                    <a:pt x="2309" y="269"/>
                  </a:cubicBezTo>
                  <a:cubicBezTo>
                    <a:pt x="2006" y="394"/>
                    <a:pt x="1706" y="516"/>
                    <a:pt x="1410" y="648"/>
                  </a:cubicBezTo>
                  <a:cubicBezTo>
                    <a:pt x="1066" y="800"/>
                    <a:pt x="727" y="963"/>
                    <a:pt x="398" y="1156"/>
                  </a:cubicBezTo>
                  <a:cubicBezTo>
                    <a:pt x="1" y="1389"/>
                    <a:pt x="131" y="2081"/>
                    <a:pt x="561" y="2081"/>
                  </a:cubicBezTo>
                  <a:cubicBezTo>
                    <a:pt x="608" y="2081"/>
                    <a:pt x="658" y="2073"/>
                    <a:pt x="712" y="2055"/>
                  </a:cubicBezTo>
                  <a:cubicBezTo>
                    <a:pt x="1044" y="1945"/>
                    <a:pt x="1362" y="1818"/>
                    <a:pt x="1676" y="1678"/>
                  </a:cubicBezTo>
                  <a:cubicBezTo>
                    <a:pt x="1962" y="1551"/>
                    <a:pt x="2248" y="1414"/>
                    <a:pt x="2534" y="1272"/>
                  </a:cubicBezTo>
                  <a:cubicBezTo>
                    <a:pt x="2771" y="1156"/>
                    <a:pt x="3025" y="1044"/>
                    <a:pt x="3272" y="922"/>
                  </a:cubicBezTo>
                  <a:cubicBezTo>
                    <a:pt x="3174" y="608"/>
                    <a:pt x="3070" y="301"/>
                    <a:pt x="29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8"/>
            <p:cNvSpPr/>
            <p:nvPr/>
          </p:nvSpPr>
          <p:spPr>
            <a:xfrm>
              <a:off x="4726838" y="1363838"/>
              <a:ext cx="105625" cy="34800"/>
            </a:xfrm>
            <a:custGeom>
              <a:rect b="b" l="l" r="r" t="t"/>
              <a:pathLst>
                <a:path extrusionOk="0" h="1392" w="4225">
                  <a:moveTo>
                    <a:pt x="4152" y="1"/>
                  </a:moveTo>
                  <a:cubicBezTo>
                    <a:pt x="3746" y="26"/>
                    <a:pt x="3339" y="61"/>
                    <a:pt x="2929" y="94"/>
                  </a:cubicBezTo>
                  <a:cubicBezTo>
                    <a:pt x="2642" y="117"/>
                    <a:pt x="2318" y="120"/>
                    <a:pt x="1989" y="133"/>
                  </a:cubicBezTo>
                  <a:cubicBezTo>
                    <a:pt x="1387" y="157"/>
                    <a:pt x="764" y="216"/>
                    <a:pt x="305" y="503"/>
                  </a:cubicBezTo>
                  <a:cubicBezTo>
                    <a:pt x="0" y="696"/>
                    <a:pt x="26" y="1112"/>
                    <a:pt x="365" y="1251"/>
                  </a:cubicBezTo>
                  <a:cubicBezTo>
                    <a:pt x="618" y="1353"/>
                    <a:pt x="902" y="1392"/>
                    <a:pt x="1200" y="1392"/>
                  </a:cubicBezTo>
                  <a:cubicBezTo>
                    <a:pt x="1438" y="1392"/>
                    <a:pt x="1685" y="1367"/>
                    <a:pt x="1931" y="1331"/>
                  </a:cubicBezTo>
                  <a:cubicBezTo>
                    <a:pt x="2408" y="1262"/>
                    <a:pt x="2882" y="1147"/>
                    <a:pt x="3282" y="1084"/>
                  </a:cubicBezTo>
                  <a:cubicBezTo>
                    <a:pt x="3541" y="1041"/>
                    <a:pt x="3881" y="1016"/>
                    <a:pt x="4224" y="966"/>
                  </a:cubicBezTo>
                  <a:cubicBezTo>
                    <a:pt x="4209" y="640"/>
                    <a:pt x="4182" y="317"/>
                    <a:pt x="4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8"/>
            <p:cNvSpPr/>
            <p:nvPr/>
          </p:nvSpPr>
          <p:spPr>
            <a:xfrm>
              <a:off x="4726313" y="1516138"/>
              <a:ext cx="97325" cy="27125"/>
            </a:xfrm>
            <a:custGeom>
              <a:rect b="b" l="l" r="r" t="t"/>
              <a:pathLst>
                <a:path extrusionOk="0" h="1085" w="3893">
                  <a:moveTo>
                    <a:pt x="1546" y="0"/>
                  </a:moveTo>
                  <a:cubicBezTo>
                    <a:pt x="1180" y="0"/>
                    <a:pt x="813" y="31"/>
                    <a:pt x="456" y="135"/>
                  </a:cubicBezTo>
                  <a:cubicBezTo>
                    <a:pt x="80" y="243"/>
                    <a:pt x="0" y="805"/>
                    <a:pt x="416" y="930"/>
                  </a:cubicBezTo>
                  <a:cubicBezTo>
                    <a:pt x="745" y="1029"/>
                    <a:pt x="1080" y="1070"/>
                    <a:pt x="1418" y="1081"/>
                  </a:cubicBezTo>
                  <a:cubicBezTo>
                    <a:pt x="1489" y="1083"/>
                    <a:pt x="1561" y="1084"/>
                    <a:pt x="1632" y="1084"/>
                  </a:cubicBezTo>
                  <a:cubicBezTo>
                    <a:pt x="2047" y="1084"/>
                    <a:pt x="2464" y="1048"/>
                    <a:pt x="2877" y="1032"/>
                  </a:cubicBezTo>
                  <a:cubicBezTo>
                    <a:pt x="3159" y="1019"/>
                    <a:pt x="3441" y="1004"/>
                    <a:pt x="3723" y="984"/>
                  </a:cubicBezTo>
                  <a:cubicBezTo>
                    <a:pt x="3785" y="701"/>
                    <a:pt x="3841" y="421"/>
                    <a:pt x="3892" y="144"/>
                  </a:cubicBezTo>
                  <a:cubicBezTo>
                    <a:pt x="3521" y="111"/>
                    <a:pt x="3150" y="85"/>
                    <a:pt x="2778" y="64"/>
                  </a:cubicBezTo>
                  <a:cubicBezTo>
                    <a:pt x="2369" y="41"/>
                    <a:pt x="1957" y="2"/>
                    <a:pt x="15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8"/>
            <p:cNvSpPr/>
            <p:nvPr/>
          </p:nvSpPr>
          <p:spPr>
            <a:xfrm>
              <a:off x="4687213" y="1648238"/>
              <a:ext cx="89275" cy="48175"/>
            </a:xfrm>
            <a:custGeom>
              <a:rect b="b" l="l" r="r" t="t"/>
              <a:pathLst>
                <a:path extrusionOk="0" h="1927" w="3571">
                  <a:moveTo>
                    <a:pt x="624" y="1"/>
                  </a:moveTo>
                  <a:cubicBezTo>
                    <a:pt x="175" y="1"/>
                    <a:pt x="0" y="697"/>
                    <a:pt x="393" y="931"/>
                  </a:cubicBezTo>
                  <a:cubicBezTo>
                    <a:pt x="851" y="1202"/>
                    <a:pt x="1329" y="1379"/>
                    <a:pt x="1827" y="1534"/>
                  </a:cubicBezTo>
                  <a:cubicBezTo>
                    <a:pt x="2020" y="1593"/>
                    <a:pt x="2216" y="1650"/>
                    <a:pt x="2417" y="1708"/>
                  </a:cubicBezTo>
                  <a:cubicBezTo>
                    <a:pt x="2662" y="1779"/>
                    <a:pt x="2913" y="1854"/>
                    <a:pt x="3165" y="1926"/>
                  </a:cubicBezTo>
                  <a:cubicBezTo>
                    <a:pt x="3307" y="1620"/>
                    <a:pt x="3441" y="1314"/>
                    <a:pt x="3571" y="1012"/>
                  </a:cubicBezTo>
                  <a:cubicBezTo>
                    <a:pt x="3295" y="894"/>
                    <a:pt x="3015" y="783"/>
                    <a:pt x="2747" y="668"/>
                  </a:cubicBezTo>
                  <a:cubicBezTo>
                    <a:pt x="2540" y="581"/>
                    <a:pt x="2337" y="495"/>
                    <a:pt x="2131" y="413"/>
                  </a:cubicBezTo>
                  <a:cubicBezTo>
                    <a:pt x="1665" y="232"/>
                    <a:pt x="1201" y="81"/>
                    <a:pt x="691" y="6"/>
                  </a:cubicBezTo>
                  <a:cubicBezTo>
                    <a:pt x="668" y="3"/>
                    <a:pt x="646" y="1"/>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58"/>
          <p:cNvGrpSpPr/>
          <p:nvPr/>
        </p:nvGrpSpPr>
        <p:grpSpPr>
          <a:xfrm>
            <a:off x="8222963" y="3605850"/>
            <a:ext cx="868175" cy="737200"/>
            <a:chOff x="-4758675" y="2306100"/>
            <a:chExt cx="868175" cy="737200"/>
          </a:xfrm>
        </p:grpSpPr>
        <p:sp>
          <p:nvSpPr>
            <p:cNvPr id="2000" name="Google Shape;2000;p58"/>
            <p:cNvSpPr/>
            <p:nvPr/>
          </p:nvSpPr>
          <p:spPr>
            <a:xfrm>
              <a:off x="-4758675" y="2306100"/>
              <a:ext cx="868175" cy="737200"/>
            </a:xfrm>
            <a:custGeom>
              <a:rect b="b" l="l" r="r" t="t"/>
              <a:pathLst>
                <a:path extrusionOk="0" h="29488" w="34727">
                  <a:moveTo>
                    <a:pt x="10584" y="6407"/>
                  </a:moveTo>
                  <a:cubicBezTo>
                    <a:pt x="10624" y="6419"/>
                    <a:pt x="22215" y="10549"/>
                    <a:pt x="25638" y="13371"/>
                  </a:cubicBezTo>
                  <a:cubicBezTo>
                    <a:pt x="25638" y="13371"/>
                    <a:pt x="17346" y="17605"/>
                    <a:pt x="6389" y="22754"/>
                  </a:cubicBezTo>
                  <a:cubicBezTo>
                    <a:pt x="6389" y="22754"/>
                    <a:pt x="7752" y="13711"/>
                    <a:pt x="10584" y="6407"/>
                  </a:cubicBezTo>
                  <a:close/>
                  <a:moveTo>
                    <a:pt x="7570" y="0"/>
                  </a:moveTo>
                  <a:cubicBezTo>
                    <a:pt x="7131" y="1131"/>
                    <a:pt x="6713" y="2283"/>
                    <a:pt x="6316" y="3447"/>
                  </a:cubicBezTo>
                  <a:cubicBezTo>
                    <a:pt x="6276" y="3554"/>
                    <a:pt x="6241" y="3659"/>
                    <a:pt x="6205" y="3766"/>
                  </a:cubicBezTo>
                  <a:cubicBezTo>
                    <a:pt x="5869" y="4757"/>
                    <a:pt x="5546" y="5756"/>
                    <a:pt x="5238" y="6754"/>
                  </a:cubicBezTo>
                  <a:cubicBezTo>
                    <a:pt x="5196" y="6890"/>
                    <a:pt x="5155" y="7026"/>
                    <a:pt x="5112" y="7160"/>
                  </a:cubicBezTo>
                  <a:cubicBezTo>
                    <a:pt x="4810" y="8153"/>
                    <a:pt x="4521" y="9143"/>
                    <a:pt x="4246" y="10124"/>
                  </a:cubicBezTo>
                  <a:cubicBezTo>
                    <a:pt x="4210" y="10248"/>
                    <a:pt x="4176" y="10374"/>
                    <a:pt x="4140" y="10498"/>
                  </a:cubicBezTo>
                  <a:cubicBezTo>
                    <a:pt x="3913" y="11320"/>
                    <a:pt x="3693" y="12136"/>
                    <a:pt x="3483" y="12938"/>
                  </a:cubicBezTo>
                  <a:lnTo>
                    <a:pt x="3398" y="13271"/>
                  </a:lnTo>
                  <a:cubicBezTo>
                    <a:pt x="3121" y="14340"/>
                    <a:pt x="2862" y="15389"/>
                    <a:pt x="2621" y="16403"/>
                  </a:cubicBezTo>
                  <a:cubicBezTo>
                    <a:pt x="2585" y="16548"/>
                    <a:pt x="2551" y="16690"/>
                    <a:pt x="2519" y="16833"/>
                  </a:cubicBezTo>
                  <a:cubicBezTo>
                    <a:pt x="2296" y="17771"/>
                    <a:pt x="2091" y="18680"/>
                    <a:pt x="1899" y="19552"/>
                  </a:cubicBezTo>
                  <a:cubicBezTo>
                    <a:pt x="1875" y="19661"/>
                    <a:pt x="1851" y="19770"/>
                    <a:pt x="1827" y="19877"/>
                  </a:cubicBezTo>
                  <a:cubicBezTo>
                    <a:pt x="1645" y="20715"/>
                    <a:pt x="1476" y="21517"/>
                    <a:pt x="1323" y="22273"/>
                  </a:cubicBezTo>
                  <a:cubicBezTo>
                    <a:pt x="1299" y="22392"/>
                    <a:pt x="1273" y="22508"/>
                    <a:pt x="1251" y="22623"/>
                  </a:cubicBezTo>
                  <a:cubicBezTo>
                    <a:pt x="1051" y="23609"/>
                    <a:pt x="876" y="24513"/>
                    <a:pt x="724" y="25320"/>
                  </a:cubicBezTo>
                  <a:cubicBezTo>
                    <a:pt x="709" y="25408"/>
                    <a:pt x="692" y="25495"/>
                    <a:pt x="675" y="25580"/>
                  </a:cubicBezTo>
                  <a:cubicBezTo>
                    <a:pt x="225" y="28007"/>
                    <a:pt x="0" y="29487"/>
                    <a:pt x="0" y="29487"/>
                  </a:cubicBezTo>
                  <a:cubicBezTo>
                    <a:pt x="19768" y="20200"/>
                    <a:pt x="34727" y="12563"/>
                    <a:pt x="34727" y="12563"/>
                  </a:cubicBezTo>
                  <a:cubicBezTo>
                    <a:pt x="33797" y="11905"/>
                    <a:pt x="32752" y="11240"/>
                    <a:pt x="31632" y="10583"/>
                  </a:cubicBezTo>
                  <a:cubicBezTo>
                    <a:pt x="31501" y="10508"/>
                    <a:pt x="31370" y="10431"/>
                    <a:pt x="31238" y="10357"/>
                  </a:cubicBezTo>
                  <a:cubicBezTo>
                    <a:pt x="29829" y="9544"/>
                    <a:pt x="28306" y="8742"/>
                    <a:pt x="26734" y="7964"/>
                  </a:cubicBezTo>
                  <a:lnTo>
                    <a:pt x="26367" y="7784"/>
                  </a:lnTo>
                  <a:cubicBezTo>
                    <a:pt x="25138" y="7181"/>
                    <a:pt x="23884" y="6594"/>
                    <a:pt x="22635" y="6030"/>
                  </a:cubicBezTo>
                  <a:cubicBezTo>
                    <a:pt x="22513" y="5974"/>
                    <a:pt x="22390" y="5920"/>
                    <a:pt x="22268" y="5865"/>
                  </a:cubicBezTo>
                  <a:cubicBezTo>
                    <a:pt x="21087" y="5335"/>
                    <a:pt x="19913" y="4825"/>
                    <a:pt x="18774" y="4346"/>
                  </a:cubicBezTo>
                  <a:cubicBezTo>
                    <a:pt x="18647" y="4293"/>
                    <a:pt x="18519" y="4239"/>
                    <a:pt x="18393" y="4186"/>
                  </a:cubicBezTo>
                  <a:cubicBezTo>
                    <a:pt x="17234" y="3700"/>
                    <a:pt x="16114" y="3245"/>
                    <a:pt x="15064" y="2827"/>
                  </a:cubicBezTo>
                  <a:cubicBezTo>
                    <a:pt x="14952" y="2781"/>
                    <a:pt x="14836" y="2735"/>
                    <a:pt x="14726" y="2692"/>
                  </a:cubicBezTo>
                  <a:cubicBezTo>
                    <a:pt x="13113" y="2052"/>
                    <a:pt x="11674" y="1503"/>
                    <a:pt x="10516" y="1071"/>
                  </a:cubicBezTo>
                  <a:lnTo>
                    <a:pt x="10211" y="957"/>
                  </a:lnTo>
                  <a:cubicBezTo>
                    <a:pt x="8569" y="347"/>
                    <a:pt x="7570" y="0"/>
                    <a:pt x="7570"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8"/>
            <p:cNvSpPr/>
            <p:nvPr/>
          </p:nvSpPr>
          <p:spPr>
            <a:xfrm>
              <a:off x="-4741775" y="2939100"/>
              <a:ext cx="72100" cy="11700"/>
            </a:xfrm>
            <a:custGeom>
              <a:rect b="b" l="l" r="r" t="t"/>
              <a:pathLst>
                <a:path extrusionOk="0" h="468" w="2884">
                  <a:moveTo>
                    <a:pt x="48" y="0"/>
                  </a:moveTo>
                  <a:cubicBezTo>
                    <a:pt x="33" y="87"/>
                    <a:pt x="16" y="175"/>
                    <a:pt x="1" y="260"/>
                  </a:cubicBezTo>
                  <a:cubicBezTo>
                    <a:pt x="728" y="376"/>
                    <a:pt x="1465" y="467"/>
                    <a:pt x="2192" y="467"/>
                  </a:cubicBezTo>
                  <a:cubicBezTo>
                    <a:pt x="2382" y="467"/>
                    <a:pt x="2572" y="461"/>
                    <a:pt x="2761" y="447"/>
                  </a:cubicBezTo>
                  <a:cubicBezTo>
                    <a:pt x="2883" y="439"/>
                    <a:pt x="2866" y="258"/>
                    <a:pt x="2756" y="241"/>
                  </a:cubicBezTo>
                  <a:cubicBezTo>
                    <a:pt x="1862" y="104"/>
                    <a:pt x="952" y="65"/>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8"/>
            <p:cNvSpPr/>
            <p:nvPr/>
          </p:nvSpPr>
          <p:spPr>
            <a:xfrm>
              <a:off x="-4727400" y="2862925"/>
              <a:ext cx="37425" cy="14100"/>
            </a:xfrm>
            <a:custGeom>
              <a:rect b="b" l="l" r="r" t="t"/>
              <a:pathLst>
                <a:path extrusionOk="0" h="564" w="1497">
                  <a:moveTo>
                    <a:pt x="72" y="0"/>
                  </a:moveTo>
                  <a:cubicBezTo>
                    <a:pt x="48" y="119"/>
                    <a:pt x="22" y="235"/>
                    <a:pt x="0" y="350"/>
                  </a:cubicBezTo>
                  <a:cubicBezTo>
                    <a:pt x="427" y="416"/>
                    <a:pt x="850" y="505"/>
                    <a:pt x="1276" y="563"/>
                  </a:cubicBezTo>
                  <a:cubicBezTo>
                    <a:pt x="1283" y="563"/>
                    <a:pt x="1289" y="564"/>
                    <a:pt x="1295" y="564"/>
                  </a:cubicBezTo>
                  <a:cubicBezTo>
                    <a:pt x="1444" y="564"/>
                    <a:pt x="1496" y="326"/>
                    <a:pt x="1343" y="280"/>
                  </a:cubicBezTo>
                  <a:cubicBezTo>
                    <a:pt x="928" y="153"/>
                    <a:pt x="502" y="6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8"/>
            <p:cNvSpPr/>
            <p:nvPr/>
          </p:nvSpPr>
          <p:spPr>
            <a:xfrm>
              <a:off x="-4712950" y="2794900"/>
              <a:ext cx="46900" cy="14350"/>
            </a:xfrm>
            <a:custGeom>
              <a:rect b="b" l="l" r="r" t="t"/>
              <a:pathLst>
                <a:path extrusionOk="0" h="574" w="1876">
                  <a:moveTo>
                    <a:pt x="71" y="0"/>
                  </a:moveTo>
                  <a:cubicBezTo>
                    <a:pt x="48" y="109"/>
                    <a:pt x="24" y="220"/>
                    <a:pt x="0" y="325"/>
                  </a:cubicBezTo>
                  <a:cubicBezTo>
                    <a:pt x="552" y="418"/>
                    <a:pt x="1105" y="525"/>
                    <a:pt x="1662" y="573"/>
                  </a:cubicBezTo>
                  <a:cubicBezTo>
                    <a:pt x="1668" y="573"/>
                    <a:pt x="1674" y="574"/>
                    <a:pt x="1680" y="574"/>
                  </a:cubicBezTo>
                  <a:cubicBezTo>
                    <a:pt x="1868" y="574"/>
                    <a:pt x="1876" y="308"/>
                    <a:pt x="1694" y="267"/>
                  </a:cubicBezTo>
                  <a:cubicBezTo>
                    <a:pt x="1159" y="145"/>
                    <a:pt x="614" y="78"/>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8"/>
            <p:cNvSpPr/>
            <p:nvPr/>
          </p:nvSpPr>
          <p:spPr>
            <a:xfrm>
              <a:off x="-4695725" y="2716125"/>
              <a:ext cx="50050" cy="15425"/>
            </a:xfrm>
            <a:custGeom>
              <a:rect b="b" l="l" r="r" t="t"/>
              <a:pathLst>
                <a:path extrusionOk="0" h="617" w="2002">
                  <a:moveTo>
                    <a:pt x="103" y="1"/>
                  </a:moveTo>
                  <a:cubicBezTo>
                    <a:pt x="69" y="145"/>
                    <a:pt x="35" y="288"/>
                    <a:pt x="1" y="431"/>
                  </a:cubicBezTo>
                  <a:cubicBezTo>
                    <a:pt x="587" y="517"/>
                    <a:pt x="1180" y="570"/>
                    <a:pt x="1748" y="616"/>
                  </a:cubicBezTo>
                  <a:cubicBezTo>
                    <a:pt x="1754" y="616"/>
                    <a:pt x="1760" y="617"/>
                    <a:pt x="1766" y="617"/>
                  </a:cubicBezTo>
                  <a:cubicBezTo>
                    <a:pt x="1981" y="617"/>
                    <a:pt x="2002" y="300"/>
                    <a:pt x="1784" y="261"/>
                  </a:cubicBezTo>
                  <a:cubicBezTo>
                    <a:pt x="1242" y="165"/>
                    <a:pt x="674" y="69"/>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8"/>
            <p:cNvSpPr/>
            <p:nvPr/>
          </p:nvSpPr>
          <p:spPr>
            <a:xfrm>
              <a:off x="-4673750" y="2629550"/>
              <a:ext cx="50450" cy="22500"/>
            </a:xfrm>
            <a:custGeom>
              <a:rect b="b" l="l" r="r" t="t"/>
              <a:pathLst>
                <a:path extrusionOk="0" h="900" w="2018">
                  <a:moveTo>
                    <a:pt x="87" y="0"/>
                  </a:moveTo>
                  <a:lnTo>
                    <a:pt x="1" y="332"/>
                  </a:lnTo>
                  <a:lnTo>
                    <a:pt x="75" y="360"/>
                  </a:lnTo>
                  <a:cubicBezTo>
                    <a:pt x="657" y="580"/>
                    <a:pt x="1234" y="795"/>
                    <a:pt x="1851" y="897"/>
                  </a:cubicBezTo>
                  <a:cubicBezTo>
                    <a:pt x="1860" y="899"/>
                    <a:pt x="1868" y="900"/>
                    <a:pt x="1875" y="900"/>
                  </a:cubicBezTo>
                  <a:cubicBezTo>
                    <a:pt x="2000" y="900"/>
                    <a:pt x="2018" y="712"/>
                    <a:pt x="1906" y="660"/>
                  </a:cubicBezTo>
                  <a:cubicBezTo>
                    <a:pt x="1326" y="381"/>
                    <a:pt x="709" y="207"/>
                    <a:pt x="101" y="5"/>
                  </a:cubicBezTo>
                  <a:cubicBezTo>
                    <a:pt x="96" y="4"/>
                    <a:pt x="91" y="2"/>
                    <a:pt x="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8"/>
            <p:cNvSpPr/>
            <p:nvPr/>
          </p:nvSpPr>
          <p:spPr>
            <a:xfrm>
              <a:off x="-4655175" y="2559150"/>
              <a:ext cx="59325" cy="21675"/>
            </a:xfrm>
            <a:custGeom>
              <a:rect b="b" l="l" r="r" t="t"/>
              <a:pathLst>
                <a:path extrusionOk="0" h="867" w="2373">
                  <a:moveTo>
                    <a:pt x="106" y="0"/>
                  </a:moveTo>
                  <a:cubicBezTo>
                    <a:pt x="70" y="126"/>
                    <a:pt x="36" y="250"/>
                    <a:pt x="0" y="376"/>
                  </a:cubicBezTo>
                  <a:cubicBezTo>
                    <a:pt x="34" y="377"/>
                    <a:pt x="68" y="383"/>
                    <a:pt x="102" y="388"/>
                  </a:cubicBezTo>
                  <a:cubicBezTo>
                    <a:pt x="782" y="476"/>
                    <a:pt x="1433" y="677"/>
                    <a:pt x="2092" y="858"/>
                  </a:cubicBezTo>
                  <a:cubicBezTo>
                    <a:pt x="2111" y="864"/>
                    <a:pt x="2128" y="866"/>
                    <a:pt x="2145" y="866"/>
                  </a:cubicBezTo>
                  <a:cubicBezTo>
                    <a:pt x="2304" y="866"/>
                    <a:pt x="2372" y="640"/>
                    <a:pt x="2203" y="563"/>
                  </a:cubicBezTo>
                  <a:cubicBezTo>
                    <a:pt x="1596" y="282"/>
                    <a:pt x="853" y="78"/>
                    <a:pt x="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8"/>
            <p:cNvSpPr/>
            <p:nvPr/>
          </p:nvSpPr>
          <p:spPr>
            <a:xfrm>
              <a:off x="-4630825" y="2474925"/>
              <a:ext cx="53975" cy="23700"/>
            </a:xfrm>
            <a:custGeom>
              <a:rect b="b" l="l" r="r" t="t"/>
              <a:pathLst>
                <a:path extrusionOk="0" h="948" w="2159">
                  <a:moveTo>
                    <a:pt x="126" y="1"/>
                  </a:moveTo>
                  <a:cubicBezTo>
                    <a:pt x="82" y="135"/>
                    <a:pt x="43" y="271"/>
                    <a:pt x="0" y="407"/>
                  </a:cubicBezTo>
                  <a:cubicBezTo>
                    <a:pt x="622" y="609"/>
                    <a:pt x="1258" y="781"/>
                    <a:pt x="1861" y="941"/>
                  </a:cubicBezTo>
                  <a:cubicBezTo>
                    <a:pt x="1878" y="945"/>
                    <a:pt x="1894" y="947"/>
                    <a:pt x="1909" y="947"/>
                  </a:cubicBezTo>
                  <a:cubicBezTo>
                    <a:pt x="2077" y="947"/>
                    <a:pt x="2158" y="703"/>
                    <a:pt x="1975" y="635"/>
                  </a:cubicBezTo>
                  <a:cubicBezTo>
                    <a:pt x="1385" y="419"/>
                    <a:pt x="760" y="193"/>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8"/>
            <p:cNvSpPr/>
            <p:nvPr/>
          </p:nvSpPr>
          <p:spPr>
            <a:xfrm>
              <a:off x="-4603525" y="2392250"/>
              <a:ext cx="47225" cy="27925"/>
            </a:xfrm>
            <a:custGeom>
              <a:rect b="b" l="l" r="r" t="t"/>
              <a:pathLst>
                <a:path extrusionOk="0" h="1117" w="1889">
                  <a:moveTo>
                    <a:pt x="110" y="1"/>
                  </a:moveTo>
                  <a:cubicBezTo>
                    <a:pt x="72" y="106"/>
                    <a:pt x="35" y="213"/>
                    <a:pt x="1" y="319"/>
                  </a:cubicBezTo>
                  <a:cubicBezTo>
                    <a:pt x="55" y="349"/>
                    <a:pt x="108" y="378"/>
                    <a:pt x="160" y="407"/>
                  </a:cubicBezTo>
                  <a:cubicBezTo>
                    <a:pt x="628" y="665"/>
                    <a:pt x="1110" y="896"/>
                    <a:pt x="1603" y="1102"/>
                  </a:cubicBezTo>
                  <a:cubicBezTo>
                    <a:pt x="1627" y="1112"/>
                    <a:pt x="1650" y="1116"/>
                    <a:pt x="1670" y="1116"/>
                  </a:cubicBezTo>
                  <a:cubicBezTo>
                    <a:pt x="1826" y="1116"/>
                    <a:pt x="1888" y="869"/>
                    <a:pt x="1721" y="789"/>
                  </a:cubicBezTo>
                  <a:cubicBezTo>
                    <a:pt x="1224" y="552"/>
                    <a:pt x="726" y="315"/>
                    <a:pt x="237" y="67"/>
                  </a:cubicBezTo>
                  <a:cubicBezTo>
                    <a:pt x="194" y="45"/>
                    <a:pt x="152" y="23"/>
                    <a:pt x="1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8"/>
            <p:cNvSpPr/>
            <p:nvPr/>
          </p:nvSpPr>
          <p:spPr>
            <a:xfrm>
              <a:off x="-4509175" y="2329975"/>
              <a:ext cx="13425" cy="58575"/>
            </a:xfrm>
            <a:custGeom>
              <a:rect b="b" l="l" r="r" t="t"/>
              <a:pathLst>
                <a:path extrusionOk="0" h="2343" w="537">
                  <a:moveTo>
                    <a:pt x="232" y="1"/>
                  </a:moveTo>
                  <a:cubicBezTo>
                    <a:pt x="220" y="89"/>
                    <a:pt x="207" y="176"/>
                    <a:pt x="195" y="259"/>
                  </a:cubicBezTo>
                  <a:cubicBezTo>
                    <a:pt x="96" y="886"/>
                    <a:pt x="20" y="1511"/>
                    <a:pt x="3" y="2145"/>
                  </a:cubicBezTo>
                  <a:cubicBezTo>
                    <a:pt x="0" y="2272"/>
                    <a:pt x="99" y="2342"/>
                    <a:pt x="196" y="2342"/>
                  </a:cubicBezTo>
                  <a:cubicBezTo>
                    <a:pt x="277" y="2342"/>
                    <a:pt x="357" y="2292"/>
                    <a:pt x="370" y="2183"/>
                  </a:cubicBezTo>
                  <a:cubicBezTo>
                    <a:pt x="394" y="1987"/>
                    <a:pt x="448" y="969"/>
                    <a:pt x="536" y="116"/>
                  </a:cubicBezTo>
                  <a:lnTo>
                    <a:pt x="2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8"/>
            <p:cNvSpPr/>
            <p:nvPr/>
          </p:nvSpPr>
          <p:spPr>
            <a:xfrm>
              <a:off x="-4406025" y="2373350"/>
              <a:ext cx="23975" cy="47575"/>
            </a:xfrm>
            <a:custGeom>
              <a:rect b="b" l="l" r="r" t="t"/>
              <a:pathLst>
                <a:path extrusionOk="0" h="1903" w="959">
                  <a:moveTo>
                    <a:pt x="618" y="1"/>
                  </a:moveTo>
                  <a:cubicBezTo>
                    <a:pt x="615" y="11"/>
                    <a:pt x="610" y="21"/>
                    <a:pt x="606" y="31"/>
                  </a:cubicBezTo>
                  <a:cubicBezTo>
                    <a:pt x="372" y="578"/>
                    <a:pt x="80" y="1146"/>
                    <a:pt x="12" y="1743"/>
                  </a:cubicBezTo>
                  <a:cubicBezTo>
                    <a:pt x="0" y="1835"/>
                    <a:pt x="83" y="1902"/>
                    <a:pt x="163" y="1902"/>
                  </a:cubicBezTo>
                  <a:cubicBezTo>
                    <a:pt x="205" y="1902"/>
                    <a:pt x="246" y="1884"/>
                    <a:pt x="273" y="1841"/>
                  </a:cubicBezTo>
                  <a:cubicBezTo>
                    <a:pt x="579" y="1357"/>
                    <a:pt x="722" y="777"/>
                    <a:pt x="916" y="244"/>
                  </a:cubicBezTo>
                  <a:cubicBezTo>
                    <a:pt x="931" y="208"/>
                    <a:pt x="945" y="171"/>
                    <a:pt x="958" y="135"/>
                  </a:cubicBezTo>
                  <a:cubicBezTo>
                    <a:pt x="846" y="91"/>
                    <a:pt x="732" y="45"/>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8"/>
            <p:cNvSpPr/>
            <p:nvPr/>
          </p:nvSpPr>
          <p:spPr>
            <a:xfrm>
              <a:off x="-4313925" y="2410750"/>
              <a:ext cx="24650" cy="42875"/>
            </a:xfrm>
            <a:custGeom>
              <a:rect b="b" l="l" r="r" t="t"/>
              <a:pathLst>
                <a:path extrusionOk="0" h="1715" w="986">
                  <a:moveTo>
                    <a:pt x="607" y="0"/>
                  </a:moveTo>
                  <a:cubicBezTo>
                    <a:pt x="411" y="479"/>
                    <a:pt x="224" y="965"/>
                    <a:pt x="54" y="1453"/>
                  </a:cubicBezTo>
                  <a:cubicBezTo>
                    <a:pt x="1" y="1606"/>
                    <a:pt x="123" y="1714"/>
                    <a:pt x="246" y="1714"/>
                  </a:cubicBezTo>
                  <a:cubicBezTo>
                    <a:pt x="317" y="1714"/>
                    <a:pt x="388" y="1678"/>
                    <a:pt x="425" y="1592"/>
                  </a:cubicBezTo>
                  <a:cubicBezTo>
                    <a:pt x="625" y="1118"/>
                    <a:pt x="809" y="641"/>
                    <a:pt x="986" y="160"/>
                  </a:cubicBezTo>
                  <a:cubicBezTo>
                    <a:pt x="858" y="107"/>
                    <a:pt x="731" y="53"/>
                    <a:pt x="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8"/>
            <p:cNvSpPr/>
            <p:nvPr/>
          </p:nvSpPr>
          <p:spPr>
            <a:xfrm>
              <a:off x="-4215550" y="2452725"/>
              <a:ext cx="22800" cy="49975"/>
            </a:xfrm>
            <a:custGeom>
              <a:rect b="b" l="l" r="r" t="t"/>
              <a:pathLst>
                <a:path extrusionOk="0" h="1999" w="912">
                  <a:moveTo>
                    <a:pt x="543" y="0"/>
                  </a:moveTo>
                  <a:cubicBezTo>
                    <a:pt x="305" y="569"/>
                    <a:pt x="132" y="1166"/>
                    <a:pt x="23" y="1774"/>
                  </a:cubicBezTo>
                  <a:cubicBezTo>
                    <a:pt x="1" y="1911"/>
                    <a:pt x="127" y="1999"/>
                    <a:pt x="245" y="1999"/>
                  </a:cubicBezTo>
                  <a:cubicBezTo>
                    <a:pt x="323" y="1999"/>
                    <a:pt x="398" y="1959"/>
                    <a:pt x="422" y="1868"/>
                  </a:cubicBezTo>
                  <a:cubicBezTo>
                    <a:pt x="575" y="1292"/>
                    <a:pt x="735" y="726"/>
                    <a:pt x="912" y="165"/>
                  </a:cubicBezTo>
                  <a:cubicBezTo>
                    <a:pt x="789" y="109"/>
                    <a:pt x="665" y="55"/>
                    <a:pt x="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8"/>
            <p:cNvSpPr/>
            <p:nvPr/>
          </p:nvSpPr>
          <p:spPr>
            <a:xfrm>
              <a:off x="-4115250" y="2500675"/>
              <a:ext cx="24975" cy="54500"/>
            </a:xfrm>
            <a:custGeom>
              <a:rect b="b" l="l" r="r" t="t"/>
              <a:pathLst>
                <a:path extrusionOk="0" h="2180" w="999">
                  <a:moveTo>
                    <a:pt x="632" y="1"/>
                  </a:moveTo>
                  <a:cubicBezTo>
                    <a:pt x="596" y="93"/>
                    <a:pt x="562" y="186"/>
                    <a:pt x="528" y="276"/>
                  </a:cubicBezTo>
                  <a:cubicBezTo>
                    <a:pt x="316" y="837"/>
                    <a:pt x="141" y="1396"/>
                    <a:pt x="25" y="1984"/>
                  </a:cubicBezTo>
                  <a:cubicBezTo>
                    <a:pt x="1" y="2105"/>
                    <a:pt x="106" y="2179"/>
                    <a:pt x="209" y="2179"/>
                  </a:cubicBezTo>
                  <a:cubicBezTo>
                    <a:pt x="280" y="2179"/>
                    <a:pt x="350" y="2144"/>
                    <a:pt x="377" y="2066"/>
                  </a:cubicBezTo>
                  <a:cubicBezTo>
                    <a:pt x="576" y="1491"/>
                    <a:pt x="746" y="908"/>
                    <a:pt x="943" y="334"/>
                  </a:cubicBezTo>
                  <a:cubicBezTo>
                    <a:pt x="961" y="283"/>
                    <a:pt x="978" y="232"/>
                    <a:pt x="999" y="181"/>
                  </a:cubicBezTo>
                  <a:lnTo>
                    <a:pt x="6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8"/>
            <p:cNvSpPr/>
            <p:nvPr/>
          </p:nvSpPr>
          <p:spPr>
            <a:xfrm>
              <a:off x="-4011250" y="2565000"/>
              <a:ext cx="43375" cy="52775"/>
            </a:xfrm>
            <a:custGeom>
              <a:rect b="b" l="l" r="r" t="t"/>
              <a:pathLst>
                <a:path extrusionOk="0" h="2111" w="1735">
                  <a:moveTo>
                    <a:pt x="1341" y="1"/>
                  </a:moveTo>
                  <a:cubicBezTo>
                    <a:pt x="909" y="572"/>
                    <a:pt x="506" y="1167"/>
                    <a:pt x="115" y="1760"/>
                  </a:cubicBezTo>
                  <a:cubicBezTo>
                    <a:pt x="1" y="1933"/>
                    <a:pt x="152" y="2111"/>
                    <a:pt x="310" y="2111"/>
                  </a:cubicBezTo>
                  <a:cubicBezTo>
                    <a:pt x="372" y="2111"/>
                    <a:pt x="435" y="2083"/>
                    <a:pt x="484" y="2018"/>
                  </a:cubicBezTo>
                  <a:cubicBezTo>
                    <a:pt x="914" y="1435"/>
                    <a:pt x="1342" y="842"/>
                    <a:pt x="1735" y="227"/>
                  </a:cubicBezTo>
                  <a:cubicBezTo>
                    <a:pt x="1604" y="152"/>
                    <a:pt x="1473" y="75"/>
                    <a:pt x="13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8" name="Shape 2018"/>
        <p:cNvGrpSpPr/>
        <p:nvPr/>
      </p:nvGrpSpPr>
      <p:grpSpPr>
        <a:xfrm>
          <a:off x="0" y="0"/>
          <a:ext cx="0" cy="0"/>
          <a:chOff x="0" y="0"/>
          <a:chExt cx="0" cy="0"/>
        </a:xfrm>
      </p:grpSpPr>
      <p:sp>
        <p:nvSpPr>
          <p:cNvPr id="2019" name="Google Shape;2019;p59"/>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OUR LOCATION</a:t>
            </a:r>
            <a:endParaRPr b="1" sz="3600">
              <a:latin typeface="Patrick Hand"/>
              <a:ea typeface="Patrick Hand"/>
              <a:cs typeface="Patrick Hand"/>
              <a:sym typeface="Patrick Hand"/>
            </a:endParaRPr>
          </a:p>
        </p:txBody>
      </p:sp>
      <p:sp>
        <p:nvSpPr>
          <p:cNvPr id="2020" name="Google Shape;2020;p59"/>
          <p:cNvSpPr txBox="1"/>
          <p:nvPr/>
        </p:nvSpPr>
        <p:spPr>
          <a:xfrm>
            <a:off x="6100215" y="1587100"/>
            <a:ext cx="2331600" cy="46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Patrick Hand"/>
                <a:ea typeface="Patrick Hand"/>
                <a:cs typeface="Patrick Hand"/>
                <a:sym typeface="Patrick Hand"/>
              </a:rPr>
              <a:t>JUPITER</a:t>
            </a:r>
            <a:endParaRPr b="1" sz="2200">
              <a:solidFill>
                <a:schemeClr val="dk1"/>
              </a:solidFill>
              <a:latin typeface="Patrick Hand"/>
              <a:ea typeface="Patrick Hand"/>
              <a:cs typeface="Patrick Hand"/>
              <a:sym typeface="Patrick Hand"/>
            </a:endParaRPr>
          </a:p>
        </p:txBody>
      </p:sp>
      <p:sp>
        <p:nvSpPr>
          <p:cNvPr id="2021" name="Google Shape;2021;p59"/>
          <p:cNvSpPr txBox="1"/>
          <p:nvPr/>
        </p:nvSpPr>
        <p:spPr>
          <a:xfrm>
            <a:off x="6100324" y="3113399"/>
            <a:ext cx="2331600" cy="440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Patrick Hand"/>
                <a:ea typeface="Patrick Hand"/>
                <a:cs typeface="Patrick Hand"/>
                <a:sym typeface="Patrick Hand"/>
              </a:rPr>
              <a:t>SATURN</a:t>
            </a:r>
            <a:endParaRPr b="1" sz="2200">
              <a:solidFill>
                <a:schemeClr val="dk1"/>
              </a:solidFill>
              <a:latin typeface="Patrick Hand"/>
              <a:ea typeface="Patrick Hand"/>
              <a:cs typeface="Patrick Hand"/>
              <a:sym typeface="Patrick Hand"/>
            </a:endParaRPr>
          </a:p>
        </p:txBody>
      </p:sp>
      <p:sp>
        <p:nvSpPr>
          <p:cNvPr id="2022" name="Google Shape;2022;p59"/>
          <p:cNvSpPr txBox="1"/>
          <p:nvPr/>
        </p:nvSpPr>
        <p:spPr>
          <a:xfrm>
            <a:off x="6100050" y="2016924"/>
            <a:ext cx="2331600" cy="57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It’s a gas giant and the biggest planet of them all</a:t>
            </a:r>
            <a:endParaRPr sz="1500">
              <a:solidFill>
                <a:schemeClr val="dk2"/>
              </a:solidFill>
              <a:latin typeface="Barlow Medium"/>
              <a:ea typeface="Barlow Medium"/>
              <a:cs typeface="Barlow Medium"/>
              <a:sym typeface="Barlow Medium"/>
            </a:endParaRPr>
          </a:p>
        </p:txBody>
      </p:sp>
      <p:sp>
        <p:nvSpPr>
          <p:cNvPr id="2023" name="Google Shape;2023;p59"/>
          <p:cNvSpPr txBox="1"/>
          <p:nvPr/>
        </p:nvSpPr>
        <p:spPr>
          <a:xfrm>
            <a:off x="6100050" y="3569377"/>
            <a:ext cx="2331600" cy="549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Saturn is composed of hydrogen and helium</a:t>
            </a:r>
            <a:endParaRPr sz="1500">
              <a:solidFill>
                <a:schemeClr val="dk2"/>
              </a:solidFill>
              <a:latin typeface="Barlow Medium"/>
              <a:ea typeface="Barlow Medium"/>
              <a:cs typeface="Barlow Medium"/>
              <a:sym typeface="Barlow Medium"/>
            </a:endParaRPr>
          </a:p>
        </p:txBody>
      </p:sp>
      <p:grpSp>
        <p:nvGrpSpPr>
          <p:cNvPr id="2024" name="Google Shape;2024;p59"/>
          <p:cNvGrpSpPr/>
          <p:nvPr/>
        </p:nvGrpSpPr>
        <p:grpSpPr>
          <a:xfrm>
            <a:off x="937173" y="1587090"/>
            <a:ext cx="4005630" cy="2633996"/>
            <a:chOff x="235800" y="830650"/>
            <a:chExt cx="6978450" cy="4588844"/>
          </a:xfrm>
        </p:grpSpPr>
        <p:sp>
          <p:nvSpPr>
            <p:cNvPr id="2025" name="Google Shape;2025;p5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031" name="Google Shape;2031;p59"/>
          <p:cNvCxnSpPr>
            <a:stCxn id="2020" idx="1"/>
          </p:cNvCxnSpPr>
          <p:nvPr/>
        </p:nvCxnSpPr>
        <p:spPr>
          <a:xfrm flipH="1">
            <a:off x="3379815" y="1819000"/>
            <a:ext cx="2720400" cy="335700"/>
          </a:xfrm>
          <a:prstGeom prst="bentConnector3">
            <a:avLst>
              <a:gd fmla="val 67478" name="adj1"/>
            </a:avLst>
          </a:prstGeom>
          <a:noFill/>
          <a:ln cap="flat" cmpd="sng" w="19050">
            <a:solidFill>
              <a:schemeClr val="dk2"/>
            </a:solidFill>
            <a:prstDash val="solid"/>
            <a:round/>
            <a:headEnd len="med" w="med" type="oval"/>
            <a:tailEnd len="med" w="med" type="oval"/>
          </a:ln>
        </p:spPr>
      </p:cxnSp>
      <p:cxnSp>
        <p:nvCxnSpPr>
          <p:cNvPr id="2032" name="Google Shape;2032;p59"/>
          <p:cNvCxnSpPr>
            <a:stCxn id="2021" idx="1"/>
          </p:cNvCxnSpPr>
          <p:nvPr/>
        </p:nvCxnSpPr>
        <p:spPr>
          <a:xfrm rot="10800000">
            <a:off x="2009224" y="2897849"/>
            <a:ext cx="4091100" cy="435900"/>
          </a:xfrm>
          <a:prstGeom prst="bentConnector3">
            <a:avLst>
              <a:gd fmla="val 66887" name="adj1"/>
            </a:avLst>
          </a:prstGeom>
          <a:noFill/>
          <a:ln cap="flat" cmpd="sng" w="19050">
            <a:solidFill>
              <a:schemeClr val="dk2"/>
            </a:solidFill>
            <a:prstDash val="solid"/>
            <a:round/>
            <a:headEnd len="med" w="med" type="oval"/>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6" name="Shape 2036"/>
        <p:cNvGrpSpPr/>
        <p:nvPr/>
      </p:nvGrpSpPr>
      <p:grpSpPr>
        <a:xfrm>
          <a:off x="0" y="0"/>
          <a:ext cx="0" cy="0"/>
          <a:chOff x="0" y="0"/>
          <a:chExt cx="0" cy="0"/>
        </a:xfrm>
      </p:grpSpPr>
      <p:sp>
        <p:nvSpPr>
          <p:cNvPr id="2037" name="Google Shape;2037;p60"/>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PLANNING</a:t>
            </a:r>
            <a:endParaRPr b="1" sz="3600">
              <a:latin typeface="Patrick Hand"/>
              <a:ea typeface="Patrick Hand"/>
              <a:cs typeface="Patrick Hand"/>
              <a:sym typeface="Patrick Hand"/>
            </a:endParaRPr>
          </a:p>
        </p:txBody>
      </p:sp>
      <p:graphicFrame>
        <p:nvGraphicFramePr>
          <p:cNvPr id="2038" name="Google Shape;2038;p60"/>
          <p:cNvGraphicFramePr/>
          <p:nvPr/>
        </p:nvGraphicFramePr>
        <p:xfrm>
          <a:off x="1348488" y="1462975"/>
          <a:ext cx="3000000" cy="3000000"/>
        </p:xfrm>
        <a:graphic>
          <a:graphicData uri="http://schemas.openxmlformats.org/drawingml/2006/table">
            <a:tbl>
              <a:tblPr>
                <a:noFill/>
                <a:tableStyleId>{08F1E942-4D38-4C3C-94FC-BD64A0FC4CDF}</a:tableStyleId>
              </a:tblPr>
              <a:tblGrid>
                <a:gridCol w="921000"/>
                <a:gridCol w="921000"/>
                <a:gridCol w="921000"/>
                <a:gridCol w="921000"/>
                <a:gridCol w="921000"/>
                <a:gridCol w="921000"/>
                <a:gridCol w="921000"/>
              </a:tblGrid>
              <a:tr h="477750">
                <a:tc>
                  <a:txBody>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MON</a:t>
                      </a:r>
                      <a:endParaRPr b="1" sz="2200">
                        <a:solidFill>
                          <a:schemeClr val="dk1"/>
                        </a:solidFill>
                        <a:latin typeface="Patrick Hand"/>
                        <a:ea typeface="Patrick Hand"/>
                        <a:cs typeface="Patrick Hand"/>
                        <a:sym typeface="Patrick Hand"/>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TUE</a:t>
                      </a:r>
                      <a:endParaRPr b="1" sz="2200">
                        <a:solidFill>
                          <a:schemeClr val="dk1"/>
                        </a:solidFill>
                        <a:latin typeface="Patrick Hand"/>
                        <a:ea typeface="Patrick Hand"/>
                        <a:cs typeface="Patrick Hand"/>
                        <a:sym typeface="Patrick Hand"/>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WED</a:t>
                      </a:r>
                      <a:endParaRPr b="1" sz="2200">
                        <a:solidFill>
                          <a:schemeClr val="dk1"/>
                        </a:solidFill>
                        <a:latin typeface="Patrick Hand"/>
                        <a:ea typeface="Patrick Hand"/>
                        <a:cs typeface="Patrick Hand"/>
                        <a:sym typeface="Patrick Hand"/>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THU</a:t>
                      </a:r>
                      <a:endParaRPr b="1" sz="2200">
                        <a:solidFill>
                          <a:schemeClr val="dk1"/>
                        </a:solidFill>
                        <a:latin typeface="Patrick Hand"/>
                        <a:ea typeface="Patrick Hand"/>
                        <a:cs typeface="Patrick Hand"/>
                        <a:sym typeface="Patrick Hand"/>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FRI</a:t>
                      </a:r>
                      <a:endParaRPr b="1" sz="2200">
                        <a:solidFill>
                          <a:schemeClr val="dk1"/>
                        </a:solidFill>
                        <a:latin typeface="Patrick Hand"/>
                        <a:ea typeface="Patrick Hand"/>
                        <a:cs typeface="Patrick Hand"/>
                        <a:sym typeface="Patrick Hand"/>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SAT</a:t>
                      </a:r>
                      <a:endParaRPr b="1" sz="2200">
                        <a:solidFill>
                          <a:schemeClr val="dk1"/>
                        </a:solidFill>
                        <a:latin typeface="Patrick Hand"/>
                        <a:ea typeface="Patrick Hand"/>
                        <a:cs typeface="Patrick Hand"/>
                        <a:sym typeface="Patrick Hand"/>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SUN</a:t>
                      </a:r>
                      <a:endParaRPr b="1" sz="2200">
                        <a:solidFill>
                          <a:schemeClr val="dk1"/>
                        </a:solidFill>
                        <a:latin typeface="Patrick Hand"/>
                        <a:ea typeface="Patrick Hand"/>
                        <a:cs typeface="Patrick Hand"/>
                        <a:sym typeface="Patrick Hand"/>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1"/>
                    </a:solidFill>
                  </a:tcPr>
                </a:tc>
              </a:tr>
              <a:tr h="379375">
                <a:tc>
                  <a:txBody>
                    <a:bodyPr/>
                    <a:lstStyle/>
                    <a:p>
                      <a:pPr indent="0" lvl="0" marL="0" rtl="0" algn="ctr">
                        <a:spcBef>
                          <a:spcPts val="0"/>
                        </a:spcBef>
                        <a:spcAft>
                          <a:spcPts val="0"/>
                        </a:spcAft>
                        <a:buNone/>
                      </a:pPr>
                      <a:r>
                        <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01</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02</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03</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04</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r>
              <a:tr h="379375">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05</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06</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07</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08</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09</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10</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11</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r>
              <a:tr h="379375">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12</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13</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14</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15</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16</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17</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18</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r>
              <a:tr h="379375">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19</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20</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21</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22</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23</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24</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25</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r>
              <a:tr h="379375">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26</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27</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28</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29</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30</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31</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sz="1500">
                        <a:solidFill>
                          <a:schemeClr val="dk2"/>
                        </a:solidFill>
                        <a:latin typeface="Barlow Medium"/>
                        <a:ea typeface="Barlow Medium"/>
                        <a:cs typeface="Barlow Medium"/>
                        <a:sym typeface="Barlow Medium"/>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accent3"/>
                    </a:solidFill>
                  </a:tcPr>
                </a:tc>
              </a:tr>
            </a:tbl>
          </a:graphicData>
        </a:graphic>
      </p:graphicFrame>
      <p:sp>
        <p:nvSpPr>
          <p:cNvPr id="2039" name="Google Shape;2039;p60"/>
          <p:cNvSpPr txBox="1"/>
          <p:nvPr/>
        </p:nvSpPr>
        <p:spPr>
          <a:xfrm>
            <a:off x="1688400" y="4143775"/>
            <a:ext cx="1271100" cy="39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Barlow Medium"/>
                <a:ea typeface="Barlow Medium"/>
                <a:cs typeface="Barlow Medium"/>
                <a:sym typeface="Barlow Medium"/>
              </a:rPr>
              <a:t>Practice</a:t>
            </a:r>
            <a:endParaRPr sz="1600">
              <a:solidFill>
                <a:schemeClr val="dk2"/>
              </a:solidFill>
              <a:latin typeface="Barlow Medium"/>
              <a:ea typeface="Barlow Medium"/>
              <a:cs typeface="Barlow Medium"/>
              <a:sym typeface="Barlow Medium"/>
            </a:endParaRPr>
          </a:p>
        </p:txBody>
      </p:sp>
      <p:sp>
        <p:nvSpPr>
          <p:cNvPr id="2040" name="Google Shape;2040;p60"/>
          <p:cNvSpPr txBox="1"/>
          <p:nvPr/>
        </p:nvSpPr>
        <p:spPr>
          <a:xfrm>
            <a:off x="3085000" y="4148775"/>
            <a:ext cx="1271100" cy="39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Barlow Medium"/>
                <a:ea typeface="Barlow Medium"/>
                <a:cs typeface="Barlow Medium"/>
                <a:sym typeface="Barlow Medium"/>
              </a:rPr>
              <a:t>Theory</a:t>
            </a:r>
            <a:endParaRPr sz="1600">
              <a:solidFill>
                <a:schemeClr val="dk2"/>
              </a:solidFill>
              <a:latin typeface="Barlow Medium"/>
              <a:ea typeface="Barlow Medium"/>
              <a:cs typeface="Barlow Medium"/>
              <a:sym typeface="Barlow Medium"/>
            </a:endParaRPr>
          </a:p>
        </p:txBody>
      </p:sp>
      <p:sp>
        <p:nvSpPr>
          <p:cNvPr id="2041" name="Google Shape;2041;p60"/>
          <p:cNvSpPr/>
          <p:nvPr/>
        </p:nvSpPr>
        <p:spPr>
          <a:xfrm>
            <a:off x="1377000" y="4189575"/>
            <a:ext cx="311400" cy="311400"/>
          </a:xfrm>
          <a:prstGeom prst="ellipse">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0"/>
          <p:cNvSpPr/>
          <p:nvPr/>
        </p:nvSpPr>
        <p:spPr>
          <a:xfrm>
            <a:off x="2773600" y="4189575"/>
            <a:ext cx="311400" cy="311400"/>
          </a:xfrm>
          <a:prstGeom prst="ellipse">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6" name="Shape 2046"/>
        <p:cNvGrpSpPr/>
        <p:nvPr/>
      </p:nvGrpSpPr>
      <p:grpSpPr>
        <a:xfrm>
          <a:off x="0" y="0"/>
          <a:ext cx="0" cy="0"/>
          <a:chOff x="0" y="0"/>
          <a:chExt cx="0" cy="0"/>
        </a:xfrm>
      </p:grpSpPr>
      <p:sp>
        <p:nvSpPr>
          <p:cNvPr id="2047" name="Google Shape;2047;p61"/>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KNOWLEDGE PROGRESS</a:t>
            </a:r>
            <a:endParaRPr b="1" sz="3600">
              <a:latin typeface="Patrick Hand"/>
              <a:ea typeface="Patrick Hand"/>
              <a:cs typeface="Patrick Hand"/>
              <a:sym typeface="Patrick Hand"/>
            </a:endParaRPr>
          </a:p>
        </p:txBody>
      </p:sp>
      <p:sp>
        <p:nvSpPr>
          <p:cNvPr id="2048" name="Google Shape;2048;p61"/>
          <p:cNvSpPr txBox="1"/>
          <p:nvPr/>
        </p:nvSpPr>
        <p:spPr>
          <a:xfrm>
            <a:off x="5623200" y="1594675"/>
            <a:ext cx="2800800" cy="40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2200">
                <a:solidFill>
                  <a:schemeClr val="dk1"/>
                </a:solidFill>
                <a:latin typeface="Patrick Hand"/>
                <a:ea typeface="Patrick Hand"/>
                <a:cs typeface="Patrick Hand"/>
                <a:sym typeface="Patrick Hand"/>
              </a:rPr>
              <a:t>IMPROPER FRACTIONS</a:t>
            </a:r>
            <a:endParaRPr b="1" sz="2200">
              <a:solidFill>
                <a:schemeClr val="dk1"/>
              </a:solidFill>
              <a:latin typeface="Patrick Hand"/>
              <a:ea typeface="Patrick Hand"/>
              <a:cs typeface="Patrick Hand"/>
              <a:sym typeface="Patrick Hand"/>
            </a:endParaRPr>
          </a:p>
        </p:txBody>
      </p:sp>
      <p:sp>
        <p:nvSpPr>
          <p:cNvPr id="2049" name="Google Shape;2049;p61"/>
          <p:cNvSpPr txBox="1"/>
          <p:nvPr/>
        </p:nvSpPr>
        <p:spPr>
          <a:xfrm>
            <a:off x="5623201" y="2615900"/>
            <a:ext cx="2800800" cy="40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2200">
                <a:solidFill>
                  <a:schemeClr val="dk1"/>
                </a:solidFill>
                <a:latin typeface="Patrick Hand"/>
                <a:ea typeface="Patrick Hand"/>
                <a:cs typeface="Patrick Hand"/>
                <a:sym typeface="Patrick Hand"/>
              </a:rPr>
              <a:t>EQUIVALENT FRACTIONS</a:t>
            </a:r>
            <a:endParaRPr b="1" sz="2200">
              <a:solidFill>
                <a:schemeClr val="dk1"/>
              </a:solidFill>
              <a:latin typeface="Patrick Hand"/>
              <a:ea typeface="Patrick Hand"/>
              <a:cs typeface="Patrick Hand"/>
              <a:sym typeface="Patrick Hand"/>
            </a:endParaRPr>
          </a:p>
        </p:txBody>
      </p:sp>
      <p:sp>
        <p:nvSpPr>
          <p:cNvPr id="2050" name="Google Shape;2050;p61"/>
          <p:cNvSpPr txBox="1"/>
          <p:nvPr/>
        </p:nvSpPr>
        <p:spPr>
          <a:xfrm>
            <a:off x="5623200" y="1982525"/>
            <a:ext cx="2800800" cy="48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Mercury is the closest planet and the smallest of them all</a:t>
            </a:r>
            <a:endParaRPr sz="1500">
              <a:solidFill>
                <a:schemeClr val="dk2"/>
              </a:solidFill>
              <a:latin typeface="Barlow Medium"/>
              <a:ea typeface="Barlow Medium"/>
              <a:cs typeface="Barlow Medium"/>
              <a:sym typeface="Barlow Medium"/>
            </a:endParaRPr>
          </a:p>
        </p:txBody>
      </p:sp>
      <p:sp>
        <p:nvSpPr>
          <p:cNvPr id="2051" name="Google Shape;2051;p61"/>
          <p:cNvSpPr txBox="1"/>
          <p:nvPr/>
        </p:nvSpPr>
        <p:spPr>
          <a:xfrm>
            <a:off x="5623200" y="3002447"/>
            <a:ext cx="2800800" cy="48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Venus has a beautiful name and high temperatures</a:t>
            </a:r>
            <a:endParaRPr sz="1500">
              <a:solidFill>
                <a:schemeClr val="dk2"/>
              </a:solidFill>
              <a:latin typeface="Barlow Medium"/>
              <a:ea typeface="Barlow Medium"/>
              <a:cs typeface="Barlow Medium"/>
              <a:sym typeface="Barlow Medium"/>
            </a:endParaRPr>
          </a:p>
        </p:txBody>
      </p:sp>
      <p:sp>
        <p:nvSpPr>
          <p:cNvPr id="2052" name="Google Shape;2052;p61"/>
          <p:cNvSpPr txBox="1"/>
          <p:nvPr/>
        </p:nvSpPr>
        <p:spPr>
          <a:xfrm>
            <a:off x="5623201" y="3635825"/>
            <a:ext cx="2800800" cy="40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2200">
                <a:solidFill>
                  <a:schemeClr val="dk1"/>
                </a:solidFill>
                <a:latin typeface="Patrick Hand"/>
                <a:ea typeface="Patrick Hand"/>
                <a:cs typeface="Patrick Hand"/>
                <a:sym typeface="Patrick Hand"/>
              </a:rPr>
              <a:t>MIXED NUMBERS</a:t>
            </a:r>
            <a:endParaRPr b="1" sz="2200">
              <a:solidFill>
                <a:schemeClr val="dk1"/>
              </a:solidFill>
              <a:latin typeface="Patrick Hand"/>
              <a:ea typeface="Patrick Hand"/>
              <a:cs typeface="Patrick Hand"/>
              <a:sym typeface="Patrick Hand"/>
            </a:endParaRPr>
          </a:p>
        </p:txBody>
      </p:sp>
      <p:sp>
        <p:nvSpPr>
          <p:cNvPr id="2053" name="Google Shape;2053;p61"/>
          <p:cNvSpPr txBox="1"/>
          <p:nvPr/>
        </p:nvSpPr>
        <p:spPr>
          <a:xfrm>
            <a:off x="5623200" y="4022373"/>
            <a:ext cx="2800800" cy="48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Saturn is a gas giant and has several rings</a:t>
            </a:r>
            <a:endParaRPr sz="1500">
              <a:solidFill>
                <a:schemeClr val="dk2"/>
              </a:solidFill>
              <a:latin typeface="Barlow Medium"/>
              <a:ea typeface="Barlow Medium"/>
              <a:cs typeface="Barlow Medium"/>
              <a:sym typeface="Barlow Medium"/>
            </a:endParaRPr>
          </a:p>
        </p:txBody>
      </p:sp>
      <p:sp>
        <p:nvSpPr>
          <p:cNvPr id="2054" name="Google Shape;2054;p61"/>
          <p:cNvSpPr txBox="1"/>
          <p:nvPr/>
        </p:nvSpPr>
        <p:spPr>
          <a:xfrm>
            <a:off x="970675" y="3980375"/>
            <a:ext cx="3540900" cy="414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chemeClr val="dk2"/>
                </a:solidFill>
                <a:latin typeface="Barlow Medium"/>
                <a:ea typeface="Barlow Medium"/>
                <a:cs typeface="Barlow Medium"/>
                <a:sym typeface="Barlow Medium"/>
              </a:rPr>
              <a:t>Follow the </a:t>
            </a:r>
            <a:r>
              <a:rPr lang="en" sz="1100">
                <a:solidFill>
                  <a:schemeClr val="dk2"/>
                </a:solidFill>
                <a:latin typeface="Barlow Medium"/>
                <a:ea typeface="Barlow Medium"/>
                <a:cs typeface="Barlow Medium"/>
                <a:sym typeface="Barlow Medium"/>
              </a:rPr>
              <a:t>link</a:t>
            </a:r>
            <a:r>
              <a:rPr lang="en" sz="1100">
                <a:solidFill>
                  <a:schemeClr val="dk2"/>
                </a:solidFill>
                <a:latin typeface="Barlow Medium"/>
                <a:ea typeface="Barlow Medium"/>
                <a:cs typeface="Barlow Medium"/>
                <a:sym typeface="Barlow Medium"/>
              </a:rPr>
              <a:t> in the graph to modify its data and then paste the new one here. </a:t>
            </a:r>
            <a:r>
              <a:rPr lang="en" sz="1100">
                <a:solidFill>
                  <a:schemeClr val="dk2"/>
                </a:solidFill>
                <a:uFill>
                  <a:noFill/>
                </a:uFill>
                <a:latin typeface="Barlow Medium"/>
                <a:ea typeface="Barlow Medium"/>
                <a:cs typeface="Barlow Medium"/>
                <a:sym typeface="Barlow Medium"/>
                <a:hlinkClick r:id="rId3">
                  <a:extLst>
                    <a:ext uri="{A12FA001-AC4F-418D-AE19-62706E023703}">
                      <ahyp:hlinkClr val="tx"/>
                    </a:ext>
                  </a:extLst>
                </a:hlinkClick>
              </a:rPr>
              <a:t>For more info, click here</a:t>
            </a:r>
            <a:endParaRPr sz="1100">
              <a:solidFill>
                <a:schemeClr val="dk2"/>
              </a:solidFill>
              <a:latin typeface="Barlow Medium"/>
              <a:ea typeface="Barlow Medium"/>
              <a:cs typeface="Barlow Medium"/>
              <a:sym typeface="Barlow Medium"/>
            </a:endParaRPr>
          </a:p>
        </p:txBody>
      </p:sp>
      <p:grpSp>
        <p:nvGrpSpPr>
          <p:cNvPr id="2055" name="Google Shape;2055;p61"/>
          <p:cNvGrpSpPr/>
          <p:nvPr/>
        </p:nvGrpSpPr>
        <p:grpSpPr>
          <a:xfrm>
            <a:off x="4877314" y="1555616"/>
            <a:ext cx="630778" cy="482220"/>
            <a:chOff x="4494511" y="2935942"/>
            <a:chExt cx="467347" cy="357280"/>
          </a:xfrm>
        </p:grpSpPr>
        <p:sp>
          <p:nvSpPr>
            <p:cNvPr id="2056" name="Google Shape;2056;p61"/>
            <p:cNvSpPr/>
            <p:nvPr/>
          </p:nvSpPr>
          <p:spPr>
            <a:xfrm>
              <a:off x="4552196" y="2940963"/>
              <a:ext cx="346533" cy="347239"/>
            </a:xfrm>
            <a:custGeom>
              <a:rect b="b" l="l" r="r" t="t"/>
              <a:pathLst>
                <a:path extrusionOk="0" h="17222" w="17187">
                  <a:moveTo>
                    <a:pt x="1" y="0"/>
                  </a:moveTo>
                  <a:lnTo>
                    <a:pt x="1" y="17221"/>
                  </a:lnTo>
                  <a:lnTo>
                    <a:pt x="17186" y="17221"/>
                  </a:lnTo>
                  <a:lnTo>
                    <a:pt x="171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1"/>
            <p:cNvSpPr/>
            <p:nvPr/>
          </p:nvSpPr>
          <p:spPr>
            <a:xfrm>
              <a:off x="4494511" y="2941668"/>
              <a:ext cx="467347" cy="350122"/>
            </a:xfrm>
            <a:custGeom>
              <a:rect b="b" l="l" r="r" t="t"/>
              <a:pathLst>
                <a:path extrusionOk="0" h="17365" w="23179">
                  <a:moveTo>
                    <a:pt x="11556" y="0"/>
                  </a:moveTo>
                  <a:cubicBezTo>
                    <a:pt x="9340" y="0"/>
                    <a:pt x="7131" y="854"/>
                    <a:pt x="5459" y="2563"/>
                  </a:cubicBezTo>
                  <a:cubicBezTo>
                    <a:pt x="1" y="8057"/>
                    <a:pt x="3864" y="17364"/>
                    <a:pt x="11562" y="17364"/>
                  </a:cubicBezTo>
                  <a:cubicBezTo>
                    <a:pt x="11592" y="17364"/>
                    <a:pt x="11621" y="17364"/>
                    <a:pt x="11650" y="17364"/>
                  </a:cubicBezTo>
                  <a:cubicBezTo>
                    <a:pt x="19443" y="17293"/>
                    <a:pt x="23179" y="7828"/>
                    <a:pt x="17592" y="2456"/>
                  </a:cubicBezTo>
                  <a:cubicBezTo>
                    <a:pt x="15903" y="819"/>
                    <a:pt x="13725" y="0"/>
                    <a:pt x="11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1"/>
            <p:cNvSpPr/>
            <p:nvPr/>
          </p:nvSpPr>
          <p:spPr>
            <a:xfrm>
              <a:off x="4577318" y="2940963"/>
              <a:ext cx="296308" cy="264008"/>
            </a:xfrm>
            <a:custGeom>
              <a:rect b="b" l="l" r="r" t="t"/>
              <a:pathLst>
                <a:path extrusionOk="0" h="13094" w="14696">
                  <a:moveTo>
                    <a:pt x="7365" y="0"/>
                  </a:moveTo>
                  <a:lnTo>
                    <a:pt x="0" y="13094"/>
                  </a:lnTo>
                  <a:lnTo>
                    <a:pt x="14695" y="13094"/>
                  </a:lnTo>
                  <a:lnTo>
                    <a:pt x="73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1"/>
            <p:cNvSpPr/>
            <p:nvPr/>
          </p:nvSpPr>
          <p:spPr>
            <a:xfrm>
              <a:off x="4546469" y="2935942"/>
              <a:ext cx="358005" cy="357280"/>
            </a:xfrm>
            <a:custGeom>
              <a:rect b="b" l="l" r="r" t="t"/>
              <a:pathLst>
                <a:path extrusionOk="0" h="17720" w="17756">
                  <a:moveTo>
                    <a:pt x="5871" y="534"/>
                  </a:moveTo>
                  <a:cubicBezTo>
                    <a:pt x="4661" y="961"/>
                    <a:pt x="3558" y="1672"/>
                    <a:pt x="2633" y="2562"/>
                  </a:cubicBezTo>
                  <a:cubicBezTo>
                    <a:pt x="2463" y="2761"/>
                    <a:pt x="2632" y="3005"/>
                    <a:pt x="2834" y="3005"/>
                  </a:cubicBezTo>
                  <a:cubicBezTo>
                    <a:pt x="2886" y="3005"/>
                    <a:pt x="2939" y="2989"/>
                    <a:pt x="2989" y="2953"/>
                  </a:cubicBezTo>
                  <a:cubicBezTo>
                    <a:pt x="4448" y="1494"/>
                    <a:pt x="6369" y="641"/>
                    <a:pt x="8433" y="534"/>
                  </a:cubicBezTo>
                  <a:lnTo>
                    <a:pt x="8433" y="534"/>
                  </a:lnTo>
                  <a:lnTo>
                    <a:pt x="3879" y="8611"/>
                  </a:lnTo>
                  <a:lnTo>
                    <a:pt x="3807" y="8611"/>
                  </a:lnTo>
                  <a:cubicBezTo>
                    <a:pt x="3665" y="8611"/>
                    <a:pt x="3558" y="8717"/>
                    <a:pt x="3558" y="8860"/>
                  </a:cubicBezTo>
                  <a:cubicBezTo>
                    <a:pt x="3558" y="8931"/>
                    <a:pt x="3594" y="9002"/>
                    <a:pt x="3665" y="9073"/>
                  </a:cubicBezTo>
                  <a:lnTo>
                    <a:pt x="1530" y="12845"/>
                  </a:lnTo>
                  <a:cubicBezTo>
                    <a:pt x="1246" y="12311"/>
                    <a:pt x="1032" y="11777"/>
                    <a:pt x="854" y="11172"/>
                  </a:cubicBezTo>
                  <a:cubicBezTo>
                    <a:pt x="676" y="10496"/>
                    <a:pt x="570" y="9820"/>
                    <a:pt x="570" y="9109"/>
                  </a:cubicBezTo>
                  <a:cubicBezTo>
                    <a:pt x="641" y="9073"/>
                    <a:pt x="712" y="8966"/>
                    <a:pt x="712" y="8860"/>
                  </a:cubicBezTo>
                  <a:cubicBezTo>
                    <a:pt x="712" y="8753"/>
                    <a:pt x="676" y="8646"/>
                    <a:pt x="570" y="8611"/>
                  </a:cubicBezTo>
                  <a:cubicBezTo>
                    <a:pt x="605" y="6903"/>
                    <a:pt x="1174" y="5230"/>
                    <a:pt x="2242" y="3843"/>
                  </a:cubicBezTo>
                  <a:cubicBezTo>
                    <a:pt x="2347" y="3633"/>
                    <a:pt x="2181" y="3442"/>
                    <a:pt x="2001" y="3442"/>
                  </a:cubicBezTo>
                  <a:cubicBezTo>
                    <a:pt x="1937" y="3442"/>
                    <a:pt x="1871" y="3466"/>
                    <a:pt x="1815" y="3523"/>
                  </a:cubicBezTo>
                  <a:cubicBezTo>
                    <a:pt x="1281" y="4234"/>
                    <a:pt x="854" y="5017"/>
                    <a:pt x="570" y="5871"/>
                  </a:cubicBezTo>
                  <a:lnTo>
                    <a:pt x="570" y="534"/>
                  </a:lnTo>
                  <a:close/>
                  <a:moveTo>
                    <a:pt x="9322" y="534"/>
                  </a:moveTo>
                  <a:lnTo>
                    <a:pt x="9322" y="534"/>
                  </a:lnTo>
                  <a:cubicBezTo>
                    <a:pt x="9963" y="569"/>
                    <a:pt x="10603" y="676"/>
                    <a:pt x="11208" y="854"/>
                  </a:cubicBezTo>
                  <a:cubicBezTo>
                    <a:pt x="13984" y="1601"/>
                    <a:pt x="16154" y="3772"/>
                    <a:pt x="16901" y="6547"/>
                  </a:cubicBezTo>
                  <a:cubicBezTo>
                    <a:pt x="17079" y="7223"/>
                    <a:pt x="17186" y="7935"/>
                    <a:pt x="17221" y="8611"/>
                  </a:cubicBezTo>
                  <a:cubicBezTo>
                    <a:pt x="17115" y="8682"/>
                    <a:pt x="17043" y="8753"/>
                    <a:pt x="17043" y="8860"/>
                  </a:cubicBezTo>
                  <a:cubicBezTo>
                    <a:pt x="17043" y="8966"/>
                    <a:pt x="17115" y="9073"/>
                    <a:pt x="17221" y="9109"/>
                  </a:cubicBezTo>
                  <a:cubicBezTo>
                    <a:pt x="17186" y="10390"/>
                    <a:pt x="16830" y="11671"/>
                    <a:pt x="16225" y="12809"/>
                  </a:cubicBezTo>
                  <a:lnTo>
                    <a:pt x="14126" y="9073"/>
                  </a:lnTo>
                  <a:cubicBezTo>
                    <a:pt x="14197" y="9038"/>
                    <a:pt x="14233" y="8931"/>
                    <a:pt x="14233" y="8860"/>
                  </a:cubicBezTo>
                  <a:cubicBezTo>
                    <a:pt x="14233" y="8717"/>
                    <a:pt x="14090" y="8611"/>
                    <a:pt x="13948" y="8611"/>
                  </a:cubicBezTo>
                  <a:lnTo>
                    <a:pt x="13877" y="8611"/>
                  </a:lnTo>
                  <a:lnTo>
                    <a:pt x="11849" y="5017"/>
                  </a:lnTo>
                  <a:cubicBezTo>
                    <a:pt x="11803" y="4948"/>
                    <a:pt x="11727" y="4909"/>
                    <a:pt x="11641" y="4909"/>
                  </a:cubicBezTo>
                  <a:cubicBezTo>
                    <a:pt x="11594" y="4909"/>
                    <a:pt x="11543" y="4921"/>
                    <a:pt x="11493" y="4946"/>
                  </a:cubicBezTo>
                  <a:cubicBezTo>
                    <a:pt x="11351" y="4981"/>
                    <a:pt x="11315" y="5159"/>
                    <a:pt x="11386" y="5266"/>
                  </a:cubicBezTo>
                  <a:lnTo>
                    <a:pt x="15763" y="13094"/>
                  </a:lnTo>
                  <a:lnTo>
                    <a:pt x="1993" y="13094"/>
                  </a:lnTo>
                  <a:lnTo>
                    <a:pt x="8646" y="1245"/>
                  </a:lnTo>
                  <a:lnTo>
                    <a:pt x="8646" y="1672"/>
                  </a:lnTo>
                  <a:cubicBezTo>
                    <a:pt x="8664" y="1815"/>
                    <a:pt x="8780" y="1886"/>
                    <a:pt x="8895" y="1886"/>
                  </a:cubicBezTo>
                  <a:cubicBezTo>
                    <a:pt x="9011" y="1886"/>
                    <a:pt x="9127" y="1815"/>
                    <a:pt x="9145" y="1672"/>
                  </a:cubicBezTo>
                  <a:lnTo>
                    <a:pt x="9145" y="1245"/>
                  </a:lnTo>
                  <a:lnTo>
                    <a:pt x="10817" y="4234"/>
                  </a:lnTo>
                  <a:cubicBezTo>
                    <a:pt x="10867" y="4295"/>
                    <a:pt x="10935" y="4321"/>
                    <a:pt x="11003" y="4321"/>
                  </a:cubicBezTo>
                  <a:cubicBezTo>
                    <a:pt x="11174" y="4321"/>
                    <a:pt x="11346" y="4153"/>
                    <a:pt x="11244" y="3950"/>
                  </a:cubicBezTo>
                  <a:lnTo>
                    <a:pt x="9322" y="534"/>
                  </a:lnTo>
                  <a:close/>
                  <a:moveTo>
                    <a:pt x="534" y="11920"/>
                  </a:moveTo>
                  <a:cubicBezTo>
                    <a:pt x="1423" y="14375"/>
                    <a:pt x="3345" y="16332"/>
                    <a:pt x="5836" y="17186"/>
                  </a:cubicBezTo>
                  <a:lnTo>
                    <a:pt x="534" y="17186"/>
                  </a:lnTo>
                  <a:lnTo>
                    <a:pt x="534" y="11920"/>
                  </a:lnTo>
                  <a:close/>
                  <a:moveTo>
                    <a:pt x="15763" y="13592"/>
                  </a:moveTo>
                  <a:cubicBezTo>
                    <a:pt x="14233" y="15798"/>
                    <a:pt x="11778" y="17114"/>
                    <a:pt x="9109" y="17186"/>
                  </a:cubicBezTo>
                  <a:cubicBezTo>
                    <a:pt x="9073" y="17114"/>
                    <a:pt x="9002" y="17043"/>
                    <a:pt x="8895" y="17043"/>
                  </a:cubicBezTo>
                  <a:cubicBezTo>
                    <a:pt x="8753" y="17043"/>
                    <a:pt x="8682" y="17114"/>
                    <a:pt x="8646" y="17186"/>
                  </a:cubicBezTo>
                  <a:cubicBezTo>
                    <a:pt x="7935" y="17186"/>
                    <a:pt x="7223" y="17079"/>
                    <a:pt x="6547" y="16901"/>
                  </a:cubicBezTo>
                  <a:cubicBezTo>
                    <a:pt x="4661" y="16367"/>
                    <a:pt x="3025" y="15229"/>
                    <a:pt x="1957" y="13592"/>
                  </a:cubicBezTo>
                  <a:lnTo>
                    <a:pt x="8611" y="13592"/>
                  </a:lnTo>
                  <a:lnTo>
                    <a:pt x="8611" y="13948"/>
                  </a:lnTo>
                  <a:cubicBezTo>
                    <a:pt x="8629" y="14108"/>
                    <a:pt x="8753" y="14188"/>
                    <a:pt x="8878" y="14188"/>
                  </a:cubicBezTo>
                  <a:cubicBezTo>
                    <a:pt x="9002" y="14188"/>
                    <a:pt x="9127" y="14108"/>
                    <a:pt x="9145" y="13948"/>
                  </a:cubicBezTo>
                  <a:lnTo>
                    <a:pt x="9145" y="13592"/>
                  </a:lnTo>
                  <a:close/>
                  <a:moveTo>
                    <a:pt x="17221" y="11848"/>
                  </a:moveTo>
                  <a:lnTo>
                    <a:pt x="17221" y="17186"/>
                  </a:lnTo>
                  <a:lnTo>
                    <a:pt x="11884" y="17186"/>
                  </a:lnTo>
                  <a:cubicBezTo>
                    <a:pt x="14375" y="16296"/>
                    <a:pt x="16332" y="14339"/>
                    <a:pt x="17221" y="11848"/>
                  </a:cubicBezTo>
                  <a:close/>
                  <a:moveTo>
                    <a:pt x="285" y="0"/>
                  </a:moveTo>
                  <a:cubicBezTo>
                    <a:pt x="143" y="0"/>
                    <a:pt x="0" y="107"/>
                    <a:pt x="0" y="249"/>
                  </a:cubicBezTo>
                  <a:lnTo>
                    <a:pt x="0" y="17470"/>
                  </a:lnTo>
                  <a:cubicBezTo>
                    <a:pt x="0" y="17612"/>
                    <a:pt x="143" y="17719"/>
                    <a:pt x="285" y="17719"/>
                  </a:cubicBezTo>
                  <a:lnTo>
                    <a:pt x="17470" y="17719"/>
                  </a:lnTo>
                  <a:cubicBezTo>
                    <a:pt x="17613" y="17719"/>
                    <a:pt x="17755" y="17612"/>
                    <a:pt x="17755" y="17470"/>
                  </a:cubicBezTo>
                  <a:lnTo>
                    <a:pt x="17755" y="249"/>
                  </a:lnTo>
                  <a:cubicBezTo>
                    <a:pt x="17755" y="107"/>
                    <a:pt x="17613" y="0"/>
                    <a:pt x="17470" y="0"/>
                  </a:cubicBezTo>
                  <a:lnTo>
                    <a:pt x="14588" y="0"/>
                  </a:lnTo>
                  <a:cubicBezTo>
                    <a:pt x="14268" y="36"/>
                    <a:pt x="14268" y="498"/>
                    <a:pt x="14588" y="534"/>
                  </a:cubicBezTo>
                  <a:lnTo>
                    <a:pt x="17221" y="534"/>
                  </a:lnTo>
                  <a:lnTo>
                    <a:pt x="17221" y="5800"/>
                  </a:lnTo>
                  <a:cubicBezTo>
                    <a:pt x="16367" y="3345"/>
                    <a:pt x="14411" y="1388"/>
                    <a:pt x="11955" y="534"/>
                  </a:cubicBezTo>
                  <a:lnTo>
                    <a:pt x="13379" y="534"/>
                  </a:lnTo>
                  <a:cubicBezTo>
                    <a:pt x="13663" y="463"/>
                    <a:pt x="13663" y="36"/>
                    <a:pt x="1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1"/>
            <p:cNvSpPr/>
            <p:nvPr/>
          </p:nvSpPr>
          <p:spPr>
            <a:xfrm>
              <a:off x="4741038" y="3109521"/>
              <a:ext cx="18348" cy="10827"/>
            </a:xfrm>
            <a:custGeom>
              <a:rect b="b" l="l" r="r" t="t"/>
              <a:pathLst>
                <a:path extrusionOk="0" h="537" w="910">
                  <a:moveTo>
                    <a:pt x="254" y="0"/>
                  </a:moveTo>
                  <a:cubicBezTo>
                    <a:pt x="1" y="0"/>
                    <a:pt x="1" y="537"/>
                    <a:pt x="254" y="537"/>
                  </a:cubicBezTo>
                  <a:cubicBezTo>
                    <a:pt x="261" y="537"/>
                    <a:pt x="269" y="536"/>
                    <a:pt x="277" y="535"/>
                  </a:cubicBezTo>
                  <a:lnTo>
                    <a:pt x="633" y="535"/>
                  </a:lnTo>
                  <a:cubicBezTo>
                    <a:pt x="641" y="536"/>
                    <a:pt x="649" y="537"/>
                    <a:pt x="657" y="537"/>
                  </a:cubicBezTo>
                  <a:cubicBezTo>
                    <a:pt x="910" y="537"/>
                    <a:pt x="910" y="0"/>
                    <a:pt x="657" y="0"/>
                  </a:cubicBezTo>
                  <a:cubicBezTo>
                    <a:pt x="649" y="0"/>
                    <a:pt x="641" y="1"/>
                    <a:pt x="633" y="2"/>
                  </a:cubicBezTo>
                  <a:lnTo>
                    <a:pt x="277" y="2"/>
                  </a:lnTo>
                  <a:cubicBezTo>
                    <a:pt x="269" y="1"/>
                    <a:pt x="261" y="0"/>
                    <a:pt x="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1"/>
            <p:cNvSpPr/>
            <p:nvPr/>
          </p:nvSpPr>
          <p:spPr>
            <a:xfrm>
              <a:off x="4567438" y="3109521"/>
              <a:ext cx="19215" cy="10827"/>
            </a:xfrm>
            <a:custGeom>
              <a:rect b="b" l="l" r="r" t="t"/>
              <a:pathLst>
                <a:path extrusionOk="0" h="537" w="953">
                  <a:moveTo>
                    <a:pt x="286" y="0"/>
                  </a:moveTo>
                  <a:cubicBezTo>
                    <a:pt x="1" y="0"/>
                    <a:pt x="1" y="537"/>
                    <a:pt x="286" y="537"/>
                  </a:cubicBezTo>
                  <a:cubicBezTo>
                    <a:pt x="294" y="537"/>
                    <a:pt x="303" y="536"/>
                    <a:pt x="312" y="535"/>
                  </a:cubicBezTo>
                  <a:lnTo>
                    <a:pt x="633" y="535"/>
                  </a:lnTo>
                  <a:cubicBezTo>
                    <a:pt x="953" y="464"/>
                    <a:pt x="953" y="37"/>
                    <a:pt x="633" y="2"/>
                  </a:cubicBezTo>
                  <a:lnTo>
                    <a:pt x="312" y="2"/>
                  </a:lnTo>
                  <a:cubicBezTo>
                    <a:pt x="303" y="1"/>
                    <a:pt x="294" y="0"/>
                    <a:pt x="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1"/>
            <p:cNvSpPr/>
            <p:nvPr/>
          </p:nvSpPr>
          <p:spPr>
            <a:xfrm>
              <a:off x="4865158" y="3109521"/>
              <a:ext cx="18509" cy="10827"/>
            </a:xfrm>
            <a:custGeom>
              <a:rect b="b" l="l" r="r" t="t"/>
              <a:pathLst>
                <a:path extrusionOk="0" h="537" w="918">
                  <a:moveTo>
                    <a:pt x="253" y="0"/>
                  </a:moveTo>
                  <a:cubicBezTo>
                    <a:pt x="0" y="0"/>
                    <a:pt x="0" y="537"/>
                    <a:pt x="253" y="537"/>
                  </a:cubicBezTo>
                  <a:cubicBezTo>
                    <a:pt x="261" y="537"/>
                    <a:pt x="269" y="536"/>
                    <a:pt x="277" y="535"/>
                  </a:cubicBezTo>
                  <a:lnTo>
                    <a:pt x="633" y="535"/>
                  </a:lnTo>
                  <a:cubicBezTo>
                    <a:pt x="917" y="464"/>
                    <a:pt x="917" y="37"/>
                    <a:pt x="633" y="2"/>
                  </a:cubicBezTo>
                  <a:lnTo>
                    <a:pt x="277" y="2"/>
                  </a:lnTo>
                  <a:cubicBezTo>
                    <a:pt x="269" y="1"/>
                    <a:pt x="261" y="0"/>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1"/>
            <p:cNvSpPr/>
            <p:nvPr/>
          </p:nvSpPr>
          <p:spPr>
            <a:xfrm>
              <a:off x="4722528" y="3109320"/>
              <a:ext cx="11916" cy="10444"/>
            </a:xfrm>
            <a:custGeom>
              <a:rect b="b" l="l" r="r" t="t"/>
              <a:pathLst>
                <a:path extrusionOk="0" h="518" w="591">
                  <a:moveTo>
                    <a:pt x="335" y="0"/>
                  </a:moveTo>
                  <a:cubicBezTo>
                    <a:pt x="129" y="0"/>
                    <a:pt x="1" y="244"/>
                    <a:pt x="128" y="403"/>
                  </a:cubicBezTo>
                  <a:cubicBezTo>
                    <a:pt x="181" y="482"/>
                    <a:pt x="258" y="517"/>
                    <a:pt x="335" y="517"/>
                  </a:cubicBezTo>
                  <a:cubicBezTo>
                    <a:pt x="464" y="517"/>
                    <a:pt x="590" y="417"/>
                    <a:pt x="590" y="261"/>
                  </a:cubicBezTo>
                  <a:cubicBezTo>
                    <a:pt x="590" y="154"/>
                    <a:pt x="519" y="47"/>
                    <a:pt x="413" y="12"/>
                  </a:cubicBezTo>
                  <a:cubicBezTo>
                    <a:pt x="386" y="4"/>
                    <a:pt x="360"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1"/>
            <p:cNvSpPr/>
            <p:nvPr/>
          </p:nvSpPr>
          <p:spPr>
            <a:xfrm>
              <a:off x="4666457" y="3109521"/>
              <a:ext cx="18328" cy="10827"/>
            </a:xfrm>
            <a:custGeom>
              <a:rect b="b" l="l" r="r" t="t"/>
              <a:pathLst>
                <a:path extrusionOk="0" h="537" w="909">
                  <a:moveTo>
                    <a:pt x="285" y="0"/>
                  </a:moveTo>
                  <a:cubicBezTo>
                    <a:pt x="0" y="0"/>
                    <a:pt x="0" y="537"/>
                    <a:pt x="285" y="537"/>
                  </a:cubicBezTo>
                  <a:cubicBezTo>
                    <a:pt x="293" y="537"/>
                    <a:pt x="302" y="536"/>
                    <a:pt x="311" y="535"/>
                  </a:cubicBezTo>
                  <a:lnTo>
                    <a:pt x="632" y="535"/>
                  </a:lnTo>
                  <a:cubicBezTo>
                    <a:pt x="640" y="536"/>
                    <a:pt x="648" y="537"/>
                    <a:pt x="655" y="537"/>
                  </a:cubicBezTo>
                  <a:cubicBezTo>
                    <a:pt x="908" y="537"/>
                    <a:pt x="908" y="0"/>
                    <a:pt x="655" y="0"/>
                  </a:cubicBezTo>
                  <a:cubicBezTo>
                    <a:pt x="648" y="0"/>
                    <a:pt x="640" y="1"/>
                    <a:pt x="632" y="2"/>
                  </a:cubicBezTo>
                  <a:lnTo>
                    <a:pt x="311" y="2"/>
                  </a:lnTo>
                  <a:cubicBezTo>
                    <a:pt x="302" y="1"/>
                    <a:pt x="293"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1"/>
            <p:cNvSpPr/>
            <p:nvPr/>
          </p:nvSpPr>
          <p:spPr>
            <a:xfrm>
              <a:off x="4690672" y="3109541"/>
              <a:ext cx="19376" cy="10787"/>
            </a:xfrm>
            <a:custGeom>
              <a:rect b="b" l="l" r="r" t="t"/>
              <a:pathLst>
                <a:path extrusionOk="0" h="535" w="961">
                  <a:moveTo>
                    <a:pt x="320" y="1"/>
                  </a:moveTo>
                  <a:cubicBezTo>
                    <a:pt x="0" y="36"/>
                    <a:pt x="0" y="463"/>
                    <a:pt x="320" y="534"/>
                  </a:cubicBezTo>
                  <a:lnTo>
                    <a:pt x="676" y="534"/>
                  </a:lnTo>
                  <a:cubicBezTo>
                    <a:pt x="961" y="463"/>
                    <a:pt x="961" y="36"/>
                    <a:pt x="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1"/>
            <p:cNvSpPr/>
            <p:nvPr/>
          </p:nvSpPr>
          <p:spPr>
            <a:xfrm>
              <a:off x="4840035" y="3109521"/>
              <a:ext cx="18368" cy="10827"/>
            </a:xfrm>
            <a:custGeom>
              <a:rect b="b" l="l" r="r" t="t"/>
              <a:pathLst>
                <a:path extrusionOk="0" h="537" w="911">
                  <a:moveTo>
                    <a:pt x="254" y="0"/>
                  </a:moveTo>
                  <a:cubicBezTo>
                    <a:pt x="1" y="0"/>
                    <a:pt x="1" y="537"/>
                    <a:pt x="254" y="537"/>
                  </a:cubicBezTo>
                  <a:cubicBezTo>
                    <a:pt x="261" y="537"/>
                    <a:pt x="269" y="536"/>
                    <a:pt x="277" y="535"/>
                  </a:cubicBezTo>
                  <a:lnTo>
                    <a:pt x="633" y="535"/>
                  </a:lnTo>
                  <a:cubicBezTo>
                    <a:pt x="641" y="536"/>
                    <a:pt x="649" y="537"/>
                    <a:pt x="657" y="537"/>
                  </a:cubicBezTo>
                  <a:cubicBezTo>
                    <a:pt x="910" y="537"/>
                    <a:pt x="910" y="0"/>
                    <a:pt x="657" y="0"/>
                  </a:cubicBezTo>
                  <a:cubicBezTo>
                    <a:pt x="649" y="0"/>
                    <a:pt x="641" y="1"/>
                    <a:pt x="633" y="2"/>
                  </a:cubicBezTo>
                  <a:lnTo>
                    <a:pt x="277" y="2"/>
                  </a:lnTo>
                  <a:cubicBezTo>
                    <a:pt x="269" y="1"/>
                    <a:pt x="261" y="0"/>
                    <a:pt x="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1"/>
            <p:cNvSpPr/>
            <p:nvPr/>
          </p:nvSpPr>
          <p:spPr>
            <a:xfrm>
              <a:off x="4642040" y="3109521"/>
              <a:ext cx="18348" cy="10827"/>
            </a:xfrm>
            <a:custGeom>
              <a:rect b="b" l="l" r="r" t="t"/>
              <a:pathLst>
                <a:path extrusionOk="0" h="537" w="910">
                  <a:moveTo>
                    <a:pt x="253" y="0"/>
                  </a:moveTo>
                  <a:cubicBezTo>
                    <a:pt x="0" y="0"/>
                    <a:pt x="0" y="537"/>
                    <a:pt x="253" y="537"/>
                  </a:cubicBezTo>
                  <a:cubicBezTo>
                    <a:pt x="261" y="537"/>
                    <a:pt x="269" y="536"/>
                    <a:pt x="277" y="535"/>
                  </a:cubicBezTo>
                  <a:lnTo>
                    <a:pt x="633" y="535"/>
                  </a:lnTo>
                  <a:cubicBezTo>
                    <a:pt x="641" y="536"/>
                    <a:pt x="649" y="537"/>
                    <a:pt x="657" y="537"/>
                  </a:cubicBezTo>
                  <a:cubicBezTo>
                    <a:pt x="910" y="537"/>
                    <a:pt x="910" y="0"/>
                    <a:pt x="657" y="0"/>
                  </a:cubicBezTo>
                  <a:cubicBezTo>
                    <a:pt x="649" y="0"/>
                    <a:pt x="641" y="1"/>
                    <a:pt x="633" y="2"/>
                  </a:cubicBezTo>
                  <a:lnTo>
                    <a:pt x="277" y="2"/>
                  </a:lnTo>
                  <a:cubicBezTo>
                    <a:pt x="269" y="1"/>
                    <a:pt x="261" y="0"/>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1"/>
            <p:cNvSpPr/>
            <p:nvPr/>
          </p:nvSpPr>
          <p:spPr>
            <a:xfrm>
              <a:off x="4592379" y="3109541"/>
              <a:ext cx="19396" cy="10787"/>
            </a:xfrm>
            <a:custGeom>
              <a:rect b="b" l="l" r="r" t="t"/>
              <a:pathLst>
                <a:path extrusionOk="0" h="535" w="962">
                  <a:moveTo>
                    <a:pt x="285" y="1"/>
                  </a:moveTo>
                  <a:cubicBezTo>
                    <a:pt x="0" y="36"/>
                    <a:pt x="0" y="463"/>
                    <a:pt x="285" y="534"/>
                  </a:cubicBezTo>
                  <a:lnTo>
                    <a:pt x="641" y="534"/>
                  </a:lnTo>
                  <a:cubicBezTo>
                    <a:pt x="961" y="463"/>
                    <a:pt x="961" y="36"/>
                    <a:pt x="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1"/>
            <p:cNvSpPr/>
            <p:nvPr/>
          </p:nvSpPr>
          <p:spPr>
            <a:xfrm>
              <a:off x="4790375" y="3109541"/>
              <a:ext cx="18670" cy="10787"/>
            </a:xfrm>
            <a:custGeom>
              <a:rect b="b" l="l" r="r" t="t"/>
              <a:pathLst>
                <a:path extrusionOk="0" h="535" w="926">
                  <a:moveTo>
                    <a:pt x="285" y="1"/>
                  </a:moveTo>
                  <a:cubicBezTo>
                    <a:pt x="1" y="36"/>
                    <a:pt x="1" y="463"/>
                    <a:pt x="285" y="534"/>
                  </a:cubicBezTo>
                  <a:lnTo>
                    <a:pt x="641" y="534"/>
                  </a:lnTo>
                  <a:cubicBezTo>
                    <a:pt x="926" y="463"/>
                    <a:pt x="926" y="36"/>
                    <a:pt x="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1"/>
            <p:cNvSpPr/>
            <p:nvPr/>
          </p:nvSpPr>
          <p:spPr>
            <a:xfrm>
              <a:off x="4766704" y="3109541"/>
              <a:ext cx="18670" cy="10182"/>
            </a:xfrm>
            <a:custGeom>
              <a:rect b="b" l="l" r="r" t="t"/>
              <a:pathLst>
                <a:path extrusionOk="0" h="505" w="926">
                  <a:moveTo>
                    <a:pt x="250" y="1"/>
                  </a:moveTo>
                  <a:cubicBezTo>
                    <a:pt x="107" y="1"/>
                    <a:pt x="1" y="107"/>
                    <a:pt x="1" y="250"/>
                  </a:cubicBezTo>
                  <a:cubicBezTo>
                    <a:pt x="1" y="377"/>
                    <a:pt x="86" y="504"/>
                    <a:pt x="206" y="504"/>
                  </a:cubicBezTo>
                  <a:cubicBezTo>
                    <a:pt x="220" y="504"/>
                    <a:pt x="235" y="502"/>
                    <a:pt x="250" y="499"/>
                  </a:cubicBezTo>
                  <a:lnTo>
                    <a:pt x="605" y="499"/>
                  </a:lnTo>
                  <a:cubicBezTo>
                    <a:pt x="926" y="463"/>
                    <a:pt x="926" y="36"/>
                    <a:pt x="6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1"/>
            <p:cNvSpPr/>
            <p:nvPr/>
          </p:nvSpPr>
          <p:spPr>
            <a:xfrm>
              <a:off x="4719726" y="3057179"/>
              <a:ext cx="11493" cy="16513"/>
            </a:xfrm>
            <a:custGeom>
              <a:rect b="b" l="l" r="r" t="t"/>
              <a:pathLst>
                <a:path extrusionOk="0" h="819" w="570">
                  <a:moveTo>
                    <a:pt x="285" y="0"/>
                  </a:moveTo>
                  <a:cubicBezTo>
                    <a:pt x="142" y="0"/>
                    <a:pt x="0" y="71"/>
                    <a:pt x="18" y="214"/>
                  </a:cubicBezTo>
                  <a:lnTo>
                    <a:pt x="18" y="569"/>
                  </a:lnTo>
                  <a:cubicBezTo>
                    <a:pt x="18" y="712"/>
                    <a:pt x="125" y="819"/>
                    <a:pt x="302" y="819"/>
                  </a:cubicBezTo>
                  <a:cubicBezTo>
                    <a:pt x="445" y="819"/>
                    <a:pt x="552" y="712"/>
                    <a:pt x="552" y="569"/>
                  </a:cubicBezTo>
                  <a:lnTo>
                    <a:pt x="552" y="214"/>
                  </a:lnTo>
                  <a:cubicBezTo>
                    <a:pt x="569" y="71"/>
                    <a:pt x="427"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1"/>
            <p:cNvSpPr/>
            <p:nvPr/>
          </p:nvSpPr>
          <p:spPr>
            <a:xfrm>
              <a:off x="4719726" y="3032783"/>
              <a:ext cx="11493" cy="16513"/>
            </a:xfrm>
            <a:custGeom>
              <a:rect b="b" l="l" r="r" t="t"/>
              <a:pathLst>
                <a:path extrusionOk="0" h="819" w="570">
                  <a:moveTo>
                    <a:pt x="285" y="0"/>
                  </a:moveTo>
                  <a:cubicBezTo>
                    <a:pt x="142" y="0"/>
                    <a:pt x="0" y="72"/>
                    <a:pt x="18" y="214"/>
                  </a:cubicBezTo>
                  <a:lnTo>
                    <a:pt x="18" y="534"/>
                  </a:lnTo>
                  <a:cubicBezTo>
                    <a:pt x="18" y="676"/>
                    <a:pt x="125" y="819"/>
                    <a:pt x="302" y="819"/>
                  </a:cubicBezTo>
                  <a:cubicBezTo>
                    <a:pt x="445" y="819"/>
                    <a:pt x="552" y="676"/>
                    <a:pt x="552" y="534"/>
                  </a:cubicBezTo>
                  <a:lnTo>
                    <a:pt x="552" y="214"/>
                  </a:lnTo>
                  <a:cubicBezTo>
                    <a:pt x="569" y="72"/>
                    <a:pt x="427"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1"/>
            <p:cNvSpPr/>
            <p:nvPr/>
          </p:nvSpPr>
          <p:spPr>
            <a:xfrm>
              <a:off x="4720069" y="2982739"/>
              <a:ext cx="10787" cy="17057"/>
            </a:xfrm>
            <a:custGeom>
              <a:rect b="b" l="l" r="r" t="t"/>
              <a:pathLst>
                <a:path extrusionOk="0" h="846" w="535">
                  <a:moveTo>
                    <a:pt x="268" y="1"/>
                  </a:moveTo>
                  <a:cubicBezTo>
                    <a:pt x="143" y="1"/>
                    <a:pt x="19" y="81"/>
                    <a:pt x="1" y="241"/>
                  </a:cubicBezTo>
                  <a:lnTo>
                    <a:pt x="1" y="561"/>
                  </a:lnTo>
                  <a:cubicBezTo>
                    <a:pt x="1" y="703"/>
                    <a:pt x="108" y="846"/>
                    <a:pt x="285" y="846"/>
                  </a:cubicBezTo>
                  <a:cubicBezTo>
                    <a:pt x="428" y="846"/>
                    <a:pt x="535" y="703"/>
                    <a:pt x="535" y="561"/>
                  </a:cubicBezTo>
                  <a:lnTo>
                    <a:pt x="535" y="241"/>
                  </a:lnTo>
                  <a:cubicBezTo>
                    <a:pt x="517" y="81"/>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1"/>
            <p:cNvSpPr/>
            <p:nvPr/>
          </p:nvSpPr>
          <p:spPr>
            <a:xfrm>
              <a:off x="4720069" y="3082282"/>
              <a:ext cx="10787" cy="16513"/>
            </a:xfrm>
            <a:custGeom>
              <a:rect b="b" l="l" r="r" t="t"/>
              <a:pathLst>
                <a:path extrusionOk="0" h="819" w="535">
                  <a:moveTo>
                    <a:pt x="268" y="1"/>
                  </a:moveTo>
                  <a:cubicBezTo>
                    <a:pt x="143" y="1"/>
                    <a:pt x="19" y="72"/>
                    <a:pt x="1" y="214"/>
                  </a:cubicBezTo>
                  <a:lnTo>
                    <a:pt x="1" y="570"/>
                  </a:lnTo>
                  <a:cubicBezTo>
                    <a:pt x="1" y="712"/>
                    <a:pt x="108" y="819"/>
                    <a:pt x="285" y="819"/>
                  </a:cubicBezTo>
                  <a:cubicBezTo>
                    <a:pt x="428" y="819"/>
                    <a:pt x="535" y="712"/>
                    <a:pt x="535" y="570"/>
                  </a:cubicBezTo>
                  <a:lnTo>
                    <a:pt x="535" y="214"/>
                  </a:lnTo>
                  <a:cubicBezTo>
                    <a:pt x="517" y="72"/>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1"/>
            <p:cNvSpPr/>
            <p:nvPr/>
          </p:nvSpPr>
          <p:spPr>
            <a:xfrm>
              <a:off x="4720069" y="3007680"/>
              <a:ext cx="10787" cy="16513"/>
            </a:xfrm>
            <a:custGeom>
              <a:rect b="b" l="l" r="r" t="t"/>
              <a:pathLst>
                <a:path extrusionOk="0" h="819" w="535">
                  <a:moveTo>
                    <a:pt x="268" y="0"/>
                  </a:moveTo>
                  <a:cubicBezTo>
                    <a:pt x="143" y="0"/>
                    <a:pt x="19" y="71"/>
                    <a:pt x="1" y="214"/>
                  </a:cubicBezTo>
                  <a:lnTo>
                    <a:pt x="1" y="569"/>
                  </a:lnTo>
                  <a:cubicBezTo>
                    <a:pt x="1" y="712"/>
                    <a:pt x="108" y="818"/>
                    <a:pt x="285" y="818"/>
                  </a:cubicBezTo>
                  <a:cubicBezTo>
                    <a:pt x="428" y="818"/>
                    <a:pt x="535" y="712"/>
                    <a:pt x="535" y="569"/>
                  </a:cubicBezTo>
                  <a:lnTo>
                    <a:pt x="535" y="214"/>
                  </a:lnTo>
                  <a:cubicBezTo>
                    <a:pt x="517" y="71"/>
                    <a:pt x="392"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1"/>
            <p:cNvSpPr/>
            <p:nvPr/>
          </p:nvSpPr>
          <p:spPr>
            <a:xfrm>
              <a:off x="4720069" y="3254449"/>
              <a:ext cx="10787" cy="17057"/>
            </a:xfrm>
            <a:custGeom>
              <a:rect b="b" l="l" r="r" t="t"/>
              <a:pathLst>
                <a:path extrusionOk="0" h="846" w="535">
                  <a:moveTo>
                    <a:pt x="285" y="1"/>
                  </a:moveTo>
                  <a:cubicBezTo>
                    <a:pt x="108" y="1"/>
                    <a:pt x="1" y="143"/>
                    <a:pt x="1" y="286"/>
                  </a:cubicBezTo>
                  <a:lnTo>
                    <a:pt x="1" y="606"/>
                  </a:lnTo>
                  <a:cubicBezTo>
                    <a:pt x="19" y="766"/>
                    <a:pt x="143" y="846"/>
                    <a:pt x="268" y="846"/>
                  </a:cubicBezTo>
                  <a:cubicBezTo>
                    <a:pt x="392" y="846"/>
                    <a:pt x="517" y="766"/>
                    <a:pt x="535" y="606"/>
                  </a:cubicBezTo>
                  <a:lnTo>
                    <a:pt x="535" y="286"/>
                  </a:lnTo>
                  <a:cubicBezTo>
                    <a:pt x="535" y="143"/>
                    <a:pt x="428" y="36"/>
                    <a:pt x="285" y="36"/>
                  </a:cubicBezTo>
                  <a:lnTo>
                    <a:pt x="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1"/>
            <p:cNvSpPr/>
            <p:nvPr/>
          </p:nvSpPr>
          <p:spPr>
            <a:xfrm>
              <a:off x="4719726" y="3230073"/>
              <a:ext cx="11493" cy="16513"/>
            </a:xfrm>
            <a:custGeom>
              <a:rect b="b" l="l" r="r" t="t"/>
              <a:pathLst>
                <a:path extrusionOk="0" h="819" w="570">
                  <a:moveTo>
                    <a:pt x="302" y="0"/>
                  </a:moveTo>
                  <a:cubicBezTo>
                    <a:pt x="125" y="0"/>
                    <a:pt x="18" y="107"/>
                    <a:pt x="18" y="249"/>
                  </a:cubicBezTo>
                  <a:lnTo>
                    <a:pt x="18" y="605"/>
                  </a:lnTo>
                  <a:cubicBezTo>
                    <a:pt x="0" y="747"/>
                    <a:pt x="142" y="818"/>
                    <a:pt x="285" y="818"/>
                  </a:cubicBezTo>
                  <a:cubicBezTo>
                    <a:pt x="427" y="818"/>
                    <a:pt x="569" y="747"/>
                    <a:pt x="552" y="605"/>
                  </a:cubicBezTo>
                  <a:lnTo>
                    <a:pt x="552" y="285"/>
                  </a:lnTo>
                  <a:cubicBezTo>
                    <a:pt x="552" y="107"/>
                    <a:pt x="445"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1"/>
            <p:cNvSpPr/>
            <p:nvPr/>
          </p:nvSpPr>
          <p:spPr>
            <a:xfrm>
              <a:off x="4719726" y="3131075"/>
              <a:ext cx="11493" cy="16332"/>
            </a:xfrm>
            <a:custGeom>
              <a:rect b="b" l="l" r="r" t="t"/>
              <a:pathLst>
                <a:path extrusionOk="0" h="810" w="570">
                  <a:moveTo>
                    <a:pt x="302" y="0"/>
                  </a:moveTo>
                  <a:cubicBezTo>
                    <a:pt x="125" y="0"/>
                    <a:pt x="18" y="107"/>
                    <a:pt x="18" y="249"/>
                  </a:cubicBezTo>
                  <a:lnTo>
                    <a:pt x="18" y="569"/>
                  </a:lnTo>
                  <a:cubicBezTo>
                    <a:pt x="0" y="729"/>
                    <a:pt x="142" y="809"/>
                    <a:pt x="285" y="809"/>
                  </a:cubicBezTo>
                  <a:cubicBezTo>
                    <a:pt x="427" y="809"/>
                    <a:pt x="569" y="729"/>
                    <a:pt x="552" y="569"/>
                  </a:cubicBezTo>
                  <a:lnTo>
                    <a:pt x="552" y="249"/>
                  </a:lnTo>
                  <a:cubicBezTo>
                    <a:pt x="552" y="107"/>
                    <a:pt x="445"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1"/>
            <p:cNvSpPr/>
            <p:nvPr/>
          </p:nvSpPr>
          <p:spPr>
            <a:xfrm>
              <a:off x="4720069" y="3155451"/>
              <a:ext cx="10787" cy="17057"/>
            </a:xfrm>
            <a:custGeom>
              <a:rect b="b" l="l" r="r" t="t"/>
              <a:pathLst>
                <a:path extrusionOk="0" h="846" w="535">
                  <a:moveTo>
                    <a:pt x="285" y="1"/>
                  </a:moveTo>
                  <a:cubicBezTo>
                    <a:pt x="108" y="1"/>
                    <a:pt x="1" y="107"/>
                    <a:pt x="1" y="250"/>
                  </a:cubicBezTo>
                  <a:lnTo>
                    <a:pt x="1" y="606"/>
                  </a:lnTo>
                  <a:cubicBezTo>
                    <a:pt x="19" y="766"/>
                    <a:pt x="143" y="846"/>
                    <a:pt x="268" y="846"/>
                  </a:cubicBezTo>
                  <a:cubicBezTo>
                    <a:pt x="392" y="846"/>
                    <a:pt x="517" y="766"/>
                    <a:pt x="535" y="606"/>
                  </a:cubicBezTo>
                  <a:lnTo>
                    <a:pt x="535" y="250"/>
                  </a:lnTo>
                  <a:cubicBezTo>
                    <a:pt x="535" y="107"/>
                    <a:pt x="42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1"/>
            <p:cNvSpPr/>
            <p:nvPr/>
          </p:nvSpPr>
          <p:spPr>
            <a:xfrm>
              <a:off x="4719726" y="3180574"/>
              <a:ext cx="11493" cy="11311"/>
            </a:xfrm>
            <a:custGeom>
              <a:rect b="b" l="l" r="r" t="t"/>
              <a:pathLst>
                <a:path extrusionOk="0" h="561" w="570">
                  <a:moveTo>
                    <a:pt x="302" y="0"/>
                  </a:moveTo>
                  <a:cubicBezTo>
                    <a:pt x="125" y="0"/>
                    <a:pt x="18" y="107"/>
                    <a:pt x="18" y="249"/>
                  </a:cubicBezTo>
                  <a:lnTo>
                    <a:pt x="18" y="320"/>
                  </a:lnTo>
                  <a:cubicBezTo>
                    <a:pt x="0" y="480"/>
                    <a:pt x="142" y="560"/>
                    <a:pt x="285" y="560"/>
                  </a:cubicBezTo>
                  <a:cubicBezTo>
                    <a:pt x="427" y="560"/>
                    <a:pt x="569" y="480"/>
                    <a:pt x="552" y="320"/>
                  </a:cubicBezTo>
                  <a:lnTo>
                    <a:pt x="552" y="249"/>
                  </a:lnTo>
                  <a:cubicBezTo>
                    <a:pt x="552" y="107"/>
                    <a:pt x="445"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61"/>
          <p:cNvGrpSpPr/>
          <p:nvPr/>
        </p:nvGrpSpPr>
        <p:grpSpPr>
          <a:xfrm>
            <a:off x="4978715" y="2576779"/>
            <a:ext cx="427984" cy="482356"/>
            <a:chOff x="3976859" y="2935942"/>
            <a:chExt cx="317096" cy="357380"/>
          </a:xfrm>
        </p:grpSpPr>
        <p:sp>
          <p:nvSpPr>
            <p:cNvPr id="2082" name="Google Shape;2082;p61"/>
            <p:cNvSpPr/>
            <p:nvPr/>
          </p:nvSpPr>
          <p:spPr>
            <a:xfrm>
              <a:off x="4033515" y="2961045"/>
              <a:ext cx="237494" cy="327157"/>
            </a:xfrm>
            <a:custGeom>
              <a:rect b="b" l="l" r="r" t="t"/>
              <a:pathLst>
                <a:path extrusionOk="0" h="16226" w="11779">
                  <a:moveTo>
                    <a:pt x="1" y="0"/>
                  </a:moveTo>
                  <a:lnTo>
                    <a:pt x="1" y="16225"/>
                  </a:lnTo>
                  <a:lnTo>
                    <a:pt x="11778" y="16225"/>
                  </a:lnTo>
                  <a:lnTo>
                    <a:pt x="117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1"/>
            <p:cNvSpPr/>
            <p:nvPr/>
          </p:nvSpPr>
          <p:spPr>
            <a:xfrm>
              <a:off x="4011276" y="2940963"/>
              <a:ext cx="236768" cy="327137"/>
            </a:xfrm>
            <a:custGeom>
              <a:rect b="b" l="l" r="r" t="t"/>
              <a:pathLst>
                <a:path extrusionOk="0" h="16225" w="11743">
                  <a:moveTo>
                    <a:pt x="1" y="0"/>
                  </a:moveTo>
                  <a:lnTo>
                    <a:pt x="1" y="16225"/>
                  </a:lnTo>
                  <a:lnTo>
                    <a:pt x="11743" y="16225"/>
                  </a:lnTo>
                  <a:lnTo>
                    <a:pt x="117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1"/>
            <p:cNvSpPr/>
            <p:nvPr/>
          </p:nvSpPr>
          <p:spPr>
            <a:xfrm>
              <a:off x="3983311" y="3190615"/>
              <a:ext cx="305623" cy="43067"/>
            </a:xfrm>
            <a:custGeom>
              <a:rect b="b" l="l" r="r" t="t"/>
              <a:pathLst>
                <a:path extrusionOk="0" h="2136" w="15158">
                  <a:moveTo>
                    <a:pt x="1388" y="0"/>
                  </a:moveTo>
                  <a:lnTo>
                    <a:pt x="0" y="1068"/>
                  </a:lnTo>
                  <a:lnTo>
                    <a:pt x="1388" y="2135"/>
                  </a:lnTo>
                  <a:lnTo>
                    <a:pt x="14482" y="2135"/>
                  </a:lnTo>
                  <a:cubicBezTo>
                    <a:pt x="14837" y="2135"/>
                    <a:pt x="15158" y="1815"/>
                    <a:pt x="15158" y="1423"/>
                  </a:cubicBezTo>
                  <a:lnTo>
                    <a:pt x="15158" y="712"/>
                  </a:lnTo>
                  <a:cubicBezTo>
                    <a:pt x="15158" y="320"/>
                    <a:pt x="14837" y="0"/>
                    <a:pt x="14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1"/>
            <p:cNvSpPr/>
            <p:nvPr/>
          </p:nvSpPr>
          <p:spPr>
            <a:xfrm>
              <a:off x="4248024" y="3191280"/>
              <a:ext cx="41636" cy="42402"/>
            </a:xfrm>
            <a:custGeom>
              <a:rect b="b" l="l" r="r" t="t"/>
              <a:pathLst>
                <a:path extrusionOk="0" h="2103" w="2065">
                  <a:moveTo>
                    <a:pt x="1412" y="0"/>
                  </a:moveTo>
                  <a:cubicBezTo>
                    <a:pt x="1392" y="0"/>
                    <a:pt x="1373" y="1"/>
                    <a:pt x="1353" y="3"/>
                  </a:cubicBezTo>
                  <a:lnTo>
                    <a:pt x="1" y="3"/>
                  </a:lnTo>
                  <a:lnTo>
                    <a:pt x="1" y="2102"/>
                  </a:lnTo>
                  <a:lnTo>
                    <a:pt x="1353" y="2102"/>
                  </a:lnTo>
                  <a:cubicBezTo>
                    <a:pt x="1744" y="2102"/>
                    <a:pt x="2064" y="1782"/>
                    <a:pt x="2064" y="1390"/>
                  </a:cubicBezTo>
                  <a:lnTo>
                    <a:pt x="2064" y="679"/>
                  </a:lnTo>
                  <a:cubicBezTo>
                    <a:pt x="2064" y="307"/>
                    <a:pt x="1776" y="0"/>
                    <a:pt x="1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1"/>
            <p:cNvSpPr/>
            <p:nvPr/>
          </p:nvSpPr>
          <p:spPr>
            <a:xfrm>
              <a:off x="4035108" y="2964452"/>
              <a:ext cx="182793" cy="77666"/>
            </a:xfrm>
            <a:custGeom>
              <a:rect b="b" l="l" r="r" t="t"/>
              <a:pathLst>
                <a:path extrusionOk="0" h="3852" w="9066">
                  <a:moveTo>
                    <a:pt x="3281" y="0"/>
                  </a:moveTo>
                  <a:cubicBezTo>
                    <a:pt x="3195" y="0"/>
                    <a:pt x="3118" y="64"/>
                    <a:pt x="3089" y="152"/>
                  </a:cubicBezTo>
                  <a:lnTo>
                    <a:pt x="1879" y="2962"/>
                  </a:lnTo>
                  <a:lnTo>
                    <a:pt x="989" y="970"/>
                  </a:lnTo>
                  <a:cubicBezTo>
                    <a:pt x="954" y="899"/>
                    <a:pt x="883" y="828"/>
                    <a:pt x="776" y="828"/>
                  </a:cubicBezTo>
                  <a:lnTo>
                    <a:pt x="278" y="828"/>
                  </a:lnTo>
                  <a:cubicBezTo>
                    <a:pt x="270" y="827"/>
                    <a:pt x="262" y="826"/>
                    <a:pt x="254" y="826"/>
                  </a:cubicBezTo>
                  <a:cubicBezTo>
                    <a:pt x="1" y="826"/>
                    <a:pt x="1" y="1363"/>
                    <a:pt x="254" y="1363"/>
                  </a:cubicBezTo>
                  <a:cubicBezTo>
                    <a:pt x="262" y="1363"/>
                    <a:pt x="270" y="1362"/>
                    <a:pt x="278" y="1361"/>
                  </a:cubicBezTo>
                  <a:lnTo>
                    <a:pt x="598" y="1361"/>
                  </a:lnTo>
                  <a:lnTo>
                    <a:pt x="1630" y="3710"/>
                  </a:lnTo>
                  <a:cubicBezTo>
                    <a:pt x="1701" y="3816"/>
                    <a:pt x="1772" y="3852"/>
                    <a:pt x="1879" y="3852"/>
                  </a:cubicBezTo>
                  <a:cubicBezTo>
                    <a:pt x="1986" y="3852"/>
                    <a:pt x="2092" y="3816"/>
                    <a:pt x="2128" y="3710"/>
                  </a:cubicBezTo>
                  <a:lnTo>
                    <a:pt x="3480" y="507"/>
                  </a:lnTo>
                  <a:lnTo>
                    <a:pt x="8746" y="507"/>
                  </a:lnTo>
                  <a:cubicBezTo>
                    <a:pt x="9056" y="507"/>
                    <a:pt x="9066" y="8"/>
                    <a:pt x="8776" y="8"/>
                  </a:cubicBezTo>
                  <a:cubicBezTo>
                    <a:pt x="8766" y="8"/>
                    <a:pt x="8756" y="8"/>
                    <a:pt x="8746" y="9"/>
                  </a:cubicBezTo>
                  <a:lnTo>
                    <a:pt x="3338" y="9"/>
                  </a:lnTo>
                  <a:cubicBezTo>
                    <a:pt x="3319" y="3"/>
                    <a:pt x="3300" y="0"/>
                    <a:pt x="3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1"/>
            <p:cNvSpPr/>
            <p:nvPr/>
          </p:nvSpPr>
          <p:spPr>
            <a:xfrm>
              <a:off x="4113621" y="2989655"/>
              <a:ext cx="43309" cy="52705"/>
            </a:xfrm>
            <a:custGeom>
              <a:rect b="b" l="l" r="r" t="t"/>
              <a:pathLst>
                <a:path extrusionOk="0" h="2614" w="2148">
                  <a:moveTo>
                    <a:pt x="391" y="0"/>
                  </a:moveTo>
                  <a:cubicBezTo>
                    <a:pt x="201" y="0"/>
                    <a:pt x="1" y="225"/>
                    <a:pt x="155" y="432"/>
                  </a:cubicBezTo>
                  <a:lnTo>
                    <a:pt x="796" y="1321"/>
                  </a:lnTo>
                  <a:lnTo>
                    <a:pt x="155" y="2211"/>
                  </a:lnTo>
                  <a:cubicBezTo>
                    <a:pt x="49" y="2317"/>
                    <a:pt x="84" y="2495"/>
                    <a:pt x="226" y="2566"/>
                  </a:cubicBezTo>
                  <a:cubicBezTo>
                    <a:pt x="271" y="2596"/>
                    <a:pt x="321" y="2613"/>
                    <a:pt x="372" y="2613"/>
                  </a:cubicBezTo>
                  <a:cubicBezTo>
                    <a:pt x="445" y="2613"/>
                    <a:pt x="520" y="2579"/>
                    <a:pt x="582" y="2495"/>
                  </a:cubicBezTo>
                  <a:lnTo>
                    <a:pt x="1080" y="1748"/>
                  </a:lnTo>
                  <a:lnTo>
                    <a:pt x="1650" y="2495"/>
                  </a:lnTo>
                  <a:cubicBezTo>
                    <a:pt x="1691" y="2579"/>
                    <a:pt x="1757" y="2613"/>
                    <a:pt x="1834" y="2613"/>
                  </a:cubicBezTo>
                  <a:cubicBezTo>
                    <a:pt x="1888" y="2613"/>
                    <a:pt x="1947" y="2596"/>
                    <a:pt x="2006" y="2566"/>
                  </a:cubicBezTo>
                  <a:cubicBezTo>
                    <a:pt x="2112" y="2495"/>
                    <a:pt x="2148" y="2317"/>
                    <a:pt x="2077" y="2211"/>
                  </a:cubicBezTo>
                  <a:lnTo>
                    <a:pt x="1436" y="1321"/>
                  </a:lnTo>
                  <a:lnTo>
                    <a:pt x="2077" y="432"/>
                  </a:lnTo>
                  <a:cubicBezTo>
                    <a:pt x="2148" y="325"/>
                    <a:pt x="2112" y="147"/>
                    <a:pt x="2006" y="76"/>
                  </a:cubicBezTo>
                  <a:cubicBezTo>
                    <a:pt x="1946" y="31"/>
                    <a:pt x="1886" y="11"/>
                    <a:pt x="1832" y="11"/>
                  </a:cubicBezTo>
                  <a:cubicBezTo>
                    <a:pt x="1756" y="11"/>
                    <a:pt x="1691" y="49"/>
                    <a:pt x="1650" y="111"/>
                  </a:cubicBezTo>
                  <a:lnTo>
                    <a:pt x="1116" y="859"/>
                  </a:lnTo>
                  <a:lnTo>
                    <a:pt x="582" y="111"/>
                  </a:lnTo>
                  <a:cubicBezTo>
                    <a:pt x="533" y="33"/>
                    <a:pt x="463"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1"/>
            <p:cNvSpPr/>
            <p:nvPr/>
          </p:nvSpPr>
          <p:spPr>
            <a:xfrm>
              <a:off x="4035673" y="3057179"/>
              <a:ext cx="53108" cy="10767"/>
            </a:xfrm>
            <a:custGeom>
              <a:rect b="b" l="l" r="r" t="t"/>
              <a:pathLst>
                <a:path extrusionOk="0" h="534" w="2634">
                  <a:moveTo>
                    <a:pt x="250" y="0"/>
                  </a:moveTo>
                  <a:cubicBezTo>
                    <a:pt x="107" y="0"/>
                    <a:pt x="1" y="107"/>
                    <a:pt x="1" y="285"/>
                  </a:cubicBezTo>
                  <a:cubicBezTo>
                    <a:pt x="1" y="427"/>
                    <a:pt x="107" y="534"/>
                    <a:pt x="250" y="534"/>
                  </a:cubicBezTo>
                  <a:lnTo>
                    <a:pt x="2349" y="534"/>
                  </a:lnTo>
                  <a:cubicBezTo>
                    <a:pt x="2491" y="534"/>
                    <a:pt x="2634" y="427"/>
                    <a:pt x="2634" y="285"/>
                  </a:cubicBezTo>
                  <a:cubicBezTo>
                    <a:pt x="2634" y="107"/>
                    <a:pt x="2491" y="0"/>
                    <a:pt x="2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1"/>
            <p:cNvSpPr/>
            <p:nvPr/>
          </p:nvSpPr>
          <p:spPr>
            <a:xfrm>
              <a:off x="4035673" y="3081556"/>
              <a:ext cx="53108" cy="10081"/>
            </a:xfrm>
            <a:custGeom>
              <a:rect b="b" l="l" r="r" t="t"/>
              <a:pathLst>
                <a:path extrusionOk="0" h="500" w="2634">
                  <a:moveTo>
                    <a:pt x="250" y="1"/>
                  </a:moveTo>
                  <a:cubicBezTo>
                    <a:pt x="107" y="1"/>
                    <a:pt x="1" y="108"/>
                    <a:pt x="1" y="250"/>
                  </a:cubicBezTo>
                  <a:cubicBezTo>
                    <a:pt x="1" y="392"/>
                    <a:pt x="107" y="499"/>
                    <a:pt x="250" y="499"/>
                  </a:cubicBezTo>
                  <a:lnTo>
                    <a:pt x="2349" y="499"/>
                  </a:lnTo>
                  <a:cubicBezTo>
                    <a:pt x="2491" y="499"/>
                    <a:pt x="2634" y="392"/>
                    <a:pt x="2634" y="250"/>
                  </a:cubicBezTo>
                  <a:cubicBezTo>
                    <a:pt x="2634" y="108"/>
                    <a:pt x="2491" y="1"/>
                    <a:pt x="2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1"/>
            <p:cNvSpPr/>
            <p:nvPr/>
          </p:nvSpPr>
          <p:spPr>
            <a:xfrm>
              <a:off x="4164088" y="3057179"/>
              <a:ext cx="52402" cy="10767"/>
            </a:xfrm>
            <a:custGeom>
              <a:rect b="b" l="l" r="r" t="t"/>
              <a:pathLst>
                <a:path extrusionOk="0" h="534" w="2599">
                  <a:moveTo>
                    <a:pt x="250" y="0"/>
                  </a:moveTo>
                  <a:cubicBezTo>
                    <a:pt x="107" y="0"/>
                    <a:pt x="1" y="107"/>
                    <a:pt x="1" y="249"/>
                  </a:cubicBezTo>
                  <a:cubicBezTo>
                    <a:pt x="1" y="427"/>
                    <a:pt x="107" y="534"/>
                    <a:pt x="250" y="534"/>
                  </a:cubicBezTo>
                  <a:lnTo>
                    <a:pt x="2349" y="534"/>
                  </a:lnTo>
                  <a:cubicBezTo>
                    <a:pt x="2491" y="534"/>
                    <a:pt x="2598" y="427"/>
                    <a:pt x="2598" y="249"/>
                  </a:cubicBezTo>
                  <a:cubicBezTo>
                    <a:pt x="2598" y="107"/>
                    <a:pt x="2491" y="0"/>
                    <a:pt x="2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1"/>
            <p:cNvSpPr/>
            <p:nvPr/>
          </p:nvSpPr>
          <p:spPr>
            <a:xfrm>
              <a:off x="4164088" y="3081556"/>
              <a:ext cx="52402" cy="10081"/>
            </a:xfrm>
            <a:custGeom>
              <a:rect b="b" l="l" r="r" t="t"/>
              <a:pathLst>
                <a:path extrusionOk="0" h="500" w="2599">
                  <a:moveTo>
                    <a:pt x="250" y="1"/>
                  </a:moveTo>
                  <a:cubicBezTo>
                    <a:pt x="107" y="1"/>
                    <a:pt x="1" y="108"/>
                    <a:pt x="1" y="250"/>
                  </a:cubicBezTo>
                  <a:cubicBezTo>
                    <a:pt x="1" y="392"/>
                    <a:pt x="107" y="499"/>
                    <a:pt x="250" y="499"/>
                  </a:cubicBezTo>
                  <a:lnTo>
                    <a:pt x="2349" y="499"/>
                  </a:lnTo>
                  <a:cubicBezTo>
                    <a:pt x="2491" y="499"/>
                    <a:pt x="2598" y="392"/>
                    <a:pt x="2598" y="250"/>
                  </a:cubicBezTo>
                  <a:cubicBezTo>
                    <a:pt x="2598" y="108"/>
                    <a:pt x="2491" y="1"/>
                    <a:pt x="2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1"/>
            <p:cNvSpPr/>
            <p:nvPr/>
          </p:nvSpPr>
          <p:spPr>
            <a:xfrm>
              <a:off x="4060069" y="3122425"/>
              <a:ext cx="35426" cy="41031"/>
            </a:xfrm>
            <a:custGeom>
              <a:rect b="b" l="l" r="r" t="t"/>
              <a:pathLst>
                <a:path extrusionOk="0" h="2035" w="1757">
                  <a:moveTo>
                    <a:pt x="328" y="1"/>
                  </a:moveTo>
                  <a:cubicBezTo>
                    <a:pt x="279" y="1"/>
                    <a:pt x="229" y="12"/>
                    <a:pt x="178" y="38"/>
                  </a:cubicBezTo>
                  <a:cubicBezTo>
                    <a:pt x="72" y="144"/>
                    <a:pt x="36" y="287"/>
                    <a:pt x="143" y="429"/>
                  </a:cubicBezTo>
                  <a:lnTo>
                    <a:pt x="534" y="1034"/>
                  </a:lnTo>
                  <a:lnTo>
                    <a:pt x="143" y="1603"/>
                  </a:lnTo>
                  <a:cubicBezTo>
                    <a:pt x="0" y="1781"/>
                    <a:pt x="143" y="2030"/>
                    <a:pt x="356" y="2030"/>
                  </a:cubicBezTo>
                  <a:cubicBezTo>
                    <a:pt x="427" y="2030"/>
                    <a:pt x="499" y="1995"/>
                    <a:pt x="570" y="1923"/>
                  </a:cubicBezTo>
                  <a:lnTo>
                    <a:pt x="854" y="1461"/>
                  </a:lnTo>
                  <a:lnTo>
                    <a:pt x="1175" y="1923"/>
                  </a:lnTo>
                  <a:cubicBezTo>
                    <a:pt x="1233" y="2002"/>
                    <a:pt x="1308" y="2034"/>
                    <a:pt x="1382" y="2034"/>
                  </a:cubicBezTo>
                  <a:cubicBezTo>
                    <a:pt x="1575" y="2034"/>
                    <a:pt x="1756" y="1809"/>
                    <a:pt x="1602" y="1603"/>
                  </a:cubicBezTo>
                  <a:lnTo>
                    <a:pt x="1175" y="1034"/>
                  </a:lnTo>
                  <a:lnTo>
                    <a:pt x="1602" y="429"/>
                  </a:lnTo>
                  <a:cubicBezTo>
                    <a:pt x="1673" y="287"/>
                    <a:pt x="1673" y="144"/>
                    <a:pt x="1530" y="38"/>
                  </a:cubicBezTo>
                  <a:cubicBezTo>
                    <a:pt x="1493" y="12"/>
                    <a:pt x="1446" y="1"/>
                    <a:pt x="1398" y="1"/>
                  </a:cubicBezTo>
                  <a:cubicBezTo>
                    <a:pt x="1311" y="1"/>
                    <a:pt x="1221" y="40"/>
                    <a:pt x="1175" y="109"/>
                  </a:cubicBezTo>
                  <a:lnTo>
                    <a:pt x="854" y="571"/>
                  </a:lnTo>
                  <a:lnTo>
                    <a:pt x="570" y="109"/>
                  </a:lnTo>
                  <a:cubicBezTo>
                    <a:pt x="501" y="40"/>
                    <a:pt x="417" y="1"/>
                    <a:pt x="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1"/>
            <p:cNvSpPr/>
            <p:nvPr/>
          </p:nvSpPr>
          <p:spPr>
            <a:xfrm>
              <a:off x="4127049" y="3122244"/>
              <a:ext cx="35809" cy="41131"/>
            </a:xfrm>
            <a:custGeom>
              <a:rect b="b" l="l" r="r" t="t"/>
              <a:pathLst>
                <a:path extrusionOk="0" h="2040" w="1776">
                  <a:moveTo>
                    <a:pt x="1400" y="1"/>
                  </a:moveTo>
                  <a:cubicBezTo>
                    <a:pt x="1324" y="1"/>
                    <a:pt x="1249" y="35"/>
                    <a:pt x="1197" y="118"/>
                  </a:cubicBezTo>
                  <a:lnTo>
                    <a:pt x="877" y="580"/>
                  </a:lnTo>
                  <a:lnTo>
                    <a:pt x="557" y="118"/>
                  </a:lnTo>
                  <a:cubicBezTo>
                    <a:pt x="508" y="39"/>
                    <a:pt x="440" y="7"/>
                    <a:pt x="371" y="7"/>
                  </a:cubicBezTo>
                  <a:cubicBezTo>
                    <a:pt x="189" y="7"/>
                    <a:pt x="1" y="232"/>
                    <a:pt x="130" y="438"/>
                  </a:cubicBezTo>
                  <a:lnTo>
                    <a:pt x="557" y="1043"/>
                  </a:lnTo>
                  <a:lnTo>
                    <a:pt x="130" y="1612"/>
                  </a:lnTo>
                  <a:cubicBezTo>
                    <a:pt x="59" y="1754"/>
                    <a:pt x="94" y="1897"/>
                    <a:pt x="201" y="2004"/>
                  </a:cubicBezTo>
                  <a:lnTo>
                    <a:pt x="237" y="2004"/>
                  </a:lnTo>
                  <a:cubicBezTo>
                    <a:pt x="272" y="2004"/>
                    <a:pt x="308" y="2039"/>
                    <a:pt x="379" y="2039"/>
                  </a:cubicBezTo>
                  <a:cubicBezTo>
                    <a:pt x="450" y="2039"/>
                    <a:pt x="557" y="2004"/>
                    <a:pt x="592" y="1932"/>
                  </a:cubicBezTo>
                  <a:lnTo>
                    <a:pt x="1624" y="438"/>
                  </a:lnTo>
                  <a:cubicBezTo>
                    <a:pt x="1776" y="210"/>
                    <a:pt x="1586" y="1"/>
                    <a:pt x="1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1"/>
            <p:cNvSpPr/>
            <p:nvPr/>
          </p:nvSpPr>
          <p:spPr>
            <a:xfrm>
              <a:off x="4095213" y="3127123"/>
              <a:ext cx="32320" cy="31937"/>
            </a:xfrm>
            <a:custGeom>
              <a:rect b="b" l="l" r="r" t="t"/>
              <a:pathLst>
                <a:path extrusionOk="0" h="1584" w="1603">
                  <a:moveTo>
                    <a:pt x="801" y="0"/>
                  </a:moveTo>
                  <a:cubicBezTo>
                    <a:pt x="668" y="0"/>
                    <a:pt x="535" y="89"/>
                    <a:pt x="535" y="267"/>
                  </a:cubicBezTo>
                  <a:lnTo>
                    <a:pt x="535" y="516"/>
                  </a:lnTo>
                  <a:lnTo>
                    <a:pt x="286" y="516"/>
                  </a:lnTo>
                  <a:cubicBezTo>
                    <a:pt x="143" y="516"/>
                    <a:pt x="1" y="623"/>
                    <a:pt x="36" y="801"/>
                  </a:cubicBezTo>
                  <a:cubicBezTo>
                    <a:pt x="1" y="943"/>
                    <a:pt x="143" y="1050"/>
                    <a:pt x="286" y="1050"/>
                  </a:cubicBezTo>
                  <a:lnTo>
                    <a:pt x="535" y="1050"/>
                  </a:lnTo>
                  <a:lnTo>
                    <a:pt x="535" y="1299"/>
                  </a:lnTo>
                  <a:cubicBezTo>
                    <a:pt x="535" y="1441"/>
                    <a:pt x="641" y="1584"/>
                    <a:pt x="819" y="1584"/>
                  </a:cubicBezTo>
                  <a:cubicBezTo>
                    <a:pt x="962" y="1584"/>
                    <a:pt x="1068" y="1441"/>
                    <a:pt x="1068" y="1299"/>
                  </a:cubicBezTo>
                  <a:lnTo>
                    <a:pt x="1068" y="1050"/>
                  </a:lnTo>
                  <a:lnTo>
                    <a:pt x="1317" y="1050"/>
                  </a:lnTo>
                  <a:cubicBezTo>
                    <a:pt x="1460" y="1050"/>
                    <a:pt x="1602" y="943"/>
                    <a:pt x="1602" y="801"/>
                  </a:cubicBezTo>
                  <a:cubicBezTo>
                    <a:pt x="1602" y="623"/>
                    <a:pt x="1460" y="516"/>
                    <a:pt x="1317" y="516"/>
                  </a:cubicBezTo>
                  <a:lnTo>
                    <a:pt x="1068" y="516"/>
                  </a:lnTo>
                  <a:lnTo>
                    <a:pt x="1068" y="267"/>
                  </a:lnTo>
                  <a:cubicBezTo>
                    <a:pt x="1068" y="89"/>
                    <a:pt x="935" y="0"/>
                    <a:pt x="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1"/>
            <p:cNvSpPr/>
            <p:nvPr/>
          </p:nvSpPr>
          <p:spPr>
            <a:xfrm>
              <a:off x="4190642" y="3128151"/>
              <a:ext cx="27986" cy="10101"/>
            </a:xfrm>
            <a:custGeom>
              <a:rect b="b" l="l" r="r" t="t"/>
              <a:pathLst>
                <a:path extrusionOk="0" h="501" w="1388">
                  <a:moveTo>
                    <a:pt x="290" y="1"/>
                  </a:moveTo>
                  <a:cubicBezTo>
                    <a:pt x="0" y="1"/>
                    <a:pt x="10" y="501"/>
                    <a:pt x="320" y="501"/>
                  </a:cubicBezTo>
                  <a:lnTo>
                    <a:pt x="1032" y="501"/>
                  </a:lnTo>
                  <a:cubicBezTo>
                    <a:pt x="1376" y="501"/>
                    <a:pt x="1387" y="1"/>
                    <a:pt x="1065" y="1"/>
                  </a:cubicBezTo>
                  <a:cubicBezTo>
                    <a:pt x="1055" y="1"/>
                    <a:pt x="1043" y="2"/>
                    <a:pt x="1032" y="3"/>
                  </a:cubicBezTo>
                  <a:lnTo>
                    <a:pt x="320" y="3"/>
                  </a:lnTo>
                  <a:cubicBezTo>
                    <a:pt x="310" y="2"/>
                    <a:pt x="300" y="1"/>
                    <a:pt x="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1"/>
            <p:cNvSpPr/>
            <p:nvPr/>
          </p:nvSpPr>
          <p:spPr>
            <a:xfrm>
              <a:off x="4191347" y="3147568"/>
              <a:ext cx="26574" cy="10787"/>
            </a:xfrm>
            <a:custGeom>
              <a:rect b="b" l="l" r="r" t="t"/>
              <a:pathLst>
                <a:path extrusionOk="0" h="535" w="1318">
                  <a:moveTo>
                    <a:pt x="285" y="0"/>
                  </a:moveTo>
                  <a:cubicBezTo>
                    <a:pt x="1" y="36"/>
                    <a:pt x="1" y="498"/>
                    <a:pt x="285" y="534"/>
                  </a:cubicBezTo>
                  <a:lnTo>
                    <a:pt x="997" y="534"/>
                  </a:lnTo>
                  <a:cubicBezTo>
                    <a:pt x="1317" y="498"/>
                    <a:pt x="1317" y="36"/>
                    <a:pt x="9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1"/>
            <p:cNvSpPr/>
            <p:nvPr/>
          </p:nvSpPr>
          <p:spPr>
            <a:xfrm>
              <a:off x="4032084" y="3113675"/>
              <a:ext cx="24417" cy="58310"/>
            </a:xfrm>
            <a:custGeom>
              <a:rect b="b" l="l" r="r" t="t"/>
              <a:pathLst>
                <a:path extrusionOk="0" h="2892" w="1211">
                  <a:moveTo>
                    <a:pt x="926" y="0"/>
                  </a:moveTo>
                  <a:cubicBezTo>
                    <a:pt x="864" y="0"/>
                    <a:pt x="801" y="27"/>
                    <a:pt x="748" y="80"/>
                  </a:cubicBezTo>
                  <a:cubicBezTo>
                    <a:pt x="1" y="827"/>
                    <a:pt x="1" y="2073"/>
                    <a:pt x="748" y="2820"/>
                  </a:cubicBezTo>
                  <a:cubicBezTo>
                    <a:pt x="784" y="2856"/>
                    <a:pt x="855" y="2891"/>
                    <a:pt x="926" y="2891"/>
                  </a:cubicBezTo>
                  <a:cubicBezTo>
                    <a:pt x="997" y="2891"/>
                    <a:pt x="1068" y="2856"/>
                    <a:pt x="1104" y="2820"/>
                  </a:cubicBezTo>
                  <a:cubicBezTo>
                    <a:pt x="1211" y="2713"/>
                    <a:pt x="1211" y="2571"/>
                    <a:pt x="1104" y="2464"/>
                  </a:cubicBezTo>
                  <a:cubicBezTo>
                    <a:pt x="570" y="1895"/>
                    <a:pt x="570" y="1005"/>
                    <a:pt x="1104" y="436"/>
                  </a:cubicBezTo>
                  <a:cubicBezTo>
                    <a:pt x="1211" y="329"/>
                    <a:pt x="1211" y="187"/>
                    <a:pt x="1104" y="80"/>
                  </a:cubicBezTo>
                  <a:cubicBezTo>
                    <a:pt x="1050" y="27"/>
                    <a:pt x="988" y="0"/>
                    <a:pt x="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1"/>
            <p:cNvSpPr/>
            <p:nvPr/>
          </p:nvSpPr>
          <p:spPr>
            <a:xfrm>
              <a:off x="4162918" y="3113876"/>
              <a:ext cx="25586" cy="58108"/>
            </a:xfrm>
            <a:custGeom>
              <a:rect b="b" l="l" r="r" t="t"/>
              <a:pathLst>
                <a:path extrusionOk="0" h="2882" w="1269">
                  <a:moveTo>
                    <a:pt x="345" y="0"/>
                  </a:moveTo>
                  <a:cubicBezTo>
                    <a:pt x="153" y="0"/>
                    <a:pt x="1" y="234"/>
                    <a:pt x="165" y="426"/>
                  </a:cubicBezTo>
                  <a:cubicBezTo>
                    <a:pt x="699" y="995"/>
                    <a:pt x="699" y="1885"/>
                    <a:pt x="165" y="2454"/>
                  </a:cubicBezTo>
                  <a:cubicBezTo>
                    <a:pt x="59" y="2561"/>
                    <a:pt x="59" y="2703"/>
                    <a:pt x="165" y="2810"/>
                  </a:cubicBezTo>
                  <a:cubicBezTo>
                    <a:pt x="201" y="2846"/>
                    <a:pt x="272" y="2881"/>
                    <a:pt x="343" y="2881"/>
                  </a:cubicBezTo>
                  <a:cubicBezTo>
                    <a:pt x="414" y="2881"/>
                    <a:pt x="450" y="2846"/>
                    <a:pt x="521" y="2810"/>
                  </a:cubicBezTo>
                  <a:cubicBezTo>
                    <a:pt x="1268" y="2063"/>
                    <a:pt x="1268" y="817"/>
                    <a:pt x="521" y="70"/>
                  </a:cubicBezTo>
                  <a:cubicBezTo>
                    <a:pt x="464" y="21"/>
                    <a:pt x="403" y="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1"/>
            <p:cNvSpPr/>
            <p:nvPr/>
          </p:nvSpPr>
          <p:spPr>
            <a:xfrm>
              <a:off x="3976859" y="2935942"/>
              <a:ext cx="317096" cy="357380"/>
            </a:xfrm>
            <a:custGeom>
              <a:rect b="b" l="l" r="r" t="t"/>
              <a:pathLst>
                <a:path extrusionOk="0" h="17725" w="15727">
                  <a:moveTo>
                    <a:pt x="14766" y="12916"/>
                  </a:moveTo>
                  <a:cubicBezTo>
                    <a:pt x="15015" y="12916"/>
                    <a:pt x="15229" y="13129"/>
                    <a:pt x="15229" y="13378"/>
                  </a:cubicBezTo>
                  <a:lnTo>
                    <a:pt x="15229" y="14054"/>
                  </a:lnTo>
                  <a:cubicBezTo>
                    <a:pt x="15229" y="14303"/>
                    <a:pt x="15015" y="14517"/>
                    <a:pt x="14766" y="14517"/>
                  </a:cubicBezTo>
                  <a:lnTo>
                    <a:pt x="13699" y="14517"/>
                  </a:lnTo>
                  <a:lnTo>
                    <a:pt x="13699" y="12916"/>
                  </a:lnTo>
                  <a:close/>
                  <a:moveTo>
                    <a:pt x="13201" y="15015"/>
                  </a:moveTo>
                  <a:lnTo>
                    <a:pt x="13201" y="16225"/>
                  </a:lnTo>
                  <a:lnTo>
                    <a:pt x="1957" y="16225"/>
                  </a:lnTo>
                  <a:lnTo>
                    <a:pt x="1957" y="15015"/>
                  </a:lnTo>
                  <a:close/>
                  <a:moveTo>
                    <a:pt x="14304" y="15015"/>
                  </a:moveTo>
                  <a:lnTo>
                    <a:pt x="14304" y="17257"/>
                  </a:lnTo>
                  <a:lnTo>
                    <a:pt x="3096" y="17221"/>
                  </a:lnTo>
                  <a:lnTo>
                    <a:pt x="3096" y="16794"/>
                  </a:lnTo>
                  <a:lnTo>
                    <a:pt x="13450" y="16794"/>
                  </a:lnTo>
                  <a:cubicBezTo>
                    <a:pt x="13592" y="16794"/>
                    <a:pt x="13699" y="16652"/>
                    <a:pt x="13699" y="16509"/>
                  </a:cubicBezTo>
                  <a:lnTo>
                    <a:pt x="13699" y="15015"/>
                  </a:lnTo>
                  <a:close/>
                  <a:moveTo>
                    <a:pt x="1708" y="0"/>
                  </a:moveTo>
                  <a:cubicBezTo>
                    <a:pt x="1566" y="0"/>
                    <a:pt x="1459" y="107"/>
                    <a:pt x="1459" y="249"/>
                  </a:cubicBezTo>
                  <a:lnTo>
                    <a:pt x="1459" y="9144"/>
                  </a:lnTo>
                  <a:cubicBezTo>
                    <a:pt x="1477" y="9304"/>
                    <a:pt x="1592" y="9384"/>
                    <a:pt x="1708" y="9384"/>
                  </a:cubicBezTo>
                  <a:cubicBezTo>
                    <a:pt x="1824" y="9384"/>
                    <a:pt x="1939" y="9304"/>
                    <a:pt x="1957" y="9144"/>
                  </a:cubicBezTo>
                  <a:lnTo>
                    <a:pt x="1957" y="534"/>
                  </a:lnTo>
                  <a:lnTo>
                    <a:pt x="13201" y="534"/>
                  </a:lnTo>
                  <a:lnTo>
                    <a:pt x="13201" y="12382"/>
                  </a:lnTo>
                  <a:lnTo>
                    <a:pt x="11528" y="12382"/>
                  </a:lnTo>
                  <a:cubicBezTo>
                    <a:pt x="11172" y="12382"/>
                    <a:pt x="11172" y="12880"/>
                    <a:pt x="11528" y="12880"/>
                  </a:cubicBezTo>
                  <a:lnTo>
                    <a:pt x="13201" y="12880"/>
                  </a:lnTo>
                  <a:lnTo>
                    <a:pt x="13201" y="14481"/>
                  </a:lnTo>
                  <a:lnTo>
                    <a:pt x="1815" y="14481"/>
                  </a:lnTo>
                  <a:lnTo>
                    <a:pt x="1103" y="13948"/>
                  </a:lnTo>
                  <a:lnTo>
                    <a:pt x="1352" y="13948"/>
                  </a:lnTo>
                  <a:cubicBezTo>
                    <a:pt x="1494" y="13948"/>
                    <a:pt x="1601" y="13841"/>
                    <a:pt x="1601" y="13699"/>
                  </a:cubicBezTo>
                  <a:cubicBezTo>
                    <a:pt x="1601" y="13556"/>
                    <a:pt x="1494" y="13414"/>
                    <a:pt x="1352" y="13414"/>
                  </a:cubicBezTo>
                  <a:lnTo>
                    <a:pt x="1103" y="13414"/>
                  </a:lnTo>
                  <a:lnTo>
                    <a:pt x="1815" y="12880"/>
                  </a:lnTo>
                  <a:lnTo>
                    <a:pt x="10318" y="12880"/>
                  </a:lnTo>
                  <a:cubicBezTo>
                    <a:pt x="10674" y="12880"/>
                    <a:pt x="10674" y="12382"/>
                    <a:pt x="10318" y="12382"/>
                  </a:cubicBezTo>
                  <a:lnTo>
                    <a:pt x="1957" y="12382"/>
                  </a:lnTo>
                  <a:lnTo>
                    <a:pt x="1957" y="10354"/>
                  </a:lnTo>
                  <a:cubicBezTo>
                    <a:pt x="1939" y="10194"/>
                    <a:pt x="1824" y="10114"/>
                    <a:pt x="1708" y="10114"/>
                  </a:cubicBezTo>
                  <a:cubicBezTo>
                    <a:pt x="1592" y="10114"/>
                    <a:pt x="1477" y="10194"/>
                    <a:pt x="1459" y="10354"/>
                  </a:cubicBezTo>
                  <a:lnTo>
                    <a:pt x="1459" y="12524"/>
                  </a:lnTo>
                  <a:lnTo>
                    <a:pt x="142" y="13485"/>
                  </a:lnTo>
                  <a:cubicBezTo>
                    <a:pt x="0" y="13592"/>
                    <a:pt x="0" y="13805"/>
                    <a:pt x="142" y="13912"/>
                  </a:cubicBezTo>
                  <a:lnTo>
                    <a:pt x="1459" y="14873"/>
                  </a:lnTo>
                  <a:lnTo>
                    <a:pt x="1459" y="16509"/>
                  </a:lnTo>
                  <a:cubicBezTo>
                    <a:pt x="1459" y="16652"/>
                    <a:pt x="1566" y="16759"/>
                    <a:pt x="1708" y="16759"/>
                  </a:cubicBezTo>
                  <a:lnTo>
                    <a:pt x="2562" y="16759"/>
                  </a:lnTo>
                  <a:lnTo>
                    <a:pt x="2562" y="17470"/>
                  </a:lnTo>
                  <a:cubicBezTo>
                    <a:pt x="2562" y="17612"/>
                    <a:pt x="2669" y="17719"/>
                    <a:pt x="2811" y="17719"/>
                  </a:cubicBezTo>
                  <a:lnTo>
                    <a:pt x="14588" y="17719"/>
                  </a:lnTo>
                  <a:cubicBezTo>
                    <a:pt x="14603" y="17723"/>
                    <a:pt x="14618" y="17725"/>
                    <a:pt x="14632" y="17725"/>
                  </a:cubicBezTo>
                  <a:cubicBezTo>
                    <a:pt x="14752" y="17725"/>
                    <a:pt x="14837" y="17597"/>
                    <a:pt x="14837" y="17470"/>
                  </a:cubicBezTo>
                  <a:lnTo>
                    <a:pt x="14837" y="15015"/>
                  </a:lnTo>
                  <a:cubicBezTo>
                    <a:pt x="15335" y="14980"/>
                    <a:pt x="15727" y="14553"/>
                    <a:pt x="15727" y="14054"/>
                  </a:cubicBezTo>
                  <a:lnTo>
                    <a:pt x="15727" y="13343"/>
                  </a:lnTo>
                  <a:cubicBezTo>
                    <a:pt x="15727" y="12845"/>
                    <a:pt x="15335" y="12418"/>
                    <a:pt x="14837" y="12382"/>
                  </a:cubicBezTo>
                  <a:lnTo>
                    <a:pt x="14837" y="6582"/>
                  </a:lnTo>
                  <a:cubicBezTo>
                    <a:pt x="14837" y="6405"/>
                    <a:pt x="14731" y="6298"/>
                    <a:pt x="14588" y="6298"/>
                  </a:cubicBezTo>
                  <a:cubicBezTo>
                    <a:pt x="14446" y="6298"/>
                    <a:pt x="14304" y="6405"/>
                    <a:pt x="14304" y="6582"/>
                  </a:cubicBezTo>
                  <a:lnTo>
                    <a:pt x="14304" y="12382"/>
                  </a:lnTo>
                  <a:lnTo>
                    <a:pt x="13734" y="12382"/>
                  </a:lnTo>
                  <a:lnTo>
                    <a:pt x="13734" y="1494"/>
                  </a:lnTo>
                  <a:lnTo>
                    <a:pt x="14304" y="1494"/>
                  </a:lnTo>
                  <a:lnTo>
                    <a:pt x="14304" y="5373"/>
                  </a:lnTo>
                  <a:cubicBezTo>
                    <a:pt x="14304" y="5515"/>
                    <a:pt x="14446" y="5622"/>
                    <a:pt x="14588" y="5622"/>
                  </a:cubicBezTo>
                  <a:cubicBezTo>
                    <a:pt x="14731" y="5622"/>
                    <a:pt x="14837" y="5515"/>
                    <a:pt x="14837" y="5373"/>
                  </a:cubicBezTo>
                  <a:lnTo>
                    <a:pt x="14837" y="1245"/>
                  </a:lnTo>
                  <a:cubicBezTo>
                    <a:pt x="14837" y="1103"/>
                    <a:pt x="14731" y="996"/>
                    <a:pt x="14588" y="996"/>
                  </a:cubicBezTo>
                  <a:lnTo>
                    <a:pt x="13734" y="996"/>
                  </a:lnTo>
                  <a:lnTo>
                    <a:pt x="13734" y="249"/>
                  </a:lnTo>
                  <a:cubicBezTo>
                    <a:pt x="13734" y="107"/>
                    <a:pt x="13592" y="0"/>
                    <a:pt x="13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61"/>
          <p:cNvGrpSpPr/>
          <p:nvPr/>
        </p:nvGrpSpPr>
        <p:grpSpPr>
          <a:xfrm>
            <a:off x="4950147" y="3598071"/>
            <a:ext cx="485132" cy="482492"/>
            <a:chOff x="3333332" y="2936104"/>
            <a:chExt cx="359437" cy="357481"/>
          </a:xfrm>
        </p:grpSpPr>
        <p:sp>
          <p:nvSpPr>
            <p:cNvPr id="2101" name="Google Shape;2101;p61"/>
            <p:cNvSpPr/>
            <p:nvPr/>
          </p:nvSpPr>
          <p:spPr>
            <a:xfrm>
              <a:off x="3362749" y="2940963"/>
              <a:ext cx="42361" cy="42341"/>
            </a:xfrm>
            <a:custGeom>
              <a:rect b="b" l="l" r="r" t="t"/>
              <a:pathLst>
                <a:path extrusionOk="0" h="2100" w="2101">
                  <a:moveTo>
                    <a:pt x="1033" y="0"/>
                  </a:moveTo>
                  <a:lnTo>
                    <a:pt x="1" y="2099"/>
                  </a:lnTo>
                  <a:lnTo>
                    <a:pt x="2100" y="2099"/>
                  </a:lnTo>
                  <a:lnTo>
                    <a:pt x="10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1"/>
            <p:cNvSpPr/>
            <p:nvPr/>
          </p:nvSpPr>
          <p:spPr>
            <a:xfrm>
              <a:off x="3644702" y="3093754"/>
              <a:ext cx="42341" cy="42361"/>
            </a:xfrm>
            <a:custGeom>
              <a:rect b="b" l="l" r="r" t="t"/>
              <a:pathLst>
                <a:path extrusionOk="0" h="2101" w="2100">
                  <a:moveTo>
                    <a:pt x="0" y="1"/>
                  </a:moveTo>
                  <a:lnTo>
                    <a:pt x="0" y="2100"/>
                  </a:lnTo>
                  <a:lnTo>
                    <a:pt x="2099" y="10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1"/>
            <p:cNvSpPr/>
            <p:nvPr/>
          </p:nvSpPr>
          <p:spPr>
            <a:xfrm>
              <a:off x="3334058" y="2936104"/>
              <a:ext cx="358005" cy="357481"/>
            </a:xfrm>
            <a:custGeom>
              <a:rect b="b" l="l" r="r" t="t"/>
              <a:pathLst>
                <a:path extrusionOk="0" h="17730" w="17756">
                  <a:moveTo>
                    <a:pt x="2473" y="1"/>
                  </a:moveTo>
                  <a:cubicBezTo>
                    <a:pt x="2384" y="1"/>
                    <a:pt x="2296" y="45"/>
                    <a:pt x="2242" y="134"/>
                  </a:cubicBezTo>
                  <a:lnTo>
                    <a:pt x="1210" y="2234"/>
                  </a:lnTo>
                  <a:cubicBezTo>
                    <a:pt x="1104" y="2412"/>
                    <a:pt x="1246" y="2625"/>
                    <a:pt x="1424" y="2625"/>
                  </a:cubicBezTo>
                  <a:lnTo>
                    <a:pt x="2207" y="2625"/>
                  </a:lnTo>
                  <a:lnTo>
                    <a:pt x="2207" y="8603"/>
                  </a:lnTo>
                  <a:lnTo>
                    <a:pt x="285" y="8603"/>
                  </a:lnTo>
                  <a:cubicBezTo>
                    <a:pt x="1" y="8638"/>
                    <a:pt x="1" y="9065"/>
                    <a:pt x="285" y="9136"/>
                  </a:cubicBezTo>
                  <a:lnTo>
                    <a:pt x="2207" y="9136"/>
                  </a:lnTo>
                  <a:lnTo>
                    <a:pt x="2207" y="17462"/>
                  </a:lnTo>
                  <a:cubicBezTo>
                    <a:pt x="2207" y="17640"/>
                    <a:pt x="2340" y="17729"/>
                    <a:pt x="2473" y="17729"/>
                  </a:cubicBezTo>
                  <a:cubicBezTo>
                    <a:pt x="2607" y="17729"/>
                    <a:pt x="2740" y="17640"/>
                    <a:pt x="2740" y="17462"/>
                  </a:cubicBezTo>
                  <a:lnTo>
                    <a:pt x="2740" y="9136"/>
                  </a:lnTo>
                  <a:lnTo>
                    <a:pt x="4341" y="9136"/>
                  </a:lnTo>
                  <a:lnTo>
                    <a:pt x="4199" y="9492"/>
                  </a:lnTo>
                  <a:cubicBezTo>
                    <a:pt x="3523" y="11022"/>
                    <a:pt x="3203" y="12694"/>
                    <a:pt x="3203" y="14367"/>
                  </a:cubicBezTo>
                  <a:cubicBezTo>
                    <a:pt x="3203" y="14545"/>
                    <a:pt x="3327" y="14634"/>
                    <a:pt x="3452" y="14634"/>
                  </a:cubicBezTo>
                  <a:cubicBezTo>
                    <a:pt x="3576" y="14634"/>
                    <a:pt x="3701" y="14545"/>
                    <a:pt x="3701" y="14367"/>
                  </a:cubicBezTo>
                  <a:cubicBezTo>
                    <a:pt x="3701" y="12659"/>
                    <a:pt x="4057" y="10986"/>
                    <a:pt x="4768" y="9421"/>
                  </a:cubicBezTo>
                  <a:cubicBezTo>
                    <a:pt x="6974" y="13442"/>
                    <a:pt x="11209" y="15932"/>
                    <a:pt x="15798" y="15932"/>
                  </a:cubicBezTo>
                  <a:cubicBezTo>
                    <a:pt x="16154" y="15932"/>
                    <a:pt x="16154" y="15398"/>
                    <a:pt x="15798" y="15398"/>
                  </a:cubicBezTo>
                  <a:cubicBezTo>
                    <a:pt x="11386" y="15398"/>
                    <a:pt x="7295" y="12979"/>
                    <a:pt x="5195" y="9101"/>
                  </a:cubicBezTo>
                  <a:lnTo>
                    <a:pt x="15158" y="9101"/>
                  </a:lnTo>
                  <a:lnTo>
                    <a:pt x="15158" y="9883"/>
                  </a:lnTo>
                  <a:cubicBezTo>
                    <a:pt x="15158" y="10026"/>
                    <a:pt x="15265" y="10133"/>
                    <a:pt x="15407" y="10168"/>
                  </a:cubicBezTo>
                  <a:cubicBezTo>
                    <a:pt x="15443" y="10168"/>
                    <a:pt x="15478" y="10133"/>
                    <a:pt x="15514" y="10133"/>
                  </a:cubicBezTo>
                  <a:lnTo>
                    <a:pt x="15941" y="9919"/>
                  </a:lnTo>
                  <a:cubicBezTo>
                    <a:pt x="16083" y="9848"/>
                    <a:pt x="16119" y="9706"/>
                    <a:pt x="16048" y="9563"/>
                  </a:cubicBezTo>
                  <a:lnTo>
                    <a:pt x="16048" y="9563"/>
                  </a:lnTo>
                  <a:lnTo>
                    <a:pt x="16048" y="9599"/>
                  </a:lnTo>
                  <a:cubicBezTo>
                    <a:pt x="15995" y="9495"/>
                    <a:pt x="15905" y="9429"/>
                    <a:pt x="15805" y="9429"/>
                  </a:cubicBezTo>
                  <a:cubicBezTo>
                    <a:pt x="15768" y="9429"/>
                    <a:pt x="15730" y="9437"/>
                    <a:pt x="15692" y="9457"/>
                  </a:cubicBezTo>
                  <a:lnTo>
                    <a:pt x="15656" y="9457"/>
                  </a:lnTo>
                  <a:lnTo>
                    <a:pt x="15656" y="8211"/>
                  </a:lnTo>
                  <a:lnTo>
                    <a:pt x="16901" y="8852"/>
                  </a:lnTo>
                  <a:lnTo>
                    <a:pt x="16795" y="8923"/>
                  </a:lnTo>
                  <a:cubicBezTo>
                    <a:pt x="16525" y="8983"/>
                    <a:pt x="16710" y="9397"/>
                    <a:pt x="16903" y="9397"/>
                  </a:cubicBezTo>
                  <a:cubicBezTo>
                    <a:pt x="16939" y="9397"/>
                    <a:pt x="16975" y="9383"/>
                    <a:pt x="17008" y="9350"/>
                  </a:cubicBezTo>
                  <a:lnTo>
                    <a:pt x="17613" y="9065"/>
                  </a:lnTo>
                  <a:cubicBezTo>
                    <a:pt x="17684" y="9030"/>
                    <a:pt x="17755" y="8923"/>
                    <a:pt x="17755" y="8816"/>
                  </a:cubicBezTo>
                  <a:cubicBezTo>
                    <a:pt x="17755" y="8709"/>
                    <a:pt x="17684" y="8638"/>
                    <a:pt x="17613" y="8603"/>
                  </a:cubicBezTo>
                  <a:lnTo>
                    <a:pt x="15514" y="7535"/>
                  </a:lnTo>
                  <a:cubicBezTo>
                    <a:pt x="15478" y="7517"/>
                    <a:pt x="15434" y="7508"/>
                    <a:pt x="15389" y="7508"/>
                  </a:cubicBezTo>
                  <a:cubicBezTo>
                    <a:pt x="15345" y="7508"/>
                    <a:pt x="15300" y="7517"/>
                    <a:pt x="15265" y="7535"/>
                  </a:cubicBezTo>
                  <a:cubicBezTo>
                    <a:pt x="15194" y="7606"/>
                    <a:pt x="15122" y="7677"/>
                    <a:pt x="15122" y="7784"/>
                  </a:cubicBezTo>
                  <a:lnTo>
                    <a:pt x="15122" y="8567"/>
                  </a:lnTo>
                  <a:lnTo>
                    <a:pt x="5160" y="8567"/>
                  </a:lnTo>
                  <a:cubicBezTo>
                    <a:pt x="7279" y="4717"/>
                    <a:pt x="11292" y="2304"/>
                    <a:pt x="15702" y="2304"/>
                  </a:cubicBezTo>
                  <a:cubicBezTo>
                    <a:pt x="15734" y="2304"/>
                    <a:pt x="15766" y="2305"/>
                    <a:pt x="15798" y="2305"/>
                  </a:cubicBezTo>
                  <a:cubicBezTo>
                    <a:pt x="16083" y="2234"/>
                    <a:pt x="16083" y="1807"/>
                    <a:pt x="15798" y="1771"/>
                  </a:cubicBezTo>
                  <a:cubicBezTo>
                    <a:pt x="11209" y="1771"/>
                    <a:pt x="6974" y="4262"/>
                    <a:pt x="4768" y="8282"/>
                  </a:cubicBezTo>
                  <a:cubicBezTo>
                    <a:pt x="4057" y="6717"/>
                    <a:pt x="3701" y="5009"/>
                    <a:pt x="3701" y="3301"/>
                  </a:cubicBezTo>
                  <a:cubicBezTo>
                    <a:pt x="3701" y="3141"/>
                    <a:pt x="3568" y="3061"/>
                    <a:pt x="3434" y="3061"/>
                  </a:cubicBezTo>
                  <a:cubicBezTo>
                    <a:pt x="3301" y="3061"/>
                    <a:pt x="3167" y="3141"/>
                    <a:pt x="3167" y="3301"/>
                  </a:cubicBezTo>
                  <a:cubicBezTo>
                    <a:pt x="3167" y="5009"/>
                    <a:pt x="3523" y="6646"/>
                    <a:pt x="4164" y="8211"/>
                  </a:cubicBezTo>
                  <a:cubicBezTo>
                    <a:pt x="4235" y="8354"/>
                    <a:pt x="4270" y="8460"/>
                    <a:pt x="4341" y="8567"/>
                  </a:cubicBezTo>
                  <a:lnTo>
                    <a:pt x="2705" y="8567"/>
                  </a:lnTo>
                  <a:lnTo>
                    <a:pt x="2705" y="2625"/>
                  </a:lnTo>
                  <a:lnTo>
                    <a:pt x="3523" y="2625"/>
                  </a:lnTo>
                  <a:cubicBezTo>
                    <a:pt x="3701" y="2625"/>
                    <a:pt x="3808" y="2412"/>
                    <a:pt x="3737" y="2234"/>
                  </a:cubicBezTo>
                  <a:lnTo>
                    <a:pt x="3488" y="1736"/>
                  </a:lnTo>
                  <a:cubicBezTo>
                    <a:pt x="3433" y="1670"/>
                    <a:pt x="3365" y="1641"/>
                    <a:pt x="3299" y="1641"/>
                  </a:cubicBezTo>
                  <a:cubicBezTo>
                    <a:pt x="3150" y="1641"/>
                    <a:pt x="3011" y="1787"/>
                    <a:pt x="3061" y="1985"/>
                  </a:cubicBezTo>
                  <a:lnTo>
                    <a:pt x="3096" y="2091"/>
                  </a:lnTo>
                  <a:lnTo>
                    <a:pt x="1851" y="2091"/>
                  </a:lnTo>
                  <a:lnTo>
                    <a:pt x="2491" y="846"/>
                  </a:lnTo>
                  <a:lnTo>
                    <a:pt x="2491" y="882"/>
                  </a:lnTo>
                  <a:cubicBezTo>
                    <a:pt x="2546" y="947"/>
                    <a:pt x="2614" y="976"/>
                    <a:pt x="2681" y="976"/>
                  </a:cubicBezTo>
                  <a:cubicBezTo>
                    <a:pt x="2832" y="976"/>
                    <a:pt x="2978" y="830"/>
                    <a:pt x="2954" y="633"/>
                  </a:cubicBezTo>
                  <a:lnTo>
                    <a:pt x="2705" y="134"/>
                  </a:lnTo>
                  <a:cubicBezTo>
                    <a:pt x="2651" y="45"/>
                    <a:pt x="2562"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1"/>
            <p:cNvSpPr/>
            <p:nvPr/>
          </p:nvSpPr>
          <p:spPr>
            <a:xfrm>
              <a:off x="3659763" y="3046554"/>
              <a:ext cx="33006" cy="40769"/>
            </a:xfrm>
            <a:custGeom>
              <a:rect b="b" l="l" r="r" t="t"/>
              <a:pathLst>
                <a:path extrusionOk="0" h="2022" w="1637">
                  <a:moveTo>
                    <a:pt x="301" y="0"/>
                  </a:moveTo>
                  <a:cubicBezTo>
                    <a:pt x="245" y="0"/>
                    <a:pt x="187" y="20"/>
                    <a:pt x="143" y="65"/>
                  </a:cubicBezTo>
                  <a:cubicBezTo>
                    <a:pt x="36" y="136"/>
                    <a:pt x="0" y="314"/>
                    <a:pt x="71" y="420"/>
                  </a:cubicBezTo>
                  <a:lnTo>
                    <a:pt x="498" y="1025"/>
                  </a:lnTo>
                  <a:lnTo>
                    <a:pt x="71" y="1630"/>
                  </a:lnTo>
                  <a:cubicBezTo>
                    <a:pt x="0" y="1737"/>
                    <a:pt x="36" y="1915"/>
                    <a:pt x="143" y="1986"/>
                  </a:cubicBezTo>
                  <a:cubicBezTo>
                    <a:pt x="178" y="2022"/>
                    <a:pt x="249" y="2022"/>
                    <a:pt x="285" y="2022"/>
                  </a:cubicBezTo>
                  <a:cubicBezTo>
                    <a:pt x="392" y="2022"/>
                    <a:pt x="463" y="1986"/>
                    <a:pt x="498" y="1915"/>
                  </a:cubicBezTo>
                  <a:lnTo>
                    <a:pt x="819" y="1488"/>
                  </a:lnTo>
                  <a:lnTo>
                    <a:pt x="1139" y="1915"/>
                  </a:lnTo>
                  <a:cubicBezTo>
                    <a:pt x="1174" y="1986"/>
                    <a:pt x="1246" y="2022"/>
                    <a:pt x="1352" y="2022"/>
                  </a:cubicBezTo>
                  <a:cubicBezTo>
                    <a:pt x="1388" y="2022"/>
                    <a:pt x="1459" y="2022"/>
                    <a:pt x="1495" y="1986"/>
                  </a:cubicBezTo>
                  <a:cubicBezTo>
                    <a:pt x="1601" y="1915"/>
                    <a:pt x="1637" y="1737"/>
                    <a:pt x="1566" y="1630"/>
                  </a:cubicBezTo>
                  <a:lnTo>
                    <a:pt x="1139" y="1025"/>
                  </a:lnTo>
                  <a:lnTo>
                    <a:pt x="1566" y="420"/>
                  </a:lnTo>
                  <a:cubicBezTo>
                    <a:pt x="1637" y="314"/>
                    <a:pt x="1601" y="136"/>
                    <a:pt x="1495" y="65"/>
                  </a:cubicBezTo>
                  <a:cubicBezTo>
                    <a:pt x="1435" y="20"/>
                    <a:pt x="1375" y="0"/>
                    <a:pt x="1321" y="0"/>
                  </a:cubicBezTo>
                  <a:cubicBezTo>
                    <a:pt x="1246" y="0"/>
                    <a:pt x="1180" y="38"/>
                    <a:pt x="1139" y="100"/>
                  </a:cubicBezTo>
                  <a:lnTo>
                    <a:pt x="819" y="563"/>
                  </a:lnTo>
                  <a:lnTo>
                    <a:pt x="498" y="100"/>
                  </a:lnTo>
                  <a:cubicBezTo>
                    <a:pt x="457" y="38"/>
                    <a:pt x="380"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1"/>
            <p:cNvSpPr/>
            <p:nvPr/>
          </p:nvSpPr>
          <p:spPr>
            <a:xfrm>
              <a:off x="3333332" y="2997801"/>
              <a:ext cx="34841" cy="40748"/>
            </a:xfrm>
            <a:custGeom>
              <a:rect b="b" l="l" r="r" t="t"/>
              <a:pathLst>
                <a:path extrusionOk="0" h="2021" w="1728">
                  <a:moveTo>
                    <a:pt x="1364" y="1"/>
                  </a:moveTo>
                  <a:cubicBezTo>
                    <a:pt x="1285" y="1"/>
                    <a:pt x="1203" y="39"/>
                    <a:pt x="1140" y="134"/>
                  </a:cubicBezTo>
                  <a:lnTo>
                    <a:pt x="819" y="561"/>
                  </a:lnTo>
                  <a:lnTo>
                    <a:pt x="535" y="134"/>
                  </a:lnTo>
                  <a:cubicBezTo>
                    <a:pt x="472" y="51"/>
                    <a:pt x="397" y="16"/>
                    <a:pt x="318" y="16"/>
                  </a:cubicBezTo>
                  <a:cubicBezTo>
                    <a:pt x="261" y="16"/>
                    <a:pt x="202" y="34"/>
                    <a:pt x="143" y="63"/>
                  </a:cubicBezTo>
                  <a:cubicBezTo>
                    <a:pt x="37" y="134"/>
                    <a:pt x="1" y="312"/>
                    <a:pt x="108" y="419"/>
                  </a:cubicBezTo>
                  <a:lnTo>
                    <a:pt x="499" y="1024"/>
                  </a:lnTo>
                  <a:lnTo>
                    <a:pt x="108" y="1629"/>
                  </a:lnTo>
                  <a:cubicBezTo>
                    <a:pt x="1" y="1735"/>
                    <a:pt x="37" y="1913"/>
                    <a:pt x="143" y="1985"/>
                  </a:cubicBezTo>
                  <a:lnTo>
                    <a:pt x="179" y="1985"/>
                  </a:lnTo>
                  <a:cubicBezTo>
                    <a:pt x="214" y="2020"/>
                    <a:pt x="286" y="2020"/>
                    <a:pt x="321" y="2020"/>
                  </a:cubicBezTo>
                  <a:cubicBezTo>
                    <a:pt x="392" y="2020"/>
                    <a:pt x="499" y="1985"/>
                    <a:pt x="535" y="1913"/>
                  </a:cubicBezTo>
                  <a:lnTo>
                    <a:pt x="1602" y="419"/>
                  </a:lnTo>
                  <a:cubicBezTo>
                    <a:pt x="1727" y="219"/>
                    <a:pt x="1553" y="1"/>
                    <a:pt x="1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1"/>
            <p:cNvSpPr/>
            <p:nvPr/>
          </p:nvSpPr>
          <p:spPr>
            <a:xfrm>
              <a:off x="3576532" y="3182711"/>
              <a:ext cx="19396" cy="10787"/>
            </a:xfrm>
            <a:custGeom>
              <a:rect b="b" l="l" r="r" t="t"/>
              <a:pathLst>
                <a:path extrusionOk="0" h="535" w="962">
                  <a:moveTo>
                    <a:pt x="286" y="1"/>
                  </a:moveTo>
                  <a:cubicBezTo>
                    <a:pt x="1" y="36"/>
                    <a:pt x="1" y="499"/>
                    <a:pt x="286" y="535"/>
                  </a:cubicBezTo>
                  <a:lnTo>
                    <a:pt x="641" y="535"/>
                  </a:lnTo>
                  <a:cubicBezTo>
                    <a:pt x="962" y="499"/>
                    <a:pt x="962" y="36"/>
                    <a:pt x="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1"/>
            <p:cNvSpPr/>
            <p:nvPr/>
          </p:nvSpPr>
          <p:spPr>
            <a:xfrm>
              <a:off x="3575101" y="3164787"/>
              <a:ext cx="21554" cy="10061"/>
            </a:xfrm>
            <a:custGeom>
              <a:rect b="b" l="l" r="r" t="t"/>
              <a:pathLst>
                <a:path extrusionOk="0" h="499" w="1069">
                  <a:moveTo>
                    <a:pt x="357" y="0"/>
                  </a:moveTo>
                  <a:cubicBezTo>
                    <a:pt x="1" y="0"/>
                    <a:pt x="1" y="498"/>
                    <a:pt x="357" y="498"/>
                  </a:cubicBezTo>
                  <a:lnTo>
                    <a:pt x="712" y="498"/>
                  </a:lnTo>
                  <a:cubicBezTo>
                    <a:pt x="1068" y="498"/>
                    <a:pt x="1068" y="0"/>
                    <a:pt x="7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1"/>
            <p:cNvSpPr/>
            <p:nvPr/>
          </p:nvSpPr>
          <p:spPr>
            <a:xfrm>
              <a:off x="3602018" y="3161903"/>
              <a:ext cx="11493" cy="37159"/>
            </a:xfrm>
            <a:custGeom>
              <a:rect b="b" l="l" r="r" t="t"/>
              <a:pathLst>
                <a:path extrusionOk="0" h="1843" w="570">
                  <a:moveTo>
                    <a:pt x="285" y="1"/>
                  </a:moveTo>
                  <a:cubicBezTo>
                    <a:pt x="142" y="1"/>
                    <a:pt x="0" y="72"/>
                    <a:pt x="18" y="214"/>
                  </a:cubicBezTo>
                  <a:lnTo>
                    <a:pt x="18" y="1602"/>
                  </a:lnTo>
                  <a:cubicBezTo>
                    <a:pt x="0" y="1762"/>
                    <a:pt x="142" y="1842"/>
                    <a:pt x="285" y="1842"/>
                  </a:cubicBezTo>
                  <a:cubicBezTo>
                    <a:pt x="427" y="1842"/>
                    <a:pt x="569" y="1762"/>
                    <a:pt x="552" y="1602"/>
                  </a:cubicBezTo>
                  <a:lnTo>
                    <a:pt x="552" y="214"/>
                  </a:lnTo>
                  <a:cubicBezTo>
                    <a:pt x="569" y="72"/>
                    <a:pt x="427"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1"/>
            <p:cNvSpPr/>
            <p:nvPr/>
          </p:nvSpPr>
          <p:spPr>
            <a:xfrm>
              <a:off x="3620305" y="3167650"/>
              <a:ext cx="34458" cy="32300"/>
            </a:xfrm>
            <a:custGeom>
              <a:rect b="b" l="l" r="r" t="t"/>
              <a:pathLst>
                <a:path extrusionOk="0" h="1602" w="1709">
                  <a:moveTo>
                    <a:pt x="890" y="534"/>
                  </a:moveTo>
                  <a:cubicBezTo>
                    <a:pt x="961" y="570"/>
                    <a:pt x="1032" y="641"/>
                    <a:pt x="1068" y="712"/>
                  </a:cubicBezTo>
                  <a:cubicBezTo>
                    <a:pt x="1068" y="819"/>
                    <a:pt x="1068" y="890"/>
                    <a:pt x="1032" y="961"/>
                  </a:cubicBezTo>
                  <a:cubicBezTo>
                    <a:pt x="979" y="1041"/>
                    <a:pt x="885" y="1081"/>
                    <a:pt x="812" y="1081"/>
                  </a:cubicBezTo>
                  <a:cubicBezTo>
                    <a:pt x="788" y="1081"/>
                    <a:pt x="765" y="1077"/>
                    <a:pt x="748" y="1068"/>
                  </a:cubicBezTo>
                  <a:cubicBezTo>
                    <a:pt x="641" y="1032"/>
                    <a:pt x="570" y="961"/>
                    <a:pt x="534" y="890"/>
                  </a:cubicBezTo>
                  <a:cubicBezTo>
                    <a:pt x="534" y="783"/>
                    <a:pt x="534" y="712"/>
                    <a:pt x="605" y="641"/>
                  </a:cubicBezTo>
                  <a:cubicBezTo>
                    <a:pt x="641" y="570"/>
                    <a:pt x="712" y="534"/>
                    <a:pt x="819" y="534"/>
                  </a:cubicBezTo>
                  <a:close/>
                  <a:moveTo>
                    <a:pt x="819" y="1"/>
                  </a:moveTo>
                  <a:cubicBezTo>
                    <a:pt x="570" y="1"/>
                    <a:pt x="356" y="143"/>
                    <a:pt x="178" y="321"/>
                  </a:cubicBezTo>
                  <a:cubicBezTo>
                    <a:pt x="36" y="499"/>
                    <a:pt x="0" y="783"/>
                    <a:pt x="72" y="997"/>
                  </a:cubicBezTo>
                  <a:cubicBezTo>
                    <a:pt x="143" y="1282"/>
                    <a:pt x="321" y="1495"/>
                    <a:pt x="605" y="1566"/>
                  </a:cubicBezTo>
                  <a:cubicBezTo>
                    <a:pt x="676" y="1566"/>
                    <a:pt x="748" y="1602"/>
                    <a:pt x="819" y="1602"/>
                  </a:cubicBezTo>
                  <a:cubicBezTo>
                    <a:pt x="1317" y="1602"/>
                    <a:pt x="1708" y="1104"/>
                    <a:pt x="1566" y="605"/>
                  </a:cubicBezTo>
                  <a:cubicBezTo>
                    <a:pt x="1495" y="321"/>
                    <a:pt x="1281" y="107"/>
                    <a:pt x="1032" y="36"/>
                  </a:cubicBezTo>
                  <a:cubicBezTo>
                    <a:pt x="961" y="36"/>
                    <a:pt x="890" y="36"/>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1"/>
            <p:cNvSpPr/>
            <p:nvPr/>
          </p:nvSpPr>
          <p:spPr>
            <a:xfrm>
              <a:off x="3659763" y="3167650"/>
              <a:ext cx="32300" cy="53108"/>
            </a:xfrm>
            <a:custGeom>
              <a:rect b="b" l="l" r="r" t="t"/>
              <a:pathLst>
                <a:path extrusionOk="0" h="2634" w="1602">
                  <a:moveTo>
                    <a:pt x="890" y="534"/>
                  </a:moveTo>
                  <a:cubicBezTo>
                    <a:pt x="961" y="534"/>
                    <a:pt x="1032" y="605"/>
                    <a:pt x="1068" y="712"/>
                  </a:cubicBezTo>
                  <a:cubicBezTo>
                    <a:pt x="1103" y="783"/>
                    <a:pt x="1068" y="890"/>
                    <a:pt x="1032" y="926"/>
                  </a:cubicBezTo>
                  <a:lnTo>
                    <a:pt x="1032" y="961"/>
                  </a:lnTo>
                  <a:cubicBezTo>
                    <a:pt x="980" y="1013"/>
                    <a:pt x="909" y="1046"/>
                    <a:pt x="833" y="1046"/>
                  </a:cubicBezTo>
                  <a:cubicBezTo>
                    <a:pt x="805" y="1046"/>
                    <a:pt x="776" y="1042"/>
                    <a:pt x="747" y="1032"/>
                  </a:cubicBezTo>
                  <a:cubicBezTo>
                    <a:pt x="463" y="961"/>
                    <a:pt x="498" y="534"/>
                    <a:pt x="819" y="534"/>
                  </a:cubicBezTo>
                  <a:close/>
                  <a:moveTo>
                    <a:pt x="819" y="1"/>
                  </a:moveTo>
                  <a:cubicBezTo>
                    <a:pt x="570" y="1"/>
                    <a:pt x="356" y="107"/>
                    <a:pt x="214" y="321"/>
                  </a:cubicBezTo>
                  <a:cubicBezTo>
                    <a:pt x="36" y="499"/>
                    <a:pt x="0" y="748"/>
                    <a:pt x="71" y="997"/>
                  </a:cubicBezTo>
                  <a:cubicBezTo>
                    <a:pt x="143" y="1353"/>
                    <a:pt x="463" y="1566"/>
                    <a:pt x="819" y="1566"/>
                  </a:cubicBezTo>
                  <a:cubicBezTo>
                    <a:pt x="890" y="1566"/>
                    <a:pt x="997" y="1566"/>
                    <a:pt x="1068" y="1531"/>
                  </a:cubicBezTo>
                  <a:lnTo>
                    <a:pt x="1068" y="1851"/>
                  </a:lnTo>
                  <a:cubicBezTo>
                    <a:pt x="1068" y="1993"/>
                    <a:pt x="961" y="2100"/>
                    <a:pt x="819" y="2100"/>
                  </a:cubicBezTo>
                  <a:cubicBezTo>
                    <a:pt x="463" y="2100"/>
                    <a:pt x="463" y="2634"/>
                    <a:pt x="819" y="2634"/>
                  </a:cubicBezTo>
                  <a:cubicBezTo>
                    <a:pt x="1246" y="2634"/>
                    <a:pt x="1601" y="2278"/>
                    <a:pt x="1601" y="1851"/>
                  </a:cubicBezTo>
                  <a:lnTo>
                    <a:pt x="1601" y="783"/>
                  </a:lnTo>
                  <a:cubicBezTo>
                    <a:pt x="1601" y="712"/>
                    <a:pt x="1601" y="641"/>
                    <a:pt x="1601" y="605"/>
                  </a:cubicBezTo>
                  <a:lnTo>
                    <a:pt x="1566" y="605"/>
                  </a:lnTo>
                  <a:cubicBezTo>
                    <a:pt x="1495" y="321"/>
                    <a:pt x="1281" y="107"/>
                    <a:pt x="1032" y="36"/>
                  </a:cubicBezTo>
                  <a:cubicBezTo>
                    <a:pt x="961" y="1"/>
                    <a:pt x="890"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1"/>
            <p:cNvSpPr/>
            <p:nvPr/>
          </p:nvSpPr>
          <p:spPr>
            <a:xfrm>
              <a:off x="3538284" y="3160976"/>
              <a:ext cx="34679" cy="38974"/>
            </a:xfrm>
            <a:custGeom>
              <a:rect b="b" l="l" r="r" t="t"/>
              <a:pathLst>
                <a:path extrusionOk="0" h="1933" w="1720">
                  <a:moveTo>
                    <a:pt x="1421" y="0"/>
                  </a:moveTo>
                  <a:cubicBezTo>
                    <a:pt x="1342" y="0"/>
                    <a:pt x="1264" y="35"/>
                    <a:pt x="1222" y="118"/>
                  </a:cubicBezTo>
                  <a:lnTo>
                    <a:pt x="902" y="545"/>
                  </a:lnTo>
                  <a:lnTo>
                    <a:pt x="581" y="118"/>
                  </a:lnTo>
                  <a:cubicBezTo>
                    <a:pt x="522" y="39"/>
                    <a:pt x="446" y="6"/>
                    <a:pt x="372" y="6"/>
                  </a:cubicBezTo>
                  <a:cubicBezTo>
                    <a:pt x="180" y="6"/>
                    <a:pt x="0" y="223"/>
                    <a:pt x="154" y="403"/>
                  </a:cubicBezTo>
                  <a:lnTo>
                    <a:pt x="581" y="972"/>
                  </a:lnTo>
                  <a:lnTo>
                    <a:pt x="154" y="1506"/>
                  </a:lnTo>
                  <a:cubicBezTo>
                    <a:pt x="83" y="1613"/>
                    <a:pt x="83" y="1790"/>
                    <a:pt x="226" y="1862"/>
                  </a:cubicBezTo>
                  <a:cubicBezTo>
                    <a:pt x="261" y="1897"/>
                    <a:pt x="297" y="1933"/>
                    <a:pt x="368" y="1933"/>
                  </a:cubicBezTo>
                  <a:cubicBezTo>
                    <a:pt x="439" y="1933"/>
                    <a:pt x="546" y="1897"/>
                    <a:pt x="581" y="1826"/>
                  </a:cubicBezTo>
                  <a:lnTo>
                    <a:pt x="1115" y="1114"/>
                  </a:lnTo>
                  <a:lnTo>
                    <a:pt x="1613" y="403"/>
                  </a:lnTo>
                  <a:cubicBezTo>
                    <a:pt x="1720" y="296"/>
                    <a:pt x="1684" y="154"/>
                    <a:pt x="1578" y="47"/>
                  </a:cubicBezTo>
                  <a:cubicBezTo>
                    <a:pt x="1533" y="17"/>
                    <a:pt x="1477" y="0"/>
                    <a:pt x="14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 name="Google Shape;2112;p61"/>
          <p:cNvSpPr txBox="1"/>
          <p:nvPr/>
        </p:nvSpPr>
        <p:spPr>
          <a:xfrm>
            <a:off x="0" y="0"/>
            <a:ext cx="30000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p>
        </p:txBody>
      </p:sp>
      <p:pic>
        <p:nvPicPr>
          <p:cNvPr id="2113" name="Google Shape;2113;p61" title="Chart">
            <a:hlinkClick r:id="rId4"/>
          </p:cNvPr>
          <p:cNvPicPr preferRelativeResize="0"/>
          <p:nvPr/>
        </p:nvPicPr>
        <p:blipFill>
          <a:blip r:embed="rId5">
            <a:alphaModFix/>
          </a:blip>
          <a:stretch>
            <a:fillRect/>
          </a:stretch>
        </p:blipFill>
        <p:spPr>
          <a:xfrm>
            <a:off x="822960" y="1508760"/>
            <a:ext cx="3941064" cy="2441447"/>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7" name="Shape 2117"/>
        <p:cNvGrpSpPr/>
        <p:nvPr/>
      </p:nvGrpSpPr>
      <p:grpSpPr>
        <a:xfrm>
          <a:off x="0" y="0"/>
          <a:ext cx="0" cy="0"/>
          <a:chOff x="0" y="0"/>
          <a:chExt cx="0" cy="0"/>
        </a:xfrm>
      </p:grpSpPr>
      <p:sp>
        <p:nvSpPr>
          <p:cNvPr id="2118" name="Google Shape;2118;p62"/>
          <p:cNvSpPr/>
          <p:nvPr/>
        </p:nvSpPr>
        <p:spPr>
          <a:xfrm>
            <a:off x="1024800" y="1175450"/>
            <a:ext cx="1232100" cy="12321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2"/>
          <p:cNvSpPr txBox="1"/>
          <p:nvPr>
            <p:ph type="title"/>
          </p:nvPr>
        </p:nvSpPr>
        <p:spPr>
          <a:xfrm>
            <a:off x="948600" y="2636825"/>
            <a:ext cx="4673100" cy="11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SIMPLIFY, COMPARE AND ROUND FRACTIONS</a:t>
            </a:r>
            <a:endParaRPr/>
          </a:p>
        </p:txBody>
      </p:sp>
      <p:sp>
        <p:nvSpPr>
          <p:cNvPr id="2120" name="Google Shape;2120;p62"/>
          <p:cNvSpPr txBox="1"/>
          <p:nvPr>
            <p:ph idx="2" type="title"/>
          </p:nvPr>
        </p:nvSpPr>
        <p:spPr>
          <a:xfrm>
            <a:off x="1083900" y="1370600"/>
            <a:ext cx="1113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121" name="Google Shape;2121;p62"/>
          <p:cNvSpPr txBox="1"/>
          <p:nvPr>
            <p:ph idx="1" type="subTitle"/>
          </p:nvPr>
        </p:nvSpPr>
        <p:spPr>
          <a:xfrm>
            <a:off x="948600" y="3820850"/>
            <a:ext cx="4360200" cy="40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2122" name="Google Shape;2122;p62"/>
          <p:cNvGrpSpPr/>
          <p:nvPr/>
        </p:nvGrpSpPr>
        <p:grpSpPr>
          <a:xfrm rot="-1202489">
            <a:off x="6366225" y="2928232"/>
            <a:ext cx="1224564" cy="1245357"/>
            <a:chOff x="-5107387" y="3465875"/>
            <a:chExt cx="1007100" cy="1024200"/>
          </a:xfrm>
        </p:grpSpPr>
        <p:sp>
          <p:nvSpPr>
            <p:cNvPr id="2123" name="Google Shape;2123;p62"/>
            <p:cNvSpPr/>
            <p:nvPr/>
          </p:nvSpPr>
          <p:spPr>
            <a:xfrm>
              <a:off x="-4363212" y="3611850"/>
              <a:ext cx="178850" cy="134450"/>
            </a:xfrm>
            <a:custGeom>
              <a:rect b="b" l="l" r="r" t="t"/>
              <a:pathLst>
                <a:path extrusionOk="0" h="5378" w="7154">
                  <a:moveTo>
                    <a:pt x="6040" y="0"/>
                  </a:moveTo>
                  <a:lnTo>
                    <a:pt x="0" y="2169"/>
                  </a:lnTo>
                  <a:lnTo>
                    <a:pt x="1225" y="5377"/>
                  </a:lnTo>
                  <a:lnTo>
                    <a:pt x="7153" y="2587"/>
                  </a:lnTo>
                  <a:lnTo>
                    <a:pt x="5511" y="1812"/>
                  </a:lnTo>
                  <a:lnTo>
                    <a:pt x="6040"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2"/>
            <p:cNvSpPr/>
            <p:nvPr/>
          </p:nvSpPr>
          <p:spPr>
            <a:xfrm>
              <a:off x="-4317687" y="3746825"/>
              <a:ext cx="178850" cy="134450"/>
            </a:xfrm>
            <a:custGeom>
              <a:rect b="b" l="l" r="r" t="t"/>
              <a:pathLst>
                <a:path extrusionOk="0" h="5378" w="7154">
                  <a:moveTo>
                    <a:pt x="6041" y="0"/>
                  </a:moveTo>
                  <a:lnTo>
                    <a:pt x="1" y="2169"/>
                  </a:lnTo>
                  <a:lnTo>
                    <a:pt x="1226" y="5377"/>
                  </a:lnTo>
                  <a:lnTo>
                    <a:pt x="7154" y="2585"/>
                  </a:lnTo>
                  <a:lnTo>
                    <a:pt x="5512" y="1812"/>
                  </a:lnTo>
                  <a:lnTo>
                    <a:pt x="6041" y="0"/>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2"/>
            <p:cNvSpPr/>
            <p:nvPr/>
          </p:nvSpPr>
          <p:spPr>
            <a:xfrm>
              <a:off x="-4279137" y="3866200"/>
              <a:ext cx="178850" cy="134450"/>
            </a:xfrm>
            <a:custGeom>
              <a:rect b="b" l="l" r="r" t="t"/>
              <a:pathLst>
                <a:path extrusionOk="0" h="5378" w="7154">
                  <a:moveTo>
                    <a:pt x="6040" y="1"/>
                  </a:moveTo>
                  <a:lnTo>
                    <a:pt x="0" y="2169"/>
                  </a:lnTo>
                  <a:lnTo>
                    <a:pt x="1226" y="5378"/>
                  </a:lnTo>
                  <a:lnTo>
                    <a:pt x="7153" y="2587"/>
                  </a:lnTo>
                  <a:lnTo>
                    <a:pt x="5512" y="1812"/>
                  </a:lnTo>
                  <a:lnTo>
                    <a:pt x="6040" y="1"/>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2"/>
            <p:cNvSpPr/>
            <p:nvPr/>
          </p:nvSpPr>
          <p:spPr>
            <a:xfrm>
              <a:off x="-5107387" y="3465875"/>
              <a:ext cx="986700" cy="1024200"/>
            </a:xfrm>
            <a:custGeom>
              <a:rect b="b" l="l" r="r" t="t"/>
              <a:pathLst>
                <a:path extrusionOk="0" h="40968" w="39468">
                  <a:moveTo>
                    <a:pt x="29662" y="0"/>
                  </a:moveTo>
                  <a:cubicBezTo>
                    <a:pt x="20439" y="1674"/>
                    <a:pt x="11690" y="3978"/>
                    <a:pt x="6116" y="5569"/>
                  </a:cubicBezTo>
                  <a:cubicBezTo>
                    <a:pt x="5255" y="5816"/>
                    <a:pt x="4470" y="6045"/>
                    <a:pt x="3771" y="6251"/>
                  </a:cubicBezTo>
                  <a:cubicBezTo>
                    <a:pt x="1388" y="6956"/>
                    <a:pt x="0" y="7406"/>
                    <a:pt x="0" y="7406"/>
                  </a:cubicBezTo>
                  <a:cubicBezTo>
                    <a:pt x="1405" y="17936"/>
                    <a:pt x="9124" y="40968"/>
                    <a:pt x="9124" y="40968"/>
                  </a:cubicBezTo>
                  <a:cubicBezTo>
                    <a:pt x="10992" y="40708"/>
                    <a:pt x="13011" y="40349"/>
                    <a:pt x="15093" y="39931"/>
                  </a:cubicBezTo>
                  <a:cubicBezTo>
                    <a:pt x="26387" y="37663"/>
                    <a:pt x="39468" y="33606"/>
                    <a:pt x="39468" y="33606"/>
                  </a:cubicBezTo>
                  <a:cubicBezTo>
                    <a:pt x="39384" y="33232"/>
                    <a:pt x="39291" y="32845"/>
                    <a:pt x="39194" y="32444"/>
                  </a:cubicBezTo>
                  <a:cubicBezTo>
                    <a:pt x="36519" y="21353"/>
                    <a:pt x="29662" y="0"/>
                    <a:pt x="2966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2"/>
            <p:cNvSpPr/>
            <p:nvPr/>
          </p:nvSpPr>
          <p:spPr>
            <a:xfrm>
              <a:off x="-5107387" y="3605100"/>
              <a:ext cx="377325" cy="884975"/>
            </a:xfrm>
            <a:custGeom>
              <a:rect b="b" l="l" r="r" t="t"/>
              <a:pathLst>
                <a:path extrusionOk="0" h="35399" w="15093">
                  <a:moveTo>
                    <a:pt x="6116" y="0"/>
                  </a:moveTo>
                  <a:cubicBezTo>
                    <a:pt x="5255" y="247"/>
                    <a:pt x="4470" y="476"/>
                    <a:pt x="3771" y="682"/>
                  </a:cubicBezTo>
                  <a:cubicBezTo>
                    <a:pt x="1388" y="1387"/>
                    <a:pt x="0" y="1837"/>
                    <a:pt x="0" y="1837"/>
                  </a:cubicBezTo>
                  <a:cubicBezTo>
                    <a:pt x="1405" y="12367"/>
                    <a:pt x="9124" y="35399"/>
                    <a:pt x="9124" y="35399"/>
                  </a:cubicBezTo>
                  <a:cubicBezTo>
                    <a:pt x="10992" y="35139"/>
                    <a:pt x="13011" y="34780"/>
                    <a:pt x="15093" y="34362"/>
                  </a:cubicBezTo>
                  <a:cubicBezTo>
                    <a:pt x="13159" y="27860"/>
                    <a:pt x="9772" y="16337"/>
                    <a:pt x="8538" y="11976"/>
                  </a:cubicBezTo>
                  <a:cubicBezTo>
                    <a:pt x="8326" y="11223"/>
                    <a:pt x="8178" y="10683"/>
                    <a:pt x="8111" y="10419"/>
                  </a:cubicBezTo>
                  <a:cubicBezTo>
                    <a:pt x="7343" y="7350"/>
                    <a:pt x="7017" y="3396"/>
                    <a:pt x="611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2"/>
            <p:cNvSpPr/>
            <p:nvPr/>
          </p:nvSpPr>
          <p:spPr>
            <a:xfrm>
              <a:off x="-4778062" y="3747875"/>
              <a:ext cx="446225" cy="352950"/>
            </a:xfrm>
            <a:custGeom>
              <a:rect b="b" l="l" r="r" t="t"/>
              <a:pathLst>
                <a:path extrusionOk="0" h="14118" w="17849">
                  <a:moveTo>
                    <a:pt x="13982" y="1"/>
                  </a:moveTo>
                  <a:cubicBezTo>
                    <a:pt x="9409" y="1034"/>
                    <a:pt x="3684" y="2980"/>
                    <a:pt x="1063" y="3904"/>
                  </a:cubicBezTo>
                  <a:cubicBezTo>
                    <a:pt x="1264" y="4843"/>
                    <a:pt x="951" y="5891"/>
                    <a:pt x="1" y="6372"/>
                  </a:cubicBezTo>
                  <a:cubicBezTo>
                    <a:pt x="545" y="8870"/>
                    <a:pt x="1367" y="11443"/>
                    <a:pt x="1904" y="13013"/>
                  </a:cubicBezTo>
                  <a:cubicBezTo>
                    <a:pt x="2016" y="12999"/>
                    <a:pt x="2124" y="12991"/>
                    <a:pt x="2229" y="12991"/>
                  </a:cubicBezTo>
                  <a:cubicBezTo>
                    <a:pt x="3090" y="12991"/>
                    <a:pt x="3720" y="13470"/>
                    <a:pt x="4063" y="14118"/>
                  </a:cubicBezTo>
                  <a:cubicBezTo>
                    <a:pt x="8335" y="13001"/>
                    <a:pt x="13695" y="11282"/>
                    <a:pt x="16392" y="10396"/>
                  </a:cubicBezTo>
                  <a:cubicBezTo>
                    <a:pt x="16373" y="9501"/>
                    <a:pt x="16825" y="8608"/>
                    <a:pt x="17848" y="8282"/>
                  </a:cubicBezTo>
                  <a:cubicBezTo>
                    <a:pt x="17310" y="5347"/>
                    <a:pt x="16618" y="2734"/>
                    <a:pt x="16168" y="1172"/>
                  </a:cubicBezTo>
                  <a:cubicBezTo>
                    <a:pt x="16059" y="1186"/>
                    <a:pt x="15953" y="1193"/>
                    <a:pt x="15851" y="1193"/>
                  </a:cubicBezTo>
                  <a:cubicBezTo>
                    <a:pt x="14960" y="1193"/>
                    <a:pt x="14317" y="682"/>
                    <a:pt x="13982"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62"/>
          <p:cNvGrpSpPr/>
          <p:nvPr/>
        </p:nvGrpSpPr>
        <p:grpSpPr>
          <a:xfrm>
            <a:off x="7290950" y="1919600"/>
            <a:ext cx="798175" cy="487950"/>
            <a:chOff x="10325950" y="3352200"/>
            <a:chExt cx="798175" cy="487950"/>
          </a:xfrm>
        </p:grpSpPr>
        <p:sp>
          <p:nvSpPr>
            <p:cNvPr id="2130" name="Google Shape;2130;p62"/>
            <p:cNvSpPr/>
            <p:nvPr/>
          </p:nvSpPr>
          <p:spPr>
            <a:xfrm>
              <a:off x="10325950" y="3352200"/>
              <a:ext cx="798175" cy="487950"/>
            </a:xfrm>
            <a:custGeom>
              <a:rect b="b" l="l" r="r" t="t"/>
              <a:pathLst>
                <a:path extrusionOk="0" h="19518" w="31927">
                  <a:moveTo>
                    <a:pt x="22259" y="1"/>
                  </a:moveTo>
                  <a:cubicBezTo>
                    <a:pt x="21177" y="1"/>
                    <a:pt x="20185" y="414"/>
                    <a:pt x="19210" y="823"/>
                  </a:cubicBezTo>
                  <a:cubicBezTo>
                    <a:pt x="17445" y="1567"/>
                    <a:pt x="14349" y="2735"/>
                    <a:pt x="11225" y="3940"/>
                  </a:cubicBezTo>
                  <a:cubicBezTo>
                    <a:pt x="6661" y="5698"/>
                    <a:pt x="2031" y="7535"/>
                    <a:pt x="1371" y="8232"/>
                  </a:cubicBezTo>
                  <a:cubicBezTo>
                    <a:pt x="0" y="9686"/>
                    <a:pt x="607" y="12500"/>
                    <a:pt x="1364" y="14825"/>
                  </a:cubicBezTo>
                  <a:cubicBezTo>
                    <a:pt x="1465" y="15137"/>
                    <a:pt x="1569" y="15442"/>
                    <a:pt x="1672" y="15733"/>
                  </a:cubicBezTo>
                  <a:cubicBezTo>
                    <a:pt x="1937" y="16484"/>
                    <a:pt x="2382" y="17747"/>
                    <a:pt x="2841" y="18348"/>
                  </a:cubicBezTo>
                  <a:cubicBezTo>
                    <a:pt x="3523" y="19243"/>
                    <a:pt x="4385" y="19517"/>
                    <a:pt x="5246" y="19517"/>
                  </a:cubicBezTo>
                  <a:cubicBezTo>
                    <a:pt x="5789" y="19517"/>
                    <a:pt x="6333" y="19407"/>
                    <a:pt x="6830" y="19275"/>
                  </a:cubicBezTo>
                  <a:cubicBezTo>
                    <a:pt x="9702" y="18511"/>
                    <a:pt x="12523" y="17590"/>
                    <a:pt x="15308" y="16557"/>
                  </a:cubicBezTo>
                  <a:cubicBezTo>
                    <a:pt x="19868" y="14869"/>
                    <a:pt x="24326" y="12880"/>
                    <a:pt x="28730" y="10774"/>
                  </a:cubicBezTo>
                  <a:cubicBezTo>
                    <a:pt x="29344" y="10481"/>
                    <a:pt x="29956" y="10186"/>
                    <a:pt x="30567" y="9887"/>
                  </a:cubicBezTo>
                  <a:cubicBezTo>
                    <a:pt x="31687" y="9339"/>
                    <a:pt x="31926" y="7948"/>
                    <a:pt x="31702" y="6527"/>
                  </a:cubicBezTo>
                  <a:cubicBezTo>
                    <a:pt x="31468" y="5047"/>
                    <a:pt x="30733" y="3536"/>
                    <a:pt x="29967" y="2914"/>
                  </a:cubicBezTo>
                  <a:cubicBezTo>
                    <a:pt x="28834" y="1992"/>
                    <a:pt x="27428" y="1232"/>
                    <a:pt x="26101" y="631"/>
                  </a:cubicBezTo>
                  <a:cubicBezTo>
                    <a:pt x="24973" y="122"/>
                    <a:pt x="23701" y="72"/>
                    <a:pt x="22485" y="7"/>
                  </a:cubicBezTo>
                  <a:cubicBezTo>
                    <a:pt x="22409" y="3"/>
                    <a:pt x="22334" y="1"/>
                    <a:pt x="2225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2"/>
            <p:cNvSpPr/>
            <p:nvPr/>
          </p:nvSpPr>
          <p:spPr>
            <a:xfrm>
              <a:off x="10864950" y="3360750"/>
              <a:ext cx="48300" cy="160625"/>
            </a:xfrm>
            <a:custGeom>
              <a:rect b="b" l="l" r="r" t="t"/>
              <a:pathLst>
                <a:path extrusionOk="0" h="6425" w="1932">
                  <a:moveTo>
                    <a:pt x="283" y="0"/>
                  </a:moveTo>
                  <a:cubicBezTo>
                    <a:pt x="140" y="0"/>
                    <a:pt x="0" y="110"/>
                    <a:pt x="14" y="274"/>
                  </a:cubicBezTo>
                  <a:cubicBezTo>
                    <a:pt x="98" y="1339"/>
                    <a:pt x="459" y="2352"/>
                    <a:pt x="513" y="3430"/>
                  </a:cubicBezTo>
                  <a:cubicBezTo>
                    <a:pt x="557" y="4325"/>
                    <a:pt x="287" y="5491"/>
                    <a:pt x="774" y="6277"/>
                  </a:cubicBezTo>
                  <a:cubicBezTo>
                    <a:pt x="833" y="6374"/>
                    <a:pt x="945" y="6425"/>
                    <a:pt x="1056" y="6425"/>
                  </a:cubicBezTo>
                  <a:cubicBezTo>
                    <a:pt x="1150" y="6425"/>
                    <a:pt x="1244" y="6388"/>
                    <a:pt x="1304" y="6312"/>
                  </a:cubicBezTo>
                  <a:cubicBezTo>
                    <a:pt x="1931" y="5511"/>
                    <a:pt x="1735" y="4004"/>
                    <a:pt x="1639" y="3053"/>
                  </a:cubicBezTo>
                  <a:cubicBezTo>
                    <a:pt x="1530" y="1993"/>
                    <a:pt x="1305" y="780"/>
                    <a:pt x="453" y="62"/>
                  </a:cubicBezTo>
                  <a:cubicBezTo>
                    <a:pt x="403" y="19"/>
                    <a:pt x="343" y="0"/>
                    <a:pt x="283"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2"/>
            <p:cNvSpPr/>
            <p:nvPr/>
          </p:nvSpPr>
          <p:spPr>
            <a:xfrm>
              <a:off x="10360025" y="3535025"/>
              <a:ext cx="684175" cy="305125"/>
            </a:xfrm>
            <a:custGeom>
              <a:rect b="b" l="l" r="r" t="t"/>
              <a:pathLst>
                <a:path extrusionOk="0" h="12205" w="27367">
                  <a:moveTo>
                    <a:pt x="20840" y="1"/>
                  </a:moveTo>
                  <a:cubicBezTo>
                    <a:pt x="20811" y="1"/>
                    <a:pt x="20782" y="1"/>
                    <a:pt x="20753" y="2"/>
                  </a:cubicBezTo>
                  <a:cubicBezTo>
                    <a:pt x="19808" y="18"/>
                    <a:pt x="18935" y="346"/>
                    <a:pt x="18072" y="673"/>
                  </a:cubicBezTo>
                  <a:cubicBezTo>
                    <a:pt x="15961" y="1467"/>
                    <a:pt x="13852" y="2260"/>
                    <a:pt x="11741" y="3055"/>
                  </a:cubicBezTo>
                  <a:cubicBezTo>
                    <a:pt x="8624" y="4228"/>
                    <a:pt x="5511" y="5401"/>
                    <a:pt x="2397" y="6575"/>
                  </a:cubicBezTo>
                  <a:cubicBezTo>
                    <a:pt x="1694" y="6841"/>
                    <a:pt x="776" y="7067"/>
                    <a:pt x="1" y="7512"/>
                  </a:cubicBezTo>
                  <a:cubicBezTo>
                    <a:pt x="102" y="7824"/>
                    <a:pt x="206" y="8129"/>
                    <a:pt x="309" y="8420"/>
                  </a:cubicBezTo>
                  <a:cubicBezTo>
                    <a:pt x="574" y="9171"/>
                    <a:pt x="1019" y="10434"/>
                    <a:pt x="1478" y="11035"/>
                  </a:cubicBezTo>
                  <a:cubicBezTo>
                    <a:pt x="2160" y="11930"/>
                    <a:pt x="3022" y="12204"/>
                    <a:pt x="3883" y="12204"/>
                  </a:cubicBezTo>
                  <a:cubicBezTo>
                    <a:pt x="4426" y="12204"/>
                    <a:pt x="4970" y="12094"/>
                    <a:pt x="5467" y="11962"/>
                  </a:cubicBezTo>
                  <a:cubicBezTo>
                    <a:pt x="8339" y="11198"/>
                    <a:pt x="11160" y="10277"/>
                    <a:pt x="13945" y="9244"/>
                  </a:cubicBezTo>
                  <a:cubicBezTo>
                    <a:pt x="18505" y="7556"/>
                    <a:pt x="22963" y="5567"/>
                    <a:pt x="27367" y="3461"/>
                  </a:cubicBezTo>
                  <a:cubicBezTo>
                    <a:pt x="25290" y="1609"/>
                    <a:pt x="23023" y="1"/>
                    <a:pt x="20840"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 name="Google Shape;2133;p62"/>
          <p:cNvGrpSpPr/>
          <p:nvPr/>
        </p:nvGrpSpPr>
        <p:grpSpPr>
          <a:xfrm rot="3527965">
            <a:off x="4336007" y="952062"/>
            <a:ext cx="973433" cy="884289"/>
            <a:chOff x="8856200" y="2191500"/>
            <a:chExt cx="973500" cy="884350"/>
          </a:xfrm>
        </p:grpSpPr>
        <p:sp>
          <p:nvSpPr>
            <p:cNvPr id="2134" name="Google Shape;2134;p62"/>
            <p:cNvSpPr/>
            <p:nvPr/>
          </p:nvSpPr>
          <p:spPr>
            <a:xfrm>
              <a:off x="8856200" y="2759200"/>
              <a:ext cx="334825" cy="316650"/>
            </a:xfrm>
            <a:custGeom>
              <a:rect b="b" l="l" r="r" t="t"/>
              <a:pathLst>
                <a:path extrusionOk="0" h="12666" w="13393">
                  <a:moveTo>
                    <a:pt x="4955" y="0"/>
                  </a:moveTo>
                  <a:cubicBezTo>
                    <a:pt x="3612" y="1237"/>
                    <a:pt x="2414" y="2338"/>
                    <a:pt x="1446" y="3227"/>
                  </a:cubicBezTo>
                  <a:cubicBezTo>
                    <a:pt x="59" y="4499"/>
                    <a:pt x="0" y="6665"/>
                    <a:pt x="1316" y="8013"/>
                  </a:cubicBezTo>
                  <a:lnTo>
                    <a:pt x="2742" y="9476"/>
                  </a:lnTo>
                  <a:lnTo>
                    <a:pt x="4870" y="11660"/>
                  </a:lnTo>
                  <a:cubicBezTo>
                    <a:pt x="5521" y="12328"/>
                    <a:pt x="6389" y="12666"/>
                    <a:pt x="7259" y="12666"/>
                  </a:cubicBezTo>
                  <a:cubicBezTo>
                    <a:pt x="8051" y="12666"/>
                    <a:pt x="8846" y="12385"/>
                    <a:pt x="9481" y="11819"/>
                  </a:cubicBezTo>
                  <a:lnTo>
                    <a:pt x="13393" y="8325"/>
                  </a:lnTo>
                  <a:cubicBezTo>
                    <a:pt x="12753" y="7889"/>
                    <a:pt x="12168" y="7275"/>
                    <a:pt x="11643" y="6825"/>
                  </a:cubicBezTo>
                  <a:cubicBezTo>
                    <a:pt x="10979" y="6259"/>
                    <a:pt x="10338" y="5665"/>
                    <a:pt x="9710" y="5059"/>
                  </a:cubicBezTo>
                  <a:cubicBezTo>
                    <a:pt x="9561" y="4918"/>
                    <a:pt x="9416" y="4776"/>
                    <a:pt x="9268" y="4633"/>
                  </a:cubicBezTo>
                  <a:cubicBezTo>
                    <a:pt x="7750" y="3162"/>
                    <a:pt x="6322" y="1608"/>
                    <a:pt x="49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2"/>
            <p:cNvSpPr/>
            <p:nvPr/>
          </p:nvSpPr>
          <p:spPr>
            <a:xfrm>
              <a:off x="8980050" y="2194350"/>
              <a:ext cx="846625" cy="772975"/>
            </a:xfrm>
            <a:custGeom>
              <a:rect b="b" l="l" r="r" t="t"/>
              <a:pathLst>
                <a:path extrusionOk="0" h="30919" w="33865">
                  <a:moveTo>
                    <a:pt x="32398" y="0"/>
                  </a:moveTo>
                  <a:cubicBezTo>
                    <a:pt x="32363" y="0"/>
                    <a:pt x="32327" y="2"/>
                    <a:pt x="32291" y="5"/>
                  </a:cubicBezTo>
                  <a:cubicBezTo>
                    <a:pt x="32214" y="11"/>
                    <a:pt x="32138" y="24"/>
                    <a:pt x="32066" y="46"/>
                  </a:cubicBezTo>
                  <a:lnTo>
                    <a:pt x="32042" y="52"/>
                  </a:lnTo>
                  <a:lnTo>
                    <a:pt x="26291" y="1743"/>
                  </a:lnTo>
                  <a:lnTo>
                    <a:pt x="20312" y="3502"/>
                  </a:lnTo>
                  <a:lnTo>
                    <a:pt x="20244" y="3520"/>
                  </a:lnTo>
                  <a:cubicBezTo>
                    <a:pt x="17485" y="6379"/>
                    <a:pt x="9213" y="14088"/>
                    <a:pt x="2677" y="20124"/>
                  </a:cubicBezTo>
                  <a:cubicBezTo>
                    <a:pt x="2285" y="20486"/>
                    <a:pt x="1899" y="20842"/>
                    <a:pt x="1519" y="21193"/>
                  </a:cubicBezTo>
                  <a:cubicBezTo>
                    <a:pt x="1399" y="21306"/>
                    <a:pt x="1276" y="21417"/>
                    <a:pt x="1156" y="21529"/>
                  </a:cubicBezTo>
                  <a:cubicBezTo>
                    <a:pt x="761" y="21894"/>
                    <a:pt x="373" y="22250"/>
                    <a:pt x="1" y="22594"/>
                  </a:cubicBezTo>
                  <a:cubicBezTo>
                    <a:pt x="1368" y="24202"/>
                    <a:pt x="2796" y="25756"/>
                    <a:pt x="4314" y="27227"/>
                  </a:cubicBezTo>
                  <a:cubicBezTo>
                    <a:pt x="4462" y="27370"/>
                    <a:pt x="4607" y="27512"/>
                    <a:pt x="4756" y="27653"/>
                  </a:cubicBezTo>
                  <a:cubicBezTo>
                    <a:pt x="5384" y="28259"/>
                    <a:pt x="6025" y="28853"/>
                    <a:pt x="6689" y="29419"/>
                  </a:cubicBezTo>
                  <a:cubicBezTo>
                    <a:pt x="7214" y="29869"/>
                    <a:pt x="7799" y="30483"/>
                    <a:pt x="8439" y="30919"/>
                  </a:cubicBezTo>
                  <a:lnTo>
                    <a:pt x="9448" y="30017"/>
                  </a:lnTo>
                  <a:lnTo>
                    <a:pt x="9981" y="29543"/>
                  </a:lnTo>
                  <a:lnTo>
                    <a:pt x="10990" y="28641"/>
                  </a:lnTo>
                  <a:lnTo>
                    <a:pt x="29132" y="12444"/>
                  </a:lnTo>
                  <a:lnTo>
                    <a:pt x="29399" y="11801"/>
                  </a:lnTo>
                  <a:lnTo>
                    <a:pt x="31692" y="6204"/>
                  </a:lnTo>
                  <a:lnTo>
                    <a:pt x="33502" y="1791"/>
                  </a:lnTo>
                  <a:lnTo>
                    <a:pt x="33537" y="1710"/>
                  </a:lnTo>
                  <a:cubicBezTo>
                    <a:pt x="33541" y="1699"/>
                    <a:pt x="33546" y="1686"/>
                    <a:pt x="33550" y="1675"/>
                  </a:cubicBezTo>
                  <a:cubicBezTo>
                    <a:pt x="33864" y="840"/>
                    <a:pt x="33223" y="0"/>
                    <a:pt x="32398"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2"/>
            <p:cNvSpPr/>
            <p:nvPr/>
          </p:nvSpPr>
          <p:spPr>
            <a:xfrm>
              <a:off x="9487825" y="2194975"/>
              <a:ext cx="338550" cy="294425"/>
            </a:xfrm>
            <a:custGeom>
              <a:rect b="b" l="l" r="r" t="t"/>
              <a:pathLst>
                <a:path extrusionOk="0" h="11777" w="13542">
                  <a:moveTo>
                    <a:pt x="12007" y="0"/>
                  </a:moveTo>
                  <a:cubicBezTo>
                    <a:pt x="11993" y="0"/>
                    <a:pt x="11980" y="1"/>
                    <a:pt x="11966" y="1"/>
                  </a:cubicBezTo>
                  <a:cubicBezTo>
                    <a:pt x="11855" y="6"/>
                    <a:pt x="11744" y="24"/>
                    <a:pt x="11637" y="55"/>
                  </a:cubicBezTo>
                  <a:lnTo>
                    <a:pt x="5980" y="1716"/>
                  </a:lnTo>
                  <a:lnTo>
                    <a:pt x="1" y="3475"/>
                  </a:lnTo>
                  <a:cubicBezTo>
                    <a:pt x="473" y="3605"/>
                    <a:pt x="915" y="3838"/>
                    <a:pt x="1277" y="4169"/>
                  </a:cubicBezTo>
                  <a:cubicBezTo>
                    <a:pt x="1994" y="4833"/>
                    <a:pt x="2347" y="5898"/>
                    <a:pt x="2072" y="6838"/>
                  </a:cubicBezTo>
                  <a:lnTo>
                    <a:pt x="2074" y="6838"/>
                  </a:lnTo>
                  <a:cubicBezTo>
                    <a:pt x="2095" y="6835"/>
                    <a:pt x="2113" y="6832"/>
                    <a:pt x="2136" y="6829"/>
                  </a:cubicBezTo>
                  <a:cubicBezTo>
                    <a:pt x="2158" y="6825"/>
                    <a:pt x="2181" y="6820"/>
                    <a:pt x="2205" y="6817"/>
                  </a:cubicBezTo>
                  <a:cubicBezTo>
                    <a:pt x="2338" y="6796"/>
                    <a:pt x="2474" y="6784"/>
                    <a:pt x="2608" y="6782"/>
                  </a:cubicBezTo>
                  <a:cubicBezTo>
                    <a:pt x="2622" y="6782"/>
                    <a:pt x="2637" y="6782"/>
                    <a:pt x="2651" y="6782"/>
                  </a:cubicBezTo>
                  <a:cubicBezTo>
                    <a:pt x="2689" y="6782"/>
                    <a:pt x="2727" y="6783"/>
                    <a:pt x="2766" y="6785"/>
                  </a:cubicBezTo>
                  <a:cubicBezTo>
                    <a:pt x="2824" y="6785"/>
                    <a:pt x="2883" y="6788"/>
                    <a:pt x="2940" y="6794"/>
                  </a:cubicBezTo>
                  <a:cubicBezTo>
                    <a:pt x="2988" y="6798"/>
                    <a:pt x="3035" y="6802"/>
                    <a:pt x="3083" y="6810"/>
                  </a:cubicBezTo>
                  <a:cubicBezTo>
                    <a:pt x="3151" y="6816"/>
                    <a:pt x="3217" y="6828"/>
                    <a:pt x="3284" y="6843"/>
                  </a:cubicBezTo>
                  <a:cubicBezTo>
                    <a:pt x="3325" y="6849"/>
                    <a:pt x="3365" y="6856"/>
                    <a:pt x="3405" y="6868"/>
                  </a:cubicBezTo>
                  <a:cubicBezTo>
                    <a:pt x="3534" y="6896"/>
                    <a:pt x="3662" y="6932"/>
                    <a:pt x="3786" y="6979"/>
                  </a:cubicBezTo>
                  <a:cubicBezTo>
                    <a:pt x="3842" y="6998"/>
                    <a:pt x="3895" y="7019"/>
                    <a:pt x="3948" y="7042"/>
                  </a:cubicBezTo>
                  <a:cubicBezTo>
                    <a:pt x="4002" y="7062"/>
                    <a:pt x="4056" y="7086"/>
                    <a:pt x="4108" y="7113"/>
                  </a:cubicBezTo>
                  <a:cubicBezTo>
                    <a:pt x="4159" y="7138"/>
                    <a:pt x="4212" y="7164"/>
                    <a:pt x="4263" y="7191"/>
                  </a:cubicBezTo>
                  <a:cubicBezTo>
                    <a:pt x="4266" y="7194"/>
                    <a:pt x="4269" y="7194"/>
                    <a:pt x="4272" y="7196"/>
                  </a:cubicBezTo>
                  <a:cubicBezTo>
                    <a:pt x="4587" y="7369"/>
                    <a:pt x="4871" y="7596"/>
                    <a:pt x="5111" y="7863"/>
                  </a:cubicBezTo>
                  <a:cubicBezTo>
                    <a:pt x="5248" y="8015"/>
                    <a:pt x="5369" y="8182"/>
                    <a:pt x="5470" y="8359"/>
                  </a:cubicBezTo>
                  <a:cubicBezTo>
                    <a:pt x="5497" y="8403"/>
                    <a:pt x="5521" y="8448"/>
                    <a:pt x="5544" y="8493"/>
                  </a:cubicBezTo>
                  <a:cubicBezTo>
                    <a:pt x="5565" y="8529"/>
                    <a:pt x="5585" y="8569"/>
                    <a:pt x="5601" y="8608"/>
                  </a:cubicBezTo>
                  <a:cubicBezTo>
                    <a:pt x="5619" y="8647"/>
                    <a:pt x="5637" y="8685"/>
                    <a:pt x="5655" y="8726"/>
                  </a:cubicBezTo>
                  <a:cubicBezTo>
                    <a:pt x="5681" y="8787"/>
                    <a:pt x="5707" y="8852"/>
                    <a:pt x="5731" y="8917"/>
                  </a:cubicBezTo>
                  <a:cubicBezTo>
                    <a:pt x="5754" y="8981"/>
                    <a:pt x="5775" y="9047"/>
                    <a:pt x="5793" y="9112"/>
                  </a:cubicBezTo>
                  <a:cubicBezTo>
                    <a:pt x="5812" y="9178"/>
                    <a:pt x="5830" y="9245"/>
                    <a:pt x="5844" y="9311"/>
                  </a:cubicBezTo>
                  <a:cubicBezTo>
                    <a:pt x="5858" y="9377"/>
                    <a:pt x="5871" y="9447"/>
                    <a:pt x="5883" y="9513"/>
                  </a:cubicBezTo>
                  <a:cubicBezTo>
                    <a:pt x="5894" y="9579"/>
                    <a:pt x="5904" y="9647"/>
                    <a:pt x="5909" y="9717"/>
                  </a:cubicBezTo>
                  <a:cubicBezTo>
                    <a:pt x="5913" y="9762"/>
                    <a:pt x="5916" y="9804"/>
                    <a:pt x="5918" y="9850"/>
                  </a:cubicBezTo>
                  <a:cubicBezTo>
                    <a:pt x="5922" y="9887"/>
                    <a:pt x="5924" y="9926"/>
                    <a:pt x="5922" y="9964"/>
                  </a:cubicBezTo>
                  <a:lnTo>
                    <a:pt x="5922" y="9979"/>
                  </a:lnTo>
                  <a:cubicBezTo>
                    <a:pt x="5925" y="10037"/>
                    <a:pt x="5924" y="10094"/>
                    <a:pt x="5922" y="10150"/>
                  </a:cubicBezTo>
                  <a:cubicBezTo>
                    <a:pt x="5921" y="10180"/>
                    <a:pt x="5919" y="10210"/>
                    <a:pt x="5916" y="10239"/>
                  </a:cubicBezTo>
                  <a:cubicBezTo>
                    <a:pt x="5915" y="10287"/>
                    <a:pt x="5912" y="10335"/>
                    <a:pt x="5904" y="10382"/>
                  </a:cubicBezTo>
                  <a:cubicBezTo>
                    <a:pt x="5907" y="10385"/>
                    <a:pt x="5907" y="10390"/>
                    <a:pt x="5904" y="10391"/>
                  </a:cubicBezTo>
                  <a:cubicBezTo>
                    <a:pt x="5898" y="10451"/>
                    <a:pt x="5891" y="10512"/>
                    <a:pt x="5880" y="10572"/>
                  </a:cubicBezTo>
                  <a:cubicBezTo>
                    <a:pt x="5877" y="10595"/>
                    <a:pt x="5873" y="10616"/>
                    <a:pt x="5870" y="10637"/>
                  </a:cubicBezTo>
                  <a:cubicBezTo>
                    <a:pt x="5859" y="10682"/>
                    <a:pt x="5850" y="10729"/>
                    <a:pt x="5839" y="10774"/>
                  </a:cubicBezTo>
                  <a:cubicBezTo>
                    <a:pt x="5836" y="10794"/>
                    <a:pt x="5832" y="10812"/>
                    <a:pt x="5826" y="10830"/>
                  </a:cubicBezTo>
                  <a:cubicBezTo>
                    <a:pt x="5817" y="10866"/>
                    <a:pt x="5806" y="10901"/>
                    <a:pt x="5794" y="10939"/>
                  </a:cubicBezTo>
                  <a:cubicBezTo>
                    <a:pt x="5788" y="10958"/>
                    <a:pt x="5782" y="10978"/>
                    <a:pt x="5778" y="10998"/>
                  </a:cubicBezTo>
                  <a:lnTo>
                    <a:pt x="5779" y="10999"/>
                  </a:lnTo>
                  <a:cubicBezTo>
                    <a:pt x="6071" y="10925"/>
                    <a:pt x="6372" y="10889"/>
                    <a:pt x="6674" y="10889"/>
                  </a:cubicBezTo>
                  <a:cubicBezTo>
                    <a:pt x="7348" y="10889"/>
                    <a:pt x="8023" y="11071"/>
                    <a:pt x="8602" y="11420"/>
                  </a:cubicBezTo>
                  <a:cubicBezTo>
                    <a:pt x="8772" y="11526"/>
                    <a:pt x="8934" y="11645"/>
                    <a:pt x="9086" y="11776"/>
                  </a:cubicBezTo>
                  <a:lnTo>
                    <a:pt x="11379" y="6179"/>
                  </a:lnTo>
                  <a:lnTo>
                    <a:pt x="13190" y="1766"/>
                  </a:lnTo>
                  <a:cubicBezTo>
                    <a:pt x="13542" y="894"/>
                    <a:pt x="12874" y="0"/>
                    <a:pt x="12007"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p:nvPr/>
          </p:nvSpPr>
          <p:spPr>
            <a:xfrm>
              <a:off x="9637275" y="2191500"/>
              <a:ext cx="192425" cy="158000"/>
            </a:xfrm>
            <a:custGeom>
              <a:rect b="b" l="l" r="r" t="t"/>
              <a:pathLst>
                <a:path extrusionOk="0" h="6320" w="7697">
                  <a:moveTo>
                    <a:pt x="6466" y="0"/>
                  </a:moveTo>
                  <a:cubicBezTo>
                    <a:pt x="6370" y="0"/>
                    <a:pt x="6270" y="14"/>
                    <a:pt x="6169" y="43"/>
                  </a:cubicBezTo>
                  <a:lnTo>
                    <a:pt x="6015" y="89"/>
                  </a:lnTo>
                  <a:lnTo>
                    <a:pt x="5774" y="160"/>
                  </a:lnTo>
                  <a:lnTo>
                    <a:pt x="5751" y="166"/>
                  </a:lnTo>
                  <a:lnTo>
                    <a:pt x="5658" y="194"/>
                  </a:lnTo>
                  <a:lnTo>
                    <a:pt x="0" y="1855"/>
                  </a:lnTo>
                  <a:cubicBezTo>
                    <a:pt x="709" y="2628"/>
                    <a:pt x="1507" y="3492"/>
                    <a:pt x="1654" y="3623"/>
                  </a:cubicBezTo>
                  <a:cubicBezTo>
                    <a:pt x="2084" y="4004"/>
                    <a:pt x="2526" y="4367"/>
                    <a:pt x="2980" y="4714"/>
                  </a:cubicBezTo>
                  <a:cubicBezTo>
                    <a:pt x="3659" y="5230"/>
                    <a:pt x="4366" y="5705"/>
                    <a:pt x="5101" y="6140"/>
                  </a:cubicBezTo>
                  <a:cubicBezTo>
                    <a:pt x="5199" y="6199"/>
                    <a:pt x="5300" y="6258"/>
                    <a:pt x="5400" y="6319"/>
                  </a:cubicBezTo>
                  <a:lnTo>
                    <a:pt x="7212" y="1905"/>
                  </a:lnTo>
                  <a:lnTo>
                    <a:pt x="7258" y="1787"/>
                  </a:lnTo>
                  <a:lnTo>
                    <a:pt x="7409" y="1419"/>
                  </a:lnTo>
                  <a:cubicBezTo>
                    <a:pt x="7697" y="718"/>
                    <a:pt x="7162" y="0"/>
                    <a:pt x="6466" y="0"/>
                  </a:cubicBezTo>
                  <a:close/>
                </a:path>
              </a:pathLst>
            </a:cu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2"/>
            <p:cNvSpPr/>
            <p:nvPr/>
          </p:nvSpPr>
          <p:spPr>
            <a:xfrm>
              <a:off x="9104100" y="2364475"/>
              <a:ext cx="536450" cy="499050"/>
            </a:xfrm>
            <a:custGeom>
              <a:rect b="b" l="l" r="r" t="t"/>
              <a:pathLst>
                <a:path extrusionOk="0" h="19962" w="21458">
                  <a:moveTo>
                    <a:pt x="18017" y="1"/>
                  </a:moveTo>
                  <a:cubicBezTo>
                    <a:pt x="17839" y="1"/>
                    <a:pt x="17662" y="16"/>
                    <a:pt x="17486" y="46"/>
                  </a:cubicBezTo>
                  <a:lnTo>
                    <a:pt x="17405" y="129"/>
                  </a:lnTo>
                  <a:lnTo>
                    <a:pt x="1" y="16593"/>
                  </a:lnTo>
                  <a:lnTo>
                    <a:pt x="3471" y="19962"/>
                  </a:lnTo>
                  <a:lnTo>
                    <a:pt x="21077" y="4242"/>
                  </a:lnTo>
                  <a:lnTo>
                    <a:pt x="21148" y="4153"/>
                  </a:lnTo>
                  <a:cubicBezTo>
                    <a:pt x="21457" y="3103"/>
                    <a:pt x="21188" y="1902"/>
                    <a:pt x="20460" y="1083"/>
                  </a:cubicBezTo>
                  <a:cubicBezTo>
                    <a:pt x="19848" y="397"/>
                    <a:pt x="18932" y="1"/>
                    <a:pt x="18017"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2"/>
            <p:cNvSpPr/>
            <p:nvPr/>
          </p:nvSpPr>
          <p:spPr>
            <a:xfrm>
              <a:off x="9017975" y="2697450"/>
              <a:ext cx="236825" cy="235475"/>
            </a:xfrm>
            <a:custGeom>
              <a:rect b="b" l="l" r="r" t="t"/>
              <a:pathLst>
                <a:path extrusionOk="0" h="9419" w="9473">
                  <a:moveTo>
                    <a:pt x="1159" y="0"/>
                  </a:moveTo>
                  <a:cubicBezTo>
                    <a:pt x="766" y="362"/>
                    <a:pt x="380" y="718"/>
                    <a:pt x="0" y="1069"/>
                  </a:cubicBezTo>
                  <a:cubicBezTo>
                    <a:pt x="1379" y="2686"/>
                    <a:pt x="2817" y="4247"/>
                    <a:pt x="4337" y="5727"/>
                  </a:cubicBezTo>
                  <a:cubicBezTo>
                    <a:pt x="4523" y="5907"/>
                    <a:pt x="4710" y="6086"/>
                    <a:pt x="4897" y="6264"/>
                  </a:cubicBezTo>
                  <a:cubicBezTo>
                    <a:pt x="5489" y="6830"/>
                    <a:pt x="6092" y="7387"/>
                    <a:pt x="6714" y="7919"/>
                  </a:cubicBezTo>
                  <a:cubicBezTo>
                    <a:pt x="7240" y="8367"/>
                    <a:pt x="7825" y="8981"/>
                    <a:pt x="8464" y="9419"/>
                  </a:cubicBezTo>
                  <a:lnTo>
                    <a:pt x="9473" y="8517"/>
                  </a:lnTo>
                  <a:cubicBezTo>
                    <a:pt x="9001" y="7980"/>
                    <a:pt x="8373" y="7524"/>
                    <a:pt x="7889" y="7058"/>
                  </a:cubicBezTo>
                  <a:cubicBezTo>
                    <a:pt x="7658" y="6836"/>
                    <a:pt x="7427" y="6614"/>
                    <a:pt x="7196" y="6393"/>
                  </a:cubicBezTo>
                  <a:cubicBezTo>
                    <a:pt x="6828" y="6034"/>
                    <a:pt x="6459" y="5677"/>
                    <a:pt x="6094" y="5314"/>
                  </a:cubicBezTo>
                  <a:cubicBezTo>
                    <a:pt x="5848" y="5072"/>
                    <a:pt x="5605" y="4831"/>
                    <a:pt x="5365" y="4587"/>
                  </a:cubicBezTo>
                  <a:cubicBezTo>
                    <a:pt x="4832" y="4048"/>
                    <a:pt x="4307" y="3502"/>
                    <a:pt x="3791" y="2948"/>
                  </a:cubicBezTo>
                  <a:cubicBezTo>
                    <a:pt x="2888" y="1987"/>
                    <a:pt x="2010" y="1005"/>
                    <a:pt x="1159"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2"/>
            <p:cNvSpPr/>
            <p:nvPr/>
          </p:nvSpPr>
          <p:spPr>
            <a:xfrm>
              <a:off x="8980050" y="2732550"/>
              <a:ext cx="236175" cy="234750"/>
            </a:xfrm>
            <a:custGeom>
              <a:rect b="b" l="l" r="r" t="t"/>
              <a:pathLst>
                <a:path extrusionOk="0" h="9390" w="9447">
                  <a:moveTo>
                    <a:pt x="1155" y="1"/>
                  </a:moveTo>
                  <a:cubicBezTo>
                    <a:pt x="761" y="366"/>
                    <a:pt x="373" y="721"/>
                    <a:pt x="1" y="1066"/>
                  </a:cubicBezTo>
                  <a:cubicBezTo>
                    <a:pt x="1368" y="2674"/>
                    <a:pt x="2796" y="4228"/>
                    <a:pt x="4314" y="5699"/>
                  </a:cubicBezTo>
                  <a:cubicBezTo>
                    <a:pt x="4462" y="5841"/>
                    <a:pt x="4607" y="5984"/>
                    <a:pt x="4756" y="6125"/>
                  </a:cubicBezTo>
                  <a:cubicBezTo>
                    <a:pt x="5384" y="6730"/>
                    <a:pt x="6025" y="7325"/>
                    <a:pt x="6689" y="7891"/>
                  </a:cubicBezTo>
                  <a:cubicBezTo>
                    <a:pt x="7214" y="8339"/>
                    <a:pt x="7799" y="8953"/>
                    <a:pt x="8439" y="9389"/>
                  </a:cubicBezTo>
                  <a:lnTo>
                    <a:pt x="9447" y="8489"/>
                  </a:lnTo>
                  <a:cubicBezTo>
                    <a:pt x="8974" y="7953"/>
                    <a:pt x="8347" y="7497"/>
                    <a:pt x="7865" y="7031"/>
                  </a:cubicBezTo>
                  <a:cubicBezTo>
                    <a:pt x="7233" y="6422"/>
                    <a:pt x="6601" y="5814"/>
                    <a:pt x="5978" y="5198"/>
                  </a:cubicBezTo>
                  <a:cubicBezTo>
                    <a:pt x="5762" y="4987"/>
                    <a:pt x="5550" y="4773"/>
                    <a:pt x="5340" y="4559"/>
                  </a:cubicBezTo>
                  <a:cubicBezTo>
                    <a:pt x="3890" y="3086"/>
                    <a:pt x="2492" y="1571"/>
                    <a:pt x="1155"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62"/>
          <p:cNvGrpSpPr/>
          <p:nvPr/>
        </p:nvGrpSpPr>
        <p:grpSpPr>
          <a:xfrm>
            <a:off x="5892630" y="2039563"/>
            <a:ext cx="797182" cy="536170"/>
            <a:chOff x="5620878" y="1052573"/>
            <a:chExt cx="705533" cy="474571"/>
          </a:xfrm>
        </p:grpSpPr>
        <p:sp>
          <p:nvSpPr>
            <p:cNvPr id="2142" name="Google Shape;2142;p62"/>
            <p:cNvSpPr/>
            <p:nvPr/>
          </p:nvSpPr>
          <p:spPr>
            <a:xfrm rot="636978">
              <a:off x="5642745" y="1249074"/>
              <a:ext cx="231973" cy="258918"/>
            </a:xfrm>
            <a:custGeom>
              <a:rect b="b" l="l" r="r" t="t"/>
              <a:pathLst>
                <a:path extrusionOk="0" h="2018" w="1808">
                  <a:moveTo>
                    <a:pt x="488" y="1"/>
                  </a:moveTo>
                  <a:cubicBezTo>
                    <a:pt x="202" y="1"/>
                    <a:pt x="1" y="340"/>
                    <a:pt x="31" y="679"/>
                  </a:cubicBezTo>
                  <a:cubicBezTo>
                    <a:pt x="41" y="761"/>
                    <a:pt x="99" y="797"/>
                    <a:pt x="161" y="797"/>
                  </a:cubicBezTo>
                  <a:cubicBezTo>
                    <a:pt x="245" y="797"/>
                    <a:pt x="336" y="730"/>
                    <a:pt x="322" y="622"/>
                  </a:cubicBezTo>
                  <a:cubicBezTo>
                    <a:pt x="289" y="454"/>
                    <a:pt x="337" y="371"/>
                    <a:pt x="464" y="371"/>
                  </a:cubicBezTo>
                  <a:cubicBezTo>
                    <a:pt x="520" y="371"/>
                    <a:pt x="592" y="388"/>
                    <a:pt x="679" y="420"/>
                  </a:cubicBezTo>
                  <a:cubicBezTo>
                    <a:pt x="743" y="542"/>
                    <a:pt x="768" y="679"/>
                    <a:pt x="752" y="817"/>
                  </a:cubicBezTo>
                  <a:cubicBezTo>
                    <a:pt x="752" y="922"/>
                    <a:pt x="735" y="1027"/>
                    <a:pt x="719" y="1125"/>
                  </a:cubicBezTo>
                  <a:cubicBezTo>
                    <a:pt x="679" y="1376"/>
                    <a:pt x="630" y="1610"/>
                    <a:pt x="598" y="1861"/>
                  </a:cubicBezTo>
                  <a:cubicBezTo>
                    <a:pt x="591" y="1949"/>
                    <a:pt x="663" y="2018"/>
                    <a:pt x="744" y="2018"/>
                  </a:cubicBezTo>
                  <a:cubicBezTo>
                    <a:pt x="768" y="2018"/>
                    <a:pt x="793" y="2012"/>
                    <a:pt x="816" y="1999"/>
                  </a:cubicBezTo>
                  <a:cubicBezTo>
                    <a:pt x="1116" y="1837"/>
                    <a:pt x="1399" y="1659"/>
                    <a:pt x="1683" y="1465"/>
                  </a:cubicBezTo>
                  <a:cubicBezTo>
                    <a:pt x="1808" y="1379"/>
                    <a:pt x="1697" y="1218"/>
                    <a:pt x="1568" y="1218"/>
                  </a:cubicBezTo>
                  <a:cubicBezTo>
                    <a:pt x="1539" y="1218"/>
                    <a:pt x="1509" y="1226"/>
                    <a:pt x="1480" y="1246"/>
                  </a:cubicBezTo>
                  <a:cubicBezTo>
                    <a:pt x="1310" y="1359"/>
                    <a:pt x="1132" y="1473"/>
                    <a:pt x="946" y="1578"/>
                  </a:cubicBezTo>
                  <a:cubicBezTo>
                    <a:pt x="1051" y="1084"/>
                    <a:pt x="1213" y="452"/>
                    <a:pt x="800" y="129"/>
                  </a:cubicBezTo>
                  <a:cubicBezTo>
                    <a:pt x="690" y="39"/>
                    <a:pt x="584" y="1"/>
                    <a:pt x="48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2"/>
            <p:cNvSpPr/>
            <p:nvPr/>
          </p:nvSpPr>
          <p:spPr>
            <a:xfrm rot="636978">
              <a:off x="6072603" y="1071704"/>
              <a:ext cx="231845" cy="259944"/>
            </a:xfrm>
            <a:custGeom>
              <a:rect b="b" l="l" r="r" t="t"/>
              <a:pathLst>
                <a:path extrusionOk="0" h="2026" w="1807">
                  <a:moveTo>
                    <a:pt x="485" y="1"/>
                  </a:moveTo>
                  <a:cubicBezTo>
                    <a:pt x="199" y="1"/>
                    <a:pt x="0" y="340"/>
                    <a:pt x="36" y="680"/>
                  </a:cubicBezTo>
                  <a:cubicBezTo>
                    <a:pt x="43" y="762"/>
                    <a:pt x="99" y="797"/>
                    <a:pt x="160" y="797"/>
                  </a:cubicBezTo>
                  <a:cubicBezTo>
                    <a:pt x="244" y="797"/>
                    <a:pt x="337" y="730"/>
                    <a:pt x="328" y="623"/>
                  </a:cubicBezTo>
                  <a:cubicBezTo>
                    <a:pt x="289" y="455"/>
                    <a:pt x="335" y="372"/>
                    <a:pt x="461" y="372"/>
                  </a:cubicBezTo>
                  <a:cubicBezTo>
                    <a:pt x="517" y="372"/>
                    <a:pt x="589" y="388"/>
                    <a:pt x="676" y="420"/>
                  </a:cubicBezTo>
                  <a:cubicBezTo>
                    <a:pt x="741" y="542"/>
                    <a:pt x="765" y="680"/>
                    <a:pt x="749" y="817"/>
                  </a:cubicBezTo>
                  <a:cubicBezTo>
                    <a:pt x="749" y="922"/>
                    <a:pt x="733" y="1028"/>
                    <a:pt x="717" y="1133"/>
                  </a:cubicBezTo>
                  <a:cubicBezTo>
                    <a:pt x="676" y="1376"/>
                    <a:pt x="627" y="1619"/>
                    <a:pt x="595" y="1862"/>
                  </a:cubicBezTo>
                  <a:cubicBezTo>
                    <a:pt x="589" y="1956"/>
                    <a:pt x="666" y="2026"/>
                    <a:pt x="749" y="2026"/>
                  </a:cubicBezTo>
                  <a:cubicBezTo>
                    <a:pt x="774" y="2026"/>
                    <a:pt x="798" y="2020"/>
                    <a:pt x="822" y="2007"/>
                  </a:cubicBezTo>
                  <a:cubicBezTo>
                    <a:pt x="1113" y="1837"/>
                    <a:pt x="1405" y="1659"/>
                    <a:pt x="1688" y="1465"/>
                  </a:cubicBezTo>
                  <a:cubicBezTo>
                    <a:pt x="1806" y="1380"/>
                    <a:pt x="1702" y="1215"/>
                    <a:pt x="1572" y="1215"/>
                  </a:cubicBezTo>
                  <a:cubicBezTo>
                    <a:pt x="1541" y="1215"/>
                    <a:pt x="1509" y="1225"/>
                    <a:pt x="1478" y="1246"/>
                  </a:cubicBezTo>
                  <a:cubicBezTo>
                    <a:pt x="1308" y="1368"/>
                    <a:pt x="1130" y="1473"/>
                    <a:pt x="943" y="1586"/>
                  </a:cubicBezTo>
                  <a:cubicBezTo>
                    <a:pt x="1049" y="1084"/>
                    <a:pt x="1210" y="453"/>
                    <a:pt x="798" y="129"/>
                  </a:cubicBezTo>
                  <a:cubicBezTo>
                    <a:pt x="687" y="39"/>
                    <a:pt x="582" y="1"/>
                    <a:pt x="485"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2"/>
            <p:cNvSpPr/>
            <p:nvPr/>
          </p:nvSpPr>
          <p:spPr>
            <a:xfrm rot="636978">
              <a:off x="5883915" y="1199003"/>
              <a:ext cx="154221" cy="138055"/>
            </a:xfrm>
            <a:custGeom>
              <a:rect b="b" l="l" r="r" t="t"/>
              <a:pathLst>
                <a:path extrusionOk="0" h="1076" w="1202">
                  <a:moveTo>
                    <a:pt x="366" y="0"/>
                  </a:moveTo>
                  <a:cubicBezTo>
                    <a:pt x="302" y="0"/>
                    <a:pt x="242" y="56"/>
                    <a:pt x="264" y="139"/>
                  </a:cubicBezTo>
                  <a:cubicBezTo>
                    <a:pt x="288" y="252"/>
                    <a:pt x="329" y="365"/>
                    <a:pt x="385" y="471"/>
                  </a:cubicBezTo>
                  <a:cubicBezTo>
                    <a:pt x="264" y="552"/>
                    <a:pt x="151" y="641"/>
                    <a:pt x="45" y="730"/>
                  </a:cubicBezTo>
                  <a:cubicBezTo>
                    <a:pt x="0" y="805"/>
                    <a:pt x="53" y="894"/>
                    <a:pt x="131" y="894"/>
                  </a:cubicBezTo>
                  <a:cubicBezTo>
                    <a:pt x="138" y="894"/>
                    <a:pt x="144" y="893"/>
                    <a:pt x="151" y="892"/>
                  </a:cubicBezTo>
                  <a:cubicBezTo>
                    <a:pt x="272" y="835"/>
                    <a:pt x="394" y="770"/>
                    <a:pt x="507" y="697"/>
                  </a:cubicBezTo>
                  <a:cubicBezTo>
                    <a:pt x="572" y="827"/>
                    <a:pt x="661" y="948"/>
                    <a:pt x="766" y="1046"/>
                  </a:cubicBezTo>
                  <a:cubicBezTo>
                    <a:pt x="791" y="1066"/>
                    <a:pt x="819" y="1075"/>
                    <a:pt x="846" y="1075"/>
                  </a:cubicBezTo>
                  <a:cubicBezTo>
                    <a:pt x="923" y="1075"/>
                    <a:pt x="993" y="1000"/>
                    <a:pt x="968" y="916"/>
                  </a:cubicBezTo>
                  <a:cubicBezTo>
                    <a:pt x="912" y="778"/>
                    <a:pt x="839" y="657"/>
                    <a:pt x="758" y="544"/>
                  </a:cubicBezTo>
                  <a:cubicBezTo>
                    <a:pt x="904" y="463"/>
                    <a:pt x="1041" y="357"/>
                    <a:pt x="1163" y="228"/>
                  </a:cubicBezTo>
                  <a:cubicBezTo>
                    <a:pt x="1202" y="158"/>
                    <a:pt x="1151" y="73"/>
                    <a:pt x="1076" y="73"/>
                  </a:cubicBezTo>
                  <a:cubicBezTo>
                    <a:pt x="1073" y="73"/>
                    <a:pt x="1069" y="74"/>
                    <a:pt x="1066" y="74"/>
                  </a:cubicBezTo>
                  <a:cubicBezTo>
                    <a:pt x="904" y="131"/>
                    <a:pt x="758" y="212"/>
                    <a:pt x="628" y="317"/>
                  </a:cubicBezTo>
                  <a:cubicBezTo>
                    <a:pt x="572" y="220"/>
                    <a:pt x="515" y="131"/>
                    <a:pt x="450" y="42"/>
                  </a:cubicBezTo>
                  <a:cubicBezTo>
                    <a:pt x="427" y="13"/>
                    <a:pt x="396" y="0"/>
                    <a:pt x="36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8" name="Shape 2148"/>
        <p:cNvGrpSpPr/>
        <p:nvPr/>
      </p:nvGrpSpPr>
      <p:grpSpPr>
        <a:xfrm>
          <a:off x="0" y="0"/>
          <a:ext cx="0" cy="0"/>
          <a:chOff x="0" y="0"/>
          <a:chExt cx="0" cy="0"/>
        </a:xfrm>
      </p:grpSpPr>
      <p:sp>
        <p:nvSpPr>
          <p:cNvPr id="2149" name="Google Shape;2149;p63"/>
          <p:cNvSpPr/>
          <p:nvPr/>
        </p:nvSpPr>
        <p:spPr>
          <a:xfrm>
            <a:off x="3186148" y="2961142"/>
            <a:ext cx="1355546" cy="1354854"/>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3"/>
          <p:cNvSpPr/>
          <p:nvPr/>
        </p:nvSpPr>
        <p:spPr>
          <a:xfrm>
            <a:off x="4602328" y="2961142"/>
            <a:ext cx="1355546" cy="1354854"/>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3"/>
          <p:cNvSpPr/>
          <p:nvPr/>
        </p:nvSpPr>
        <p:spPr>
          <a:xfrm>
            <a:off x="4602328" y="1545850"/>
            <a:ext cx="1355384" cy="1354854"/>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3"/>
          <p:cNvSpPr/>
          <p:nvPr/>
        </p:nvSpPr>
        <p:spPr>
          <a:xfrm>
            <a:off x="3186148" y="1546015"/>
            <a:ext cx="1355546" cy="1354531"/>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3"/>
          <p:cNvSpPr/>
          <p:nvPr/>
        </p:nvSpPr>
        <p:spPr>
          <a:xfrm>
            <a:off x="3102953" y="3293128"/>
            <a:ext cx="721800" cy="7218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3"/>
          <p:cNvSpPr/>
          <p:nvPr/>
        </p:nvSpPr>
        <p:spPr>
          <a:xfrm>
            <a:off x="5319316" y="3262216"/>
            <a:ext cx="721800" cy="7218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3"/>
          <p:cNvSpPr/>
          <p:nvPr/>
        </p:nvSpPr>
        <p:spPr>
          <a:xfrm>
            <a:off x="3111928" y="1862391"/>
            <a:ext cx="721800" cy="7218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3"/>
          <p:cNvSpPr/>
          <p:nvPr/>
        </p:nvSpPr>
        <p:spPr>
          <a:xfrm>
            <a:off x="5328291" y="1831478"/>
            <a:ext cx="721800" cy="7218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3"/>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STEPS TO UNDERSTAND FRACTIONS</a:t>
            </a:r>
            <a:endParaRPr b="1" sz="3600">
              <a:latin typeface="Patrick Hand"/>
              <a:ea typeface="Patrick Hand"/>
              <a:cs typeface="Patrick Hand"/>
              <a:sym typeface="Patrick Hand"/>
            </a:endParaRPr>
          </a:p>
        </p:txBody>
      </p:sp>
      <p:sp>
        <p:nvSpPr>
          <p:cNvPr id="2158" name="Google Shape;2158;p63"/>
          <p:cNvSpPr txBox="1"/>
          <p:nvPr/>
        </p:nvSpPr>
        <p:spPr>
          <a:xfrm>
            <a:off x="741792" y="1545850"/>
            <a:ext cx="1993500" cy="43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Patrick Hand"/>
                <a:ea typeface="Patrick Hand"/>
                <a:cs typeface="Patrick Hand"/>
                <a:sym typeface="Patrick Hand"/>
              </a:rPr>
              <a:t>STEP 1</a:t>
            </a:r>
            <a:endParaRPr b="1" sz="2200">
              <a:solidFill>
                <a:schemeClr val="dk1"/>
              </a:solidFill>
              <a:latin typeface="Patrick Hand"/>
              <a:ea typeface="Patrick Hand"/>
              <a:cs typeface="Patrick Hand"/>
              <a:sym typeface="Patrick Hand"/>
            </a:endParaRPr>
          </a:p>
        </p:txBody>
      </p:sp>
      <p:sp>
        <p:nvSpPr>
          <p:cNvPr id="2159" name="Google Shape;2159;p63"/>
          <p:cNvSpPr txBox="1"/>
          <p:nvPr/>
        </p:nvSpPr>
        <p:spPr>
          <a:xfrm>
            <a:off x="741833" y="3345542"/>
            <a:ext cx="1993500" cy="434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Patrick Hand"/>
                <a:ea typeface="Patrick Hand"/>
                <a:cs typeface="Patrick Hand"/>
                <a:sym typeface="Patrick Hand"/>
              </a:rPr>
              <a:t>STEP 2</a:t>
            </a:r>
            <a:endParaRPr b="1" sz="2200">
              <a:solidFill>
                <a:schemeClr val="dk1"/>
              </a:solidFill>
              <a:latin typeface="Patrick Hand"/>
              <a:ea typeface="Patrick Hand"/>
              <a:cs typeface="Patrick Hand"/>
              <a:sym typeface="Patrick Hand"/>
            </a:endParaRPr>
          </a:p>
        </p:txBody>
      </p:sp>
      <p:sp>
        <p:nvSpPr>
          <p:cNvPr id="2160" name="Google Shape;2160;p63"/>
          <p:cNvSpPr txBox="1"/>
          <p:nvPr/>
        </p:nvSpPr>
        <p:spPr>
          <a:xfrm>
            <a:off x="6408752" y="1545850"/>
            <a:ext cx="1993500" cy="438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chemeClr val="dk1"/>
                </a:solidFill>
                <a:latin typeface="Patrick Hand"/>
                <a:ea typeface="Patrick Hand"/>
                <a:cs typeface="Patrick Hand"/>
                <a:sym typeface="Patrick Hand"/>
              </a:rPr>
              <a:t>STEP 3</a:t>
            </a:r>
            <a:endParaRPr b="1" sz="2200">
              <a:solidFill>
                <a:schemeClr val="dk1"/>
              </a:solidFill>
              <a:latin typeface="Patrick Hand"/>
              <a:ea typeface="Patrick Hand"/>
              <a:cs typeface="Patrick Hand"/>
              <a:sym typeface="Patrick Hand"/>
            </a:endParaRPr>
          </a:p>
        </p:txBody>
      </p:sp>
      <p:sp>
        <p:nvSpPr>
          <p:cNvPr id="2161" name="Google Shape;2161;p63"/>
          <p:cNvSpPr txBox="1"/>
          <p:nvPr/>
        </p:nvSpPr>
        <p:spPr>
          <a:xfrm>
            <a:off x="6408752" y="3345540"/>
            <a:ext cx="1993500" cy="434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chemeClr val="dk1"/>
                </a:solidFill>
                <a:latin typeface="Patrick Hand"/>
                <a:ea typeface="Patrick Hand"/>
                <a:cs typeface="Patrick Hand"/>
                <a:sym typeface="Patrick Hand"/>
              </a:rPr>
              <a:t>STEP 4</a:t>
            </a:r>
            <a:endParaRPr b="1" sz="2200">
              <a:solidFill>
                <a:schemeClr val="dk1"/>
              </a:solidFill>
              <a:latin typeface="Patrick Hand"/>
              <a:ea typeface="Patrick Hand"/>
              <a:cs typeface="Patrick Hand"/>
              <a:sym typeface="Patrick Hand"/>
            </a:endParaRPr>
          </a:p>
        </p:txBody>
      </p:sp>
      <p:sp>
        <p:nvSpPr>
          <p:cNvPr id="2162" name="Google Shape;2162;p63"/>
          <p:cNvSpPr txBox="1"/>
          <p:nvPr/>
        </p:nvSpPr>
        <p:spPr>
          <a:xfrm>
            <a:off x="741800" y="1891927"/>
            <a:ext cx="1993500" cy="600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Jupiter is the biggest planet of them all</a:t>
            </a:r>
            <a:endParaRPr sz="1500">
              <a:solidFill>
                <a:schemeClr val="dk2"/>
              </a:solidFill>
              <a:latin typeface="Barlow Medium"/>
              <a:ea typeface="Barlow Medium"/>
              <a:cs typeface="Barlow Medium"/>
              <a:sym typeface="Barlow Medium"/>
            </a:endParaRPr>
          </a:p>
        </p:txBody>
      </p:sp>
      <p:sp>
        <p:nvSpPr>
          <p:cNvPr id="2163" name="Google Shape;2163;p63"/>
          <p:cNvSpPr txBox="1"/>
          <p:nvPr/>
        </p:nvSpPr>
        <p:spPr>
          <a:xfrm>
            <a:off x="741750" y="3690850"/>
            <a:ext cx="1993500" cy="60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Despite being red, Mars is a cold place</a:t>
            </a:r>
            <a:endParaRPr sz="1500">
              <a:solidFill>
                <a:schemeClr val="dk2"/>
              </a:solidFill>
              <a:latin typeface="Barlow Medium"/>
              <a:ea typeface="Barlow Medium"/>
              <a:cs typeface="Barlow Medium"/>
              <a:sym typeface="Barlow Medium"/>
            </a:endParaRPr>
          </a:p>
        </p:txBody>
      </p:sp>
      <p:sp>
        <p:nvSpPr>
          <p:cNvPr id="2164" name="Google Shape;2164;p63"/>
          <p:cNvSpPr txBox="1"/>
          <p:nvPr/>
        </p:nvSpPr>
        <p:spPr>
          <a:xfrm>
            <a:off x="6408753" y="3690827"/>
            <a:ext cx="1993500" cy="603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500">
                <a:solidFill>
                  <a:schemeClr val="dk2"/>
                </a:solidFill>
                <a:latin typeface="Barlow Medium"/>
                <a:ea typeface="Barlow Medium"/>
                <a:cs typeface="Barlow Medium"/>
                <a:sym typeface="Barlow Medium"/>
              </a:rPr>
              <a:t>Saturn is a gas giant and has several rings</a:t>
            </a:r>
            <a:endParaRPr sz="1500">
              <a:solidFill>
                <a:schemeClr val="dk2"/>
              </a:solidFill>
              <a:latin typeface="Barlow Medium"/>
              <a:ea typeface="Barlow Medium"/>
              <a:cs typeface="Barlow Medium"/>
              <a:sym typeface="Barlow Medium"/>
            </a:endParaRPr>
          </a:p>
        </p:txBody>
      </p:sp>
      <p:sp>
        <p:nvSpPr>
          <p:cNvPr id="2165" name="Google Shape;2165;p63"/>
          <p:cNvSpPr txBox="1"/>
          <p:nvPr/>
        </p:nvSpPr>
        <p:spPr>
          <a:xfrm>
            <a:off x="6408761" y="1891927"/>
            <a:ext cx="1993500" cy="600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500">
                <a:solidFill>
                  <a:schemeClr val="dk2"/>
                </a:solidFill>
                <a:latin typeface="Barlow Medium"/>
                <a:ea typeface="Barlow Medium"/>
                <a:cs typeface="Barlow Medium"/>
                <a:sym typeface="Barlow Medium"/>
              </a:rPr>
              <a:t>Venus is the second planet from the Sun</a:t>
            </a:r>
            <a:endParaRPr sz="1500">
              <a:solidFill>
                <a:schemeClr val="dk2"/>
              </a:solidFill>
              <a:latin typeface="Barlow Medium"/>
              <a:ea typeface="Barlow Medium"/>
              <a:cs typeface="Barlow Medium"/>
              <a:sym typeface="Barlow Medium"/>
            </a:endParaRPr>
          </a:p>
        </p:txBody>
      </p:sp>
      <p:grpSp>
        <p:nvGrpSpPr>
          <p:cNvPr id="2166" name="Google Shape;2166;p63"/>
          <p:cNvGrpSpPr/>
          <p:nvPr/>
        </p:nvGrpSpPr>
        <p:grpSpPr>
          <a:xfrm>
            <a:off x="5457557" y="3407132"/>
            <a:ext cx="445337" cy="431984"/>
            <a:chOff x="2134813" y="2937192"/>
            <a:chExt cx="367804" cy="356775"/>
          </a:xfrm>
        </p:grpSpPr>
        <p:sp>
          <p:nvSpPr>
            <p:cNvPr id="2167" name="Google Shape;2167;p63"/>
            <p:cNvSpPr/>
            <p:nvPr/>
          </p:nvSpPr>
          <p:spPr>
            <a:xfrm>
              <a:off x="2163988" y="2961750"/>
              <a:ext cx="319979" cy="304917"/>
            </a:xfrm>
            <a:custGeom>
              <a:rect b="b" l="l" r="r" t="t"/>
              <a:pathLst>
                <a:path extrusionOk="0" h="15123" w="15870">
                  <a:moveTo>
                    <a:pt x="7935" y="1"/>
                  </a:moveTo>
                  <a:lnTo>
                    <a:pt x="0" y="5801"/>
                  </a:lnTo>
                  <a:lnTo>
                    <a:pt x="3025" y="15123"/>
                  </a:lnTo>
                  <a:lnTo>
                    <a:pt x="12845" y="15123"/>
                  </a:lnTo>
                  <a:lnTo>
                    <a:pt x="15869" y="5801"/>
                  </a:lnTo>
                  <a:lnTo>
                    <a:pt x="79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3"/>
            <p:cNvSpPr/>
            <p:nvPr/>
          </p:nvSpPr>
          <p:spPr>
            <a:xfrm>
              <a:off x="2213487" y="3014132"/>
              <a:ext cx="220981" cy="210214"/>
            </a:xfrm>
            <a:custGeom>
              <a:rect b="b" l="l" r="r" t="t"/>
              <a:pathLst>
                <a:path extrusionOk="0" h="10426" w="10960">
                  <a:moveTo>
                    <a:pt x="5480" y="0"/>
                  </a:moveTo>
                  <a:lnTo>
                    <a:pt x="0" y="3985"/>
                  </a:lnTo>
                  <a:lnTo>
                    <a:pt x="2100" y="10425"/>
                  </a:lnTo>
                  <a:lnTo>
                    <a:pt x="8860" y="10425"/>
                  </a:lnTo>
                  <a:lnTo>
                    <a:pt x="10959" y="3985"/>
                  </a:lnTo>
                  <a:lnTo>
                    <a:pt x="54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3"/>
            <p:cNvSpPr/>
            <p:nvPr/>
          </p:nvSpPr>
          <p:spPr>
            <a:xfrm>
              <a:off x="2295992" y="2940963"/>
              <a:ext cx="49519" cy="42583"/>
            </a:xfrm>
            <a:custGeom>
              <a:rect b="b" l="l" r="r" t="t"/>
              <a:pathLst>
                <a:path extrusionOk="0" h="2112" w="2456">
                  <a:moveTo>
                    <a:pt x="1423" y="0"/>
                  </a:moveTo>
                  <a:cubicBezTo>
                    <a:pt x="463" y="0"/>
                    <a:pt x="0" y="1139"/>
                    <a:pt x="676" y="1815"/>
                  </a:cubicBezTo>
                  <a:cubicBezTo>
                    <a:pt x="881" y="2020"/>
                    <a:pt x="1137" y="2112"/>
                    <a:pt x="1390" y="2112"/>
                  </a:cubicBezTo>
                  <a:cubicBezTo>
                    <a:pt x="1929" y="2112"/>
                    <a:pt x="2455" y="1697"/>
                    <a:pt x="2455" y="1068"/>
                  </a:cubicBezTo>
                  <a:cubicBezTo>
                    <a:pt x="2455" y="498"/>
                    <a:pt x="1993" y="0"/>
                    <a:pt x="1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3"/>
            <p:cNvSpPr/>
            <p:nvPr/>
          </p:nvSpPr>
          <p:spPr>
            <a:xfrm>
              <a:off x="2143886" y="3059317"/>
              <a:ext cx="49519" cy="42603"/>
            </a:xfrm>
            <a:custGeom>
              <a:rect b="b" l="l" r="r" t="t"/>
              <a:pathLst>
                <a:path extrusionOk="0" h="2113" w="2456">
                  <a:moveTo>
                    <a:pt x="1389" y="1"/>
                  </a:moveTo>
                  <a:cubicBezTo>
                    <a:pt x="463" y="1"/>
                    <a:pt x="1" y="1140"/>
                    <a:pt x="641" y="1816"/>
                  </a:cubicBezTo>
                  <a:cubicBezTo>
                    <a:pt x="858" y="2021"/>
                    <a:pt x="1121" y="2113"/>
                    <a:pt x="1380" y="2113"/>
                  </a:cubicBezTo>
                  <a:cubicBezTo>
                    <a:pt x="1930" y="2113"/>
                    <a:pt x="2456" y="1697"/>
                    <a:pt x="2456" y="1068"/>
                  </a:cubicBezTo>
                  <a:cubicBezTo>
                    <a:pt x="2456" y="499"/>
                    <a:pt x="1958" y="1"/>
                    <a:pt x="1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3"/>
            <p:cNvSpPr/>
            <p:nvPr/>
          </p:nvSpPr>
          <p:spPr>
            <a:xfrm>
              <a:off x="2392832" y="3245840"/>
              <a:ext cx="49519" cy="42361"/>
            </a:xfrm>
            <a:custGeom>
              <a:rect b="b" l="l" r="r" t="t"/>
              <a:pathLst>
                <a:path extrusionOk="0" h="2101" w="2456">
                  <a:moveTo>
                    <a:pt x="1424" y="1"/>
                  </a:moveTo>
                  <a:cubicBezTo>
                    <a:pt x="499" y="1"/>
                    <a:pt x="0" y="1139"/>
                    <a:pt x="677" y="1780"/>
                  </a:cubicBezTo>
                  <a:cubicBezTo>
                    <a:pt x="898" y="2001"/>
                    <a:pt x="1164" y="2100"/>
                    <a:pt x="1423" y="2100"/>
                  </a:cubicBezTo>
                  <a:cubicBezTo>
                    <a:pt x="1956" y="2100"/>
                    <a:pt x="2456" y="1679"/>
                    <a:pt x="2456" y="1033"/>
                  </a:cubicBezTo>
                  <a:cubicBezTo>
                    <a:pt x="2456" y="463"/>
                    <a:pt x="1993" y="1"/>
                    <a:pt x="1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3"/>
            <p:cNvSpPr/>
            <p:nvPr/>
          </p:nvSpPr>
          <p:spPr>
            <a:xfrm>
              <a:off x="2198425" y="3245840"/>
              <a:ext cx="49519" cy="42361"/>
            </a:xfrm>
            <a:custGeom>
              <a:rect b="b" l="l" r="r" t="t"/>
              <a:pathLst>
                <a:path extrusionOk="0" h="2101" w="2456">
                  <a:moveTo>
                    <a:pt x="1423" y="1"/>
                  </a:moveTo>
                  <a:cubicBezTo>
                    <a:pt x="463" y="1"/>
                    <a:pt x="0" y="1139"/>
                    <a:pt x="676" y="1780"/>
                  </a:cubicBezTo>
                  <a:cubicBezTo>
                    <a:pt x="885" y="2001"/>
                    <a:pt x="1148" y="2100"/>
                    <a:pt x="1407" y="2100"/>
                  </a:cubicBezTo>
                  <a:cubicBezTo>
                    <a:pt x="1939" y="2100"/>
                    <a:pt x="2455" y="1679"/>
                    <a:pt x="2455" y="1033"/>
                  </a:cubicBezTo>
                  <a:cubicBezTo>
                    <a:pt x="2455" y="463"/>
                    <a:pt x="1993" y="1"/>
                    <a:pt x="1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3"/>
            <p:cNvSpPr/>
            <p:nvPr/>
          </p:nvSpPr>
          <p:spPr>
            <a:xfrm>
              <a:off x="2207740" y="3009475"/>
              <a:ext cx="232453" cy="221324"/>
            </a:xfrm>
            <a:custGeom>
              <a:rect b="b" l="l" r="r" t="t"/>
              <a:pathLst>
                <a:path extrusionOk="0" h="10977" w="11529">
                  <a:moveTo>
                    <a:pt x="5769" y="0"/>
                  </a:moveTo>
                  <a:cubicBezTo>
                    <a:pt x="5711" y="0"/>
                    <a:pt x="5658" y="18"/>
                    <a:pt x="5622" y="53"/>
                  </a:cubicBezTo>
                  <a:lnTo>
                    <a:pt x="143" y="4074"/>
                  </a:lnTo>
                  <a:cubicBezTo>
                    <a:pt x="36" y="4110"/>
                    <a:pt x="1" y="4252"/>
                    <a:pt x="36" y="4359"/>
                  </a:cubicBezTo>
                  <a:lnTo>
                    <a:pt x="2135" y="10799"/>
                  </a:lnTo>
                  <a:cubicBezTo>
                    <a:pt x="2171" y="10906"/>
                    <a:pt x="2278" y="10977"/>
                    <a:pt x="2385" y="10977"/>
                  </a:cubicBezTo>
                  <a:lnTo>
                    <a:pt x="9145" y="10977"/>
                  </a:lnTo>
                  <a:cubicBezTo>
                    <a:pt x="9252" y="10977"/>
                    <a:pt x="9358" y="10906"/>
                    <a:pt x="9394" y="10799"/>
                  </a:cubicBezTo>
                  <a:lnTo>
                    <a:pt x="11493" y="4359"/>
                  </a:lnTo>
                  <a:cubicBezTo>
                    <a:pt x="11529" y="4252"/>
                    <a:pt x="11493" y="4110"/>
                    <a:pt x="11386" y="4074"/>
                  </a:cubicBezTo>
                  <a:lnTo>
                    <a:pt x="9999" y="3042"/>
                  </a:lnTo>
                  <a:cubicBezTo>
                    <a:pt x="9939" y="2998"/>
                    <a:pt x="9880" y="2978"/>
                    <a:pt x="9823" y="2978"/>
                  </a:cubicBezTo>
                  <a:cubicBezTo>
                    <a:pt x="9744" y="2978"/>
                    <a:pt x="9669" y="3016"/>
                    <a:pt x="9607" y="3078"/>
                  </a:cubicBezTo>
                  <a:cubicBezTo>
                    <a:pt x="9536" y="3220"/>
                    <a:pt x="9572" y="3362"/>
                    <a:pt x="9679" y="3469"/>
                  </a:cubicBezTo>
                  <a:lnTo>
                    <a:pt x="10960" y="4359"/>
                  </a:lnTo>
                  <a:lnTo>
                    <a:pt x="8967" y="10443"/>
                  </a:lnTo>
                  <a:lnTo>
                    <a:pt x="2562" y="10443"/>
                  </a:lnTo>
                  <a:lnTo>
                    <a:pt x="605" y="4323"/>
                  </a:lnTo>
                  <a:lnTo>
                    <a:pt x="5765" y="587"/>
                  </a:lnTo>
                  <a:lnTo>
                    <a:pt x="8682" y="2722"/>
                  </a:lnTo>
                  <a:cubicBezTo>
                    <a:pt x="8737" y="2770"/>
                    <a:pt x="8795" y="2790"/>
                    <a:pt x="8850" y="2790"/>
                  </a:cubicBezTo>
                  <a:cubicBezTo>
                    <a:pt x="9079" y="2790"/>
                    <a:pt x="9261" y="2439"/>
                    <a:pt x="9003" y="2295"/>
                  </a:cubicBezTo>
                  <a:lnTo>
                    <a:pt x="5943" y="53"/>
                  </a:lnTo>
                  <a:cubicBezTo>
                    <a:pt x="5889" y="18"/>
                    <a:pt x="5827" y="0"/>
                    <a:pt x="5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3"/>
            <p:cNvSpPr/>
            <p:nvPr/>
          </p:nvSpPr>
          <p:spPr>
            <a:xfrm>
              <a:off x="2134813" y="2937192"/>
              <a:ext cx="367804" cy="356775"/>
            </a:xfrm>
            <a:custGeom>
              <a:rect b="b" l="l" r="r" t="t"/>
              <a:pathLst>
                <a:path extrusionOk="0" h="17695" w="18242">
                  <a:moveTo>
                    <a:pt x="9364" y="453"/>
                  </a:moveTo>
                  <a:cubicBezTo>
                    <a:pt x="9772" y="453"/>
                    <a:pt x="10164" y="772"/>
                    <a:pt x="10164" y="1255"/>
                  </a:cubicBezTo>
                  <a:cubicBezTo>
                    <a:pt x="10164" y="1682"/>
                    <a:pt x="9809" y="2037"/>
                    <a:pt x="9382" y="2037"/>
                  </a:cubicBezTo>
                  <a:cubicBezTo>
                    <a:pt x="8670" y="2037"/>
                    <a:pt x="8314" y="1183"/>
                    <a:pt x="8812" y="685"/>
                  </a:cubicBezTo>
                  <a:cubicBezTo>
                    <a:pt x="8973" y="525"/>
                    <a:pt x="9170" y="453"/>
                    <a:pt x="9364" y="453"/>
                  </a:cubicBezTo>
                  <a:close/>
                  <a:moveTo>
                    <a:pt x="1857" y="6324"/>
                  </a:moveTo>
                  <a:cubicBezTo>
                    <a:pt x="2050" y="6324"/>
                    <a:pt x="2248" y="6396"/>
                    <a:pt x="2408" y="6556"/>
                  </a:cubicBezTo>
                  <a:cubicBezTo>
                    <a:pt x="2906" y="7054"/>
                    <a:pt x="2550" y="7908"/>
                    <a:pt x="1839" y="7908"/>
                  </a:cubicBezTo>
                  <a:cubicBezTo>
                    <a:pt x="1412" y="7908"/>
                    <a:pt x="1056" y="7552"/>
                    <a:pt x="1056" y="7125"/>
                  </a:cubicBezTo>
                  <a:cubicBezTo>
                    <a:pt x="1056" y="6643"/>
                    <a:pt x="1448" y="6324"/>
                    <a:pt x="1857" y="6324"/>
                  </a:cubicBezTo>
                  <a:close/>
                  <a:moveTo>
                    <a:pt x="16943" y="6324"/>
                  </a:moveTo>
                  <a:cubicBezTo>
                    <a:pt x="17137" y="6324"/>
                    <a:pt x="17334" y="6396"/>
                    <a:pt x="17494" y="6556"/>
                  </a:cubicBezTo>
                  <a:cubicBezTo>
                    <a:pt x="17992" y="7054"/>
                    <a:pt x="17636" y="7908"/>
                    <a:pt x="16960" y="7908"/>
                  </a:cubicBezTo>
                  <a:cubicBezTo>
                    <a:pt x="16498" y="7908"/>
                    <a:pt x="16142" y="7552"/>
                    <a:pt x="16142" y="7125"/>
                  </a:cubicBezTo>
                  <a:cubicBezTo>
                    <a:pt x="16142" y="6643"/>
                    <a:pt x="16535" y="6324"/>
                    <a:pt x="16943" y="6324"/>
                  </a:cubicBezTo>
                  <a:close/>
                  <a:moveTo>
                    <a:pt x="4560" y="15575"/>
                  </a:moveTo>
                  <a:cubicBezTo>
                    <a:pt x="4968" y="15575"/>
                    <a:pt x="5361" y="15894"/>
                    <a:pt x="5361" y="16376"/>
                  </a:cubicBezTo>
                  <a:cubicBezTo>
                    <a:pt x="5361" y="16803"/>
                    <a:pt x="5005" y="17159"/>
                    <a:pt x="4578" y="17159"/>
                  </a:cubicBezTo>
                  <a:cubicBezTo>
                    <a:pt x="3867" y="17159"/>
                    <a:pt x="3511" y="16305"/>
                    <a:pt x="4009" y="15807"/>
                  </a:cubicBezTo>
                  <a:cubicBezTo>
                    <a:pt x="4169" y="15647"/>
                    <a:pt x="4367" y="15575"/>
                    <a:pt x="4560" y="15575"/>
                  </a:cubicBezTo>
                  <a:close/>
                  <a:moveTo>
                    <a:pt x="14203" y="15575"/>
                  </a:moveTo>
                  <a:cubicBezTo>
                    <a:pt x="14611" y="15575"/>
                    <a:pt x="15003" y="15894"/>
                    <a:pt x="15003" y="16376"/>
                  </a:cubicBezTo>
                  <a:cubicBezTo>
                    <a:pt x="15003" y="16803"/>
                    <a:pt x="14648" y="17159"/>
                    <a:pt x="14221" y="17159"/>
                  </a:cubicBezTo>
                  <a:cubicBezTo>
                    <a:pt x="13509" y="17159"/>
                    <a:pt x="13153" y="16305"/>
                    <a:pt x="13651" y="15807"/>
                  </a:cubicBezTo>
                  <a:cubicBezTo>
                    <a:pt x="13812" y="15647"/>
                    <a:pt x="14009" y="15575"/>
                    <a:pt x="14203" y="15575"/>
                  </a:cubicBezTo>
                  <a:close/>
                  <a:moveTo>
                    <a:pt x="9382" y="0"/>
                  </a:moveTo>
                  <a:cubicBezTo>
                    <a:pt x="8750" y="0"/>
                    <a:pt x="8119" y="418"/>
                    <a:pt x="8065" y="1255"/>
                  </a:cubicBezTo>
                  <a:cubicBezTo>
                    <a:pt x="8065" y="1432"/>
                    <a:pt x="8136" y="1610"/>
                    <a:pt x="8208" y="1788"/>
                  </a:cubicBezTo>
                  <a:lnTo>
                    <a:pt x="5468" y="3781"/>
                  </a:lnTo>
                  <a:lnTo>
                    <a:pt x="5148" y="3389"/>
                  </a:lnTo>
                  <a:cubicBezTo>
                    <a:pt x="5086" y="3327"/>
                    <a:pt x="5011" y="3289"/>
                    <a:pt x="4939" y="3289"/>
                  </a:cubicBezTo>
                  <a:cubicBezTo>
                    <a:pt x="4887" y="3289"/>
                    <a:pt x="4836" y="3309"/>
                    <a:pt x="4792" y="3354"/>
                  </a:cubicBezTo>
                  <a:cubicBezTo>
                    <a:pt x="4685" y="3425"/>
                    <a:pt x="4649" y="3603"/>
                    <a:pt x="4756" y="3710"/>
                  </a:cubicBezTo>
                  <a:lnTo>
                    <a:pt x="5041" y="4065"/>
                  </a:lnTo>
                  <a:lnTo>
                    <a:pt x="4614" y="4386"/>
                  </a:lnTo>
                  <a:cubicBezTo>
                    <a:pt x="4472" y="4457"/>
                    <a:pt x="4472" y="4635"/>
                    <a:pt x="4543" y="4741"/>
                  </a:cubicBezTo>
                  <a:cubicBezTo>
                    <a:pt x="4578" y="4813"/>
                    <a:pt x="4685" y="4848"/>
                    <a:pt x="4756" y="4848"/>
                  </a:cubicBezTo>
                  <a:cubicBezTo>
                    <a:pt x="4827" y="4848"/>
                    <a:pt x="4863" y="4848"/>
                    <a:pt x="4899" y="4813"/>
                  </a:cubicBezTo>
                  <a:lnTo>
                    <a:pt x="5361" y="4492"/>
                  </a:lnTo>
                  <a:lnTo>
                    <a:pt x="5575" y="4777"/>
                  </a:lnTo>
                  <a:cubicBezTo>
                    <a:pt x="5646" y="4813"/>
                    <a:pt x="5717" y="4848"/>
                    <a:pt x="5788" y="4848"/>
                  </a:cubicBezTo>
                  <a:cubicBezTo>
                    <a:pt x="5859" y="4848"/>
                    <a:pt x="5895" y="4848"/>
                    <a:pt x="5966" y="4813"/>
                  </a:cubicBezTo>
                  <a:cubicBezTo>
                    <a:pt x="6037" y="4706"/>
                    <a:pt x="6073" y="4564"/>
                    <a:pt x="6002" y="4457"/>
                  </a:cubicBezTo>
                  <a:lnTo>
                    <a:pt x="5788" y="4208"/>
                  </a:lnTo>
                  <a:lnTo>
                    <a:pt x="8492" y="2215"/>
                  </a:lnTo>
                  <a:cubicBezTo>
                    <a:pt x="8741" y="2464"/>
                    <a:pt x="9061" y="2589"/>
                    <a:pt x="9382" y="2589"/>
                  </a:cubicBezTo>
                  <a:cubicBezTo>
                    <a:pt x="9702" y="2589"/>
                    <a:pt x="10022" y="2464"/>
                    <a:pt x="10271" y="2215"/>
                  </a:cubicBezTo>
                  <a:lnTo>
                    <a:pt x="13011" y="4208"/>
                  </a:lnTo>
                  <a:lnTo>
                    <a:pt x="12797" y="4457"/>
                  </a:lnTo>
                  <a:cubicBezTo>
                    <a:pt x="12691" y="4564"/>
                    <a:pt x="12726" y="4741"/>
                    <a:pt x="12833" y="4813"/>
                  </a:cubicBezTo>
                  <a:cubicBezTo>
                    <a:pt x="12869" y="4848"/>
                    <a:pt x="12940" y="4884"/>
                    <a:pt x="12975" y="4884"/>
                  </a:cubicBezTo>
                  <a:cubicBezTo>
                    <a:pt x="13082" y="4884"/>
                    <a:pt x="13153" y="4848"/>
                    <a:pt x="13189" y="4777"/>
                  </a:cubicBezTo>
                  <a:lnTo>
                    <a:pt x="13438" y="4492"/>
                  </a:lnTo>
                  <a:lnTo>
                    <a:pt x="15929" y="6343"/>
                  </a:lnTo>
                  <a:cubicBezTo>
                    <a:pt x="15359" y="7054"/>
                    <a:pt x="15715" y="8157"/>
                    <a:pt x="16640" y="8406"/>
                  </a:cubicBezTo>
                  <a:lnTo>
                    <a:pt x="15644" y="11395"/>
                  </a:lnTo>
                  <a:lnTo>
                    <a:pt x="15253" y="11253"/>
                  </a:lnTo>
                  <a:cubicBezTo>
                    <a:pt x="15228" y="11247"/>
                    <a:pt x="15204" y="11244"/>
                    <a:pt x="15180" y="11244"/>
                  </a:cubicBezTo>
                  <a:cubicBezTo>
                    <a:pt x="15065" y="11244"/>
                    <a:pt x="14962" y="11313"/>
                    <a:pt x="14932" y="11431"/>
                  </a:cubicBezTo>
                  <a:cubicBezTo>
                    <a:pt x="14861" y="11537"/>
                    <a:pt x="14932" y="11680"/>
                    <a:pt x="15075" y="11751"/>
                  </a:cubicBezTo>
                  <a:lnTo>
                    <a:pt x="15502" y="11893"/>
                  </a:lnTo>
                  <a:lnTo>
                    <a:pt x="14470" y="15060"/>
                  </a:lnTo>
                  <a:cubicBezTo>
                    <a:pt x="14401" y="15050"/>
                    <a:pt x="14333" y="15045"/>
                    <a:pt x="14265" y="15045"/>
                  </a:cubicBezTo>
                  <a:cubicBezTo>
                    <a:pt x="13632" y="15045"/>
                    <a:pt x="13068" y="15481"/>
                    <a:pt x="12940" y="16092"/>
                  </a:cubicBezTo>
                  <a:lnTo>
                    <a:pt x="9666" y="16092"/>
                  </a:lnTo>
                  <a:lnTo>
                    <a:pt x="9666" y="15736"/>
                  </a:lnTo>
                  <a:cubicBezTo>
                    <a:pt x="9684" y="15594"/>
                    <a:pt x="9542" y="15522"/>
                    <a:pt x="9399" y="15522"/>
                  </a:cubicBezTo>
                  <a:cubicBezTo>
                    <a:pt x="9257" y="15522"/>
                    <a:pt x="9115" y="15594"/>
                    <a:pt x="9133" y="15736"/>
                  </a:cubicBezTo>
                  <a:lnTo>
                    <a:pt x="9133" y="16092"/>
                  </a:lnTo>
                  <a:lnTo>
                    <a:pt x="5859" y="16092"/>
                  </a:lnTo>
                  <a:cubicBezTo>
                    <a:pt x="5698" y="15481"/>
                    <a:pt x="5160" y="15045"/>
                    <a:pt x="4533" y="15045"/>
                  </a:cubicBezTo>
                  <a:cubicBezTo>
                    <a:pt x="4466" y="15045"/>
                    <a:pt x="4398" y="15050"/>
                    <a:pt x="4329" y="15060"/>
                  </a:cubicBezTo>
                  <a:lnTo>
                    <a:pt x="3297" y="11893"/>
                  </a:lnTo>
                  <a:lnTo>
                    <a:pt x="3724" y="11751"/>
                  </a:lnTo>
                  <a:cubicBezTo>
                    <a:pt x="3867" y="11680"/>
                    <a:pt x="3938" y="11537"/>
                    <a:pt x="3867" y="11395"/>
                  </a:cubicBezTo>
                  <a:cubicBezTo>
                    <a:pt x="3841" y="11291"/>
                    <a:pt x="3738" y="11225"/>
                    <a:pt x="3643" y="11225"/>
                  </a:cubicBezTo>
                  <a:cubicBezTo>
                    <a:pt x="3609" y="11225"/>
                    <a:pt x="3575" y="11234"/>
                    <a:pt x="3546" y="11253"/>
                  </a:cubicBezTo>
                  <a:lnTo>
                    <a:pt x="3119" y="11395"/>
                  </a:lnTo>
                  <a:lnTo>
                    <a:pt x="2159" y="8406"/>
                  </a:lnTo>
                  <a:cubicBezTo>
                    <a:pt x="2728" y="8228"/>
                    <a:pt x="3155" y="7730"/>
                    <a:pt x="3155" y="7125"/>
                  </a:cubicBezTo>
                  <a:cubicBezTo>
                    <a:pt x="3155" y="6841"/>
                    <a:pt x="3048" y="6556"/>
                    <a:pt x="2870" y="6307"/>
                  </a:cubicBezTo>
                  <a:lnTo>
                    <a:pt x="3938" y="5524"/>
                  </a:lnTo>
                  <a:cubicBezTo>
                    <a:pt x="4045" y="5453"/>
                    <a:pt x="4080" y="5275"/>
                    <a:pt x="3973" y="5168"/>
                  </a:cubicBezTo>
                  <a:cubicBezTo>
                    <a:pt x="3932" y="5106"/>
                    <a:pt x="3855" y="5068"/>
                    <a:pt x="3776" y="5068"/>
                  </a:cubicBezTo>
                  <a:cubicBezTo>
                    <a:pt x="3720" y="5068"/>
                    <a:pt x="3662" y="5088"/>
                    <a:pt x="3618" y="5133"/>
                  </a:cubicBezTo>
                  <a:lnTo>
                    <a:pt x="2443" y="5987"/>
                  </a:lnTo>
                  <a:cubicBezTo>
                    <a:pt x="2266" y="5880"/>
                    <a:pt x="2052" y="5809"/>
                    <a:pt x="1839" y="5809"/>
                  </a:cubicBezTo>
                  <a:cubicBezTo>
                    <a:pt x="1827" y="5809"/>
                    <a:pt x="1815" y="5808"/>
                    <a:pt x="1803" y="5808"/>
                  </a:cubicBezTo>
                  <a:cubicBezTo>
                    <a:pt x="199" y="5808"/>
                    <a:pt x="0" y="8194"/>
                    <a:pt x="1625" y="8406"/>
                  </a:cubicBezTo>
                  <a:lnTo>
                    <a:pt x="2657" y="11573"/>
                  </a:lnTo>
                  <a:lnTo>
                    <a:pt x="2266" y="11715"/>
                  </a:lnTo>
                  <a:cubicBezTo>
                    <a:pt x="1981" y="11822"/>
                    <a:pt x="2052" y="12213"/>
                    <a:pt x="2337" y="12213"/>
                  </a:cubicBezTo>
                  <a:lnTo>
                    <a:pt x="2443" y="12213"/>
                  </a:lnTo>
                  <a:lnTo>
                    <a:pt x="2799" y="12071"/>
                  </a:lnTo>
                  <a:lnTo>
                    <a:pt x="3831" y="15273"/>
                  </a:lnTo>
                  <a:cubicBezTo>
                    <a:pt x="3048" y="15771"/>
                    <a:pt x="3048" y="16910"/>
                    <a:pt x="3831" y="17444"/>
                  </a:cubicBezTo>
                  <a:cubicBezTo>
                    <a:pt x="4055" y="17604"/>
                    <a:pt x="4307" y="17677"/>
                    <a:pt x="4557" y="17677"/>
                  </a:cubicBezTo>
                  <a:cubicBezTo>
                    <a:pt x="5141" y="17677"/>
                    <a:pt x="5710" y="17274"/>
                    <a:pt x="5859" y="16625"/>
                  </a:cubicBezTo>
                  <a:lnTo>
                    <a:pt x="9133" y="16625"/>
                  </a:lnTo>
                  <a:lnTo>
                    <a:pt x="9133" y="17017"/>
                  </a:lnTo>
                  <a:cubicBezTo>
                    <a:pt x="9150" y="17159"/>
                    <a:pt x="9266" y="17230"/>
                    <a:pt x="9382" y="17230"/>
                  </a:cubicBezTo>
                  <a:cubicBezTo>
                    <a:pt x="9497" y="17230"/>
                    <a:pt x="9613" y="17159"/>
                    <a:pt x="9631" y="17017"/>
                  </a:cubicBezTo>
                  <a:lnTo>
                    <a:pt x="9631" y="16625"/>
                  </a:lnTo>
                  <a:lnTo>
                    <a:pt x="12904" y="16625"/>
                  </a:lnTo>
                  <a:cubicBezTo>
                    <a:pt x="13053" y="17351"/>
                    <a:pt x="13629" y="17695"/>
                    <a:pt x="14202" y="17695"/>
                  </a:cubicBezTo>
                  <a:cubicBezTo>
                    <a:pt x="14864" y="17695"/>
                    <a:pt x="15521" y="17235"/>
                    <a:pt x="15502" y="16376"/>
                  </a:cubicBezTo>
                  <a:cubicBezTo>
                    <a:pt x="15502" y="15949"/>
                    <a:pt x="15288" y="15522"/>
                    <a:pt x="14932" y="15273"/>
                  </a:cubicBezTo>
                  <a:lnTo>
                    <a:pt x="15964" y="12071"/>
                  </a:lnTo>
                  <a:lnTo>
                    <a:pt x="16320" y="12213"/>
                  </a:lnTo>
                  <a:lnTo>
                    <a:pt x="16427" y="12213"/>
                  </a:lnTo>
                  <a:cubicBezTo>
                    <a:pt x="16711" y="12213"/>
                    <a:pt x="16783" y="11822"/>
                    <a:pt x="16498" y="11715"/>
                  </a:cubicBezTo>
                  <a:lnTo>
                    <a:pt x="16106" y="11573"/>
                  </a:lnTo>
                  <a:lnTo>
                    <a:pt x="17138" y="8406"/>
                  </a:lnTo>
                  <a:cubicBezTo>
                    <a:pt x="17779" y="8300"/>
                    <a:pt x="18241" y="7766"/>
                    <a:pt x="18241" y="7125"/>
                  </a:cubicBezTo>
                  <a:cubicBezTo>
                    <a:pt x="18241" y="6414"/>
                    <a:pt x="17672" y="5809"/>
                    <a:pt x="16960" y="5809"/>
                  </a:cubicBezTo>
                  <a:cubicBezTo>
                    <a:pt x="16711" y="5809"/>
                    <a:pt x="16533" y="5880"/>
                    <a:pt x="16320" y="5987"/>
                  </a:cubicBezTo>
                  <a:lnTo>
                    <a:pt x="13723" y="4101"/>
                  </a:lnTo>
                  <a:lnTo>
                    <a:pt x="14043" y="3710"/>
                  </a:lnTo>
                  <a:cubicBezTo>
                    <a:pt x="14200" y="3526"/>
                    <a:pt x="14009" y="3284"/>
                    <a:pt x="13813" y="3284"/>
                  </a:cubicBezTo>
                  <a:cubicBezTo>
                    <a:pt x="13743" y="3284"/>
                    <a:pt x="13672" y="3315"/>
                    <a:pt x="13616" y="3389"/>
                  </a:cubicBezTo>
                  <a:lnTo>
                    <a:pt x="13331" y="3781"/>
                  </a:lnTo>
                  <a:lnTo>
                    <a:pt x="10591" y="1788"/>
                  </a:lnTo>
                  <a:cubicBezTo>
                    <a:pt x="10663" y="1610"/>
                    <a:pt x="10698" y="1432"/>
                    <a:pt x="10698" y="1255"/>
                  </a:cubicBezTo>
                  <a:cubicBezTo>
                    <a:pt x="10645" y="418"/>
                    <a:pt x="10013" y="0"/>
                    <a:pt x="9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 name="Google Shape;2175;p63"/>
          <p:cNvGrpSpPr/>
          <p:nvPr/>
        </p:nvGrpSpPr>
        <p:grpSpPr>
          <a:xfrm>
            <a:off x="5472888" y="1976067"/>
            <a:ext cx="432594" cy="432618"/>
            <a:chOff x="2145338" y="2387099"/>
            <a:chExt cx="357279" cy="357300"/>
          </a:xfrm>
        </p:grpSpPr>
        <p:sp>
          <p:nvSpPr>
            <p:cNvPr id="2176" name="Google Shape;2176;p63"/>
            <p:cNvSpPr/>
            <p:nvPr/>
          </p:nvSpPr>
          <p:spPr>
            <a:xfrm>
              <a:off x="2150358" y="2392865"/>
              <a:ext cx="347239" cy="28006"/>
            </a:xfrm>
            <a:custGeom>
              <a:rect b="b" l="l" r="r" t="t"/>
              <a:pathLst>
                <a:path extrusionOk="0" h="1389" w="17222">
                  <a:moveTo>
                    <a:pt x="0" y="0"/>
                  </a:moveTo>
                  <a:lnTo>
                    <a:pt x="0" y="1388"/>
                  </a:lnTo>
                  <a:lnTo>
                    <a:pt x="17221" y="1388"/>
                  </a:lnTo>
                  <a:lnTo>
                    <a:pt x="172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3"/>
            <p:cNvSpPr/>
            <p:nvPr/>
          </p:nvSpPr>
          <p:spPr>
            <a:xfrm>
              <a:off x="2207902" y="2387099"/>
              <a:ext cx="294715" cy="38793"/>
            </a:xfrm>
            <a:custGeom>
              <a:rect b="b" l="l" r="r" t="t"/>
              <a:pathLst>
                <a:path extrusionOk="0" h="1924" w="14617">
                  <a:moveTo>
                    <a:pt x="254" y="0"/>
                  </a:moveTo>
                  <a:cubicBezTo>
                    <a:pt x="1" y="0"/>
                    <a:pt x="1" y="537"/>
                    <a:pt x="254" y="537"/>
                  </a:cubicBezTo>
                  <a:cubicBezTo>
                    <a:pt x="261" y="537"/>
                    <a:pt x="269" y="537"/>
                    <a:pt x="277" y="536"/>
                  </a:cubicBezTo>
                  <a:lnTo>
                    <a:pt x="14118" y="536"/>
                  </a:lnTo>
                  <a:lnTo>
                    <a:pt x="14118" y="1425"/>
                  </a:lnTo>
                  <a:lnTo>
                    <a:pt x="12126" y="1425"/>
                  </a:lnTo>
                  <a:cubicBezTo>
                    <a:pt x="11983" y="1425"/>
                    <a:pt x="11877" y="1532"/>
                    <a:pt x="11877" y="1674"/>
                  </a:cubicBezTo>
                  <a:cubicBezTo>
                    <a:pt x="11877" y="1816"/>
                    <a:pt x="11983" y="1923"/>
                    <a:pt x="12126" y="1923"/>
                  </a:cubicBezTo>
                  <a:lnTo>
                    <a:pt x="14367" y="1923"/>
                  </a:lnTo>
                  <a:cubicBezTo>
                    <a:pt x="14510" y="1923"/>
                    <a:pt x="14616" y="1816"/>
                    <a:pt x="14616" y="1674"/>
                  </a:cubicBezTo>
                  <a:lnTo>
                    <a:pt x="14616" y="286"/>
                  </a:lnTo>
                  <a:cubicBezTo>
                    <a:pt x="14616" y="144"/>
                    <a:pt x="14510" y="2"/>
                    <a:pt x="14367" y="2"/>
                  </a:cubicBezTo>
                  <a:lnTo>
                    <a:pt x="277" y="2"/>
                  </a:lnTo>
                  <a:cubicBezTo>
                    <a:pt x="269" y="1"/>
                    <a:pt x="261" y="0"/>
                    <a:pt x="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3"/>
            <p:cNvSpPr/>
            <p:nvPr/>
          </p:nvSpPr>
          <p:spPr>
            <a:xfrm>
              <a:off x="2261736" y="2677641"/>
              <a:ext cx="19759" cy="10847"/>
            </a:xfrm>
            <a:custGeom>
              <a:rect b="b" l="l" r="r" t="t"/>
              <a:pathLst>
                <a:path extrusionOk="0" h="538" w="980">
                  <a:moveTo>
                    <a:pt x="285" y="0"/>
                  </a:moveTo>
                  <a:cubicBezTo>
                    <a:pt x="0" y="0"/>
                    <a:pt x="0" y="537"/>
                    <a:pt x="285" y="537"/>
                  </a:cubicBezTo>
                  <a:cubicBezTo>
                    <a:pt x="293" y="537"/>
                    <a:pt x="302" y="537"/>
                    <a:pt x="311" y="536"/>
                  </a:cubicBezTo>
                  <a:lnTo>
                    <a:pt x="703" y="536"/>
                  </a:lnTo>
                  <a:cubicBezTo>
                    <a:pt x="711" y="537"/>
                    <a:pt x="719" y="537"/>
                    <a:pt x="727" y="537"/>
                  </a:cubicBezTo>
                  <a:cubicBezTo>
                    <a:pt x="980" y="537"/>
                    <a:pt x="980" y="0"/>
                    <a:pt x="727" y="0"/>
                  </a:cubicBezTo>
                  <a:cubicBezTo>
                    <a:pt x="719" y="0"/>
                    <a:pt x="711" y="1"/>
                    <a:pt x="703" y="2"/>
                  </a:cubicBezTo>
                  <a:lnTo>
                    <a:pt x="311" y="2"/>
                  </a:lnTo>
                  <a:cubicBezTo>
                    <a:pt x="302" y="1"/>
                    <a:pt x="293"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3"/>
            <p:cNvSpPr/>
            <p:nvPr/>
          </p:nvSpPr>
          <p:spPr>
            <a:xfrm>
              <a:off x="2235726" y="2677681"/>
              <a:ext cx="20102" cy="10767"/>
            </a:xfrm>
            <a:custGeom>
              <a:rect b="b" l="l" r="r" t="t"/>
              <a:pathLst>
                <a:path extrusionOk="0" h="534" w="997">
                  <a:moveTo>
                    <a:pt x="285" y="0"/>
                  </a:moveTo>
                  <a:cubicBezTo>
                    <a:pt x="0" y="71"/>
                    <a:pt x="0" y="498"/>
                    <a:pt x="285" y="534"/>
                  </a:cubicBezTo>
                  <a:lnTo>
                    <a:pt x="712" y="534"/>
                  </a:lnTo>
                  <a:cubicBezTo>
                    <a:pt x="997" y="498"/>
                    <a:pt x="997" y="71"/>
                    <a:pt x="7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3"/>
            <p:cNvSpPr/>
            <p:nvPr/>
          </p:nvSpPr>
          <p:spPr>
            <a:xfrm>
              <a:off x="2209172" y="2677641"/>
              <a:ext cx="20667" cy="10847"/>
            </a:xfrm>
            <a:custGeom>
              <a:rect b="b" l="l" r="r" t="t"/>
              <a:pathLst>
                <a:path extrusionOk="0" h="538" w="1025">
                  <a:moveTo>
                    <a:pt x="772" y="0"/>
                  </a:moveTo>
                  <a:cubicBezTo>
                    <a:pt x="764" y="0"/>
                    <a:pt x="756" y="1"/>
                    <a:pt x="748" y="2"/>
                  </a:cubicBezTo>
                  <a:lnTo>
                    <a:pt x="321" y="2"/>
                  </a:lnTo>
                  <a:cubicBezTo>
                    <a:pt x="1" y="73"/>
                    <a:pt x="1" y="500"/>
                    <a:pt x="321" y="536"/>
                  </a:cubicBezTo>
                  <a:lnTo>
                    <a:pt x="748" y="536"/>
                  </a:lnTo>
                  <a:cubicBezTo>
                    <a:pt x="756" y="537"/>
                    <a:pt x="764" y="537"/>
                    <a:pt x="772" y="537"/>
                  </a:cubicBezTo>
                  <a:cubicBezTo>
                    <a:pt x="1025" y="537"/>
                    <a:pt x="1025"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3"/>
            <p:cNvSpPr/>
            <p:nvPr/>
          </p:nvSpPr>
          <p:spPr>
            <a:xfrm>
              <a:off x="2287382" y="2677681"/>
              <a:ext cx="20808" cy="10767"/>
            </a:xfrm>
            <a:custGeom>
              <a:rect b="b" l="l" r="r" t="t"/>
              <a:pathLst>
                <a:path extrusionOk="0" h="534" w="1032">
                  <a:moveTo>
                    <a:pt x="320" y="0"/>
                  </a:moveTo>
                  <a:cubicBezTo>
                    <a:pt x="0" y="71"/>
                    <a:pt x="0" y="498"/>
                    <a:pt x="320" y="534"/>
                  </a:cubicBezTo>
                  <a:lnTo>
                    <a:pt x="712" y="534"/>
                  </a:lnTo>
                  <a:cubicBezTo>
                    <a:pt x="1032" y="498"/>
                    <a:pt x="1032" y="71"/>
                    <a:pt x="7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3"/>
            <p:cNvSpPr/>
            <p:nvPr/>
          </p:nvSpPr>
          <p:spPr>
            <a:xfrm>
              <a:off x="2311174" y="2673709"/>
              <a:ext cx="18549" cy="14739"/>
            </a:xfrm>
            <a:custGeom>
              <a:rect b="b" l="l" r="r" t="t"/>
              <a:pathLst>
                <a:path extrusionOk="0" h="731" w="920">
                  <a:moveTo>
                    <a:pt x="516" y="0"/>
                  </a:moveTo>
                  <a:cubicBezTo>
                    <a:pt x="139" y="0"/>
                    <a:pt x="0" y="601"/>
                    <a:pt x="421" y="731"/>
                  </a:cubicBezTo>
                  <a:lnTo>
                    <a:pt x="635" y="731"/>
                  </a:lnTo>
                  <a:cubicBezTo>
                    <a:pt x="777" y="731"/>
                    <a:pt x="919" y="624"/>
                    <a:pt x="919" y="482"/>
                  </a:cubicBezTo>
                  <a:lnTo>
                    <a:pt x="919" y="268"/>
                  </a:lnTo>
                  <a:cubicBezTo>
                    <a:pt x="919" y="126"/>
                    <a:pt x="777" y="19"/>
                    <a:pt x="635" y="19"/>
                  </a:cubicBezTo>
                  <a:cubicBezTo>
                    <a:pt x="593" y="6"/>
                    <a:pt x="553" y="0"/>
                    <a:pt x="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3"/>
            <p:cNvSpPr/>
            <p:nvPr/>
          </p:nvSpPr>
          <p:spPr>
            <a:xfrm>
              <a:off x="2318574" y="2542975"/>
              <a:ext cx="11513" cy="17783"/>
            </a:xfrm>
            <a:custGeom>
              <a:rect b="b" l="l" r="r" t="t"/>
              <a:pathLst>
                <a:path extrusionOk="0" h="882" w="571">
                  <a:moveTo>
                    <a:pt x="272" y="1"/>
                  </a:moveTo>
                  <a:cubicBezTo>
                    <a:pt x="152" y="1"/>
                    <a:pt x="36" y="81"/>
                    <a:pt x="19" y="241"/>
                  </a:cubicBezTo>
                  <a:lnTo>
                    <a:pt x="19" y="668"/>
                  </a:lnTo>
                  <a:cubicBezTo>
                    <a:pt x="1" y="810"/>
                    <a:pt x="143" y="881"/>
                    <a:pt x="285" y="881"/>
                  </a:cubicBezTo>
                  <a:cubicBezTo>
                    <a:pt x="428" y="881"/>
                    <a:pt x="570" y="810"/>
                    <a:pt x="552" y="668"/>
                  </a:cubicBezTo>
                  <a:lnTo>
                    <a:pt x="552" y="241"/>
                  </a:lnTo>
                  <a:cubicBezTo>
                    <a:pt x="517" y="81"/>
                    <a:pt x="39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3"/>
            <p:cNvSpPr/>
            <p:nvPr/>
          </p:nvSpPr>
          <p:spPr>
            <a:xfrm>
              <a:off x="2318574" y="2569529"/>
              <a:ext cx="11513" cy="17057"/>
            </a:xfrm>
            <a:custGeom>
              <a:rect b="b" l="l" r="r" t="t"/>
              <a:pathLst>
                <a:path extrusionOk="0" h="846" w="571">
                  <a:moveTo>
                    <a:pt x="285" y="0"/>
                  </a:moveTo>
                  <a:cubicBezTo>
                    <a:pt x="143" y="0"/>
                    <a:pt x="1" y="80"/>
                    <a:pt x="19" y="240"/>
                  </a:cubicBezTo>
                  <a:lnTo>
                    <a:pt x="19" y="632"/>
                  </a:lnTo>
                  <a:cubicBezTo>
                    <a:pt x="1" y="774"/>
                    <a:pt x="143" y="845"/>
                    <a:pt x="285" y="845"/>
                  </a:cubicBezTo>
                  <a:cubicBezTo>
                    <a:pt x="428" y="845"/>
                    <a:pt x="570" y="774"/>
                    <a:pt x="552" y="632"/>
                  </a:cubicBezTo>
                  <a:lnTo>
                    <a:pt x="552" y="240"/>
                  </a:lnTo>
                  <a:cubicBezTo>
                    <a:pt x="570" y="80"/>
                    <a:pt x="4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3"/>
            <p:cNvSpPr/>
            <p:nvPr/>
          </p:nvSpPr>
          <p:spPr>
            <a:xfrm>
              <a:off x="2318937" y="2595176"/>
              <a:ext cx="10787" cy="17945"/>
            </a:xfrm>
            <a:custGeom>
              <a:rect b="b" l="l" r="r" t="t"/>
              <a:pathLst>
                <a:path extrusionOk="0" h="890" w="535">
                  <a:moveTo>
                    <a:pt x="250" y="0"/>
                  </a:moveTo>
                  <a:cubicBezTo>
                    <a:pt x="107" y="0"/>
                    <a:pt x="1" y="107"/>
                    <a:pt x="1" y="249"/>
                  </a:cubicBezTo>
                  <a:lnTo>
                    <a:pt x="1" y="676"/>
                  </a:lnTo>
                  <a:cubicBezTo>
                    <a:pt x="18" y="819"/>
                    <a:pt x="134" y="890"/>
                    <a:pt x="254" y="890"/>
                  </a:cubicBezTo>
                  <a:cubicBezTo>
                    <a:pt x="374" y="890"/>
                    <a:pt x="499" y="819"/>
                    <a:pt x="534" y="676"/>
                  </a:cubicBezTo>
                  <a:lnTo>
                    <a:pt x="534" y="249"/>
                  </a:lnTo>
                  <a:cubicBezTo>
                    <a:pt x="499"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3"/>
            <p:cNvSpPr/>
            <p:nvPr/>
          </p:nvSpPr>
          <p:spPr>
            <a:xfrm>
              <a:off x="2318937" y="2516966"/>
              <a:ext cx="10787" cy="17783"/>
            </a:xfrm>
            <a:custGeom>
              <a:rect b="b" l="l" r="r" t="t"/>
              <a:pathLst>
                <a:path extrusionOk="0" h="882" w="535">
                  <a:moveTo>
                    <a:pt x="254" y="1"/>
                  </a:moveTo>
                  <a:cubicBezTo>
                    <a:pt x="134" y="1"/>
                    <a:pt x="18" y="72"/>
                    <a:pt x="1" y="214"/>
                  </a:cubicBezTo>
                  <a:lnTo>
                    <a:pt x="1" y="641"/>
                  </a:lnTo>
                  <a:cubicBezTo>
                    <a:pt x="18" y="801"/>
                    <a:pt x="134" y="882"/>
                    <a:pt x="254" y="882"/>
                  </a:cubicBezTo>
                  <a:cubicBezTo>
                    <a:pt x="374" y="882"/>
                    <a:pt x="499" y="801"/>
                    <a:pt x="534" y="641"/>
                  </a:cubicBezTo>
                  <a:lnTo>
                    <a:pt x="534" y="214"/>
                  </a:lnTo>
                  <a:cubicBezTo>
                    <a:pt x="499" y="72"/>
                    <a:pt x="374" y="1"/>
                    <a:pt x="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3"/>
            <p:cNvSpPr/>
            <p:nvPr/>
          </p:nvSpPr>
          <p:spPr>
            <a:xfrm>
              <a:off x="2318574" y="2491158"/>
              <a:ext cx="11513" cy="17057"/>
            </a:xfrm>
            <a:custGeom>
              <a:rect b="b" l="l" r="r" t="t"/>
              <a:pathLst>
                <a:path extrusionOk="0" h="846" w="571">
                  <a:moveTo>
                    <a:pt x="285" y="0"/>
                  </a:moveTo>
                  <a:cubicBezTo>
                    <a:pt x="143" y="0"/>
                    <a:pt x="1" y="71"/>
                    <a:pt x="19" y="214"/>
                  </a:cubicBezTo>
                  <a:lnTo>
                    <a:pt x="19" y="605"/>
                  </a:lnTo>
                  <a:cubicBezTo>
                    <a:pt x="36" y="765"/>
                    <a:pt x="152" y="845"/>
                    <a:pt x="272" y="845"/>
                  </a:cubicBezTo>
                  <a:cubicBezTo>
                    <a:pt x="392" y="845"/>
                    <a:pt x="517" y="765"/>
                    <a:pt x="552" y="605"/>
                  </a:cubicBezTo>
                  <a:lnTo>
                    <a:pt x="552" y="214"/>
                  </a:lnTo>
                  <a:cubicBezTo>
                    <a:pt x="570" y="71"/>
                    <a:pt x="4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3"/>
            <p:cNvSpPr/>
            <p:nvPr/>
          </p:nvSpPr>
          <p:spPr>
            <a:xfrm>
              <a:off x="2318574" y="2464604"/>
              <a:ext cx="11513" cy="17239"/>
            </a:xfrm>
            <a:custGeom>
              <a:rect b="b" l="l" r="r" t="t"/>
              <a:pathLst>
                <a:path extrusionOk="0" h="855" w="571">
                  <a:moveTo>
                    <a:pt x="285" y="1"/>
                  </a:moveTo>
                  <a:cubicBezTo>
                    <a:pt x="143" y="1"/>
                    <a:pt x="1" y="72"/>
                    <a:pt x="19" y="214"/>
                  </a:cubicBezTo>
                  <a:lnTo>
                    <a:pt x="19" y="641"/>
                  </a:lnTo>
                  <a:cubicBezTo>
                    <a:pt x="1" y="783"/>
                    <a:pt x="143" y="854"/>
                    <a:pt x="285" y="854"/>
                  </a:cubicBezTo>
                  <a:cubicBezTo>
                    <a:pt x="428" y="854"/>
                    <a:pt x="570" y="783"/>
                    <a:pt x="552" y="641"/>
                  </a:cubicBezTo>
                  <a:lnTo>
                    <a:pt x="552" y="214"/>
                  </a:lnTo>
                  <a:cubicBezTo>
                    <a:pt x="570" y="72"/>
                    <a:pt x="42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3"/>
            <p:cNvSpPr/>
            <p:nvPr/>
          </p:nvSpPr>
          <p:spPr>
            <a:xfrm>
              <a:off x="2290951" y="2622436"/>
              <a:ext cx="190132" cy="105470"/>
            </a:xfrm>
            <a:custGeom>
              <a:rect b="b" l="l" r="r" t="t"/>
              <a:pathLst>
                <a:path extrusionOk="0" h="5231" w="9430">
                  <a:moveTo>
                    <a:pt x="1642" y="0"/>
                  </a:moveTo>
                  <a:cubicBezTo>
                    <a:pt x="1522" y="0"/>
                    <a:pt x="1406" y="71"/>
                    <a:pt x="1389" y="214"/>
                  </a:cubicBezTo>
                  <a:lnTo>
                    <a:pt x="1389" y="819"/>
                  </a:lnTo>
                  <a:lnTo>
                    <a:pt x="250" y="819"/>
                  </a:lnTo>
                  <a:cubicBezTo>
                    <a:pt x="108" y="854"/>
                    <a:pt x="1" y="961"/>
                    <a:pt x="1" y="1103"/>
                  </a:cubicBezTo>
                  <a:cubicBezTo>
                    <a:pt x="1" y="1246"/>
                    <a:pt x="108" y="1352"/>
                    <a:pt x="286" y="1352"/>
                  </a:cubicBezTo>
                  <a:cubicBezTo>
                    <a:pt x="641" y="1352"/>
                    <a:pt x="997" y="1317"/>
                    <a:pt x="1389" y="1317"/>
                  </a:cubicBezTo>
                  <a:lnTo>
                    <a:pt x="1389" y="1922"/>
                  </a:lnTo>
                  <a:cubicBezTo>
                    <a:pt x="1371" y="2082"/>
                    <a:pt x="1513" y="2162"/>
                    <a:pt x="1655" y="2162"/>
                  </a:cubicBezTo>
                  <a:cubicBezTo>
                    <a:pt x="1798" y="2162"/>
                    <a:pt x="1940" y="2082"/>
                    <a:pt x="1922" y="1922"/>
                  </a:cubicBezTo>
                  <a:lnTo>
                    <a:pt x="1922" y="1317"/>
                  </a:lnTo>
                  <a:cubicBezTo>
                    <a:pt x="6263" y="1352"/>
                    <a:pt x="8896" y="2349"/>
                    <a:pt x="8896" y="3025"/>
                  </a:cubicBezTo>
                  <a:cubicBezTo>
                    <a:pt x="8896" y="3274"/>
                    <a:pt x="8505" y="3701"/>
                    <a:pt x="7331" y="4056"/>
                  </a:cubicBezTo>
                  <a:cubicBezTo>
                    <a:pt x="5943" y="4448"/>
                    <a:pt x="4484" y="4661"/>
                    <a:pt x="3025" y="4733"/>
                  </a:cubicBezTo>
                  <a:cubicBezTo>
                    <a:pt x="2883" y="4733"/>
                    <a:pt x="2776" y="4839"/>
                    <a:pt x="2776" y="4982"/>
                  </a:cubicBezTo>
                  <a:cubicBezTo>
                    <a:pt x="2776" y="5124"/>
                    <a:pt x="2919" y="5231"/>
                    <a:pt x="3061" y="5231"/>
                  </a:cubicBezTo>
                  <a:cubicBezTo>
                    <a:pt x="4555" y="5195"/>
                    <a:pt x="6050" y="4946"/>
                    <a:pt x="7509" y="4555"/>
                  </a:cubicBezTo>
                  <a:cubicBezTo>
                    <a:pt x="8789" y="4163"/>
                    <a:pt x="9430" y="3630"/>
                    <a:pt x="9430" y="3025"/>
                  </a:cubicBezTo>
                  <a:cubicBezTo>
                    <a:pt x="9430" y="2420"/>
                    <a:pt x="8612" y="1815"/>
                    <a:pt x="7046" y="1388"/>
                  </a:cubicBezTo>
                  <a:cubicBezTo>
                    <a:pt x="5461" y="1025"/>
                    <a:pt x="3877" y="815"/>
                    <a:pt x="2292" y="815"/>
                  </a:cubicBezTo>
                  <a:cubicBezTo>
                    <a:pt x="2169" y="815"/>
                    <a:pt x="2046" y="816"/>
                    <a:pt x="1922" y="819"/>
                  </a:cubicBezTo>
                  <a:lnTo>
                    <a:pt x="1922" y="214"/>
                  </a:lnTo>
                  <a:cubicBezTo>
                    <a:pt x="1887" y="71"/>
                    <a:pt x="1762" y="0"/>
                    <a:pt x="16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3"/>
            <p:cNvSpPr/>
            <p:nvPr/>
          </p:nvSpPr>
          <p:spPr>
            <a:xfrm>
              <a:off x="2145338" y="2387119"/>
              <a:ext cx="288404" cy="357280"/>
            </a:xfrm>
            <a:custGeom>
              <a:rect b="b" l="l" r="r" t="t"/>
              <a:pathLst>
                <a:path extrusionOk="0" h="17720" w="14304">
                  <a:moveTo>
                    <a:pt x="1352" y="13895"/>
                  </a:moveTo>
                  <a:cubicBezTo>
                    <a:pt x="1744" y="13895"/>
                    <a:pt x="2135" y="14162"/>
                    <a:pt x="2135" y="14696"/>
                  </a:cubicBezTo>
                  <a:cubicBezTo>
                    <a:pt x="2135" y="14874"/>
                    <a:pt x="2099" y="15051"/>
                    <a:pt x="1993" y="15194"/>
                  </a:cubicBezTo>
                  <a:cubicBezTo>
                    <a:pt x="1744" y="15016"/>
                    <a:pt x="1601" y="14838"/>
                    <a:pt x="1601" y="14696"/>
                  </a:cubicBezTo>
                  <a:cubicBezTo>
                    <a:pt x="1601" y="14518"/>
                    <a:pt x="1477" y="14429"/>
                    <a:pt x="1352" y="14429"/>
                  </a:cubicBezTo>
                  <a:cubicBezTo>
                    <a:pt x="1228" y="14429"/>
                    <a:pt x="1103" y="14518"/>
                    <a:pt x="1103" y="14696"/>
                  </a:cubicBezTo>
                  <a:cubicBezTo>
                    <a:pt x="1103" y="14980"/>
                    <a:pt x="1245" y="15265"/>
                    <a:pt x="1494" y="15478"/>
                  </a:cubicBezTo>
                  <a:lnTo>
                    <a:pt x="1352" y="15478"/>
                  </a:lnTo>
                  <a:cubicBezTo>
                    <a:pt x="925" y="15478"/>
                    <a:pt x="569" y="15123"/>
                    <a:pt x="569" y="14696"/>
                  </a:cubicBezTo>
                  <a:cubicBezTo>
                    <a:pt x="569" y="14162"/>
                    <a:pt x="961" y="13895"/>
                    <a:pt x="1352" y="13895"/>
                  </a:cubicBezTo>
                  <a:close/>
                  <a:moveTo>
                    <a:pt x="249" y="1"/>
                  </a:moveTo>
                  <a:cubicBezTo>
                    <a:pt x="107" y="1"/>
                    <a:pt x="0" y="143"/>
                    <a:pt x="0" y="285"/>
                  </a:cubicBezTo>
                  <a:lnTo>
                    <a:pt x="0" y="1673"/>
                  </a:lnTo>
                  <a:cubicBezTo>
                    <a:pt x="0" y="1815"/>
                    <a:pt x="107" y="1922"/>
                    <a:pt x="249" y="1922"/>
                  </a:cubicBezTo>
                  <a:lnTo>
                    <a:pt x="8397" y="1922"/>
                  </a:lnTo>
                  <a:lnTo>
                    <a:pt x="1779" y="13450"/>
                  </a:lnTo>
                  <a:cubicBezTo>
                    <a:pt x="1648" y="13412"/>
                    <a:pt x="1517" y="13394"/>
                    <a:pt x="1388" y="13394"/>
                  </a:cubicBezTo>
                  <a:cubicBezTo>
                    <a:pt x="682" y="13394"/>
                    <a:pt x="66" y="13943"/>
                    <a:pt x="36" y="14696"/>
                  </a:cubicBezTo>
                  <a:cubicBezTo>
                    <a:pt x="36" y="15407"/>
                    <a:pt x="641" y="15977"/>
                    <a:pt x="1352" y="16012"/>
                  </a:cubicBezTo>
                  <a:cubicBezTo>
                    <a:pt x="1601" y="16012"/>
                    <a:pt x="1815" y="15941"/>
                    <a:pt x="2028" y="15799"/>
                  </a:cubicBezTo>
                  <a:cubicBezTo>
                    <a:pt x="2491" y="16048"/>
                    <a:pt x="2989" y="16226"/>
                    <a:pt x="3487" y="16332"/>
                  </a:cubicBezTo>
                  <a:cubicBezTo>
                    <a:pt x="5053" y="16724"/>
                    <a:pt x="6654" y="16902"/>
                    <a:pt x="8290" y="16937"/>
                  </a:cubicBezTo>
                  <a:lnTo>
                    <a:pt x="7899" y="17293"/>
                  </a:lnTo>
                  <a:cubicBezTo>
                    <a:pt x="7828" y="17400"/>
                    <a:pt x="7828" y="17578"/>
                    <a:pt x="7899" y="17649"/>
                  </a:cubicBezTo>
                  <a:cubicBezTo>
                    <a:pt x="7970" y="17720"/>
                    <a:pt x="8041" y="17720"/>
                    <a:pt x="8113" y="17720"/>
                  </a:cubicBezTo>
                  <a:cubicBezTo>
                    <a:pt x="8184" y="17720"/>
                    <a:pt x="8219" y="17720"/>
                    <a:pt x="8290" y="17649"/>
                  </a:cubicBezTo>
                  <a:lnTo>
                    <a:pt x="9073" y="16866"/>
                  </a:lnTo>
                  <a:cubicBezTo>
                    <a:pt x="9180" y="16759"/>
                    <a:pt x="9180" y="16581"/>
                    <a:pt x="9073" y="16475"/>
                  </a:cubicBezTo>
                  <a:lnTo>
                    <a:pt x="8290" y="15692"/>
                  </a:lnTo>
                  <a:cubicBezTo>
                    <a:pt x="8227" y="15610"/>
                    <a:pt x="8152" y="15577"/>
                    <a:pt x="8080" y="15577"/>
                  </a:cubicBezTo>
                  <a:cubicBezTo>
                    <a:pt x="7870" y="15577"/>
                    <a:pt x="7687" y="15862"/>
                    <a:pt x="7899" y="16048"/>
                  </a:cubicBezTo>
                  <a:lnTo>
                    <a:pt x="8255" y="16404"/>
                  </a:lnTo>
                  <a:cubicBezTo>
                    <a:pt x="5515" y="16332"/>
                    <a:pt x="3487" y="15905"/>
                    <a:pt x="2420" y="15407"/>
                  </a:cubicBezTo>
                  <a:cubicBezTo>
                    <a:pt x="2526" y="15265"/>
                    <a:pt x="2597" y="15123"/>
                    <a:pt x="2633" y="14945"/>
                  </a:cubicBezTo>
                  <a:lnTo>
                    <a:pt x="2669" y="14945"/>
                  </a:lnTo>
                  <a:cubicBezTo>
                    <a:pt x="2677" y="14946"/>
                    <a:pt x="2685" y="14946"/>
                    <a:pt x="2692" y="14946"/>
                  </a:cubicBezTo>
                  <a:cubicBezTo>
                    <a:pt x="2945" y="14946"/>
                    <a:pt x="2945" y="14409"/>
                    <a:pt x="2692" y="14409"/>
                  </a:cubicBezTo>
                  <a:cubicBezTo>
                    <a:pt x="2685" y="14409"/>
                    <a:pt x="2677" y="14410"/>
                    <a:pt x="2669" y="14411"/>
                  </a:cubicBezTo>
                  <a:lnTo>
                    <a:pt x="2633" y="14411"/>
                  </a:lnTo>
                  <a:cubicBezTo>
                    <a:pt x="2597" y="14269"/>
                    <a:pt x="2526" y="14091"/>
                    <a:pt x="2420" y="13948"/>
                  </a:cubicBezTo>
                  <a:cubicBezTo>
                    <a:pt x="3096" y="13664"/>
                    <a:pt x="3772" y="13486"/>
                    <a:pt x="4483" y="13344"/>
                  </a:cubicBezTo>
                  <a:cubicBezTo>
                    <a:pt x="4626" y="13308"/>
                    <a:pt x="4732" y="13201"/>
                    <a:pt x="4697" y="13059"/>
                  </a:cubicBezTo>
                  <a:cubicBezTo>
                    <a:pt x="4666" y="12935"/>
                    <a:pt x="4554" y="12839"/>
                    <a:pt x="4432" y="12839"/>
                  </a:cubicBezTo>
                  <a:cubicBezTo>
                    <a:pt x="4414" y="12839"/>
                    <a:pt x="4395" y="12841"/>
                    <a:pt x="4377" y="12845"/>
                  </a:cubicBezTo>
                  <a:cubicBezTo>
                    <a:pt x="3700" y="12952"/>
                    <a:pt x="3024" y="13166"/>
                    <a:pt x="2384" y="13415"/>
                  </a:cubicBezTo>
                  <a:lnTo>
                    <a:pt x="8611" y="2634"/>
                  </a:lnTo>
                  <a:lnTo>
                    <a:pt x="8611" y="3167"/>
                  </a:lnTo>
                  <a:cubicBezTo>
                    <a:pt x="8628" y="3328"/>
                    <a:pt x="8753" y="3408"/>
                    <a:pt x="8877" y="3408"/>
                  </a:cubicBezTo>
                  <a:cubicBezTo>
                    <a:pt x="9002" y="3408"/>
                    <a:pt x="9127" y="3328"/>
                    <a:pt x="9144" y="3167"/>
                  </a:cubicBezTo>
                  <a:lnTo>
                    <a:pt x="9144" y="1958"/>
                  </a:lnTo>
                  <a:lnTo>
                    <a:pt x="14019" y="1958"/>
                  </a:lnTo>
                  <a:cubicBezTo>
                    <a:pt x="14161" y="1958"/>
                    <a:pt x="14304" y="1815"/>
                    <a:pt x="14304" y="1673"/>
                  </a:cubicBezTo>
                  <a:cubicBezTo>
                    <a:pt x="14304" y="1531"/>
                    <a:pt x="14161" y="1424"/>
                    <a:pt x="14019" y="1424"/>
                  </a:cubicBezTo>
                  <a:lnTo>
                    <a:pt x="534" y="1424"/>
                  </a:lnTo>
                  <a:lnTo>
                    <a:pt x="534" y="535"/>
                  </a:lnTo>
                  <a:lnTo>
                    <a:pt x="2170" y="535"/>
                  </a:lnTo>
                  <a:cubicBezTo>
                    <a:pt x="2491" y="499"/>
                    <a:pt x="2491" y="36"/>
                    <a:pt x="2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3"/>
            <p:cNvSpPr/>
            <p:nvPr/>
          </p:nvSpPr>
          <p:spPr>
            <a:xfrm>
              <a:off x="2339381" y="2511421"/>
              <a:ext cx="32663" cy="52201"/>
            </a:xfrm>
            <a:custGeom>
              <a:rect b="b" l="l" r="r" t="t"/>
              <a:pathLst>
                <a:path extrusionOk="0" h="2589" w="1620">
                  <a:moveTo>
                    <a:pt x="285" y="0"/>
                  </a:moveTo>
                  <a:cubicBezTo>
                    <a:pt x="143" y="0"/>
                    <a:pt x="1" y="80"/>
                    <a:pt x="18" y="240"/>
                  </a:cubicBezTo>
                  <a:lnTo>
                    <a:pt x="18" y="2304"/>
                  </a:lnTo>
                  <a:cubicBezTo>
                    <a:pt x="1" y="2464"/>
                    <a:pt x="143" y="2544"/>
                    <a:pt x="285" y="2544"/>
                  </a:cubicBezTo>
                  <a:cubicBezTo>
                    <a:pt x="428" y="2544"/>
                    <a:pt x="570" y="2464"/>
                    <a:pt x="552" y="2304"/>
                  </a:cubicBezTo>
                  <a:lnTo>
                    <a:pt x="552" y="1521"/>
                  </a:lnTo>
                  <a:lnTo>
                    <a:pt x="1015" y="1521"/>
                  </a:lnTo>
                  <a:cubicBezTo>
                    <a:pt x="1050" y="1521"/>
                    <a:pt x="1086" y="1557"/>
                    <a:pt x="1086" y="1628"/>
                  </a:cubicBezTo>
                  <a:lnTo>
                    <a:pt x="1086" y="2304"/>
                  </a:lnTo>
                  <a:cubicBezTo>
                    <a:pt x="1086" y="2446"/>
                    <a:pt x="1193" y="2589"/>
                    <a:pt x="1335" y="2589"/>
                  </a:cubicBezTo>
                  <a:lnTo>
                    <a:pt x="1335" y="2553"/>
                  </a:lnTo>
                  <a:cubicBezTo>
                    <a:pt x="1350" y="2557"/>
                    <a:pt x="1365" y="2559"/>
                    <a:pt x="1380" y="2559"/>
                  </a:cubicBezTo>
                  <a:cubicBezTo>
                    <a:pt x="1506" y="2559"/>
                    <a:pt x="1620" y="2431"/>
                    <a:pt x="1620" y="2304"/>
                  </a:cubicBezTo>
                  <a:lnTo>
                    <a:pt x="1620" y="1628"/>
                  </a:lnTo>
                  <a:cubicBezTo>
                    <a:pt x="1620" y="1272"/>
                    <a:pt x="1335" y="988"/>
                    <a:pt x="1015" y="988"/>
                  </a:cubicBezTo>
                  <a:lnTo>
                    <a:pt x="552" y="988"/>
                  </a:lnTo>
                  <a:lnTo>
                    <a:pt x="552" y="240"/>
                  </a:lnTo>
                  <a:cubicBezTo>
                    <a:pt x="570" y="80"/>
                    <a:pt x="4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3"/>
            <p:cNvSpPr/>
            <p:nvPr/>
          </p:nvSpPr>
          <p:spPr>
            <a:xfrm>
              <a:off x="2253650" y="2620278"/>
              <a:ext cx="31595" cy="45930"/>
            </a:xfrm>
            <a:custGeom>
              <a:rect b="b" l="l" r="r" t="t"/>
              <a:pathLst>
                <a:path extrusionOk="0" h="2278" w="1567">
                  <a:moveTo>
                    <a:pt x="250" y="1"/>
                  </a:moveTo>
                  <a:cubicBezTo>
                    <a:pt x="108" y="1"/>
                    <a:pt x="1" y="143"/>
                    <a:pt x="1" y="285"/>
                  </a:cubicBezTo>
                  <a:lnTo>
                    <a:pt x="1" y="2029"/>
                  </a:lnTo>
                  <a:cubicBezTo>
                    <a:pt x="1" y="2171"/>
                    <a:pt x="108" y="2278"/>
                    <a:pt x="250" y="2278"/>
                  </a:cubicBezTo>
                  <a:cubicBezTo>
                    <a:pt x="392" y="2278"/>
                    <a:pt x="534" y="2171"/>
                    <a:pt x="534" y="2029"/>
                  </a:cubicBezTo>
                  <a:lnTo>
                    <a:pt x="534" y="748"/>
                  </a:lnTo>
                  <a:lnTo>
                    <a:pt x="819" y="748"/>
                  </a:lnTo>
                  <a:cubicBezTo>
                    <a:pt x="961" y="748"/>
                    <a:pt x="1068" y="854"/>
                    <a:pt x="1068" y="961"/>
                  </a:cubicBezTo>
                  <a:cubicBezTo>
                    <a:pt x="1050" y="1139"/>
                    <a:pt x="1175" y="1228"/>
                    <a:pt x="1304" y="1228"/>
                  </a:cubicBezTo>
                  <a:cubicBezTo>
                    <a:pt x="1433" y="1228"/>
                    <a:pt x="1566" y="1139"/>
                    <a:pt x="1566" y="961"/>
                  </a:cubicBezTo>
                  <a:cubicBezTo>
                    <a:pt x="1566" y="570"/>
                    <a:pt x="1246" y="214"/>
                    <a:pt x="819" y="214"/>
                  </a:cubicBezTo>
                  <a:lnTo>
                    <a:pt x="499" y="214"/>
                  </a:lnTo>
                  <a:cubicBezTo>
                    <a:pt x="499" y="107"/>
                    <a:pt x="392" y="1"/>
                    <a:pt x="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 name="Google Shape;2193;p63"/>
          <p:cNvGrpSpPr/>
          <p:nvPr/>
        </p:nvGrpSpPr>
        <p:grpSpPr>
          <a:xfrm>
            <a:off x="3186132" y="2006858"/>
            <a:ext cx="573382" cy="432887"/>
            <a:chOff x="1499613" y="2386978"/>
            <a:chExt cx="473557" cy="357521"/>
          </a:xfrm>
        </p:grpSpPr>
        <p:sp>
          <p:nvSpPr>
            <p:cNvPr id="2194" name="Google Shape;2194;p63"/>
            <p:cNvSpPr/>
            <p:nvPr/>
          </p:nvSpPr>
          <p:spPr>
            <a:xfrm>
              <a:off x="1503968" y="2392140"/>
              <a:ext cx="405347" cy="347440"/>
            </a:xfrm>
            <a:custGeom>
              <a:rect b="b" l="l" r="r" t="t"/>
              <a:pathLst>
                <a:path extrusionOk="0" h="17232" w="20104">
                  <a:moveTo>
                    <a:pt x="11529" y="1"/>
                  </a:moveTo>
                  <a:cubicBezTo>
                    <a:pt x="3843" y="1"/>
                    <a:pt x="1" y="9287"/>
                    <a:pt x="5445" y="14696"/>
                  </a:cubicBezTo>
                  <a:cubicBezTo>
                    <a:pt x="7196" y="16447"/>
                    <a:pt x="9350" y="17232"/>
                    <a:pt x="11462" y="17232"/>
                  </a:cubicBezTo>
                  <a:cubicBezTo>
                    <a:pt x="15874" y="17232"/>
                    <a:pt x="20104" y="13808"/>
                    <a:pt x="20104" y="8611"/>
                  </a:cubicBezTo>
                  <a:cubicBezTo>
                    <a:pt x="20104" y="3879"/>
                    <a:pt x="16261" y="1"/>
                    <a:pt x="115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3"/>
            <p:cNvSpPr/>
            <p:nvPr/>
          </p:nvSpPr>
          <p:spPr>
            <a:xfrm>
              <a:off x="1562803" y="2509808"/>
              <a:ext cx="346513" cy="112648"/>
            </a:xfrm>
            <a:custGeom>
              <a:rect b="b" l="l" r="r" t="t"/>
              <a:pathLst>
                <a:path extrusionOk="0" h="5587" w="17186">
                  <a:moveTo>
                    <a:pt x="8611" y="0"/>
                  </a:moveTo>
                  <a:cubicBezTo>
                    <a:pt x="3843" y="0"/>
                    <a:pt x="0" y="1245"/>
                    <a:pt x="0" y="2775"/>
                  </a:cubicBezTo>
                  <a:cubicBezTo>
                    <a:pt x="0" y="4341"/>
                    <a:pt x="3843" y="5586"/>
                    <a:pt x="8611" y="5586"/>
                  </a:cubicBezTo>
                  <a:cubicBezTo>
                    <a:pt x="13343" y="5586"/>
                    <a:pt x="17186" y="4341"/>
                    <a:pt x="17186" y="2775"/>
                  </a:cubicBezTo>
                  <a:cubicBezTo>
                    <a:pt x="17186" y="1245"/>
                    <a:pt x="13343" y="0"/>
                    <a:pt x="86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3"/>
            <p:cNvSpPr/>
            <p:nvPr/>
          </p:nvSpPr>
          <p:spPr>
            <a:xfrm>
              <a:off x="1679745" y="2392140"/>
              <a:ext cx="113354" cy="347239"/>
            </a:xfrm>
            <a:custGeom>
              <a:rect b="b" l="l" r="r" t="t"/>
              <a:pathLst>
                <a:path extrusionOk="0" h="17222" w="5622">
                  <a:moveTo>
                    <a:pt x="2811" y="1"/>
                  </a:moveTo>
                  <a:cubicBezTo>
                    <a:pt x="1245" y="1"/>
                    <a:pt x="0" y="3879"/>
                    <a:pt x="0" y="8611"/>
                  </a:cubicBezTo>
                  <a:cubicBezTo>
                    <a:pt x="0" y="13379"/>
                    <a:pt x="1245" y="17222"/>
                    <a:pt x="2811" y="17222"/>
                  </a:cubicBezTo>
                  <a:cubicBezTo>
                    <a:pt x="4341" y="17222"/>
                    <a:pt x="5586" y="13379"/>
                    <a:pt x="5586" y="8611"/>
                  </a:cubicBezTo>
                  <a:cubicBezTo>
                    <a:pt x="5622" y="6548"/>
                    <a:pt x="5337" y="4520"/>
                    <a:pt x="4768" y="2527"/>
                  </a:cubicBezTo>
                  <a:cubicBezTo>
                    <a:pt x="4270" y="890"/>
                    <a:pt x="3558" y="1"/>
                    <a:pt x="2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3"/>
            <p:cNvSpPr/>
            <p:nvPr/>
          </p:nvSpPr>
          <p:spPr>
            <a:xfrm>
              <a:off x="1679019" y="2509344"/>
              <a:ext cx="114805" cy="113636"/>
            </a:xfrm>
            <a:custGeom>
              <a:rect b="b" l="l" r="r" t="t"/>
              <a:pathLst>
                <a:path extrusionOk="0" h="5636" w="5694">
                  <a:moveTo>
                    <a:pt x="2725" y="1"/>
                  </a:moveTo>
                  <a:cubicBezTo>
                    <a:pt x="1876" y="1"/>
                    <a:pt x="1027" y="45"/>
                    <a:pt x="178" y="130"/>
                  </a:cubicBezTo>
                  <a:cubicBezTo>
                    <a:pt x="0" y="1909"/>
                    <a:pt x="0" y="3724"/>
                    <a:pt x="178" y="5503"/>
                  </a:cubicBezTo>
                  <a:cubicBezTo>
                    <a:pt x="1068" y="5591"/>
                    <a:pt x="1957" y="5636"/>
                    <a:pt x="2847" y="5636"/>
                  </a:cubicBezTo>
                  <a:cubicBezTo>
                    <a:pt x="3736" y="5636"/>
                    <a:pt x="4626" y="5591"/>
                    <a:pt x="5516" y="5503"/>
                  </a:cubicBezTo>
                  <a:cubicBezTo>
                    <a:pt x="5693" y="3724"/>
                    <a:pt x="5693" y="1909"/>
                    <a:pt x="5516" y="165"/>
                  </a:cubicBezTo>
                  <a:cubicBezTo>
                    <a:pt x="4585" y="54"/>
                    <a:pt x="3655"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3"/>
            <p:cNvSpPr/>
            <p:nvPr/>
          </p:nvSpPr>
          <p:spPr>
            <a:xfrm>
              <a:off x="1707710" y="2544951"/>
              <a:ext cx="49519" cy="42341"/>
            </a:xfrm>
            <a:custGeom>
              <a:rect b="b" l="l" r="r" t="t"/>
              <a:pathLst>
                <a:path extrusionOk="0" h="2100" w="2456">
                  <a:moveTo>
                    <a:pt x="1424" y="1"/>
                  </a:moveTo>
                  <a:cubicBezTo>
                    <a:pt x="463" y="1"/>
                    <a:pt x="1" y="1139"/>
                    <a:pt x="677" y="1780"/>
                  </a:cubicBezTo>
                  <a:cubicBezTo>
                    <a:pt x="886" y="2001"/>
                    <a:pt x="1149" y="2100"/>
                    <a:pt x="1407" y="2100"/>
                  </a:cubicBezTo>
                  <a:cubicBezTo>
                    <a:pt x="1940" y="2100"/>
                    <a:pt x="2456" y="1679"/>
                    <a:pt x="2456" y="1032"/>
                  </a:cubicBezTo>
                  <a:cubicBezTo>
                    <a:pt x="2456" y="463"/>
                    <a:pt x="1993" y="1"/>
                    <a:pt x="14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3"/>
            <p:cNvSpPr/>
            <p:nvPr/>
          </p:nvSpPr>
          <p:spPr>
            <a:xfrm>
              <a:off x="1499613" y="2386978"/>
              <a:ext cx="473557" cy="357521"/>
            </a:xfrm>
            <a:custGeom>
              <a:rect b="b" l="l" r="r" t="t"/>
              <a:pathLst>
                <a:path extrusionOk="0" h="17732" w="23487">
                  <a:moveTo>
                    <a:pt x="12884" y="613"/>
                  </a:moveTo>
                  <a:lnTo>
                    <a:pt x="12884" y="613"/>
                  </a:lnTo>
                  <a:cubicBezTo>
                    <a:pt x="16584" y="1146"/>
                    <a:pt x="19502" y="4028"/>
                    <a:pt x="20000" y="7729"/>
                  </a:cubicBezTo>
                  <a:cubicBezTo>
                    <a:pt x="19964" y="7693"/>
                    <a:pt x="19893" y="7622"/>
                    <a:pt x="19822" y="7587"/>
                  </a:cubicBezTo>
                  <a:cubicBezTo>
                    <a:pt x="19253" y="7160"/>
                    <a:pt x="18612" y="6839"/>
                    <a:pt x="17900" y="6661"/>
                  </a:cubicBezTo>
                  <a:cubicBezTo>
                    <a:pt x="16833" y="6306"/>
                    <a:pt x="15766" y="6092"/>
                    <a:pt x="14663" y="5985"/>
                  </a:cubicBezTo>
                  <a:cubicBezTo>
                    <a:pt x="14520" y="4882"/>
                    <a:pt x="14307" y="3779"/>
                    <a:pt x="13987" y="2712"/>
                  </a:cubicBezTo>
                  <a:lnTo>
                    <a:pt x="13951" y="2712"/>
                  </a:lnTo>
                  <a:cubicBezTo>
                    <a:pt x="13773" y="2036"/>
                    <a:pt x="13453" y="1360"/>
                    <a:pt x="13061" y="791"/>
                  </a:cubicBezTo>
                  <a:cubicBezTo>
                    <a:pt x="12990" y="719"/>
                    <a:pt x="12955" y="684"/>
                    <a:pt x="12884" y="613"/>
                  </a:cubicBezTo>
                  <a:close/>
                  <a:moveTo>
                    <a:pt x="11406" y="6338"/>
                  </a:moveTo>
                  <a:cubicBezTo>
                    <a:pt x="11519" y="6338"/>
                    <a:pt x="11632" y="6339"/>
                    <a:pt x="11745" y="6341"/>
                  </a:cubicBezTo>
                  <a:cubicBezTo>
                    <a:pt x="12563" y="6341"/>
                    <a:pt x="13382" y="6377"/>
                    <a:pt x="14164" y="6484"/>
                  </a:cubicBezTo>
                  <a:cubicBezTo>
                    <a:pt x="14236" y="7160"/>
                    <a:pt x="14271" y="7871"/>
                    <a:pt x="14271" y="8618"/>
                  </a:cubicBezTo>
                  <a:lnTo>
                    <a:pt x="13026" y="8618"/>
                  </a:lnTo>
                  <a:cubicBezTo>
                    <a:pt x="12884" y="7925"/>
                    <a:pt x="12305" y="7578"/>
                    <a:pt x="11732" y="7578"/>
                  </a:cubicBezTo>
                  <a:cubicBezTo>
                    <a:pt x="11158" y="7578"/>
                    <a:pt x="10589" y="7925"/>
                    <a:pt x="10464" y="8618"/>
                  </a:cubicBezTo>
                  <a:lnTo>
                    <a:pt x="9183" y="8618"/>
                  </a:lnTo>
                  <a:cubicBezTo>
                    <a:pt x="9183" y="8512"/>
                    <a:pt x="9076" y="8440"/>
                    <a:pt x="8934" y="8440"/>
                  </a:cubicBezTo>
                  <a:cubicBezTo>
                    <a:pt x="8920" y="8436"/>
                    <a:pt x="8905" y="8433"/>
                    <a:pt x="8891" y="8433"/>
                  </a:cubicBezTo>
                  <a:cubicBezTo>
                    <a:pt x="8800" y="8433"/>
                    <a:pt x="8716" y="8526"/>
                    <a:pt x="8685" y="8618"/>
                  </a:cubicBezTo>
                  <a:lnTo>
                    <a:pt x="3455" y="8618"/>
                  </a:lnTo>
                  <a:cubicBezTo>
                    <a:pt x="3668" y="8120"/>
                    <a:pt x="4486" y="7587"/>
                    <a:pt x="5732" y="7160"/>
                  </a:cubicBezTo>
                  <a:cubicBezTo>
                    <a:pt x="7580" y="6622"/>
                    <a:pt x="9491" y="6338"/>
                    <a:pt x="11406" y="6338"/>
                  </a:cubicBezTo>
                  <a:close/>
                  <a:moveTo>
                    <a:pt x="14698" y="6519"/>
                  </a:moveTo>
                  <a:lnTo>
                    <a:pt x="14698" y="6519"/>
                  </a:lnTo>
                  <a:cubicBezTo>
                    <a:pt x="15730" y="6626"/>
                    <a:pt x="16726" y="6839"/>
                    <a:pt x="17723" y="7160"/>
                  </a:cubicBezTo>
                  <a:cubicBezTo>
                    <a:pt x="19003" y="7551"/>
                    <a:pt x="19822" y="8085"/>
                    <a:pt x="20035" y="8618"/>
                  </a:cubicBezTo>
                  <a:lnTo>
                    <a:pt x="14769" y="8618"/>
                  </a:lnTo>
                  <a:cubicBezTo>
                    <a:pt x="14769" y="7907"/>
                    <a:pt x="14734" y="7195"/>
                    <a:pt x="14698" y="6519"/>
                  </a:cubicBezTo>
                  <a:close/>
                  <a:moveTo>
                    <a:pt x="11727" y="8066"/>
                  </a:moveTo>
                  <a:cubicBezTo>
                    <a:pt x="11921" y="8066"/>
                    <a:pt x="12118" y="8138"/>
                    <a:pt x="12279" y="8298"/>
                  </a:cubicBezTo>
                  <a:cubicBezTo>
                    <a:pt x="12812" y="8796"/>
                    <a:pt x="12457" y="9650"/>
                    <a:pt x="11745" y="9650"/>
                  </a:cubicBezTo>
                  <a:cubicBezTo>
                    <a:pt x="11282" y="9650"/>
                    <a:pt x="10962" y="9294"/>
                    <a:pt x="10927" y="8867"/>
                  </a:cubicBezTo>
                  <a:cubicBezTo>
                    <a:pt x="10927" y="8385"/>
                    <a:pt x="11319" y="8066"/>
                    <a:pt x="11727" y="8066"/>
                  </a:cubicBezTo>
                  <a:close/>
                  <a:moveTo>
                    <a:pt x="14271" y="9152"/>
                  </a:moveTo>
                  <a:cubicBezTo>
                    <a:pt x="14271" y="9864"/>
                    <a:pt x="14236" y="10611"/>
                    <a:pt x="14164" y="11287"/>
                  </a:cubicBezTo>
                  <a:cubicBezTo>
                    <a:pt x="13382" y="11394"/>
                    <a:pt x="12563" y="11429"/>
                    <a:pt x="11745" y="11429"/>
                  </a:cubicBezTo>
                  <a:cubicBezTo>
                    <a:pt x="11630" y="11431"/>
                    <a:pt x="11515" y="11432"/>
                    <a:pt x="11401" y="11432"/>
                  </a:cubicBezTo>
                  <a:cubicBezTo>
                    <a:pt x="9459" y="11432"/>
                    <a:pt x="7580" y="11148"/>
                    <a:pt x="5732" y="10611"/>
                  </a:cubicBezTo>
                  <a:cubicBezTo>
                    <a:pt x="4486" y="10184"/>
                    <a:pt x="3668" y="9650"/>
                    <a:pt x="3455" y="9152"/>
                  </a:cubicBezTo>
                  <a:lnTo>
                    <a:pt x="8685" y="9152"/>
                  </a:lnTo>
                  <a:cubicBezTo>
                    <a:pt x="8721" y="9259"/>
                    <a:pt x="8827" y="9330"/>
                    <a:pt x="8934" y="9330"/>
                  </a:cubicBezTo>
                  <a:cubicBezTo>
                    <a:pt x="9041" y="9330"/>
                    <a:pt x="9148" y="9259"/>
                    <a:pt x="9183" y="9152"/>
                  </a:cubicBezTo>
                  <a:lnTo>
                    <a:pt x="10464" y="9152"/>
                  </a:lnTo>
                  <a:cubicBezTo>
                    <a:pt x="10589" y="9846"/>
                    <a:pt x="11158" y="10193"/>
                    <a:pt x="11732" y="10193"/>
                  </a:cubicBezTo>
                  <a:cubicBezTo>
                    <a:pt x="12305" y="10193"/>
                    <a:pt x="12884" y="9846"/>
                    <a:pt x="13026" y="9152"/>
                  </a:cubicBezTo>
                  <a:close/>
                  <a:moveTo>
                    <a:pt x="20035" y="9152"/>
                  </a:moveTo>
                  <a:cubicBezTo>
                    <a:pt x="19822" y="9721"/>
                    <a:pt x="18932" y="10255"/>
                    <a:pt x="17545" y="10682"/>
                  </a:cubicBezTo>
                  <a:cubicBezTo>
                    <a:pt x="17260" y="10753"/>
                    <a:pt x="17331" y="11180"/>
                    <a:pt x="17616" y="11180"/>
                  </a:cubicBezTo>
                  <a:lnTo>
                    <a:pt x="17723" y="11180"/>
                  </a:lnTo>
                  <a:cubicBezTo>
                    <a:pt x="18541" y="10967"/>
                    <a:pt x="19324" y="10575"/>
                    <a:pt x="20000" y="10042"/>
                  </a:cubicBezTo>
                  <a:lnTo>
                    <a:pt x="20000" y="10042"/>
                  </a:lnTo>
                  <a:cubicBezTo>
                    <a:pt x="19466" y="13742"/>
                    <a:pt x="16584" y="16624"/>
                    <a:pt x="12884" y="17158"/>
                  </a:cubicBezTo>
                  <a:cubicBezTo>
                    <a:pt x="12919" y="17087"/>
                    <a:pt x="12990" y="17051"/>
                    <a:pt x="13026" y="16980"/>
                  </a:cubicBezTo>
                  <a:cubicBezTo>
                    <a:pt x="13453" y="16375"/>
                    <a:pt x="13773" y="15734"/>
                    <a:pt x="13951" y="15058"/>
                  </a:cubicBezTo>
                  <a:cubicBezTo>
                    <a:pt x="14271" y="13991"/>
                    <a:pt x="14520" y="12888"/>
                    <a:pt x="14627" y="11785"/>
                  </a:cubicBezTo>
                  <a:cubicBezTo>
                    <a:pt x="15267" y="11714"/>
                    <a:pt x="15908" y="11607"/>
                    <a:pt x="16477" y="11500"/>
                  </a:cubicBezTo>
                  <a:cubicBezTo>
                    <a:pt x="16620" y="11465"/>
                    <a:pt x="16726" y="11322"/>
                    <a:pt x="16691" y="11180"/>
                  </a:cubicBezTo>
                  <a:cubicBezTo>
                    <a:pt x="16655" y="11038"/>
                    <a:pt x="16513" y="10967"/>
                    <a:pt x="16370" y="10967"/>
                  </a:cubicBezTo>
                  <a:cubicBezTo>
                    <a:pt x="15837" y="11109"/>
                    <a:pt x="15267" y="11180"/>
                    <a:pt x="14698" y="11251"/>
                  </a:cubicBezTo>
                  <a:cubicBezTo>
                    <a:pt x="14734" y="10575"/>
                    <a:pt x="14769" y="9864"/>
                    <a:pt x="14769" y="9152"/>
                  </a:cubicBezTo>
                  <a:close/>
                  <a:moveTo>
                    <a:pt x="3455" y="10042"/>
                  </a:moveTo>
                  <a:lnTo>
                    <a:pt x="3633" y="10184"/>
                  </a:lnTo>
                  <a:cubicBezTo>
                    <a:pt x="4237" y="10611"/>
                    <a:pt x="4878" y="10896"/>
                    <a:pt x="5554" y="11109"/>
                  </a:cubicBezTo>
                  <a:cubicBezTo>
                    <a:pt x="6621" y="11429"/>
                    <a:pt x="7724" y="11678"/>
                    <a:pt x="8863" y="11785"/>
                  </a:cubicBezTo>
                  <a:cubicBezTo>
                    <a:pt x="8863" y="11821"/>
                    <a:pt x="8863" y="11856"/>
                    <a:pt x="8863" y="11892"/>
                  </a:cubicBezTo>
                  <a:cubicBezTo>
                    <a:pt x="8863" y="12034"/>
                    <a:pt x="8898" y="12176"/>
                    <a:pt x="8898" y="12319"/>
                  </a:cubicBezTo>
                  <a:cubicBezTo>
                    <a:pt x="8934" y="12425"/>
                    <a:pt x="9041" y="12532"/>
                    <a:pt x="9148" y="12532"/>
                  </a:cubicBezTo>
                  <a:lnTo>
                    <a:pt x="9183" y="12532"/>
                  </a:lnTo>
                  <a:cubicBezTo>
                    <a:pt x="9325" y="12497"/>
                    <a:pt x="9432" y="12390"/>
                    <a:pt x="9432" y="12248"/>
                  </a:cubicBezTo>
                  <a:cubicBezTo>
                    <a:pt x="9432" y="12105"/>
                    <a:pt x="9397" y="11963"/>
                    <a:pt x="9361" y="11856"/>
                  </a:cubicBezTo>
                  <a:lnTo>
                    <a:pt x="9361" y="11856"/>
                  </a:lnTo>
                  <a:cubicBezTo>
                    <a:pt x="10144" y="11892"/>
                    <a:pt x="10927" y="11963"/>
                    <a:pt x="11745" y="11963"/>
                  </a:cubicBezTo>
                  <a:cubicBezTo>
                    <a:pt x="12528" y="11963"/>
                    <a:pt x="13346" y="11927"/>
                    <a:pt x="14093" y="11856"/>
                  </a:cubicBezTo>
                  <a:lnTo>
                    <a:pt x="14093" y="11856"/>
                  </a:lnTo>
                  <a:cubicBezTo>
                    <a:pt x="13987" y="12888"/>
                    <a:pt x="13773" y="13884"/>
                    <a:pt x="13453" y="14881"/>
                  </a:cubicBezTo>
                  <a:cubicBezTo>
                    <a:pt x="12990" y="16375"/>
                    <a:pt x="12350" y="17229"/>
                    <a:pt x="11745" y="17229"/>
                  </a:cubicBezTo>
                  <a:cubicBezTo>
                    <a:pt x="7582" y="17229"/>
                    <a:pt x="4059" y="14169"/>
                    <a:pt x="3455" y="10042"/>
                  </a:cubicBezTo>
                  <a:close/>
                  <a:moveTo>
                    <a:pt x="11720" y="0"/>
                  </a:moveTo>
                  <a:cubicBezTo>
                    <a:pt x="9683" y="0"/>
                    <a:pt x="7642" y="698"/>
                    <a:pt x="5981" y="2107"/>
                  </a:cubicBezTo>
                  <a:cubicBezTo>
                    <a:pt x="5874" y="2214"/>
                    <a:pt x="5874" y="2392"/>
                    <a:pt x="5945" y="2498"/>
                  </a:cubicBezTo>
                  <a:cubicBezTo>
                    <a:pt x="6004" y="2557"/>
                    <a:pt x="6084" y="2584"/>
                    <a:pt x="6163" y="2584"/>
                  </a:cubicBezTo>
                  <a:cubicBezTo>
                    <a:pt x="6226" y="2584"/>
                    <a:pt x="6289" y="2566"/>
                    <a:pt x="6337" y="2534"/>
                  </a:cubicBezTo>
                  <a:cubicBezTo>
                    <a:pt x="7831" y="1218"/>
                    <a:pt x="9752" y="542"/>
                    <a:pt x="11709" y="542"/>
                  </a:cubicBezTo>
                  <a:cubicBezTo>
                    <a:pt x="12350" y="542"/>
                    <a:pt x="12990" y="1431"/>
                    <a:pt x="13453" y="2854"/>
                  </a:cubicBezTo>
                  <a:cubicBezTo>
                    <a:pt x="13773" y="3851"/>
                    <a:pt x="13987" y="4882"/>
                    <a:pt x="14093" y="5914"/>
                  </a:cubicBezTo>
                  <a:cubicBezTo>
                    <a:pt x="13346" y="5843"/>
                    <a:pt x="12528" y="5807"/>
                    <a:pt x="11709" y="5807"/>
                  </a:cubicBezTo>
                  <a:cubicBezTo>
                    <a:pt x="10927" y="5807"/>
                    <a:pt x="10108" y="5843"/>
                    <a:pt x="9361" y="5914"/>
                  </a:cubicBezTo>
                  <a:cubicBezTo>
                    <a:pt x="9361" y="5807"/>
                    <a:pt x="9397" y="5665"/>
                    <a:pt x="9397" y="5523"/>
                  </a:cubicBezTo>
                  <a:cubicBezTo>
                    <a:pt x="9432" y="5381"/>
                    <a:pt x="9325" y="5274"/>
                    <a:pt x="9183" y="5238"/>
                  </a:cubicBezTo>
                  <a:cubicBezTo>
                    <a:pt x="9164" y="5234"/>
                    <a:pt x="9146" y="5231"/>
                    <a:pt x="9129" y="5231"/>
                  </a:cubicBezTo>
                  <a:cubicBezTo>
                    <a:pt x="9014" y="5231"/>
                    <a:pt x="8929" y="5328"/>
                    <a:pt x="8898" y="5452"/>
                  </a:cubicBezTo>
                  <a:cubicBezTo>
                    <a:pt x="8863" y="5594"/>
                    <a:pt x="8863" y="5736"/>
                    <a:pt x="8827" y="5879"/>
                  </a:cubicBezTo>
                  <a:cubicBezTo>
                    <a:pt x="8827" y="5914"/>
                    <a:pt x="8827" y="5950"/>
                    <a:pt x="8827" y="5985"/>
                  </a:cubicBezTo>
                  <a:cubicBezTo>
                    <a:pt x="7724" y="6092"/>
                    <a:pt x="6621" y="6306"/>
                    <a:pt x="5554" y="6661"/>
                  </a:cubicBezTo>
                  <a:cubicBezTo>
                    <a:pt x="4878" y="6839"/>
                    <a:pt x="4237" y="7160"/>
                    <a:pt x="3633" y="7587"/>
                  </a:cubicBezTo>
                  <a:lnTo>
                    <a:pt x="3455" y="7729"/>
                  </a:lnTo>
                  <a:cubicBezTo>
                    <a:pt x="3668" y="6092"/>
                    <a:pt x="4380" y="4562"/>
                    <a:pt x="5483" y="3352"/>
                  </a:cubicBezTo>
                  <a:cubicBezTo>
                    <a:pt x="5642" y="3140"/>
                    <a:pt x="5464" y="2907"/>
                    <a:pt x="5275" y="2907"/>
                  </a:cubicBezTo>
                  <a:cubicBezTo>
                    <a:pt x="5211" y="2907"/>
                    <a:pt x="5145" y="2934"/>
                    <a:pt x="5091" y="2997"/>
                  </a:cubicBezTo>
                  <a:cubicBezTo>
                    <a:pt x="1" y="8719"/>
                    <a:pt x="4124" y="17732"/>
                    <a:pt x="11686" y="17732"/>
                  </a:cubicBezTo>
                  <a:cubicBezTo>
                    <a:pt x="11788" y="17732"/>
                    <a:pt x="11891" y="17730"/>
                    <a:pt x="11994" y="17727"/>
                  </a:cubicBezTo>
                  <a:cubicBezTo>
                    <a:pt x="19751" y="17514"/>
                    <a:pt x="23487" y="8120"/>
                    <a:pt x="17972" y="2605"/>
                  </a:cubicBezTo>
                  <a:lnTo>
                    <a:pt x="18007" y="2605"/>
                  </a:lnTo>
                  <a:cubicBezTo>
                    <a:pt x="16278" y="876"/>
                    <a:pt x="14002" y="0"/>
                    <a:pt x="11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3"/>
            <p:cNvSpPr/>
            <p:nvPr/>
          </p:nvSpPr>
          <p:spPr>
            <a:xfrm>
              <a:off x="1674725" y="2524143"/>
              <a:ext cx="11493" cy="19396"/>
            </a:xfrm>
            <a:custGeom>
              <a:rect b="b" l="l" r="r" t="t"/>
              <a:pathLst>
                <a:path extrusionOk="0" h="962" w="570">
                  <a:moveTo>
                    <a:pt x="320" y="1"/>
                  </a:moveTo>
                  <a:cubicBezTo>
                    <a:pt x="178" y="1"/>
                    <a:pt x="36" y="107"/>
                    <a:pt x="36" y="250"/>
                  </a:cubicBezTo>
                  <a:cubicBezTo>
                    <a:pt x="36" y="392"/>
                    <a:pt x="36" y="534"/>
                    <a:pt x="0" y="677"/>
                  </a:cubicBezTo>
                  <a:cubicBezTo>
                    <a:pt x="0" y="819"/>
                    <a:pt x="107" y="926"/>
                    <a:pt x="249" y="961"/>
                  </a:cubicBezTo>
                  <a:lnTo>
                    <a:pt x="285" y="961"/>
                  </a:lnTo>
                  <a:cubicBezTo>
                    <a:pt x="427" y="961"/>
                    <a:pt x="534" y="855"/>
                    <a:pt x="534" y="712"/>
                  </a:cubicBezTo>
                  <a:lnTo>
                    <a:pt x="569" y="285"/>
                  </a:lnTo>
                  <a:cubicBezTo>
                    <a:pt x="569" y="143"/>
                    <a:pt x="463" y="36"/>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3"/>
            <p:cNvSpPr/>
            <p:nvPr/>
          </p:nvSpPr>
          <p:spPr>
            <a:xfrm>
              <a:off x="1675430" y="2588704"/>
              <a:ext cx="10787" cy="18691"/>
            </a:xfrm>
            <a:custGeom>
              <a:rect b="b" l="l" r="r" t="t"/>
              <a:pathLst>
                <a:path extrusionOk="0" h="927" w="535">
                  <a:moveTo>
                    <a:pt x="250" y="1"/>
                  </a:moveTo>
                  <a:cubicBezTo>
                    <a:pt x="107" y="1"/>
                    <a:pt x="1" y="108"/>
                    <a:pt x="1" y="286"/>
                  </a:cubicBezTo>
                  <a:cubicBezTo>
                    <a:pt x="1" y="392"/>
                    <a:pt x="1" y="535"/>
                    <a:pt x="1" y="677"/>
                  </a:cubicBezTo>
                  <a:cubicBezTo>
                    <a:pt x="36" y="819"/>
                    <a:pt x="143" y="926"/>
                    <a:pt x="285" y="926"/>
                  </a:cubicBezTo>
                  <a:cubicBezTo>
                    <a:pt x="428" y="926"/>
                    <a:pt x="534" y="784"/>
                    <a:pt x="499" y="641"/>
                  </a:cubicBezTo>
                  <a:lnTo>
                    <a:pt x="499" y="250"/>
                  </a:lnTo>
                  <a:cubicBezTo>
                    <a:pt x="499" y="108"/>
                    <a:pt x="392" y="1"/>
                    <a:pt x="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3"/>
            <p:cNvSpPr/>
            <p:nvPr/>
          </p:nvSpPr>
          <p:spPr>
            <a:xfrm>
              <a:off x="1702367" y="2712461"/>
              <a:ext cx="16856" cy="17602"/>
            </a:xfrm>
            <a:custGeom>
              <a:rect b="b" l="l" r="r" t="t"/>
              <a:pathLst>
                <a:path extrusionOk="0" h="873" w="836">
                  <a:moveTo>
                    <a:pt x="340" y="1"/>
                  </a:moveTo>
                  <a:cubicBezTo>
                    <a:pt x="167" y="1"/>
                    <a:pt x="0" y="188"/>
                    <a:pt x="123" y="410"/>
                  </a:cubicBezTo>
                  <a:cubicBezTo>
                    <a:pt x="195" y="517"/>
                    <a:pt x="266" y="659"/>
                    <a:pt x="337" y="766"/>
                  </a:cubicBezTo>
                  <a:cubicBezTo>
                    <a:pt x="408" y="837"/>
                    <a:pt x="479" y="872"/>
                    <a:pt x="550" y="872"/>
                  </a:cubicBezTo>
                  <a:cubicBezTo>
                    <a:pt x="622" y="872"/>
                    <a:pt x="657" y="872"/>
                    <a:pt x="728" y="837"/>
                  </a:cubicBezTo>
                  <a:cubicBezTo>
                    <a:pt x="799" y="730"/>
                    <a:pt x="835" y="588"/>
                    <a:pt x="764" y="481"/>
                  </a:cubicBezTo>
                  <a:cubicBezTo>
                    <a:pt x="693" y="374"/>
                    <a:pt x="622" y="268"/>
                    <a:pt x="550" y="161"/>
                  </a:cubicBezTo>
                  <a:lnTo>
                    <a:pt x="550" y="125"/>
                  </a:lnTo>
                  <a:cubicBezTo>
                    <a:pt x="496" y="38"/>
                    <a:pt x="417" y="1"/>
                    <a:pt x="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3"/>
            <p:cNvSpPr/>
            <p:nvPr/>
          </p:nvSpPr>
          <p:spPr>
            <a:xfrm>
              <a:off x="1682608" y="2460753"/>
              <a:ext cx="13489" cy="18933"/>
            </a:xfrm>
            <a:custGeom>
              <a:rect b="b" l="l" r="r" t="t"/>
              <a:pathLst>
                <a:path extrusionOk="0" h="939" w="669">
                  <a:moveTo>
                    <a:pt x="352" y="1"/>
                  </a:moveTo>
                  <a:cubicBezTo>
                    <a:pt x="243" y="1"/>
                    <a:pt x="136" y="60"/>
                    <a:pt x="107" y="192"/>
                  </a:cubicBezTo>
                  <a:lnTo>
                    <a:pt x="107" y="227"/>
                  </a:lnTo>
                  <a:cubicBezTo>
                    <a:pt x="72" y="334"/>
                    <a:pt x="72" y="476"/>
                    <a:pt x="36" y="619"/>
                  </a:cubicBezTo>
                  <a:cubicBezTo>
                    <a:pt x="0" y="761"/>
                    <a:pt x="72" y="903"/>
                    <a:pt x="214" y="939"/>
                  </a:cubicBezTo>
                  <a:lnTo>
                    <a:pt x="285" y="939"/>
                  </a:lnTo>
                  <a:cubicBezTo>
                    <a:pt x="392" y="939"/>
                    <a:pt x="499" y="832"/>
                    <a:pt x="534" y="725"/>
                  </a:cubicBezTo>
                  <a:cubicBezTo>
                    <a:pt x="570" y="583"/>
                    <a:pt x="605" y="441"/>
                    <a:pt x="605" y="334"/>
                  </a:cubicBezTo>
                  <a:cubicBezTo>
                    <a:pt x="668" y="124"/>
                    <a:pt x="508" y="1"/>
                    <a:pt x="3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3"/>
            <p:cNvSpPr/>
            <p:nvPr/>
          </p:nvSpPr>
          <p:spPr>
            <a:xfrm>
              <a:off x="1681661" y="2651429"/>
              <a:ext cx="13872" cy="19800"/>
            </a:xfrm>
            <a:custGeom>
              <a:rect b="b" l="l" r="r" t="t"/>
              <a:pathLst>
                <a:path extrusionOk="0" h="982" w="688">
                  <a:moveTo>
                    <a:pt x="333" y="0"/>
                  </a:moveTo>
                  <a:cubicBezTo>
                    <a:pt x="170" y="0"/>
                    <a:pt x="0" y="135"/>
                    <a:pt x="83" y="341"/>
                  </a:cubicBezTo>
                  <a:cubicBezTo>
                    <a:pt x="83" y="484"/>
                    <a:pt x="119" y="626"/>
                    <a:pt x="154" y="768"/>
                  </a:cubicBezTo>
                  <a:cubicBezTo>
                    <a:pt x="190" y="875"/>
                    <a:pt x="296" y="946"/>
                    <a:pt x="403" y="982"/>
                  </a:cubicBezTo>
                  <a:lnTo>
                    <a:pt x="474" y="982"/>
                  </a:lnTo>
                  <a:cubicBezTo>
                    <a:pt x="617" y="946"/>
                    <a:pt x="688" y="804"/>
                    <a:pt x="652" y="662"/>
                  </a:cubicBezTo>
                  <a:cubicBezTo>
                    <a:pt x="652" y="519"/>
                    <a:pt x="617" y="377"/>
                    <a:pt x="581" y="235"/>
                  </a:cubicBezTo>
                  <a:cubicBezTo>
                    <a:pt x="566" y="70"/>
                    <a:pt x="451" y="0"/>
                    <a:pt x="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3"/>
            <p:cNvSpPr/>
            <p:nvPr/>
          </p:nvSpPr>
          <p:spPr>
            <a:xfrm>
              <a:off x="1702690" y="2401697"/>
              <a:ext cx="18227" cy="17723"/>
            </a:xfrm>
            <a:custGeom>
              <a:rect b="b" l="l" r="r" t="t"/>
              <a:pathLst>
                <a:path extrusionOk="0" h="879" w="904">
                  <a:moveTo>
                    <a:pt x="523" y="1"/>
                  </a:moveTo>
                  <a:cubicBezTo>
                    <a:pt x="452" y="1"/>
                    <a:pt x="378" y="29"/>
                    <a:pt x="321" y="96"/>
                  </a:cubicBezTo>
                  <a:cubicBezTo>
                    <a:pt x="250" y="238"/>
                    <a:pt x="143" y="345"/>
                    <a:pt x="72" y="488"/>
                  </a:cubicBezTo>
                  <a:cubicBezTo>
                    <a:pt x="1" y="594"/>
                    <a:pt x="72" y="772"/>
                    <a:pt x="179" y="843"/>
                  </a:cubicBezTo>
                  <a:cubicBezTo>
                    <a:pt x="214" y="843"/>
                    <a:pt x="250" y="879"/>
                    <a:pt x="321" y="879"/>
                  </a:cubicBezTo>
                  <a:cubicBezTo>
                    <a:pt x="392" y="879"/>
                    <a:pt x="499" y="808"/>
                    <a:pt x="534" y="737"/>
                  </a:cubicBezTo>
                  <a:cubicBezTo>
                    <a:pt x="606" y="630"/>
                    <a:pt x="677" y="523"/>
                    <a:pt x="748" y="416"/>
                  </a:cubicBezTo>
                  <a:cubicBezTo>
                    <a:pt x="904" y="209"/>
                    <a:pt x="718" y="1"/>
                    <a:pt x="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3"/>
            <p:cNvSpPr/>
            <p:nvPr/>
          </p:nvSpPr>
          <p:spPr>
            <a:xfrm>
              <a:off x="1690492" y="2429985"/>
              <a:ext cx="14376" cy="18146"/>
            </a:xfrm>
            <a:custGeom>
              <a:rect b="b" l="l" r="r" t="t"/>
              <a:pathLst>
                <a:path extrusionOk="0" h="900" w="713">
                  <a:moveTo>
                    <a:pt x="439" y="1"/>
                  </a:moveTo>
                  <a:cubicBezTo>
                    <a:pt x="335" y="1"/>
                    <a:pt x="208" y="70"/>
                    <a:pt x="179" y="188"/>
                  </a:cubicBezTo>
                  <a:cubicBezTo>
                    <a:pt x="143" y="294"/>
                    <a:pt x="72" y="437"/>
                    <a:pt x="36" y="579"/>
                  </a:cubicBezTo>
                  <a:cubicBezTo>
                    <a:pt x="1" y="721"/>
                    <a:pt x="72" y="864"/>
                    <a:pt x="214" y="899"/>
                  </a:cubicBezTo>
                  <a:lnTo>
                    <a:pt x="285" y="899"/>
                  </a:lnTo>
                  <a:cubicBezTo>
                    <a:pt x="392" y="899"/>
                    <a:pt x="499" y="828"/>
                    <a:pt x="535" y="721"/>
                  </a:cubicBezTo>
                  <a:cubicBezTo>
                    <a:pt x="570" y="579"/>
                    <a:pt x="606" y="472"/>
                    <a:pt x="677" y="330"/>
                  </a:cubicBezTo>
                  <a:cubicBezTo>
                    <a:pt x="712" y="223"/>
                    <a:pt x="641" y="81"/>
                    <a:pt x="499" y="10"/>
                  </a:cubicBezTo>
                  <a:cubicBezTo>
                    <a:pt x="481" y="4"/>
                    <a:pt x="460"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3"/>
            <p:cNvSpPr/>
            <p:nvPr/>
          </p:nvSpPr>
          <p:spPr>
            <a:xfrm>
              <a:off x="1690492" y="2683226"/>
              <a:ext cx="14376" cy="18670"/>
            </a:xfrm>
            <a:custGeom>
              <a:rect b="b" l="l" r="r" t="t"/>
              <a:pathLst>
                <a:path extrusionOk="0" h="926" w="713">
                  <a:moveTo>
                    <a:pt x="287" y="1"/>
                  </a:moveTo>
                  <a:cubicBezTo>
                    <a:pt x="263" y="1"/>
                    <a:pt x="239" y="4"/>
                    <a:pt x="214" y="10"/>
                  </a:cubicBezTo>
                  <a:cubicBezTo>
                    <a:pt x="72" y="45"/>
                    <a:pt x="1" y="223"/>
                    <a:pt x="36" y="330"/>
                  </a:cubicBezTo>
                  <a:cubicBezTo>
                    <a:pt x="72" y="472"/>
                    <a:pt x="143" y="615"/>
                    <a:pt x="179" y="757"/>
                  </a:cubicBezTo>
                  <a:cubicBezTo>
                    <a:pt x="214" y="864"/>
                    <a:pt x="321" y="899"/>
                    <a:pt x="428" y="899"/>
                  </a:cubicBezTo>
                  <a:cubicBezTo>
                    <a:pt x="446" y="917"/>
                    <a:pt x="463" y="926"/>
                    <a:pt x="477" y="926"/>
                  </a:cubicBezTo>
                  <a:cubicBezTo>
                    <a:pt x="490" y="926"/>
                    <a:pt x="499" y="917"/>
                    <a:pt x="499" y="899"/>
                  </a:cubicBezTo>
                  <a:cubicBezTo>
                    <a:pt x="641" y="864"/>
                    <a:pt x="712" y="721"/>
                    <a:pt x="677" y="579"/>
                  </a:cubicBezTo>
                  <a:cubicBezTo>
                    <a:pt x="606" y="437"/>
                    <a:pt x="570" y="330"/>
                    <a:pt x="535" y="188"/>
                  </a:cubicBezTo>
                  <a:cubicBezTo>
                    <a:pt x="505" y="70"/>
                    <a:pt x="402" y="1"/>
                    <a:pt x="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63"/>
          <p:cNvGrpSpPr/>
          <p:nvPr/>
        </p:nvGrpSpPr>
        <p:grpSpPr>
          <a:xfrm>
            <a:off x="3227143" y="3437676"/>
            <a:ext cx="473412" cy="432692"/>
            <a:chOff x="914276" y="2387220"/>
            <a:chExt cx="390991" cy="357360"/>
          </a:xfrm>
        </p:grpSpPr>
        <p:sp>
          <p:nvSpPr>
            <p:cNvPr id="2209" name="Google Shape;2209;p63"/>
            <p:cNvSpPr/>
            <p:nvPr/>
          </p:nvSpPr>
          <p:spPr>
            <a:xfrm>
              <a:off x="1122312" y="2562170"/>
              <a:ext cx="72484" cy="72484"/>
            </a:xfrm>
            <a:custGeom>
              <a:rect b="b" l="l" r="r" t="t"/>
              <a:pathLst>
                <a:path extrusionOk="0" h="3595" w="3595">
                  <a:moveTo>
                    <a:pt x="1531" y="1"/>
                  </a:moveTo>
                  <a:lnTo>
                    <a:pt x="1" y="1495"/>
                  </a:lnTo>
                  <a:lnTo>
                    <a:pt x="2136" y="3594"/>
                  </a:lnTo>
                  <a:lnTo>
                    <a:pt x="3594" y="2100"/>
                  </a:lnTo>
                  <a:lnTo>
                    <a:pt x="15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3"/>
            <p:cNvSpPr/>
            <p:nvPr/>
          </p:nvSpPr>
          <p:spPr>
            <a:xfrm>
              <a:off x="1159613" y="2599471"/>
              <a:ext cx="139928" cy="139908"/>
            </a:xfrm>
            <a:custGeom>
              <a:rect b="b" l="l" r="r" t="t"/>
              <a:pathLst>
                <a:path extrusionOk="0" h="6939" w="6940">
                  <a:moveTo>
                    <a:pt x="1993" y="1"/>
                  </a:moveTo>
                  <a:lnTo>
                    <a:pt x="1" y="1993"/>
                  </a:lnTo>
                  <a:lnTo>
                    <a:pt x="4947" y="6939"/>
                  </a:lnTo>
                  <a:lnTo>
                    <a:pt x="6939" y="4946"/>
                  </a:lnTo>
                  <a:lnTo>
                    <a:pt x="19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3"/>
            <p:cNvSpPr/>
            <p:nvPr/>
          </p:nvSpPr>
          <p:spPr>
            <a:xfrm>
              <a:off x="914276" y="2392140"/>
              <a:ext cx="264028" cy="226284"/>
            </a:xfrm>
            <a:custGeom>
              <a:rect b="b" l="l" r="r" t="t"/>
              <a:pathLst>
                <a:path extrusionOk="0" h="11223" w="13095">
                  <a:moveTo>
                    <a:pt x="7508" y="1"/>
                  </a:moveTo>
                  <a:cubicBezTo>
                    <a:pt x="2527" y="1"/>
                    <a:pt x="0" y="6050"/>
                    <a:pt x="3523" y="9572"/>
                  </a:cubicBezTo>
                  <a:cubicBezTo>
                    <a:pt x="4663" y="10712"/>
                    <a:pt x="6067" y="11222"/>
                    <a:pt x="7445" y="11222"/>
                  </a:cubicBezTo>
                  <a:cubicBezTo>
                    <a:pt x="10326" y="11222"/>
                    <a:pt x="13094" y="8992"/>
                    <a:pt x="13094" y="5623"/>
                  </a:cubicBezTo>
                  <a:cubicBezTo>
                    <a:pt x="13094" y="2527"/>
                    <a:pt x="10568" y="1"/>
                    <a:pt x="7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3"/>
            <p:cNvSpPr/>
            <p:nvPr/>
          </p:nvSpPr>
          <p:spPr>
            <a:xfrm>
              <a:off x="975247" y="2415105"/>
              <a:ext cx="218824" cy="203238"/>
            </a:xfrm>
            <a:custGeom>
              <a:rect b="b" l="l" r="r" t="t"/>
              <a:pathLst>
                <a:path extrusionOk="0" h="10080" w="10853">
                  <a:moveTo>
                    <a:pt x="7828" y="0"/>
                  </a:moveTo>
                  <a:cubicBezTo>
                    <a:pt x="9465" y="2206"/>
                    <a:pt x="9252" y="5338"/>
                    <a:pt x="7295" y="7295"/>
                  </a:cubicBezTo>
                  <a:cubicBezTo>
                    <a:pt x="6215" y="8375"/>
                    <a:pt x="4777" y="8924"/>
                    <a:pt x="3335" y="8924"/>
                  </a:cubicBezTo>
                  <a:cubicBezTo>
                    <a:pt x="2163" y="8924"/>
                    <a:pt x="989" y="8562"/>
                    <a:pt x="1" y="7828"/>
                  </a:cubicBezTo>
                  <a:lnTo>
                    <a:pt x="1" y="7828"/>
                  </a:lnTo>
                  <a:cubicBezTo>
                    <a:pt x="1102" y="9316"/>
                    <a:pt x="2780" y="10080"/>
                    <a:pt x="4472" y="10080"/>
                  </a:cubicBezTo>
                  <a:cubicBezTo>
                    <a:pt x="5895" y="10080"/>
                    <a:pt x="7328" y="9539"/>
                    <a:pt x="8433" y="8433"/>
                  </a:cubicBezTo>
                  <a:cubicBezTo>
                    <a:pt x="10853" y="6014"/>
                    <a:pt x="10568" y="2029"/>
                    <a:pt x="7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3"/>
            <p:cNvSpPr/>
            <p:nvPr/>
          </p:nvSpPr>
          <p:spPr>
            <a:xfrm>
              <a:off x="942967" y="2413673"/>
              <a:ext cx="213803" cy="183680"/>
            </a:xfrm>
            <a:custGeom>
              <a:rect b="b" l="l" r="r" t="t"/>
              <a:pathLst>
                <a:path extrusionOk="0" h="9110" w="10604">
                  <a:moveTo>
                    <a:pt x="6085" y="0"/>
                  </a:moveTo>
                  <a:cubicBezTo>
                    <a:pt x="2029" y="0"/>
                    <a:pt x="1" y="4910"/>
                    <a:pt x="2847" y="7757"/>
                  </a:cubicBezTo>
                  <a:cubicBezTo>
                    <a:pt x="3782" y="8692"/>
                    <a:pt x="4926" y="9110"/>
                    <a:pt x="6046" y="9110"/>
                  </a:cubicBezTo>
                  <a:cubicBezTo>
                    <a:pt x="8378" y="9110"/>
                    <a:pt x="10604" y="7295"/>
                    <a:pt x="10604" y="4555"/>
                  </a:cubicBezTo>
                  <a:cubicBezTo>
                    <a:pt x="10604" y="2028"/>
                    <a:pt x="8576" y="0"/>
                    <a:pt x="60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3"/>
            <p:cNvSpPr/>
            <p:nvPr/>
          </p:nvSpPr>
          <p:spPr>
            <a:xfrm>
              <a:off x="1018294" y="2461015"/>
              <a:ext cx="93998" cy="88271"/>
            </a:xfrm>
            <a:custGeom>
              <a:rect b="b" l="l" r="r" t="t"/>
              <a:pathLst>
                <a:path extrusionOk="0" h="4378" w="4662">
                  <a:moveTo>
                    <a:pt x="1" y="1"/>
                  </a:moveTo>
                  <a:lnTo>
                    <a:pt x="1495" y="2207"/>
                  </a:lnTo>
                  <a:lnTo>
                    <a:pt x="1" y="4377"/>
                  </a:lnTo>
                  <a:lnTo>
                    <a:pt x="1708" y="4377"/>
                  </a:lnTo>
                  <a:lnTo>
                    <a:pt x="2349" y="3452"/>
                  </a:lnTo>
                  <a:lnTo>
                    <a:pt x="2989" y="4377"/>
                  </a:lnTo>
                  <a:lnTo>
                    <a:pt x="4662" y="4377"/>
                  </a:lnTo>
                  <a:lnTo>
                    <a:pt x="3167" y="2207"/>
                  </a:lnTo>
                  <a:lnTo>
                    <a:pt x="4662" y="1"/>
                  </a:lnTo>
                  <a:lnTo>
                    <a:pt x="2989" y="1"/>
                  </a:lnTo>
                  <a:lnTo>
                    <a:pt x="2349" y="961"/>
                  </a:lnTo>
                  <a:lnTo>
                    <a:pt x="17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3"/>
            <p:cNvSpPr/>
            <p:nvPr/>
          </p:nvSpPr>
          <p:spPr>
            <a:xfrm>
              <a:off x="935789" y="2387220"/>
              <a:ext cx="369478" cy="357360"/>
            </a:xfrm>
            <a:custGeom>
              <a:rect b="b" l="l" r="r" t="t"/>
              <a:pathLst>
                <a:path extrusionOk="0" h="17724" w="18325">
                  <a:moveTo>
                    <a:pt x="6462" y="510"/>
                  </a:moveTo>
                  <a:cubicBezTo>
                    <a:pt x="7776" y="510"/>
                    <a:pt x="9117" y="1000"/>
                    <a:pt x="10212" y="2095"/>
                  </a:cubicBezTo>
                  <a:cubicBezTo>
                    <a:pt x="13557" y="5440"/>
                    <a:pt x="11173" y="11204"/>
                    <a:pt x="6441" y="11204"/>
                  </a:cubicBezTo>
                  <a:cubicBezTo>
                    <a:pt x="3488" y="11204"/>
                    <a:pt x="1104" y="8820"/>
                    <a:pt x="1104" y="5867"/>
                  </a:cubicBezTo>
                  <a:cubicBezTo>
                    <a:pt x="1104" y="2644"/>
                    <a:pt x="3722" y="510"/>
                    <a:pt x="6462" y="510"/>
                  </a:cubicBezTo>
                  <a:close/>
                  <a:moveTo>
                    <a:pt x="11102" y="9389"/>
                  </a:moveTo>
                  <a:lnTo>
                    <a:pt x="12490" y="10777"/>
                  </a:lnTo>
                  <a:lnTo>
                    <a:pt x="11387" y="11915"/>
                  </a:lnTo>
                  <a:lnTo>
                    <a:pt x="9999" y="10528"/>
                  </a:lnTo>
                  <a:cubicBezTo>
                    <a:pt x="10390" y="10207"/>
                    <a:pt x="10782" y="9816"/>
                    <a:pt x="11102" y="9389"/>
                  </a:cubicBezTo>
                  <a:close/>
                  <a:moveTo>
                    <a:pt x="6427" y="0"/>
                  </a:moveTo>
                  <a:cubicBezTo>
                    <a:pt x="4927" y="0"/>
                    <a:pt x="3427" y="574"/>
                    <a:pt x="2278" y="1704"/>
                  </a:cubicBezTo>
                  <a:cubicBezTo>
                    <a:pt x="179" y="3839"/>
                    <a:pt x="1" y="7183"/>
                    <a:pt x="1851" y="9496"/>
                  </a:cubicBezTo>
                  <a:cubicBezTo>
                    <a:pt x="2994" y="10947"/>
                    <a:pt x="4695" y="11719"/>
                    <a:pt x="6423" y="11719"/>
                  </a:cubicBezTo>
                  <a:cubicBezTo>
                    <a:pt x="7492" y="11719"/>
                    <a:pt x="8571" y="11424"/>
                    <a:pt x="9536" y="10812"/>
                  </a:cubicBezTo>
                  <a:lnTo>
                    <a:pt x="10995" y="12271"/>
                  </a:lnTo>
                  <a:lnTo>
                    <a:pt x="10924" y="12342"/>
                  </a:lnTo>
                  <a:cubicBezTo>
                    <a:pt x="10817" y="12449"/>
                    <a:pt x="10817" y="12591"/>
                    <a:pt x="10924" y="12698"/>
                  </a:cubicBezTo>
                  <a:lnTo>
                    <a:pt x="15870" y="17644"/>
                  </a:lnTo>
                  <a:cubicBezTo>
                    <a:pt x="15923" y="17697"/>
                    <a:pt x="15994" y="17724"/>
                    <a:pt x="16065" y="17724"/>
                  </a:cubicBezTo>
                  <a:cubicBezTo>
                    <a:pt x="16137" y="17724"/>
                    <a:pt x="16208" y="17697"/>
                    <a:pt x="16261" y="17644"/>
                  </a:cubicBezTo>
                  <a:lnTo>
                    <a:pt x="18218" y="15687"/>
                  </a:lnTo>
                  <a:cubicBezTo>
                    <a:pt x="18325" y="15580"/>
                    <a:pt x="18325" y="15402"/>
                    <a:pt x="18218" y="15296"/>
                  </a:cubicBezTo>
                  <a:lnTo>
                    <a:pt x="15336" y="12413"/>
                  </a:lnTo>
                  <a:cubicBezTo>
                    <a:pt x="15279" y="12364"/>
                    <a:pt x="15218" y="12344"/>
                    <a:pt x="15160" y="12344"/>
                  </a:cubicBezTo>
                  <a:cubicBezTo>
                    <a:pt x="14966" y="12344"/>
                    <a:pt x="14808" y="12578"/>
                    <a:pt x="14945" y="12769"/>
                  </a:cubicBezTo>
                  <a:lnTo>
                    <a:pt x="17684" y="15473"/>
                  </a:lnTo>
                  <a:lnTo>
                    <a:pt x="16048" y="17110"/>
                  </a:lnTo>
                  <a:lnTo>
                    <a:pt x="11493" y="12520"/>
                  </a:lnTo>
                  <a:lnTo>
                    <a:pt x="13094" y="10919"/>
                  </a:lnTo>
                  <a:lnTo>
                    <a:pt x="14091" y="11915"/>
                  </a:lnTo>
                  <a:cubicBezTo>
                    <a:pt x="14144" y="11961"/>
                    <a:pt x="14203" y="11981"/>
                    <a:pt x="14259" y="11981"/>
                  </a:cubicBezTo>
                  <a:cubicBezTo>
                    <a:pt x="14465" y="11981"/>
                    <a:pt x="14642" y="11719"/>
                    <a:pt x="14447" y="11524"/>
                  </a:cubicBezTo>
                  <a:lnTo>
                    <a:pt x="13272" y="10350"/>
                  </a:lnTo>
                  <a:cubicBezTo>
                    <a:pt x="13219" y="10296"/>
                    <a:pt x="13157" y="10270"/>
                    <a:pt x="13094" y="10270"/>
                  </a:cubicBezTo>
                  <a:cubicBezTo>
                    <a:pt x="13032" y="10270"/>
                    <a:pt x="12970" y="10296"/>
                    <a:pt x="12917" y="10350"/>
                  </a:cubicBezTo>
                  <a:lnTo>
                    <a:pt x="12845" y="10421"/>
                  </a:lnTo>
                  <a:lnTo>
                    <a:pt x="11387" y="8962"/>
                  </a:lnTo>
                  <a:cubicBezTo>
                    <a:pt x="12952" y="6436"/>
                    <a:pt x="12418" y="3127"/>
                    <a:pt x="10070" y="1277"/>
                  </a:cubicBezTo>
                  <a:cubicBezTo>
                    <a:pt x="9002" y="422"/>
                    <a:pt x="7714" y="0"/>
                    <a:pt x="6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3"/>
            <p:cNvSpPr/>
            <p:nvPr/>
          </p:nvSpPr>
          <p:spPr>
            <a:xfrm>
              <a:off x="936575" y="2407927"/>
              <a:ext cx="263242" cy="194568"/>
            </a:xfrm>
            <a:custGeom>
              <a:rect b="b" l="l" r="r" t="t"/>
              <a:pathLst>
                <a:path extrusionOk="0" h="9650" w="13056">
                  <a:moveTo>
                    <a:pt x="6402" y="1"/>
                  </a:moveTo>
                  <a:lnTo>
                    <a:pt x="6402" y="36"/>
                  </a:lnTo>
                  <a:cubicBezTo>
                    <a:pt x="6353" y="35"/>
                    <a:pt x="6304" y="34"/>
                    <a:pt x="6256" y="34"/>
                  </a:cubicBezTo>
                  <a:cubicBezTo>
                    <a:pt x="5241" y="34"/>
                    <a:pt x="4264" y="387"/>
                    <a:pt x="3449" y="1032"/>
                  </a:cubicBezTo>
                  <a:cubicBezTo>
                    <a:pt x="3222" y="1203"/>
                    <a:pt x="3379" y="1486"/>
                    <a:pt x="3596" y="1486"/>
                  </a:cubicBezTo>
                  <a:cubicBezTo>
                    <a:pt x="3652" y="1486"/>
                    <a:pt x="3711" y="1467"/>
                    <a:pt x="3769" y="1424"/>
                  </a:cubicBezTo>
                  <a:cubicBezTo>
                    <a:pt x="4516" y="855"/>
                    <a:pt x="5441" y="534"/>
                    <a:pt x="6402" y="534"/>
                  </a:cubicBezTo>
                  <a:cubicBezTo>
                    <a:pt x="10209" y="534"/>
                    <a:pt x="12130" y="5160"/>
                    <a:pt x="9426" y="7864"/>
                  </a:cubicBezTo>
                  <a:cubicBezTo>
                    <a:pt x="8552" y="8738"/>
                    <a:pt x="7477" y="9129"/>
                    <a:pt x="6423" y="9129"/>
                  </a:cubicBezTo>
                  <a:cubicBezTo>
                    <a:pt x="4215" y="9129"/>
                    <a:pt x="2097" y="7416"/>
                    <a:pt x="2097" y="4840"/>
                  </a:cubicBezTo>
                  <a:cubicBezTo>
                    <a:pt x="2097" y="3879"/>
                    <a:pt x="2381" y="2989"/>
                    <a:pt x="2950" y="2242"/>
                  </a:cubicBezTo>
                  <a:cubicBezTo>
                    <a:pt x="3080" y="2034"/>
                    <a:pt x="2926" y="1826"/>
                    <a:pt x="2750" y="1826"/>
                  </a:cubicBezTo>
                  <a:cubicBezTo>
                    <a:pt x="2685" y="1826"/>
                    <a:pt x="2617" y="1855"/>
                    <a:pt x="2559" y="1922"/>
                  </a:cubicBezTo>
                  <a:cubicBezTo>
                    <a:pt x="1" y="5313"/>
                    <a:pt x="2715" y="9649"/>
                    <a:pt x="6335" y="9649"/>
                  </a:cubicBezTo>
                  <a:cubicBezTo>
                    <a:pt x="7045" y="9649"/>
                    <a:pt x="7790" y="9483"/>
                    <a:pt x="8537" y="9109"/>
                  </a:cubicBezTo>
                  <a:cubicBezTo>
                    <a:pt x="13055" y="6832"/>
                    <a:pt x="11454" y="1"/>
                    <a:pt x="6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3"/>
            <p:cNvSpPr/>
            <p:nvPr/>
          </p:nvSpPr>
          <p:spPr>
            <a:xfrm>
              <a:off x="1012548" y="2455268"/>
              <a:ext cx="106196" cy="99038"/>
            </a:xfrm>
            <a:custGeom>
              <a:rect b="b" l="l" r="r" t="t"/>
              <a:pathLst>
                <a:path extrusionOk="0" h="4912" w="5267">
                  <a:moveTo>
                    <a:pt x="4448" y="535"/>
                  </a:moveTo>
                  <a:lnTo>
                    <a:pt x="3239" y="2314"/>
                  </a:lnTo>
                  <a:cubicBezTo>
                    <a:pt x="3203" y="2420"/>
                    <a:pt x="3203" y="2527"/>
                    <a:pt x="3239" y="2598"/>
                  </a:cubicBezTo>
                  <a:lnTo>
                    <a:pt x="4448" y="4377"/>
                  </a:lnTo>
                  <a:lnTo>
                    <a:pt x="3417" y="4377"/>
                  </a:lnTo>
                  <a:lnTo>
                    <a:pt x="2847" y="3559"/>
                  </a:lnTo>
                  <a:cubicBezTo>
                    <a:pt x="2776" y="3488"/>
                    <a:pt x="2705" y="3452"/>
                    <a:pt x="2634" y="3452"/>
                  </a:cubicBezTo>
                  <a:cubicBezTo>
                    <a:pt x="2527" y="3452"/>
                    <a:pt x="2456" y="3488"/>
                    <a:pt x="2420" y="3559"/>
                  </a:cubicBezTo>
                  <a:lnTo>
                    <a:pt x="1851" y="4377"/>
                  </a:lnTo>
                  <a:lnTo>
                    <a:pt x="784" y="4377"/>
                  </a:lnTo>
                  <a:lnTo>
                    <a:pt x="1993" y="2598"/>
                  </a:lnTo>
                  <a:cubicBezTo>
                    <a:pt x="2065" y="2527"/>
                    <a:pt x="2065" y="2420"/>
                    <a:pt x="1993" y="2314"/>
                  </a:cubicBezTo>
                  <a:lnTo>
                    <a:pt x="784" y="535"/>
                  </a:lnTo>
                  <a:lnTo>
                    <a:pt x="1851" y="535"/>
                  </a:lnTo>
                  <a:lnTo>
                    <a:pt x="2420" y="1389"/>
                  </a:lnTo>
                  <a:cubicBezTo>
                    <a:pt x="2456" y="1460"/>
                    <a:pt x="2527" y="1495"/>
                    <a:pt x="2634" y="1495"/>
                  </a:cubicBezTo>
                  <a:cubicBezTo>
                    <a:pt x="2705" y="1495"/>
                    <a:pt x="2776" y="1460"/>
                    <a:pt x="2847" y="1389"/>
                  </a:cubicBezTo>
                  <a:lnTo>
                    <a:pt x="3417" y="535"/>
                  </a:lnTo>
                  <a:close/>
                  <a:moveTo>
                    <a:pt x="286" y="1"/>
                  </a:moveTo>
                  <a:cubicBezTo>
                    <a:pt x="179" y="1"/>
                    <a:pt x="108" y="72"/>
                    <a:pt x="72" y="143"/>
                  </a:cubicBezTo>
                  <a:cubicBezTo>
                    <a:pt x="1" y="250"/>
                    <a:pt x="1" y="321"/>
                    <a:pt x="72" y="428"/>
                  </a:cubicBezTo>
                  <a:lnTo>
                    <a:pt x="1460" y="2456"/>
                  </a:lnTo>
                  <a:lnTo>
                    <a:pt x="72" y="4520"/>
                  </a:lnTo>
                  <a:cubicBezTo>
                    <a:pt x="1" y="4591"/>
                    <a:pt x="1" y="4698"/>
                    <a:pt x="72" y="4804"/>
                  </a:cubicBezTo>
                  <a:cubicBezTo>
                    <a:pt x="108" y="4876"/>
                    <a:pt x="179" y="4911"/>
                    <a:pt x="286" y="4911"/>
                  </a:cubicBezTo>
                  <a:lnTo>
                    <a:pt x="1993" y="4911"/>
                  </a:lnTo>
                  <a:cubicBezTo>
                    <a:pt x="2065" y="4911"/>
                    <a:pt x="2136" y="4876"/>
                    <a:pt x="2207" y="4804"/>
                  </a:cubicBezTo>
                  <a:lnTo>
                    <a:pt x="2634" y="4164"/>
                  </a:lnTo>
                  <a:lnTo>
                    <a:pt x="3096" y="4804"/>
                  </a:lnTo>
                  <a:cubicBezTo>
                    <a:pt x="3132" y="4876"/>
                    <a:pt x="3203" y="4911"/>
                    <a:pt x="3310" y="4911"/>
                  </a:cubicBezTo>
                  <a:lnTo>
                    <a:pt x="4982" y="4911"/>
                  </a:lnTo>
                  <a:cubicBezTo>
                    <a:pt x="5125" y="4911"/>
                    <a:pt x="5267" y="4804"/>
                    <a:pt x="5231" y="4662"/>
                  </a:cubicBezTo>
                  <a:cubicBezTo>
                    <a:pt x="5231" y="4626"/>
                    <a:pt x="5231" y="4555"/>
                    <a:pt x="5196" y="4520"/>
                  </a:cubicBezTo>
                  <a:lnTo>
                    <a:pt x="3808" y="2456"/>
                  </a:lnTo>
                  <a:lnTo>
                    <a:pt x="5196" y="428"/>
                  </a:lnTo>
                  <a:cubicBezTo>
                    <a:pt x="5267" y="321"/>
                    <a:pt x="5267" y="250"/>
                    <a:pt x="5196" y="143"/>
                  </a:cubicBezTo>
                  <a:cubicBezTo>
                    <a:pt x="5160" y="72"/>
                    <a:pt x="5053" y="1"/>
                    <a:pt x="4982" y="1"/>
                  </a:cubicBezTo>
                  <a:lnTo>
                    <a:pt x="3274" y="1"/>
                  </a:lnTo>
                  <a:cubicBezTo>
                    <a:pt x="3203" y="1"/>
                    <a:pt x="3132" y="37"/>
                    <a:pt x="3061" y="108"/>
                  </a:cubicBezTo>
                  <a:lnTo>
                    <a:pt x="2634" y="748"/>
                  </a:lnTo>
                  <a:lnTo>
                    <a:pt x="2171" y="108"/>
                  </a:lnTo>
                  <a:cubicBezTo>
                    <a:pt x="2136" y="72"/>
                    <a:pt x="2065" y="1"/>
                    <a:pt x="19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1" name="Shape 2221"/>
        <p:cNvGrpSpPr/>
        <p:nvPr/>
      </p:nvGrpSpPr>
      <p:grpSpPr>
        <a:xfrm>
          <a:off x="0" y="0"/>
          <a:ext cx="0" cy="0"/>
          <a:chOff x="0" y="0"/>
          <a:chExt cx="0" cy="0"/>
        </a:xfrm>
      </p:grpSpPr>
      <p:sp>
        <p:nvSpPr>
          <p:cNvPr id="2222" name="Google Shape;2222;p64"/>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ADD AND SUBTRACT MIXED FRACTIONS</a:t>
            </a:r>
            <a:endParaRPr/>
          </a:p>
        </p:txBody>
      </p:sp>
      <p:sp>
        <p:nvSpPr>
          <p:cNvPr id="2223" name="Google Shape;2223;p64"/>
          <p:cNvSpPr txBox="1"/>
          <p:nvPr/>
        </p:nvSpPr>
        <p:spPr>
          <a:xfrm>
            <a:off x="2738455" y="3735675"/>
            <a:ext cx="1693200" cy="51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Saturn has high temperatures</a:t>
            </a:r>
            <a:endParaRPr sz="1500">
              <a:solidFill>
                <a:schemeClr val="dk2"/>
              </a:solidFill>
              <a:latin typeface="Barlow Medium"/>
              <a:ea typeface="Barlow Medium"/>
              <a:cs typeface="Barlow Medium"/>
              <a:sym typeface="Barlow Medium"/>
            </a:endParaRPr>
          </a:p>
        </p:txBody>
      </p:sp>
      <p:sp>
        <p:nvSpPr>
          <p:cNvPr id="2224" name="Google Shape;2224;p64"/>
          <p:cNvSpPr txBox="1"/>
          <p:nvPr/>
        </p:nvSpPr>
        <p:spPr>
          <a:xfrm>
            <a:off x="6686075" y="3732500"/>
            <a:ext cx="1693200" cy="51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Jupiter is the biggest planet</a:t>
            </a:r>
            <a:endParaRPr sz="1500">
              <a:solidFill>
                <a:schemeClr val="dk2"/>
              </a:solidFill>
              <a:latin typeface="Barlow Medium"/>
              <a:ea typeface="Barlow Medium"/>
              <a:cs typeface="Barlow Medium"/>
              <a:sym typeface="Barlow Medium"/>
            </a:endParaRPr>
          </a:p>
        </p:txBody>
      </p:sp>
      <p:sp>
        <p:nvSpPr>
          <p:cNvPr id="2225" name="Google Shape;2225;p64"/>
          <p:cNvSpPr txBox="1"/>
          <p:nvPr/>
        </p:nvSpPr>
        <p:spPr>
          <a:xfrm>
            <a:off x="2738475" y="3461325"/>
            <a:ext cx="1693200" cy="32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STEP 2</a:t>
            </a:r>
            <a:endParaRPr b="1" sz="2200">
              <a:solidFill>
                <a:schemeClr val="dk1"/>
              </a:solidFill>
              <a:latin typeface="Patrick Hand"/>
              <a:ea typeface="Patrick Hand"/>
              <a:cs typeface="Patrick Hand"/>
              <a:sym typeface="Patrick Hand"/>
            </a:endParaRPr>
          </a:p>
        </p:txBody>
      </p:sp>
      <p:sp>
        <p:nvSpPr>
          <p:cNvPr id="2226" name="Google Shape;2226;p64"/>
          <p:cNvSpPr txBox="1"/>
          <p:nvPr/>
        </p:nvSpPr>
        <p:spPr>
          <a:xfrm>
            <a:off x="6686075" y="3461388"/>
            <a:ext cx="1693200" cy="32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STEP 4</a:t>
            </a:r>
            <a:endParaRPr b="1" sz="2200">
              <a:solidFill>
                <a:schemeClr val="dk1"/>
              </a:solidFill>
              <a:latin typeface="Patrick Hand"/>
              <a:ea typeface="Patrick Hand"/>
              <a:cs typeface="Patrick Hand"/>
              <a:sym typeface="Patrick Hand"/>
            </a:endParaRPr>
          </a:p>
        </p:txBody>
      </p:sp>
      <p:sp>
        <p:nvSpPr>
          <p:cNvPr id="2227" name="Google Shape;2227;p64"/>
          <p:cNvSpPr txBox="1"/>
          <p:nvPr/>
        </p:nvSpPr>
        <p:spPr>
          <a:xfrm>
            <a:off x="764645" y="1994525"/>
            <a:ext cx="1693200" cy="51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Venus is a beautiful place</a:t>
            </a:r>
            <a:endParaRPr sz="1500">
              <a:solidFill>
                <a:schemeClr val="dk2"/>
              </a:solidFill>
              <a:latin typeface="Barlow Medium"/>
              <a:ea typeface="Barlow Medium"/>
              <a:cs typeface="Barlow Medium"/>
              <a:sym typeface="Barlow Medium"/>
            </a:endParaRPr>
          </a:p>
        </p:txBody>
      </p:sp>
      <p:sp>
        <p:nvSpPr>
          <p:cNvPr id="2228" name="Google Shape;2228;p64"/>
          <p:cNvSpPr txBox="1"/>
          <p:nvPr/>
        </p:nvSpPr>
        <p:spPr>
          <a:xfrm>
            <a:off x="4712265" y="1994502"/>
            <a:ext cx="1693200" cy="51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Mars is red and a cold place</a:t>
            </a:r>
            <a:endParaRPr sz="1500">
              <a:solidFill>
                <a:schemeClr val="dk2"/>
              </a:solidFill>
              <a:latin typeface="Barlow Medium"/>
              <a:ea typeface="Barlow Medium"/>
              <a:cs typeface="Barlow Medium"/>
              <a:sym typeface="Barlow Medium"/>
            </a:endParaRPr>
          </a:p>
        </p:txBody>
      </p:sp>
      <p:sp>
        <p:nvSpPr>
          <p:cNvPr id="2229" name="Google Shape;2229;p64"/>
          <p:cNvSpPr txBox="1"/>
          <p:nvPr/>
        </p:nvSpPr>
        <p:spPr>
          <a:xfrm>
            <a:off x="764650" y="1720282"/>
            <a:ext cx="1693200" cy="32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STEP 1</a:t>
            </a:r>
            <a:endParaRPr b="1" sz="2200">
              <a:solidFill>
                <a:schemeClr val="dk1"/>
              </a:solidFill>
              <a:latin typeface="Patrick Hand"/>
              <a:ea typeface="Patrick Hand"/>
              <a:cs typeface="Patrick Hand"/>
              <a:sym typeface="Patrick Hand"/>
            </a:endParaRPr>
          </a:p>
        </p:txBody>
      </p:sp>
      <p:sp>
        <p:nvSpPr>
          <p:cNvPr id="2230" name="Google Shape;2230;p64"/>
          <p:cNvSpPr txBox="1"/>
          <p:nvPr/>
        </p:nvSpPr>
        <p:spPr>
          <a:xfrm>
            <a:off x="4712275" y="1720250"/>
            <a:ext cx="1693200" cy="32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atrick Hand"/>
                <a:ea typeface="Patrick Hand"/>
                <a:cs typeface="Patrick Hand"/>
                <a:sym typeface="Patrick Hand"/>
              </a:rPr>
              <a:t>STEP 3</a:t>
            </a:r>
            <a:endParaRPr b="1" sz="2200">
              <a:solidFill>
                <a:schemeClr val="dk1"/>
              </a:solidFill>
              <a:latin typeface="Patrick Hand"/>
              <a:ea typeface="Patrick Hand"/>
              <a:cs typeface="Patrick Hand"/>
              <a:sym typeface="Patrick Hand"/>
            </a:endParaRPr>
          </a:p>
        </p:txBody>
      </p:sp>
      <p:grpSp>
        <p:nvGrpSpPr>
          <p:cNvPr id="2231" name="Google Shape;2231;p64"/>
          <p:cNvGrpSpPr/>
          <p:nvPr/>
        </p:nvGrpSpPr>
        <p:grpSpPr>
          <a:xfrm>
            <a:off x="7271567" y="2748471"/>
            <a:ext cx="368213" cy="512962"/>
            <a:chOff x="5795456" y="3519889"/>
            <a:chExt cx="256487" cy="357340"/>
          </a:xfrm>
        </p:grpSpPr>
        <p:sp>
          <p:nvSpPr>
            <p:cNvPr id="2232" name="Google Shape;2232;p64"/>
            <p:cNvSpPr/>
            <p:nvPr/>
          </p:nvSpPr>
          <p:spPr>
            <a:xfrm>
              <a:off x="5801202" y="3524909"/>
              <a:ext cx="245357" cy="347239"/>
            </a:xfrm>
            <a:custGeom>
              <a:rect b="b" l="l" r="r" t="t"/>
              <a:pathLst>
                <a:path extrusionOk="0" h="17222" w="12169">
                  <a:moveTo>
                    <a:pt x="534" y="1"/>
                  </a:moveTo>
                  <a:cubicBezTo>
                    <a:pt x="249" y="1"/>
                    <a:pt x="0" y="250"/>
                    <a:pt x="0" y="570"/>
                  </a:cubicBezTo>
                  <a:lnTo>
                    <a:pt x="0" y="16653"/>
                  </a:lnTo>
                  <a:cubicBezTo>
                    <a:pt x="0" y="16973"/>
                    <a:pt x="249" y="17222"/>
                    <a:pt x="534" y="17222"/>
                  </a:cubicBezTo>
                  <a:lnTo>
                    <a:pt x="11600" y="17222"/>
                  </a:lnTo>
                  <a:cubicBezTo>
                    <a:pt x="11920" y="17222"/>
                    <a:pt x="12169" y="16973"/>
                    <a:pt x="12169" y="16688"/>
                  </a:cubicBezTo>
                  <a:lnTo>
                    <a:pt x="12169" y="570"/>
                  </a:lnTo>
                  <a:cubicBezTo>
                    <a:pt x="12169" y="250"/>
                    <a:pt x="11920" y="1"/>
                    <a:pt x="11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5824873" y="3549306"/>
              <a:ext cx="197310" cy="70327"/>
            </a:xfrm>
            <a:custGeom>
              <a:rect b="b" l="l" r="r" t="t"/>
              <a:pathLst>
                <a:path extrusionOk="0" h="3488" w="9786">
                  <a:moveTo>
                    <a:pt x="0" y="1"/>
                  </a:moveTo>
                  <a:lnTo>
                    <a:pt x="0" y="3487"/>
                  </a:lnTo>
                  <a:lnTo>
                    <a:pt x="9785" y="3487"/>
                  </a:lnTo>
                  <a:lnTo>
                    <a:pt x="97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5824873" y="3652618"/>
              <a:ext cx="42341" cy="42341"/>
            </a:xfrm>
            <a:custGeom>
              <a:rect b="b" l="l" r="r" t="t"/>
              <a:pathLst>
                <a:path extrusionOk="0" h="2100" w="2100">
                  <a:moveTo>
                    <a:pt x="356" y="0"/>
                  </a:moveTo>
                  <a:cubicBezTo>
                    <a:pt x="143" y="0"/>
                    <a:pt x="0" y="142"/>
                    <a:pt x="0" y="356"/>
                  </a:cubicBezTo>
                  <a:lnTo>
                    <a:pt x="0" y="1744"/>
                  </a:lnTo>
                  <a:cubicBezTo>
                    <a:pt x="0" y="1957"/>
                    <a:pt x="143" y="2099"/>
                    <a:pt x="356" y="2099"/>
                  </a:cubicBezTo>
                  <a:lnTo>
                    <a:pt x="1744" y="2099"/>
                  </a:lnTo>
                  <a:cubicBezTo>
                    <a:pt x="1957" y="2099"/>
                    <a:pt x="2100" y="1957"/>
                    <a:pt x="2100" y="1744"/>
                  </a:cubicBezTo>
                  <a:lnTo>
                    <a:pt x="2100" y="356"/>
                  </a:lnTo>
                  <a:cubicBezTo>
                    <a:pt x="2100" y="142"/>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5902357" y="3652618"/>
              <a:ext cx="42341" cy="42341"/>
            </a:xfrm>
            <a:custGeom>
              <a:rect b="b" l="l" r="r" t="t"/>
              <a:pathLst>
                <a:path extrusionOk="0" h="2100" w="2100">
                  <a:moveTo>
                    <a:pt x="356" y="0"/>
                  </a:moveTo>
                  <a:cubicBezTo>
                    <a:pt x="142" y="0"/>
                    <a:pt x="0" y="142"/>
                    <a:pt x="0" y="356"/>
                  </a:cubicBezTo>
                  <a:lnTo>
                    <a:pt x="0" y="1744"/>
                  </a:lnTo>
                  <a:cubicBezTo>
                    <a:pt x="0" y="1957"/>
                    <a:pt x="142" y="2099"/>
                    <a:pt x="356" y="2099"/>
                  </a:cubicBezTo>
                  <a:lnTo>
                    <a:pt x="1744" y="2099"/>
                  </a:lnTo>
                  <a:cubicBezTo>
                    <a:pt x="1957" y="2099"/>
                    <a:pt x="2099" y="1957"/>
                    <a:pt x="2099" y="1744"/>
                  </a:cubicBezTo>
                  <a:lnTo>
                    <a:pt x="2099" y="356"/>
                  </a:lnTo>
                  <a:cubicBezTo>
                    <a:pt x="2099" y="142"/>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5824873" y="3725062"/>
              <a:ext cx="42341" cy="42361"/>
            </a:xfrm>
            <a:custGeom>
              <a:rect b="b" l="l" r="r" t="t"/>
              <a:pathLst>
                <a:path extrusionOk="0" h="2101" w="2100">
                  <a:moveTo>
                    <a:pt x="356" y="1"/>
                  </a:moveTo>
                  <a:cubicBezTo>
                    <a:pt x="143" y="1"/>
                    <a:pt x="0" y="179"/>
                    <a:pt x="0" y="357"/>
                  </a:cubicBezTo>
                  <a:lnTo>
                    <a:pt x="0" y="1780"/>
                  </a:lnTo>
                  <a:cubicBezTo>
                    <a:pt x="0" y="1958"/>
                    <a:pt x="143" y="2100"/>
                    <a:pt x="356" y="2100"/>
                  </a:cubicBezTo>
                  <a:lnTo>
                    <a:pt x="1744" y="2100"/>
                  </a:lnTo>
                  <a:cubicBezTo>
                    <a:pt x="1957" y="2100"/>
                    <a:pt x="2100" y="1958"/>
                    <a:pt x="2100" y="1780"/>
                  </a:cubicBezTo>
                  <a:lnTo>
                    <a:pt x="2100" y="357"/>
                  </a:lnTo>
                  <a:cubicBezTo>
                    <a:pt x="2100" y="179"/>
                    <a:pt x="1957" y="1"/>
                    <a:pt x="1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5902357" y="3725062"/>
              <a:ext cx="42341" cy="42361"/>
            </a:xfrm>
            <a:custGeom>
              <a:rect b="b" l="l" r="r" t="t"/>
              <a:pathLst>
                <a:path extrusionOk="0" h="2101" w="2100">
                  <a:moveTo>
                    <a:pt x="356" y="1"/>
                  </a:moveTo>
                  <a:cubicBezTo>
                    <a:pt x="142" y="1"/>
                    <a:pt x="0" y="179"/>
                    <a:pt x="0" y="357"/>
                  </a:cubicBezTo>
                  <a:lnTo>
                    <a:pt x="0" y="1780"/>
                  </a:lnTo>
                  <a:cubicBezTo>
                    <a:pt x="0" y="1958"/>
                    <a:pt x="142" y="2100"/>
                    <a:pt x="356" y="2100"/>
                  </a:cubicBezTo>
                  <a:lnTo>
                    <a:pt x="1744" y="2100"/>
                  </a:lnTo>
                  <a:cubicBezTo>
                    <a:pt x="1957" y="2100"/>
                    <a:pt x="2099" y="1958"/>
                    <a:pt x="2099" y="1780"/>
                  </a:cubicBezTo>
                  <a:lnTo>
                    <a:pt x="2099" y="357"/>
                  </a:lnTo>
                  <a:cubicBezTo>
                    <a:pt x="2099" y="179"/>
                    <a:pt x="1957" y="1"/>
                    <a:pt x="1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5824873" y="3797526"/>
              <a:ext cx="42341" cy="42341"/>
            </a:xfrm>
            <a:custGeom>
              <a:rect b="b" l="l" r="r" t="t"/>
              <a:pathLst>
                <a:path extrusionOk="0" h="2100" w="2100">
                  <a:moveTo>
                    <a:pt x="356" y="0"/>
                  </a:moveTo>
                  <a:cubicBezTo>
                    <a:pt x="143" y="0"/>
                    <a:pt x="0" y="178"/>
                    <a:pt x="0" y="356"/>
                  </a:cubicBezTo>
                  <a:lnTo>
                    <a:pt x="0" y="1780"/>
                  </a:lnTo>
                  <a:cubicBezTo>
                    <a:pt x="0" y="1957"/>
                    <a:pt x="143" y="2100"/>
                    <a:pt x="356" y="2100"/>
                  </a:cubicBezTo>
                  <a:lnTo>
                    <a:pt x="1744" y="2100"/>
                  </a:lnTo>
                  <a:cubicBezTo>
                    <a:pt x="1957" y="2100"/>
                    <a:pt x="2100" y="1957"/>
                    <a:pt x="2100" y="1780"/>
                  </a:cubicBezTo>
                  <a:lnTo>
                    <a:pt x="2100" y="356"/>
                  </a:lnTo>
                  <a:cubicBezTo>
                    <a:pt x="2100" y="178"/>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5902357" y="3797526"/>
              <a:ext cx="42341" cy="42341"/>
            </a:xfrm>
            <a:custGeom>
              <a:rect b="b" l="l" r="r" t="t"/>
              <a:pathLst>
                <a:path extrusionOk="0" h="2100" w="2100">
                  <a:moveTo>
                    <a:pt x="356" y="0"/>
                  </a:moveTo>
                  <a:cubicBezTo>
                    <a:pt x="142" y="0"/>
                    <a:pt x="0" y="178"/>
                    <a:pt x="0" y="356"/>
                  </a:cubicBezTo>
                  <a:lnTo>
                    <a:pt x="0" y="1780"/>
                  </a:lnTo>
                  <a:cubicBezTo>
                    <a:pt x="0" y="1957"/>
                    <a:pt x="142" y="2100"/>
                    <a:pt x="356" y="2100"/>
                  </a:cubicBezTo>
                  <a:lnTo>
                    <a:pt x="1744" y="2100"/>
                  </a:lnTo>
                  <a:cubicBezTo>
                    <a:pt x="1957" y="2100"/>
                    <a:pt x="2099" y="1957"/>
                    <a:pt x="2099" y="1780"/>
                  </a:cubicBezTo>
                  <a:lnTo>
                    <a:pt x="2099" y="356"/>
                  </a:lnTo>
                  <a:cubicBezTo>
                    <a:pt x="2099" y="178"/>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5979822" y="3652618"/>
              <a:ext cx="42361" cy="42341"/>
            </a:xfrm>
            <a:custGeom>
              <a:rect b="b" l="l" r="r" t="t"/>
              <a:pathLst>
                <a:path extrusionOk="0" h="2100" w="2101">
                  <a:moveTo>
                    <a:pt x="357" y="0"/>
                  </a:moveTo>
                  <a:cubicBezTo>
                    <a:pt x="179" y="0"/>
                    <a:pt x="1" y="142"/>
                    <a:pt x="1" y="356"/>
                  </a:cubicBezTo>
                  <a:lnTo>
                    <a:pt x="1" y="1744"/>
                  </a:lnTo>
                  <a:cubicBezTo>
                    <a:pt x="1" y="1957"/>
                    <a:pt x="179" y="2099"/>
                    <a:pt x="357" y="2099"/>
                  </a:cubicBezTo>
                  <a:lnTo>
                    <a:pt x="1744" y="2099"/>
                  </a:lnTo>
                  <a:cubicBezTo>
                    <a:pt x="1958" y="2099"/>
                    <a:pt x="2100" y="1957"/>
                    <a:pt x="2100" y="1744"/>
                  </a:cubicBezTo>
                  <a:lnTo>
                    <a:pt x="2100" y="356"/>
                  </a:lnTo>
                  <a:cubicBezTo>
                    <a:pt x="2100" y="142"/>
                    <a:pt x="1958"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5979822" y="3725062"/>
              <a:ext cx="42361" cy="114805"/>
            </a:xfrm>
            <a:custGeom>
              <a:rect b="b" l="l" r="r" t="t"/>
              <a:pathLst>
                <a:path extrusionOk="0" h="5694" w="2101">
                  <a:moveTo>
                    <a:pt x="357" y="1"/>
                  </a:moveTo>
                  <a:cubicBezTo>
                    <a:pt x="179" y="1"/>
                    <a:pt x="1" y="179"/>
                    <a:pt x="1" y="357"/>
                  </a:cubicBezTo>
                  <a:lnTo>
                    <a:pt x="1" y="5374"/>
                  </a:lnTo>
                  <a:cubicBezTo>
                    <a:pt x="1" y="5551"/>
                    <a:pt x="179" y="5694"/>
                    <a:pt x="357" y="5694"/>
                  </a:cubicBezTo>
                  <a:lnTo>
                    <a:pt x="1744" y="5694"/>
                  </a:lnTo>
                  <a:cubicBezTo>
                    <a:pt x="1958" y="5694"/>
                    <a:pt x="2100" y="5551"/>
                    <a:pt x="2100" y="5374"/>
                  </a:cubicBezTo>
                  <a:lnTo>
                    <a:pt x="2100" y="357"/>
                  </a:lnTo>
                  <a:cubicBezTo>
                    <a:pt x="2100" y="179"/>
                    <a:pt x="1958" y="1"/>
                    <a:pt x="1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5819852" y="3543559"/>
              <a:ext cx="208057" cy="81094"/>
            </a:xfrm>
            <a:custGeom>
              <a:rect b="b" l="l" r="r" t="t"/>
              <a:pathLst>
                <a:path extrusionOk="0" h="4022" w="10319">
                  <a:moveTo>
                    <a:pt x="9785" y="535"/>
                  </a:moveTo>
                  <a:lnTo>
                    <a:pt x="9785" y="3523"/>
                  </a:lnTo>
                  <a:lnTo>
                    <a:pt x="498" y="3523"/>
                  </a:lnTo>
                  <a:lnTo>
                    <a:pt x="498" y="535"/>
                  </a:lnTo>
                  <a:close/>
                  <a:moveTo>
                    <a:pt x="249" y="1"/>
                  </a:moveTo>
                  <a:cubicBezTo>
                    <a:pt x="107" y="1"/>
                    <a:pt x="0" y="143"/>
                    <a:pt x="0" y="286"/>
                  </a:cubicBezTo>
                  <a:lnTo>
                    <a:pt x="0" y="3772"/>
                  </a:lnTo>
                  <a:cubicBezTo>
                    <a:pt x="0" y="3915"/>
                    <a:pt x="107" y="4022"/>
                    <a:pt x="249" y="4022"/>
                  </a:cubicBezTo>
                  <a:lnTo>
                    <a:pt x="10034" y="4022"/>
                  </a:lnTo>
                  <a:cubicBezTo>
                    <a:pt x="10176" y="4022"/>
                    <a:pt x="10283" y="3915"/>
                    <a:pt x="10283" y="3772"/>
                  </a:cubicBezTo>
                  <a:lnTo>
                    <a:pt x="10319" y="286"/>
                  </a:lnTo>
                  <a:cubicBezTo>
                    <a:pt x="10319" y="143"/>
                    <a:pt x="10176" y="1"/>
                    <a:pt x="10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5819852" y="3647598"/>
              <a:ext cx="52382" cy="52382"/>
            </a:xfrm>
            <a:custGeom>
              <a:rect b="b" l="l" r="r" t="t"/>
              <a:pathLst>
                <a:path extrusionOk="0" h="2598" w="2598">
                  <a:moveTo>
                    <a:pt x="1993" y="498"/>
                  </a:moveTo>
                  <a:cubicBezTo>
                    <a:pt x="2064" y="498"/>
                    <a:pt x="2100" y="534"/>
                    <a:pt x="2100" y="605"/>
                  </a:cubicBezTo>
                  <a:lnTo>
                    <a:pt x="2100" y="1993"/>
                  </a:lnTo>
                  <a:cubicBezTo>
                    <a:pt x="2100" y="2064"/>
                    <a:pt x="2064" y="2099"/>
                    <a:pt x="1993" y="2099"/>
                  </a:cubicBezTo>
                  <a:lnTo>
                    <a:pt x="605" y="2099"/>
                  </a:lnTo>
                  <a:cubicBezTo>
                    <a:pt x="534" y="2099"/>
                    <a:pt x="498" y="2064"/>
                    <a:pt x="498" y="1993"/>
                  </a:cubicBezTo>
                  <a:lnTo>
                    <a:pt x="498" y="605"/>
                  </a:lnTo>
                  <a:cubicBezTo>
                    <a:pt x="498" y="534"/>
                    <a:pt x="534" y="498"/>
                    <a:pt x="605" y="498"/>
                  </a:cubicBezTo>
                  <a:close/>
                  <a:moveTo>
                    <a:pt x="605" y="0"/>
                  </a:moveTo>
                  <a:cubicBezTo>
                    <a:pt x="249" y="0"/>
                    <a:pt x="0" y="249"/>
                    <a:pt x="0" y="605"/>
                  </a:cubicBezTo>
                  <a:lnTo>
                    <a:pt x="0" y="1993"/>
                  </a:lnTo>
                  <a:cubicBezTo>
                    <a:pt x="0" y="2348"/>
                    <a:pt x="249" y="2597"/>
                    <a:pt x="605" y="2597"/>
                  </a:cubicBezTo>
                  <a:lnTo>
                    <a:pt x="1993" y="2597"/>
                  </a:lnTo>
                  <a:cubicBezTo>
                    <a:pt x="2349" y="2597"/>
                    <a:pt x="2598" y="2348"/>
                    <a:pt x="2598" y="1993"/>
                  </a:cubicBezTo>
                  <a:lnTo>
                    <a:pt x="2598" y="605"/>
                  </a:lnTo>
                  <a:cubicBezTo>
                    <a:pt x="2598" y="249"/>
                    <a:pt x="2349"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5897337" y="3647598"/>
              <a:ext cx="53108" cy="52382"/>
            </a:xfrm>
            <a:custGeom>
              <a:rect b="b" l="l" r="r" t="t"/>
              <a:pathLst>
                <a:path extrusionOk="0" h="2598" w="2634">
                  <a:moveTo>
                    <a:pt x="2028" y="498"/>
                  </a:moveTo>
                  <a:cubicBezTo>
                    <a:pt x="2064" y="498"/>
                    <a:pt x="2099" y="534"/>
                    <a:pt x="2135" y="605"/>
                  </a:cubicBezTo>
                  <a:lnTo>
                    <a:pt x="2135" y="1993"/>
                  </a:lnTo>
                  <a:cubicBezTo>
                    <a:pt x="2135" y="2064"/>
                    <a:pt x="2064" y="2099"/>
                    <a:pt x="2028" y="2099"/>
                  </a:cubicBezTo>
                  <a:lnTo>
                    <a:pt x="640" y="2099"/>
                  </a:lnTo>
                  <a:cubicBezTo>
                    <a:pt x="569" y="2099"/>
                    <a:pt x="534" y="2064"/>
                    <a:pt x="534" y="1993"/>
                  </a:cubicBezTo>
                  <a:lnTo>
                    <a:pt x="534" y="605"/>
                  </a:lnTo>
                  <a:cubicBezTo>
                    <a:pt x="534" y="534"/>
                    <a:pt x="569" y="498"/>
                    <a:pt x="640" y="498"/>
                  </a:cubicBezTo>
                  <a:close/>
                  <a:moveTo>
                    <a:pt x="640" y="0"/>
                  </a:moveTo>
                  <a:cubicBezTo>
                    <a:pt x="285" y="0"/>
                    <a:pt x="36" y="249"/>
                    <a:pt x="36" y="605"/>
                  </a:cubicBezTo>
                  <a:lnTo>
                    <a:pt x="36" y="1993"/>
                  </a:lnTo>
                  <a:cubicBezTo>
                    <a:pt x="0" y="2348"/>
                    <a:pt x="285" y="2597"/>
                    <a:pt x="640" y="2597"/>
                  </a:cubicBezTo>
                  <a:lnTo>
                    <a:pt x="2028" y="2597"/>
                  </a:lnTo>
                  <a:cubicBezTo>
                    <a:pt x="2348" y="2597"/>
                    <a:pt x="2633" y="2348"/>
                    <a:pt x="2633" y="1993"/>
                  </a:cubicBezTo>
                  <a:lnTo>
                    <a:pt x="2633" y="605"/>
                  </a:lnTo>
                  <a:cubicBezTo>
                    <a:pt x="2633" y="249"/>
                    <a:pt x="2348" y="0"/>
                    <a:pt x="2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5819852" y="3720042"/>
              <a:ext cx="52382" cy="53108"/>
            </a:xfrm>
            <a:custGeom>
              <a:rect b="b" l="l" r="r" t="t"/>
              <a:pathLst>
                <a:path extrusionOk="0" h="2634" w="2598">
                  <a:moveTo>
                    <a:pt x="1993" y="534"/>
                  </a:moveTo>
                  <a:cubicBezTo>
                    <a:pt x="2064" y="534"/>
                    <a:pt x="2100" y="570"/>
                    <a:pt x="2100" y="606"/>
                  </a:cubicBezTo>
                  <a:lnTo>
                    <a:pt x="2100" y="2029"/>
                  </a:lnTo>
                  <a:cubicBezTo>
                    <a:pt x="2100" y="2064"/>
                    <a:pt x="2064" y="2100"/>
                    <a:pt x="1993" y="2100"/>
                  </a:cubicBezTo>
                  <a:lnTo>
                    <a:pt x="605" y="2100"/>
                  </a:lnTo>
                  <a:cubicBezTo>
                    <a:pt x="534" y="2100"/>
                    <a:pt x="498" y="2064"/>
                    <a:pt x="498" y="2029"/>
                  </a:cubicBezTo>
                  <a:lnTo>
                    <a:pt x="498" y="606"/>
                  </a:lnTo>
                  <a:cubicBezTo>
                    <a:pt x="498" y="570"/>
                    <a:pt x="534" y="534"/>
                    <a:pt x="605" y="534"/>
                  </a:cubicBezTo>
                  <a:close/>
                  <a:moveTo>
                    <a:pt x="605" y="1"/>
                  </a:moveTo>
                  <a:cubicBezTo>
                    <a:pt x="249" y="1"/>
                    <a:pt x="0" y="285"/>
                    <a:pt x="0" y="606"/>
                  </a:cubicBezTo>
                  <a:lnTo>
                    <a:pt x="0" y="2029"/>
                  </a:lnTo>
                  <a:cubicBezTo>
                    <a:pt x="0" y="2349"/>
                    <a:pt x="249" y="2634"/>
                    <a:pt x="605" y="2634"/>
                  </a:cubicBezTo>
                  <a:lnTo>
                    <a:pt x="1993" y="2634"/>
                  </a:lnTo>
                  <a:cubicBezTo>
                    <a:pt x="2349" y="2634"/>
                    <a:pt x="2598" y="2349"/>
                    <a:pt x="2598" y="2029"/>
                  </a:cubicBezTo>
                  <a:lnTo>
                    <a:pt x="2598" y="606"/>
                  </a:lnTo>
                  <a:cubicBezTo>
                    <a:pt x="2598" y="285"/>
                    <a:pt x="2349" y="1"/>
                    <a:pt x="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5897337" y="3720042"/>
              <a:ext cx="53108" cy="53108"/>
            </a:xfrm>
            <a:custGeom>
              <a:rect b="b" l="l" r="r" t="t"/>
              <a:pathLst>
                <a:path extrusionOk="0" h="2634" w="2634">
                  <a:moveTo>
                    <a:pt x="2028" y="534"/>
                  </a:moveTo>
                  <a:cubicBezTo>
                    <a:pt x="2064" y="534"/>
                    <a:pt x="2135" y="570"/>
                    <a:pt x="2135" y="606"/>
                  </a:cubicBezTo>
                  <a:lnTo>
                    <a:pt x="2135" y="2029"/>
                  </a:lnTo>
                  <a:cubicBezTo>
                    <a:pt x="2135" y="2064"/>
                    <a:pt x="2064" y="2100"/>
                    <a:pt x="2028" y="2100"/>
                  </a:cubicBezTo>
                  <a:lnTo>
                    <a:pt x="640" y="2100"/>
                  </a:lnTo>
                  <a:cubicBezTo>
                    <a:pt x="569" y="2100"/>
                    <a:pt x="534" y="2064"/>
                    <a:pt x="534" y="2029"/>
                  </a:cubicBezTo>
                  <a:lnTo>
                    <a:pt x="534" y="606"/>
                  </a:lnTo>
                  <a:cubicBezTo>
                    <a:pt x="534" y="570"/>
                    <a:pt x="569" y="534"/>
                    <a:pt x="640" y="534"/>
                  </a:cubicBezTo>
                  <a:close/>
                  <a:moveTo>
                    <a:pt x="640" y="1"/>
                  </a:moveTo>
                  <a:cubicBezTo>
                    <a:pt x="285" y="1"/>
                    <a:pt x="36" y="285"/>
                    <a:pt x="36" y="606"/>
                  </a:cubicBezTo>
                  <a:lnTo>
                    <a:pt x="36" y="2029"/>
                  </a:lnTo>
                  <a:cubicBezTo>
                    <a:pt x="0" y="2349"/>
                    <a:pt x="285" y="2634"/>
                    <a:pt x="640" y="2634"/>
                  </a:cubicBezTo>
                  <a:lnTo>
                    <a:pt x="2028" y="2634"/>
                  </a:lnTo>
                  <a:cubicBezTo>
                    <a:pt x="2348" y="2634"/>
                    <a:pt x="2633" y="2349"/>
                    <a:pt x="2633" y="2029"/>
                  </a:cubicBezTo>
                  <a:lnTo>
                    <a:pt x="2633" y="606"/>
                  </a:lnTo>
                  <a:cubicBezTo>
                    <a:pt x="2633" y="285"/>
                    <a:pt x="2348" y="1"/>
                    <a:pt x="2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5819852" y="3792506"/>
              <a:ext cx="52382" cy="53108"/>
            </a:xfrm>
            <a:custGeom>
              <a:rect b="b" l="l" r="r" t="t"/>
              <a:pathLst>
                <a:path extrusionOk="0" h="2634" w="2598">
                  <a:moveTo>
                    <a:pt x="1993" y="534"/>
                  </a:moveTo>
                  <a:cubicBezTo>
                    <a:pt x="2064" y="534"/>
                    <a:pt x="2100" y="570"/>
                    <a:pt x="2100" y="605"/>
                  </a:cubicBezTo>
                  <a:lnTo>
                    <a:pt x="2100" y="2029"/>
                  </a:lnTo>
                  <a:cubicBezTo>
                    <a:pt x="2100" y="2064"/>
                    <a:pt x="2064" y="2100"/>
                    <a:pt x="1993" y="2100"/>
                  </a:cubicBezTo>
                  <a:lnTo>
                    <a:pt x="605" y="2100"/>
                  </a:lnTo>
                  <a:cubicBezTo>
                    <a:pt x="534" y="2100"/>
                    <a:pt x="498" y="2064"/>
                    <a:pt x="498" y="2029"/>
                  </a:cubicBezTo>
                  <a:lnTo>
                    <a:pt x="498" y="605"/>
                  </a:lnTo>
                  <a:cubicBezTo>
                    <a:pt x="498" y="570"/>
                    <a:pt x="534" y="534"/>
                    <a:pt x="605" y="534"/>
                  </a:cubicBezTo>
                  <a:close/>
                  <a:moveTo>
                    <a:pt x="605" y="0"/>
                  </a:moveTo>
                  <a:cubicBezTo>
                    <a:pt x="249" y="0"/>
                    <a:pt x="0" y="285"/>
                    <a:pt x="0" y="605"/>
                  </a:cubicBezTo>
                  <a:lnTo>
                    <a:pt x="0" y="2029"/>
                  </a:lnTo>
                  <a:cubicBezTo>
                    <a:pt x="0" y="2349"/>
                    <a:pt x="249" y="2633"/>
                    <a:pt x="605" y="2633"/>
                  </a:cubicBezTo>
                  <a:lnTo>
                    <a:pt x="1993" y="2633"/>
                  </a:lnTo>
                  <a:cubicBezTo>
                    <a:pt x="2349" y="2633"/>
                    <a:pt x="2598" y="2349"/>
                    <a:pt x="2598" y="2029"/>
                  </a:cubicBezTo>
                  <a:lnTo>
                    <a:pt x="2598" y="605"/>
                  </a:lnTo>
                  <a:cubicBezTo>
                    <a:pt x="2598" y="285"/>
                    <a:pt x="2349"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5897337" y="3792506"/>
              <a:ext cx="53108" cy="53108"/>
            </a:xfrm>
            <a:custGeom>
              <a:rect b="b" l="l" r="r" t="t"/>
              <a:pathLst>
                <a:path extrusionOk="0" h="2634" w="2634">
                  <a:moveTo>
                    <a:pt x="1993" y="534"/>
                  </a:moveTo>
                  <a:cubicBezTo>
                    <a:pt x="2064" y="534"/>
                    <a:pt x="2099" y="570"/>
                    <a:pt x="2099" y="605"/>
                  </a:cubicBezTo>
                  <a:lnTo>
                    <a:pt x="2099" y="2029"/>
                  </a:lnTo>
                  <a:cubicBezTo>
                    <a:pt x="2099" y="2064"/>
                    <a:pt x="2064" y="2100"/>
                    <a:pt x="1993" y="2100"/>
                  </a:cubicBezTo>
                  <a:lnTo>
                    <a:pt x="605" y="2100"/>
                  </a:lnTo>
                  <a:cubicBezTo>
                    <a:pt x="569" y="2100"/>
                    <a:pt x="498" y="2064"/>
                    <a:pt x="534" y="2029"/>
                  </a:cubicBezTo>
                  <a:lnTo>
                    <a:pt x="534" y="605"/>
                  </a:lnTo>
                  <a:cubicBezTo>
                    <a:pt x="498" y="570"/>
                    <a:pt x="569" y="534"/>
                    <a:pt x="605" y="534"/>
                  </a:cubicBezTo>
                  <a:close/>
                  <a:moveTo>
                    <a:pt x="605" y="0"/>
                  </a:moveTo>
                  <a:cubicBezTo>
                    <a:pt x="249" y="0"/>
                    <a:pt x="0" y="285"/>
                    <a:pt x="0" y="605"/>
                  </a:cubicBezTo>
                  <a:lnTo>
                    <a:pt x="0" y="2029"/>
                  </a:lnTo>
                  <a:cubicBezTo>
                    <a:pt x="0" y="2349"/>
                    <a:pt x="249" y="2633"/>
                    <a:pt x="605" y="2633"/>
                  </a:cubicBezTo>
                  <a:lnTo>
                    <a:pt x="1993" y="2633"/>
                  </a:lnTo>
                  <a:cubicBezTo>
                    <a:pt x="2348" y="2633"/>
                    <a:pt x="2633" y="2349"/>
                    <a:pt x="2633" y="2029"/>
                  </a:cubicBezTo>
                  <a:lnTo>
                    <a:pt x="2633" y="605"/>
                  </a:lnTo>
                  <a:cubicBezTo>
                    <a:pt x="2633" y="285"/>
                    <a:pt x="2348" y="0"/>
                    <a:pt x="2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5974801" y="3647598"/>
              <a:ext cx="53108" cy="52382"/>
            </a:xfrm>
            <a:custGeom>
              <a:rect b="b" l="l" r="r" t="t"/>
              <a:pathLst>
                <a:path extrusionOk="0" h="2598" w="2634">
                  <a:moveTo>
                    <a:pt x="2029" y="498"/>
                  </a:moveTo>
                  <a:cubicBezTo>
                    <a:pt x="2064" y="498"/>
                    <a:pt x="2100" y="534"/>
                    <a:pt x="2100" y="605"/>
                  </a:cubicBezTo>
                  <a:lnTo>
                    <a:pt x="2100" y="1993"/>
                  </a:lnTo>
                  <a:cubicBezTo>
                    <a:pt x="2100" y="2064"/>
                    <a:pt x="2064" y="2099"/>
                    <a:pt x="2029" y="2099"/>
                  </a:cubicBezTo>
                  <a:lnTo>
                    <a:pt x="606" y="2099"/>
                  </a:lnTo>
                  <a:cubicBezTo>
                    <a:pt x="570" y="2099"/>
                    <a:pt x="534" y="2064"/>
                    <a:pt x="534" y="1993"/>
                  </a:cubicBezTo>
                  <a:lnTo>
                    <a:pt x="534" y="605"/>
                  </a:lnTo>
                  <a:cubicBezTo>
                    <a:pt x="534" y="534"/>
                    <a:pt x="570" y="498"/>
                    <a:pt x="606" y="498"/>
                  </a:cubicBezTo>
                  <a:close/>
                  <a:moveTo>
                    <a:pt x="606" y="0"/>
                  </a:moveTo>
                  <a:cubicBezTo>
                    <a:pt x="285" y="0"/>
                    <a:pt x="1" y="249"/>
                    <a:pt x="1" y="605"/>
                  </a:cubicBezTo>
                  <a:lnTo>
                    <a:pt x="1" y="1993"/>
                  </a:lnTo>
                  <a:cubicBezTo>
                    <a:pt x="1" y="2348"/>
                    <a:pt x="285" y="2597"/>
                    <a:pt x="606" y="2597"/>
                  </a:cubicBezTo>
                  <a:lnTo>
                    <a:pt x="2029" y="2597"/>
                  </a:lnTo>
                  <a:cubicBezTo>
                    <a:pt x="2349" y="2597"/>
                    <a:pt x="2634" y="2348"/>
                    <a:pt x="2634" y="1993"/>
                  </a:cubicBezTo>
                  <a:lnTo>
                    <a:pt x="2634" y="605"/>
                  </a:lnTo>
                  <a:cubicBezTo>
                    <a:pt x="2634" y="249"/>
                    <a:pt x="2349"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5974801" y="3720042"/>
              <a:ext cx="52402" cy="125572"/>
            </a:xfrm>
            <a:custGeom>
              <a:rect b="b" l="l" r="r" t="t"/>
              <a:pathLst>
                <a:path extrusionOk="0" h="6228" w="2599">
                  <a:moveTo>
                    <a:pt x="606" y="1"/>
                  </a:moveTo>
                  <a:cubicBezTo>
                    <a:pt x="285" y="1"/>
                    <a:pt x="1" y="285"/>
                    <a:pt x="1" y="606"/>
                  </a:cubicBezTo>
                  <a:lnTo>
                    <a:pt x="1" y="1566"/>
                  </a:lnTo>
                  <a:cubicBezTo>
                    <a:pt x="1" y="1709"/>
                    <a:pt x="108" y="1815"/>
                    <a:pt x="250" y="1815"/>
                  </a:cubicBezTo>
                  <a:cubicBezTo>
                    <a:pt x="392" y="1815"/>
                    <a:pt x="534" y="1709"/>
                    <a:pt x="534" y="1566"/>
                  </a:cubicBezTo>
                  <a:lnTo>
                    <a:pt x="534" y="606"/>
                  </a:lnTo>
                  <a:cubicBezTo>
                    <a:pt x="534" y="570"/>
                    <a:pt x="570" y="534"/>
                    <a:pt x="606" y="534"/>
                  </a:cubicBezTo>
                  <a:lnTo>
                    <a:pt x="1993" y="534"/>
                  </a:lnTo>
                  <a:cubicBezTo>
                    <a:pt x="2064" y="534"/>
                    <a:pt x="2100" y="570"/>
                    <a:pt x="2100" y="606"/>
                  </a:cubicBezTo>
                  <a:lnTo>
                    <a:pt x="2100" y="5623"/>
                  </a:lnTo>
                  <a:cubicBezTo>
                    <a:pt x="2100" y="5658"/>
                    <a:pt x="2064" y="5694"/>
                    <a:pt x="1993" y="5694"/>
                  </a:cubicBezTo>
                  <a:lnTo>
                    <a:pt x="606" y="5694"/>
                  </a:lnTo>
                  <a:cubicBezTo>
                    <a:pt x="570" y="5694"/>
                    <a:pt x="534" y="5658"/>
                    <a:pt x="534" y="5623"/>
                  </a:cubicBezTo>
                  <a:lnTo>
                    <a:pt x="534" y="2776"/>
                  </a:lnTo>
                  <a:cubicBezTo>
                    <a:pt x="534" y="2634"/>
                    <a:pt x="392" y="2527"/>
                    <a:pt x="250" y="2527"/>
                  </a:cubicBezTo>
                  <a:cubicBezTo>
                    <a:pt x="108" y="2527"/>
                    <a:pt x="1" y="2634"/>
                    <a:pt x="1" y="2776"/>
                  </a:cubicBezTo>
                  <a:lnTo>
                    <a:pt x="1" y="5623"/>
                  </a:lnTo>
                  <a:cubicBezTo>
                    <a:pt x="1" y="5943"/>
                    <a:pt x="285" y="6227"/>
                    <a:pt x="606" y="6227"/>
                  </a:cubicBezTo>
                  <a:lnTo>
                    <a:pt x="1993" y="6227"/>
                  </a:lnTo>
                  <a:cubicBezTo>
                    <a:pt x="2349" y="6227"/>
                    <a:pt x="2598" y="5943"/>
                    <a:pt x="2598" y="5623"/>
                  </a:cubicBezTo>
                  <a:lnTo>
                    <a:pt x="2598" y="606"/>
                  </a:lnTo>
                  <a:cubicBezTo>
                    <a:pt x="2598" y="285"/>
                    <a:pt x="2349" y="1"/>
                    <a:pt x="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5795456" y="3519889"/>
              <a:ext cx="256487" cy="204125"/>
            </a:xfrm>
            <a:custGeom>
              <a:rect b="b" l="l" r="r" t="t"/>
              <a:pathLst>
                <a:path extrusionOk="0" h="10124" w="12721">
                  <a:moveTo>
                    <a:pt x="11885" y="1"/>
                  </a:moveTo>
                  <a:lnTo>
                    <a:pt x="11885" y="36"/>
                  </a:lnTo>
                  <a:lnTo>
                    <a:pt x="819" y="36"/>
                  </a:lnTo>
                  <a:cubicBezTo>
                    <a:pt x="392" y="36"/>
                    <a:pt x="1" y="392"/>
                    <a:pt x="1" y="819"/>
                  </a:cubicBezTo>
                  <a:lnTo>
                    <a:pt x="1" y="9857"/>
                  </a:lnTo>
                  <a:cubicBezTo>
                    <a:pt x="1" y="10035"/>
                    <a:pt x="134" y="10123"/>
                    <a:pt x="267" y="10123"/>
                  </a:cubicBezTo>
                  <a:cubicBezTo>
                    <a:pt x="401" y="10123"/>
                    <a:pt x="534" y="10035"/>
                    <a:pt x="534" y="9857"/>
                  </a:cubicBezTo>
                  <a:lnTo>
                    <a:pt x="534" y="819"/>
                  </a:lnTo>
                  <a:cubicBezTo>
                    <a:pt x="534" y="660"/>
                    <a:pt x="648" y="529"/>
                    <a:pt x="775" y="529"/>
                  </a:cubicBezTo>
                  <a:cubicBezTo>
                    <a:pt x="789" y="529"/>
                    <a:pt x="804" y="531"/>
                    <a:pt x="819" y="534"/>
                  </a:cubicBezTo>
                  <a:lnTo>
                    <a:pt x="11885" y="534"/>
                  </a:lnTo>
                  <a:cubicBezTo>
                    <a:pt x="11903" y="531"/>
                    <a:pt x="11921" y="529"/>
                    <a:pt x="11938" y="529"/>
                  </a:cubicBezTo>
                  <a:cubicBezTo>
                    <a:pt x="12084" y="529"/>
                    <a:pt x="12169" y="660"/>
                    <a:pt x="12169" y="819"/>
                  </a:cubicBezTo>
                  <a:lnTo>
                    <a:pt x="12169" y="5089"/>
                  </a:lnTo>
                  <a:cubicBezTo>
                    <a:pt x="12151" y="5231"/>
                    <a:pt x="12294" y="5302"/>
                    <a:pt x="12436" y="5302"/>
                  </a:cubicBezTo>
                  <a:cubicBezTo>
                    <a:pt x="12578" y="5302"/>
                    <a:pt x="12721" y="5231"/>
                    <a:pt x="12703" y="5089"/>
                  </a:cubicBezTo>
                  <a:lnTo>
                    <a:pt x="12703" y="819"/>
                  </a:lnTo>
                  <a:cubicBezTo>
                    <a:pt x="12703" y="357"/>
                    <a:pt x="12347" y="1"/>
                    <a:pt x="11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5795456" y="3641852"/>
              <a:ext cx="256124" cy="235377"/>
            </a:xfrm>
            <a:custGeom>
              <a:rect b="b" l="l" r="r" t="t"/>
              <a:pathLst>
                <a:path extrusionOk="0" h="11674" w="12703">
                  <a:moveTo>
                    <a:pt x="12454" y="0"/>
                  </a:moveTo>
                  <a:cubicBezTo>
                    <a:pt x="12312" y="0"/>
                    <a:pt x="12169" y="107"/>
                    <a:pt x="12169" y="250"/>
                  </a:cubicBezTo>
                  <a:lnTo>
                    <a:pt x="12169" y="10888"/>
                  </a:lnTo>
                  <a:cubicBezTo>
                    <a:pt x="12169" y="11030"/>
                    <a:pt x="12062" y="11173"/>
                    <a:pt x="11885" y="11173"/>
                  </a:cubicBezTo>
                  <a:lnTo>
                    <a:pt x="819" y="11173"/>
                  </a:lnTo>
                  <a:cubicBezTo>
                    <a:pt x="677" y="11173"/>
                    <a:pt x="534" y="11030"/>
                    <a:pt x="534" y="10888"/>
                  </a:cubicBezTo>
                  <a:lnTo>
                    <a:pt x="534" y="5017"/>
                  </a:lnTo>
                  <a:cubicBezTo>
                    <a:pt x="534" y="4839"/>
                    <a:pt x="401" y="4750"/>
                    <a:pt x="267" y="4750"/>
                  </a:cubicBezTo>
                  <a:cubicBezTo>
                    <a:pt x="134" y="4750"/>
                    <a:pt x="1" y="4839"/>
                    <a:pt x="1" y="5017"/>
                  </a:cubicBezTo>
                  <a:lnTo>
                    <a:pt x="1" y="10888"/>
                  </a:lnTo>
                  <a:cubicBezTo>
                    <a:pt x="1" y="11315"/>
                    <a:pt x="392" y="11671"/>
                    <a:pt x="819" y="11671"/>
                  </a:cubicBezTo>
                  <a:lnTo>
                    <a:pt x="11885" y="11671"/>
                  </a:lnTo>
                  <a:cubicBezTo>
                    <a:pt x="11904" y="11672"/>
                    <a:pt x="11924" y="11673"/>
                    <a:pt x="11943" y="11673"/>
                  </a:cubicBezTo>
                  <a:cubicBezTo>
                    <a:pt x="12377" y="11673"/>
                    <a:pt x="12703" y="11297"/>
                    <a:pt x="12703" y="10888"/>
                  </a:cubicBezTo>
                  <a:lnTo>
                    <a:pt x="12703" y="250"/>
                  </a:lnTo>
                  <a:cubicBezTo>
                    <a:pt x="12703" y="107"/>
                    <a:pt x="12596" y="0"/>
                    <a:pt x="12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 name="Google Shape;2253;p64"/>
          <p:cNvGrpSpPr/>
          <p:nvPr/>
        </p:nvGrpSpPr>
        <p:grpSpPr>
          <a:xfrm>
            <a:off x="5302409" y="2812354"/>
            <a:ext cx="513952" cy="385206"/>
            <a:chOff x="5141908" y="3564347"/>
            <a:chExt cx="358005" cy="268343"/>
          </a:xfrm>
        </p:grpSpPr>
        <p:sp>
          <p:nvSpPr>
            <p:cNvPr id="2254" name="Google Shape;2254;p64"/>
            <p:cNvSpPr/>
            <p:nvPr/>
          </p:nvSpPr>
          <p:spPr>
            <a:xfrm>
              <a:off x="5147655" y="3570113"/>
              <a:ext cx="347239" cy="256850"/>
            </a:xfrm>
            <a:custGeom>
              <a:rect b="b" l="l" r="r" t="t"/>
              <a:pathLst>
                <a:path extrusionOk="0" h="12739" w="17222">
                  <a:moveTo>
                    <a:pt x="8326" y="0"/>
                  </a:moveTo>
                  <a:cubicBezTo>
                    <a:pt x="7970" y="0"/>
                    <a:pt x="7650" y="249"/>
                    <a:pt x="7508" y="570"/>
                  </a:cubicBezTo>
                  <a:lnTo>
                    <a:pt x="4448" y="9394"/>
                  </a:lnTo>
                  <a:lnTo>
                    <a:pt x="2669" y="4519"/>
                  </a:lnTo>
                  <a:cubicBezTo>
                    <a:pt x="2562" y="4163"/>
                    <a:pt x="2242" y="3950"/>
                    <a:pt x="1886" y="3950"/>
                  </a:cubicBezTo>
                  <a:lnTo>
                    <a:pt x="0" y="3950"/>
                  </a:lnTo>
                  <a:lnTo>
                    <a:pt x="0" y="5622"/>
                  </a:lnTo>
                  <a:lnTo>
                    <a:pt x="1317" y="5622"/>
                  </a:lnTo>
                  <a:lnTo>
                    <a:pt x="3700" y="12169"/>
                  </a:lnTo>
                  <a:cubicBezTo>
                    <a:pt x="3807" y="12525"/>
                    <a:pt x="4127" y="12738"/>
                    <a:pt x="4483" y="12738"/>
                  </a:cubicBezTo>
                  <a:cubicBezTo>
                    <a:pt x="4839" y="12738"/>
                    <a:pt x="5159" y="12525"/>
                    <a:pt x="5266" y="12169"/>
                  </a:cubicBezTo>
                  <a:lnTo>
                    <a:pt x="8931" y="1673"/>
                  </a:lnTo>
                  <a:lnTo>
                    <a:pt x="17221" y="1673"/>
                  </a:lnTo>
                  <a:lnTo>
                    <a:pt x="172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5342787" y="3643283"/>
              <a:ext cx="141339" cy="183680"/>
            </a:xfrm>
            <a:custGeom>
              <a:rect b="b" l="l" r="r" t="t"/>
              <a:pathLst>
                <a:path extrusionOk="0" h="9110" w="7010">
                  <a:moveTo>
                    <a:pt x="0" y="1"/>
                  </a:moveTo>
                  <a:lnTo>
                    <a:pt x="2491" y="4591"/>
                  </a:lnTo>
                  <a:lnTo>
                    <a:pt x="0" y="9109"/>
                  </a:lnTo>
                  <a:lnTo>
                    <a:pt x="2064" y="9109"/>
                  </a:lnTo>
                  <a:lnTo>
                    <a:pt x="3523" y="6441"/>
                  </a:lnTo>
                  <a:lnTo>
                    <a:pt x="4946" y="9109"/>
                  </a:lnTo>
                  <a:lnTo>
                    <a:pt x="7009" y="9109"/>
                  </a:lnTo>
                  <a:lnTo>
                    <a:pt x="4519" y="4591"/>
                  </a:lnTo>
                  <a:lnTo>
                    <a:pt x="7009" y="1"/>
                  </a:lnTo>
                  <a:lnTo>
                    <a:pt x="4981" y="1"/>
                  </a:lnTo>
                  <a:lnTo>
                    <a:pt x="3523" y="2669"/>
                  </a:lnTo>
                  <a:lnTo>
                    <a:pt x="20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5141908" y="3564347"/>
              <a:ext cx="229429" cy="200193"/>
            </a:xfrm>
            <a:custGeom>
              <a:rect b="b" l="l" r="r" t="t"/>
              <a:pathLst>
                <a:path extrusionOk="0" h="9929" w="11379">
                  <a:moveTo>
                    <a:pt x="11125" y="0"/>
                  </a:moveTo>
                  <a:cubicBezTo>
                    <a:pt x="11118" y="0"/>
                    <a:pt x="11110" y="1"/>
                    <a:pt x="11102" y="2"/>
                  </a:cubicBezTo>
                  <a:lnTo>
                    <a:pt x="8611" y="2"/>
                  </a:lnTo>
                  <a:cubicBezTo>
                    <a:pt x="8148" y="37"/>
                    <a:pt x="7757" y="322"/>
                    <a:pt x="7579" y="749"/>
                  </a:cubicBezTo>
                  <a:lnTo>
                    <a:pt x="4768" y="8897"/>
                  </a:lnTo>
                  <a:lnTo>
                    <a:pt x="3203" y="4698"/>
                  </a:lnTo>
                  <a:cubicBezTo>
                    <a:pt x="3025" y="4271"/>
                    <a:pt x="2598" y="3987"/>
                    <a:pt x="2171" y="3987"/>
                  </a:cubicBezTo>
                  <a:lnTo>
                    <a:pt x="249" y="3987"/>
                  </a:lnTo>
                  <a:cubicBezTo>
                    <a:pt x="107" y="3987"/>
                    <a:pt x="0" y="4094"/>
                    <a:pt x="0" y="4236"/>
                  </a:cubicBezTo>
                  <a:lnTo>
                    <a:pt x="0" y="5908"/>
                  </a:lnTo>
                  <a:cubicBezTo>
                    <a:pt x="0" y="6050"/>
                    <a:pt x="107" y="6193"/>
                    <a:pt x="249" y="6193"/>
                  </a:cubicBezTo>
                  <a:lnTo>
                    <a:pt x="1424" y="6193"/>
                  </a:lnTo>
                  <a:lnTo>
                    <a:pt x="2135" y="8185"/>
                  </a:lnTo>
                  <a:cubicBezTo>
                    <a:pt x="2186" y="8287"/>
                    <a:pt x="2273" y="8329"/>
                    <a:pt x="2361" y="8329"/>
                  </a:cubicBezTo>
                  <a:cubicBezTo>
                    <a:pt x="2519" y="8329"/>
                    <a:pt x="2679" y="8191"/>
                    <a:pt x="2633" y="8007"/>
                  </a:cubicBezTo>
                  <a:lnTo>
                    <a:pt x="1851" y="5837"/>
                  </a:lnTo>
                  <a:cubicBezTo>
                    <a:pt x="1815" y="5730"/>
                    <a:pt x="1708" y="5659"/>
                    <a:pt x="1602" y="5659"/>
                  </a:cubicBezTo>
                  <a:lnTo>
                    <a:pt x="570" y="5659"/>
                  </a:lnTo>
                  <a:lnTo>
                    <a:pt x="570" y="4485"/>
                  </a:lnTo>
                  <a:lnTo>
                    <a:pt x="2206" y="4485"/>
                  </a:lnTo>
                  <a:cubicBezTo>
                    <a:pt x="2420" y="4485"/>
                    <a:pt x="2669" y="4627"/>
                    <a:pt x="2740" y="4876"/>
                  </a:cubicBezTo>
                  <a:lnTo>
                    <a:pt x="4519" y="9751"/>
                  </a:lnTo>
                  <a:cubicBezTo>
                    <a:pt x="4555" y="9858"/>
                    <a:pt x="4661" y="9929"/>
                    <a:pt x="4768" y="9929"/>
                  </a:cubicBezTo>
                  <a:cubicBezTo>
                    <a:pt x="4875" y="9929"/>
                    <a:pt x="4982" y="9858"/>
                    <a:pt x="5017" y="9751"/>
                  </a:cubicBezTo>
                  <a:lnTo>
                    <a:pt x="8077" y="927"/>
                  </a:lnTo>
                  <a:cubicBezTo>
                    <a:pt x="8148" y="678"/>
                    <a:pt x="8362" y="535"/>
                    <a:pt x="8611" y="535"/>
                  </a:cubicBezTo>
                  <a:lnTo>
                    <a:pt x="11102" y="535"/>
                  </a:lnTo>
                  <a:cubicBezTo>
                    <a:pt x="11110" y="536"/>
                    <a:pt x="11118" y="537"/>
                    <a:pt x="11125" y="537"/>
                  </a:cubicBezTo>
                  <a:cubicBezTo>
                    <a:pt x="11378" y="537"/>
                    <a:pt x="11378" y="0"/>
                    <a:pt x="111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5192214" y="3565053"/>
              <a:ext cx="307700" cy="266931"/>
            </a:xfrm>
            <a:custGeom>
              <a:rect b="b" l="l" r="r" t="t"/>
              <a:pathLst>
                <a:path extrusionOk="0" h="13239" w="15261">
                  <a:moveTo>
                    <a:pt x="9790" y="1"/>
                  </a:moveTo>
                  <a:cubicBezTo>
                    <a:pt x="9505" y="1"/>
                    <a:pt x="9505" y="538"/>
                    <a:pt x="9790" y="538"/>
                  </a:cubicBezTo>
                  <a:cubicBezTo>
                    <a:pt x="9798" y="538"/>
                    <a:pt x="9807" y="537"/>
                    <a:pt x="9816" y="536"/>
                  </a:cubicBezTo>
                  <a:lnTo>
                    <a:pt x="14727" y="536"/>
                  </a:lnTo>
                  <a:lnTo>
                    <a:pt x="14727" y="1675"/>
                  </a:lnTo>
                  <a:lnTo>
                    <a:pt x="6721" y="1675"/>
                  </a:lnTo>
                  <a:cubicBezTo>
                    <a:pt x="6614" y="1675"/>
                    <a:pt x="6507" y="1746"/>
                    <a:pt x="6472" y="1853"/>
                  </a:cubicBezTo>
                  <a:lnTo>
                    <a:pt x="2843" y="12349"/>
                  </a:lnTo>
                  <a:cubicBezTo>
                    <a:pt x="2736" y="12562"/>
                    <a:pt x="2522" y="12740"/>
                    <a:pt x="2273" y="12740"/>
                  </a:cubicBezTo>
                  <a:cubicBezTo>
                    <a:pt x="2060" y="12740"/>
                    <a:pt x="1811" y="12598"/>
                    <a:pt x="1740" y="12349"/>
                  </a:cubicBezTo>
                  <a:lnTo>
                    <a:pt x="565" y="9111"/>
                  </a:lnTo>
                  <a:cubicBezTo>
                    <a:pt x="526" y="8992"/>
                    <a:pt x="433" y="8942"/>
                    <a:pt x="336" y="8942"/>
                  </a:cubicBezTo>
                  <a:cubicBezTo>
                    <a:pt x="173" y="8942"/>
                    <a:pt x="0" y="9087"/>
                    <a:pt x="67" y="9289"/>
                  </a:cubicBezTo>
                  <a:lnTo>
                    <a:pt x="1241" y="12527"/>
                  </a:lnTo>
                  <a:cubicBezTo>
                    <a:pt x="1419" y="12954"/>
                    <a:pt x="1811" y="13238"/>
                    <a:pt x="2273" y="13238"/>
                  </a:cubicBezTo>
                  <a:cubicBezTo>
                    <a:pt x="2736" y="13238"/>
                    <a:pt x="3163" y="12954"/>
                    <a:pt x="3305" y="12527"/>
                  </a:cubicBezTo>
                  <a:lnTo>
                    <a:pt x="6899" y="2208"/>
                  </a:lnTo>
                  <a:lnTo>
                    <a:pt x="15011" y="2208"/>
                  </a:lnTo>
                  <a:cubicBezTo>
                    <a:pt x="15153" y="2208"/>
                    <a:pt x="15260" y="2102"/>
                    <a:pt x="15260" y="1924"/>
                  </a:cubicBezTo>
                  <a:lnTo>
                    <a:pt x="15260" y="251"/>
                  </a:lnTo>
                  <a:cubicBezTo>
                    <a:pt x="15260" y="109"/>
                    <a:pt x="15153" y="2"/>
                    <a:pt x="15011" y="2"/>
                  </a:cubicBezTo>
                  <a:lnTo>
                    <a:pt x="9816" y="2"/>
                  </a:lnTo>
                  <a:cubicBezTo>
                    <a:pt x="9807" y="1"/>
                    <a:pt x="9798" y="1"/>
                    <a:pt x="9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5337747" y="3638263"/>
              <a:ext cx="152126" cy="194427"/>
            </a:xfrm>
            <a:custGeom>
              <a:rect b="b" l="l" r="r" t="t"/>
              <a:pathLst>
                <a:path extrusionOk="0" h="9643" w="7545">
                  <a:moveTo>
                    <a:pt x="250" y="1"/>
                  </a:moveTo>
                  <a:cubicBezTo>
                    <a:pt x="179" y="1"/>
                    <a:pt x="72" y="36"/>
                    <a:pt x="37" y="143"/>
                  </a:cubicBezTo>
                  <a:cubicBezTo>
                    <a:pt x="1" y="214"/>
                    <a:pt x="1" y="285"/>
                    <a:pt x="37" y="392"/>
                  </a:cubicBezTo>
                  <a:lnTo>
                    <a:pt x="997" y="2171"/>
                  </a:lnTo>
                  <a:cubicBezTo>
                    <a:pt x="1051" y="2251"/>
                    <a:pt x="1144" y="2291"/>
                    <a:pt x="1247" y="2291"/>
                  </a:cubicBezTo>
                  <a:cubicBezTo>
                    <a:pt x="1282" y="2291"/>
                    <a:pt x="1317" y="2287"/>
                    <a:pt x="1353" y="2278"/>
                  </a:cubicBezTo>
                  <a:cubicBezTo>
                    <a:pt x="1460" y="2207"/>
                    <a:pt x="1531" y="2029"/>
                    <a:pt x="1460" y="1922"/>
                  </a:cubicBezTo>
                  <a:lnTo>
                    <a:pt x="713" y="534"/>
                  </a:lnTo>
                  <a:lnTo>
                    <a:pt x="2136" y="534"/>
                  </a:lnTo>
                  <a:lnTo>
                    <a:pt x="3523" y="3060"/>
                  </a:lnTo>
                  <a:cubicBezTo>
                    <a:pt x="3559" y="3132"/>
                    <a:pt x="3666" y="3203"/>
                    <a:pt x="3773" y="3203"/>
                  </a:cubicBezTo>
                  <a:cubicBezTo>
                    <a:pt x="3844" y="3203"/>
                    <a:pt x="3950" y="3132"/>
                    <a:pt x="3986" y="3060"/>
                  </a:cubicBezTo>
                  <a:lnTo>
                    <a:pt x="5374" y="534"/>
                  </a:lnTo>
                  <a:lnTo>
                    <a:pt x="6832" y="534"/>
                  </a:lnTo>
                  <a:lnTo>
                    <a:pt x="4555" y="4697"/>
                  </a:lnTo>
                  <a:cubicBezTo>
                    <a:pt x="4520" y="4768"/>
                    <a:pt x="4520" y="4875"/>
                    <a:pt x="4555" y="4946"/>
                  </a:cubicBezTo>
                  <a:lnTo>
                    <a:pt x="6832" y="9109"/>
                  </a:lnTo>
                  <a:lnTo>
                    <a:pt x="5374" y="9109"/>
                  </a:lnTo>
                  <a:lnTo>
                    <a:pt x="3986" y="6583"/>
                  </a:lnTo>
                  <a:cubicBezTo>
                    <a:pt x="3950" y="6476"/>
                    <a:pt x="3844" y="6441"/>
                    <a:pt x="3773" y="6441"/>
                  </a:cubicBezTo>
                  <a:cubicBezTo>
                    <a:pt x="3666" y="6441"/>
                    <a:pt x="3559" y="6476"/>
                    <a:pt x="3523" y="6583"/>
                  </a:cubicBezTo>
                  <a:lnTo>
                    <a:pt x="2136" y="9109"/>
                  </a:lnTo>
                  <a:lnTo>
                    <a:pt x="713" y="9109"/>
                  </a:lnTo>
                  <a:lnTo>
                    <a:pt x="2954" y="4946"/>
                  </a:lnTo>
                  <a:cubicBezTo>
                    <a:pt x="2990" y="4875"/>
                    <a:pt x="2990" y="4768"/>
                    <a:pt x="2954" y="4697"/>
                  </a:cubicBezTo>
                  <a:lnTo>
                    <a:pt x="2029" y="2989"/>
                  </a:lnTo>
                  <a:cubicBezTo>
                    <a:pt x="1974" y="2924"/>
                    <a:pt x="1903" y="2895"/>
                    <a:pt x="1832" y="2895"/>
                  </a:cubicBezTo>
                  <a:cubicBezTo>
                    <a:pt x="1673" y="2895"/>
                    <a:pt x="1517" y="3041"/>
                    <a:pt x="1567" y="3238"/>
                  </a:cubicBezTo>
                  <a:lnTo>
                    <a:pt x="2456" y="4804"/>
                  </a:lnTo>
                  <a:lnTo>
                    <a:pt x="37" y="9252"/>
                  </a:lnTo>
                  <a:cubicBezTo>
                    <a:pt x="1" y="9358"/>
                    <a:pt x="1" y="9429"/>
                    <a:pt x="37" y="9501"/>
                  </a:cubicBezTo>
                  <a:cubicBezTo>
                    <a:pt x="72" y="9607"/>
                    <a:pt x="179" y="9643"/>
                    <a:pt x="250" y="9643"/>
                  </a:cubicBezTo>
                  <a:lnTo>
                    <a:pt x="2314" y="9643"/>
                  </a:lnTo>
                  <a:cubicBezTo>
                    <a:pt x="2420" y="9643"/>
                    <a:pt x="2492" y="9607"/>
                    <a:pt x="2527" y="9501"/>
                  </a:cubicBezTo>
                  <a:lnTo>
                    <a:pt x="3773" y="7259"/>
                  </a:lnTo>
                  <a:lnTo>
                    <a:pt x="4982" y="9501"/>
                  </a:lnTo>
                  <a:cubicBezTo>
                    <a:pt x="5018" y="9607"/>
                    <a:pt x="5125" y="9643"/>
                    <a:pt x="5231" y="9643"/>
                  </a:cubicBezTo>
                  <a:lnTo>
                    <a:pt x="7259" y="9643"/>
                  </a:lnTo>
                  <a:cubicBezTo>
                    <a:pt x="7366" y="9643"/>
                    <a:pt x="7437" y="9607"/>
                    <a:pt x="7473" y="9501"/>
                  </a:cubicBezTo>
                  <a:cubicBezTo>
                    <a:pt x="7544" y="9429"/>
                    <a:pt x="7544" y="9358"/>
                    <a:pt x="7473" y="9252"/>
                  </a:cubicBezTo>
                  <a:lnTo>
                    <a:pt x="5089" y="4804"/>
                  </a:lnTo>
                  <a:lnTo>
                    <a:pt x="7473" y="392"/>
                  </a:lnTo>
                  <a:cubicBezTo>
                    <a:pt x="7544" y="321"/>
                    <a:pt x="7544" y="214"/>
                    <a:pt x="7473" y="143"/>
                  </a:cubicBezTo>
                  <a:cubicBezTo>
                    <a:pt x="7437" y="36"/>
                    <a:pt x="7331" y="1"/>
                    <a:pt x="7259" y="1"/>
                  </a:cubicBezTo>
                  <a:lnTo>
                    <a:pt x="5196" y="1"/>
                  </a:lnTo>
                  <a:cubicBezTo>
                    <a:pt x="5125" y="1"/>
                    <a:pt x="5018" y="36"/>
                    <a:pt x="4982" y="143"/>
                  </a:cubicBezTo>
                  <a:lnTo>
                    <a:pt x="3773" y="2384"/>
                  </a:lnTo>
                  <a:lnTo>
                    <a:pt x="2527" y="143"/>
                  </a:lnTo>
                  <a:cubicBezTo>
                    <a:pt x="2492" y="36"/>
                    <a:pt x="2385" y="1"/>
                    <a:pt x="2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5204311" y="3576465"/>
              <a:ext cx="44499" cy="58229"/>
            </a:xfrm>
            <a:custGeom>
              <a:rect b="b" l="l" r="r" t="t"/>
              <a:pathLst>
                <a:path extrusionOk="0" h="2888" w="2207">
                  <a:moveTo>
                    <a:pt x="206" y="0"/>
                  </a:moveTo>
                  <a:cubicBezTo>
                    <a:pt x="86" y="0"/>
                    <a:pt x="1" y="127"/>
                    <a:pt x="1" y="255"/>
                  </a:cubicBezTo>
                  <a:lnTo>
                    <a:pt x="1" y="2639"/>
                  </a:lnTo>
                  <a:cubicBezTo>
                    <a:pt x="1" y="2781"/>
                    <a:pt x="108" y="2888"/>
                    <a:pt x="250" y="2888"/>
                  </a:cubicBezTo>
                  <a:cubicBezTo>
                    <a:pt x="392" y="2888"/>
                    <a:pt x="535" y="2781"/>
                    <a:pt x="535" y="2639"/>
                  </a:cubicBezTo>
                  <a:lnTo>
                    <a:pt x="535" y="1429"/>
                  </a:lnTo>
                  <a:cubicBezTo>
                    <a:pt x="535" y="1055"/>
                    <a:pt x="819" y="868"/>
                    <a:pt x="1104" y="868"/>
                  </a:cubicBezTo>
                  <a:cubicBezTo>
                    <a:pt x="1389" y="868"/>
                    <a:pt x="1673" y="1055"/>
                    <a:pt x="1673" y="1429"/>
                  </a:cubicBezTo>
                  <a:lnTo>
                    <a:pt x="1673" y="2639"/>
                  </a:lnTo>
                  <a:cubicBezTo>
                    <a:pt x="1691" y="2781"/>
                    <a:pt x="1816" y="2852"/>
                    <a:pt x="1940" y="2852"/>
                  </a:cubicBezTo>
                  <a:cubicBezTo>
                    <a:pt x="2065" y="2852"/>
                    <a:pt x="2189" y="2781"/>
                    <a:pt x="2207" y="2639"/>
                  </a:cubicBezTo>
                  <a:lnTo>
                    <a:pt x="2207" y="1429"/>
                  </a:lnTo>
                  <a:cubicBezTo>
                    <a:pt x="2207" y="824"/>
                    <a:pt x="1709" y="326"/>
                    <a:pt x="1104" y="326"/>
                  </a:cubicBezTo>
                  <a:cubicBezTo>
                    <a:pt x="890" y="326"/>
                    <a:pt x="713" y="397"/>
                    <a:pt x="535" y="504"/>
                  </a:cubicBezTo>
                  <a:lnTo>
                    <a:pt x="535" y="255"/>
                  </a:lnTo>
                  <a:cubicBezTo>
                    <a:pt x="535" y="127"/>
                    <a:pt x="421" y="0"/>
                    <a:pt x="295" y="0"/>
                  </a:cubicBezTo>
                  <a:cubicBezTo>
                    <a:pt x="280" y="0"/>
                    <a:pt x="265" y="2"/>
                    <a:pt x="250" y="6"/>
                  </a:cubicBezTo>
                  <a:cubicBezTo>
                    <a:pt x="235" y="2"/>
                    <a:pt x="220" y="0"/>
                    <a:pt x="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 name="Google Shape;2260;p64"/>
          <p:cNvGrpSpPr/>
          <p:nvPr/>
        </p:nvGrpSpPr>
        <p:grpSpPr>
          <a:xfrm>
            <a:off x="3322923" y="2748521"/>
            <a:ext cx="524257" cy="512875"/>
            <a:chOff x="3957483" y="3519889"/>
            <a:chExt cx="365183" cy="357279"/>
          </a:xfrm>
        </p:grpSpPr>
        <p:sp>
          <p:nvSpPr>
            <p:cNvPr id="2261" name="Google Shape;2261;p64"/>
            <p:cNvSpPr/>
            <p:nvPr/>
          </p:nvSpPr>
          <p:spPr>
            <a:xfrm>
              <a:off x="3962503" y="3698528"/>
              <a:ext cx="347239" cy="173619"/>
            </a:xfrm>
            <a:custGeom>
              <a:rect b="b" l="l" r="r" t="t"/>
              <a:pathLst>
                <a:path extrusionOk="0" h="8611" w="17222">
                  <a:moveTo>
                    <a:pt x="17222" y="0"/>
                  </a:moveTo>
                  <a:cubicBezTo>
                    <a:pt x="17222" y="0"/>
                    <a:pt x="14980" y="5729"/>
                    <a:pt x="11920" y="5729"/>
                  </a:cubicBezTo>
                  <a:cubicBezTo>
                    <a:pt x="9216" y="5729"/>
                    <a:pt x="7757" y="1530"/>
                    <a:pt x="5338" y="1530"/>
                  </a:cubicBezTo>
                  <a:cubicBezTo>
                    <a:pt x="1708" y="1530"/>
                    <a:pt x="0" y="8611"/>
                    <a:pt x="0" y="8611"/>
                  </a:cubicBezTo>
                  <a:lnTo>
                    <a:pt x="17222" y="8611"/>
                  </a:lnTo>
                  <a:lnTo>
                    <a:pt x="172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4000529" y="3524909"/>
              <a:ext cx="124120" cy="166462"/>
            </a:xfrm>
            <a:custGeom>
              <a:rect b="b" l="l" r="r" t="t"/>
              <a:pathLst>
                <a:path extrusionOk="0" h="8256" w="6156">
                  <a:moveTo>
                    <a:pt x="5515" y="1"/>
                  </a:moveTo>
                  <a:cubicBezTo>
                    <a:pt x="4163" y="1"/>
                    <a:pt x="3025" y="926"/>
                    <a:pt x="2776" y="2242"/>
                  </a:cubicBezTo>
                  <a:lnTo>
                    <a:pt x="2633" y="2918"/>
                  </a:lnTo>
                  <a:lnTo>
                    <a:pt x="1246" y="2918"/>
                  </a:lnTo>
                  <a:lnTo>
                    <a:pt x="1246" y="4306"/>
                  </a:lnTo>
                  <a:lnTo>
                    <a:pt x="2349" y="4306"/>
                  </a:lnTo>
                  <a:lnTo>
                    <a:pt x="1922" y="6299"/>
                  </a:lnTo>
                  <a:cubicBezTo>
                    <a:pt x="1850" y="6619"/>
                    <a:pt x="1566" y="6832"/>
                    <a:pt x="1246" y="6832"/>
                  </a:cubicBezTo>
                  <a:lnTo>
                    <a:pt x="0" y="6832"/>
                  </a:lnTo>
                  <a:lnTo>
                    <a:pt x="0" y="8256"/>
                  </a:lnTo>
                  <a:lnTo>
                    <a:pt x="1246" y="8256"/>
                  </a:lnTo>
                  <a:cubicBezTo>
                    <a:pt x="2242" y="8220"/>
                    <a:pt x="3096" y="7544"/>
                    <a:pt x="3309" y="6548"/>
                  </a:cubicBezTo>
                  <a:lnTo>
                    <a:pt x="3736" y="4342"/>
                  </a:lnTo>
                  <a:lnTo>
                    <a:pt x="5409" y="4342"/>
                  </a:lnTo>
                  <a:lnTo>
                    <a:pt x="5409" y="2954"/>
                  </a:lnTo>
                  <a:lnTo>
                    <a:pt x="4021" y="2954"/>
                  </a:lnTo>
                  <a:lnTo>
                    <a:pt x="4128" y="2527"/>
                  </a:lnTo>
                  <a:cubicBezTo>
                    <a:pt x="4234" y="1887"/>
                    <a:pt x="4804" y="1388"/>
                    <a:pt x="5480" y="1388"/>
                  </a:cubicBezTo>
                  <a:lnTo>
                    <a:pt x="6156" y="1388"/>
                  </a:lnTo>
                  <a:lnTo>
                    <a:pt x="61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4177718" y="3580154"/>
              <a:ext cx="93998" cy="88251"/>
            </a:xfrm>
            <a:custGeom>
              <a:rect b="b" l="l" r="r" t="t"/>
              <a:pathLst>
                <a:path extrusionOk="0" h="4377" w="4662">
                  <a:moveTo>
                    <a:pt x="1" y="1"/>
                  </a:moveTo>
                  <a:lnTo>
                    <a:pt x="1495" y="2207"/>
                  </a:lnTo>
                  <a:lnTo>
                    <a:pt x="1" y="4377"/>
                  </a:lnTo>
                  <a:lnTo>
                    <a:pt x="1709" y="4377"/>
                  </a:lnTo>
                  <a:lnTo>
                    <a:pt x="2349" y="3452"/>
                  </a:lnTo>
                  <a:lnTo>
                    <a:pt x="2989" y="4377"/>
                  </a:lnTo>
                  <a:lnTo>
                    <a:pt x="4662" y="4377"/>
                  </a:lnTo>
                  <a:lnTo>
                    <a:pt x="3203" y="2207"/>
                  </a:lnTo>
                  <a:lnTo>
                    <a:pt x="4662" y="1"/>
                  </a:lnTo>
                  <a:lnTo>
                    <a:pt x="2989" y="1"/>
                  </a:lnTo>
                  <a:lnTo>
                    <a:pt x="2349" y="926"/>
                  </a:lnTo>
                  <a:lnTo>
                    <a:pt x="17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3957483" y="3519889"/>
              <a:ext cx="357279" cy="357279"/>
            </a:xfrm>
            <a:custGeom>
              <a:rect b="b" l="l" r="r" t="t"/>
              <a:pathLst>
                <a:path extrusionOk="0" h="17720" w="17720">
                  <a:moveTo>
                    <a:pt x="285" y="1"/>
                  </a:moveTo>
                  <a:cubicBezTo>
                    <a:pt x="107" y="1"/>
                    <a:pt x="0" y="107"/>
                    <a:pt x="0" y="250"/>
                  </a:cubicBezTo>
                  <a:lnTo>
                    <a:pt x="0" y="17471"/>
                  </a:lnTo>
                  <a:cubicBezTo>
                    <a:pt x="0" y="17613"/>
                    <a:pt x="107" y="17720"/>
                    <a:pt x="285" y="17720"/>
                  </a:cubicBezTo>
                  <a:lnTo>
                    <a:pt x="17471" y="17720"/>
                  </a:lnTo>
                  <a:cubicBezTo>
                    <a:pt x="17613" y="17720"/>
                    <a:pt x="17720" y="17613"/>
                    <a:pt x="17720" y="17471"/>
                  </a:cubicBezTo>
                  <a:cubicBezTo>
                    <a:pt x="17720" y="17329"/>
                    <a:pt x="17613" y="17186"/>
                    <a:pt x="17471" y="17186"/>
                  </a:cubicBezTo>
                  <a:lnTo>
                    <a:pt x="605" y="17186"/>
                  </a:lnTo>
                  <a:cubicBezTo>
                    <a:pt x="997" y="15834"/>
                    <a:pt x="2633" y="10675"/>
                    <a:pt x="5587" y="10675"/>
                  </a:cubicBezTo>
                  <a:cubicBezTo>
                    <a:pt x="6227" y="10675"/>
                    <a:pt x="6867" y="10995"/>
                    <a:pt x="7686" y="11778"/>
                  </a:cubicBezTo>
                  <a:cubicBezTo>
                    <a:pt x="7739" y="11814"/>
                    <a:pt x="7810" y="11831"/>
                    <a:pt x="7877" y="11831"/>
                  </a:cubicBezTo>
                  <a:cubicBezTo>
                    <a:pt x="7944" y="11831"/>
                    <a:pt x="8006" y="11814"/>
                    <a:pt x="8042" y="11778"/>
                  </a:cubicBezTo>
                  <a:cubicBezTo>
                    <a:pt x="8148" y="11671"/>
                    <a:pt x="8148" y="11493"/>
                    <a:pt x="8042" y="11387"/>
                  </a:cubicBezTo>
                  <a:cubicBezTo>
                    <a:pt x="7401" y="10782"/>
                    <a:pt x="6583" y="10141"/>
                    <a:pt x="5587" y="10141"/>
                  </a:cubicBezTo>
                  <a:cubicBezTo>
                    <a:pt x="4626" y="10177"/>
                    <a:pt x="3701" y="10604"/>
                    <a:pt x="3060" y="11315"/>
                  </a:cubicBezTo>
                  <a:cubicBezTo>
                    <a:pt x="2349" y="12063"/>
                    <a:pt x="1779" y="12917"/>
                    <a:pt x="1352" y="13842"/>
                  </a:cubicBezTo>
                  <a:cubicBezTo>
                    <a:pt x="1032" y="14447"/>
                    <a:pt x="748" y="15087"/>
                    <a:pt x="534" y="15763"/>
                  </a:cubicBezTo>
                  <a:lnTo>
                    <a:pt x="534" y="250"/>
                  </a:lnTo>
                  <a:cubicBezTo>
                    <a:pt x="534" y="107"/>
                    <a:pt x="427"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3995509" y="3519889"/>
              <a:ext cx="134161" cy="176503"/>
            </a:xfrm>
            <a:custGeom>
              <a:rect b="b" l="l" r="r" t="t"/>
              <a:pathLst>
                <a:path extrusionOk="0" h="8754" w="6654">
                  <a:moveTo>
                    <a:pt x="5764" y="1"/>
                  </a:moveTo>
                  <a:cubicBezTo>
                    <a:pt x="4946" y="1"/>
                    <a:pt x="4199" y="321"/>
                    <a:pt x="3629" y="855"/>
                  </a:cubicBezTo>
                  <a:cubicBezTo>
                    <a:pt x="3523" y="961"/>
                    <a:pt x="3523" y="1139"/>
                    <a:pt x="3629" y="1210"/>
                  </a:cubicBezTo>
                  <a:cubicBezTo>
                    <a:pt x="3683" y="1264"/>
                    <a:pt x="3745" y="1291"/>
                    <a:pt x="3807" y="1291"/>
                  </a:cubicBezTo>
                  <a:cubicBezTo>
                    <a:pt x="3870" y="1291"/>
                    <a:pt x="3932" y="1264"/>
                    <a:pt x="3985" y="1210"/>
                  </a:cubicBezTo>
                  <a:cubicBezTo>
                    <a:pt x="4483" y="748"/>
                    <a:pt x="5124" y="499"/>
                    <a:pt x="5764" y="499"/>
                  </a:cubicBezTo>
                  <a:lnTo>
                    <a:pt x="6191" y="499"/>
                  </a:lnTo>
                  <a:lnTo>
                    <a:pt x="6191" y="1388"/>
                  </a:lnTo>
                  <a:lnTo>
                    <a:pt x="5764" y="1388"/>
                  </a:lnTo>
                  <a:cubicBezTo>
                    <a:pt x="4981" y="1388"/>
                    <a:pt x="4305" y="1958"/>
                    <a:pt x="4163" y="2740"/>
                  </a:cubicBezTo>
                  <a:lnTo>
                    <a:pt x="4056" y="3167"/>
                  </a:lnTo>
                  <a:cubicBezTo>
                    <a:pt x="4021" y="3310"/>
                    <a:pt x="4163" y="3452"/>
                    <a:pt x="4305" y="3452"/>
                  </a:cubicBezTo>
                  <a:lnTo>
                    <a:pt x="5444" y="3452"/>
                  </a:lnTo>
                  <a:lnTo>
                    <a:pt x="5444" y="4342"/>
                  </a:lnTo>
                  <a:lnTo>
                    <a:pt x="4021" y="4342"/>
                  </a:lnTo>
                  <a:cubicBezTo>
                    <a:pt x="3878" y="4342"/>
                    <a:pt x="3772" y="4448"/>
                    <a:pt x="3736" y="4555"/>
                  </a:cubicBezTo>
                  <a:lnTo>
                    <a:pt x="3309" y="6797"/>
                  </a:lnTo>
                  <a:cubicBezTo>
                    <a:pt x="3131" y="7651"/>
                    <a:pt x="2384" y="8255"/>
                    <a:pt x="1495" y="8255"/>
                  </a:cubicBezTo>
                  <a:lnTo>
                    <a:pt x="534" y="8255"/>
                  </a:lnTo>
                  <a:lnTo>
                    <a:pt x="534" y="7366"/>
                  </a:lnTo>
                  <a:lnTo>
                    <a:pt x="1495" y="7366"/>
                  </a:lnTo>
                  <a:cubicBezTo>
                    <a:pt x="1957" y="7366"/>
                    <a:pt x="2348" y="7046"/>
                    <a:pt x="2455" y="6583"/>
                  </a:cubicBezTo>
                  <a:lnTo>
                    <a:pt x="2847" y="4626"/>
                  </a:lnTo>
                  <a:cubicBezTo>
                    <a:pt x="2847" y="4555"/>
                    <a:pt x="2847" y="4484"/>
                    <a:pt x="2775" y="4413"/>
                  </a:cubicBezTo>
                  <a:cubicBezTo>
                    <a:pt x="2740" y="4377"/>
                    <a:pt x="2669" y="4342"/>
                    <a:pt x="2598" y="4342"/>
                  </a:cubicBezTo>
                  <a:lnTo>
                    <a:pt x="1744" y="4342"/>
                  </a:lnTo>
                  <a:lnTo>
                    <a:pt x="1744" y="3452"/>
                  </a:lnTo>
                  <a:lnTo>
                    <a:pt x="2882" y="3452"/>
                  </a:lnTo>
                  <a:cubicBezTo>
                    <a:pt x="2989" y="3452"/>
                    <a:pt x="3096" y="3345"/>
                    <a:pt x="3131" y="3239"/>
                  </a:cubicBezTo>
                  <a:lnTo>
                    <a:pt x="3274" y="2527"/>
                  </a:lnTo>
                  <a:cubicBezTo>
                    <a:pt x="3309" y="2420"/>
                    <a:pt x="3345" y="2278"/>
                    <a:pt x="3380" y="2171"/>
                  </a:cubicBezTo>
                  <a:cubicBezTo>
                    <a:pt x="3416" y="2029"/>
                    <a:pt x="3345" y="1887"/>
                    <a:pt x="3238" y="1815"/>
                  </a:cubicBezTo>
                  <a:cubicBezTo>
                    <a:pt x="3214" y="1809"/>
                    <a:pt x="3189" y="1806"/>
                    <a:pt x="3165" y="1806"/>
                  </a:cubicBezTo>
                  <a:cubicBezTo>
                    <a:pt x="3049" y="1806"/>
                    <a:pt x="2941" y="1875"/>
                    <a:pt x="2882" y="1993"/>
                  </a:cubicBezTo>
                  <a:cubicBezTo>
                    <a:pt x="2847" y="2136"/>
                    <a:pt x="2775" y="2278"/>
                    <a:pt x="2775" y="2420"/>
                  </a:cubicBezTo>
                  <a:lnTo>
                    <a:pt x="2669" y="2918"/>
                  </a:lnTo>
                  <a:lnTo>
                    <a:pt x="1495" y="2918"/>
                  </a:lnTo>
                  <a:cubicBezTo>
                    <a:pt x="1352" y="2918"/>
                    <a:pt x="1210" y="3025"/>
                    <a:pt x="1245" y="3167"/>
                  </a:cubicBezTo>
                  <a:lnTo>
                    <a:pt x="1245" y="4555"/>
                  </a:lnTo>
                  <a:cubicBezTo>
                    <a:pt x="1210" y="4697"/>
                    <a:pt x="1352" y="4840"/>
                    <a:pt x="1495" y="4840"/>
                  </a:cubicBezTo>
                  <a:lnTo>
                    <a:pt x="2277" y="4840"/>
                  </a:lnTo>
                  <a:lnTo>
                    <a:pt x="1922" y="6476"/>
                  </a:lnTo>
                  <a:cubicBezTo>
                    <a:pt x="1886" y="6690"/>
                    <a:pt x="1708" y="6832"/>
                    <a:pt x="1495" y="6832"/>
                  </a:cubicBezTo>
                  <a:lnTo>
                    <a:pt x="249" y="6832"/>
                  </a:lnTo>
                  <a:cubicBezTo>
                    <a:pt x="107" y="6832"/>
                    <a:pt x="0" y="6939"/>
                    <a:pt x="0" y="7081"/>
                  </a:cubicBezTo>
                  <a:lnTo>
                    <a:pt x="0" y="8505"/>
                  </a:lnTo>
                  <a:cubicBezTo>
                    <a:pt x="0" y="8647"/>
                    <a:pt x="107" y="8754"/>
                    <a:pt x="249" y="8754"/>
                  </a:cubicBezTo>
                  <a:lnTo>
                    <a:pt x="1495" y="8754"/>
                  </a:lnTo>
                  <a:cubicBezTo>
                    <a:pt x="2598" y="8754"/>
                    <a:pt x="3594" y="7971"/>
                    <a:pt x="3807" y="6868"/>
                  </a:cubicBezTo>
                  <a:lnTo>
                    <a:pt x="4234" y="4840"/>
                  </a:lnTo>
                  <a:lnTo>
                    <a:pt x="5693" y="4840"/>
                  </a:lnTo>
                  <a:cubicBezTo>
                    <a:pt x="5835" y="4840"/>
                    <a:pt x="5942" y="4733"/>
                    <a:pt x="5942" y="4591"/>
                  </a:cubicBezTo>
                  <a:lnTo>
                    <a:pt x="5942" y="3203"/>
                  </a:lnTo>
                  <a:cubicBezTo>
                    <a:pt x="5942" y="3061"/>
                    <a:pt x="5835" y="2918"/>
                    <a:pt x="5693" y="2918"/>
                  </a:cubicBezTo>
                  <a:lnTo>
                    <a:pt x="4626" y="2918"/>
                  </a:lnTo>
                  <a:lnTo>
                    <a:pt x="4626" y="2812"/>
                  </a:lnTo>
                  <a:cubicBezTo>
                    <a:pt x="4732" y="2313"/>
                    <a:pt x="5195" y="1922"/>
                    <a:pt x="5764" y="1922"/>
                  </a:cubicBezTo>
                  <a:lnTo>
                    <a:pt x="6405" y="1922"/>
                  </a:lnTo>
                  <a:cubicBezTo>
                    <a:pt x="6547" y="1922"/>
                    <a:pt x="6654" y="1815"/>
                    <a:pt x="6654" y="1673"/>
                  </a:cubicBezTo>
                  <a:lnTo>
                    <a:pt x="6654" y="250"/>
                  </a:lnTo>
                  <a:cubicBezTo>
                    <a:pt x="6654" y="107"/>
                    <a:pt x="6547" y="1"/>
                    <a:pt x="6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4170741" y="3575073"/>
              <a:ext cx="108152" cy="99079"/>
            </a:xfrm>
            <a:custGeom>
              <a:rect b="b" l="l" r="r" t="t"/>
              <a:pathLst>
                <a:path extrusionOk="0" h="4914" w="5364">
                  <a:moveTo>
                    <a:pt x="4545" y="537"/>
                  </a:moveTo>
                  <a:lnTo>
                    <a:pt x="3335" y="2316"/>
                  </a:lnTo>
                  <a:cubicBezTo>
                    <a:pt x="3264" y="2387"/>
                    <a:pt x="3264" y="2494"/>
                    <a:pt x="3335" y="2601"/>
                  </a:cubicBezTo>
                  <a:lnTo>
                    <a:pt x="4545" y="4380"/>
                  </a:lnTo>
                  <a:lnTo>
                    <a:pt x="3478" y="4380"/>
                  </a:lnTo>
                  <a:lnTo>
                    <a:pt x="2909" y="3526"/>
                  </a:lnTo>
                  <a:cubicBezTo>
                    <a:pt x="2855" y="3437"/>
                    <a:pt x="2775" y="3393"/>
                    <a:pt x="2695" y="3393"/>
                  </a:cubicBezTo>
                  <a:cubicBezTo>
                    <a:pt x="2615" y="3393"/>
                    <a:pt x="2535" y="3437"/>
                    <a:pt x="2482" y="3526"/>
                  </a:cubicBezTo>
                  <a:lnTo>
                    <a:pt x="1912" y="4415"/>
                  </a:lnTo>
                  <a:lnTo>
                    <a:pt x="845" y="4415"/>
                  </a:lnTo>
                  <a:lnTo>
                    <a:pt x="2055" y="2601"/>
                  </a:lnTo>
                  <a:cubicBezTo>
                    <a:pt x="2126" y="2494"/>
                    <a:pt x="2126" y="2387"/>
                    <a:pt x="2055" y="2316"/>
                  </a:cubicBezTo>
                  <a:lnTo>
                    <a:pt x="845" y="537"/>
                  </a:lnTo>
                  <a:lnTo>
                    <a:pt x="1912" y="537"/>
                  </a:lnTo>
                  <a:lnTo>
                    <a:pt x="2482" y="1356"/>
                  </a:lnTo>
                  <a:cubicBezTo>
                    <a:pt x="2535" y="1444"/>
                    <a:pt x="2615" y="1489"/>
                    <a:pt x="2695" y="1489"/>
                  </a:cubicBezTo>
                  <a:cubicBezTo>
                    <a:pt x="2775" y="1489"/>
                    <a:pt x="2855" y="1444"/>
                    <a:pt x="2909" y="1356"/>
                  </a:cubicBezTo>
                  <a:lnTo>
                    <a:pt x="3478" y="537"/>
                  </a:lnTo>
                  <a:close/>
                  <a:moveTo>
                    <a:pt x="306" y="0"/>
                  </a:moveTo>
                  <a:cubicBezTo>
                    <a:pt x="116" y="0"/>
                    <a:pt x="0" y="229"/>
                    <a:pt x="133" y="395"/>
                  </a:cubicBezTo>
                  <a:lnTo>
                    <a:pt x="1556" y="2459"/>
                  </a:lnTo>
                  <a:lnTo>
                    <a:pt x="169" y="4487"/>
                  </a:lnTo>
                  <a:cubicBezTo>
                    <a:pt x="98" y="4593"/>
                    <a:pt x="98" y="4665"/>
                    <a:pt x="169" y="4771"/>
                  </a:cubicBezTo>
                  <a:lnTo>
                    <a:pt x="133" y="4771"/>
                  </a:lnTo>
                  <a:cubicBezTo>
                    <a:pt x="169" y="4842"/>
                    <a:pt x="276" y="4914"/>
                    <a:pt x="347" y="4914"/>
                  </a:cubicBezTo>
                  <a:lnTo>
                    <a:pt x="2055" y="4914"/>
                  </a:lnTo>
                  <a:cubicBezTo>
                    <a:pt x="2126" y="4914"/>
                    <a:pt x="2232" y="4842"/>
                    <a:pt x="2268" y="4771"/>
                  </a:cubicBezTo>
                  <a:lnTo>
                    <a:pt x="2695" y="4166"/>
                  </a:lnTo>
                  <a:lnTo>
                    <a:pt x="3122" y="4771"/>
                  </a:lnTo>
                  <a:cubicBezTo>
                    <a:pt x="3193" y="4842"/>
                    <a:pt x="3264" y="4914"/>
                    <a:pt x="3335" y="4914"/>
                  </a:cubicBezTo>
                  <a:lnTo>
                    <a:pt x="5043" y="4914"/>
                  </a:lnTo>
                  <a:cubicBezTo>
                    <a:pt x="5186" y="4914"/>
                    <a:pt x="5292" y="4771"/>
                    <a:pt x="5292" y="4629"/>
                  </a:cubicBezTo>
                  <a:cubicBezTo>
                    <a:pt x="5292" y="4593"/>
                    <a:pt x="5257" y="4522"/>
                    <a:pt x="5257" y="4487"/>
                  </a:cubicBezTo>
                  <a:lnTo>
                    <a:pt x="3869" y="2459"/>
                  </a:lnTo>
                  <a:lnTo>
                    <a:pt x="5221" y="395"/>
                  </a:lnTo>
                  <a:cubicBezTo>
                    <a:pt x="5364" y="217"/>
                    <a:pt x="5221" y="3"/>
                    <a:pt x="5008" y="3"/>
                  </a:cubicBezTo>
                  <a:lnTo>
                    <a:pt x="3335" y="3"/>
                  </a:lnTo>
                  <a:cubicBezTo>
                    <a:pt x="3229" y="3"/>
                    <a:pt x="3158" y="39"/>
                    <a:pt x="3122" y="110"/>
                  </a:cubicBezTo>
                  <a:lnTo>
                    <a:pt x="2659" y="751"/>
                  </a:lnTo>
                  <a:lnTo>
                    <a:pt x="2232" y="110"/>
                  </a:lnTo>
                  <a:cubicBezTo>
                    <a:pt x="2197" y="39"/>
                    <a:pt x="2090" y="3"/>
                    <a:pt x="2019" y="3"/>
                  </a:cubicBezTo>
                  <a:lnTo>
                    <a:pt x="347" y="3"/>
                  </a:lnTo>
                  <a:cubicBezTo>
                    <a:pt x="333" y="1"/>
                    <a:pt x="319" y="0"/>
                    <a:pt x="3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4126787" y="3557532"/>
              <a:ext cx="43390" cy="133113"/>
            </a:xfrm>
            <a:custGeom>
              <a:rect b="b" l="l" r="r" t="t"/>
              <a:pathLst>
                <a:path extrusionOk="0" h="6602" w="2152">
                  <a:moveTo>
                    <a:pt x="1772" y="1"/>
                  </a:moveTo>
                  <a:cubicBezTo>
                    <a:pt x="1703" y="1"/>
                    <a:pt x="1630" y="27"/>
                    <a:pt x="1566" y="91"/>
                  </a:cubicBezTo>
                  <a:cubicBezTo>
                    <a:pt x="36" y="1941"/>
                    <a:pt x="0" y="4609"/>
                    <a:pt x="1530" y="6495"/>
                  </a:cubicBezTo>
                  <a:cubicBezTo>
                    <a:pt x="1566" y="6566"/>
                    <a:pt x="1637" y="6602"/>
                    <a:pt x="1708" y="6602"/>
                  </a:cubicBezTo>
                  <a:cubicBezTo>
                    <a:pt x="1779" y="6602"/>
                    <a:pt x="1851" y="6566"/>
                    <a:pt x="1886" y="6531"/>
                  </a:cubicBezTo>
                  <a:cubicBezTo>
                    <a:pt x="1993" y="6460"/>
                    <a:pt x="2029" y="6282"/>
                    <a:pt x="1922" y="6175"/>
                  </a:cubicBezTo>
                  <a:cubicBezTo>
                    <a:pt x="570" y="4503"/>
                    <a:pt x="605" y="2083"/>
                    <a:pt x="1993" y="411"/>
                  </a:cubicBezTo>
                  <a:cubicBezTo>
                    <a:pt x="2152" y="225"/>
                    <a:pt x="1976" y="1"/>
                    <a:pt x="1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4281030" y="3557633"/>
              <a:ext cx="41636" cy="133012"/>
            </a:xfrm>
            <a:custGeom>
              <a:rect b="b" l="l" r="r" t="t"/>
              <a:pathLst>
                <a:path extrusionOk="0" h="6597" w="2065">
                  <a:moveTo>
                    <a:pt x="314" y="1"/>
                  </a:moveTo>
                  <a:cubicBezTo>
                    <a:pt x="253" y="1"/>
                    <a:pt x="191" y="18"/>
                    <a:pt x="143" y="50"/>
                  </a:cubicBezTo>
                  <a:cubicBezTo>
                    <a:pt x="36" y="157"/>
                    <a:pt x="0" y="335"/>
                    <a:pt x="107" y="441"/>
                  </a:cubicBezTo>
                  <a:cubicBezTo>
                    <a:pt x="783" y="1260"/>
                    <a:pt x="1174" y="2292"/>
                    <a:pt x="1139" y="3359"/>
                  </a:cubicBezTo>
                  <a:cubicBezTo>
                    <a:pt x="1174" y="4391"/>
                    <a:pt x="819" y="5387"/>
                    <a:pt x="178" y="6170"/>
                  </a:cubicBezTo>
                  <a:cubicBezTo>
                    <a:pt x="36" y="6348"/>
                    <a:pt x="143" y="6597"/>
                    <a:pt x="356" y="6597"/>
                  </a:cubicBezTo>
                  <a:cubicBezTo>
                    <a:pt x="427" y="6597"/>
                    <a:pt x="534" y="6561"/>
                    <a:pt x="570" y="6526"/>
                  </a:cubicBezTo>
                  <a:cubicBezTo>
                    <a:pt x="2064" y="4640"/>
                    <a:pt x="2028" y="1936"/>
                    <a:pt x="498" y="86"/>
                  </a:cubicBezTo>
                  <a:cubicBezTo>
                    <a:pt x="459" y="27"/>
                    <a:pt x="388" y="1"/>
                    <a:pt x="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4126545" y="3693810"/>
              <a:ext cx="189144" cy="125249"/>
            </a:xfrm>
            <a:custGeom>
              <a:rect b="b" l="l" r="r" t="t"/>
              <a:pathLst>
                <a:path extrusionOk="0" h="6212" w="9381">
                  <a:moveTo>
                    <a:pt x="9084" y="1"/>
                  </a:moveTo>
                  <a:cubicBezTo>
                    <a:pt x="9003" y="1"/>
                    <a:pt x="8922" y="40"/>
                    <a:pt x="8872" y="128"/>
                  </a:cubicBezTo>
                  <a:cubicBezTo>
                    <a:pt x="8872" y="199"/>
                    <a:pt x="6630" y="5714"/>
                    <a:pt x="3820" y="5714"/>
                  </a:cubicBezTo>
                  <a:cubicBezTo>
                    <a:pt x="2539" y="5714"/>
                    <a:pt x="1542" y="4646"/>
                    <a:pt x="546" y="3650"/>
                  </a:cubicBezTo>
                  <a:cubicBezTo>
                    <a:pt x="486" y="3590"/>
                    <a:pt x="421" y="3565"/>
                    <a:pt x="358" y="3565"/>
                  </a:cubicBezTo>
                  <a:cubicBezTo>
                    <a:pt x="161" y="3565"/>
                    <a:pt x="1" y="3817"/>
                    <a:pt x="190" y="4006"/>
                  </a:cubicBezTo>
                  <a:cubicBezTo>
                    <a:pt x="1187" y="5038"/>
                    <a:pt x="2290" y="6212"/>
                    <a:pt x="3820" y="6212"/>
                  </a:cubicBezTo>
                  <a:cubicBezTo>
                    <a:pt x="5136" y="6212"/>
                    <a:pt x="6524" y="5216"/>
                    <a:pt x="7805" y="3259"/>
                  </a:cubicBezTo>
                  <a:cubicBezTo>
                    <a:pt x="8410" y="2334"/>
                    <a:pt x="8908" y="1337"/>
                    <a:pt x="9335" y="341"/>
                  </a:cubicBezTo>
                  <a:cubicBezTo>
                    <a:pt x="9381" y="134"/>
                    <a:pt x="9233" y="1"/>
                    <a:pt x="9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64"/>
          <p:cNvGrpSpPr/>
          <p:nvPr/>
        </p:nvGrpSpPr>
        <p:grpSpPr>
          <a:xfrm>
            <a:off x="1354801" y="2748505"/>
            <a:ext cx="512910" cy="512904"/>
            <a:chOff x="3334784" y="3519868"/>
            <a:chExt cx="357279" cy="357300"/>
          </a:xfrm>
        </p:grpSpPr>
        <p:sp>
          <p:nvSpPr>
            <p:cNvPr id="2271" name="Google Shape;2271;p64"/>
            <p:cNvSpPr/>
            <p:nvPr/>
          </p:nvSpPr>
          <p:spPr>
            <a:xfrm>
              <a:off x="3351277" y="3524909"/>
              <a:ext cx="324294" cy="226001"/>
            </a:xfrm>
            <a:custGeom>
              <a:rect b="b" l="l" r="r" t="t"/>
              <a:pathLst>
                <a:path extrusionOk="0" h="11209" w="16084">
                  <a:moveTo>
                    <a:pt x="1" y="1"/>
                  </a:moveTo>
                  <a:lnTo>
                    <a:pt x="1" y="11209"/>
                  </a:lnTo>
                  <a:lnTo>
                    <a:pt x="16083" y="11209"/>
                  </a:lnTo>
                  <a:lnTo>
                    <a:pt x="160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3339804" y="3750890"/>
              <a:ext cx="347239" cy="28006"/>
            </a:xfrm>
            <a:custGeom>
              <a:rect b="b" l="l" r="r" t="t"/>
              <a:pathLst>
                <a:path extrusionOk="0" h="1389" w="17222">
                  <a:moveTo>
                    <a:pt x="0" y="1"/>
                  </a:moveTo>
                  <a:lnTo>
                    <a:pt x="0" y="1388"/>
                  </a:lnTo>
                  <a:lnTo>
                    <a:pt x="17221" y="1388"/>
                  </a:lnTo>
                  <a:lnTo>
                    <a:pt x="172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3550704" y="3778876"/>
              <a:ext cx="63169" cy="93272"/>
            </a:xfrm>
            <a:custGeom>
              <a:rect b="b" l="l" r="r" t="t"/>
              <a:pathLst>
                <a:path extrusionOk="0" h="4626" w="3133">
                  <a:moveTo>
                    <a:pt x="1" y="0"/>
                  </a:moveTo>
                  <a:lnTo>
                    <a:pt x="1744" y="4626"/>
                  </a:lnTo>
                  <a:lnTo>
                    <a:pt x="3132" y="4626"/>
                  </a:lnTo>
                  <a:lnTo>
                    <a:pt x="13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3412974" y="3778876"/>
              <a:ext cx="63149" cy="93272"/>
            </a:xfrm>
            <a:custGeom>
              <a:rect b="b" l="l" r="r" t="t"/>
              <a:pathLst>
                <a:path extrusionOk="0" h="4626" w="3132">
                  <a:moveTo>
                    <a:pt x="1708" y="0"/>
                  </a:moveTo>
                  <a:lnTo>
                    <a:pt x="0" y="4626"/>
                  </a:lnTo>
                  <a:lnTo>
                    <a:pt x="1388" y="4626"/>
                  </a:lnTo>
                  <a:lnTo>
                    <a:pt x="31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3499068" y="3778876"/>
              <a:ext cx="28711" cy="93272"/>
            </a:xfrm>
            <a:custGeom>
              <a:rect b="b" l="l" r="r" t="t"/>
              <a:pathLst>
                <a:path extrusionOk="0" h="4626" w="1424">
                  <a:moveTo>
                    <a:pt x="0" y="0"/>
                  </a:moveTo>
                  <a:lnTo>
                    <a:pt x="0" y="4626"/>
                  </a:lnTo>
                  <a:lnTo>
                    <a:pt x="1423" y="4626"/>
                  </a:lnTo>
                  <a:lnTo>
                    <a:pt x="14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3334784" y="3519868"/>
              <a:ext cx="357279" cy="357300"/>
            </a:xfrm>
            <a:custGeom>
              <a:rect b="b" l="l" r="r" t="t"/>
              <a:pathLst>
                <a:path extrusionOk="0" h="17721" w="17720">
                  <a:moveTo>
                    <a:pt x="6618" y="13095"/>
                  </a:moveTo>
                  <a:lnTo>
                    <a:pt x="5088" y="17187"/>
                  </a:lnTo>
                  <a:lnTo>
                    <a:pt x="4234" y="17187"/>
                  </a:lnTo>
                  <a:lnTo>
                    <a:pt x="5800" y="13095"/>
                  </a:lnTo>
                  <a:close/>
                  <a:moveTo>
                    <a:pt x="9287" y="13095"/>
                  </a:moveTo>
                  <a:lnTo>
                    <a:pt x="9287" y="17187"/>
                  </a:lnTo>
                  <a:lnTo>
                    <a:pt x="8397" y="17187"/>
                  </a:lnTo>
                  <a:lnTo>
                    <a:pt x="8397" y="13095"/>
                  </a:lnTo>
                  <a:close/>
                  <a:moveTo>
                    <a:pt x="11920" y="13095"/>
                  </a:moveTo>
                  <a:lnTo>
                    <a:pt x="13485" y="17187"/>
                  </a:lnTo>
                  <a:lnTo>
                    <a:pt x="12631" y="17187"/>
                  </a:lnTo>
                  <a:lnTo>
                    <a:pt x="11101" y="13095"/>
                  </a:lnTo>
                  <a:close/>
                  <a:moveTo>
                    <a:pt x="3392" y="0"/>
                  </a:moveTo>
                  <a:cubicBezTo>
                    <a:pt x="3139" y="0"/>
                    <a:pt x="3139" y="537"/>
                    <a:pt x="3392" y="537"/>
                  </a:cubicBezTo>
                  <a:cubicBezTo>
                    <a:pt x="3400" y="537"/>
                    <a:pt x="3408" y="536"/>
                    <a:pt x="3416" y="535"/>
                  </a:cubicBezTo>
                  <a:lnTo>
                    <a:pt x="16652" y="535"/>
                  </a:lnTo>
                  <a:lnTo>
                    <a:pt x="16652" y="11210"/>
                  </a:lnTo>
                  <a:lnTo>
                    <a:pt x="15264" y="11210"/>
                  </a:lnTo>
                  <a:cubicBezTo>
                    <a:pt x="14944" y="11245"/>
                    <a:pt x="14944" y="11672"/>
                    <a:pt x="15264" y="11708"/>
                  </a:cubicBezTo>
                  <a:lnTo>
                    <a:pt x="17221" y="11708"/>
                  </a:lnTo>
                  <a:lnTo>
                    <a:pt x="17221" y="12597"/>
                  </a:lnTo>
                  <a:lnTo>
                    <a:pt x="498" y="12597"/>
                  </a:lnTo>
                  <a:lnTo>
                    <a:pt x="498" y="11708"/>
                  </a:lnTo>
                  <a:lnTo>
                    <a:pt x="14055" y="11708"/>
                  </a:lnTo>
                  <a:cubicBezTo>
                    <a:pt x="14375" y="11672"/>
                    <a:pt x="14375" y="11245"/>
                    <a:pt x="14055" y="11210"/>
                  </a:cubicBezTo>
                  <a:lnTo>
                    <a:pt x="1068" y="11210"/>
                  </a:lnTo>
                  <a:lnTo>
                    <a:pt x="1068" y="535"/>
                  </a:lnTo>
                  <a:lnTo>
                    <a:pt x="2206" y="535"/>
                  </a:lnTo>
                  <a:cubicBezTo>
                    <a:pt x="2526" y="464"/>
                    <a:pt x="2526" y="37"/>
                    <a:pt x="2206" y="2"/>
                  </a:cubicBezTo>
                  <a:lnTo>
                    <a:pt x="819" y="2"/>
                  </a:lnTo>
                  <a:cubicBezTo>
                    <a:pt x="676" y="2"/>
                    <a:pt x="569" y="108"/>
                    <a:pt x="569" y="251"/>
                  </a:cubicBezTo>
                  <a:lnTo>
                    <a:pt x="569" y="11174"/>
                  </a:lnTo>
                  <a:lnTo>
                    <a:pt x="249" y="11174"/>
                  </a:lnTo>
                  <a:cubicBezTo>
                    <a:pt x="107" y="11174"/>
                    <a:pt x="0" y="11316"/>
                    <a:pt x="0" y="11459"/>
                  </a:cubicBezTo>
                  <a:lnTo>
                    <a:pt x="0" y="12846"/>
                  </a:lnTo>
                  <a:cubicBezTo>
                    <a:pt x="0" y="12989"/>
                    <a:pt x="107" y="13095"/>
                    <a:pt x="249" y="13095"/>
                  </a:cubicBezTo>
                  <a:lnTo>
                    <a:pt x="5231" y="13095"/>
                  </a:lnTo>
                  <a:lnTo>
                    <a:pt x="3629" y="17365"/>
                  </a:lnTo>
                  <a:cubicBezTo>
                    <a:pt x="3558" y="17543"/>
                    <a:pt x="3665" y="17721"/>
                    <a:pt x="3843" y="17721"/>
                  </a:cubicBezTo>
                  <a:lnTo>
                    <a:pt x="5266" y="17721"/>
                  </a:lnTo>
                  <a:cubicBezTo>
                    <a:pt x="5373" y="17721"/>
                    <a:pt x="5444" y="17650"/>
                    <a:pt x="5480" y="17543"/>
                  </a:cubicBezTo>
                  <a:lnTo>
                    <a:pt x="7187" y="13095"/>
                  </a:lnTo>
                  <a:lnTo>
                    <a:pt x="7899" y="13095"/>
                  </a:lnTo>
                  <a:lnTo>
                    <a:pt x="7899" y="17472"/>
                  </a:lnTo>
                  <a:cubicBezTo>
                    <a:pt x="7899" y="17614"/>
                    <a:pt x="8006" y="17721"/>
                    <a:pt x="8148" y="17721"/>
                  </a:cubicBezTo>
                  <a:lnTo>
                    <a:pt x="9571" y="17721"/>
                  </a:lnTo>
                  <a:cubicBezTo>
                    <a:pt x="9714" y="17721"/>
                    <a:pt x="9820" y="17614"/>
                    <a:pt x="9820" y="17472"/>
                  </a:cubicBezTo>
                  <a:lnTo>
                    <a:pt x="9820" y="13095"/>
                  </a:lnTo>
                  <a:lnTo>
                    <a:pt x="10532" y="13095"/>
                  </a:lnTo>
                  <a:lnTo>
                    <a:pt x="12204" y="17543"/>
                  </a:lnTo>
                  <a:cubicBezTo>
                    <a:pt x="12276" y="17650"/>
                    <a:pt x="12347" y="17721"/>
                    <a:pt x="12453" y="17721"/>
                  </a:cubicBezTo>
                  <a:lnTo>
                    <a:pt x="13877" y="17721"/>
                  </a:lnTo>
                  <a:cubicBezTo>
                    <a:pt x="14019" y="17721"/>
                    <a:pt x="14126" y="17614"/>
                    <a:pt x="14126" y="17472"/>
                  </a:cubicBezTo>
                  <a:cubicBezTo>
                    <a:pt x="14126" y="17436"/>
                    <a:pt x="14090" y="17401"/>
                    <a:pt x="14090" y="17365"/>
                  </a:cubicBezTo>
                  <a:lnTo>
                    <a:pt x="12489" y="13131"/>
                  </a:lnTo>
                  <a:lnTo>
                    <a:pt x="17470" y="13131"/>
                  </a:lnTo>
                  <a:cubicBezTo>
                    <a:pt x="17613" y="13131"/>
                    <a:pt x="17719" y="12989"/>
                    <a:pt x="17719" y="12846"/>
                  </a:cubicBezTo>
                  <a:lnTo>
                    <a:pt x="17719" y="11459"/>
                  </a:lnTo>
                  <a:cubicBezTo>
                    <a:pt x="17719" y="11316"/>
                    <a:pt x="17613" y="11210"/>
                    <a:pt x="17470" y="11210"/>
                  </a:cubicBezTo>
                  <a:lnTo>
                    <a:pt x="17470" y="11174"/>
                  </a:lnTo>
                  <a:lnTo>
                    <a:pt x="17150" y="11174"/>
                  </a:lnTo>
                  <a:lnTo>
                    <a:pt x="17150" y="251"/>
                  </a:lnTo>
                  <a:cubicBezTo>
                    <a:pt x="17150" y="108"/>
                    <a:pt x="17043" y="2"/>
                    <a:pt x="16901" y="2"/>
                  </a:cubicBezTo>
                  <a:lnTo>
                    <a:pt x="3416" y="2"/>
                  </a:lnTo>
                  <a:cubicBezTo>
                    <a:pt x="3408" y="1"/>
                    <a:pt x="3400" y="0"/>
                    <a:pt x="33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3426927" y="3600035"/>
              <a:ext cx="35970" cy="41111"/>
            </a:xfrm>
            <a:custGeom>
              <a:rect b="b" l="l" r="r" t="t"/>
              <a:pathLst>
                <a:path extrusionOk="0" h="2039" w="1784">
                  <a:moveTo>
                    <a:pt x="370" y="0"/>
                  </a:moveTo>
                  <a:cubicBezTo>
                    <a:pt x="180" y="0"/>
                    <a:pt x="0" y="210"/>
                    <a:pt x="127" y="438"/>
                  </a:cubicBezTo>
                  <a:lnTo>
                    <a:pt x="554" y="1043"/>
                  </a:lnTo>
                  <a:lnTo>
                    <a:pt x="127" y="1612"/>
                  </a:lnTo>
                  <a:cubicBezTo>
                    <a:pt x="56" y="1754"/>
                    <a:pt x="91" y="1897"/>
                    <a:pt x="198" y="2003"/>
                  </a:cubicBezTo>
                  <a:lnTo>
                    <a:pt x="234" y="2003"/>
                  </a:lnTo>
                  <a:cubicBezTo>
                    <a:pt x="269" y="2003"/>
                    <a:pt x="340" y="2039"/>
                    <a:pt x="376" y="2039"/>
                  </a:cubicBezTo>
                  <a:cubicBezTo>
                    <a:pt x="483" y="2039"/>
                    <a:pt x="554" y="2003"/>
                    <a:pt x="589" y="1932"/>
                  </a:cubicBezTo>
                  <a:lnTo>
                    <a:pt x="910" y="1470"/>
                  </a:lnTo>
                  <a:lnTo>
                    <a:pt x="1230" y="1932"/>
                  </a:lnTo>
                  <a:cubicBezTo>
                    <a:pt x="1265" y="2003"/>
                    <a:pt x="1337" y="2039"/>
                    <a:pt x="1443" y="2039"/>
                  </a:cubicBezTo>
                  <a:cubicBezTo>
                    <a:pt x="1479" y="2039"/>
                    <a:pt x="1550" y="2003"/>
                    <a:pt x="1586" y="2003"/>
                  </a:cubicBezTo>
                  <a:cubicBezTo>
                    <a:pt x="1692" y="1897"/>
                    <a:pt x="1728" y="1754"/>
                    <a:pt x="1657" y="1612"/>
                  </a:cubicBezTo>
                  <a:lnTo>
                    <a:pt x="1230" y="1043"/>
                  </a:lnTo>
                  <a:lnTo>
                    <a:pt x="1657" y="438"/>
                  </a:lnTo>
                  <a:cubicBezTo>
                    <a:pt x="1783" y="210"/>
                    <a:pt x="1604" y="0"/>
                    <a:pt x="1413" y="0"/>
                  </a:cubicBezTo>
                  <a:cubicBezTo>
                    <a:pt x="1336" y="0"/>
                    <a:pt x="1256" y="35"/>
                    <a:pt x="1194" y="118"/>
                  </a:cubicBezTo>
                  <a:lnTo>
                    <a:pt x="910" y="580"/>
                  </a:lnTo>
                  <a:lnTo>
                    <a:pt x="589" y="118"/>
                  </a:lnTo>
                  <a:cubicBezTo>
                    <a:pt x="528" y="35"/>
                    <a:pt x="448"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3496185" y="3600035"/>
              <a:ext cx="34659" cy="41111"/>
            </a:xfrm>
            <a:custGeom>
              <a:rect b="b" l="l" r="r" t="t"/>
              <a:pathLst>
                <a:path extrusionOk="0" h="2039" w="1719">
                  <a:moveTo>
                    <a:pt x="1342" y="0"/>
                  </a:moveTo>
                  <a:cubicBezTo>
                    <a:pt x="1266" y="0"/>
                    <a:pt x="1191" y="35"/>
                    <a:pt x="1139" y="118"/>
                  </a:cubicBezTo>
                  <a:lnTo>
                    <a:pt x="819" y="580"/>
                  </a:lnTo>
                  <a:lnTo>
                    <a:pt x="499" y="118"/>
                  </a:lnTo>
                  <a:cubicBezTo>
                    <a:pt x="458" y="55"/>
                    <a:pt x="380" y="17"/>
                    <a:pt x="302" y="17"/>
                  </a:cubicBezTo>
                  <a:cubicBezTo>
                    <a:pt x="245" y="17"/>
                    <a:pt x="188" y="37"/>
                    <a:pt x="143" y="82"/>
                  </a:cubicBezTo>
                  <a:cubicBezTo>
                    <a:pt x="36" y="153"/>
                    <a:pt x="1" y="295"/>
                    <a:pt x="72" y="438"/>
                  </a:cubicBezTo>
                  <a:lnTo>
                    <a:pt x="499" y="1043"/>
                  </a:lnTo>
                  <a:lnTo>
                    <a:pt x="72" y="1612"/>
                  </a:lnTo>
                  <a:cubicBezTo>
                    <a:pt x="1" y="1754"/>
                    <a:pt x="36" y="1897"/>
                    <a:pt x="143" y="2003"/>
                  </a:cubicBezTo>
                  <a:cubicBezTo>
                    <a:pt x="214" y="2003"/>
                    <a:pt x="250" y="2039"/>
                    <a:pt x="321" y="2039"/>
                  </a:cubicBezTo>
                  <a:cubicBezTo>
                    <a:pt x="392" y="2039"/>
                    <a:pt x="463" y="2003"/>
                    <a:pt x="535" y="1932"/>
                  </a:cubicBezTo>
                  <a:lnTo>
                    <a:pt x="1566" y="438"/>
                  </a:lnTo>
                  <a:cubicBezTo>
                    <a:pt x="1718" y="210"/>
                    <a:pt x="1528" y="0"/>
                    <a:pt x="1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3461747" y="3604551"/>
              <a:ext cx="35184" cy="31393"/>
            </a:xfrm>
            <a:custGeom>
              <a:rect b="b" l="l" r="r" t="t"/>
              <a:pathLst>
                <a:path extrusionOk="0" h="1557" w="1745">
                  <a:moveTo>
                    <a:pt x="855" y="0"/>
                  </a:moveTo>
                  <a:lnTo>
                    <a:pt x="855" y="36"/>
                  </a:lnTo>
                  <a:cubicBezTo>
                    <a:pt x="840" y="32"/>
                    <a:pt x="825" y="30"/>
                    <a:pt x="811" y="30"/>
                  </a:cubicBezTo>
                  <a:cubicBezTo>
                    <a:pt x="691" y="30"/>
                    <a:pt x="606" y="158"/>
                    <a:pt x="606" y="285"/>
                  </a:cubicBezTo>
                  <a:lnTo>
                    <a:pt x="606" y="534"/>
                  </a:lnTo>
                  <a:lnTo>
                    <a:pt x="321" y="534"/>
                  </a:lnTo>
                  <a:cubicBezTo>
                    <a:pt x="1" y="534"/>
                    <a:pt x="1" y="1068"/>
                    <a:pt x="321" y="1068"/>
                  </a:cubicBezTo>
                  <a:lnTo>
                    <a:pt x="606" y="1068"/>
                  </a:lnTo>
                  <a:lnTo>
                    <a:pt x="606" y="1317"/>
                  </a:lnTo>
                  <a:cubicBezTo>
                    <a:pt x="624" y="1477"/>
                    <a:pt x="739" y="1557"/>
                    <a:pt x="859" y="1557"/>
                  </a:cubicBezTo>
                  <a:cubicBezTo>
                    <a:pt x="979" y="1557"/>
                    <a:pt x="1104" y="1477"/>
                    <a:pt x="1140" y="1317"/>
                  </a:cubicBezTo>
                  <a:lnTo>
                    <a:pt x="1140" y="1068"/>
                  </a:lnTo>
                  <a:lnTo>
                    <a:pt x="1389" y="1068"/>
                  </a:lnTo>
                  <a:cubicBezTo>
                    <a:pt x="1744" y="1068"/>
                    <a:pt x="1744" y="534"/>
                    <a:pt x="1389" y="534"/>
                  </a:cubicBezTo>
                  <a:lnTo>
                    <a:pt x="1140" y="534"/>
                  </a:lnTo>
                  <a:lnTo>
                    <a:pt x="1140" y="285"/>
                  </a:lnTo>
                  <a:cubicBezTo>
                    <a:pt x="1140" y="107"/>
                    <a:pt x="997" y="0"/>
                    <a:pt x="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3560039" y="3624633"/>
              <a:ext cx="24417" cy="10787"/>
            </a:xfrm>
            <a:custGeom>
              <a:rect b="b" l="l" r="r" t="t"/>
              <a:pathLst>
                <a:path extrusionOk="0" h="535" w="1211">
                  <a:moveTo>
                    <a:pt x="250" y="1"/>
                  </a:moveTo>
                  <a:cubicBezTo>
                    <a:pt x="107" y="1"/>
                    <a:pt x="1" y="107"/>
                    <a:pt x="1" y="250"/>
                  </a:cubicBezTo>
                  <a:cubicBezTo>
                    <a:pt x="1" y="392"/>
                    <a:pt x="107" y="534"/>
                    <a:pt x="250" y="534"/>
                  </a:cubicBezTo>
                  <a:lnTo>
                    <a:pt x="961" y="534"/>
                  </a:lnTo>
                  <a:cubicBezTo>
                    <a:pt x="1104" y="534"/>
                    <a:pt x="1210" y="392"/>
                    <a:pt x="1210" y="250"/>
                  </a:cubicBezTo>
                  <a:cubicBezTo>
                    <a:pt x="1210" y="107"/>
                    <a:pt x="1104" y="1"/>
                    <a:pt x="9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3560039" y="3605982"/>
              <a:ext cx="24417" cy="10787"/>
            </a:xfrm>
            <a:custGeom>
              <a:rect b="b" l="l" r="r" t="t"/>
              <a:pathLst>
                <a:path extrusionOk="0" h="535" w="1211">
                  <a:moveTo>
                    <a:pt x="250" y="0"/>
                  </a:moveTo>
                  <a:cubicBezTo>
                    <a:pt x="107" y="0"/>
                    <a:pt x="1" y="143"/>
                    <a:pt x="1" y="285"/>
                  </a:cubicBezTo>
                  <a:cubicBezTo>
                    <a:pt x="1" y="427"/>
                    <a:pt x="107" y="534"/>
                    <a:pt x="250" y="534"/>
                  </a:cubicBezTo>
                  <a:lnTo>
                    <a:pt x="961" y="534"/>
                  </a:lnTo>
                  <a:cubicBezTo>
                    <a:pt x="1104" y="534"/>
                    <a:pt x="1210" y="427"/>
                    <a:pt x="1210" y="285"/>
                  </a:cubicBezTo>
                  <a:cubicBezTo>
                    <a:pt x="1210" y="143"/>
                    <a:pt x="1104" y="0"/>
                    <a:pt x="9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3399344" y="3591445"/>
              <a:ext cx="25122" cy="58310"/>
            </a:xfrm>
            <a:custGeom>
              <a:rect b="b" l="l" r="r" t="t"/>
              <a:pathLst>
                <a:path extrusionOk="0" h="2892" w="1246">
                  <a:moveTo>
                    <a:pt x="948" y="1"/>
                  </a:moveTo>
                  <a:cubicBezTo>
                    <a:pt x="881" y="1"/>
                    <a:pt x="819" y="28"/>
                    <a:pt x="783" y="81"/>
                  </a:cubicBezTo>
                  <a:cubicBezTo>
                    <a:pt x="0" y="828"/>
                    <a:pt x="0" y="2073"/>
                    <a:pt x="783" y="2821"/>
                  </a:cubicBezTo>
                  <a:cubicBezTo>
                    <a:pt x="819" y="2856"/>
                    <a:pt x="890" y="2892"/>
                    <a:pt x="961" y="2892"/>
                  </a:cubicBezTo>
                  <a:cubicBezTo>
                    <a:pt x="1032" y="2892"/>
                    <a:pt x="1103" y="2856"/>
                    <a:pt x="1139" y="2821"/>
                  </a:cubicBezTo>
                  <a:cubicBezTo>
                    <a:pt x="1246" y="2714"/>
                    <a:pt x="1246" y="2572"/>
                    <a:pt x="1139" y="2465"/>
                  </a:cubicBezTo>
                  <a:cubicBezTo>
                    <a:pt x="570" y="1896"/>
                    <a:pt x="570" y="1006"/>
                    <a:pt x="1139" y="437"/>
                  </a:cubicBezTo>
                  <a:cubicBezTo>
                    <a:pt x="1246" y="330"/>
                    <a:pt x="1246" y="188"/>
                    <a:pt x="1139" y="81"/>
                  </a:cubicBezTo>
                  <a:cubicBezTo>
                    <a:pt x="1086" y="28"/>
                    <a:pt x="1014" y="1"/>
                    <a:pt x="9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3532054" y="3591445"/>
              <a:ext cx="24417" cy="58310"/>
            </a:xfrm>
            <a:custGeom>
              <a:rect b="b" l="l" r="r" t="t"/>
              <a:pathLst>
                <a:path extrusionOk="0" h="2892" w="1211">
                  <a:moveTo>
                    <a:pt x="272" y="1"/>
                  </a:moveTo>
                  <a:cubicBezTo>
                    <a:pt x="205" y="1"/>
                    <a:pt x="143" y="28"/>
                    <a:pt x="108" y="81"/>
                  </a:cubicBezTo>
                  <a:cubicBezTo>
                    <a:pt x="1" y="188"/>
                    <a:pt x="1" y="330"/>
                    <a:pt x="108" y="437"/>
                  </a:cubicBezTo>
                  <a:cubicBezTo>
                    <a:pt x="641" y="1006"/>
                    <a:pt x="641" y="1896"/>
                    <a:pt x="108" y="2465"/>
                  </a:cubicBezTo>
                  <a:cubicBezTo>
                    <a:pt x="1" y="2572"/>
                    <a:pt x="1" y="2714"/>
                    <a:pt x="108" y="2821"/>
                  </a:cubicBezTo>
                  <a:cubicBezTo>
                    <a:pt x="143" y="2856"/>
                    <a:pt x="214" y="2892"/>
                    <a:pt x="286" y="2892"/>
                  </a:cubicBezTo>
                  <a:cubicBezTo>
                    <a:pt x="357" y="2892"/>
                    <a:pt x="428" y="2856"/>
                    <a:pt x="463" y="2821"/>
                  </a:cubicBezTo>
                  <a:cubicBezTo>
                    <a:pt x="1211" y="2073"/>
                    <a:pt x="1211" y="828"/>
                    <a:pt x="463" y="81"/>
                  </a:cubicBezTo>
                  <a:cubicBezTo>
                    <a:pt x="410" y="28"/>
                    <a:pt x="339"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3591614" y="3600962"/>
              <a:ext cx="31574" cy="40184"/>
            </a:xfrm>
            <a:custGeom>
              <a:rect b="b" l="l" r="r" t="t"/>
              <a:pathLst>
                <a:path extrusionOk="0" h="1993" w="1566">
                  <a:moveTo>
                    <a:pt x="783" y="498"/>
                  </a:moveTo>
                  <a:cubicBezTo>
                    <a:pt x="925" y="498"/>
                    <a:pt x="1032" y="605"/>
                    <a:pt x="1032" y="783"/>
                  </a:cubicBezTo>
                  <a:lnTo>
                    <a:pt x="1032" y="1210"/>
                  </a:lnTo>
                  <a:cubicBezTo>
                    <a:pt x="1032" y="1352"/>
                    <a:pt x="925" y="1459"/>
                    <a:pt x="783" y="1459"/>
                  </a:cubicBezTo>
                  <a:cubicBezTo>
                    <a:pt x="641" y="1459"/>
                    <a:pt x="534" y="1352"/>
                    <a:pt x="534" y="1210"/>
                  </a:cubicBezTo>
                  <a:lnTo>
                    <a:pt x="534" y="783"/>
                  </a:lnTo>
                  <a:cubicBezTo>
                    <a:pt x="534" y="605"/>
                    <a:pt x="641" y="498"/>
                    <a:pt x="783" y="498"/>
                  </a:cubicBezTo>
                  <a:close/>
                  <a:moveTo>
                    <a:pt x="783" y="0"/>
                  </a:moveTo>
                  <a:cubicBezTo>
                    <a:pt x="356" y="0"/>
                    <a:pt x="0" y="321"/>
                    <a:pt x="0" y="783"/>
                  </a:cubicBezTo>
                  <a:lnTo>
                    <a:pt x="0" y="1210"/>
                  </a:lnTo>
                  <a:cubicBezTo>
                    <a:pt x="0" y="1637"/>
                    <a:pt x="356" y="1993"/>
                    <a:pt x="783" y="1993"/>
                  </a:cubicBezTo>
                  <a:cubicBezTo>
                    <a:pt x="1210" y="1993"/>
                    <a:pt x="1566" y="1637"/>
                    <a:pt x="1566" y="1210"/>
                  </a:cubicBezTo>
                  <a:lnTo>
                    <a:pt x="1566" y="783"/>
                  </a:lnTo>
                  <a:cubicBezTo>
                    <a:pt x="1566" y="321"/>
                    <a:pt x="1210" y="0"/>
                    <a:pt x="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3406522" y="3662841"/>
              <a:ext cx="214509" cy="21534"/>
            </a:xfrm>
            <a:custGeom>
              <a:rect b="b" l="l" r="r" t="t"/>
              <a:pathLst>
                <a:path extrusionOk="0" h="1068" w="10639">
                  <a:moveTo>
                    <a:pt x="5280" y="0"/>
                  </a:moveTo>
                  <a:cubicBezTo>
                    <a:pt x="3585" y="0"/>
                    <a:pt x="1886" y="187"/>
                    <a:pt x="214" y="561"/>
                  </a:cubicBezTo>
                  <a:cubicBezTo>
                    <a:pt x="107" y="596"/>
                    <a:pt x="0" y="738"/>
                    <a:pt x="71" y="881"/>
                  </a:cubicBezTo>
                  <a:cubicBezTo>
                    <a:pt x="101" y="999"/>
                    <a:pt x="204" y="1068"/>
                    <a:pt x="319" y="1068"/>
                  </a:cubicBezTo>
                  <a:cubicBezTo>
                    <a:pt x="343" y="1068"/>
                    <a:pt x="367" y="1065"/>
                    <a:pt x="392" y="1059"/>
                  </a:cubicBezTo>
                  <a:cubicBezTo>
                    <a:pt x="2011" y="703"/>
                    <a:pt x="3656" y="525"/>
                    <a:pt x="5297" y="525"/>
                  </a:cubicBezTo>
                  <a:cubicBezTo>
                    <a:pt x="6939" y="525"/>
                    <a:pt x="8575" y="703"/>
                    <a:pt x="10176" y="1059"/>
                  </a:cubicBezTo>
                  <a:lnTo>
                    <a:pt x="10248" y="1059"/>
                  </a:lnTo>
                  <a:cubicBezTo>
                    <a:pt x="10568" y="1059"/>
                    <a:pt x="10639" y="632"/>
                    <a:pt x="10319" y="561"/>
                  </a:cubicBezTo>
                  <a:cubicBezTo>
                    <a:pt x="8664" y="187"/>
                    <a:pt x="6974" y="0"/>
                    <a:pt x="52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6" name="Google Shape;2286;p64"/>
          <p:cNvSpPr/>
          <p:nvPr/>
        </p:nvSpPr>
        <p:spPr>
          <a:xfrm>
            <a:off x="2987850" y="2924713"/>
            <a:ext cx="160500" cy="160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2007275" y="2924688"/>
            <a:ext cx="160500" cy="160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5002325" y="2924725"/>
            <a:ext cx="160500" cy="160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4021750" y="2924700"/>
            <a:ext cx="160500" cy="160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6954000" y="2924725"/>
            <a:ext cx="160500" cy="160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5973425" y="2924700"/>
            <a:ext cx="160500" cy="160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2" name="Google Shape;2292;p64"/>
          <p:cNvCxnSpPr>
            <a:stCxn id="2287" idx="6"/>
            <a:endCxn id="2286" idx="2"/>
          </p:cNvCxnSpPr>
          <p:nvPr/>
        </p:nvCxnSpPr>
        <p:spPr>
          <a:xfrm>
            <a:off x="2167775" y="3004938"/>
            <a:ext cx="820200" cy="0"/>
          </a:xfrm>
          <a:prstGeom prst="straightConnector1">
            <a:avLst/>
          </a:prstGeom>
          <a:noFill/>
          <a:ln cap="flat" cmpd="sng" w="19050">
            <a:solidFill>
              <a:schemeClr val="dk2"/>
            </a:solidFill>
            <a:prstDash val="solid"/>
            <a:round/>
            <a:headEnd len="med" w="med" type="oval"/>
            <a:tailEnd len="med" w="med" type="oval"/>
          </a:ln>
        </p:spPr>
      </p:cxnSp>
      <p:cxnSp>
        <p:nvCxnSpPr>
          <p:cNvPr id="2293" name="Google Shape;2293;p64"/>
          <p:cNvCxnSpPr>
            <a:stCxn id="2289" idx="6"/>
            <a:endCxn id="2288" idx="2"/>
          </p:cNvCxnSpPr>
          <p:nvPr/>
        </p:nvCxnSpPr>
        <p:spPr>
          <a:xfrm>
            <a:off x="4182250" y="3004950"/>
            <a:ext cx="820200" cy="0"/>
          </a:xfrm>
          <a:prstGeom prst="straightConnector1">
            <a:avLst/>
          </a:prstGeom>
          <a:noFill/>
          <a:ln cap="flat" cmpd="sng" w="19050">
            <a:solidFill>
              <a:schemeClr val="dk2"/>
            </a:solidFill>
            <a:prstDash val="solid"/>
            <a:round/>
            <a:headEnd len="med" w="med" type="oval"/>
            <a:tailEnd len="med" w="med" type="oval"/>
          </a:ln>
        </p:spPr>
      </p:cxnSp>
      <p:cxnSp>
        <p:nvCxnSpPr>
          <p:cNvPr id="2294" name="Google Shape;2294;p64"/>
          <p:cNvCxnSpPr>
            <a:stCxn id="2291" idx="6"/>
            <a:endCxn id="2290" idx="2"/>
          </p:cNvCxnSpPr>
          <p:nvPr/>
        </p:nvCxnSpPr>
        <p:spPr>
          <a:xfrm>
            <a:off x="6133925" y="3004950"/>
            <a:ext cx="820200" cy="0"/>
          </a:xfrm>
          <a:prstGeom prst="straightConnector1">
            <a:avLst/>
          </a:prstGeom>
          <a:noFill/>
          <a:ln cap="flat" cmpd="sng" w="19050">
            <a:solidFill>
              <a:schemeClr val="dk2"/>
            </a:solidFill>
            <a:prstDash val="solid"/>
            <a:round/>
            <a:headEnd len="med" w="med" type="oval"/>
            <a:tailEnd len="med" w="med" type="oval"/>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8" name="Shape 2298"/>
        <p:cNvGrpSpPr/>
        <p:nvPr/>
      </p:nvGrpSpPr>
      <p:grpSpPr>
        <a:xfrm>
          <a:off x="0" y="0"/>
          <a:ext cx="0" cy="0"/>
          <a:chOff x="0" y="0"/>
          <a:chExt cx="0" cy="0"/>
        </a:xfrm>
      </p:grpSpPr>
      <p:sp>
        <p:nvSpPr>
          <p:cNvPr id="2299" name="Google Shape;2299;p65"/>
          <p:cNvSpPr/>
          <p:nvPr/>
        </p:nvSpPr>
        <p:spPr>
          <a:xfrm>
            <a:off x="6605950" y="1676075"/>
            <a:ext cx="1232100" cy="12321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5"/>
          <p:cNvSpPr txBox="1"/>
          <p:nvPr>
            <p:ph type="title"/>
          </p:nvPr>
        </p:nvSpPr>
        <p:spPr>
          <a:xfrm>
            <a:off x="3386075" y="3116600"/>
            <a:ext cx="4580700" cy="596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EXERCISES</a:t>
            </a:r>
            <a:endParaRPr/>
          </a:p>
        </p:txBody>
      </p:sp>
      <p:sp>
        <p:nvSpPr>
          <p:cNvPr id="2301" name="Google Shape;2301;p65"/>
          <p:cNvSpPr txBox="1"/>
          <p:nvPr>
            <p:ph idx="2" type="title"/>
          </p:nvPr>
        </p:nvSpPr>
        <p:spPr>
          <a:xfrm>
            <a:off x="6705850" y="1871225"/>
            <a:ext cx="1032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302" name="Google Shape;2302;p65"/>
          <p:cNvSpPr txBox="1"/>
          <p:nvPr>
            <p:ph idx="1" type="subTitle"/>
          </p:nvPr>
        </p:nvSpPr>
        <p:spPr>
          <a:xfrm>
            <a:off x="3606600" y="3733800"/>
            <a:ext cx="4360200" cy="41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grpSp>
        <p:nvGrpSpPr>
          <p:cNvPr id="2303" name="Google Shape;2303;p65"/>
          <p:cNvGrpSpPr/>
          <p:nvPr/>
        </p:nvGrpSpPr>
        <p:grpSpPr>
          <a:xfrm rot="6094641">
            <a:off x="1314422" y="3221341"/>
            <a:ext cx="834814" cy="1295885"/>
            <a:chOff x="1808738" y="1647900"/>
            <a:chExt cx="834775" cy="1295825"/>
          </a:xfrm>
        </p:grpSpPr>
        <p:sp>
          <p:nvSpPr>
            <p:cNvPr id="2304" name="Google Shape;2304;p65"/>
            <p:cNvSpPr/>
            <p:nvPr/>
          </p:nvSpPr>
          <p:spPr>
            <a:xfrm>
              <a:off x="1808738" y="1647900"/>
              <a:ext cx="834775" cy="1295825"/>
            </a:xfrm>
            <a:custGeom>
              <a:rect b="b" l="l" r="r" t="t"/>
              <a:pathLst>
                <a:path extrusionOk="0" h="51833" w="33391">
                  <a:moveTo>
                    <a:pt x="27682" y="3288"/>
                  </a:moveTo>
                  <a:cubicBezTo>
                    <a:pt x="27729" y="3288"/>
                    <a:pt x="27775" y="3290"/>
                    <a:pt x="27822" y="3296"/>
                  </a:cubicBezTo>
                  <a:cubicBezTo>
                    <a:pt x="27828" y="3295"/>
                    <a:pt x="27835" y="3295"/>
                    <a:pt x="27841" y="3295"/>
                  </a:cubicBezTo>
                  <a:cubicBezTo>
                    <a:pt x="28025" y="3295"/>
                    <a:pt x="28206" y="3341"/>
                    <a:pt x="28367" y="3431"/>
                  </a:cubicBezTo>
                  <a:cubicBezTo>
                    <a:pt x="28435" y="3464"/>
                    <a:pt x="28498" y="3503"/>
                    <a:pt x="28559" y="3547"/>
                  </a:cubicBezTo>
                  <a:cubicBezTo>
                    <a:pt x="28802" y="3724"/>
                    <a:pt x="28975" y="3972"/>
                    <a:pt x="29082" y="4257"/>
                  </a:cubicBezTo>
                  <a:cubicBezTo>
                    <a:pt x="29161" y="4490"/>
                    <a:pt x="29176" y="4742"/>
                    <a:pt x="29128" y="4983"/>
                  </a:cubicBezTo>
                  <a:cubicBezTo>
                    <a:pt x="29086" y="5104"/>
                    <a:pt x="29047" y="5224"/>
                    <a:pt x="29004" y="5345"/>
                  </a:cubicBezTo>
                  <a:cubicBezTo>
                    <a:pt x="28926" y="5520"/>
                    <a:pt x="28804" y="5670"/>
                    <a:pt x="28649" y="5782"/>
                  </a:cubicBezTo>
                  <a:cubicBezTo>
                    <a:pt x="28373" y="6003"/>
                    <a:pt x="28033" y="6119"/>
                    <a:pt x="27688" y="6119"/>
                  </a:cubicBezTo>
                  <a:cubicBezTo>
                    <a:pt x="27552" y="6119"/>
                    <a:pt x="27414" y="6101"/>
                    <a:pt x="27279" y="6064"/>
                  </a:cubicBezTo>
                  <a:cubicBezTo>
                    <a:pt x="27213" y="6043"/>
                    <a:pt x="27150" y="6015"/>
                    <a:pt x="27089" y="5982"/>
                  </a:cubicBezTo>
                  <a:cubicBezTo>
                    <a:pt x="26744" y="5809"/>
                    <a:pt x="26510" y="5512"/>
                    <a:pt x="26375" y="5156"/>
                  </a:cubicBezTo>
                  <a:cubicBezTo>
                    <a:pt x="26297" y="4922"/>
                    <a:pt x="26280" y="4672"/>
                    <a:pt x="26329" y="4431"/>
                  </a:cubicBezTo>
                  <a:cubicBezTo>
                    <a:pt x="26372" y="4308"/>
                    <a:pt x="26411" y="4189"/>
                    <a:pt x="26453" y="4069"/>
                  </a:cubicBezTo>
                  <a:cubicBezTo>
                    <a:pt x="26532" y="3894"/>
                    <a:pt x="26654" y="3742"/>
                    <a:pt x="26809" y="3632"/>
                  </a:cubicBezTo>
                  <a:cubicBezTo>
                    <a:pt x="27048" y="3411"/>
                    <a:pt x="27360" y="3288"/>
                    <a:pt x="27682" y="3288"/>
                  </a:cubicBezTo>
                  <a:close/>
                  <a:moveTo>
                    <a:pt x="23559" y="0"/>
                  </a:moveTo>
                  <a:lnTo>
                    <a:pt x="21427" y="4281"/>
                  </a:lnTo>
                  <a:lnTo>
                    <a:pt x="21083" y="4975"/>
                  </a:lnTo>
                  <a:lnTo>
                    <a:pt x="20279" y="6589"/>
                  </a:lnTo>
                  <a:lnTo>
                    <a:pt x="19916" y="7318"/>
                  </a:lnTo>
                  <a:lnTo>
                    <a:pt x="19228" y="8698"/>
                  </a:lnTo>
                  <a:lnTo>
                    <a:pt x="18942" y="9272"/>
                  </a:lnTo>
                  <a:lnTo>
                    <a:pt x="18193" y="10778"/>
                  </a:lnTo>
                  <a:lnTo>
                    <a:pt x="17895" y="11375"/>
                  </a:lnTo>
                  <a:lnTo>
                    <a:pt x="16804" y="13567"/>
                  </a:lnTo>
                  <a:lnTo>
                    <a:pt x="16507" y="14165"/>
                  </a:lnTo>
                  <a:lnTo>
                    <a:pt x="15450" y="16289"/>
                  </a:lnTo>
                  <a:lnTo>
                    <a:pt x="15086" y="17022"/>
                  </a:lnTo>
                  <a:lnTo>
                    <a:pt x="14398" y="18400"/>
                  </a:lnTo>
                  <a:lnTo>
                    <a:pt x="14111" y="18979"/>
                  </a:lnTo>
                  <a:lnTo>
                    <a:pt x="13363" y="20480"/>
                  </a:lnTo>
                  <a:lnTo>
                    <a:pt x="13065" y="21078"/>
                  </a:lnTo>
                  <a:lnTo>
                    <a:pt x="11976" y="23269"/>
                  </a:lnTo>
                  <a:lnTo>
                    <a:pt x="11679" y="23867"/>
                  </a:lnTo>
                  <a:lnTo>
                    <a:pt x="10620" y="25993"/>
                  </a:lnTo>
                  <a:lnTo>
                    <a:pt x="10255" y="26727"/>
                  </a:lnTo>
                  <a:lnTo>
                    <a:pt x="9570" y="28102"/>
                  </a:lnTo>
                  <a:lnTo>
                    <a:pt x="9281" y="28685"/>
                  </a:lnTo>
                  <a:lnTo>
                    <a:pt x="8535" y="30182"/>
                  </a:lnTo>
                  <a:lnTo>
                    <a:pt x="8236" y="30782"/>
                  </a:lnTo>
                  <a:lnTo>
                    <a:pt x="7146" y="32971"/>
                  </a:lnTo>
                  <a:lnTo>
                    <a:pt x="6849" y="33571"/>
                  </a:lnTo>
                  <a:lnTo>
                    <a:pt x="5790" y="35695"/>
                  </a:lnTo>
                  <a:lnTo>
                    <a:pt x="5425" y="36429"/>
                  </a:lnTo>
                  <a:lnTo>
                    <a:pt x="4742" y="37802"/>
                  </a:lnTo>
                  <a:lnTo>
                    <a:pt x="4449" y="38388"/>
                  </a:lnTo>
                  <a:lnTo>
                    <a:pt x="3707" y="39882"/>
                  </a:lnTo>
                  <a:lnTo>
                    <a:pt x="3406" y="40486"/>
                  </a:lnTo>
                  <a:lnTo>
                    <a:pt x="2318" y="42673"/>
                  </a:lnTo>
                  <a:lnTo>
                    <a:pt x="2019" y="43273"/>
                  </a:lnTo>
                  <a:lnTo>
                    <a:pt x="0" y="47327"/>
                  </a:lnTo>
                  <a:cubicBezTo>
                    <a:pt x="2051" y="48442"/>
                    <a:pt x="4052" y="49375"/>
                    <a:pt x="5727" y="50096"/>
                  </a:cubicBezTo>
                  <a:cubicBezTo>
                    <a:pt x="8334" y="51217"/>
                    <a:pt x="10156" y="51833"/>
                    <a:pt x="10156" y="51833"/>
                  </a:cubicBezTo>
                  <a:cubicBezTo>
                    <a:pt x="17457" y="38069"/>
                    <a:pt x="33391" y="5347"/>
                    <a:pt x="33391" y="5347"/>
                  </a:cubicBezTo>
                  <a:cubicBezTo>
                    <a:pt x="32075" y="4137"/>
                    <a:pt x="30563" y="3146"/>
                    <a:pt x="29122" y="2357"/>
                  </a:cubicBezTo>
                  <a:cubicBezTo>
                    <a:pt x="26187" y="751"/>
                    <a:pt x="23559" y="0"/>
                    <a:pt x="23559"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5"/>
            <p:cNvSpPr/>
            <p:nvPr/>
          </p:nvSpPr>
          <p:spPr>
            <a:xfrm>
              <a:off x="2321438" y="1783625"/>
              <a:ext cx="115025" cy="54700"/>
            </a:xfrm>
            <a:custGeom>
              <a:rect b="b" l="l" r="r" t="t"/>
              <a:pathLst>
                <a:path extrusionOk="0" h="2188" w="4601">
                  <a:moveTo>
                    <a:pt x="344" y="1"/>
                  </a:moveTo>
                  <a:lnTo>
                    <a:pt x="1" y="693"/>
                  </a:lnTo>
                  <a:cubicBezTo>
                    <a:pt x="424" y="900"/>
                    <a:pt x="864" y="1075"/>
                    <a:pt x="1264" y="1245"/>
                  </a:cubicBezTo>
                  <a:cubicBezTo>
                    <a:pt x="2151" y="1621"/>
                    <a:pt x="3058" y="1981"/>
                    <a:pt x="4005" y="2180"/>
                  </a:cubicBezTo>
                  <a:cubicBezTo>
                    <a:pt x="4030" y="2185"/>
                    <a:pt x="4055" y="2187"/>
                    <a:pt x="4078" y="2187"/>
                  </a:cubicBezTo>
                  <a:cubicBezTo>
                    <a:pt x="4425" y="2187"/>
                    <a:pt x="4600" y="1649"/>
                    <a:pt x="4238" y="1493"/>
                  </a:cubicBezTo>
                  <a:cubicBezTo>
                    <a:pt x="3342" y="1106"/>
                    <a:pt x="2407" y="815"/>
                    <a:pt x="1495" y="473"/>
                  </a:cubicBezTo>
                  <a:cubicBezTo>
                    <a:pt x="1121" y="332"/>
                    <a:pt x="735" y="159"/>
                    <a:pt x="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5"/>
            <p:cNvSpPr/>
            <p:nvPr/>
          </p:nvSpPr>
          <p:spPr>
            <a:xfrm>
              <a:off x="2292263" y="1841300"/>
              <a:ext cx="56675" cy="29925"/>
            </a:xfrm>
            <a:custGeom>
              <a:rect b="b" l="l" r="r" t="t"/>
              <a:pathLst>
                <a:path extrusionOk="0" h="1197" w="2267">
                  <a:moveTo>
                    <a:pt x="364" y="0"/>
                  </a:moveTo>
                  <a:lnTo>
                    <a:pt x="0" y="729"/>
                  </a:lnTo>
                  <a:cubicBezTo>
                    <a:pt x="525" y="984"/>
                    <a:pt x="1134" y="1139"/>
                    <a:pt x="1649" y="1193"/>
                  </a:cubicBezTo>
                  <a:cubicBezTo>
                    <a:pt x="1668" y="1195"/>
                    <a:pt x="1686" y="1196"/>
                    <a:pt x="1703" y="1196"/>
                  </a:cubicBezTo>
                  <a:cubicBezTo>
                    <a:pt x="2158" y="1196"/>
                    <a:pt x="2266" y="566"/>
                    <a:pt x="1798" y="428"/>
                  </a:cubicBezTo>
                  <a:cubicBezTo>
                    <a:pt x="1385" y="306"/>
                    <a:pt x="962" y="218"/>
                    <a:pt x="554" y="73"/>
                  </a:cubicBezTo>
                  <a:cubicBezTo>
                    <a:pt x="492" y="49"/>
                    <a:pt x="427" y="26"/>
                    <a:pt x="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5"/>
            <p:cNvSpPr/>
            <p:nvPr/>
          </p:nvSpPr>
          <p:spPr>
            <a:xfrm>
              <a:off x="2267913" y="1894050"/>
              <a:ext cx="44625" cy="25700"/>
            </a:xfrm>
            <a:custGeom>
              <a:rect b="b" l="l" r="r" t="t"/>
              <a:pathLst>
                <a:path extrusionOk="0" h="1028" w="1785">
                  <a:moveTo>
                    <a:pt x="286" y="1"/>
                  </a:moveTo>
                  <a:lnTo>
                    <a:pt x="1" y="577"/>
                  </a:lnTo>
                  <a:cubicBezTo>
                    <a:pt x="70" y="614"/>
                    <a:pt x="140" y="650"/>
                    <a:pt x="213" y="682"/>
                  </a:cubicBezTo>
                  <a:cubicBezTo>
                    <a:pt x="542" y="836"/>
                    <a:pt x="909" y="1028"/>
                    <a:pt x="1277" y="1028"/>
                  </a:cubicBezTo>
                  <a:cubicBezTo>
                    <a:pt x="1312" y="1028"/>
                    <a:pt x="1347" y="1026"/>
                    <a:pt x="1382" y="1022"/>
                  </a:cubicBezTo>
                  <a:cubicBezTo>
                    <a:pt x="1627" y="998"/>
                    <a:pt x="1785" y="662"/>
                    <a:pt x="1567" y="494"/>
                  </a:cubicBezTo>
                  <a:cubicBezTo>
                    <a:pt x="1280" y="269"/>
                    <a:pt x="935" y="215"/>
                    <a:pt x="594" y="104"/>
                  </a:cubicBezTo>
                  <a:cubicBezTo>
                    <a:pt x="492" y="70"/>
                    <a:pt x="390" y="36"/>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5"/>
            <p:cNvSpPr/>
            <p:nvPr/>
          </p:nvSpPr>
          <p:spPr>
            <a:xfrm>
              <a:off x="2241788" y="1946100"/>
              <a:ext cx="46275" cy="29800"/>
            </a:xfrm>
            <a:custGeom>
              <a:rect b="b" l="l" r="r" t="t"/>
              <a:pathLst>
                <a:path extrusionOk="0" h="1192" w="1851">
                  <a:moveTo>
                    <a:pt x="298" y="1"/>
                  </a:moveTo>
                  <a:lnTo>
                    <a:pt x="0" y="595"/>
                  </a:lnTo>
                  <a:cubicBezTo>
                    <a:pt x="92" y="636"/>
                    <a:pt x="186" y="679"/>
                    <a:pt x="276" y="721"/>
                  </a:cubicBezTo>
                  <a:cubicBezTo>
                    <a:pt x="638" y="889"/>
                    <a:pt x="993" y="1117"/>
                    <a:pt x="1387" y="1187"/>
                  </a:cubicBezTo>
                  <a:cubicBezTo>
                    <a:pt x="1407" y="1190"/>
                    <a:pt x="1426" y="1192"/>
                    <a:pt x="1444" y="1192"/>
                  </a:cubicBezTo>
                  <a:cubicBezTo>
                    <a:pt x="1708" y="1192"/>
                    <a:pt x="1851" y="857"/>
                    <a:pt x="1651" y="662"/>
                  </a:cubicBezTo>
                  <a:cubicBezTo>
                    <a:pt x="1321" y="342"/>
                    <a:pt x="835" y="191"/>
                    <a:pt x="410" y="40"/>
                  </a:cubicBezTo>
                  <a:cubicBezTo>
                    <a:pt x="373" y="24"/>
                    <a:pt x="335" y="12"/>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5"/>
            <p:cNvSpPr/>
            <p:nvPr/>
          </p:nvSpPr>
          <p:spPr>
            <a:xfrm>
              <a:off x="2207038" y="2015775"/>
              <a:ext cx="89750" cy="44800"/>
            </a:xfrm>
            <a:custGeom>
              <a:rect b="b" l="l" r="r" t="t"/>
              <a:pathLst>
                <a:path extrusionOk="0" h="1792" w="3590">
                  <a:moveTo>
                    <a:pt x="298" y="1"/>
                  </a:moveTo>
                  <a:lnTo>
                    <a:pt x="0" y="599"/>
                  </a:lnTo>
                  <a:cubicBezTo>
                    <a:pt x="288" y="716"/>
                    <a:pt x="582" y="823"/>
                    <a:pt x="857" y="937"/>
                  </a:cubicBezTo>
                  <a:cubicBezTo>
                    <a:pt x="1572" y="1228"/>
                    <a:pt x="2284" y="1530"/>
                    <a:pt x="3017" y="1775"/>
                  </a:cubicBezTo>
                  <a:cubicBezTo>
                    <a:pt x="3052" y="1786"/>
                    <a:pt x="3085" y="1792"/>
                    <a:pt x="3117" y="1792"/>
                  </a:cubicBezTo>
                  <a:cubicBezTo>
                    <a:pt x="3439" y="1792"/>
                    <a:pt x="3590" y="1242"/>
                    <a:pt x="3250" y="1095"/>
                  </a:cubicBezTo>
                  <a:cubicBezTo>
                    <a:pt x="2485" y="764"/>
                    <a:pt x="1688" y="504"/>
                    <a:pt x="906" y="223"/>
                  </a:cubicBezTo>
                  <a:cubicBezTo>
                    <a:pt x="706" y="152"/>
                    <a:pt x="502" y="74"/>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5"/>
            <p:cNvSpPr/>
            <p:nvPr/>
          </p:nvSpPr>
          <p:spPr>
            <a:xfrm>
              <a:off x="2171513" y="2083875"/>
              <a:ext cx="56075" cy="29675"/>
            </a:xfrm>
            <a:custGeom>
              <a:rect b="b" l="l" r="r" t="t"/>
              <a:pathLst>
                <a:path extrusionOk="0" h="1187" w="2243">
                  <a:moveTo>
                    <a:pt x="364" y="1"/>
                  </a:moveTo>
                  <a:lnTo>
                    <a:pt x="1" y="733"/>
                  </a:lnTo>
                  <a:cubicBezTo>
                    <a:pt x="521" y="978"/>
                    <a:pt x="1117" y="1131"/>
                    <a:pt x="1625" y="1184"/>
                  </a:cubicBezTo>
                  <a:cubicBezTo>
                    <a:pt x="1644" y="1186"/>
                    <a:pt x="1662" y="1186"/>
                    <a:pt x="1680" y="1186"/>
                  </a:cubicBezTo>
                  <a:cubicBezTo>
                    <a:pt x="2133" y="1186"/>
                    <a:pt x="2243" y="556"/>
                    <a:pt x="1775" y="419"/>
                  </a:cubicBezTo>
                  <a:cubicBezTo>
                    <a:pt x="1362" y="298"/>
                    <a:pt x="939" y="210"/>
                    <a:pt x="531" y="64"/>
                  </a:cubicBezTo>
                  <a:cubicBezTo>
                    <a:pt x="475" y="43"/>
                    <a:pt x="420" y="21"/>
                    <a:pt x="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5"/>
            <p:cNvSpPr/>
            <p:nvPr/>
          </p:nvSpPr>
          <p:spPr>
            <a:xfrm>
              <a:off x="2147138" y="2136650"/>
              <a:ext cx="44025" cy="25450"/>
            </a:xfrm>
            <a:custGeom>
              <a:rect b="b" l="l" r="r" t="t"/>
              <a:pathLst>
                <a:path extrusionOk="0" h="1018" w="1761">
                  <a:moveTo>
                    <a:pt x="287" y="0"/>
                  </a:moveTo>
                  <a:lnTo>
                    <a:pt x="0" y="578"/>
                  </a:lnTo>
                  <a:cubicBezTo>
                    <a:pt x="61" y="612"/>
                    <a:pt x="126" y="641"/>
                    <a:pt x="189" y="672"/>
                  </a:cubicBezTo>
                  <a:cubicBezTo>
                    <a:pt x="519" y="825"/>
                    <a:pt x="885" y="1017"/>
                    <a:pt x="1253" y="1017"/>
                  </a:cubicBezTo>
                  <a:cubicBezTo>
                    <a:pt x="1288" y="1017"/>
                    <a:pt x="1323" y="1015"/>
                    <a:pt x="1358" y="1012"/>
                  </a:cubicBezTo>
                  <a:cubicBezTo>
                    <a:pt x="1603" y="988"/>
                    <a:pt x="1761" y="651"/>
                    <a:pt x="1545" y="483"/>
                  </a:cubicBezTo>
                  <a:cubicBezTo>
                    <a:pt x="1258" y="259"/>
                    <a:pt x="913" y="204"/>
                    <a:pt x="571" y="94"/>
                  </a:cubicBezTo>
                  <a:cubicBezTo>
                    <a:pt x="476" y="65"/>
                    <a:pt x="381" y="33"/>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5"/>
            <p:cNvSpPr/>
            <p:nvPr/>
          </p:nvSpPr>
          <p:spPr>
            <a:xfrm>
              <a:off x="2121038" y="2188600"/>
              <a:ext cx="45700" cy="29650"/>
            </a:xfrm>
            <a:custGeom>
              <a:rect b="b" l="l" r="r" t="t"/>
              <a:pathLst>
                <a:path extrusionOk="0" h="1186" w="1828">
                  <a:moveTo>
                    <a:pt x="298" y="1"/>
                  </a:moveTo>
                  <a:lnTo>
                    <a:pt x="1" y="601"/>
                  </a:lnTo>
                  <a:cubicBezTo>
                    <a:pt x="86" y="638"/>
                    <a:pt x="169" y="676"/>
                    <a:pt x="252" y="715"/>
                  </a:cubicBezTo>
                  <a:cubicBezTo>
                    <a:pt x="614" y="883"/>
                    <a:pt x="968" y="1111"/>
                    <a:pt x="1364" y="1180"/>
                  </a:cubicBezTo>
                  <a:cubicBezTo>
                    <a:pt x="1383" y="1184"/>
                    <a:pt x="1402" y="1185"/>
                    <a:pt x="1421" y="1185"/>
                  </a:cubicBezTo>
                  <a:cubicBezTo>
                    <a:pt x="1683" y="1185"/>
                    <a:pt x="1827" y="852"/>
                    <a:pt x="1627" y="655"/>
                  </a:cubicBezTo>
                  <a:cubicBezTo>
                    <a:pt x="1297" y="336"/>
                    <a:pt x="811" y="184"/>
                    <a:pt x="386" y="33"/>
                  </a:cubicBezTo>
                  <a:cubicBezTo>
                    <a:pt x="356" y="23"/>
                    <a:pt x="329" y="11"/>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5"/>
            <p:cNvSpPr/>
            <p:nvPr/>
          </p:nvSpPr>
          <p:spPr>
            <a:xfrm>
              <a:off x="2086288" y="2258375"/>
              <a:ext cx="89125" cy="44550"/>
            </a:xfrm>
            <a:custGeom>
              <a:rect b="b" l="l" r="r" t="t"/>
              <a:pathLst>
                <a:path extrusionOk="0" h="1782" w="3565">
                  <a:moveTo>
                    <a:pt x="298" y="0"/>
                  </a:moveTo>
                  <a:lnTo>
                    <a:pt x="1" y="598"/>
                  </a:lnTo>
                  <a:cubicBezTo>
                    <a:pt x="281" y="714"/>
                    <a:pt x="563" y="816"/>
                    <a:pt x="833" y="926"/>
                  </a:cubicBezTo>
                  <a:cubicBezTo>
                    <a:pt x="1547" y="1217"/>
                    <a:pt x="2261" y="1520"/>
                    <a:pt x="2992" y="1764"/>
                  </a:cubicBezTo>
                  <a:cubicBezTo>
                    <a:pt x="3026" y="1776"/>
                    <a:pt x="3060" y="1781"/>
                    <a:pt x="3091" y="1781"/>
                  </a:cubicBezTo>
                  <a:cubicBezTo>
                    <a:pt x="3414" y="1781"/>
                    <a:pt x="3565" y="1231"/>
                    <a:pt x="3226" y="1085"/>
                  </a:cubicBezTo>
                  <a:cubicBezTo>
                    <a:pt x="2461" y="753"/>
                    <a:pt x="1664" y="493"/>
                    <a:pt x="881" y="213"/>
                  </a:cubicBezTo>
                  <a:cubicBezTo>
                    <a:pt x="689" y="145"/>
                    <a:pt x="495" y="70"/>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5"/>
            <p:cNvSpPr/>
            <p:nvPr/>
          </p:nvSpPr>
          <p:spPr>
            <a:xfrm>
              <a:off x="2050688" y="2326475"/>
              <a:ext cx="55525" cy="29400"/>
            </a:xfrm>
            <a:custGeom>
              <a:rect b="b" l="l" r="r" t="t"/>
              <a:pathLst>
                <a:path extrusionOk="0" h="1176" w="2221">
                  <a:moveTo>
                    <a:pt x="366" y="0"/>
                  </a:moveTo>
                  <a:lnTo>
                    <a:pt x="0" y="733"/>
                  </a:lnTo>
                  <a:cubicBezTo>
                    <a:pt x="515" y="974"/>
                    <a:pt x="1103" y="1120"/>
                    <a:pt x="1603" y="1173"/>
                  </a:cubicBezTo>
                  <a:cubicBezTo>
                    <a:pt x="1622" y="1175"/>
                    <a:pt x="1640" y="1176"/>
                    <a:pt x="1657" y="1176"/>
                  </a:cubicBezTo>
                  <a:cubicBezTo>
                    <a:pt x="2110" y="1176"/>
                    <a:pt x="2220" y="546"/>
                    <a:pt x="1753" y="408"/>
                  </a:cubicBezTo>
                  <a:cubicBezTo>
                    <a:pt x="1340" y="288"/>
                    <a:pt x="916" y="198"/>
                    <a:pt x="510" y="53"/>
                  </a:cubicBez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5"/>
            <p:cNvSpPr/>
            <p:nvPr/>
          </p:nvSpPr>
          <p:spPr>
            <a:xfrm>
              <a:off x="2026338" y="2379200"/>
              <a:ext cx="43450" cy="25225"/>
            </a:xfrm>
            <a:custGeom>
              <a:rect b="b" l="l" r="r" t="t"/>
              <a:pathLst>
                <a:path extrusionOk="0" h="1009" w="1738">
                  <a:moveTo>
                    <a:pt x="291" y="0"/>
                  </a:moveTo>
                  <a:lnTo>
                    <a:pt x="1" y="583"/>
                  </a:lnTo>
                  <a:cubicBezTo>
                    <a:pt x="55" y="612"/>
                    <a:pt x="111" y="638"/>
                    <a:pt x="166" y="663"/>
                  </a:cubicBezTo>
                  <a:cubicBezTo>
                    <a:pt x="496" y="817"/>
                    <a:pt x="862" y="1009"/>
                    <a:pt x="1231" y="1009"/>
                  </a:cubicBezTo>
                  <a:cubicBezTo>
                    <a:pt x="1266" y="1009"/>
                    <a:pt x="1301" y="1007"/>
                    <a:pt x="1336" y="1003"/>
                  </a:cubicBezTo>
                  <a:cubicBezTo>
                    <a:pt x="1579" y="979"/>
                    <a:pt x="1737" y="643"/>
                    <a:pt x="1522" y="475"/>
                  </a:cubicBezTo>
                  <a:cubicBezTo>
                    <a:pt x="1234" y="250"/>
                    <a:pt x="889" y="196"/>
                    <a:pt x="548" y="85"/>
                  </a:cubicBezTo>
                  <a:cubicBezTo>
                    <a:pt x="463" y="60"/>
                    <a:pt x="376" y="31"/>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5"/>
            <p:cNvSpPr/>
            <p:nvPr/>
          </p:nvSpPr>
          <p:spPr>
            <a:xfrm>
              <a:off x="2000263" y="2431200"/>
              <a:ext cx="45125" cy="29375"/>
            </a:xfrm>
            <a:custGeom>
              <a:rect b="b" l="l" r="r" t="t"/>
              <a:pathLst>
                <a:path extrusionOk="0" h="1175" w="1805">
                  <a:moveTo>
                    <a:pt x="299" y="1"/>
                  </a:moveTo>
                  <a:lnTo>
                    <a:pt x="0" y="600"/>
                  </a:lnTo>
                  <a:cubicBezTo>
                    <a:pt x="77" y="634"/>
                    <a:pt x="151" y="668"/>
                    <a:pt x="228" y="704"/>
                  </a:cubicBezTo>
                  <a:cubicBezTo>
                    <a:pt x="590" y="872"/>
                    <a:pt x="943" y="1100"/>
                    <a:pt x="1339" y="1170"/>
                  </a:cubicBezTo>
                  <a:cubicBezTo>
                    <a:pt x="1359" y="1173"/>
                    <a:pt x="1378" y="1175"/>
                    <a:pt x="1396" y="1175"/>
                  </a:cubicBezTo>
                  <a:cubicBezTo>
                    <a:pt x="1660" y="1175"/>
                    <a:pt x="1804" y="840"/>
                    <a:pt x="1601" y="645"/>
                  </a:cubicBezTo>
                  <a:cubicBezTo>
                    <a:pt x="1271" y="325"/>
                    <a:pt x="785" y="174"/>
                    <a:pt x="360" y="21"/>
                  </a:cubicBezTo>
                  <a:lnTo>
                    <a:pt x="2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5"/>
            <p:cNvSpPr/>
            <p:nvPr/>
          </p:nvSpPr>
          <p:spPr>
            <a:xfrm>
              <a:off x="1965538" y="2500925"/>
              <a:ext cx="88550" cy="44325"/>
            </a:xfrm>
            <a:custGeom>
              <a:rect b="b" l="l" r="r" t="t"/>
              <a:pathLst>
                <a:path extrusionOk="0" h="1773" w="3542">
                  <a:moveTo>
                    <a:pt x="298" y="0"/>
                  </a:moveTo>
                  <a:lnTo>
                    <a:pt x="1" y="602"/>
                  </a:lnTo>
                  <a:cubicBezTo>
                    <a:pt x="273" y="709"/>
                    <a:pt x="546" y="811"/>
                    <a:pt x="808" y="918"/>
                  </a:cubicBezTo>
                  <a:cubicBezTo>
                    <a:pt x="1523" y="1209"/>
                    <a:pt x="2236" y="1511"/>
                    <a:pt x="2968" y="1756"/>
                  </a:cubicBezTo>
                  <a:cubicBezTo>
                    <a:pt x="3003" y="1767"/>
                    <a:pt x="3036" y="1773"/>
                    <a:pt x="3068" y="1773"/>
                  </a:cubicBezTo>
                  <a:cubicBezTo>
                    <a:pt x="3390" y="1773"/>
                    <a:pt x="3541" y="1223"/>
                    <a:pt x="3201" y="1076"/>
                  </a:cubicBezTo>
                  <a:cubicBezTo>
                    <a:pt x="2436" y="746"/>
                    <a:pt x="1639" y="485"/>
                    <a:pt x="856" y="204"/>
                  </a:cubicBezTo>
                  <a:cubicBezTo>
                    <a:pt x="672" y="138"/>
                    <a:pt x="487" y="6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5"/>
            <p:cNvSpPr/>
            <p:nvPr/>
          </p:nvSpPr>
          <p:spPr>
            <a:xfrm>
              <a:off x="1929938" y="2569075"/>
              <a:ext cx="54900" cy="29150"/>
            </a:xfrm>
            <a:custGeom>
              <a:rect b="b" l="l" r="r" t="t"/>
              <a:pathLst>
                <a:path extrusionOk="0" h="1166" w="2196">
                  <a:moveTo>
                    <a:pt x="368" y="0"/>
                  </a:moveTo>
                  <a:lnTo>
                    <a:pt x="1" y="734"/>
                  </a:lnTo>
                  <a:cubicBezTo>
                    <a:pt x="500" y="959"/>
                    <a:pt x="1032" y="1103"/>
                    <a:pt x="1578" y="1163"/>
                  </a:cubicBezTo>
                  <a:cubicBezTo>
                    <a:pt x="1596" y="1164"/>
                    <a:pt x="1615" y="1165"/>
                    <a:pt x="1632" y="1165"/>
                  </a:cubicBezTo>
                  <a:cubicBezTo>
                    <a:pt x="2087" y="1165"/>
                    <a:pt x="2195" y="535"/>
                    <a:pt x="1729" y="398"/>
                  </a:cubicBezTo>
                  <a:cubicBezTo>
                    <a:pt x="1314" y="275"/>
                    <a:pt x="893" y="187"/>
                    <a:pt x="485" y="43"/>
                  </a:cubicBezTo>
                  <a:cubicBezTo>
                    <a:pt x="446" y="29"/>
                    <a:pt x="407" y="15"/>
                    <a:pt x="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5"/>
            <p:cNvSpPr/>
            <p:nvPr/>
          </p:nvSpPr>
          <p:spPr>
            <a:xfrm>
              <a:off x="1905588" y="2621750"/>
              <a:ext cx="42850" cy="25025"/>
            </a:xfrm>
            <a:custGeom>
              <a:rect b="b" l="l" r="r" t="t"/>
              <a:pathLst>
                <a:path extrusionOk="0" h="1001" w="1714">
                  <a:moveTo>
                    <a:pt x="293" y="0"/>
                  </a:moveTo>
                  <a:lnTo>
                    <a:pt x="1" y="587"/>
                  </a:lnTo>
                  <a:cubicBezTo>
                    <a:pt x="45" y="610"/>
                    <a:pt x="94" y="633"/>
                    <a:pt x="142" y="655"/>
                  </a:cubicBezTo>
                  <a:cubicBezTo>
                    <a:pt x="471" y="808"/>
                    <a:pt x="836" y="1000"/>
                    <a:pt x="1205" y="1000"/>
                  </a:cubicBezTo>
                  <a:cubicBezTo>
                    <a:pt x="1241" y="1000"/>
                    <a:pt x="1276" y="998"/>
                    <a:pt x="1311" y="995"/>
                  </a:cubicBezTo>
                  <a:cubicBezTo>
                    <a:pt x="1554" y="971"/>
                    <a:pt x="1714" y="636"/>
                    <a:pt x="1496" y="466"/>
                  </a:cubicBezTo>
                  <a:cubicBezTo>
                    <a:pt x="1209" y="243"/>
                    <a:pt x="866" y="189"/>
                    <a:pt x="523" y="77"/>
                  </a:cubicBezTo>
                  <a:cubicBezTo>
                    <a:pt x="446" y="53"/>
                    <a:pt x="370" y="28"/>
                    <a:pt x="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5"/>
            <p:cNvSpPr/>
            <p:nvPr/>
          </p:nvSpPr>
          <p:spPr>
            <a:xfrm>
              <a:off x="1879513" y="2673750"/>
              <a:ext cx="44500" cy="29175"/>
            </a:xfrm>
            <a:custGeom>
              <a:rect b="b" l="l" r="r" t="t"/>
              <a:pathLst>
                <a:path extrusionOk="0" h="1167" w="1780">
                  <a:moveTo>
                    <a:pt x="300" y="0"/>
                  </a:moveTo>
                  <a:lnTo>
                    <a:pt x="0" y="604"/>
                  </a:lnTo>
                  <a:lnTo>
                    <a:pt x="203" y="696"/>
                  </a:lnTo>
                  <a:cubicBezTo>
                    <a:pt x="565" y="864"/>
                    <a:pt x="920" y="1092"/>
                    <a:pt x="1314" y="1161"/>
                  </a:cubicBezTo>
                  <a:cubicBezTo>
                    <a:pt x="1334" y="1165"/>
                    <a:pt x="1353" y="1166"/>
                    <a:pt x="1371" y="1166"/>
                  </a:cubicBezTo>
                  <a:cubicBezTo>
                    <a:pt x="1635" y="1166"/>
                    <a:pt x="1779" y="831"/>
                    <a:pt x="1576" y="636"/>
                  </a:cubicBezTo>
                  <a:cubicBezTo>
                    <a:pt x="1246" y="317"/>
                    <a:pt x="760" y="165"/>
                    <a:pt x="335" y="14"/>
                  </a:cubicBezTo>
                  <a:lnTo>
                    <a:pt x="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5"/>
            <p:cNvSpPr/>
            <p:nvPr/>
          </p:nvSpPr>
          <p:spPr>
            <a:xfrm>
              <a:off x="1844813" y="2743475"/>
              <a:ext cx="87875" cy="44125"/>
            </a:xfrm>
            <a:custGeom>
              <a:rect b="b" l="l" r="r" t="t"/>
              <a:pathLst>
                <a:path extrusionOk="0" h="1765" w="3515">
                  <a:moveTo>
                    <a:pt x="299" y="0"/>
                  </a:moveTo>
                  <a:lnTo>
                    <a:pt x="0" y="602"/>
                  </a:lnTo>
                  <a:cubicBezTo>
                    <a:pt x="262" y="707"/>
                    <a:pt x="529" y="806"/>
                    <a:pt x="782" y="909"/>
                  </a:cubicBezTo>
                  <a:cubicBezTo>
                    <a:pt x="1497" y="1200"/>
                    <a:pt x="2209" y="1503"/>
                    <a:pt x="2942" y="1747"/>
                  </a:cubicBezTo>
                  <a:cubicBezTo>
                    <a:pt x="2976" y="1759"/>
                    <a:pt x="3010" y="1764"/>
                    <a:pt x="3042" y="1764"/>
                  </a:cubicBezTo>
                  <a:cubicBezTo>
                    <a:pt x="3364" y="1764"/>
                    <a:pt x="3515" y="1214"/>
                    <a:pt x="3175" y="1067"/>
                  </a:cubicBezTo>
                  <a:cubicBezTo>
                    <a:pt x="2410" y="738"/>
                    <a:pt x="1613" y="478"/>
                    <a:pt x="831" y="196"/>
                  </a:cubicBezTo>
                  <a:cubicBezTo>
                    <a:pt x="656" y="133"/>
                    <a:pt x="478" y="65"/>
                    <a:pt x="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65"/>
          <p:cNvGrpSpPr/>
          <p:nvPr/>
        </p:nvGrpSpPr>
        <p:grpSpPr>
          <a:xfrm>
            <a:off x="3862763" y="1464438"/>
            <a:ext cx="761150" cy="740975"/>
            <a:chOff x="433763" y="3549850"/>
            <a:chExt cx="761150" cy="740975"/>
          </a:xfrm>
        </p:grpSpPr>
        <p:sp>
          <p:nvSpPr>
            <p:cNvPr id="2323" name="Google Shape;2323;p65"/>
            <p:cNvSpPr/>
            <p:nvPr/>
          </p:nvSpPr>
          <p:spPr>
            <a:xfrm>
              <a:off x="433763" y="3549850"/>
              <a:ext cx="761100" cy="740975"/>
            </a:xfrm>
            <a:custGeom>
              <a:rect b="b" l="l" r="r" t="t"/>
              <a:pathLst>
                <a:path extrusionOk="0" h="29639" w="30444">
                  <a:moveTo>
                    <a:pt x="25485" y="0"/>
                  </a:moveTo>
                  <a:lnTo>
                    <a:pt x="23641" y="1871"/>
                  </a:lnTo>
                  <a:lnTo>
                    <a:pt x="22248" y="3285"/>
                  </a:lnTo>
                  <a:lnTo>
                    <a:pt x="17895" y="2892"/>
                  </a:lnTo>
                  <a:cubicBezTo>
                    <a:pt x="17812" y="2885"/>
                    <a:pt x="17728" y="2881"/>
                    <a:pt x="17645" y="2881"/>
                  </a:cubicBezTo>
                  <a:cubicBezTo>
                    <a:pt x="16885" y="2881"/>
                    <a:pt x="16154" y="3199"/>
                    <a:pt x="15635" y="3764"/>
                  </a:cubicBezTo>
                  <a:lnTo>
                    <a:pt x="14845" y="4621"/>
                  </a:lnTo>
                  <a:lnTo>
                    <a:pt x="12806" y="6837"/>
                  </a:lnTo>
                  <a:lnTo>
                    <a:pt x="11771" y="7960"/>
                  </a:lnTo>
                  <a:lnTo>
                    <a:pt x="5767" y="14488"/>
                  </a:lnTo>
                  <a:lnTo>
                    <a:pt x="4640" y="15711"/>
                  </a:lnTo>
                  <a:lnTo>
                    <a:pt x="3041" y="17448"/>
                  </a:lnTo>
                  <a:lnTo>
                    <a:pt x="1462" y="19164"/>
                  </a:lnTo>
                  <a:cubicBezTo>
                    <a:pt x="0" y="20750"/>
                    <a:pt x="104" y="23219"/>
                    <a:pt x="1691" y="24677"/>
                  </a:cubicBezTo>
                  <a:lnTo>
                    <a:pt x="2589" y="25502"/>
                  </a:lnTo>
                  <a:lnTo>
                    <a:pt x="5969" y="28610"/>
                  </a:lnTo>
                  <a:cubicBezTo>
                    <a:pt x="6717" y="29298"/>
                    <a:pt x="7663" y="29638"/>
                    <a:pt x="8607" y="29638"/>
                  </a:cubicBezTo>
                  <a:cubicBezTo>
                    <a:pt x="9649" y="29638"/>
                    <a:pt x="10688" y="29223"/>
                    <a:pt x="11456" y="28402"/>
                  </a:cubicBezTo>
                  <a:lnTo>
                    <a:pt x="13397" y="26331"/>
                  </a:lnTo>
                  <a:lnTo>
                    <a:pt x="14378" y="25284"/>
                  </a:lnTo>
                  <a:lnTo>
                    <a:pt x="15825" y="23738"/>
                  </a:lnTo>
                  <a:lnTo>
                    <a:pt x="22069" y="17078"/>
                  </a:lnTo>
                  <a:lnTo>
                    <a:pt x="23424" y="15630"/>
                  </a:lnTo>
                  <a:lnTo>
                    <a:pt x="25295" y="13633"/>
                  </a:lnTo>
                  <a:lnTo>
                    <a:pt x="26172" y="12696"/>
                  </a:lnTo>
                  <a:cubicBezTo>
                    <a:pt x="26727" y="12100"/>
                    <a:pt x="26991" y="11289"/>
                    <a:pt x="26887" y="10480"/>
                  </a:cubicBezTo>
                  <a:lnTo>
                    <a:pt x="26545" y="7794"/>
                  </a:lnTo>
                  <a:lnTo>
                    <a:pt x="26398" y="6643"/>
                  </a:lnTo>
                  <a:lnTo>
                    <a:pt x="30177" y="2383"/>
                  </a:lnTo>
                  <a:cubicBezTo>
                    <a:pt x="30444" y="2080"/>
                    <a:pt x="30315" y="1604"/>
                    <a:pt x="29934" y="1477"/>
                  </a:cubicBezTo>
                  <a:lnTo>
                    <a:pt x="25485" y="0"/>
                  </a:ln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5"/>
            <p:cNvSpPr/>
            <p:nvPr/>
          </p:nvSpPr>
          <p:spPr>
            <a:xfrm>
              <a:off x="509813" y="3665400"/>
              <a:ext cx="556325" cy="542725"/>
            </a:xfrm>
            <a:custGeom>
              <a:rect b="b" l="l" r="r" t="t"/>
              <a:pathLst>
                <a:path extrusionOk="0" h="21709" w="22253">
                  <a:moveTo>
                    <a:pt x="11805" y="0"/>
                  </a:moveTo>
                  <a:lnTo>
                    <a:pt x="9765" y="2217"/>
                  </a:lnTo>
                  <a:lnTo>
                    <a:pt x="8730" y="3340"/>
                  </a:lnTo>
                  <a:lnTo>
                    <a:pt x="2726" y="9867"/>
                  </a:lnTo>
                  <a:lnTo>
                    <a:pt x="1600" y="11091"/>
                  </a:lnTo>
                  <a:lnTo>
                    <a:pt x="0" y="12828"/>
                  </a:lnTo>
                  <a:cubicBezTo>
                    <a:pt x="1931" y="14976"/>
                    <a:pt x="3950" y="17066"/>
                    <a:pt x="6161" y="18861"/>
                  </a:cubicBezTo>
                  <a:cubicBezTo>
                    <a:pt x="7486" y="19931"/>
                    <a:pt x="8875" y="20898"/>
                    <a:pt x="10355" y="21709"/>
                  </a:cubicBezTo>
                  <a:lnTo>
                    <a:pt x="11336" y="20662"/>
                  </a:lnTo>
                  <a:lnTo>
                    <a:pt x="12783" y="19116"/>
                  </a:lnTo>
                  <a:lnTo>
                    <a:pt x="19027" y="12457"/>
                  </a:lnTo>
                  <a:lnTo>
                    <a:pt x="20382" y="11008"/>
                  </a:lnTo>
                  <a:lnTo>
                    <a:pt x="22253" y="9011"/>
                  </a:lnTo>
                  <a:cubicBezTo>
                    <a:pt x="21413" y="8424"/>
                    <a:pt x="20585" y="7823"/>
                    <a:pt x="19771" y="7203"/>
                  </a:cubicBezTo>
                  <a:cubicBezTo>
                    <a:pt x="18689" y="6380"/>
                    <a:pt x="17632" y="5527"/>
                    <a:pt x="16595" y="4645"/>
                  </a:cubicBezTo>
                  <a:cubicBezTo>
                    <a:pt x="15390" y="3619"/>
                    <a:pt x="14219" y="2553"/>
                    <a:pt x="13079" y="1453"/>
                  </a:cubicBezTo>
                  <a:cubicBezTo>
                    <a:pt x="12678" y="1063"/>
                    <a:pt x="12250" y="531"/>
                    <a:pt x="11805"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5"/>
            <p:cNvSpPr/>
            <p:nvPr/>
          </p:nvSpPr>
          <p:spPr>
            <a:xfrm>
              <a:off x="728063" y="3720750"/>
              <a:ext cx="291350" cy="256050"/>
            </a:xfrm>
            <a:custGeom>
              <a:rect b="b" l="l" r="r" t="t"/>
              <a:pathLst>
                <a:path extrusionOk="0" h="10242" w="11654">
                  <a:moveTo>
                    <a:pt x="1037" y="1"/>
                  </a:moveTo>
                  <a:lnTo>
                    <a:pt x="0" y="1124"/>
                  </a:lnTo>
                  <a:cubicBezTo>
                    <a:pt x="1479" y="2730"/>
                    <a:pt x="3037" y="4260"/>
                    <a:pt x="4672" y="5707"/>
                  </a:cubicBezTo>
                  <a:cubicBezTo>
                    <a:pt x="5641" y="6562"/>
                    <a:pt x="6630" y="7397"/>
                    <a:pt x="7643" y="8204"/>
                  </a:cubicBezTo>
                  <a:cubicBezTo>
                    <a:pt x="8457" y="8858"/>
                    <a:pt x="9284" y="9495"/>
                    <a:pt x="10124" y="10114"/>
                  </a:cubicBezTo>
                  <a:cubicBezTo>
                    <a:pt x="10182" y="10157"/>
                    <a:pt x="10239" y="10201"/>
                    <a:pt x="10297" y="10242"/>
                  </a:cubicBezTo>
                  <a:lnTo>
                    <a:pt x="11653" y="8794"/>
                  </a:lnTo>
                  <a:cubicBezTo>
                    <a:pt x="10764" y="8184"/>
                    <a:pt x="9881" y="7565"/>
                    <a:pt x="9016" y="6923"/>
                  </a:cubicBezTo>
                  <a:cubicBezTo>
                    <a:pt x="8365" y="6443"/>
                    <a:pt x="7726" y="5952"/>
                    <a:pt x="7099" y="5437"/>
                  </a:cubicBezTo>
                  <a:cubicBezTo>
                    <a:pt x="5532" y="4152"/>
                    <a:pt x="4018" y="2803"/>
                    <a:pt x="2532" y="1427"/>
                  </a:cubicBezTo>
                  <a:cubicBezTo>
                    <a:pt x="2028" y="958"/>
                    <a:pt x="1528" y="483"/>
                    <a:pt x="1037"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5"/>
            <p:cNvSpPr/>
            <p:nvPr/>
          </p:nvSpPr>
          <p:spPr>
            <a:xfrm>
              <a:off x="549788" y="3912025"/>
              <a:ext cx="279675" cy="269925"/>
            </a:xfrm>
            <a:custGeom>
              <a:rect b="b" l="l" r="r" t="t"/>
              <a:pathLst>
                <a:path extrusionOk="0" h="10797" w="11187">
                  <a:moveTo>
                    <a:pt x="1126" y="1"/>
                  </a:moveTo>
                  <a:lnTo>
                    <a:pt x="1" y="1224"/>
                  </a:lnTo>
                  <a:cubicBezTo>
                    <a:pt x="198" y="1460"/>
                    <a:pt x="398" y="1697"/>
                    <a:pt x="594" y="1928"/>
                  </a:cubicBezTo>
                  <a:cubicBezTo>
                    <a:pt x="1906" y="3476"/>
                    <a:pt x="3292" y="4956"/>
                    <a:pt x="4752" y="6365"/>
                  </a:cubicBezTo>
                  <a:cubicBezTo>
                    <a:pt x="5270" y="6863"/>
                    <a:pt x="5797" y="7366"/>
                    <a:pt x="6334" y="7862"/>
                  </a:cubicBezTo>
                  <a:cubicBezTo>
                    <a:pt x="7424" y="8875"/>
                    <a:pt x="8554" y="9873"/>
                    <a:pt x="9737" y="10797"/>
                  </a:cubicBezTo>
                  <a:lnTo>
                    <a:pt x="11186" y="9251"/>
                  </a:lnTo>
                  <a:cubicBezTo>
                    <a:pt x="10082" y="8394"/>
                    <a:pt x="8977" y="7539"/>
                    <a:pt x="7903" y="6642"/>
                  </a:cubicBezTo>
                  <a:cubicBezTo>
                    <a:pt x="7317" y="6149"/>
                    <a:pt x="6735" y="5644"/>
                    <a:pt x="6171" y="5121"/>
                  </a:cubicBezTo>
                  <a:cubicBezTo>
                    <a:pt x="4798" y="3851"/>
                    <a:pt x="3474" y="2526"/>
                    <a:pt x="2188" y="1171"/>
                  </a:cubicBezTo>
                  <a:cubicBezTo>
                    <a:pt x="1827" y="793"/>
                    <a:pt x="1476" y="400"/>
                    <a:pt x="1126"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5"/>
            <p:cNvSpPr/>
            <p:nvPr/>
          </p:nvSpPr>
          <p:spPr>
            <a:xfrm>
              <a:off x="1024813" y="3549850"/>
              <a:ext cx="170100" cy="126700"/>
            </a:xfrm>
            <a:custGeom>
              <a:rect b="b" l="l" r="r" t="t"/>
              <a:pathLst>
                <a:path extrusionOk="0" h="5068" w="6804">
                  <a:moveTo>
                    <a:pt x="1845" y="0"/>
                  </a:moveTo>
                  <a:lnTo>
                    <a:pt x="1" y="1871"/>
                  </a:lnTo>
                  <a:cubicBezTo>
                    <a:pt x="1014" y="2717"/>
                    <a:pt x="2774" y="4097"/>
                    <a:pt x="4156" y="5068"/>
                  </a:cubicBezTo>
                  <a:lnTo>
                    <a:pt x="6537" y="2383"/>
                  </a:lnTo>
                  <a:cubicBezTo>
                    <a:pt x="6804" y="2080"/>
                    <a:pt x="6676" y="1604"/>
                    <a:pt x="6294" y="1477"/>
                  </a:cubicBezTo>
                  <a:lnTo>
                    <a:pt x="1845"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65"/>
          <p:cNvGrpSpPr/>
          <p:nvPr/>
        </p:nvGrpSpPr>
        <p:grpSpPr>
          <a:xfrm flipH="1" rot="-2521516">
            <a:off x="1284993" y="1334175"/>
            <a:ext cx="1232538" cy="1443180"/>
            <a:chOff x="1340363" y="3317850"/>
            <a:chExt cx="1029100" cy="1204975"/>
          </a:xfrm>
        </p:grpSpPr>
        <p:sp>
          <p:nvSpPr>
            <p:cNvPr id="2329" name="Google Shape;2329;p65"/>
            <p:cNvSpPr/>
            <p:nvPr/>
          </p:nvSpPr>
          <p:spPr>
            <a:xfrm>
              <a:off x="1340363" y="3423100"/>
              <a:ext cx="1029100" cy="1099725"/>
            </a:xfrm>
            <a:custGeom>
              <a:rect b="b" l="l" r="r" t="t"/>
              <a:pathLst>
                <a:path extrusionOk="0" h="43989" w="41164">
                  <a:moveTo>
                    <a:pt x="15965" y="1"/>
                  </a:moveTo>
                  <a:cubicBezTo>
                    <a:pt x="13710" y="1"/>
                    <a:pt x="11496" y="510"/>
                    <a:pt x="9472" y="1633"/>
                  </a:cubicBezTo>
                  <a:cubicBezTo>
                    <a:pt x="8160" y="2359"/>
                    <a:pt x="6922" y="3344"/>
                    <a:pt x="5808" y="4616"/>
                  </a:cubicBezTo>
                  <a:cubicBezTo>
                    <a:pt x="834" y="10276"/>
                    <a:pt x="1" y="18570"/>
                    <a:pt x="1433" y="25545"/>
                  </a:cubicBezTo>
                  <a:cubicBezTo>
                    <a:pt x="2190" y="29222"/>
                    <a:pt x="3476" y="32796"/>
                    <a:pt x="4881" y="36266"/>
                  </a:cubicBezTo>
                  <a:cubicBezTo>
                    <a:pt x="6536" y="40336"/>
                    <a:pt x="8118" y="43989"/>
                    <a:pt x="12900" y="43989"/>
                  </a:cubicBezTo>
                  <a:cubicBezTo>
                    <a:pt x="13183" y="43989"/>
                    <a:pt x="13479" y="43976"/>
                    <a:pt x="13786" y="43949"/>
                  </a:cubicBezTo>
                  <a:cubicBezTo>
                    <a:pt x="20603" y="43365"/>
                    <a:pt x="27039" y="40483"/>
                    <a:pt x="33032" y="37157"/>
                  </a:cubicBezTo>
                  <a:cubicBezTo>
                    <a:pt x="33955" y="36646"/>
                    <a:pt x="34905" y="36088"/>
                    <a:pt x="35813" y="35474"/>
                  </a:cubicBezTo>
                  <a:cubicBezTo>
                    <a:pt x="38697" y="33517"/>
                    <a:pt x="41164" y="30954"/>
                    <a:pt x="40979" y="27277"/>
                  </a:cubicBezTo>
                  <a:cubicBezTo>
                    <a:pt x="40877" y="25269"/>
                    <a:pt x="40151" y="23361"/>
                    <a:pt x="39393" y="21509"/>
                  </a:cubicBezTo>
                  <a:cubicBezTo>
                    <a:pt x="36365" y="14090"/>
                    <a:pt x="32415" y="6878"/>
                    <a:pt x="25219" y="2680"/>
                  </a:cubicBezTo>
                  <a:cubicBezTo>
                    <a:pt x="22316" y="986"/>
                    <a:pt x="19100" y="1"/>
                    <a:pt x="1596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5"/>
            <p:cNvSpPr/>
            <p:nvPr/>
          </p:nvSpPr>
          <p:spPr>
            <a:xfrm>
              <a:off x="1504138" y="3317850"/>
              <a:ext cx="259100" cy="233225"/>
            </a:xfrm>
            <a:custGeom>
              <a:rect b="b" l="l" r="r" t="t"/>
              <a:pathLst>
                <a:path extrusionOk="0" h="9329" w="10364">
                  <a:moveTo>
                    <a:pt x="4849" y="1"/>
                  </a:moveTo>
                  <a:cubicBezTo>
                    <a:pt x="4454" y="1"/>
                    <a:pt x="4054" y="62"/>
                    <a:pt x="3661" y="194"/>
                  </a:cubicBezTo>
                  <a:cubicBezTo>
                    <a:pt x="1" y="1412"/>
                    <a:pt x="642" y="6202"/>
                    <a:pt x="2007" y="8889"/>
                  </a:cubicBezTo>
                  <a:cubicBezTo>
                    <a:pt x="2164" y="9198"/>
                    <a:pt x="2447" y="9329"/>
                    <a:pt x="2725" y="9329"/>
                  </a:cubicBezTo>
                  <a:cubicBezTo>
                    <a:pt x="3229" y="9329"/>
                    <a:pt x="3719" y="8903"/>
                    <a:pt x="3432" y="8338"/>
                  </a:cubicBezTo>
                  <a:cubicBezTo>
                    <a:pt x="2493" y="6492"/>
                    <a:pt x="1408" y="2494"/>
                    <a:pt x="4212" y="1617"/>
                  </a:cubicBezTo>
                  <a:cubicBezTo>
                    <a:pt x="4496" y="1528"/>
                    <a:pt x="4764" y="1487"/>
                    <a:pt x="5015" y="1487"/>
                  </a:cubicBezTo>
                  <a:cubicBezTo>
                    <a:pt x="7297" y="1487"/>
                    <a:pt x="8308" y="4856"/>
                    <a:pt x="8781" y="6624"/>
                  </a:cubicBezTo>
                  <a:cubicBezTo>
                    <a:pt x="8872" y="6969"/>
                    <a:pt x="9119" y="7114"/>
                    <a:pt x="9383" y="7114"/>
                  </a:cubicBezTo>
                  <a:cubicBezTo>
                    <a:pt x="9846" y="7114"/>
                    <a:pt x="10363" y="6669"/>
                    <a:pt x="10204" y="6072"/>
                  </a:cubicBezTo>
                  <a:cubicBezTo>
                    <a:pt x="9738" y="4319"/>
                    <a:pt x="9197" y="2529"/>
                    <a:pt x="7838" y="1250"/>
                  </a:cubicBezTo>
                  <a:cubicBezTo>
                    <a:pt x="7015" y="477"/>
                    <a:pt x="5948" y="1"/>
                    <a:pt x="484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5"/>
            <p:cNvSpPr/>
            <p:nvPr/>
          </p:nvSpPr>
          <p:spPr>
            <a:xfrm>
              <a:off x="1365488" y="3403850"/>
              <a:ext cx="714500" cy="634125"/>
            </a:xfrm>
            <a:custGeom>
              <a:rect b="b" l="l" r="r" t="t"/>
              <a:pathLst>
                <a:path extrusionOk="0" h="25365" w="28580">
                  <a:moveTo>
                    <a:pt x="17433" y="1"/>
                  </a:moveTo>
                  <a:cubicBezTo>
                    <a:pt x="17107" y="1"/>
                    <a:pt x="16772" y="14"/>
                    <a:pt x="16430" y="39"/>
                  </a:cubicBezTo>
                  <a:cubicBezTo>
                    <a:pt x="12010" y="355"/>
                    <a:pt x="6435" y="2709"/>
                    <a:pt x="3900" y="5471"/>
                  </a:cubicBezTo>
                  <a:cubicBezTo>
                    <a:pt x="3699" y="5689"/>
                    <a:pt x="3515" y="5919"/>
                    <a:pt x="3341" y="6158"/>
                  </a:cubicBezTo>
                  <a:cubicBezTo>
                    <a:pt x="3094" y="6507"/>
                    <a:pt x="2866" y="6867"/>
                    <a:pt x="2656" y="7238"/>
                  </a:cubicBezTo>
                  <a:cubicBezTo>
                    <a:pt x="1" y="11905"/>
                    <a:pt x="141" y="18284"/>
                    <a:pt x="1834" y="22452"/>
                  </a:cubicBezTo>
                  <a:cubicBezTo>
                    <a:pt x="2219" y="23397"/>
                    <a:pt x="2729" y="24340"/>
                    <a:pt x="3681" y="24879"/>
                  </a:cubicBezTo>
                  <a:cubicBezTo>
                    <a:pt x="4303" y="25228"/>
                    <a:pt x="5026" y="25364"/>
                    <a:pt x="5796" y="25364"/>
                  </a:cubicBezTo>
                  <a:cubicBezTo>
                    <a:pt x="7139" y="25364"/>
                    <a:pt x="8628" y="24951"/>
                    <a:pt x="9978" y="24528"/>
                  </a:cubicBezTo>
                  <a:cubicBezTo>
                    <a:pt x="11390" y="24084"/>
                    <a:pt x="12804" y="23638"/>
                    <a:pt x="14217" y="23200"/>
                  </a:cubicBezTo>
                  <a:cubicBezTo>
                    <a:pt x="16128" y="22598"/>
                    <a:pt x="18038" y="21999"/>
                    <a:pt x="19947" y="21402"/>
                  </a:cubicBezTo>
                  <a:cubicBezTo>
                    <a:pt x="23043" y="20431"/>
                    <a:pt x="26578" y="19103"/>
                    <a:pt x="27775" y="16448"/>
                  </a:cubicBezTo>
                  <a:cubicBezTo>
                    <a:pt x="28579" y="14663"/>
                    <a:pt x="28037" y="12808"/>
                    <a:pt x="27406" y="11138"/>
                  </a:cubicBezTo>
                  <a:cubicBezTo>
                    <a:pt x="26609" y="9027"/>
                    <a:pt x="25678" y="6970"/>
                    <a:pt x="24616" y="4978"/>
                  </a:cubicBezTo>
                  <a:cubicBezTo>
                    <a:pt x="23647" y="3153"/>
                    <a:pt x="22449" y="1280"/>
                    <a:pt x="20320" y="459"/>
                  </a:cubicBezTo>
                  <a:cubicBezTo>
                    <a:pt x="20287" y="446"/>
                    <a:pt x="20258" y="434"/>
                    <a:pt x="20225" y="423"/>
                  </a:cubicBezTo>
                  <a:cubicBezTo>
                    <a:pt x="19863" y="293"/>
                    <a:pt x="19489" y="196"/>
                    <a:pt x="19110" y="136"/>
                  </a:cubicBezTo>
                  <a:cubicBezTo>
                    <a:pt x="18587" y="44"/>
                    <a:pt x="18025" y="1"/>
                    <a:pt x="1743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5"/>
            <p:cNvSpPr/>
            <p:nvPr/>
          </p:nvSpPr>
          <p:spPr>
            <a:xfrm>
              <a:off x="1652138" y="4098625"/>
              <a:ext cx="481200" cy="345200"/>
            </a:xfrm>
            <a:custGeom>
              <a:rect b="b" l="l" r="r" t="t"/>
              <a:pathLst>
                <a:path extrusionOk="0" h="13808" w="19248">
                  <a:moveTo>
                    <a:pt x="15128" y="1"/>
                  </a:moveTo>
                  <a:cubicBezTo>
                    <a:pt x="14639" y="1"/>
                    <a:pt x="14146" y="125"/>
                    <a:pt x="13665" y="253"/>
                  </a:cubicBezTo>
                  <a:cubicBezTo>
                    <a:pt x="13429" y="315"/>
                    <a:pt x="13194" y="381"/>
                    <a:pt x="12956" y="446"/>
                  </a:cubicBezTo>
                  <a:cubicBezTo>
                    <a:pt x="10400" y="1148"/>
                    <a:pt x="7845" y="1952"/>
                    <a:pt x="5417" y="3017"/>
                  </a:cubicBezTo>
                  <a:cubicBezTo>
                    <a:pt x="3880" y="3693"/>
                    <a:pt x="2077" y="4240"/>
                    <a:pt x="893" y="5477"/>
                  </a:cubicBezTo>
                  <a:cubicBezTo>
                    <a:pt x="125" y="6281"/>
                    <a:pt x="1" y="7458"/>
                    <a:pt x="266" y="8667"/>
                  </a:cubicBezTo>
                  <a:cubicBezTo>
                    <a:pt x="335" y="8983"/>
                    <a:pt x="427" y="9294"/>
                    <a:pt x="542" y="9595"/>
                  </a:cubicBezTo>
                  <a:cubicBezTo>
                    <a:pt x="739" y="10131"/>
                    <a:pt x="991" y="10642"/>
                    <a:pt x="1293" y="11127"/>
                  </a:cubicBezTo>
                  <a:cubicBezTo>
                    <a:pt x="1971" y="12216"/>
                    <a:pt x="2857" y="13102"/>
                    <a:pt x="3692" y="13449"/>
                  </a:cubicBezTo>
                  <a:cubicBezTo>
                    <a:pt x="4308" y="13702"/>
                    <a:pt x="4967" y="13807"/>
                    <a:pt x="5639" y="13807"/>
                  </a:cubicBezTo>
                  <a:cubicBezTo>
                    <a:pt x="6588" y="13807"/>
                    <a:pt x="7564" y="13597"/>
                    <a:pt x="8478" y="13298"/>
                  </a:cubicBezTo>
                  <a:cubicBezTo>
                    <a:pt x="9393" y="13000"/>
                    <a:pt x="10307" y="12674"/>
                    <a:pt x="11215" y="12327"/>
                  </a:cubicBezTo>
                  <a:cubicBezTo>
                    <a:pt x="12704" y="11757"/>
                    <a:pt x="14177" y="11127"/>
                    <a:pt x="15608" y="10454"/>
                  </a:cubicBezTo>
                  <a:cubicBezTo>
                    <a:pt x="16397" y="10082"/>
                    <a:pt x="17197" y="9694"/>
                    <a:pt x="17866" y="9137"/>
                  </a:cubicBezTo>
                  <a:cubicBezTo>
                    <a:pt x="18703" y="8441"/>
                    <a:pt x="19248" y="7540"/>
                    <a:pt x="19198" y="6471"/>
                  </a:cubicBezTo>
                  <a:cubicBezTo>
                    <a:pt x="19156" y="5630"/>
                    <a:pt x="18820" y="4883"/>
                    <a:pt x="18542" y="4110"/>
                  </a:cubicBezTo>
                  <a:cubicBezTo>
                    <a:pt x="18431" y="3790"/>
                    <a:pt x="18334" y="3467"/>
                    <a:pt x="18237" y="3138"/>
                  </a:cubicBezTo>
                  <a:cubicBezTo>
                    <a:pt x="18142" y="2827"/>
                    <a:pt x="18047" y="2513"/>
                    <a:pt x="17921" y="2210"/>
                  </a:cubicBezTo>
                  <a:cubicBezTo>
                    <a:pt x="17831" y="1978"/>
                    <a:pt x="17722" y="1755"/>
                    <a:pt x="17594" y="1541"/>
                  </a:cubicBezTo>
                  <a:cubicBezTo>
                    <a:pt x="17126" y="770"/>
                    <a:pt x="16355" y="125"/>
                    <a:pt x="15423" y="17"/>
                  </a:cubicBezTo>
                  <a:cubicBezTo>
                    <a:pt x="15325" y="6"/>
                    <a:pt x="15227" y="1"/>
                    <a:pt x="1512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5"/>
            <p:cNvSpPr/>
            <p:nvPr/>
          </p:nvSpPr>
          <p:spPr>
            <a:xfrm>
              <a:off x="1512138" y="3800250"/>
              <a:ext cx="218275" cy="357825"/>
            </a:xfrm>
            <a:custGeom>
              <a:rect b="b" l="l" r="r" t="t"/>
              <a:pathLst>
                <a:path extrusionOk="0" h="14313" w="8731">
                  <a:moveTo>
                    <a:pt x="2646" y="1"/>
                  </a:moveTo>
                  <a:cubicBezTo>
                    <a:pt x="1334" y="1"/>
                    <a:pt x="0" y="1233"/>
                    <a:pt x="612" y="2933"/>
                  </a:cubicBezTo>
                  <a:lnTo>
                    <a:pt x="4201" y="12897"/>
                  </a:lnTo>
                  <a:cubicBezTo>
                    <a:pt x="4559" y="13892"/>
                    <a:pt x="5318" y="14313"/>
                    <a:pt x="6085" y="14313"/>
                  </a:cubicBezTo>
                  <a:cubicBezTo>
                    <a:pt x="7397" y="14313"/>
                    <a:pt x="8730" y="13081"/>
                    <a:pt x="8117" y="11380"/>
                  </a:cubicBezTo>
                  <a:lnTo>
                    <a:pt x="4530" y="1416"/>
                  </a:lnTo>
                  <a:cubicBezTo>
                    <a:pt x="4172" y="422"/>
                    <a:pt x="3412" y="1"/>
                    <a:pt x="264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5"/>
            <p:cNvSpPr/>
            <p:nvPr/>
          </p:nvSpPr>
          <p:spPr>
            <a:xfrm>
              <a:off x="1802988" y="3697750"/>
              <a:ext cx="230600" cy="355125"/>
            </a:xfrm>
            <a:custGeom>
              <a:rect b="b" l="l" r="r" t="t"/>
              <a:pathLst>
                <a:path extrusionOk="0" h="14205" w="9224">
                  <a:moveTo>
                    <a:pt x="2702" y="0"/>
                  </a:moveTo>
                  <a:cubicBezTo>
                    <a:pt x="1369" y="0"/>
                    <a:pt x="0" y="1198"/>
                    <a:pt x="640" y="2806"/>
                  </a:cubicBezTo>
                  <a:lnTo>
                    <a:pt x="4666" y="12916"/>
                  </a:lnTo>
                  <a:cubicBezTo>
                    <a:pt x="5026" y="13823"/>
                    <a:pt x="5768" y="14205"/>
                    <a:pt x="6521" y="14205"/>
                  </a:cubicBezTo>
                  <a:cubicBezTo>
                    <a:pt x="7854" y="14205"/>
                    <a:pt x="9223" y="13008"/>
                    <a:pt x="8583" y="11400"/>
                  </a:cubicBezTo>
                  <a:cubicBezTo>
                    <a:pt x="7240" y="8028"/>
                    <a:pt x="5899" y="4659"/>
                    <a:pt x="4556" y="1288"/>
                  </a:cubicBezTo>
                  <a:cubicBezTo>
                    <a:pt x="4195" y="382"/>
                    <a:pt x="3454" y="0"/>
                    <a:pt x="270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 name="Google Shape;2335;p65"/>
          <p:cNvGrpSpPr/>
          <p:nvPr/>
        </p:nvGrpSpPr>
        <p:grpSpPr>
          <a:xfrm rot="-620351">
            <a:off x="2721685" y="2801194"/>
            <a:ext cx="835387" cy="627509"/>
            <a:chOff x="5165189" y="3719901"/>
            <a:chExt cx="835271" cy="627422"/>
          </a:xfrm>
        </p:grpSpPr>
        <p:sp>
          <p:nvSpPr>
            <p:cNvPr id="2336" name="Google Shape;2336;p65"/>
            <p:cNvSpPr/>
            <p:nvPr/>
          </p:nvSpPr>
          <p:spPr>
            <a:xfrm rot="-1058202">
              <a:off x="5216481" y="3970066"/>
              <a:ext cx="153895" cy="362462"/>
            </a:xfrm>
            <a:custGeom>
              <a:rect b="b" l="l" r="r" t="t"/>
              <a:pathLst>
                <a:path extrusionOk="0" h="2042" w="867">
                  <a:moveTo>
                    <a:pt x="572" y="1"/>
                  </a:moveTo>
                  <a:cubicBezTo>
                    <a:pt x="546" y="1"/>
                    <a:pt x="521" y="7"/>
                    <a:pt x="498" y="20"/>
                  </a:cubicBezTo>
                  <a:cubicBezTo>
                    <a:pt x="345" y="101"/>
                    <a:pt x="215" y="288"/>
                    <a:pt x="94" y="417"/>
                  </a:cubicBezTo>
                  <a:cubicBezTo>
                    <a:pt x="0" y="517"/>
                    <a:pt x="98" y="664"/>
                    <a:pt x="208" y="664"/>
                  </a:cubicBezTo>
                  <a:cubicBezTo>
                    <a:pt x="240" y="664"/>
                    <a:pt x="274" y="651"/>
                    <a:pt x="304" y="620"/>
                  </a:cubicBezTo>
                  <a:cubicBezTo>
                    <a:pt x="361" y="563"/>
                    <a:pt x="417" y="482"/>
                    <a:pt x="490" y="409"/>
                  </a:cubicBezTo>
                  <a:lnTo>
                    <a:pt x="490" y="409"/>
                  </a:lnTo>
                  <a:cubicBezTo>
                    <a:pt x="490" y="482"/>
                    <a:pt x="482" y="563"/>
                    <a:pt x="490" y="595"/>
                  </a:cubicBezTo>
                  <a:lnTo>
                    <a:pt x="515" y="1057"/>
                  </a:lnTo>
                  <a:cubicBezTo>
                    <a:pt x="531" y="1340"/>
                    <a:pt x="555" y="1615"/>
                    <a:pt x="571" y="1899"/>
                  </a:cubicBezTo>
                  <a:cubicBezTo>
                    <a:pt x="575" y="1995"/>
                    <a:pt x="649" y="2042"/>
                    <a:pt x="721" y="2042"/>
                  </a:cubicBezTo>
                  <a:cubicBezTo>
                    <a:pt x="794" y="2042"/>
                    <a:pt x="867" y="1993"/>
                    <a:pt x="863" y="1899"/>
                  </a:cubicBezTo>
                  <a:cubicBezTo>
                    <a:pt x="838" y="1510"/>
                    <a:pt x="814" y="1122"/>
                    <a:pt x="790" y="725"/>
                  </a:cubicBezTo>
                  <a:cubicBezTo>
                    <a:pt x="774" y="539"/>
                    <a:pt x="830" y="182"/>
                    <a:pt x="676" y="45"/>
                  </a:cubicBezTo>
                  <a:cubicBezTo>
                    <a:pt x="647" y="16"/>
                    <a:pt x="609" y="1"/>
                    <a:pt x="57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5"/>
            <p:cNvSpPr/>
            <p:nvPr/>
          </p:nvSpPr>
          <p:spPr>
            <a:xfrm rot="-1058202">
              <a:off x="5711232" y="3748710"/>
              <a:ext cx="243179" cy="341694"/>
            </a:xfrm>
            <a:custGeom>
              <a:rect b="b" l="l" r="r" t="t"/>
              <a:pathLst>
                <a:path extrusionOk="0" h="1925" w="1370">
                  <a:moveTo>
                    <a:pt x="575" y="0"/>
                  </a:moveTo>
                  <a:cubicBezTo>
                    <a:pt x="401" y="0"/>
                    <a:pt x="225" y="61"/>
                    <a:pt x="106" y="172"/>
                  </a:cubicBezTo>
                  <a:cubicBezTo>
                    <a:pt x="0" y="272"/>
                    <a:pt x="100" y="419"/>
                    <a:pt x="215" y="419"/>
                  </a:cubicBezTo>
                  <a:cubicBezTo>
                    <a:pt x="249" y="419"/>
                    <a:pt x="285" y="406"/>
                    <a:pt x="317" y="374"/>
                  </a:cubicBezTo>
                  <a:cubicBezTo>
                    <a:pt x="366" y="325"/>
                    <a:pt x="464" y="298"/>
                    <a:pt x="561" y="298"/>
                  </a:cubicBezTo>
                  <a:cubicBezTo>
                    <a:pt x="736" y="298"/>
                    <a:pt x="906" y="387"/>
                    <a:pt x="770" y="601"/>
                  </a:cubicBezTo>
                  <a:cubicBezTo>
                    <a:pt x="697" y="714"/>
                    <a:pt x="479" y="795"/>
                    <a:pt x="365" y="836"/>
                  </a:cubicBezTo>
                  <a:cubicBezTo>
                    <a:pt x="200" y="896"/>
                    <a:pt x="258" y="1124"/>
                    <a:pt x="409" y="1124"/>
                  </a:cubicBezTo>
                  <a:cubicBezTo>
                    <a:pt x="421" y="1124"/>
                    <a:pt x="433" y="1122"/>
                    <a:pt x="446" y="1119"/>
                  </a:cubicBezTo>
                  <a:cubicBezTo>
                    <a:pt x="475" y="1115"/>
                    <a:pt x="544" y="1110"/>
                    <a:pt x="625" y="1110"/>
                  </a:cubicBezTo>
                  <a:cubicBezTo>
                    <a:pt x="883" y="1110"/>
                    <a:pt x="1272" y="1167"/>
                    <a:pt x="964" y="1524"/>
                  </a:cubicBezTo>
                  <a:cubicBezTo>
                    <a:pt x="883" y="1619"/>
                    <a:pt x="755" y="1645"/>
                    <a:pt x="626" y="1645"/>
                  </a:cubicBezTo>
                  <a:cubicBezTo>
                    <a:pt x="511" y="1645"/>
                    <a:pt x="396" y="1625"/>
                    <a:pt x="308" y="1613"/>
                  </a:cubicBezTo>
                  <a:cubicBezTo>
                    <a:pt x="301" y="1612"/>
                    <a:pt x="293" y="1612"/>
                    <a:pt x="286" y="1612"/>
                  </a:cubicBezTo>
                  <a:cubicBezTo>
                    <a:pt x="116" y="1612"/>
                    <a:pt x="49" y="1873"/>
                    <a:pt x="236" y="1897"/>
                  </a:cubicBezTo>
                  <a:cubicBezTo>
                    <a:pt x="336" y="1913"/>
                    <a:pt x="450" y="1924"/>
                    <a:pt x="567" y="1924"/>
                  </a:cubicBezTo>
                  <a:cubicBezTo>
                    <a:pt x="921" y="1924"/>
                    <a:pt x="1294" y="1817"/>
                    <a:pt x="1337" y="1403"/>
                  </a:cubicBezTo>
                  <a:cubicBezTo>
                    <a:pt x="1369" y="1087"/>
                    <a:pt x="1175" y="925"/>
                    <a:pt x="932" y="860"/>
                  </a:cubicBezTo>
                  <a:cubicBezTo>
                    <a:pt x="1102" y="706"/>
                    <a:pt x="1215" y="512"/>
                    <a:pt x="1086" y="269"/>
                  </a:cubicBezTo>
                  <a:cubicBezTo>
                    <a:pt x="985" y="85"/>
                    <a:pt x="782" y="0"/>
                    <a:pt x="57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5"/>
            <p:cNvSpPr/>
            <p:nvPr/>
          </p:nvSpPr>
          <p:spPr>
            <a:xfrm rot="-1058202">
              <a:off x="5434331" y="3931896"/>
              <a:ext cx="246019" cy="215489"/>
            </a:xfrm>
            <a:custGeom>
              <a:rect b="b" l="l" r="r" t="t"/>
              <a:pathLst>
                <a:path extrusionOk="0" h="1214" w="1386">
                  <a:moveTo>
                    <a:pt x="632" y="0"/>
                  </a:moveTo>
                  <a:cubicBezTo>
                    <a:pt x="579" y="0"/>
                    <a:pt x="527" y="35"/>
                    <a:pt x="527" y="104"/>
                  </a:cubicBezTo>
                  <a:cubicBezTo>
                    <a:pt x="494" y="225"/>
                    <a:pt x="486" y="338"/>
                    <a:pt x="494" y="460"/>
                  </a:cubicBezTo>
                  <a:cubicBezTo>
                    <a:pt x="349" y="476"/>
                    <a:pt x="211" y="508"/>
                    <a:pt x="73" y="549"/>
                  </a:cubicBezTo>
                  <a:cubicBezTo>
                    <a:pt x="1" y="589"/>
                    <a:pt x="17" y="711"/>
                    <a:pt x="98" y="735"/>
                  </a:cubicBezTo>
                  <a:cubicBezTo>
                    <a:pt x="235" y="735"/>
                    <a:pt x="373" y="735"/>
                    <a:pt x="503" y="719"/>
                  </a:cubicBezTo>
                  <a:cubicBezTo>
                    <a:pt x="503" y="865"/>
                    <a:pt x="527" y="1002"/>
                    <a:pt x="584" y="1140"/>
                  </a:cubicBezTo>
                  <a:cubicBezTo>
                    <a:pt x="605" y="1190"/>
                    <a:pt x="650" y="1213"/>
                    <a:pt x="696" y="1213"/>
                  </a:cubicBezTo>
                  <a:cubicBezTo>
                    <a:pt x="754" y="1213"/>
                    <a:pt x="813" y="1176"/>
                    <a:pt x="826" y="1108"/>
                  </a:cubicBezTo>
                  <a:cubicBezTo>
                    <a:pt x="835" y="970"/>
                    <a:pt x="818" y="824"/>
                    <a:pt x="794" y="687"/>
                  </a:cubicBezTo>
                  <a:cubicBezTo>
                    <a:pt x="964" y="678"/>
                    <a:pt x="1134" y="646"/>
                    <a:pt x="1288" y="581"/>
                  </a:cubicBezTo>
                  <a:cubicBezTo>
                    <a:pt x="1385" y="549"/>
                    <a:pt x="1369" y="411"/>
                    <a:pt x="1264" y="403"/>
                  </a:cubicBezTo>
                  <a:cubicBezTo>
                    <a:pt x="1200" y="394"/>
                    <a:pt x="1135" y="389"/>
                    <a:pt x="1069" y="389"/>
                  </a:cubicBezTo>
                  <a:cubicBezTo>
                    <a:pt x="969" y="389"/>
                    <a:pt x="868" y="400"/>
                    <a:pt x="770" y="419"/>
                  </a:cubicBezTo>
                  <a:cubicBezTo>
                    <a:pt x="770" y="314"/>
                    <a:pt x="754" y="209"/>
                    <a:pt x="737" y="104"/>
                  </a:cubicBezTo>
                  <a:cubicBezTo>
                    <a:pt x="737" y="35"/>
                    <a:pt x="685" y="0"/>
                    <a:pt x="63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2" name="Shape 2342"/>
        <p:cNvGrpSpPr/>
        <p:nvPr/>
      </p:nvGrpSpPr>
      <p:grpSpPr>
        <a:xfrm>
          <a:off x="0" y="0"/>
          <a:ext cx="0" cy="0"/>
          <a:chOff x="0" y="0"/>
          <a:chExt cx="0" cy="0"/>
        </a:xfrm>
      </p:grpSpPr>
      <p:sp>
        <p:nvSpPr>
          <p:cNvPr id="2343" name="Google Shape;2343;p66"/>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EXERCISE 1</a:t>
            </a:r>
            <a:endParaRPr b="1" sz="3600">
              <a:latin typeface="Patrick Hand"/>
              <a:ea typeface="Patrick Hand"/>
              <a:cs typeface="Patrick Hand"/>
              <a:sym typeface="Patrick Hand"/>
            </a:endParaRPr>
          </a:p>
        </p:txBody>
      </p:sp>
      <p:sp>
        <p:nvSpPr>
          <p:cNvPr id="2344" name="Google Shape;2344;p66"/>
          <p:cNvSpPr txBox="1"/>
          <p:nvPr/>
        </p:nvSpPr>
        <p:spPr>
          <a:xfrm>
            <a:off x="1643250" y="1613100"/>
            <a:ext cx="5857500" cy="4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500">
                <a:solidFill>
                  <a:schemeClr val="dk1"/>
                </a:solidFill>
                <a:latin typeface="Barlow"/>
                <a:ea typeface="Barlow"/>
                <a:cs typeface="Barlow"/>
                <a:sym typeface="Barlow"/>
              </a:rPr>
              <a:t>Multiplication of fractions with the area model</a:t>
            </a:r>
            <a:endParaRPr b="1" sz="1500">
              <a:solidFill>
                <a:schemeClr val="dk1"/>
              </a:solidFill>
              <a:latin typeface="Barlow"/>
              <a:ea typeface="Barlow"/>
              <a:cs typeface="Barlow"/>
              <a:sym typeface="Barlow"/>
            </a:endParaRPr>
          </a:p>
        </p:txBody>
      </p:sp>
      <p:sp>
        <p:nvSpPr>
          <p:cNvPr id="2345" name="Google Shape;2345;p66"/>
          <p:cNvSpPr txBox="1"/>
          <p:nvPr/>
        </p:nvSpPr>
        <p:spPr>
          <a:xfrm>
            <a:off x="1643250" y="2162188"/>
            <a:ext cx="5857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"Jon bought a green tablecloth that is 2/3 meters long and 1/2 meters wide. How many square meters is the area of ​​the tablecloth?"</a:t>
            </a:r>
            <a:endParaRPr sz="1500">
              <a:solidFill>
                <a:schemeClr val="dk2"/>
              </a:solidFill>
              <a:latin typeface="Barlow Medium"/>
              <a:ea typeface="Barlow Medium"/>
              <a:cs typeface="Barlow Medium"/>
              <a:sym typeface="Barlow Medium"/>
            </a:endParaRPr>
          </a:p>
        </p:txBody>
      </p:sp>
      <p:sp>
        <p:nvSpPr>
          <p:cNvPr id="2346" name="Google Shape;2346;p66"/>
          <p:cNvSpPr/>
          <p:nvPr/>
        </p:nvSpPr>
        <p:spPr>
          <a:xfrm>
            <a:off x="2701275" y="3293150"/>
            <a:ext cx="1302900" cy="482700"/>
          </a:xfrm>
          <a:prstGeom prst="roundRect">
            <a:avLst>
              <a:gd fmla="val 16667" name="adj"/>
            </a:avLst>
          </a:prstGeom>
          <a:solidFill>
            <a:schemeClr val="accen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6"/>
          <p:cNvSpPr txBox="1"/>
          <p:nvPr/>
        </p:nvSpPr>
        <p:spPr>
          <a:xfrm>
            <a:off x="3215475" y="3293150"/>
            <a:ext cx="898500" cy="48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2"/>
                </a:solidFill>
                <a:latin typeface="Barlow Medium"/>
                <a:ea typeface="Barlow Medium"/>
                <a:cs typeface="Barlow Medium"/>
                <a:sym typeface="Barlow Medium"/>
              </a:rPr>
              <a:t>2/6</a:t>
            </a:r>
            <a:endParaRPr sz="2200">
              <a:solidFill>
                <a:schemeClr val="dk2"/>
              </a:solidFill>
              <a:latin typeface="Barlow Medium"/>
              <a:ea typeface="Barlow Medium"/>
              <a:cs typeface="Barlow Medium"/>
              <a:sym typeface="Barlow Medium"/>
            </a:endParaRPr>
          </a:p>
        </p:txBody>
      </p:sp>
      <p:sp>
        <p:nvSpPr>
          <p:cNvPr id="2348" name="Google Shape;2348;p66"/>
          <p:cNvSpPr/>
          <p:nvPr/>
        </p:nvSpPr>
        <p:spPr>
          <a:xfrm>
            <a:off x="2850875" y="3428150"/>
            <a:ext cx="212700" cy="2127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6"/>
          <p:cNvSpPr/>
          <p:nvPr/>
        </p:nvSpPr>
        <p:spPr>
          <a:xfrm>
            <a:off x="5030025" y="3293150"/>
            <a:ext cx="1302900" cy="482700"/>
          </a:xfrm>
          <a:prstGeom prst="roundRect">
            <a:avLst>
              <a:gd fmla="val 16667" name="adj"/>
            </a:avLst>
          </a:prstGeom>
          <a:solidFill>
            <a:schemeClr val="accent2"/>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6"/>
          <p:cNvSpPr txBox="1"/>
          <p:nvPr/>
        </p:nvSpPr>
        <p:spPr>
          <a:xfrm>
            <a:off x="5544225" y="3293150"/>
            <a:ext cx="898500" cy="48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2"/>
                </a:solidFill>
                <a:latin typeface="Barlow Medium"/>
                <a:ea typeface="Barlow Medium"/>
                <a:cs typeface="Barlow Medium"/>
                <a:sym typeface="Barlow Medium"/>
              </a:rPr>
              <a:t>3/9</a:t>
            </a:r>
            <a:endParaRPr sz="2200">
              <a:solidFill>
                <a:schemeClr val="dk2"/>
              </a:solidFill>
              <a:latin typeface="Barlow Medium"/>
              <a:ea typeface="Barlow Medium"/>
              <a:cs typeface="Barlow Medium"/>
              <a:sym typeface="Barlow Medium"/>
            </a:endParaRPr>
          </a:p>
        </p:txBody>
      </p:sp>
      <p:sp>
        <p:nvSpPr>
          <p:cNvPr id="2351" name="Google Shape;2351;p66"/>
          <p:cNvSpPr/>
          <p:nvPr/>
        </p:nvSpPr>
        <p:spPr>
          <a:xfrm>
            <a:off x="5179625" y="3428150"/>
            <a:ext cx="212700" cy="2127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5" name="Shape 2355"/>
        <p:cNvGrpSpPr/>
        <p:nvPr/>
      </p:nvGrpSpPr>
      <p:grpSpPr>
        <a:xfrm>
          <a:off x="0" y="0"/>
          <a:ext cx="0" cy="0"/>
          <a:chOff x="0" y="0"/>
          <a:chExt cx="0" cy="0"/>
        </a:xfrm>
      </p:grpSpPr>
      <p:sp>
        <p:nvSpPr>
          <p:cNvPr id="2356" name="Google Shape;2356;p67"/>
          <p:cNvSpPr/>
          <p:nvPr/>
        </p:nvSpPr>
        <p:spPr>
          <a:xfrm>
            <a:off x="3107763" y="3309275"/>
            <a:ext cx="1118700" cy="757200"/>
          </a:xfrm>
          <a:prstGeom prst="roundRect">
            <a:avLst>
              <a:gd fmla="val 16667" name="adj"/>
            </a:avLst>
          </a:prstGeom>
          <a:solidFill>
            <a:schemeClr val="accen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EXERCISE 2</a:t>
            </a:r>
            <a:endParaRPr b="1" sz="3600">
              <a:latin typeface="Patrick Hand"/>
              <a:ea typeface="Patrick Hand"/>
              <a:cs typeface="Patrick Hand"/>
              <a:sym typeface="Patrick Hand"/>
            </a:endParaRPr>
          </a:p>
        </p:txBody>
      </p:sp>
      <p:sp>
        <p:nvSpPr>
          <p:cNvPr id="2358" name="Google Shape;2358;p67"/>
          <p:cNvSpPr txBox="1"/>
          <p:nvPr/>
        </p:nvSpPr>
        <p:spPr>
          <a:xfrm>
            <a:off x="1803150" y="1613100"/>
            <a:ext cx="5537700" cy="4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500">
                <a:solidFill>
                  <a:schemeClr val="dk1"/>
                </a:solidFill>
                <a:latin typeface="Barlow"/>
                <a:ea typeface="Barlow"/>
                <a:cs typeface="Barlow"/>
                <a:sym typeface="Barlow"/>
              </a:rPr>
              <a:t>Add and subtract fractions with different denominators</a:t>
            </a:r>
            <a:endParaRPr b="1" sz="1500">
              <a:solidFill>
                <a:schemeClr val="dk1"/>
              </a:solidFill>
              <a:latin typeface="Barlow"/>
              <a:ea typeface="Barlow"/>
              <a:cs typeface="Barlow"/>
              <a:sym typeface="Barlow"/>
            </a:endParaRPr>
          </a:p>
        </p:txBody>
      </p:sp>
      <p:sp>
        <p:nvSpPr>
          <p:cNvPr id="2359" name="Google Shape;2359;p67"/>
          <p:cNvSpPr txBox="1"/>
          <p:nvPr/>
        </p:nvSpPr>
        <p:spPr>
          <a:xfrm>
            <a:off x="1803150" y="2031050"/>
            <a:ext cx="55377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sz="1500">
                <a:solidFill>
                  <a:schemeClr val="dk2"/>
                </a:solidFill>
                <a:latin typeface="Barlow Medium"/>
                <a:ea typeface="Barlow Medium"/>
                <a:cs typeface="Barlow Medium"/>
                <a:sym typeface="Barlow Medium"/>
              </a:rPr>
              <a:t>Pablo has eaten 1/2 of the cake and his sister 1/4, What portion</a:t>
            </a:r>
            <a:endParaRPr sz="1500">
              <a:solidFill>
                <a:schemeClr val="dk2"/>
              </a:solidFill>
              <a:latin typeface="Barlow Medium"/>
              <a:ea typeface="Barlow Medium"/>
              <a:cs typeface="Barlow Medium"/>
              <a:sym typeface="Barlow Medium"/>
            </a:endParaRPr>
          </a:p>
          <a:p>
            <a:pPr indent="0" lvl="0" marL="0" rtl="0" algn="ctr">
              <a:spcBef>
                <a:spcPts val="0"/>
              </a:spcBef>
              <a:spcAft>
                <a:spcPts val="0"/>
              </a:spcAft>
              <a:buNone/>
            </a:pPr>
            <a:r>
              <a:rPr lang="en" sz="1500">
                <a:solidFill>
                  <a:schemeClr val="dk2"/>
                </a:solidFill>
                <a:latin typeface="Barlow Medium"/>
                <a:ea typeface="Barlow Medium"/>
                <a:cs typeface="Barlow Medium"/>
                <a:sym typeface="Barlow Medium"/>
              </a:rPr>
              <a:t>of cake have they eaten?</a:t>
            </a:r>
            <a:endParaRPr sz="1500">
              <a:solidFill>
                <a:schemeClr val="dk2"/>
              </a:solidFill>
              <a:latin typeface="Barlow Medium"/>
              <a:ea typeface="Barlow Medium"/>
              <a:cs typeface="Barlow Medium"/>
              <a:sym typeface="Barlow Medium"/>
            </a:endParaRPr>
          </a:p>
        </p:txBody>
      </p:sp>
      <p:sp>
        <p:nvSpPr>
          <p:cNvPr id="2360" name="Google Shape;2360;p67"/>
          <p:cNvSpPr txBox="1"/>
          <p:nvPr/>
        </p:nvSpPr>
        <p:spPr>
          <a:xfrm>
            <a:off x="3107763" y="2941675"/>
            <a:ext cx="1118700" cy="273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Barlow"/>
                <a:ea typeface="Barlow"/>
                <a:cs typeface="Barlow"/>
                <a:sym typeface="Barlow"/>
              </a:rPr>
              <a:t>DATA</a:t>
            </a:r>
            <a:endParaRPr b="1" sz="1600">
              <a:solidFill>
                <a:schemeClr val="dk1"/>
              </a:solidFill>
              <a:latin typeface="Barlow"/>
              <a:ea typeface="Barlow"/>
              <a:cs typeface="Barlow"/>
              <a:sym typeface="Barlow"/>
            </a:endParaRPr>
          </a:p>
        </p:txBody>
      </p:sp>
      <p:sp>
        <p:nvSpPr>
          <p:cNvPr id="2361" name="Google Shape;2361;p67"/>
          <p:cNvSpPr txBox="1"/>
          <p:nvPr/>
        </p:nvSpPr>
        <p:spPr>
          <a:xfrm>
            <a:off x="4917538" y="2941675"/>
            <a:ext cx="1118700" cy="27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Barlow"/>
                <a:ea typeface="Barlow"/>
                <a:cs typeface="Barlow"/>
                <a:sym typeface="Barlow"/>
              </a:rPr>
              <a:t>SOLUTION</a:t>
            </a:r>
            <a:endParaRPr b="1" sz="1600">
              <a:solidFill>
                <a:schemeClr val="dk1"/>
              </a:solidFill>
              <a:latin typeface="Barlow"/>
              <a:ea typeface="Barlow"/>
              <a:cs typeface="Barlow"/>
              <a:sym typeface="Barlow"/>
            </a:endParaRPr>
          </a:p>
        </p:txBody>
      </p:sp>
      <p:sp>
        <p:nvSpPr>
          <p:cNvPr id="2362" name="Google Shape;2362;p67"/>
          <p:cNvSpPr txBox="1"/>
          <p:nvPr/>
        </p:nvSpPr>
        <p:spPr>
          <a:xfrm>
            <a:off x="3107763" y="3362500"/>
            <a:ext cx="1118700" cy="647400"/>
          </a:xfrm>
          <a:prstGeom prst="rect">
            <a:avLst/>
          </a:prstGeom>
          <a:noFill/>
          <a:ln>
            <a:noFill/>
          </a:ln>
        </p:spPr>
        <p:txBody>
          <a:bodyPr anchorCtr="0" anchor="t" bIns="91425" lIns="91425" spcFirstLastPara="1" rIns="91425" wrap="square" tIns="91425">
            <a:noAutofit/>
          </a:bodyPr>
          <a:lstStyle/>
          <a:p>
            <a:pPr indent="-323850" lvl="0" marL="457200" rtl="0" algn="l">
              <a:spcBef>
                <a:spcPts val="0"/>
              </a:spcBef>
              <a:spcAft>
                <a:spcPts val="0"/>
              </a:spcAft>
              <a:buClr>
                <a:schemeClr val="dk2"/>
              </a:buClr>
              <a:buSzPts val="1500"/>
              <a:buFont typeface="Barlow Medium"/>
              <a:buChar char="●"/>
            </a:pPr>
            <a:r>
              <a:rPr lang="en" sz="1500">
                <a:solidFill>
                  <a:schemeClr val="dk2"/>
                </a:solidFill>
                <a:latin typeface="Barlow Medium"/>
                <a:ea typeface="Barlow Medium"/>
                <a:cs typeface="Barlow Medium"/>
                <a:sym typeface="Barlow Medium"/>
              </a:rPr>
              <a:t>1/2</a:t>
            </a:r>
            <a:endParaRPr sz="1500">
              <a:solidFill>
                <a:schemeClr val="dk2"/>
              </a:solidFill>
              <a:latin typeface="Barlow Medium"/>
              <a:ea typeface="Barlow Medium"/>
              <a:cs typeface="Barlow Medium"/>
              <a:sym typeface="Barlow Medium"/>
            </a:endParaRPr>
          </a:p>
          <a:p>
            <a:pPr indent="-323850" lvl="0" marL="457200" rtl="0" algn="l">
              <a:spcBef>
                <a:spcPts val="0"/>
              </a:spcBef>
              <a:spcAft>
                <a:spcPts val="0"/>
              </a:spcAft>
              <a:buClr>
                <a:schemeClr val="dk2"/>
              </a:buClr>
              <a:buSzPts val="1500"/>
              <a:buFont typeface="Barlow Medium"/>
              <a:buChar char="●"/>
            </a:pPr>
            <a:r>
              <a:rPr lang="en" sz="1500">
                <a:solidFill>
                  <a:schemeClr val="dk2"/>
                </a:solidFill>
                <a:latin typeface="Barlow Medium"/>
                <a:ea typeface="Barlow Medium"/>
                <a:cs typeface="Barlow Medium"/>
                <a:sym typeface="Barlow Medium"/>
              </a:rPr>
              <a:t>1/4</a:t>
            </a:r>
            <a:endParaRPr sz="1500">
              <a:solidFill>
                <a:schemeClr val="dk2"/>
              </a:solidFill>
              <a:latin typeface="Barlow Medium"/>
              <a:ea typeface="Barlow Medium"/>
              <a:cs typeface="Barlow Medium"/>
              <a:sym typeface="Barlow Medium"/>
            </a:endParaRPr>
          </a:p>
          <a:p>
            <a:pPr indent="0" lvl="0" marL="0" rtl="0" algn="l">
              <a:spcBef>
                <a:spcPts val="0"/>
              </a:spcBef>
              <a:spcAft>
                <a:spcPts val="0"/>
              </a:spcAft>
              <a:buNone/>
            </a:pPr>
            <a:r>
              <a:t/>
            </a:r>
            <a:endParaRPr sz="1500">
              <a:solidFill>
                <a:schemeClr val="dk2"/>
              </a:solidFill>
              <a:latin typeface="Barlow Medium"/>
              <a:ea typeface="Barlow Medium"/>
              <a:cs typeface="Barlow Medium"/>
              <a:sym typeface="Barlow Medium"/>
            </a:endParaRPr>
          </a:p>
        </p:txBody>
      </p:sp>
      <p:sp>
        <p:nvSpPr>
          <p:cNvPr id="2363" name="Google Shape;2363;p67"/>
          <p:cNvSpPr/>
          <p:nvPr/>
        </p:nvSpPr>
        <p:spPr>
          <a:xfrm>
            <a:off x="4917538" y="3309275"/>
            <a:ext cx="1118700" cy="757200"/>
          </a:xfrm>
          <a:prstGeom prst="roundRect">
            <a:avLst>
              <a:gd fmla="val 16667" name="adj"/>
            </a:avLst>
          </a:prstGeom>
          <a:solidFill>
            <a:schemeClr val="accent2"/>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txBox="1"/>
          <p:nvPr/>
        </p:nvSpPr>
        <p:spPr>
          <a:xfrm>
            <a:off x="5356988" y="3362500"/>
            <a:ext cx="679200" cy="64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1/3</a:t>
            </a:r>
            <a:endParaRPr sz="1500">
              <a:solidFill>
                <a:schemeClr val="dk2"/>
              </a:solidFill>
              <a:latin typeface="Barlow Medium"/>
              <a:ea typeface="Barlow Medium"/>
              <a:cs typeface="Barlow Medium"/>
              <a:sym typeface="Barlow Medium"/>
            </a:endParaRPr>
          </a:p>
          <a:p>
            <a:pPr indent="0" lvl="0" marL="0" rtl="0" algn="l">
              <a:spcBef>
                <a:spcPts val="0"/>
              </a:spcBef>
              <a:spcAft>
                <a:spcPts val="0"/>
              </a:spcAft>
              <a:buNone/>
            </a:pPr>
            <a:r>
              <a:rPr lang="en" sz="1500">
                <a:solidFill>
                  <a:schemeClr val="dk2"/>
                </a:solidFill>
                <a:latin typeface="Barlow Medium"/>
                <a:ea typeface="Barlow Medium"/>
                <a:cs typeface="Barlow Medium"/>
                <a:sym typeface="Barlow Medium"/>
              </a:rPr>
              <a:t>6/8</a:t>
            </a:r>
            <a:endParaRPr sz="1500">
              <a:solidFill>
                <a:schemeClr val="dk2"/>
              </a:solidFill>
              <a:latin typeface="Barlow Medium"/>
              <a:ea typeface="Barlow Medium"/>
              <a:cs typeface="Barlow Medium"/>
              <a:sym typeface="Barlow Medium"/>
            </a:endParaRPr>
          </a:p>
          <a:p>
            <a:pPr indent="0" lvl="0" marL="0" rtl="0" algn="l">
              <a:spcBef>
                <a:spcPts val="0"/>
              </a:spcBef>
              <a:spcAft>
                <a:spcPts val="0"/>
              </a:spcAft>
              <a:buNone/>
            </a:pPr>
            <a:r>
              <a:t/>
            </a:r>
            <a:endParaRPr sz="1500">
              <a:solidFill>
                <a:schemeClr val="dk2"/>
              </a:solidFill>
              <a:latin typeface="Barlow Medium"/>
              <a:ea typeface="Barlow Medium"/>
              <a:cs typeface="Barlow Medium"/>
              <a:sym typeface="Barlow Medium"/>
            </a:endParaRPr>
          </a:p>
        </p:txBody>
      </p:sp>
      <p:sp>
        <p:nvSpPr>
          <p:cNvPr id="2365" name="Google Shape;2365;p67"/>
          <p:cNvSpPr/>
          <p:nvPr/>
        </p:nvSpPr>
        <p:spPr>
          <a:xfrm>
            <a:off x="5106338" y="3497325"/>
            <a:ext cx="130800" cy="130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5106338" y="3726025"/>
            <a:ext cx="130800" cy="130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0" name="Shape 2370"/>
        <p:cNvGrpSpPr/>
        <p:nvPr/>
      </p:nvGrpSpPr>
      <p:grpSpPr>
        <a:xfrm>
          <a:off x="0" y="0"/>
          <a:ext cx="0" cy="0"/>
          <a:chOff x="0" y="0"/>
          <a:chExt cx="0" cy="0"/>
        </a:xfrm>
      </p:grpSpPr>
      <p:sp>
        <p:nvSpPr>
          <p:cNvPr id="2371" name="Google Shape;2371;p68"/>
          <p:cNvSpPr/>
          <p:nvPr/>
        </p:nvSpPr>
        <p:spPr>
          <a:xfrm>
            <a:off x="3740425" y="2678975"/>
            <a:ext cx="1209600" cy="482700"/>
          </a:xfrm>
          <a:prstGeom prst="roundRect">
            <a:avLst>
              <a:gd fmla="val 16667" name="adj"/>
            </a:avLst>
          </a:prstGeom>
          <a:solidFill>
            <a:schemeClr val="accen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8"/>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EXERCISE 3</a:t>
            </a:r>
            <a:endParaRPr b="1" sz="3600">
              <a:latin typeface="Patrick Hand"/>
              <a:ea typeface="Patrick Hand"/>
              <a:cs typeface="Patrick Hand"/>
              <a:sym typeface="Patrick Hand"/>
            </a:endParaRPr>
          </a:p>
        </p:txBody>
      </p:sp>
      <p:sp>
        <p:nvSpPr>
          <p:cNvPr id="2373" name="Google Shape;2373;p68"/>
          <p:cNvSpPr txBox="1"/>
          <p:nvPr/>
        </p:nvSpPr>
        <p:spPr>
          <a:xfrm>
            <a:off x="1964250" y="1613100"/>
            <a:ext cx="5215500" cy="4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500">
                <a:solidFill>
                  <a:schemeClr val="dk2"/>
                </a:solidFill>
                <a:latin typeface="Barlow"/>
                <a:ea typeface="Barlow"/>
                <a:cs typeface="Barlow"/>
                <a:sym typeface="Barlow"/>
              </a:rPr>
              <a:t>Complete the fraction so that they are equivalent</a:t>
            </a:r>
            <a:endParaRPr b="1" sz="1500">
              <a:solidFill>
                <a:schemeClr val="dk2"/>
              </a:solidFill>
              <a:latin typeface="Barlow"/>
              <a:ea typeface="Barlow"/>
              <a:cs typeface="Barlow"/>
              <a:sym typeface="Barlow"/>
            </a:endParaRPr>
          </a:p>
        </p:txBody>
      </p:sp>
      <p:sp>
        <p:nvSpPr>
          <p:cNvPr id="2374" name="Google Shape;2374;p68"/>
          <p:cNvSpPr txBox="1"/>
          <p:nvPr/>
        </p:nvSpPr>
        <p:spPr>
          <a:xfrm>
            <a:off x="3740413" y="2678975"/>
            <a:ext cx="1209600" cy="48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2"/>
                </a:solidFill>
                <a:latin typeface="Barlow Medium"/>
                <a:ea typeface="Barlow Medium"/>
                <a:cs typeface="Barlow Medium"/>
                <a:sym typeface="Barlow Medium"/>
              </a:rPr>
              <a:t>1/4</a:t>
            </a:r>
            <a:r>
              <a:rPr lang="en" sz="2200">
                <a:solidFill>
                  <a:schemeClr val="dk2"/>
                </a:solidFill>
                <a:latin typeface="Barlow Medium"/>
                <a:ea typeface="Barlow Medium"/>
                <a:cs typeface="Barlow Medium"/>
                <a:sym typeface="Barlow Medium"/>
              </a:rPr>
              <a:t> </a:t>
            </a:r>
            <a:r>
              <a:rPr lang="en" sz="2200">
                <a:solidFill>
                  <a:schemeClr val="dk2"/>
                </a:solidFill>
                <a:latin typeface="Barlow Medium"/>
                <a:ea typeface="Barlow Medium"/>
                <a:cs typeface="Barlow Medium"/>
                <a:sym typeface="Barlow Medium"/>
              </a:rPr>
              <a:t>=x/8</a:t>
            </a:r>
            <a:endParaRPr sz="2200">
              <a:solidFill>
                <a:schemeClr val="dk2"/>
              </a:solidFill>
              <a:latin typeface="Barlow Medium"/>
              <a:ea typeface="Barlow Medium"/>
              <a:cs typeface="Barlow Medium"/>
              <a:sym typeface="Barlow Medium"/>
            </a:endParaRPr>
          </a:p>
        </p:txBody>
      </p:sp>
      <p:graphicFrame>
        <p:nvGraphicFramePr>
          <p:cNvPr id="2375" name="Google Shape;2375;p68"/>
          <p:cNvGraphicFramePr/>
          <p:nvPr/>
        </p:nvGraphicFramePr>
        <p:xfrm>
          <a:off x="3016575" y="2297975"/>
          <a:ext cx="3000000" cy="3000000"/>
        </p:xfrm>
        <a:graphic>
          <a:graphicData uri="http://schemas.openxmlformats.org/drawingml/2006/table">
            <a:tbl>
              <a:tblPr>
                <a:noFill/>
                <a:tableStyleId>{08F1E942-4D38-4C3C-94FC-BD64A0FC4CDF}</a:tableStyleId>
              </a:tblPr>
              <a:tblGrid>
                <a:gridCol w="447825"/>
              </a:tblGrid>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2"/>
                    </a:solidFill>
                  </a:tcPr>
                </a:tc>
              </a:tr>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bl>
          </a:graphicData>
        </a:graphic>
      </p:graphicFrame>
      <p:graphicFrame>
        <p:nvGraphicFramePr>
          <p:cNvPr id="2376" name="Google Shape;2376;p68"/>
          <p:cNvGraphicFramePr/>
          <p:nvPr/>
        </p:nvGraphicFramePr>
        <p:xfrm>
          <a:off x="5226025" y="2297963"/>
          <a:ext cx="3000000" cy="3000000"/>
        </p:xfrm>
        <a:graphic>
          <a:graphicData uri="http://schemas.openxmlformats.org/drawingml/2006/table">
            <a:tbl>
              <a:tblPr>
                <a:noFill/>
                <a:tableStyleId>{08F1E942-4D38-4C3C-94FC-BD64A0FC4CDF}</a:tableStyleId>
              </a:tblPr>
              <a:tblGrid>
                <a:gridCol w="450700"/>
                <a:gridCol w="450700"/>
              </a:tblGrid>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r h="381000">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0" name="Shape 2380"/>
        <p:cNvGrpSpPr/>
        <p:nvPr/>
      </p:nvGrpSpPr>
      <p:grpSpPr>
        <a:xfrm>
          <a:off x="0" y="0"/>
          <a:ext cx="0" cy="0"/>
          <a:chOff x="0" y="0"/>
          <a:chExt cx="0" cy="0"/>
        </a:xfrm>
      </p:grpSpPr>
      <p:sp>
        <p:nvSpPr>
          <p:cNvPr id="2381" name="Google Shape;2381;p69"/>
          <p:cNvSpPr/>
          <p:nvPr/>
        </p:nvSpPr>
        <p:spPr>
          <a:xfrm>
            <a:off x="6422363" y="2414050"/>
            <a:ext cx="1118700" cy="757200"/>
          </a:xfrm>
          <a:prstGeom prst="roundRect">
            <a:avLst>
              <a:gd fmla="val 16667" name="adj"/>
            </a:avLst>
          </a:prstGeom>
          <a:solidFill>
            <a:schemeClr val="accen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9"/>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EXERCISE 4</a:t>
            </a:r>
            <a:endParaRPr b="1" sz="3600">
              <a:latin typeface="Patrick Hand"/>
              <a:ea typeface="Patrick Hand"/>
              <a:cs typeface="Patrick Hand"/>
              <a:sym typeface="Patrick Hand"/>
            </a:endParaRPr>
          </a:p>
        </p:txBody>
      </p:sp>
      <p:sp>
        <p:nvSpPr>
          <p:cNvPr id="2383" name="Google Shape;2383;p69"/>
          <p:cNvSpPr txBox="1"/>
          <p:nvPr/>
        </p:nvSpPr>
        <p:spPr>
          <a:xfrm>
            <a:off x="1015200" y="1408125"/>
            <a:ext cx="4920300" cy="41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500">
                <a:solidFill>
                  <a:schemeClr val="dk2"/>
                </a:solidFill>
                <a:latin typeface="Barlow"/>
                <a:ea typeface="Barlow"/>
                <a:cs typeface="Barlow"/>
                <a:sym typeface="Barlow"/>
              </a:rPr>
              <a:t>Choose the correct statement:</a:t>
            </a:r>
            <a:endParaRPr b="1" sz="1500">
              <a:solidFill>
                <a:schemeClr val="dk2"/>
              </a:solidFill>
              <a:latin typeface="Barlow"/>
              <a:ea typeface="Barlow"/>
              <a:cs typeface="Barlow"/>
              <a:sym typeface="Barlow"/>
            </a:endParaRPr>
          </a:p>
        </p:txBody>
      </p:sp>
      <p:sp>
        <p:nvSpPr>
          <p:cNvPr id="2384" name="Google Shape;2384;p69"/>
          <p:cNvSpPr txBox="1"/>
          <p:nvPr/>
        </p:nvSpPr>
        <p:spPr>
          <a:xfrm>
            <a:off x="1181400" y="2028200"/>
            <a:ext cx="4292700" cy="27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Barlow Medium"/>
                <a:ea typeface="Barlow Medium"/>
                <a:cs typeface="Barlow Medium"/>
                <a:sym typeface="Barlow Medium"/>
              </a:rPr>
              <a:t>It is the number 5 since the two 7s can be simplified</a:t>
            </a:r>
            <a:endParaRPr>
              <a:solidFill>
                <a:schemeClr val="dk2"/>
              </a:solidFill>
              <a:latin typeface="Barlow Medium"/>
              <a:ea typeface="Barlow Medium"/>
              <a:cs typeface="Barlow Medium"/>
              <a:sym typeface="Barlow Medium"/>
            </a:endParaRPr>
          </a:p>
        </p:txBody>
      </p:sp>
      <p:sp>
        <p:nvSpPr>
          <p:cNvPr id="2385" name="Google Shape;2385;p69"/>
          <p:cNvSpPr txBox="1"/>
          <p:nvPr/>
        </p:nvSpPr>
        <p:spPr>
          <a:xfrm>
            <a:off x="1181400" y="2655700"/>
            <a:ext cx="4292700" cy="27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Barlow Medium"/>
                <a:ea typeface="Barlow Medium"/>
                <a:cs typeface="Barlow Medium"/>
                <a:sym typeface="Barlow Medium"/>
              </a:rPr>
              <a:t>It is the mixed fraction seven and five sevenths</a:t>
            </a:r>
            <a:endParaRPr>
              <a:solidFill>
                <a:schemeClr val="dk2"/>
              </a:solidFill>
              <a:latin typeface="Barlow Medium"/>
              <a:ea typeface="Barlow Medium"/>
              <a:cs typeface="Barlow Medium"/>
              <a:sym typeface="Barlow Medium"/>
            </a:endParaRPr>
          </a:p>
        </p:txBody>
      </p:sp>
      <p:sp>
        <p:nvSpPr>
          <p:cNvPr id="2386" name="Google Shape;2386;p69"/>
          <p:cNvSpPr txBox="1"/>
          <p:nvPr/>
        </p:nvSpPr>
        <p:spPr>
          <a:xfrm>
            <a:off x="1181400" y="3283200"/>
            <a:ext cx="4292700" cy="48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Barlow Medium"/>
                <a:ea typeface="Barlow Medium"/>
                <a:cs typeface="Barlow Medium"/>
                <a:sym typeface="Barlow Medium"/>
              </a:rPr>
              <a:t>It is not correct to write this mixed number since the denominator is greater than the numerator</a:t>
            </a:r>
            <a:endParaRPr>
              <a:solidFill>
                <a:schemeClr val="dk2"/>
              </a:solidFill>
              <a:latin typeface="Barlow Medium"/>
              <a:ea typeface="Barlow Medium"/>
              <a:cs typeface="Barlow Medium"/>
              <a:sym typeface="Barlow Medium"/>
            </a:endParaRPr>
          </a:p>
        </p:txBody>
      </p:sp>
      <p:sp>
        <p:nvSpPr>
          <p:cNvPr id="2387" name="Google Shape;2387;p69"/>
          <p:cNvSpPr/>
          <p:nvPr/>
        </p:nvSpPr>
        <p:spPr>
          <a:xfrm>
            <a:off x="1015200" y="2082050"/>
            <a:ext cx="166200" cy="1662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9"/>
          <p:cNvSpPr/>
          <p:nvPr/>
        </p:nvSpPr>
        <p:spPr>
          <a:xfrm>
            <a:off x="1015200" y="2709550"/>
            <a:ext cx="166200" cy="1662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9"/>
          <p:cNvSpPr/>
          <p:nvPr/>
        </p:nvSpPr>
        <p:spPr>
          <a:xfrm>
            <a:off x="1015200" y="3441450"/>
            <a:ext cx="166200" cy="1662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txBox="1"/>
          <p:nvPr/>
        </p:nvSpPr>
        <p:spPr>
          <a:xfrm>
            <a:off x="6532475" y="2513950"/>
            <a:ext cx="898500" cy="55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2"/>
                </a:solidFill>
                <a:latin typeface="Barlow Medium"/>
                <a:ea typeface="Barlow Medium"/>
                <a:cs typeface="Barlow Medium"/>
                <a:sym typeface="Barlow Medium"/>
              </a:rPr>
              <a:t>7</a:t>
            </a:r>
            <a:r>
              <a:rPr lang="en" sz="2200">
                <a:solidFill>
                  <a:schemeClr val="dk2"/>
                </a:solidFill>
                <a:latin typeface="Barlow Medium"/>
                <a:ea typeface="Barlow Medium"/>
                <a:cs typeface="Barlow Medium"/>
                <a:sym typeface="Barlow Medium"/>
              </a:rPr>
              <a:t> 5</a:t>
            </a:r>
            <a:r>
              <a:rPr lang="en" sz="2200">
                <a:solidFill>
                  <a:schemeClr val="dk2"/>
                </a:solidFill>
                <a:latin typeface="Barlow Medium"/>
                <a:ea typeface="Barlow Medium"/>
                <a:cs typeface="Barlow Medium"/>
                <a:sym typeface="Barlow Medium"/>
              </a:rPr>
              <a:t>/7</a:t>
            </a:r>
            <a:endParaRPr sz="2200">
              <a:solidFill>
                <a:schemeClr val="dk2"/>
              </a:solidFill>
              <a:latin typeface="Barlow Medium"/>
              <a:ea typeface="Barlow Medium"/>
              <a:cs typeface="Barlow Medium"/>
              <a:sym typeface="Barlow Medium"/>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4" name="Shape 2394"/>
        <p:cNvGrpSpPr/>
        <p:nvPr/>
      </p:nvGrpSpPr>
      <p:grpSpPr>
        <a:xfrm>
          <a:off x="0" y="0"/>
          <a:ext cx="0" cy="0"/>
          <a:chOff x="0" y="0"/>
          <a:chExt cx="0" cy="0"/>
        </a:xfrm>
      </p:grpSpPr>
      <p:sp>
        <p:nvSpPr>
          <p:cNvPr id="2395" name="Google Shape;2395;p70"/>
          <p:cNvSpPr txBox="1"/>
          <p:nvPr>
            <p:ph type="title"/>
          </p:nvPr>
        </p:nvSpPr>
        <p:spPr>
          <a:xfrm>
            <a:off x="3700225" y="2382800"/>
            <a:ext cx="43764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CONCLUSIONS</a:t>
            </a:r>
            <a:endParaRPr/>
          </a:p>
        </p:txBody>
      </p:sp>
      <p:sp>
        <p:nvSpPr>
          <p:cNvPr id="2396" name="Google Shape;2396;p70"/>
          <p:cNvSpPr txBox="1"/>
          <p:nvPr>
            <p:ph idx="1" type="subTitle"/>
          </p:nvPr>
        </p:nvSpPr>
        <p:spPr>
          <a:xfrm>
            <a:off x="3700225" y="3013575"/>
            <a:ext cx="4376400" cy="119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hlink"/>
              </a:buClr>
              <a:buSzPts val="1100"/>
              <a:buFont typeface="Arial"/>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2397" name="Google Shape;2397;p70"/>
          <p:cNvGrpSpPr/>
          <p:nvPr/>
        </p:nvGrpSpPr>
        <p:grpSpPr>
          <a:xfrm rot="8954202">
            <a:off x="4207974" y="1214520"/>
            <a:ext cx="1322044" cy="749561"/>
            <a:chOff x="9584825" y="1133975"/>
            <a:chExt cx="1322025" cy="749550"/>
          </a:xfrm>
        </p:grpSpPr>
        <p:sp>
          <p:nvSpPr>
            <p:cNvPr id="2398" name="Google Shape;2398;p70"/>
            <p:cNvSpPr/>
            <p:nvPr/>
          </p:nvSpPr>
          <p:spPr>
            <a:xfrm>
              <a:off x="9584825" y="1133975"/>
              <a:ext cx="954050" cy="567200"/>
            </a:xfrm>
            <a:custGeom>
              <a:rect b="b" l="l" r="r" t="t"/>
              <a:pathLst>
                <a:path extrusionOk="0" h="22688" w="38162">
                  <a:moveTo>
                    <a:pt x="4392" y="1"/>
                  </a:moveTo>
                  <a:cubicBezTo>
                    <a:pt x="3955" y="1"/>
                    <a:pt x="3528" y="200"/>
                    <a:pt x="3248" y="565"/>
                  </a:cubicBezTo>
                  <a:cubicBezTo>
                    <a:pt x="2248" y="1860"/>
                    <a:pt x="554" y="4461"/>
                    <a:pt x="86" y="7671"/>
                  </a:cubicBezTo>
                  <a:cubicBezTo>
                    <a:pt x="0" y="8290"/>
                    <a:pt x="320" y="8896"/>
                    <a:pt x="881" y="9172"/>
                  </a:cubicBezTo>
                  <a:cubicBezTo>
                    <a:pt x="1454" y="9454"/>
                    <a:pt x="2283" y="9859"/>
                    <a:pt x="3300" y="10355"/>
                  </a:cubicBezTo>
                  <a:cubicBezTo>
                    <a:pt x="3945" y="10672"/>
                    <a:pt x="4668" y="11025"/>
                    <a:pt x="5451" y="11403"/>
                  </a:cubicBezTo>
                  <a:cubicBezTo>
                    <a:pt x="5971" y="11657"/>
                    <a:pt x="6519" y="11925"/>
                    <a:pt x="7086" y="12202"/>
                  </a:cubicBezTo>
                  <a:cubicBezTo>
                    <a:pt x="12511" y="14842"/>
                    <a:pt x="19874" y="18401"/>
                    <a:pt x="24827" y="20704"/>
                  </a:cubicBezTo>
                  <a:cubicBezTo>
                    <a:pt x="25426" y="20985"/>
                    <a:pt x="25985" y="21243"/>
                    <a:pt x="26506" y="21481"/>
                  </a:cubicBezTo>
                  <a:cubicBezTo>
                    <a:pt x="27055" y="21732"/>
                    <a:pt x="27557" y="21960"/>
                    <a:pt x="28004" y="22157"/>
                  </a:cubicBezTo>
                  <a:lnTo>
                    <a:pt x="28057" y="22181"/>
                  </a:lnTo>
                  <a:cubicBezTo>
                    <a:pt x="28057" y="22181"/>
                    <a:pt x="29872" y="22332"/>
                    <a:pt x="31809" y="22433"/>
                  </a:cubicBezTo>
                  <a:cubicBezTo>
                    <a:pt x="32725" y="22479"/>
                    <a:pt x="33667" y="22513"/>
                    <a:pt x="34458" y="22513"/>
                  </a:cubicBezTo>
                  <a:cubicBezTo>
                    <a:pt x="35115" y="22513"/>
                    <a:pt x="35668" y="22490"/>
                    <a:pt x="36013" y="22430"/>
                  </a:cubicBezTo>
                  <a:lnTo>
                    <a:pt x="36466" y="22631"/>
                  </a:lnTo>
                  <a:cubicBezTo>
                    <a:pt x="36552" y="22669"/>
                    <a:pt x="36643" y="22687"/>
                    <a:pt x="36731" y="22687"/>
                  </a:cubicBezTo>
                  <a:cubicBezTo>
                    <a:pt x="36984" y="22687"/>
                    <a:pt x="37224" y="22541"/>
                    <a:pt x="37333" y="22296"/>
                  </a:cubicBezTo>
                  <a:lnTo>
                    <a:pt x="38015" y="20759"/>
                  </a:lnTo>
                  <a:cubicBezTo>
                    <a:pt x="38162" y="20427"/>
                    <a:pt x="38011" y="20039"/>
                    <a:pt x="37680" y="19891"/>
                  </a:cubicBezTo>
                  <a:lnTo>
                    <a:pt x="37228" y="19691"/>
                  </a:lnTo>
                  <a:cubicBezTo>
                    <a:pt x="37228" y="19691"/>
                    <a:pt x="35712" y="17853"/>
                    <a:pt x="34247" y="16080"/>
                  </a:cubicBezTo>
                  <a:cubicBezTo>
                    <a:pt x="33400" y="15056"/>
                    <a:pt x="32572" y="14048"/>
                    <a:pt x="32064" y="13431"/>
                  </a:cubicBezTo>
                  <a:cubicBezTo>
                    <a:pt x="32032" y="13398"/>
                    <a:pt x="32005" y="13363"/>
                    <a:pt x="31979" y="13332"/>
                  </a:cubicBezTo>
                  <a:cubicBezTo>
                    <a:pt x="31920" y="13259"/>
                    <a:pt x="31438" y="12965"/>
                    <a:pt x="30259" y="12337"/>
                  </a:cubicBezTo>
                  <a:cubicBezTo>
                    <a:pt x="29908" y="12152"/>
                    <a:pt x="29493" y="11934"/>
                    <a:pt x="29009" y="11684"/>
                  </a:cubicBezTo>
                  <a:cubicBezTo>
                    <a:pt x="26050" y="10159"/>
                    <a:pt x="20498" y="7418"/>
                    <a:pt x="10690" y="2803"/>
                  </a:cubicBezTo>
                  <a:cubicBezTo>
                    <a:pt x="10257" y="2596"/>
                    <a:pt x="9815" y="2389"/>
                    <a:pt x="9363" y="2178"/>
                  </a:cubicBezTo>
                  <a:cubicBezTo>
                    <a:pt x="8735" y="1884"/>
                    <a:pt x="8091" y="1582"/>
                    <a:pt x="7429" y="1271"/>
                  </a:cubicBezTo>
                  <a:cubicBezTo>
                    <a:pt x="6644" y="905"/>
                    <a:pt x="5836" y="527"/>
                    <a:pt x="5001" y="137"/>
                  </a:cubicBezTo>
                  <a:cubicBezTo>
                    <a:pt x="4805" y="45"/>
                    <a:pt x="4597" y="1"/>
                    <a:pt x="4392"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0"/>
            <p:cNvSpPr/>
            <p:nvPr/>
          </p:nvSpPr>
          <p:spPr>
            <a:xfrm>
              <a:off x="9667300" y="1165750"/>
              <a:ext cx="719100" cy="522175"/>
            </a:xfrm>
            <a:custGeom>
              <a:rect b="b" l="l" r="r" t="t"/>
              <a:pathLst>
                <a:path extrusionOk="0" h="20887" w="28764">
                  <a:moveTo>
                    <a:pt x="4128" y="0"/>
                  </a:moveTo>
                  <a:cubicBezTo>
                    <a:pt x="3240" y="1348"/>
                    <a:pt x="2431" y="2749"/>
                    <a:pt x="1746" y="4194"/>
                  </a:cubicBezTo>
                  <a:cubicBezTo>
                    <a:pt x="999" y="5769"/>
                    <a:pt x="399" y="7402"/>
                    <a:pt x="1" y="9084"/>
                  </a:cubicBezTo>
                  <a:cubicBezTo>
                    <a:pt x="646" y="9401"/>
                    <a:pt x="1369" y="9754"/>
                    <a:pt x="2152" y="10132"/>
                  </a:cubicBezTo>
                  <a:cubicBezTo>
                    <a:pt x="2672" y="10386"/>
                    <a:pt x="3220" y="10654"/>
                    <a:pt x="3787" y="10931"/>
                  </a:cubicBezTo>
                  <a:cubicBezTo>
                    <a:pt x="9212" y="13571"/>
                    <a:pt x="16575" y="17130"/>
                    <a:pt x="21528" y="19433"/>
                  </a:cubicBezTo>
                  <a:cubicBezTo>
                    <a:pt x="22127" y="19714"/>
                    <a:pt x="22686" y="19972"/>
                    <a:pt x="23207" y="20210"/>
                  </a:cubicBezTo>
                  <a:cubicBezTo>
                    <a:pt x="23756" y="20461"/>
                    <a:pt x="24258" y="20689"/>
                    <a:pt x="24705" y="20886"/>
                  </a:cubicBezTo>
                  <a:cubicBezTo>
                    <a:pt x="25314" y="19441"/>
                    <a:pt x="26153" y="17510"/>
                    <a:pt x="26772" y="16093"/>
                  </a:cubicBezTo>
                  <a:cubicBezTo>
                    <a:pt x="27185" y="15155"/>
                    <a:pt x="27497" y="14441"/>
                    <a:pt x="27588" y="14250"/>
                  </a:cubicBezTo>
                  <a:cubicBezTo>
                    <a:pt x="27846" y="13694"/>
                    <a:pt x="28339" y="12948"/>
                    <a:pt x="28763" y="12160"/>
                  </a:cubicBezTo>
                  <a:cubicBezTo>
                    <a:pt x="28733" y="12127"/>
                    <a:pt x="28706" y="12092"/>
                    <a:pt x="28679" y="12061"/>
                  </a:cubicBezTo>
                  <a:cubicBezTo>
                    <a:pt x="28620" y="11988"/>
                    <a:pt x="28139" y="11694"/>
                    <a:pt x="26959" y="11066"/>
                  </a:cubicBezTo>
                  <a:cubicBezTo>
                    <a:pt x="26607" y="10881"/>
                    <a:pt x="26192" y="10663"/>
                    <a:pt x="25708" y="10413"/>
                  </a:cubicBezTo>
                  <a:cubicBezTo>
                    <a:pt x="22751" y="8888"/>
                    <a:pt x="17199" y="6147"/>
                    <a:pt x="7391" y="1532"/>
                  </a:cubicBezTo>
                  <a:cubicBezTo>
                    <a:pt x="6957" y="1325"/>
                    <a:pt x="6515" y="1118"/>
                    <a:pt x="6064" y="907"/>
                  </a:cubicBezTo>
                  <a:cubicBezTo>
                    <a:pt x="5435" y="613"/>
                    <a:pt x="4791" y="311"/>
                    <a:pt x="4128"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0"/>
            <p:cNvSpPr/>
            <p:nvPr/>
          </p:nvSpPr>
          <p:spPr>
            <a:xfrm>
              <a:off x="10205475" y="1426075"/>
              <a:ext cx="135800" cy="244950"/>
            </a:xfrm>
            <a:custGeom>
              <a:rect b="b" l="l" r="r" t="t"/>
              <a:pathLst>
                <a:path extrusionOk="0" h="9798" w="5432">
                  <a:moveTo>
                    <a:pt x="4181" y="0"/>
                  </a:moveTo>
                  <a:cubicBezTo>
                    <a:pt x="2164" y="2651"/>
                    <a:pt x="639" y="5750"/>
                    <a:pt x="1" y="9020"/>
                  </a:cubicBezTo>
                  <a:cubicBezTo>
                    <a:pt x="600" y="9301"/>
                    <a:pt x="1159" y="9559"/>
                    <a:pt x="1680" y="9797"/>
                  </a:cubicBezTo>
                  <a:cubicBezTo>
                    <a:pt x="2166" y="7696"/>
                    <a:pt x="2792" y="5655"/>
                    <a:pt x="3733" y="3689"/>
                  </a:cubicBezTo>
                  <a:cubicBezTo>
                    <a:pt x="4234" y="2645"/>
                    <a:pt x="4797" y="1625"/>
                    <a:pt x="5432" y="652"/>
                  </a:cubicBezTo>
                  <a:cubicBezTo>
                    <a:pt x="5080" y="466"/>
                    <a:pt x="4665" y="249"/>
                    <a:pt x="4181"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0"/>
            <p:cNvSpPr/>
            <p:nvPr/>
          </p:nvSpPr>
          <p:spPr>
            <a:xfrm>
              <a:off x="9721075" y="1188400"/>
              <a:ext cx="131025" cy="250625"/>
            </a:xfrm>
            <a:custGeom>
              <a:rect b="b" l="l" r="r" t="t"/>
              <a:pathLst>
                <a:path extrusionOk="0" h="10025" w="5241">
                  <a:moveTo>
                    <a:pt x="3913" y="1"/>
                  </a:moveTo>
                  <a:cubicBezTo>
                    <a:pt x="1946" y="2733"/>
                    <a:pt x="509" y="5903"/>
                    <a:pt x="1" y="9226"/>
                  </a:cubicBezTo>
                  <a:cubicBezTo>
                    <a:pt x="521" y="9480"/>
                    <a:pt x="1069" y="9748"/>
                    <a:pt x="1636" y="10025"/>
                  </a:cubicBezTo>
                  <a:cubicBezTo>
                    <a:pt x="2148" y="7654"/>
                    <a:pt x="2809" y="5357"/>
                    <a:pt x="3862" y="3153"/>
                  </a:cubicBezTo>
                  <a:cubicBezTo>
                    <a:pt x="4276" y="2287"/>
                    <a:pt x="4737" y="1443"/>
                    <a:pt x="5240" y="626"/>
                  </a:cubicBezTo>
                  <a:cubicBezTo>
                    <a:pt x="4806" y="419"/>
                    <a:pt x="4364" y="212"/>
                    <a:pt x="391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0"/>
            <p:cNvSpPr/>
            <p:nvPr/>
          </p:nvSpPr>
          <p:spPr>
            <a:xfrm>
              <a:off x="9816225" y="1317850"/>
              <a:ext cx="396300" cy="208950"/>
            </a:xfrm>
            <a:custGeom>
              <a:rect b="b" l="l" r="r" t="t"/>
              <a:pathLst>
                <a:path extrusionOk="0" h="8358" w="15852">
                  <a:moveTo>
                    <a:pt x="1348" y="0"/>
                  </a:moveTo>
                  <a:cubicBezTo>
                    <a:pt x="645" y="0"/>
                    <a:pt x="0" y="844"/>
                    <a:pt x="451" y="1663"/>
                  </a:cubicBezTo>
                  <a:cubicBezTo>
                    <a:pt x="1852" y="4212"/>
                    <a:pt x="4116" y="6900"/>
                    <a:pt x="7270" y="6900"/>
                  </a:cubicBezTo>
                  <a:cubicBezTo>
                    <a:pt x="7331" y="6900"/>
                    <a:pt x="7392" y="6899"/>
                    <a:pt x="7454" y="6897"/>
                  </a:cubicBezTo>
                  <a:cubicBezTo>
                    <a:pt x="8762" y="6853"/>
                    <a:pt x="9897" y="6183"/>
                    <a:pt x="11165" y="5980"/>
                  </a:cubicBezTo>
                  <a:cubicBezTo>
                    <a:pt x="11319" y="5955"/>
                    <a:pt x="11463" y="5943"/>
                    <a:pt x="11598" y="5943"/>
                  </a:cubicBezTo>
                  <a:cubicBezTo>
                    <a:pt x="13156" y="5943"/>
                    <a:pt x="13629" y="7477"/>
                    <a:pt x="14880" y="8253"/>
                  </a:cubicBezTo>
                  <a:cubicBezTo>
                    <a:pt x="14989" y="8320"/>
                    <a:pt x="15130" y="8358"/>
                    <a:pt x="15270" y="8358"/>
                  </a:cubicBezTo>
                  <a:cubicBezTo>
                    <a:pt x="15539" y="8358"/>
                    <a:pt x="15802" y="8219"/>
                    <a:pt x="15811" y="7894"/>
                  </a:cubicBezTo>
                  <a:cubicBezTo>
                    <a:pt x="15851" y="6498"/>
                    <a:pt x="14923" y="5071"/>
                    <a:pt x="13787" y="4294"/>
                  </a:cubicBezTo>
                  <a:cubicBezTo>
                    <a:pt x="13107" y="3828"/>
                    <a:pt x="12392" y="3643"/>
                    <a:pt x="11654" y="3643"/>
                  </a:cubicBezTo>
                  <a:cubicBezTo>
                    <a:pt x="11118" y="3643"/>
                    <a:pt x="10571" y="3741"/>
                    <a:pt x="10016" y="3899"/>
                  </a:cubicBezTo>
                  <a:cubicBezTo>
                    <a:pt x="9013" y="4186"/>
                    <a:pt x="8100" y="4598"/>
                    <a:pt x="7137" y="4598"/>
                  </a:cubicBezTo>
                  <a:cubicBezTo>
                    <a:pt x="6708" y="4598"/>
                    <a:pt x="6270" y="4517"/>
                    <a:pt x="5810" y="4306"/>
                  </a:cubicBezTo>
                  <a:cubicBezTo>
                    <a:pt x="4130" y="3539"/>
                    <a:pt x="3192" y="1867"/>
                    <a:pt x="2141" y="444"/>
                  </a:cubicBezTo>
                  <a:cubicBezTo>
                    <a:pt x="1909" y="131"/>
                    <a:pt x="1624" y="0"/>
                    <a:pt x="1348"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0"/>
            <p:cNvSpPr/>
            <p:nvPr/>
          </p:nvSpPr>
          <p:spPr>
            <a:xfrm>
              <a:off x="10538300" y="1651725"/>
              <a:ext cx="368550" cy="231800"/>
            </a:xfrm>
            <a:custGeom>
              <a:rect b="b" l="l" r="r" t="t"/>
              <a:pathLst>
                <a:path extrusionOk="0" h="9272" w="14742">
                  <a:moveTo>
                    <a:pt x="1541" y="0"/>
                  </a:moveTo>
                  <a:cubicBezTo>
                    <a:pt x="745" y="0"/>
                    <a:pt x="1" y="864"/>
                    <a:pt x="326" y="1723"/>
                  </a:cubicBezTo>
                  <a:cubicBezTo>
                    <a:pt x="994" y="3493"/>
                    <a:pt x="2422" y="5089"/>
                    <a:pt x="3779" y="6387"/>
                  </a:cubicBezTo>
                  <a:cubicBezTo>
                    <a:pt x="4515" y="7090"/>
                    <a:pt x="5460" y="7558"/>
                    <a:pt x="6412" y="7558"/>
                  </a:cubicBezTo>
                  <a:cubicBezTo>
                    <a:pt x="6982" y="7558"/>
                    <a:pt x="7555" y="7390"/>
                    <a:pt x="8088" y="7005"/>
                  </a:cubicBezTo>
                  <a:cubicBezTo>
                    <a:pt x="8687" y="6571"/>
                    <a:pt x="9097" y="5967"/>
                    <a:pt x="9470" y="5340"/>
                  </a:cubicBezTo>
                  <a:cubicBezTo>
                    <a:pt x="9494" y="5299"/>
                    <a:pt x="9539" y="5234"/>
                    <a:pt x="9592" y="5158"/>
                  </a:cubicBezTo>
                  <a:cubicBezTo>
                    <a:pt x="10900" y="6193"/>
                    <a:pt x="11715" y="7509"/>
                    <a:pt x="12682" y="8838"/>
                  </a:cubicBezTo>
                  <a:cubicBezTo>
                    <a:pt x="12901" y="9139"/>
                    <a:pt x="13220" y="9272"/>
                    <a:pt x="13539" y="9272"/>
                  </a:cubicBezTo>
                  <a:cubicBezTo>
                    <a:pt x="14141" y="9272"/>
                    <a:pt x="14741" y="8795"/>
                    <a:pt x="14649" y="8079"/>
                  </a:cubicBezTo>
                  <a:cubicBezTo>
                    <a:pt x="14447" y="6497"/>
                    <a:pt x="13548" y="4897"/>
                    <a:pt x="12495" y="3727"/>
                  </a:cubicBezTo>
                  <a:cubicBezTo>
                    <a:pt x="11677" y="2816"/>
                    <a:pt x="10498" y="1564"/>
                    <a:pt x="9177" y="1564"/>
                  </a:cubicBezTo>
                  <a:cubicBezTo>
                    <a:pt x="8944" y="1564"/>
                    <a:pt x="8707" y="1603"/>
                    <a:pt x="8467" y="1690"/>
                  </a:cubicBezTo>
                  <a:cubicBezTo>
                    <a:pt x="7749" y="1950"/>
                    <a:pt x="7322" y="2561"/>
                    <a:pt x="6987" y="3211"/>
                  </a:cubicBezTo>
                  <a:cubicBezTo>
                    <a:pt x="6868" y="3443"/>
                    <a:pt x="6548" y="4468"/>
                    <a:pt x="6246" y="4525"/>
                  </a:cubicBezTo>
                  <a:cubicBezTo>
                    <a:pt x="6234" y="4527"/>
                    <a:pt x="6221" y="4528"/>
                    <a:pt x="6207" y="4528"/>
                  </a:cubicBezTo>
                  <a:cubicBezTo>
                    <a:pt x="5687" y="4528"/>
                    <a:pt x="4476" y="2791"/>
                    <a:pt x="4226" y="2482"/>
                  </a:cubicBezTo>
                  <a:cubicBezTo>
                    <a:pt x="3604" y="1713"/>
                    <a:pt x="3034" y="961"/>
                    <a:pt x="2293" y="299"/>
                  </a:cubicBezTo>
                  <a:cubicBezTo>
                    <a:pt x="2060" y="90"/>
                    <a:pt x="1798" y="0"/>
                    <a:pt x="1541"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70"/>
          <p:cNvGrpSpPr/>
          <p:nvPr/>
        </p:nvGrpSpPr>
        <p:grpSpPr>
          <a:xfrm>
            <a:off x="1282270" y="1122627"/>
            <a:ext cx="1239136" cy="1260176"/>
            <a:chOff x="-5107387" y="3465875"/>
            <a:chExt cx="1007100" cy="1024200"/>
          </a:xfrm>
        </p:grpSpPr>
        <p:sp>
          <p:nvSpPr>
            <p:cNvPr id="2405" name="Google Shape;2405;p70"/>
            <p:cNvSpPr/>
            <p:nvPr/>
          </p:nvSpPr>
          <p:spPr>
            <a:xfrm>
              <a:off x="-4363212" y="3611850"/>
              <a:ext cx="178850" cy="134450"/>
            </a:xfrm>
            <a:custGeom>
              <a:rect b="b" l="l" r="r" t="t"/>
              <a:pathLst>
                <a:path extrusionOk="0" h="5378" w="7154">
                  <a:moveTo>
                    <a:pt x="6040" y="0"/>
                  </a:moveTo>
                  <a:lnTo>
                    <a:pt x="0" y="2169"/>
                  </a:lnTo>
                  <a:lnTo>
                    <a:pt x="1225" y="5377"/>
                  </a:lnTo>
                  <a:lnTo>
                    <a:pt x="7153" y="2587"/>
                  </a:lnTo>
                  <a:lnTo>
                    <a:pt x="5511" y="1812"/>
                  </a:lnTo>
                  <a:lnTo>
                    <a:pt x="6040" y="0"/>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0"/>
            <p:cNvSpPr/>
            <p:nvPr/>
          </p:nvSpPr>
          <p:spPr>
            <a:xfrm>
              <a:off x="-4317687" y="3746825"/>
              <a:ext cx="178850" cy="134450"/>
            </a:xfrm>
            <a:custGeom>
              <a:rect b="b" l="l" r="r" t="t"/>
              <a:pathLst>
                <a:path extrusionOk="0" h="5378" w="7154">
                  <a:moveTo>
                    <a:pt x="6041" y="0"/>
                  </a:moveTo>
                  <a:lnTo>
                    <a:pt x="1" y="2169"/>
                  </a:lnTo>
                  <a:lnTo>
                    <a:pt x="1226" y="5377"/>
                  </a:lnTo>
                  <a:lnTo>
                    <a:pt x="7154" y="2585"/>
                  </a:lnTo>
                  <a:lnTo>
                    <a:pt x="5512" y="1812"/>
                  </a:lnTo>
                  <a:lnTo>
                    <a:pt x="6041" y="0"/>
                  </a:ln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0"/>
            <p:cNvSpPr/>
            <p:nvPr/>
          </p:nvSpPr>
          <p:spPr>
            <a:xfrm>
              <a:off x="-4279137" y="3866200"/>
              <a:ext cx="178850" cy="134450"/>
            </a:xfrm>
            <a:custGeom>
              <a:rect b="b" l="l" r="r" t="t"/>
              <a:pathLst>
                <a:path extrusionOk="0" h="5378" w="7154">
                  <a:moveTo>
                    <a:pt x="6040" y="1"/>
                  </a:moveTo>
                  <a:lnTo>
                    <a:pt x="0" y="2169"/>
                  </a:lnTo>
                  <a:lnTo>
                    <a:pt x="1226" y="5378"/>
                  </a:lnTo>
                  <a:lnTo>
                    <a:pt x="7153" y="2587"/>
                  </a:lnTo>
                  <a:lnTo>
                    <a:pt x="5512" y="1812"/>
                  </a:lnTo>
                  <a:lnTo>
                    <a:pt x="6040" y="1"/>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0"/>
            <p:cNvSpPr/>
            <p:nvPr/>
          </p:nvSpPr>
          <p:spPr>
            <a:xfrm>
              <a:off x="-5107387" y="3465875"/>
              <a:ext cx="986700" cy="1024200"/>
            </a:xfrm>
            <a:custGeom>
              <a:rect b="b" l="l" r="r" t="t"/>
              <a:pathLst>
                <a:path extrusionOk="0" h="40968" w="39468">
                  <a:moveTo>
                    <a:pt x="29662" y="0"/>
                  </a:moveTo>
                  <a:cubicBezTo>
                    <a:pt x="20439" y="1674"/>
                    <a:pt x="11690" y="3978"/>
                    <a:pt x="6116" y="5569"/>
                  </a:cubicBezTo>
                  <a:cubicBezTo>
                    <a:pt x="5255" y="5816"/>
                    <a:pt x="4470" y="6045"/>
                    <a:pt x="3771" y="6251"/>
                  </a:cubicBezTo>
                  <a:cubicBezTo>
                    <a:pt x="1388" y="6956"/>
                    <a:pt x="0" y="7406"/>
                    <a:pt x="0" y="7406"/>
                  </a:cubicBezTo>
                  <a:cubicBezTo>
                    <a:pt x="1405" y="17936"/>
                    <a:pt x="9124" y="40968"/>
                    <a:pt x="9124" y="40968"/>
                  </a:cubicBezTo>
                  <a:cubicBezTo>
                    <a:pt x="10992" y="40708"/>
                    <a:pt x="13011" y="40349"/>
                    <a:pt x="15093" y="39931"/>
                  </a:cubicBezTo>
                  <a:cubicBezTo>
                    <a:pt x="26387" y="37663"/>
                    <a:pt x="39468" y="33606"/>
                    <a:pt x="39468" y="33606"/>
                  </a:cubicBezTo>
                  <a:cubicBezTo>
                    <a:pt x="39384" y="33232"/>
                    <a:pt x="39291" y="32845"/>
                    <a:pt x="39194" y="32444"/>
                  </a:cubicBezTo>
                  <a:cubicBezTo>
                    <a:pt x="36519" y="21353"/>
                    <a:pt x="29662" y="0"/>
                    <a:pt x="2966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0"/>
            <p:cNvSpPr/>
            <p:nvPr/>
          </p:nvSpPr>
          <p:spPr>
            <a:xfrm>
              <a:off x="-5107387" y="3605100"/>
              <a:ext cx="377325" cy="884975"/>
            </a:xfrm>
            <a:custGeom>
              <a:rect b="b" l="l" r="r" t="t"/>
              <a:pathLst>
                <a:path extrusionOk="0" h="35399" w="15093">
                  <a:moveTo>
                    <a:pt x="6116" y="0"/>
                  </a:moveTo>
                  <a:cubicBezTo>
                    <a:pt x="5255" y="247"/>
                    <a:pt x="4470" y="476"/>
                    <a:pt x="3771" y="682"/>
                  </a:cubicBezTo>
                  <a:cubicBezTo>
                    <a:pt x="1388" y="1387"/>
                    <a:pt x="0" y="1837"/>
                    <a:pt x="0" y="1837"/>
                  </a:cubicBezTo>
                  <a:cubicBezTo>
                    <a:pt x="1405" y="12367"/>
                    <a:pt x="9124" y="35399"/>
                    <a:pt x="9124" y="35399"/>
                  </a:cubicBezTo>
                  <a:cubicBezTo>
                    <a:pt x="10992" y="35139"/>
                    <a:pt x="13011" y="34780"/>
                    <a:pt x="15093" y="34362"/>
                  </a:cubicBezTo>
                  <a:cubicBezTo>
                    <a:pt x="13159" y="27860"/>
                    <a:pt x="9772" y="16337"/>
                    <a:pt x="8538" y="11976"/>
                  </a:cubicBezTo>
                  <a:cubicBezTo>
                    <a:pt x="8326" y="11223"/>
                    <a:pt x="8178" y="10683"/>
                    <a:pt x="8111" y="10419"/>
                  </a:cubicBezTo>
                  <a:cubicBezTo>
                    <a:pt x="7343" y="7350"/>
                    <a:pt x="7017" y="3396"/>
                    <a:pt x="611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0"/>
            <p:cNvSpPr/>
            <p:nvPr/>
          </p:nvSpPr>
          <p:spPr>
            <a:xfrm>
              <a:off x="-4778062" y="3747875"/>
              <a:ext cx="446225" cy="352950"/>
            </a:xfrm>
            <a:custGeom>
              <a:rect b="b" l="l" r="r" t="t"/>
              <a:pathLst>
                <a:path extrusionOk="0" h="14118" w="17849">
                  <a:moveTo>
                    <a:pt x="13982" y="1"/>
                  </a:moveTo>
                  <a:cubicBezTo>
                    <a:pt x="9409" y="1034"/>
                    <a:pt x="3684" y="2980"/>
                    <a:pt x="1063" y="3904"/>
                  </a:cubicBezTo>
                  <a:cubicBezTo>
                    <a:pt x="1264" y="4843"/>
                    <a:pt x="951" y="5891"/>
                    <a:pt x="1" y="6372"/>
                  </a:cubicBezTo>
                  <a:cubicBezTo>
                    <a:pt x="545" y="8870"/>
                    <a:pt x="1367" y="11443"/>
                    <a:pt x="1904" y="13013"/>
                  </a:cubicBezTo>
                  <a:cubicBezTo>
                    <a:pt x="2016" y="12999"/>
                    <a:pt x="2124" y="12991"/>
                    <a:pt x="2229" y="12991"/>
                  </a:cubicBezTo>
                  <a:cubicBezTo>
                    <a:pt x="3090" y="12991"/>
                    <a:pt x="3720" y="13470"/>
                    <a:pt x="4063" y="14118"/>
                  </a:cubicBezTo>
                  <a:cubicBezTo>
                    <a:pt x="8335" y="13001"/>
                    <a:pt x="13695" y="11282"/>
                    <a:pt x="16392" y="10396"/>
                  </a:cubicBezTo>
                  <a:cubicBezTo>
                    <a:pt x="16373" y="9501"/>
                    <a:pt x="16825" y="8608"/>
                    <a:pt x="17848" y="8282"/>
                  </a:cubicBezTo>
                  <a:cubicBezTo>
                    <a:pt x="17310" y="5347"/>
                    <a:pt x="16618" y="2734"/>
                    <a:pt x="16168" y="1172"/>
                  </a:cubicBezTo>
                  <a:cubicBezTo>
                    <a:pt x="16059" y="1186"/>
                    <a:pt x="15953" y="1193"/>
                    <a:pt x="15851" y="1193"/>
                  </a:cubicBezTo>
                  <a:cubicBezTo>
                    <a:pt x="14960" y="1193"/>
                    <a:pt x="14317" y="682"/>
                    <a:pt x="13982"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70"/>
          <p:cNvGrpSpPr/>
          <p:nvPr/>
        </p:nvGrpSpPr>
        <p:grpSpPr>
          <a:xfrm>
            <a:off x="1560425" y="3542125"/>
            <a:ext cx="798175" cy="487950"/>
            <a:chOff x="10325950" y="3352200"/>
            <a:chExt cx="798175" cy="487950"/>
          </a:xfrm>
        </p:grpSpPr>
        <p:sp>
          <p:nvSpPr>
            <p:cNvPr id="2412" name="Google Shape;2412;p70"/>
            <p:cNvSpPr/>
            <p:nvPr/>
          </p:nvSpPr>
          <p:spPr>
            <a:xfrm>
              <a:off x="10325950" y="3352200"/>
              <a:ext cx="798175" cy="487950"/>
            </a:xfrm>
            <a:custGeom>
              <a:rect b="b" l="l" r="r" t="t"/>
              <a:pathLst>
                <a:path extrusionOk="0" h="19518" w="31927">
                  <a:moveTo>
                    <a:pt x="22259" y="1"/>
                  </a:moveTo>
                  <a:cubicBezTo>
                    <a:pt x="21177" y="1"/>
                    <a:pt x="20185" y="414"/>
                    <a:pt x="19210" y="823"/>
                  </a:cubicBezTo>
                  <a:cubicBezTo>
                    <a:pt x="17445" y="1567"/>
                    <a:pt x="14349" y="2735"/>
                    <a:pt x="11225" y="3940"/>
                  </a:cubicBezTo>
                  <a:cubicBezTo>
                    <a:pt x="6661" y="5698"/>
                    <a:pt x="2031" y="7535"/>
                    <a:pt x="1371" y="8232"/>
                  </a:cubicBezTo>
                  <a:cubicBezTo>
                    <a:pt x="0" y="9686"/>
                    <a:pt x="607" y="12500"/>
                    <a:pt x="1364" y="14825"/>
                  </a:cubicBezTo>
                  <a:cubicBezTo>
                    <a:pt x="1465" y="15137"/>
                    <a:pt x="1569" y="15442"/>
                    <a:pt x="1672" y="15733"/>
                  </a:cubicBezTo>
                  <a:cubicBezTo>
                    <a:pt x="1937" y="16484"/>
                    <a:pt x="2382" y="17747"/>
                    <a:pt x="2841" y="18348"/>
                  </a:cubicBezTo>
                  <a:cubicBezTo>
                    <a:pt x="3523" y="19243"/>
                    <a:pt x="4385" y="19517"/>
                    <a:pt x="5246" y="19517"/>
                  </a:cubicBezTo>
                  <a:cubicBezTo>
                    <a:pt x="5789" y="19517"/>
                    <a:pt x="6333" y="19407"/>
                    <a:pt x="6830" y="19275"/>
                  </a:cubicBezTo>
                  <a:cubicBezTo>
                    <a:pt x="9702" y="18511"/>
                    <a:pt x="12523" y="17590"/>
                    <a:pt x="15308" y="16557"/>
                  </a:cubicBezTo>
                  <a:cubicBezTo>
                    <a:pt x="19868" y="14869"/>
                    <a:pt x="24326" y="12880"/>
                    <a:pt x="28730" y="10774"/>
                  </a:cubicBezTo>
                  <a:cubicBezTo>
                    <a:pt x="29344" y="10481"/>
                    <a:pt x="29956" y="10186"/>
                    <a:pt x="30567" y="9887"/>
                  </a:cubicBezTo>
                  <a:cubicBezTo>
                    <a:pt x="31687" y="9339"/>
                    <a:pt x="31926" y="7948"/>
                    <a:pt x="31702" y="6527"/>
                  </a:cubicBezTo>
                  <a:cubicBezTo>
                    <a:pt x="31468" y="5047"/>
                    <a:pt x="30733" y="3536"/>
                    <a:pt x="29967" y="2914"/>
                  </a:cubicBezTo>
                  <a:cubicBezTo>
                    <a:pt x="28834" y="1992"/>
                    <a:pt x="27428" y="1232"/>
                    <a:pt x="26101" y="631"/>
                  </a:cubicBezTo>
                  <a:cubicBezTo>
                    <a:pt x="24973" y="122"/>
                    <a:pt x="23701" y="72"/>
                    <a:pt x="22485" y="7"/>
                  </a:cubicBezTo>
                  <a:cubicBezTo>
                    <a:pt x="22409" y="3"/>
                    <a:pt x="22334" y="1"/>
                    <a:pt x="22259"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0"/>
            <p:cNvSpPr/>
            <p:nvPr/>
          </p:nvSpPr>
          <p:spPr>
            <a:xfrm>
              <a:off x="10864950" y="3360750"/>
              <a:ext cx="48300" cy="160625"/>
            </a:xfrm>
            <a:custGeom>
              <a:rect b="b" l="l" r="r" t="t"/>
              <a:pathLst>
                <a:path extrusionOk="0" h="6425" w="1932">
                  <a:moveTo>
                    <a:pt x="283" y="0"/>
                  </a:moveTo>
                  <a:cubicBezTo>
                    <a:pt x="140" y="0"/>
                    <a:pt x="0" y="110"/>
                    <a:pt x="14" y="274"/>
                  </a:cubicBezTo>
                  <a:cubicBezTo>
                    <a:pt x="98" y="1339"/>
                    <a:pt x="459" y="2352"/>
                    <a:pt x="513" y="3430"/>
                  </a:cubicBezTo>
                  <a:cubicBezTo>
                    <a:pt x="557" y="4325"/>
                    <a:pt x="287" y="5491"/>
                    <a:pt x="774" y="6277"/>
                  </a:cubicBezTo>
                  <a:cubicBezTo>
                    <a:pt x="833" y="6374"/>
                    <a:pt x="945" y="6425"/>
                    <a:pt x="1056" y="6425"/>
                  </a:cubicBezTo>
                  <a:cubicBezTo>
                    <a:pt x="1150" y="6425"/>
                    <a:pt x="1244" y="6388"/>
                    <a:pt x="1304" y="6312"/>
                  </a:cubicBezTo>
                  <a:cubicBezTo>
                    <a:pt x="1931" y="5511"/>
                    <a:pt x="1735" y="4004"/>
                    <a:pt x="1639" y="3053"/>
                  </a:cubicBezTo>
                  <a:cubicBezTo>
                    <a:pt x="1530" y="1993"/>
                    <a:pt x="1305" y="780"/>
                    <a:pt x="453" y="62"/>
                  </a:cubicBezTo>
                  <a:cubicBezTo>
                    <a:pt x="403" y="19"/>
                    <a:pt x="343" y="0"/>
                    <a:pt x="283"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0"/>
            <p:cNvSpPr/>
            <p:nvPr/>
          </p:nvSpPr>
          <p:spPr>
            <a:xfrm>
              <a:off x="10360025" y="3535025"/>
              <a:ext cx="684175" cy="305125"/>
            </a:xfrm>
            <a:custGeom>
              <a:rect b="b" l="l" r="r" t="t"/>
              <a:pathLst>
                <a:path extrusionOk="0" h="12205" w="27367">
                  <a:moveTo>
                    <a:pt x="20840" y="1"/>
                  </a:moveTo>
                  <a:cubicBezTo>
                    <a:pt x="20811" y="1"/>
                    <a:pt x="20782" y="1"/>
                    <a:pt x="20753" y="2"/>
                  </a:cubicBezTo>
                  <a:cubicBezTo>
                    <a:pt x="19808" y="18"/>
                    <a:pt x="18935" y="346"/>
                    <a:pt x="18072" y="673"/>
                  </a:cubicBezTo>
                  <a:cubicBezTo>
                    <a:pt x="15961" y="1467"/>
                    <a:pt x="13852" y="2260"/>
                    <a:pt x="11741" y="3055"/>
                  </a:cubicBezTo>
                  <a:cubicBezTo>
                    <a:pt x="8624" y="4228"/>
                    <a:pt x="5511" y="5401"/>
                    <a:pt x="2397" y="6575"/>
                  </a:cubicBezTo>
                  <a:cubicBezTo>
                    <a:pt x="1694" y="6841"/>
                    <a:pt x="776" y="7067"/>
                    <a:pt x="1" y="7512"/>
                  </a:cubicBezTo>
                  <a:cubicBezTo>
                    <a:pt x="102" y="7824"/>
                    <a:pt x="206" y="8129"/>
                    <a:pt x="309" y="8420"/>
                  </a:cubicBezTo>
                  <a:cubicBezTo>
                    <a:pt x="574" y="9171"/>
                    <a:pt x="1019" y="10434"/>
                    <a:pt x="1478" y="11035"/>
                  </a:cubicBezTo>
                  <a:cubicBezTo>
                    <a:pt x="2160" y="11930"/>
                    <a:pt x="3022" y="12204"/>
                    <a:pt x="3883" y="12204"/>
                  </a:cubicBezTo>
                  <a:cubicBezTo>
                    <a:pt x="4426" y="12204"/>
                    <a:pt x="4970" y="12094"/>
                    <a:pt x="5467" y="11962"/>
                  </a:cubicBezTo>
                  <a:cubicBezTo>
                    <a:pt x="8339" y="11198"/>
                    <a:pt x="11160" y="10277"/>
                    <a:pt x="13945" y="9244"/>
                  </a:cubicBezTo>
                  <a:cubicBezTo>
                    <a:pt x="18505" y="7556"/>
                    <a:pt x="22963" y="5567"/>
                    <a:pt x="27367" y="3461"/>
                  </a:cubicBezTo>
                  <a:cubicBezTo>
                    <a:pt x="25290" y="1609"/>
                    <a:pt x="23023" y="1"/>
                    <a:pt x="20840"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70"/>
          <p:cNvGrpSpPr/>
          <p:nvPr/>
        </p:nvGrpSpPr>
        <p:grpSpPr>
          <a:xfrm>
            <a:off x="2843430" y="2401063"/>
            <a:ext cx="797182" cy="536170"/>
            <a:chOff x="5620878" y="1052573"/>
            <a:chExt cx="705533" cy="474571"/>
          </a:xfrm>
        </p:grpSpPr>
        <p:sp>
          <p:nvSpPr>
            <p:cNvPr id="2416" name="Google Shape;2416;p70"/>
            <p:cNvSpPr/>
            <p:nvPr/>
          </p:nvSpPr>
          <p:spPr>
            <a:xfrm rot="636978">
              <a:off x="5642745" y="1249074"/>
              <a:ext cx="231973" cy="258918"/>
            </a:xfrm>
            <a:custGeom>
              <a:rect b="b" l="l" r="r" t="t"/>
              <a:pathLst>
                <a:path extrusionOk="0" h="2018" w="1808">
                  <a:moveTo>
                    <a:pt x="488" y="1"/>
                  </a:moveTo>
                  <a:cubicBezTo>
                    <a:pt x="202" y="1"/>
                    <a:pt x="1" y="340"/>
                    <a:pt x="31" y="679"/>
                  </a:cubicBezTo>
                  <a:cubicBezTo>
                    <a:pt x="41" y="761"/>
                    <a:pt x="99" y="797"/>
                    <a:pt x="161" y="797"/>
                  </a:cubicBezTo>
                  <a:cubicBezTo>
                    <a:pt x="245" y="797"/>
                    <a:pt x="336" y="730"/>
                    <a:pt x="322" y="622"/>
                  </a:cubicBezTo>
                  <a:cubicBezTo>
                    <a:pt x="289" y="454"/>
                    <a:pt x="337" y="371"/>
                    <a:pt x="464" y="371"/>
                  </a:cubicBezTo>
                  <a:cubicBezTo>
                    <a:pt x="520" y="371"/>
                    <a:pt x="592" y="388"/>
                    <a:pt x="679" y="420"/>
                  </a:cubicBezTo>
                  <a:cubicBezTo>
                    <a:pt x="743" y="542"/>
                    <a:pt x="768" y="679"/>
                    <a:pt x="752" y="817"/>
                  </a:cubicBezTo>
                  <a:cubicBezTo>
                    <a:pt x="752" y="922"/>
                    <a:pt x="735" y="1027"/>
                    <a:pt x="719" y="1125"/>
                  </a:cubicBezTo>
                  <a:cubicBezTo>
                    <a:pt x="679" y="1376"/>
                    <a:pt x="630" y="1610"/>
                    <a:pt x="598" y="1861"/>
                  </a:cubicBezTo>
                  <a:cubicBezTo>
                    <a:pt x="591" y="1949"/>
                    <a:pt x="663" y="2018"/>
                    <a:pt x="744" y="2018"/>
                  </a:cubicBezTo>
                  <a:cubicBezTo>
                    <a:pt x="768" y="2018"/>
                    <a:pt x="793" y="2012"/>
                    <a:pt x="816" y="1999"/>
                  </a:cubicBezTo>
                  <a:cubicBezTo>
                    <a:pt x="1116" y="1837"/>
                    <a:pt x="1399" y="1659"/>
                    <a:pt x="1683" y="1465"/>
                  </a:cubicBezTo>
                  <a:cubicBezTo>
                    <a:pt x="1808" y="1379"/>
                    <a:pt x="1697" y="1218"/>
                    <a:pt x="1568" y="1218"/>
                  </a:cubicBezTo>
                  <a:cubicBezTo>
                    <a:pt x="1539" y="1218"/>
                    <a:pt x="1509" y="1226"/>
                    <a:pt x="1480" y="1246"/>
                  </a:cubicBezTo>
                  <a:cubicBezTo>
                    <a:pt x="1310" y="1359"/>
                    <a:pt x="1132" y="1473"/>
                    <a:pt x="946" y="1578"/>
                  </a:cubicBezTo>
                  <a:cubicBezTo>
                    <a:pt x="1051" y="1084"/>
                    <a:pt x="1213" y="452"/>
                    <a:pt x="800" y="129"/>
                  </a:cubicBezTo>
                  <a:cubicBezTo>
                    <a:pt x="690" y="39"/>
                    <a:pt x="584" y="1"/>
                    <a:pt x="48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0"/>
            <p:cNvSpPr/>
            <p:nvPr/>
          </p:nvSpPr>
          <p:spPr>
            <a:xfrm rot="636978">
              <a:off x="6072603" y="1071704"/>
              <a:ext cx="231845" cy="259944"/>
            </a:xfrm>
            <a:custGeom>
              <a:rect b="b" l="l" r="r" t="t"/>
              <a:pathLst>
                <a:path extrusionOk="0" h="2026" w="1807">
                  <a:moveTo>
                    <a:pt x="485" y="1"/>
                  </a:moveTo>
                  <a:cubicBezTo>
                    <a:pt x="199" y="1"/>
                    <a:pt x="0" y="340"/>
                    <a:pt x="36" y="680"/>
                  </a:cubicBezTo>
                  <a:cubicBezTo>
                    <a:pt x="43" y="762"/>
                    <a:pt x="99" y="797"/>
                    <a:pt x="160" y="797"/>
                  </a:cubicBezTo>
                  <a:cubicBezTo>
                    <a:pt x="244" y="797"/>
                    <a:pt x="337" y="730"/>
                    <a:pt x="328" y="623"/>
                  </a:cubicBezTo>
                  <a:cubicBezTo>
                    <a:pt x="289" y="455"/>
                    <a:pt x="335" y="372"/>
                    <a:pt x="461" y="372"/>
                  </a:cubicBezTo>
                  <a:cubicBezTo>
                    <a:pt x="517" y="372"/>
                    <a:pt x="589" y="388"/>
                    <a:pt x="676" y="420"/>
                  </a:cubicBezTo>
                  <a:cubicBezTo>
                    <a:pt x="741" y="542"/>
                    <a:pt x="765" y="680"/>
                    <a:pt x="749" y="817"/>
                  </a:cubicBezTo>
                  <a:cubicBezTo>
                    <a:pt x="749" y="922"/>
                    <a:pt x="733" y="1028"/>
                    <a:pt x="717" y="1133"/>
                  </a:cubicBezTo>
                  <a:cubicBezTo>
                    <a:pt x="676" y="1376"/>
                    <a:pt x="627" y="1619"/>
                    <a:pt x="595" y="1862"/>
                  </a:cubicBezTo>
                  <a:cubicBezTo>
                    <a:pt x="589" y="1956"/>
                    <a:pt x="666" y="2026"/>
                    <a:pt x="749" y="2026"/>
                  </a:cubicBezTo>
                  <a:cubicBezTo>
                    <a:pt x="774" y="2026"/>
                    <a:pt x="798" y="2020"/>
                    <a:pt x="822" y="2007"/>
                  </a:cubicBezTo>
                  <a:cubicBezTo>
                    <a:pt x="1113" y="1837"/>
                    <a:pt x="1405" y="1659"/>
                    <a:pt x="1688" y="1465"/>
                  </a:cubicBezTo>
                  <a:cubicBezTo>
                    <a:pt x="1806" y="1380"/>
                    <a:pt x="1702" y="1215"/>
                    <a:pt x="1572" y="1215"/>
                  </a:cubicBezTo>
                  <a:cubicBezTo>
                    <a:pt x="1541" y="1215"/>
                    <a:pt x="1509" y="1225"/>
                    <a:pt x="1478" y="1246"/>
                  </a:cubicBezTo>
                  <a:cubicBezTo>
                    <a:pt x="1308" y="1368"/>
                    <a:pt x="1130" y="1473"/>
                    <a:pt x="943" y="1586"/>
                  </a:cubicBezTo>
                  <a:cubicBezTo>
                    <a:pt x="1049" y="1084"/>
                    <a:pt x="1210" y="453"/>
                    <a:pt x="798" y="129"/>
                  </a:cubicBezTo>
                  <a:cubicBezTo>
                    <a:pt x="687" y="39"/>
                    <a:pt x="582" y="1"/>
                    <a:pt x="485"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0"/>
            <p:cNvSpPr/>
            <p:nvPr/>
          </p:nvSpPr>
          <p:spPr>
            <a:xfrm rot="636978">
              <a:off x="5883915" y="1199003"/>
              <a:ext cx="154221" cy="138055"/>
            </a:xfrm>
            <a:custGeom>
              <a:rect b="b" l="l" r="r" t="t"/>
              <a:pathLst>
                <a:path extrusionOk="0" h="1076" w="1202">
                  <a:moveTo>
                    <a:pt x="366" y="0"/>
                  </a:moveTo>
                  <a:cubicBezTo>
                    <a:pt x="302" y="0"/>
                    <a:pt x="242" y="56"/>
                    <a:pt x="264" y="139"/>
                  </a:cubicBezTo>
                  <a:cubicBezTo>
                    <a:pt x="288" y="252"/>
                    <a:pt x="329" y="365"/>
                    <a:pt x="385" y="471"/>
                  </a:cubicBezTo>
                  <a:cubicBezTo>
                    <a:pt x="264" y="552"/>
                    <a:pt x="151" y="641"/>
                    <a:pt x="45" y="730"/>
                  </a:cubicBezTo>
                  <a:cubicBezTo>
                    <a:pt x="0" y="805"/>
                    <a:pt x="53" y="894"/>
                    <a:pt x="131" y="894"/>
                  </a:cubicBezTo>
                  <a:cubicBezTo>
                    <a:pt x="138" y="894"/>
                    <a:pt x="144" y="893"/>
                    <a:pt x="151" y="892"/>
                  </a:cubicBezTo>
                  <a:cubicBezTo>
                    <a:pt x="272" y="835"/>
                    <a:pt x="394" y="770"/>
                    <a:pt x="507" y="697"/>
                  </a:cubicBezTo>
                  <a:cubicBezTo>
                    <a:pt x="572" y="827"/>
                    <a:pt x="661" y="948"/>
                    <a:pt x="766" y="1046"/>
                  </a:cubicBezTo>
                  <a:cubicBezTo>
                    <a:pt x="791" y="1066"/>
                    <a:pt x="819" y="1075"/>
                    <a:pt x="846" y="1075"/>
                  </a:cubicBezTo>
                  <a:cubicBezTo>
                    <a:pt x="923" y="1075"/>
                    <a:pt x="993" y="1000"/>
                    <a:pt x="968" y="916"/>
                  </a:cubicBezTo>
                  <a:cubicBezTo>
                    <a:pt x="912" y="778"/>
                    <a:pt x="839" y="657"/>
                    <a:pt x="758" y="544"/>
                  </a:cubicBezTo>
                  <a:cubicBezTo>
                    <a:pt x="904" y="463"/>
                    <a:pt x="1041" y="357"/>
                    <a:pt x="1163" y="228"/>
                  </a:cubicBezTo>
                  <a:cubicBezTo>
                    <a:pt x="1202" y="158"/>
                    <a:pt x="1151" y="73"/>
                    <a:pt x="1076" y="73"/>
                  </a:cubicBezTo>
                  <a:cubicBezTo>
                    <a:pt x="1073" y="73"/>
                    <a:pt x="1069" y="74"/>
                    <a:pt x="1066" y="74"/>
                  </a:cubicBezTo>
                  <a:cubicBezTo>
                    <a:pt x="904" y="131"/>
                    <a:pt x="758" y="212"/>
                    <a:pt x="628" y="317"/>
                  </a:cubicBezTo>
                  <a:cubicBezTo>
                    <a:pt x="572" y="220"/>
                    <a:pt x="515" y="131"/>
                    <a:pt x="450" y="42"/>
                  </a:cubicBezTo>
                  <a:cubicBezTo>
                    <a:pt x="427" y="13"/>
                    <a:pt x="396" y="0"/>
                    <a:pt x="366"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2" name="Shape 2422"/>
        <p:cNvGrpSpPr/>
        <p:nvPr/>
      </p:nvGrpSpPr>
      <p:grpSpPr>
        <a:xfrm>
          <a:off x="0" y="0"/>
          <a:ext cx="0" cy="0"/>
          <a:chOff x="0" y="0"/>
          <a:chExt cx="0" cy="0"/>
        </a:xfrm>
      </p:grpSpPr>
      <p:sp>
        <p:nvSpPr>
          <p:cNvPr id="2423" name="Google Shape;2423;p71"/>
          <p:cNvSpPr txBox="1"/>
          <p:nvPr>
            <p:ph type="ctrTitle"/>
          </p:nvPr>
        </p:nvSpPr>
        <p:spPr>
          <a:xfrm>
            <a:off x="2429950" y="883375"/>
            <a:ext cx="4284000" cy="86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424" name="Google Shape;2424;p71"/>
          <p:cNvSpPr txBox="1"/>
          <p:nvPr>
            <p:ph idx="1" type="subTitle"/>
          </p:nvPr>
        </p:nvSpPr>
        <p:spPr>
          <a:xfrm>
            <a:off x="2425075" y="1856950"/>
            <a:ext cx="4293900" cy="107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600">
                <a:latin typeface="Barlow"/>
                <a:ea typeface="Barlow"/>
                <a:cs typeface="Barlow"/>
                <a:sym typeface="Barlow"/>
              </a:rPr>
              <a:t>Do you have any questions?</a:t>
            </a:r>
            <a:endParaRPr b="1" sz="1600">
              <a:latin typeface="Barlow"/>
              <a:ea typeface="Barlow"/>
              <a:cs typeface="Barlow"/>
              <a:sym typeface="Barlow"/>
            </a:endParaRPr>
          </a:p>
          <a:p>
            <a:pPr indent="0" lvl="0" marL="0" rtl="0" algn="ctr">
              <a:spcBef>
                <a:spcPts val="1000"/>
              </a:spcBef>
              <a:spcAft>
                <a:spcPts val="0"/>
              </a:spcAft>
              <a:buNone/>
            </a:pPr>
            <a:r>
              <a:rPr lang="en" sz="1500">
                <a:latin typeface="Barlow Medium"/>
                <a:ea typeface="Barlow Medium"/>
                <a:cs typeface="Barlow Medium"/>
                <a:sym typeface="Barlow Medium"/>
              </a:rPr>
              <a:t>youremail@freepik.com </a:t>
            </a:r>
            <a:endParaRPr sz="1500">
              <a:latin typeface="Barlow Medium"/>
              <a:ea typeface="Barlow Medium"/>
              <a:cs typeface="Barlow Medium"/>
              <a:sym typeface="Barlow Medium"/>
            </a:endParaRPr>
          </a:p>
          <a:p>
            <a:pPr indent="0" lvl="0" marL="0" rtl="0" algn="ctr">
              <a:spcBef>
                <a:spcPts val="0"/>
              </a:spcBef>
              <a:spcAft>
                <a:spcPts val="0"/>
              </a:spcAft>
              <a:buNone/>
            </a:pPr>
            <a:r>
              <a:rPr lang="en" sz="1500">
                <a:latin typeface="Barlow Medium"/>
                <a:ea typeface="Barlow Medium"/>
                <a:cs typeface="Barlow Medium"/>
                <a:sym typeface="Barlow Medium"/>
              </a:rPr>
              <a:t>+91  620 421 88 </a:t>
            </a:r>
            <a:endParaRPr sz="1500">
              <a:latin typeface="Barlow Medium"/>
              <a:ea typeface="Barlow Medium"/>
              <a:cs typeface="Barlow Medium"/>
              <a:sym typeface="Barlow Medium"/>
            </a:endParaRPr>
          </a:p>
          <a:p>
            <a:pPr indent="0" lvl="0" marL="0" rtl="0" algn="ctr">
              <a:spcBef>
                <a:spcPts val="0"/>
              </a:spcBef>
              <a:spcAft>
                <a:spcPts val="0"/>
              </a:spcAft>
              <a:buNone/>
            </a:pPr>
            <a:r>
              <a:rPr lang="en" sz="1500">
                <a:latin typeface="Barlow Medium"/>
                <a:ea typeface="Barlow Medium"/>
                <a:cs typeface="Barlow Medium"/>
                <a:sym typeface="Barlow Medium"/>
              </a:rPr>
              <a:t>yourcompany.co</a:t>
            </a:r>
            <a:r>
              <a:rPr lang="en" sz="1500">
                <a:latin typeface="Barlow Medium"/>
                <a:ea typeface="Barlow Medium"/>
                <a:cs typeface="Barlow Medium"/>
                <a:sym typeface="Barlow Medium"/>
              </a:rPr>
              <a:t>m</a:t>
            </a:r>
            <a:endParaRPr sz="1500">
              <a:latin typeface="Barlow Medium"/>
              <a:ea typeface="Barlow Medium"/>
              <a:cs typeface="Barlow Medium"/>
              <a:sym typeface="Barlow Medium"/>
            </a:endParaRPr>
          </a:p>
        </p:txBody>
      </p:sp>
      <p:sp>
        <p:nvSpPr>
          <p:cNvPr id="2425" name="Google Shape;2425;p71"/>
          <p:cNvSpPr txBox="1"/>
          <p:nvPr/>
        </p:nvSpPr>
        <p:spPr>
          <a:xfrm>
            <a:off x="3072000" y="3031446"/>
            <a:ext cx="3000000" cy="3030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b="1" lang="en" sz="1000">
                <a:solidFill>
                  <a:schemeClr val="dk2"/>
                </a:solidFill>
                <a:latin typeface="Barlow"/>
                <a:ea typeface="Barlow"/>
                <a:cs typeface="Barlow"/>
                <a:sym typeface="Barlow"/>
              </a:rPr>
              <a:t>Please keep this slide for attribution</a:t>
            </a:r>
            <a:endParaRPr b="1" sz="1000">
              <a:solidFill>
                <a:schemeClr val="dk2"/>
              </a:solidFill>
              <a:latin typeface="Barlow"/>
              <a:ea typeface="Barlow"/>
              <a:cs typeface="Barlow"/>
              <a:sym typeface="Barlow"/>
            </a:endParaRPr>
          </a:p>
        </p:txBody>
      </p:sp>
      <p:grpSp>
        <p:nvGrpSpPr>
          <p:cNvPr id="2426" name="Google Shape;2426;p71"/>
          <p:cNvGrpSpPr/>
          <p:nvPr/>
        </p:nvGrpSpPr>
        <p:grpSpPr>
          <a:xfrm rot="7343025">
            <a:off x="6835554" y="1628416"/>
            <a:ext cx="1319731" cy="754818"/>
            <a:chOff x="9857950" y="517650"/>
            <a:chExt cx="1319700" cy="754800"/>
          </a:xfrm>
        </p:grpSpPr>
        <p:sp>
          <p:nvSpPr>
            <p:cNvPr id="2427" name="Google Shape;2427;p71"/>
            <p:cNvSpPr/>
            <p:nvPr/>
          </p:nvSpPr>
          <p:spPr>
            <a:xfrm>
              <a:off x="9857950" y="517650"/>
              <a:ext cx="954100" cy="567150"/>
            </a:xfrm>
            <a:custGeom>
              <a:rect b="b" l="l" r="r" t="t"/>
              <a:pathLst>
                <a:path extrusionOk="0" h="22686" w="38164">
                  <a:moveTo>
                    <a:pt x="4394" y="1"/>
                  </a:moveTo>
                  <a:cubicBezTo>
                    <a:pt x="3956" y="1"/>
                    <a:pt x="3529" y="200"/>
                    <a:pt x="3249" y="565"/>
                  </a:cubicBezTo>
                  <a:cubicBezTo>
                    <a:pt x="2250" y="1858"/>
                    <a:pt x="554" y="4461"/>
                    <a:pt x="88" y="7669"/>
                  </a:cubicBezTo>
                  <a:cubicBezTo>
                    <a:pt x="1" y="8290"/>
                    <a:pt x="321" y="8895"/>
                    <a:pt x="880" y="9171"/>
                  </a:cubicBezTo>
                  <a:cubicBezTo>
                    <a:pt x="1455" y="9453"/>
                    <a:pt x="2283" y="9859"/>
                    <a:pt x="3299" y="10353"/>
                  </a:cubicBezTo>
                  <a:cubicBezTo>
                    <a:pt x="3946" y="10670"/>
                    <a:pt x="4669" y="11023"/>
                    <a:pt x="5452" y="11403"/>
                  </a:cubicBezTo>
                  <a:cubicBezTo>
                    <a:pt x="5972" y="11657"/>
                    <a:pt x="6518" y="11924"/>
                    <a:pt x="7087" y="12201"/>
                  </a:cubicBezTo>
                  <a:cubicBezTo>
                    <a:pt x="12512" y="14840"/>
                    <a:pt x="19874" y="18401"/>
                    <a:pt x="24827" y="20704"/>
                  </a:cubicBezTo>
                  <a:cubicBezTo>
                    <a:pt x="25425" y="20983"/>
                    <a:pt x="25986" y="21241"/>
                    <a:pt x="26507" y="21480"/>
                  </a:cubicBezTo>
                  <a:cubicBezTo>
                    <a:pt x="27056" y="21730"/>
                    <a:pt x="27558" y="21958"/>
                    <a:pt x="28005" y="22156"/>
                  </a:cubicBezTo>
                  <a:lnTo>
                    <a:pt x="28057" y="22180"/>
                  </a:lnTo>
                  <a:cubicBezTo>
                    <a:pt x="28057" y="22180"/>
                    <a:pt x="29872" y="22331"/>
                    <a:pt x="31809" y="22432"/>
                  </a:cubicBezTo>
                  <a:cubicBezTo>
                    <a:pt x="32725" y="22478"/>
                    <a:pt x="33668" y="22512"/>
                    <a:pt x="34458" y="22512"/>
                  </a:cubicBezTo>
                  <a:cubicBezTo>
                    <a:pt x="35116" y="22512"/>
                    <a:pt x="35669" y="22488"/>
                    <a:pt x="36014" y="22429"/>
                  </a:cubicBezTo>
                  <a:lnTo>
                    <a:pt x="36467" y="22629"/>
                  </a:lnTo>
                  <a:cubicBezTo>
                    <a:pt x="36553" y="22667"/>
                    <a:pt x="36643" y="22686"/>
                    <a:pt x="36732" y="22686"/>
                  </a:cubicBezTo>
                  <a:cubicBezTo>
                    <a:pt x="36983" y="22686"/>
                    <a:pt x="37225" y="22540"/>
                    <a:pt x="37334" y="22294"/>
                  </a:cubicBezTo>
                  <a:lnTo>
                    <a:pt x="38016" y="20759"/>
                  </a:lnTo>
                  <a:cubicBezTo>
                    <a:pt x="38164" y="20427"/>
                    <a:pt x="38013" y="20039"/>
                    <a:pt x="37683" y="19891"/>
                  </a:cubicBezTo>
                  <a:lnTo>
                    <a:pt x="37230" y="19690"/>
                  </a:lnTo>
                  <a:cubicBezTo>
                    <a:pt x="37230" y="19690"/>
                    <a:pt x="35714" y="17854"/>
                    <a:pt x="34249" y="16080"/>
                  </a:cubicBezTo>
                  <a:cubicBezTo>
                    <a:pt x="33403" y="15054"/>
                    <a:pt x="32574" y="14047"/>
                    <a:pt x="32064" y="13431"/>
                  </a:cubicBezTo>
                  <a:cubicBezTo>
                    <a:pt x="32034" y="13396"/>
                    <a:pt x="32007" y="13362"/>
                    <a:pt x="31980" y="13330"/>
                  </a:cubicBezTo>
                  <a:cubicBezTo>
                    <a:pt x="31921" y="13259"/>
                    <a:pt x="31440" y="12965"/>
                    <a:pt x="30260" y="12336"/>
                  </a:cubicBezTo>
                  <a:cubicBezTo>
                    <a:pt x="29910" y="12150"/>
                    <a:pt x="29494" y="11933"/>
                    <a:pt x="29009" y="11684"/>
                  </a:cubicBezTo>
                  <a:cubicBezTo>
                    <a:pt x="26052" y="10157"/>
                    <a:pt x="20501" y="7418"/>
                    <a:pt x="10693" y="2801"/>
                  </a:cubicBezTo>
                  <a:cubicBezTo>
                    <a:pt x="10258" y="2596"/>
                    <a:pt x="9816" y="2388"/>
                    <a:pt x="9365" y="2178"/>
                  </a:cubicBezTo>
                  <a:cubicBezTo>
                    <a:pt x="8736" y="1884"/>
                    <a:pt x="8092" y="1581"/>
                    <a:pt x="7431" y="1270"/>
                  </a:cubicBezTo>
                  <a:cubicBezTo>
                    <a:pt x="6645" y="905"/>
                    <a:pt x="5836" y="526"/>
                    <a:pt x="5004" y="137"/>
                  </a:cubicBezTo>
                  <a:cubicBezTo>
                    <a:pt x="4807" y="45"/>
                    <a:pt x="4599" y="1"/>
                    <a:pt x="4394"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1"/>
            <p:cNvSpPr/>
            <p:nvPr/>
          </p:nvSpPr>
          <p:spPr>
            <a:xfrm>
              <a:off x="9940400" y="549375"/>
              <a:ext cx="719125" cy="522175"/>
            </a:xfrm>
            <a:custGeom>
              <a:rect b="b" l="l" r="r" t="t"/>
              <a:pathLst>
                <a:path extrusionOk="0" h="20887" w="28765">
                  <a:moveTo>
                    <a:pt x="4130" y="1"/>
                  </a:moveTo>
                  <a:cubicBezTo>
                    <a:pt x="3240" y="1348"/>
                    <a:pt x="2433" y="2751"/>
                    <a:pt x="1746" y="4196"/>
                  </a:cubicBezTo>
                  <a:cubicBezTo>
                    <a:pt x="1001" y="5771"/>
                    <a:pt x="401" y="7404"/>
                    <a:pt x="1" y="9084"/>
                  </a:cubicBezTo>
                  <a:cubicBezTo>
                    <a:pt x="648" y="9401"/>
                    <a:pt x="1371" y="9754"/>
                    <a:pt x="2154" y="10134"/>
                  </a:cubicBezTo>
                  <a:cubicBezTo>
                    <a:pt x="2674" y="10388"/>
                    <a:pt x="3220" y="10655"/>
                    <a:pt x="3789" y="10932"/>
                  </a:cubicBezTo>
                  <a:cubicBezTo>
                    <a:pt x="9214" y="13571"/>
                    <a:pt x="16576" y="17132"/>
                    <a:pt x="21529" y="19435"/>
                  </a:cubicBezTo>
                  <a:cubicBezTo>
                    <a:pt x="22127" y="19714"/>
                    <a:pt x="22688" y="19972"/>
                    <a:pt x="23209" y="20211"/>
                  </a:cubicBezTo>
                  <a:cubicBezTo>
                    <a:pt x="23758" y="20461"/>
                    <a:pt x="24260" y="20689"/>
                    <a:pt x="24707" y="20887"/>
                  </a:cubicBezTo>
                  <a:cubicBezTo>
                    <a:pt x="25316" y="19441"/>
                    <a:pt x="26155" y="17510"/>
                    <a:pt x="26772" y="16094"/>
                  </a:cubicBezTo>
                  <a:cubicBezTo>
                    <a:pt x="27185" y="15155"/>
                    <a:pt x="27499" y="14442"/>
                    <a:pt x="27590" y="14250"/>
                  </a:cubicBezTo>
                  <a:cubicBezTo>
                    <a:pt x="27848" y="13696"/>
                    <a:pt x="28340" y="12950"/>
                    <a:pt x="28765" y="12162"/>
                  </a:cubicBezTo>
                  <a:cubicBezTo>
                    <a:pt x="28733" y="12127"/>
                    <a:pt x="28706" y="12093"/>
                    <a:pt x="28680" y="12061"/>
                  </a:cubicBezTo>
                  <a:cubicBezTo>
                    <a:pt x="28622" y="11990"/>
                    <a:pt x="28139" y="11696"/>
                    <a:pt x="26961" y="11067"/>
                  </a:cubicBezTo>
                  <a:cubicBezTo>
                    <a:pt x="26609" y="10881"/>
                    <a:pt x="26194" y="10664"/>
                    <a:pt x="25710" y="10414"/>
                  </a:cubicBezTo>
                  <a:cubicBezTo>
                    <a:pt x="22751" y="8888"/>
                    <a:pt x="17200" y="6149"/>
                    <a:pt x="7392" y="1532"/>
                  </a:cubicBezTo>
                  <a:cubicBezTo>
                    <a:pt x="6959" y="1327"/>
                    <a:pt x="6517" y="1119"/>
                    <a:pt x="6064" y="909"/>
                  </a:cubicBezTo>
                  <a:cubicBezTo>
                    <a:pt x="5436" y="615"/>
                    <a:pt x="4791" y="312"/>
                    <a:pt x="4130"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1"/>
            <p:cNvSpPr/>
            <p:nvPr/>
          </p:nvSpPr>
          <p:spPr>
            <a:xfrm>
              <a:off x="10478625" y="809700"/>
              <a:ext cx="135800" cy="244950"/>
            </a:xfrm>
            <a:custGeom>
              <a:rect b="b" l="l" r="r" t="t"/>
              <a:pathLst>
                <a:path extrusionOk="0" h="9798" w="5432">
                  <a:moveTo>
                    <a:pt x="4181" y="1"/>
                  </a:moveTo>
                  <a:cubicBezTo>
                    <a:pt x="2164" y="2651"/>
                    <a:pt x="639" y="5750"/>
                    <a:pt x="0" y="9022"/>
                  </a:cubicBezTo>
                  <a:cubicBezTo>
                    <a:pt x="598" y="9301"/>
                    <a:pt x="1159" y="9559"/>
                    <a:pt x="1680" y="9798"/>
                  </a:cubicBezTo>
                  <a:cubicBezTo>
                    <a:pt x="2164" y="7696"/>
                    <a:pt x="2791" y="5655"/>
                    <a:pt x="3733" y="3689"/>
                  </a:cubicBezTo>
                  <a:cubicBezTo>
                    <a:pt x="4234" y="2645"/>
                    <a:pt x="4796" y="1625"/>
                    <a:pt x="5432" y="654"/>
                  </a:cubicBezTo>
                  <a:cubicBezTo>
                    <a:pt x="5080" y="467"/>
                    <a:pt x="4665" y="249"/>
                    <a:pt x="4181"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1"/>
            <p:cNvSpPr/>
            <p:nvPr/>
          </p:nvSpPr>
          <p:spPr>
            <a:xfrm>
              <a:off x="9994225" y="572075"/>
              <a:ext cx="130975" cy="250625"/>
            </a:xfrm>
            <a:custGeom>
              <a:rect b="b" l="l" r="r" t="t"/>
              <a:pathLst>
                <a:path extrusionOk="0" h="10025" w="5239">
                  <a:moveTo>
                    <a:pt x="3913" y="1"/>
                  </a:moveTo>
                  <a:cubicBezTo>
                    <a:pt x="1945" y="2732"/>
                    <a:pt x="508" y="5901"/>
                    <a:pt x="1" y="9226"/>
                  </a:cubicBezTo>
                  <a:cubicBezTo>
                    <a:pt x="521" y="9480"/>
                    <a:pt x="1067" y="9747"/>
                    <a:pt x="1636" y="10024"/>
                  </a:cubicBezTo>
                  <a:cubicBezTo>
                    <a:pt x="2147" y="7654"/>
                    <a:pt x="2808" y="5355"/>
                    <a:pt x="3863" y="3153"/>
                  </a:cubicBezTo>
                  <a:cubicBezTo>
                    <a:pt x="4276" y="2287"/>
                    <a:pt x="4736" y="1442"/>
                    <a:pt x="5239" y="624"/>
                  </a:cubicBezTo>
                  <a:cubicBezTo>
                    <a:pt x="4806" y="419"/>
                    <a:pt x="4364" y="211"/>
                    <a:pt x="3913"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1"/>
            <p:cNvSpPr/>
            <p:nvPr/>
          </p:nvSpPr>
          <p:spPr>
            <a:xfrm>
              <a:off x="10089375" y="701475"/>
              <a:ext cx="396275" cy="208950"/>
            </a:xfrm>
            <a:custGeom>
              <a:rect b="b" l="l" r="r" t="t"/>
              <a:pathLst>
                <a:path extrusionOk="0" h="8358" w="15851">
                  <a:moveTo>
                    <a:pt x="1347" y="1"/>
                  </a:moveTo>
                  <a:cubicBezTo>
                    <a:pt x="645" y="1"/>
                    <a:pt x="0" y="844"/>
                    <a:pt x="451" y="1664"/>
                  </a:cubicBezTo>
                  <a:cubicBezTo>
                    <a:pt x="1852" y="4212"/>
                    <a:pt x="4116" y="6900"/>
                    <a:pt x="7270" y="6900"/>
                  </a:cubicBezTo>
                  <a:cubicBezTo>
                    <a:pt x="7331" y="6900"/>
                    <a:pt x="7392" y="6899"/>
                    <a:pt x="7454" y="6897"/>
                  </a:cubicBezTo>
                  <a:cubicBezTo>
                    <a:pt x="8762" y="6853"/>
                    <a:pt x="9896" y="6185"/>
                    <a:pt x="11165" y="5980"/>
                  </a:cubicBezTo>
                  <a:cubicBezTo>
                    <a:pt x="11318" y="5955"/>
                    <a:pt x="11462" y="5944"/>
                    <a:pt x="11597" y="5944"/>
                  </a:cubicBezTo>
                  <a:cubicBezTo>
                    <a:pt x="13155" y="5944"/>
                    <a:pt x="13629" y="7479"/>
                    <a:pt x="14879" y="8254"/>
                  </a:cubicBezTo>
                  <a:cubicBezTo>
                    <a:pt x="14988" y="8321"/>
                    <a:pt x="15130" y="8358"/>
                    <a:pt x="15269" y="8358"/>
                  </a:cubicBezTo>
                  <a:cubicBezTo>
                    <a:pt x="15539" y="8358"/>
                    <a:pt x="15801" y="8220"/>
                    <a:pt x="15810" y="7894"/>
                  </a:cubicBezTo>
                  <a:cubicBezTo>
                    <a:pt x="15851" y="6499"/>
                    <a:pt x="14923" y="5072"/>
                    <a:pt x="13787" y="4295"/>
                  </a:cubicBezTo>
                  <a:cubicBezTo>
                    <a:pt x="13107" y="3829"/>
                    <a:pt x="12392" y="3643"/>
                    <a:pt x="11653" y="3643"/>
                  </a:cubicBezTo>
                  <a:cubicBezTo>
                    <a:pt x="11118" y="3643"/>
                    <a:pt x="10570" y="3741"/>
                    <a:pt x="10015" y="3900"/>
                  </a:cubicBezTo>
                  <a:cubicBezTo>
                    <a:pt x="9013" y="4187"/>
                    <a:pt x="8100" y="4599"/>
                    <a:pt x="7136" y="4599"/>
                  </a:cubicBezTo>
                  <a:cubicBezTo>
                    <a:pt x="6707" y="4599"/>
                    <a:pt x="6269" y="4517"/>
                    <a:pt x="5808" y="4307"/>
                  </a:cubicBezTo>
                  <a:cubicBezTo>
                    <a:pt x="4130" y="3539"/>
                    <a:pt x="3192" y="1867"/>
                    <a:pt x="2140" y="445"/>
                  </a:cubicBezTo>
                  <a:cubicBezTo>
                    <a:pt x="1909" y="131"/>
                    <a:pt x="1624" y="1"/>
                    <a:pt x="1347"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1"/>
            <p:cNvSpPr/>
            <p:nvPr/>
          </p:nvSpPr>
          <p:spPr>
            <a:xfrm>
              <a:off x="10809125" y="1040625"/>
              <a:ext cx="368525" cy="231825"/>
            </a:xfrm>
            <a:custGeom>
              <a:rect b="b" l="l" r="r" t="t"/>
              <a:pathLst>
                <a:path extrusionOk="0" h="9273" w="14741">
                  <a:moveTo>
                    <a:pt x="1540" y="1"/>
                  </a:moveTo>
                  <a:cubicBezTo>
                    <a:pt x="744" y="1"/>
                    <a:pt x="0" y="865"/>
                    <a:pt x="325" y="1724"/>
                  </a:cubicBezTo>
                  <a:cubicBezTo>
                    <a:pt x="994" y="3494"/>
                    <a:pt x="2421" y="5090"/>
                    <a:pt x="3779" y="6389"/>
                  </a:cubicBezTo>
                  <a:cubicBezTo>
                    <a:pt x="4513" y="7091"/>
                    <a:pt x="5458" y="7558"/>
                    <a:pt x="6410" y="7558"/>
                  </a:cubicBezTo>
                  <a:cubicBezTo>
                    <a:pt x="6981" y="7558"/>
                    <a:pt x="7554" y="7390"/>
                    <a:pt x="8087" y="7004"/>
                  </a:cubicBezTo>
                  <a:cubicBezTo>
                    <a:pt x="8686" y="6571"/>
                    <a:pt x="9097" y="5968"/>
                    <a:pt x="9469" y="5340"/>
                  </a:cubicBezTo>
                  <a:cubicBezTo>
                    <a:pt x="9493" y="5298"/>
                    <a:pt x="9539" y="5235"/>
                    <a:pt x="9591" y="5158"/>
                  </a:cubicBezTo>
                  <a:cubicBezTo>
                    <a:pt x="10901" y="6193"/>
                    <a:pt x="11714" y="7510"/>
                    <a:pt x="12681" y="8839"/>
                  </a:cubicBezTo>
                  <a:cubicBezTo>
                    <a:pt x="12900" y="9139"/>
                    <a:pt x="13219" y="9272"/>
                    <a:pt x="13537" y="9272"/>
                  </a:cubicBezTo>
                  <a:cubicBezTo>
                    <a:pt x="14140" y="9272"/>
                    <a:pt x="14740" y="8795"/>
                    <a:pt x="14648" y="8080"/>
                  </a:cubicBezTo>
                  <a:cubicBezTo>
                    <a:pt x="14446" y="6497"/>
                    <a:pt x="13547" y="4898"/>
                    <a:pt x="12494" y="3726"/>
                  </a:cubicBezTo>
                  <a:cubicBezTo>
                    <a:pt x="11676" y="2817"/>
                    <a:pt x="10497" y="1565"/>
                    <a:pt x="9177" y="1565"/>
                  </a:cubicBezTo>
                  <a:cubicBezTo>
                    <a:pt x="8944" y="1565"/>
                    <a:pt x="8706" y="1604"/>
                    <a:pt x="8466" y="1691"/>
                  </a:cubicBezTo>
                  <a:cubicBezTo>
                    <a:pt x="7748" y="1950"/>
                    <a:pt x="7321" y="2561"/>
                    <a:pt x="6986" y="3210"/>
                  </a:cubicBezTo>
                  <a:cubicBezTo>
                    <a:pt x="6867" y="3444"/>
                    <a:pt x="6547" y="4468"/>
                    <a:pt x="6245" y="4526"/>
                  </a:cubicBezTo>
                  <a:cubicBezTo>
                    <a:pt x="6233" y="4528"/>
                    <a:pt x="6220" y="4529"/>
                    <a:pt x="6207" y="4529"/>
                  </a:cubicBezTo>
                  <a:cubicBezTo>
                    <a:pt x="5686" y="4529"/>
                    <a:pt x="4475" y="2792"/>
                    <a:pt x="4225" y="2481"/>
                  </a:cubicBezTo>
                  <a:cubicBezTo>
                    <a:pt x="3604" y="1713"/>
                    <a:pt x="3033" y="962"/>
                    <a:pt x="2292" y="300"/>
                  </a:cubicBezTo>
                  <a:cubicBezTo>
                    <a:pt x="2059" y="91"/>
                    <a:pt x="1797" y="1"/>
                    <a:pt x="1540"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71"/>
          <p:cNvGrpSpPr/>
          <p:nvPr/>
        </p:nvGrpSpPr>
        <p:grpSpPr>
          <a:xfrm rot="2402303">
            <a:off x="1108440" y="2855566"/>
            <a:ext cx="1177073" cy="1378237"/>
            <a:chOff x="1340363" y="3317850"/>
            <a:chExt cx="1029100" cy="1204975"/>
          </a:xfrm>
        </p:grpSpPr>
        <p:sp>
          <p:nvSpPr>
            <p:cNvPr id="2434" name="Google Shape;2434;p71"/>
            <p:cNvSpPr/>
            <p:nvPr/>
          </p:nvSpPr>
          <p:spPr>
            <a:xfrm>
              <a:off x="1340363" y="3423100"/>
              <a:ext cx="1029100" cy="1099725"/>
            </a:xfrm>
            <a:custGeom>
              <a:rect b="b" l="l" r="r" t="t"/>
              <a:pathLst>
                <a:path extrusionOk="0" h="43989" w="41164">
                  <a:moveTo>
                    <a:pt x="15965" y="1"/>
                  </a:moveTo>
                  <a:cubicBezTo>
                    <a:pt x="13710" y="1"/>
                    <a:pt x="11496" y="510"/>
                    <a:pt x="9472" y="1633"/>
                  </a:cubicBezTo>
                  <a:cubicBezTo>
                    <a:pt x="8160" y="2359"/>
                    <a:pt x="6922" y="3344"/>
                    <a:pt x="5808" y="4616"/>
                  </a:cubicBezTo>
                  <a:cubicBezTo>
                    <a:pt x="834" y="10276"/>
                    <a:pt x="1" y="18570"/>
                    <a:pt x="1433" y="25545"/>
                  </a:cubicBezTo>
                  <a:cubicBezTo>
                    <a:pt x="2190" y="29222"/>
                    <a:pt x="3476" y="32796"/>
                    <a:pt x="4881" y="36266"/>
                  </a:cubicBezTo>
                  <a:cubicBezTo>
                    <a:pt x="6536" y="40336"/>
                    <a:pt x="8118" y="43989"/>
                    <a:pt x="12900" y="43989"/>
                  </a:cubicBezTo>
                  <a:cubicBezTo>
                    <a:pt x="13183" y="43989"/>
                    <a:pt x="13479" y="43976"/>
                    <a:pt x="13786" y="43949"/>
                  </a:cubicBezTo>
                  <a:cubicBezTo>
                    <a:pt x="20603" y="43365"/>
                    <a:pt x="27039" y="40483"/>
                    <a:pt x="33032" y="37157"/>
                  </a:cubicBezTo>
                  <a:cubicBezTo>
                    <a:pt x="33955" y="36646"/>
                    <a:pt x="34905" y="36088"/>
                    <a:pt x="35813" y="35474"/>
                  </a:cubicBezTo>
                  <a:cubicBezTo>
                    <a:pt x="38697" y="33517"/>
                    <a:pt x="41164" y="30954"/>
                    <a:pt x="40979" y="27277"/>
                  </a:cubicBezTo>
                  <a:cubicBezTo>
                    <a:pt x="40877" y="25269"/>
                    <a:pt x="40151" y="23361"/>
                    <a:pt x="39393" y="21509"/>
                  </a:cubicBezTo>
                  <a:cubicBezTo>
                    <a:pt x="36365" y="14090"/>
                    <a:pt x="32415" y="6878"/>
                    <a:pt x="25219" y="2680"/>
                  </a:cubicBezTo>
                  <a:cubicBezTo>
                    <a:pt x="22316" y="986"/>
                    <a:pt x="19100" y="1"/>
                    <a:pt x="15965"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1"/>
            <p:cNvSpPr/>
            <p:nvPr/>
          </p:nvSpPr>
          <p:spPr>
            <a:xfrm>
              <a:off x="1504138" y="3317850"/>
              <a:ext cx="259100" cy="233225"/>
            </a:xfrm>
            <a:custGeom>
              <a:rect b="b" l="l" r="r" t="t"/>
              <a:pathLst>
                <a:path extrusionOk="0" h="9329" w="10364">
                  <a:moveTo>
                    <a:pt x="4849" y="1"/>
                  </a:moveTo>
                  <a:cubicBezTo>
                    <a:pt x="4454" y="1"/>
                    <a:pt x="4054" y="62"/>
                    <a:pt x="3661" y="194"/>
                  </a:cubicBezTo>
                  <a:cubicBezTo>
                    <a:pt x="1" y="1412"/>
                    <a:pt x="642" y="6202"/>
                    <a:pt x="2007" y="8889"/>
                  </a:cubicBezTo>
                  <a:cubicBezTo>
                    <a:pt x="2164" y="9198"/>
                    <a:pt x="2447" y="9329"/>
                    <a:pt x="2725" y="9329"/>
                  </a:cubicBezTo>
                  <a:cubicBezTo>
                    <a:pt x="3229" y="9329"/>
                    <a:pt x="3719" y="8903"/>
                    <a:pt x="3432" y="8338"/>
                  </a:cubicBezTo>
                  <a:cubicBezTo>
                    <a:pt x="2493" y="6492"/>
                    <a:pt x="1408" y="2494"/>
                    <a:pt x="4212" y="1617"/>
                  </a:cubicBezTo>
                  <a:cubicBezTo>
                    <a:pt x="4496" y="1528"/>
                    <a:pt x="4764" y="1487"/>
                    <a:pt x="5015" y="1487"/>
                  </a:cubicBezTo>
                  <a:cubicBezTo>
                    <a:pt x="7297" y="1487"/>
                    <a:pt x="8308" y="4856"/>
                    <a:pt x="8781" y="6624"/>
                  </a:cubicBezTo>
                  <a:cubicBezTo>
                    <a:pt x="8872" y="6969"/>
                    <a:pt x="9119" y="7114"/>
                    <a:pt x="9383" y="7114"/>
                  </a:cubicBezTo>
                  <a:cubicBezTo>
                    <a:pt x="9846" y="7114"/>
                    <a:pt x="10363" y="6669"/>
                    <a:pt x="10204" y="6072"/>
                  </a:cubicBezTo>
                  <a:cubicBezTo>
                    <a:pt x="9738" y="4319"/>
                    <a:pt x="9197" y="2529"/>
                    <a:pt x="7838" y="1250"/>
                  </a:cubicBezTo>
                  <a:cubicBezTo>
                    <a:pt x="7015" y="477"/>
                    <a:pt x="5948" y="1"/>
                    <a:pt x="484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1"/>
            <p:cNvSpPr/>
            <p:nvPr/>
          </p:nvSpPr>
          <p:spPr>
            <a:xfrm>
              <a:off x="1365488" y="3403850"/>
              <a:ext cx="714500" cy="634125"/>
            </a:xfrm>
            <a:custGeom>
              <a:rect b="b" l="l" r="r" t="t"/>
              <a:pathLst>
                <a:path extrusionOk="0" h="25365" w="28580">
                  <a:moveTo>
                    <a:pt x="17433" y="1"/>
                  </a:moveTo>
                  <a:cubicBezTo>
                    <a:pt x="17107" y="1"/>
                    <a:pt x="16772" y="14"/>
                    <a:pt x="16430" y="39"/>
                  </a:cubicBezTo>
                  <a:cubicBezTo>
                    <a:pt x="12010" y="355"/>
                    <a:pt x="6435" y="2709"/>
                    <a:pt x="3900" y="5471"/>
                  </a:cubicBezTo>
                  <a:cubicBezTo>
                    <a:pt x="3699" y="5689"/>
                    <a:pt x="3515" y="5919"/>
                    <a:pt x="3341" y="6158"/>
                  </a:cubicBezTo>
                  <a:cubicBezTo>
                    <a:pt x="3094" y="6507"/>
                    <a:pt x="2866" y="6867"/>
                    <a:pt x="2656" y="7238"/>
                  </a:cubicBezTo>
                  <a:cubicBezTo>
                    <a:pt x="1" y="11905"/>
                    <a:pt x="141" y="18284"/>
                    <a:pt x="1834" y="22452"/>
                  </a:cubicBezTo>
                  <a:cubicBezTo>
                    <a:pt x="2219" y="23397"/>
                    <a:pt x="2729" y="24340"/>
                    <a:pt x="3681" y="24879"/>
                  </a:cubicBezTo>
                  <a:cubicBezTo>
                    <a:pt x="4303" y="25228"/>
                    <a:pt x="5026" y="25364"/>
                    <a:pt x="5796" y="25364"/>
                  </a:cubicBezTo>
                  <a:cubicBezTo>
                    <a:pt x="7139" y="25364"/>
                    <a:pt x="8628" y="24951"/>
                    <a:pt x="9978" y="24528"/>
                  </a:cubicBezTo>
                  <a:cubicBezTo>
                    <a:pt x="11390" y="24084"/>
                    <a:pt x="12804" y="23638"/>
                    <a:pt x="14217" y="23200"/>
                  </a:cubicBezTo>
                  <a:cubicBezTo>
                    <a:pt x="16128" y="22598"/>
                    <a:pt x="18038" y="21999"/>
                    <a:pt x="19947" y="21402"/>
                  </a:cubicBezTo>
                  <a:cubicBezTo>
                    <a:pt x="23043" y="20431"/>
                    <a:pt x="26578" y="19103"/>
                    <a:pt x="27775" y="16448"/>
                  </a:cubicBezTo>
                  <a:cubicBezTo>
                    <a:pt x="28579" y="14663"/>
                    <a:pt x="28037" y="12808"/>
                    <a:pt x="27406" y="11138"/>
                  </a:cubicBezTo>
                  <a:cubicBezTo>
                    <a:pt x="26609" y="9027"/>
                    <a:pt x="25678" y="6970"/>
                    <a:pt x="24616" y="4978"/>
                  </a:cubicBezTo>
                  <a:cubicBezTo>
                    <a:pt x="23647" y="3153"/>
                    <a:pt x="22449" y="1280"/>
                    <a:pt x="20320" y="459"/>
                  </a:cubicBezTo>
                  <a:cubicBezTo>
                    <a:pt x="20287" y="446"/>
                    <a:pt x="20258" y="434"/>
                    <a:pt x="20225" y="423"/>
                  </a:cubicBezTo>
                  <a:cubicBezTo>
                    <a:pt x="19863" y="293"/>
                    <a:pt x="19489" y="196"/>
                    <a:pt x="19110" y="136"/>
                  </a:cubicBezTo>
                  <a:cubicBezTo>
                    <a:pt x="18587" y="44"/>
                    <a:pt x="18025" y="1"/>
                    <a:pt x="1743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1"/>
            <p:cNvSpPr/>
            <p:nvPr/>
          </p:nvSpPr>
          <p:spPr>
            <a:xfrm>
              <a:off x="1652138" y="4098625"/>
              <a:ext cx="481200" cy="345200"/>
            </a:xfrm>
            <a:custGeom>
              <a:rect b="b" l="l" r="r" t="t"/>
              <a:pathLst>
                <a:path extrusionOk="0" h="13808" w="19248">
                  <a:moveTo>
                    <a:pt x="15128" y="1"/>
                  </a:moveTo>
                  <a:cubicBezTo>
                    <a:pt x="14639" y="1"/>
                    <a:pt x="14146" y="125"/>
                    <a:pt x="13665" y="253"/>
                  </a:cubicBezTo>
                  <a:cubicBezTo>
                    <a:pt x="13429" y="315"/>
                    <a:pt x="13194" y="381"/>
                    <a:pt x="12956" y="446"/>
                  </a:cubicBezTo>
                  <a:cubicBezTo>
                    <a:pt x="10400" y="1148"/>
                    <a:pt x="7845" y="1952"/>
                    <a:pt x="5417" y="3017"/>
                  </a:cubicBezTo>
                  <a:cubicBezTo>
                    <a:pt x="3880" y="3693"/>
                    <a:pt x="2077" y="4240"/>
                    <a:pt x="893" y="5477"/>
                  </a:cubicBezTo>
                  <a:cubicBezTo>
                    <a:pt x="125" y="6281"/>
                    <a:pt x="1" y="7458"/>
                    <a:pt x="266" y="8667"/>
                  </a:cubicBezTo>
                  <a:cubicBezTo>
                    <a:pt x="335" y="8983"/>
                    <a:pt x="427" y="9294"/>
                    <a:pt x="542" y="9595"/>
                  </a:cubicBezTo>
                  <a:cubicBezTo>
                    <a:pt x="739" y="10131"/>
                    <a:pt x="991" y="10642"/>
                    <a:pt x="1293" y="11127"/>
                  </a:cubicBezTo>
                  <a:cubicBezTo>
                    <a:pt x="1971" y="12216"/>
                    <a:pt x="2857" y="13102"/>
                    <a:pt x="3692" y="13449"/>
                  </a:cubicBezTo>
                  <a:cubicBezTo>
                    <a:pt x="4308" y="13702"/>
                    <a:pt x="4967" y="13807"/>
                    <a:pt x="5639" y="13807"/>
                  </a:cubicBezTo>
                  <a:cubicBezTo>
                    <a:pt x="6588" y="13807"/>
                    <a:pt x="7564" y="13597"/>
                    <a:pt x="8478" y="13298"/>
                  </a:cubicBezTo>
                  <a:cubicBezTo>
                    <a:pt x="9393" y="13000"/>
                    <a:pt x="10307" y="12674"/>
                    <a:pt x="11215" y="12327"/>
                  </a:cubicBezTo>
                  <a:cubicBezTo>
                    <a:pt x="12704" y="11757"/>
                    <a:pt x="14177" y="11127"/>
                    <a:pt x="15608" y="10454"/>
                  </a:cubicBezTo>
                  <a:cubicBezTo>
                    <a:pt x="16397" y="10082"/>
                    <a:pt x="17197" y="9694"/>
                    <a:pt x="17866" y="9137"/>
                  </a:cubicBezTo>
                  <a:cubicBezTo>
                    <a:pt x="18703" y="8441"/>
                    <a:pt x="19248" y="7540"/>
                    <a:pt x="19198" y="6471"/>
                  </a:cubicBezTo>
                  <a:cubicBezTo>
                    <a:pt x="19156" y="5630"/>
                    <a:pt x="18820" y="4883"/>
                    <a:pt x="18542" y="4110"/>
                  </a:cubicBezTo>
                  <a:cubicBezTo>
                    <a:pt x="18431" y="3790"/>
                    <a:pt x="18334" y="3467"/>
                    <a:pt x="18237" y="3138"/>
                  </a:cubicBezTo>
                  <a:cubicBezTo>
                    <a:pt x="18142" y="2827"/>
                    <a:pt x="18047" y="2513"/>
                    <a:pt x="17921" y="2210"/>
                  </a:cubicBezTo>
                  <a:cubicBezTo>
                    <a:pt x="17831" y="1978"/>
                    <a:pt x="17722" y="1755"/>
                    <a:pt x="17594" y="1541"/>
                  </a:cubicBezTo>
                  <a:cubicBezTo>
                    <a:pt x="17126" y="770"/>
                    <a:pt x="16355" y="125"/>
                    <a:pt x="15423" y="17"/>
                  </a:cubicBezTo>
                  <a:cubicBezTo>
                    <a:pt x="15325" y="6"/>
                    <a:pt x="15227" y="1"/>
                    <a:pt x="15128"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1"/>
            <p:cNvSpPr/>
            <p:nvPr/>
          </p:nvSpPr>
          <p:spPr>
            <a:xfrm>
              <a:off x="1512138" y="3800250"/>
              <a:ext cx="218275" cy="357825"/>
            </a:xfrm>
            <a:custGeom>
              <a:rect b="b" l="l" r="r" t="t"/>
              <a:pathLst>
                <a:path extrusionOk="0" h="14313" w="8731">
                  <a:moveTo>
                    <a:pt x="2646" y="1"/>
                  </a:moveTo>
                  <a:cubicBezTo>
                    <a:pt x="1334" y="1"/>
                    <a:pt x="0" y="1233"/>
                    <a:pt x="612" y="2933"/>
                  </a:cubicBezTo>
                  <a:lnTo>
                    <a:pt x="4201" y="12897"/>
                  </a:lnTo>
                  <a:cubicBezTo>
                    <a:pt x="4559" y="13892"/>
                    <a:pt x="5318" y="14313"/>
                    <a:pt x="6085" y="14313"/>
                  </a:cubicBezTo>
                  <a:cubicBezTo>
                    <a:pt x="7397" y="14313"/>
                    <a:pt x="8730" y="13081"/>
                    <a:pt x="8117" y="11380"/>
                  </a:cubicBezTo>
                  <a:lnTo>
                    <a:pt x="4530" y="1416"/>
                  </a:lnTo>
                  <a:cubicBezTo>
                    <a:pt x="4172" y="422"/>
                    <a:pt x="3412" y="1"/>
                    <a:pt x="264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1"/>
            <p:cNvSpPr/>
            <p:nvPr/>
          </p:nvSpPr>
          <p:spPr>
            <a:xfrm>
              <a:off x="1802988" y="3697750"/>
              <a:ext cx="230600" cy="355125"/>
            </a:xfrm>
            <a:custGeom>
              <a:rect b="b" l="l" r="r" t="t"/>
              <a:pathLst>
                <a:path extrusionOk="0" h="14205" w="9224">
                  <a:moveTo>
                    <a:pt x="2702" y="0"/>
                  </a:moveTo>
                  <a:cubicBezTo>
                    <a:pt x="1369" y="0"/>
                    <a:pt x="0" y="1198"/>
                    <a:pt x="640" y="2806"/>
                  </a:cubicBezTo>
                  <a:lnTo>
                    <a:pt x="4666" y="12916"/>
                  </a:lnTo>
                  <a:cubicBezTo>
                    <a:pt x="5026" y="13823"/>
                    <a:pt x="5768" y="14205"/>
                    <a:pt x="6521" y="14205"/>
                  </a:cubicBezTo>
                  <a:cubicBezTo>
                    <a:pt x="7854" y="14205"/>
                    <a:pt x="9223" y="13008"/>
                    <a:pt x="8583" y="11400"/>
                  </a:cubicBezTo>
                  <a:cubicBezTo>
                    <a:pt x="7240" y="8028"/>
                    <a:pt x="5899" y="4659"/>
                    <a:pt x="4556" y="1288"/>
                  </a:cubicBezTo>
                  <a:cubicBezTo>
                    <a:pt x="4195" y="382"/>
                    <a:pt x="3454" y="0"/>
                    <a:pt x="2702"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0" name="Google Shape;2440;p71"/>
          <p:cNvGrpSpPr/>
          <p:nvPr/>
        </p:nvGrpSpPr>
        <p:grpSpPr>
          <a:xfrm rot="-5613272">
            <a:off x="7008660" y="3102503"/>
            <a:ext cx="973523" cy="884371"/>
            <a:chOff x="8856200" y="2191500"/>
            <a:chExt cx="973500" cy="884350"/>
          </a:xfrm>
        </p:grpSpPr>
        <p:sp>
          <p:nvSpPr>
            <p:cNvPr id="2441" name="Google Shape;2441;p71"/>
            <p:cNvSpPr/>
            <p:nvPr/>
          </p:nvSpPr>
          <p:spPr>
            <a:xfrm>
              <a:off x="8856200" y="2759200"/>
              <a:ext cx="334825" cy="316650"/>
            </a:xfrm>
            <a:custGeom>
              <a:rect b="b" l="l" r="r" t="t"/>
              <a:pathLst>
                <a:path extrusionOk="0" h="12666" w="13393">
                  <a:moveTo>
                    <a:pt x="4955" y="0"/>
                  </a:moveTo>
                  <a:cubicBezTo>
                    <a:pt x="3612" y="1237"/>
                    <a:pt x="2414" y="2338"/>
                    <a:pt x="1446" y="3227"/>
                  </a:cubicBezTo>
                  <a:cubicBezTo>
                    <a:pt x="59" y="4499"/>
                    <a:pt x="0" y="6665"/>
                    <a:pt x="1316" y="8013"/>
                  </a:cubicBezTo>
                  <a:lnTo>
                    <a:pt x="2742" y="9476"/>
                  </a:lnTo>
                  <a:lnTo>
                    <a:pt x="4870" y="11660"/>
                  </a:lnTo>
                  <a:cubicBezTo>
                    <a:pt x="5521" y="12328"/>
                    <a:pt x="6389" y="12666"/>
                    <a:pt x="7259" y="12666"/>
                  </a:cubicBezTo>
                  <a:cubicBezTo>
                    <a:pt x="8051" y="12666"/>
                    <a:pt x="8846" y="12385"/>
                    <a:pt x="9481" y="11819"/>
                  </a:cubicBezTo>
                  <a:lnTo>
                    <a:pt x="13393" y="8325"/>
                  </a:lnTo>
                  <a:cubicBezTo>
                    <a:pt x="12753" y="7889"/>
                    <a:pt x="12168" y="7275"/>
                    <a:pt x="11643" y="6825"/>
                  </a:cubicBezTo>
                  <a:cubicBezTo>
                    <a:pt x="10979" y="6259"/>
                    <a:pt x="10338" y="5665"/>
                    <a:pt x="9710" y="5059"/>
                  </a:cubicBezTo>
                  <a:cubicBezTo>
                    <a:pt x="9561" y="4918"/>
                    <a:pt x="9416" y="4776"/>
                    <a:pt x="9268" y="4633"/>
                  </a:cubicBezTo>
                  <a:cubicBezTo>
                    <a:pt x="7750" y="3162"/>
                    <a:pt x="6322" y="1608"/>
                    <a:pt x="4955"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1"/>
            <p:cNvSpPr/>
            <p:nvPr/>
          </p:nvSpPr>
          <p:spPr>
            <a:xfrm>
              <a:off x="8980050" y="2194350"/>
              <a:ext cx="846625" cy="772975"/>
            </a:xfrm>
            <a:custGeom>
              <a:rect b="b" l="l" r="r" t="t"/>
              <a:pathLst>
                <a:path extrusionOk="0" h="30919" w="33865">
                  <a:moveTo>
                    <a:pt x="32398" y="0"/>
                  </a:moveTo>
                  <a:cubicBezTo>
                    <a:pt x="32363" y="0"/>
                    <a:pt x="32327" y="2"/>
                    <a:pt x="32291" y="5"/>
                  </a:cubicBezTo>
                  <a:cubicBezTo>
                    <a:pt x="32214" y="11"/>
                    <a:pt x="32138" y="24"/>
                    <a:pt x="32066" y="46"/>
                  </a:cubicBezTo>
                  <a:lnTo>
                    <a:pt x="32042" y="52"/>
                  </a:lnTo>
                  <a:lnTo>
                    <a:pt x="26291" y="1743"/>
                  </a:lnTo>
                  <a:lnTo>
                    <a:pt x="20312" y="3502"/>
                  </a:lnTo>
                  <a:lnTo>
                    <a:pt x="20244" y="3520"/>
                  </a:lnTo>
                  <a:cubicBezTo>
                    <a:pt x="17485" y="6379"/>
                    <a:pt x="9213" y="14088"/>
                    <a:pt x="2677" y="20124"/>
                  </a:cubicBezTo>
                  <a:cubicBezTo>
                    <a:pt x="2285" y="20486"/>
                    <a:pt x="1899" y="20842"/>
                    <a:pt x="1519" y="21193"/>
                  </a:cubicBezTo>
                  <a:cubicBezTo>
                    <a:pt x="1399" y="21306"/>
                    <a:pt x="1276" y="21417"/>
                    <a:pt x="1156" y="21529"/>
                  </a:cubicBezTo>
                  <a:cubicBezTo>
                    <a:pt x="761" y="21894"/>
                    <a:pt x="373" y="22250"/>
                    <a:pt x="1" y="22594"/>
                  </a:cubicBezTo>
                  <a:cubicBezTo>
                    <a:pt x="1368" y="24202"/>
                    <a:pt x="2796" y="25756"/>
                    <a:pt x="4314" y="27227"/>
                  </a:cubicBezTo>
                  <a:cubicBezTo>
                    <a:pt x="4462" y="27370"/>
                    <a:pt x="4607" y="27512"/>
                    <a:pt x="4756" y="27653"/>
                  </a:cubicBezTo>
                  <a:cubicBezTo>
                    <a:pt x="5384" y="28259"/>
                    <a:pt x="6025" y="28853"/>
                    <a:pt x="6689" y="29419"/>
                  </a:cubicBezTo>
                  <a:cubicBezTo>
                    <a:pt x="7214" y="29869"/>
                    <a:pt x="7799" y="30483"/>
                    <a:pt x="8439" y="30919"/>
                  </a:cubicBezTo>
                  <a:lnTo>
                    <a:pt x="9448" y="30017"/>
                  </a:lnTo>
                  <a:lnTo>
                    <a:pt x="9981" y="29543"/>
                  </a:lnTo>
                  <a:lnTo>
                    <a:pt x="10990" y="28641"/>
                  </a:lnTo>
                  <a:lnTo>
                    <a:pt x="29132" y="12444"/>
                  </a:lnTo>
                  <a:lnTo>
                    <a:pt x="29399" y="11801"/>
                  </a:lnTo>
                  <a:lnTo>
                    <a:pt x="31692" y="6204"/>
                  </a:lnTo>
                  <a:lnTo>
                    <a:pt x="33502" y="1791"/>
                  </a:lnTo>
                  <a:lnTo>
                    <a:pt x="33537" y="1710"/>
                  </a:lnTo>
                  <a:cubicBezTo>
                    <a:pt x="33541" y="1699"/>
                    <a:pt x="33546" y="1686"/>
                    <a:pt x="33550" y="1675"/>
                  </a:cubicBezTo>
                  <a:cubicBezTo>
                    <a:pt x="33864" y="840"/>
                    <a:pt x="33223" y="0"/>
                    <a:pt x="32398"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1"/>
            <p:cNvSpPr/>
            <p:nvPr/>
          </p:nvSpPr>
          <p:spPr>
            <a:xfrm>
              <a:off x="9487825" y="2194975"/>
              <a:ext cx="338550" cy="294425"/>
            </a:xfrm>
            <a:custGeom>
              <a:rect b="b" l="l" r="r" t="t"/>
              <a:pathLst>
                <a:path extrusionOk="0" h="11777" w="13542">
                  <a:moveTo>
                    <a:pt x="12007" y="0"/>
                  </a:moveTo>
                  <a:cubicBezTo>
                    <a:pt x="11993" y="0"/>
                    <a:pt x="11980" y="1"/>
                    <a:pt x="11966" y="1"/>
                  </a:cubicBezTo>
                  <a:cubicBezTo>
                    <a:pt x="11855" y="6"/>
                    <a:pt x="11744" y="24"/>
                    <a:pt x="11637" y="55"/>
                  </a:cubicBezTo>
                  <a:lnTo>
                    <a:pt x="5980" y="1716"/>
                  </a:lnTo>
                  <a:lnTo>
                    <a:pt x="1" y="3475"/>
                  </a:lnTo>
                  <a:cubicBezTo>
                    <a:pt x="473" y="3605"/>
                    <a:pt x="915" y="3838"/>
                    <a:pt x="1277" y="4169"/>
                  </a:cubicBezTo>
                  <a:cubicBezTo>
                    <a:pt x="1994" y="4833"/>
                    <a:pt x="2347" y="5898"/>
                    <a:pt x="2072" y="6838"/>
                  </a:cubicBezTo>
                  <a:lnTo>
                    <a:pt x="2074" y="6838"/>
                  </a:lnTo>
                  <a:cubicBezTo>
                    <a:pt x="2095" y="6835"/>
                    <a:pt x="2113" y="6832"/>
                    <a:pt x="2136" y="6829"/>
                  </a:cubicBezTo>
                  <a:cubicBezTo>
                    <a:pt x="2158" y="6825"/>
                    <a:pt x="2181" y="6820"/>
                    <a:pt x="2205" y="6817"/>
                  </a:cubicBezTo>
                  <a:cubicBezTo>
                    <a:pt x="2338" y="6796"/>
                    <a:pt x="2474" y="6784"/>
                    <a:pt x="2608" y="6782"/>
                  </a:cubicBezTo>
                  <a:cubicBezTo>
                    <a:pt x="2622" y="6782"/>
                    <a:pt x="2637" y="6782"/>
                    <a:pt x="2651" y="6782"/>
                  </a:cubicBezTo>
                  <a:cubicBezTo>
                    <a:pt x="2689" y="6782"/>
                    <a:pt x="2727" y="6783"/>
                    <a:pt x="2766" y="6785"/>
                  </a:cubicBezTo>
                  <a:cubicBezTo>
                    <a:pt x="2824" y="6785"/>
                    <a:pt x="2883" y="6788"/>
                    <a:pt x="2940" y="6794"/>
                  </a:cubicBezTo>
                  <a:cubicBezTo>
                    <a:pt x="2988" y="6798"/>
                    <a:pt x="3035" y="6802"/>
                    <a:pt x="3083" y="6810"/>
                  </a:cubicBezTo>
                  <a:cubicBezTo>
                    <a:pt x="3151" y="6816"/>
                    <a:pt x="3217" y="6828"/>
                    <a:pt x="3284" y="6843"/>
                  </a:cubicBezTo>
                  <a:cubicBezTo>
                    <a:pt x="3325" y="6849"/>
                    <a:pt x="3365" y="6856"/>
                    <a:pt x="3405" y="6868"/>
                  </a:cubicBezTo>
                  <a:cubicBezTo>
                    <a:pt x="3534" y="6896"/>
                    <a:pt x="3662" y="6932"/>
                    <a:pt x="3786" y="6979"/>
                  </a:cubicBezTo>
                  <a:cubicBezTo>
                    <a:pt x="3842" y="6998"/>
                    <a:pt x="3895" y="7019"/>
                    <a:pt x="3948" y="7042"/>
                  </a:cubicBezTo>
                  <a:cubicBezTo>
                    <a:pt x="4002" y="7062"/>
                    <a:pt x="4056" y="7086"/>
                    <a:pt x="4108" y="7113"/>
                  </a:cubicBezTo>
                  <a:cubicBezTo>
                    <a:pt x="4159" y="7138"/>
                    <a:pt x="4212" y="7164"/>
                    <a:pt x="4263" y="7191"/>
                  </a:cubicBezTo>
                  <a:cubicBezTo>
                    <a:pt x="4266" y="7194"/>
                    <a:pt x="4269" y="7194"/>
                    <a:pt x="4272" y="7196"/>
                  </a:cubicBezTo>
                  <a:cubicBezTo>
                    <a:pt x="4587" y="7369"/>
                    <a:pt x="4871" y="7596"/>
                    <a:pt x="5111" y="7863"/>
                  </a:cubicBezTo>
                  <a:cubicBezTo>
                    <a:pt x="5248" y="8015"/>
                    <a:pt x="5369" y="8182"/>
                    <a:pt x="5470" y="8359"/>
                  </a:cubicBezTo>
                  <a:cubicBezTo>
                    <a:pt x="5497" y="8403"/>
                    <a:pt x="5521" y="8448"/>
                    <a:pt x="5544" y="8493"/>
                  </a:cubicBezTo>
                  <a:cubicBezTo>
                    <a:pt x="5565" y="8529"/>
                    <a:pt x="5585" y="8569"/>
                    <a:pt x="5601" y="8608"/>
                  </a:cubicBezTo>
                  <a:cubicBezTo>
                    <a:pt x="5619" y="8647"/>
                    <a:pt x="5637" y="8685"/>
                    <a:pt x="5655" y="8726"/>
                  </a:cubicBezTo>
                  <a:cubicBezTo>
                    <a:pt x="5681" y="8787"/>
                    <a:pt x="5707" y="8852"/>
                    <a:pt x="5731" y="8917"/>
                  </a:cubicBezTo>
                  <a:cubicBezTo>
                    <a:pt x="5754" y="8981"/>
                    <a:pt x="5775" y="9047"/>
                    <a:pt x="5793" y="9112"/>
                  </a:cubicBezTo>
                  <a:cubicBezTo>
                    <a:pt x="5812" y="9178"/>
                    <a:pt x="5830" y="9245"/>
                    <a:pt x="5844" y="9311"/>
                  </a:cubicBezTo>
                  <a:cubicBezTo>
                    <a:pt x="5858" y="9377"/>
                    <a:pt x="5871" y="9447"/>
                    <a:pt x="5883" y="9513"/>
                  </a:cubicBezTo>
                  <a:cubicBezTo>
                    <a:pt x="5894" y="9579"/>
                    <a:pt x="5904" y="9647"/>
                    <a:pt x="5909" y="9717"/>
                  </a:cubicBezTo>
                  <a:cubicBezTo>
                    <a:pt x="5913" y="9762"/>
                    <a:pt x="5916" y="9804"/>
                    <a:pt x="5918" y="9850"/>
                  </a:cubicBezTo>
                  <a:cubicBezTo>
                    <a:pt x="5922" y="9887"/>
                    <a:pt x="5924" y="9926"/>
                    <a:pt x="5922" y="9964"/>
                  </a:cubicBezTo>
                  <a:lnTo>
                    <a:pt x="5922" y="9979"/>
                  </a:lnTo>
                  <a:cubicBezTo>
                    <a:pt x="5925" y="10037"/>
                    <a:pt x="5924" y="10094"/>
                    <a:pt x="5922" y="10150"/>
                  </a:cubicBezTo>
                  <a:cubicBezTo>
                    <a:pt x="5921" y="10180"/>
                    <a:pt x="5919" y="10210"/>
                    <a:pt x="5916" y="10239"/>
                  </a:cubicBezTo>
                  <a:cubicBezTo>
                    <a:pt x="5915" y="10287"/>
                    <a:pt x="5912" y="10335"/>
                    <a:pt x="5904" y="10382"/>
                  </a:cubicBezTo>
                  <a:cubicBezTo>
                    <a:pt x="5907" y="10385"/>
                    <a:pt x="5907" y="10390"/>
                    <a:pt x="5904" y="10391"/>
                  </a:cubicBezTo>
                  <a:cubicBezTo>
                    <a:pt x="5898" y="10451"/>
                    <a:pt x="5891" y="10512"/>
                    <a:pt x="5880" y="10572"/>
                  </a:cubicBezTo>
                  <a:cubicBezTo>
                    <a:pt x="5877" y="10595"/>
                    <a:pt x="5873" y="10616"/>
                    <a:pt x="5870" y="10637"/>
                  </a:cubicBezTo>
                  <a:cubicBezTo>
                    <a:pt x="5859" y="10682"/>
                    <a:pt x="5850" y="10729"/>
                    <a:pt x="5839" y="10774"/>
                  </a:cubicBezTo>
                  <a:cubicBezTo>
                    <a:pt x="5836" y="10794"/>
                    <a:pt x="5832" y="10812"/>
                    <a:pt x="5826" y="10830"/>
                  </a:cubicBezTo>
                  <a:cubicBezTo>
                    <a:pt x="5817" y="10866"/>
                    <a:pt x="5806" y="10901"/>
                    <a:pt x="5794" y="10939"/>
                  </a:cubicBezTo>
                  <a:cubicBezTo>
                    <a:pt x="5788" y="10958"/>
                    <a:pt x="5782" y="10978"/>
                    <a:pt x="5778" y="10998"/>
                  </a:cubicBezTo>
                  <a:lnTo>
                    <a:pt x="5779" y="10999"/>
                  </a:lnTo>
                  <a:cubicBezTo>
                    <a:pt x="6071" y="10925"/>
                    <a:pt x="6372" y="10889"/>
                    <a:pt x="6674" y="10889"/>
                  </a:cubicBezTo>
                  <a:cubicBezTo>
                    <a:pt x="7348" y="10889"/>
                    <a:pt x="8023" y="11071"/>
                    <a:pt x="8602" y="11420"/>
                  </a:cubicBezTo>
                  <a:cubicBezTo>
                    <a:pt x="8772" y="11526"/>
                    <a:pt x="8934" y="11645"/>
                    <a:pt x="9086" y="11776"/>
                  </a:cubicBezTo>
                  <a:lnTo>
                    <a:pt x="11379" y="6179"/>
                  </a:lnTo>
                  <a:lnTo>
                    <a:pt x="13190" y="1766"/>
                  </a:lnTo>
                  <a:cubicBezTo>
                    <a:pt x="13542" y="894"/>
                    <a:pt x="12874" y="0"/>
                    <a:pt x="12007" y="0"/>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1"/>
            <p:cNvSpPr/>
            <p:nvPr/>
          </p:nvSpPr>
          <p:spPr>
            <a:xfrm>
              <a:off x="9637275" y="2191500"/>
              <a:ext cx="192425" cy="158000"/>
            </a:xfrm>
            <a:custGeom>
              <a:rect b="b" l="l" r="r" t="t"/>
              <a:pathLst>
                <a:path extrusionOk="0" h="6320" w="7697">
                  <a:moveTo>
                    <a:pt x="6466" y="0"/>
                  </a:moveTo>
                  <a:cubicBezTo>
                    <a:pt x="6370" y="0"/>
                    <a:pt x="6270" y="14"/>
                    <a:pt x="6169" y="43"/>
                  </a:cubicBezTo>
                  <a:lnTo>
                    <a:pt x="6015" y="89"/>
                  </a:lnTo>
                  <a:lnTo>
                    <a:pt x="5774" y="160"/>
                  </a:lnTo>
                  <a:lnTo>
                    <a:pt x="5751" y="166"/>
                  </a:lnTo>
                  <a:lnTo>
                    <a:pt x="5658" y="194"/>
                  </a:lnTo>
                  <a:lnTo>
                    <a:pt x="0" y="1855"/>
                  </a:lnTo>
                  <a:cubicBezTo>
                    <a:pt x="709" y="2628"/>
                    <a:pt x="1507" y="3492"/>
                    <a:pt x="1654" y="3623"/>
                  </a:cubicBezTo>
                  <a:cubicBezTo>
                    <a:pt x="2084" y="4004"/>
                    <a:pt x="2526" y="4367"/>
                    <a:pt x="2980" y="4714"/>
                  </a:cubicBezTo>
                  <a:cubicBezTo>
                    <a:pt x="3659" y="5230"/>
                    <a:pt x="4366" y="5705"/>
                    <a:pt x="5101" y="6140"/>
                  </a:cubicBezTo>
                  <a:cubicBezTo>
                    <a:pt x="5199" y="6199"/>
                    <a:pt x="5300" y="6258"/>
                    <a:pt x="5400" y="6319"/>
                  </a:cubicBezTo>
                  <a:lnTo>
                    <a:pt x="7212" y="1905"/>
                  </a:lnTo>
                  <a:lnTo>
                    <a:pt x="7258" y="1787"/>
                  </a:lnTo>
                  <a:lnTo>
                    <a:pt x="7409" y="1419"/>
                  </a:lnTo>
                  <a:cubicBezTo>
                    <a:pt x="7697" y="718"/>
                    <a:pt x="7162" y="0"/>
                    <a:pt x="6466" y="0"/>
                  </a:cubicBezTo>
                  <a:close/>
                </a:path>
              </a:pathLst>
            </a:cu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1"/>
            <p:cNvSpPr/>
            <p:nvPr/>
          </p:nvSpPr>
          <p:spPr>
            <a:xfrm>
              <a:off x="9104100" y="2364475"/>
              <a:ext cx="536450" cy="499050"/>
            </a:xfrm>
            <a:custGeom>
              <a:rect b="b" l="l" r="r" t="t"/>
              <a:pathLst>
                <a:path extrusionOk="0" h="19962" w="21458">
                  <a:moveTo>
                    <a:pt x="18017" y="1"/>
                  </a:moveTo>
                  <a:cubicBezTo>
                    <a:pt x="17839" y="1"/>
                    <a:pt x="17662" y="16"/>
                    <a:pt x="17486" y="46"/>
                  </a:cubicBezTo>
                  <a:lnTo>
                    <a:pt x="17405" y="129"/>
                  </a:lnTo>
                  <a:lnTo>
                    <a:pt x="1" y="16593"/>
                  </a:lnTo>
                  <a:lnTo>
                    <a:pt x="3471" y="19962"/>
                  </a:lnTo>
                  <a:lnTo>
                    <a:pt x="21077" y="4242"/>
                  </a:lnTo>
                  <a:lnTo>
                    <a:pt x="21148" y="4153"/>
                  </a:lnTo>
                  <a:cubicBezTo>
                    <a:pt x="21457" y="3103"/>
                    <a:pt x="21188" y="1902"/>
                    <a:pt x="20460" y="1083"/>
                  </a:cubicBezTo>
                  <a:cubicBezTo>
                    <a:pt x="19848" y="397"/>
                    <a:pt x="18932" y="1"/>
                    <a:pt x="18017" y="1"/>
                  </a:cubicBezTo>
                  <a:close/>
                </a:path>
              </a:pathLst>
            </a:custGeom>
            <a:solidFill>
              <a:schemeClr val="dk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1"/>
            <p:cNvSpPr/>
            <p:nvPr/>
          </p:nvSpPr>
          <p:spPr>
            <a:xfrm>
              <a:off x="9017975" y="2697450"/>
              <a:ext cx="236825" cy="235475"/>
            </a:xfrm>
            <a:custGeom>
              <a:rect b="b" l="l" r="r" t="t"/>
              <a:pathLst>
                <a:path extrusionOk="0" h="9419" w="9473">
                  <a:moveTo>
                    <a:pt x="1159" y="0"/>
                  </a:moveTo>
                  <a:cubicBezTo>
                    <a:pt x="766" y="362"/>
                    <a:pt x="380" y="718"/>
                    <a:pt x="0" y="1069"/>
                  </a:cubicBezTo>
                  <a:cubicBezTo>
                    <a:pt x="1379" y="2686"/>
                    <a:pt x="2817" y="4247"/>
                    <a:pt x="4337" y="5727"/>
                  </a:cubicBezTo>
                  <a:cubicBezTo>
                    <a:pt x="4523" y="5907"/>
                    <a:pt x="4710" y="6086"/>
                    <a:pt x="4897" y="6264"/>
                  </a:cubicBezTo>
                  <a:cubicBezTo>
                    <a:pt x="5489" y="6830"/>
                    <a:pt x="6092" y="7387"/>
                    <a:pt x="6714" y="7919"/>
                  </a:cubicBezTo>
                  <a:cubicBezTo>
                    <a:pt x="7240" y="8367"/>
                    <a:pt x="7825" y="8981"/>
                    <a:pt x="8464" y="9419"/>
                  </a:cubicBezTo>
                  <a:lnTo>
                    <a:pt x="9473" y="8517"/>
                  </a:lnTo>
                  <a:cubicBezTo>
                    <a:pt x="9001" y="7980"/>
                    <a:pt x="8373" y="7524"/>
                    <a:pt x="7889" y="7058"/>
                  </a:cubicBezTo>
                  <a:cubicBezTo>
                    <a:pt x="7658" y="6836"/>
                    <a:pt x="7427" y="6614"/>
                    <a:pt x="7196" y="6393"/>
                  </a:cubicBezTo>
                  <a:cubicBezTo>
                    <a:pt x="6828" y="6034"/>
                    <a:pt x="6459" y="5677"/>
                    <a:pt x="6094" y="5314"/>
                  </a:cubicBezTo>
                  <a:cubicBezTo>
                    <a:pt x="5848" y="5072"/>
                    <a:pt x="5605" y="4831"/>
                    <a:pt x="5365" y="4587"/>
                  </a:cubicBezTo>
                  <a:cubicBezTo>
                    <a:pt x="4832" y="4048"/>
                    <a:pt x="4307" y="3502"/>
                    <a:pt x="3791" y="2948"/>
                  </a:cubicBezTo>
                  <a:cubicBezTo>
                    <a:pt x="2888" y="1987"/>
                    <a:pt x="2010" y="1005"/>
                    <a:pt x="1159"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1"/>
            <p:cNvSpPr/>
            <p:nvPr/>
          </p:nvSpPr>
          <p:spPr>
            <a:xfrm>
              <a:off x="8980050" y="2732550"/>
              <a:ext cx="236175" cy="234750"/>
            </a:xfrm>
            <a:custGeom>
              <a:rect b="b" l="l" r="r" t="t"/>
              <a:pathLst>
                <a:path extrusionOk="0" h="9390" w="9447">
                  <a:moveTo>
                    <a:pt x="1155" y="1"/>
                  </a:moveTo>
                  <a:cubicBezTo>
                    <a:pt x="761" y="366"/>
                    <a:pt x="373" y="721"/>
                    <a:pt x="1" y="1066"/>
                  </a:cubicBezTo>
                  <a:cubicBezTo>
                    <a:pt x="1368" y="2674"/>
                    <a:pt x="2796" y="4228"/>
                    <a:pt x="4314" y="5699"/>
                  </a:cubicBezTo>
                  <a:cubicBezTo>
                    <a:pt x="4462" y="5841"/>
                    <a:pt x="4607" y="5984"/>
                    <a:pt x="4756" y="6125"/>
                  </a:cubicBezTo>
                  <a:cubicBezTo>
                    <a:pt x="5384" y="6730"/>
                    <a:pt x="6025" y="7325"/>
                    <a:pt x="6689" y="7891"/>
                  </a:cubicBezTo>
                  <a:cubicBezTo>
                    <a:pt x="7214" y="8339"/>
                    <a:pt x="7799" y="8953"/>
                    <a:pt x="8439" y="9389"/>
                  </a:cubicBezTo>
                  <a:lnTo>
                    <a:pt x="9447" y="8489"/>
                  </a:lnTo>
                  <a:cubicBezTo>
                    <a:pt x="8974" y="7953"/>
                    <a:pt x="8347" y="7497"/>
                    <a:pt x="7865" y="7031"/>
                  </a:cubicBezTo>
                  <a:cubicBezTo>
                    <a:pt x="7233" y="6422"/>
                    <a:pt x="6601" y="5814"/>
                    <a:pt x="5978" y="5198"/>
                  </a:cubicBezTo>
                  <a:cubicBezTo>
                    <a:pt x="5762" y="4987"/>
                    <a:pt x="5550" y="4773"/>
                    <a:pt x="5340" y="4559"/>
                  </a:cubicBezTo>
                  <a:cubicBezTo>
                    <a:pt x="3890" y="3086"/>
                    <a:pt x="2492" y="1571"/>
                    <a:pt x="1155"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71"/>
          <p:cNvGrpSpPr/>
          <p:nvPr/>
        </p:nvGrpSpPr>
        <p:grpSpPr>
          <a:xfrm rot="-620351">
            <a:off x="1327310" y="1500794"/>
            <a:ext cx="835387" cy="627509"/>
            <a:chOff x="5165189" y="3719901"/>
            <a:chExt cx="835271" cy="627422"/>
          </a:xfrm>
        </p:grpSpPr>
        <p:sp>
          <p:nvSpPr>
            <p:cNvPr id="2449" name="Google Shape;2449;p71"/>
            <p:cNvSpPr/>
            <p:nvPr/>
          </p:nvSpPr>
          <p:spPr>
            <a:xfrm rot="-1058202">
              <a:off x="5216481" y="3970066"/>
              <a:ext cx="153895" cy="362462"/>
            </a:xfrm>
            <a:custGeom>
              <a:rect b="b" l="l" r="r" t="t"/>
              <a:pathLst>
                <a:path extrusionOk="0" h="2042" w="867">
                  <a:moveTo>
                    <a:pt x="572" y="1"/>
                  </a:moveTo>
                  <a:cubicBezTo>
                    <a:pt x="546" y="1"/>
                    <a:pt x="521" y="7"/>
                    <a:pt x="498" y="20"/>
                  </a:cubicBezTo>
                  <a:cubicBezTo>
                    <a:pt x="345" y="101"/>
                    <a:pt x="215" y="288"/>
                    <a:pt x="94" y="417"/>
                  </a:cubicBezTo>
                  <a:cubicBezTo>
                    <a:pt x="0" y="517"/>
                    <a:pt x="98" y="664"/>
                    <a:pt x="208" y="664"/>
                  </a:cubicBezTo>
                  <a:cubicBezTo>
                    <a:pt x="240" y="664"/>
                    <a:pt x="274" y="651"/>
                    <a:pt x="304" y="620"/>
                  </a:cubicBezTo>
                  <a:cubicBezTo>
                    <a:pt x="361" y="563"/>
                    <a:pt x="417" y="482"/>
                    <a:pt x="490" y="409"/>
                  </a:cubicBezTo>
                  <a:lnTo>
                    <a:pt x="490" y="409"/>
                  </a:lnTo>
                  <a:cubicBezTo>
                    <a:pt x="490" y="482"/>
                    <a:pt x="482" y="563"/>
                    <a:pt x="490" y="595"/>
                  </a:cubicBezTo>
                  <a:lnTo>
                    <a:pt x="515" y="1057"/>
                  </a:lnTo>
                  <a:cubicBezTo>
                    <a:pt x="531" y="1340"/>
                    <a:pt x="555" y="1615"/>
                    <a:pt x="571" y="1899"/>
                  </a:cubicBezTo>
                  <a:cubicBezTo>
                    <a:pt x="575" y="1995"/>
                    <a:pt x="649" y="2042"/>
                    <a:pt x="721" y="2042"/>
                  </a:cubicBezTo>
                  <a:cubicBezTo>
                    <a:pt x="794" y="2042"/>
                    <a:pt x="867" y="1993"/>
                    <a:pt x="863" y="1899"/>
                  </a:cubicBezTo>
                  <a:cubicBezTo>
                    <a:pt x="838" y="1510"/>
                    <a:pt x="814" y="1122"/>
                    <a:pt x="790" y="725"/>
                  </a:cubicBezTo>
                  <a:cubicBezTo>
                    <a:pt x="774" y="539"/>
                    <a:pt x="830" y="182"/>
                    <a:pt x="676" y="45"/>
                  </a:cubicBezTo>
                  <a:cubicBezTo>
                    <a:pt x="647" y="16"/>
                    <a:pt x="609" y="1"/>
                    <a:pt x="572"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1"/>
            <p:cNvSpPr/>
            <p:nvPr/>
          </p:nvSpPr>
          <p:spPr>
            <a:xfrm rot="-1058202">
              <a:off x="5711232" y="3748710"/>
              <a:ext cx="243179" cy="341694"/>
            </a:xfrm>
            <a:custGeom>
              <a:rect b="b" l="l" r="r" t="t"/>
              <a:pathLst>
                <a:path extrusionOk="0" h="1925" w="1370">
                  <a:moveTo>
                    <a:pt x="575" y="0"/>
                  </a:moveTo>
                  <a:cubicBezTo>
                    <a:pt x="401" y="0"/>
                    <a:pt x="225" y="61"/>
                    <a:pt x="106" y="172"/>
                  </a:cubicBezTo>
                  <a:cubicBezTo>
                    <a:pt x="0" y="272"/>
                    <a:pt x="100" y="419"/>
                    <a:pt x="215" y="419"/>
                  </a:cubicBezTo>
                  <a:cubicBezTo>
                    <a:pt x="249" y="419"/>
                    <a:pt x="285" y="406"/>
                    <a:pt x="317" y="374"/>
                  </a:cubicBezTo>
                  <a:cubicBezTo>
                    <a:pt x="366" y="325"/>
                    <a:pt x="464" y="298"/>
                    <a:pt x="561" y="298"/>
                  </a:cubicBezTo>
                  <a:cubicBezTo>
                    <a:pt x="736" y="298"/>
                    <a:pt x="906" y="387"/>
                    <a:pt x="770" y="601"/>
                  </a:cubicBezTo>
                  <a:cubicBezTo>
                    <a:pt x="697" y="714"/>
                    <a:pt x="479" y="795"/>
                    <a:pt x="365" y="836"/>
                  </a:cubicBezTo>
                  <a:cubicBezTo>
                    <a:pt x="200" y="896"/>
                    <a:pt x="258" y="1124"/>
                    <a:pt x="409" y="1124"/>
                  </a:cubicBezTo>
                  <a:cubicBezTo>
                    <a:pt x="421" y="1124"/>
                    <a:pt x="433" y="1122"/>
                    <a:pt x="446" y="1119"/>
                  </a:cubicBezTo>
                  <a:cubicBezTo>
                    <a:pt x="475" y="1115"/>
                    <a:pt x="544" y="1110"/>
                    <a:pt x="625" y="1110"/>
                  </a:cubicBezTo>
                  <a:cubicBezTo>
                    <a:pt x="883" y="1110"/>
                    <a:pt x="1272" y="1167"/>
                    <a:pt x="964" y="1524"/>
                  </a:cubicBezTo>
                  <a:cubicBezTo>
                    <a:pt x="883" y="1619"/>
                    <a:pt x="755" y="1645"/>
                    <a:pt x="626" y="1645"/>
                  </a:cubicBezTo>
                  <a:cubicBezTo>
                    <a:pt x="511" y="1645"/>
                    <a:pt x="396" y="1625"/>
                    <a:pt x="308" y="1613"/>
                  </a:cubicBezTo>
                  <a:cubicBezTo>
                    <a:pt x="301" y="1612"/>
                    <a:pt x="293" y="1612"/>
                    <a:pt x="286" y="1612"/>
                  </a:cubicBezTo>
                  <a:cubicBezTo>
                    <a:pt x="116" y="1612"/>
                    <a:pt x="49" y="1873"/>
                    <a:pt x="236" y="1897"/>
                  </a:cubicBezTo>
                  <a:cubicBezTo>
                    <a:pt x="336" y="1913"/>
                    <a:pt x="450" y="1924"/>
                    <a:pt x="567" y="1924"/>
                  </a:cubicBezTo>
                  <a:cubicBezTo>
                    <a:pt x="921" y="1924"/>
                    <a:pt x="1294" y="1817"/>
                    <a:pt x="1337" y="1403"/>
                  </a:cubicBezTo>
                  <a:cubicBezTo>
                    <a:pt x="1369" y="1087"/>
                    <a:pt x="1175" y="925"/>
                    <a:pt x="932" y="860"/>
                  </a:cubicBezTo>
                  <a:cubicBezTo>
                    <a:pt x="1102" y="706"/>
                    <a:pt x="1215" y="512"/>
                    <a:pt x="1086" y="269"/>
                  </a:cubicBezTo>
                  <a:cubicBezTo>
                    <a:pt x="985" y="85"/>
                    <a:pt x="782" y="0"/>
                    <a:pt x="575" y="0"/>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1"/>
            <p:cNvSpPr/>
            <p:nvPr/>
          </p:nvSpPr>
          <p:spPr>
            <a:xfrm rot="-1058202">
              <a:off x="5434331" y="3931896"/>
              <a:ext cx="246019" cy="215489"/>
            </a:xfrm>
            <a:custGeom>
              <a:rect b="b" l="l" r="r" t="t"/>
              <a:pathLst>
                <a:path extrusionOk="0" h="1214" w="1386">
                  <a:moveTo>
                    <a:pt x="632" y="0"/>
                  </a:moveTo>
                  <a:cubicBezTo>
                    <a:pt x="579" y="0"/>
                    <a:pt x="527" y="35"/>
                    <a:pt x="527" y="104"/>
                  </a:cubicBezTo>
                  <a:cubicBezTo>
                    <a:pt x="494" y="225"/>
                    <a:pt x="486" y="338"/>
                    <a:pt x="494" y="460"/>
                  </a:cubicBezTo>
                  <a:cubicBezTo>
                    <a:pt x="349" y="476"/>
                    <a:pt x="211" y="508"/>
                    <a:pt x="73" y="549"/>
                  </a:cubicBezTo>
                  <a:cubicBezTo>
                    <a:pt x="1" y="589"/>
                    <a:pt x="17" y="711"/>
                    <a:pt x="98" y="735"/>
                  </a:cubicBezTo>
                  <a:cubicBezTo>
                    <a:pt x="235" y="735"/>
                    <a:pt x="373" y="735"/>
                    <a:pt x="503" y="719"/>
                  </a:cubicBezTo>
                  <a:cubicBezTo>
                    <a:pt x="503" y="865"/>
                    <a:pt x="527" y="1002"/>
                    <a:pt x="584" y="1140"/>
                  </a:cubicBezTo>
                  <a:cubicBezTo>
                    <a:pt x="605" y="1190"/>
                    <a:pt x="650" y="1213"/>
                    <a:pt x="696" y="1213"/>
                  </a:cubicBezTo>
                  <a:cubicBezTo>
                    <a:pt x="754" y="1213"/>
                    <a:pt x="813" y="1176"/>
                    <a:pt x="826" y="1108"/>
                  </a:cubicBezTo>
                  <a:cubicBezTo>
                    <a:pt x="835" y="970"/>
                    <a:pt x="818" y="824"/>
                    <a:pt x="794" y="687"/>
                  </a:cubicBezTo>
                  <a:cubicBezTo>
                    <a:pt x="964" y="678"/>
                    <a:pt x="1134" y="646"/>
                    <a:pt x="1288" y="581"/>
                  </a:cubicBezTo>
                  <a:cubicBezTo>
                    <a:pt x="1385" y="549"/>
                    <a:pt x="1369" y="411"/>
                    <a:pt x="1264" y="403"/>
                  </a:cubicBezTo>
                  <a:cubicBezTo>
                    <a:pt x="1200" y="394"/>
                    <a:pt x="1135" y="389"/>
                    <a:pt x="1069" y="389"/>
                  </a:cubicBezTo>
                  <a:cubicBezTo>
                    <a:pt x="969" y="389"/>
                    <a:pt x="868" y="400"/>
                    <a:pt x="770" y="419"/>
                  </a:cubicBezTo>
                  <a:cubicBezTo>
                    <a:pt x="770" y="314"/>
                    <a:pt x="754" y="209"/>
                    <a:pt x="737" y="104"/>
                  </a:cubicBezTo>
                  <a:cubicBezTo>
                    <a:pt x="737" y="35"/>
                    <a:pt x="685" y="0"/>
                    <a:pt x="632" y="0"/>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2" name="Google Shape;2452;p71"/>
          <p:cNvSpPr/>
          <p:nvPr/>
        </p:nvSpPr>
        <p:spPr>
          <a:xfrm>
            <a:off x="3649840" y="3507479"/>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1"/>
          <p:cNvSpPr/>
          <p:nvPr/>
        </p:nvSpPr>
        <p:spPr>
          <a:xfrm>
            <a:off x="3709443" y="3581944"/>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1"/>
          <p:cNvSpPr/>
          <p:nvPr/>
        </p:nvSpPr>
        <p:spPr>
          <a:xfrm>
            <a:off x="4170377" y="3507479"/>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1"/>
          <p:cNvSpPr/>
          <p:nvPr/>
        </p:nvSpPr>
        <p:spPr>
          <a:xfrm>
            <a:off x="4231828" y="3568930"/>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1"/>
          <p:cNvSpPr/>
          <p:nvPr/>
        </p:nvSpPr>
        <p:spPr>
          <a:xfrm>
            <a:off x="4386223" y="3596753"/>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1"/>
          <p:cNvSpPr/>
          <p:nvPr/>
        </p:nvSpPr>
        <p:spPr>
          <a:xfrm>
            <a:off x="4231828" y="3568930"/>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1"/>
          <p:cNvSpPr/>
          <p:nvPr/>
        </p:nvSpPr>
        <p:spPr>
          <a:xfrm>
            <a:off x="4278443" y="3620881"/>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1"/>
          <p:cNvSpPr/>
          <p:nvPr/>
        </p:nvSpPr>
        <p:spPr>
          <a:xfrm>
            <a:off x="4386223" y="3596753"/>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1"/>
          <p:cNvSpPr/>
          <p:nvPr/>
        </p:nvSpPr>
        <p:spPr>
          <a:xfrm>
            <a:off x="4677471" y="3507479"/>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1"/>
          <p:cNvSpPr/>
          <p:nvPr/>
        </p:nvSpPr>
        <p:spPr>
          <a:xfrm>
            <a:off x="4750817" y="3596363"/>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1"/>
          <p:cNvSpPr/>
          <p:nvPr/>
        </p:nvSpPr>
        <p:spPr>
          <a:xfrm>
            <a:off x="5170362" y="3515110"/>
            <a:ext cx="327149" cy="327149"/>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1"/>
          <p:cNvSpPr/>
          <p:nvPr/>
        </p:nvSpPr>
        <p:spPr>
          <a:xfrm>
            <a:off x="5230829" y="3560622"/>
            <a:ext cx="206046" cy="235792"/>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chemeClr val="accent3"/>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67" name="Shape 2467"/>
        <p:cNvGrpSpPr/>
        <p:nvPr/>
      </p:nvGrpSpPr>
      <p:grpSpPr>
        <a:xfrm>
          <a:off x="0" y="0"/>
          <a:ext cx="0" cy="0"/>
          <a:chOff x="0" y="0"/>
          <a:chExt cx="0" cy="0"/>
        </a:xfrm>
      </p:grpSpPr>
      <p:sp>
        <p:nvSpPr>
          <p:cNvPr id="2468" name="Google Shape;2468;p72"/>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ICON PACK: MATHS LINEAL COLOR </a:t>
            </a:r>
            <a:endParaRPr b="1" sz="3600">
              <a:latin typeface="Patrick Hand"/>
              <a:ea typeface="Patrick Hand"/>
              <a:cs typeface="Patrick Hand"/>
              <a:sym typeface="Patrick Hand"/>
            </a:endParaRPr>
          </a:p>
        </p:txBody>
      </p:sp>
      <p:grpSp>
        <p:nvGrpSpPr>
          <p:cNvPr id="2469" name="Google Shape;2469;p72"/>
          <p:cNvGrpSpPr/>
          <p:nvPr/>
        </p:nvGrpSpPr>
        <p:grpSpPr>
          <a:xfrm>
            <a:off x="894194" y="1859870"/>
            <a:ext cx="410367" cy="357300"/>
            <a:chOff x="894194" y="1859870"/>
            <a:chExt cx="410367" cy="357300"/>
          </a:xfrm>
        </p:grpSpPr>
        <p:sp>
          <p:nvSpPr>
            <p:cNvPr id="2470" name="Google Shape;2470;p72"/>
            <p:cNvSpPr/>
            <p:nvPr/>
          </p:nvSpPr>
          <p:spPr>
            <a:xfrm>
              <a:off x="894194" y="1864870"/>
              <a:ext cx="405347" cy="347279"/>
            </a:xfrm>
            <a:custGeom>
              <a:rect b="b" l="l" r="r" t="t"/>
              <a:pathLst>
                <a:path extrusionOk="0" h="17224" w="20104">
                  <a:moveTo>
                    <a:pt x="11493" y="0"/>
                  </a:moveTo>
                  <a:cubicBezTo>
                    <a:pt x="3843" y="0"/>
                    <a:pt x="0" y="9287"/>
                    <a:pt x="5408" y="14695"/>
                  </a:cubicBezTo>
                  <a:cubicBezTo>
                    <a:pt x="7155" y="16442"/>
                    <a:pt x="9307" y="17224"/>
                    <a:pt x="11419" y="17224"/>
                  </a:cubicBezTo>
                  <a:cubicBezTo>
                    <a:pt x="15847" y="17224"/>
                    <a:pt x="20103" y="13790"/>
                    <a:pt x="20103" y="8611"/>
                  </a:cubicBezTo>
                  <a:cubicBezTo>
                    <a:pt x="20103" y="3878"/>
                    <a:pt x="16260" y="0"/>
                    <a:pt x="114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1014705" y="1933725"/>
              <a:ext cx="67464" cy="209509"/>
            </a:xfrm>
            <a:custGeom>
              <a:rect b="b" l="l" r="r" t="t"/>
              <a:pathLst>
                <a:path extrusionOk="0" h="10391" w="3346">
                  <a:moveTo>
                    <a:pt x="534" y="1"/>
                  </a:moveTo>
                  <a:cubicBezTo>
                    <a:pt x="214" y="1"/>
                    <a:pt x="1" y="214"/>
                    <a:pt x="1" y="499"/>
                  </a:cubicBezTo>
                  <a:lnTo>
                    <a:pt x="1" y="9892"/>
                  </a:lnTo>
                  <a:cubicBezTo>
                    <a:pt x="1" y="10177"/>
                    <a:pt x="214" y="10390"/>
                    <a:pt x="534" y="10390"/>
                  </a:cubicBezTo>
                  <a:lnTo>
                    <a:pt x="3310" y="10390"/>
                  </a:lnTo>
                  <a:lnTo>
                    <a:pt x="3345" y="9359"/>
                  </a:lnTo>
                  <a:lnTo>
                    <a:pt x="1068" y="9359"/>
                  </a:lnTo>
                  <a:lnTo>
                    <a:pt x="1068" y="1033"/>
                  </a:lnTo>
                  <a:lnTo>
                    <a:pt x="3310" y="1033"/>
                  </a:lnTo>
                  <a:lnTo>
                    <a:pt x="3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1171106" y="1933725"/>
              <a:ext cx="66738" cy="210214"/>
            </a:xfrm>
            <a:custGeom>
              <a:rect b="b" l="l" r="r" t="t"/>
              <a:pathLst>
                <a:path extrusionOk="0" h="10426" w="3310">
                  <a:moveTo>
                    <a:pt x="0" y="1"/>
                  </a:moveTo>
                  <a:lnTo>
                    <a:pt x="0" y="1033"/>
                  </a:lnTo>
                  <a:lnTo>
                    <a:pt x="2242" y="1033"/>
                  </a:lnTo>
                  <a:lnTo>
                    <a:pt x="2242" y="9359"/>
                  </a:lnTo>
                  <a:lnTo>
                    <a:pt x="0" y="9359"/>
                  </a:lnTo>
                  <a:lnTo>
                    <a:pt x="0" y="10390"/>
                  </a:lnTo>
                  <a:lnTo>
                    <a:pt x="2776" y="10390"/>
                  </a:lnTo>
                  <a:lnTo>
                    <a:pt x="2776" y="10426"/>
                  </a:lnTo>
                  <a:cubicBezTo>
                    <a:pt x="3060" y="10426"/>
                    <a:pt x="3309" y="10177"/>
                    <a:pt x="3309" y="9892"/>
                  </a:cubicBezTo>
                  <a:lnTo>
                    <a:pt x="3309" y="499"/>
                  </a:lnTo>
                  <a:cubicBezTo>
                    <a:pt x="3309" y="214"/>
                    <a:pt x="3060" y="1"/>
                    <a:pt x="2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1069225" y="1974614"/>
              <a:ext cx="114100" cy="127729"/>
            </a:xfrm>
            <a:custGeom>
              <a:rect b="b" l="l" r="r" t="t"/>
              <a:pathLst>
                <a:path extrusionOk="0" h="6335" w="5659">
                  <a:moveTo>
                    <a:pt x="1" y="1"/>
                  </a:moveTo>
                  <a:lnTo>
                    <a:pt x="1744" y="3168"/>
                  </a:lnTo>
                  <a:lnTo>
                    <a:pt x="1" y="6334"/>
                  </a:lnTo>
                  <a:lnTo>
                    <a:pt x="1815" y="6334"/>
                  </a:lnTo>
                  <a:lnTo>
                    <a:pt x="2812" y="4484"/>
                  </a:lnTo>
                  <a:lnTo>
                    <a:pt x="3843" y="6334"/>
                  </a:lnTo>
                  <a:lnTo>
                    <a:pt x="5658" y="6334"/>
                  </a:lnTo>
                  <a:lnTo>
                    <a:pt x="3915" y="3168"/>
                  </a:lnTo>
                  <a:lnTo>
                    <a:pt x="5658" y="1"/>
                  </a:lnTo>
                  <a:lnTo>
                    <a:pt x="3843" y="1"/>
                  </a:lnTo>
                  <a:lnTo>
                    <a:pt x="2812" y="1851"/>
                  </a:lnTo>
                  <a:lnTo>
                    <a:pt x="17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900646" y="1859870"/>
              <a:ext cx="403915" cy="357300"/>
            </a:xfrm>
            <a:custGeom>
              <a:rect b="b" l="l" r="r" t="t"/>
              <a:pathLst>
                <a:path extrusionOk="0" h="17721" w="20033">
                  <a:moveTo>
                    <a:pt x="11104" y="504"/>
                  </a:moveTo>
                  <a:cubicBezTo>
                    <a:pt x="15392" y="504"/>
                    <a:pt x="19499" y="3826"/>
                    <a:pt x="19499" y="8859"/>
                  </a:cubicBezTo>
                  <a:cubicBezTo>
                    <a:pt x="19499" y="13484"/>
                    <a:pt x="15763" y="17184"/>
                    <a:pt x="11173" y="17220"/>
                  </a:cubicBezTo>
                  <a:cubicBezTo>
                    <a:pt x="3736" y="17220"/>
                    <a:pt x="0" y="8218"/>
                    <a:pt x="5266" y="2952"/>
                  </a:cubicBezTo>
                  <a:cubicBezTo>
                    <a:pt x="6968" y="1262"/>
                    <a:pt x="9057" y="504"/>
                    <a:pt x="11104" y="504"/>
                  </a:cubicBezTo>
                  <a:close/>
                  <a:moveTo>
                    <a:pt x="11178" y="1"/>
                  </a:moveTo>
                  <a:cubicBezTo>
                    <a:pt x="9478" y="1"/>
                    <a:pt x="7766" y="491"/>
                    <a:pt x="6262" y="1493"/>
                  </a:cubicBezTo>
                  <a:cubicBezTo>
                    <a:pt x="2740" y="3842"/>
                    <a:pt x="1388" y="8360"/>
                    <a:pt x="2989" y="12239"/>
                  </a:cubicBezTo>
                  <a:cubicBezTo>
                    <a:pt x="4392" y="15594"/>
                    <a:pt x="7627" y="17721"/>
                    <a:pt x="11144" y="17721"/>
                  </a:cubicBezTo>
                  <a:cubicBezTo>
                    <a:pt x="11729" y="17721"/>
                    <a:pt x="12322" y="17662"/>
                    <a:pt x="12916" y="17540"/>
                  </a:cubicBezTo>
                  <a:cubicBezTo>
                    <a:pt x="17043" y="16722"/>
                    <a:pt x="20032" y="13093"/>
                    <a:pt x="20032" y="8859"/>
                  </a:cubicBezTo>
                  <a:cubicBezTo>
                    <a:pt x="20032" y="6510"/>
                    <a:pt x="19107" y="4269"/>
                    <a:pt x="17435" y="2596"/>
                  </a:cubicBezTo>
                  <a:cubicBezTo>
                    <a:pt x="15722" y="884"/>
                    <a:pt x="13460" y="1"/>
                    <a:pt x="1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1165359" y="1927999"/>
              <a:ext cx="77505" cy="220981"/>
            </a:xfrm>
            <a:custGeom>
              <a:rect b="b" l="l" r="r" t="t"/>
              <a:pathLst>
                <a:path extrusionOk="0" h="10960" w="3844">
                  <a:moveTo>
                    <a:pt x="285" y="0"/>
                  </a:moveTo>
                  <a:cubicBezTo>
                    <a:pt x="107" y="0"/>
                    <a:pt x="1" y="142"/>
                    <a:pt x="1" y="285"/>
                  </a:cubicBezTo>
                  <a:lnTo>
                    <a:pt x="1" y="1317"/>
                  </a:lnTo>
                  <a:cubicBezTo>
                    <a:pt x="1" y="1459"/>
                    <a:pt x="107" y="1566"/>
                    <a:pt x="285" y="1566"/>
                  </a:cubicBezTo>
                  <a:lnTo>
                    <a:pt x="2278" y="1566"/>
                  </a:lnTo>
                  <a:lnTo>
                    <a:pt x="2278" y="9393"/>
                  </a:lnTo>
                  <a:lnTo>
                    <a:pt x="285" y="9393"/>
                  </a:lnTo>
                  <a:cubicBezTo>
                    <a:pt x="107" y="9393"/>
                    <a:pt x="1" y="9500"/>
                    <a:pt x="1" y="9643"/>
                  </a:cubicBezTo>
                  <a:lnTo>
                    <a:pt x="1" y="10710"/>
                  </a:lnTo>
                  <a:cubicBezTo>
                    <a:pt x="1" y="10852"/>
                    <a:pt x="107" y="10959"/>
                    <a:pt x="285" y="10959"/>
                  </a:cubicBezTo>
                  <a:lnTo>
                    <a:pt x="3061" y="10959"/>
                  </a:lnTo>
                  <a:cubicBezTo>
                    <a:pt x="3488" y="10959"/>
                    <a:pt x="3843" y="10603"/>
                    <a:pt x="3843" y="10176"/>
                  </a:cubicBezTo>
                  <a:lnTo>
                    <a:pt x="3843" y="4021"/>
                  </a:lnTo>
                  <a:cubicBezTo>
                    <a:pt x="3808" y="3861"/>
                    <a:pt x="3683" y="3781"/>
                    <a:pt x="3563" y="3781"/>
                  </a:cubicBezTo>
                  <a:cubicBezTo>
                    <a:pt x="3443" y="3781"/>
                    <a:pt x="3327" y="3861"/>
                    <a:pt x="3310" y="4021"/>
                  </a:cubicBezTo>
                  <a:lnTo>
                    <a:pt x="3310" y="10176"/>
                  </a:lnTo>
                  <a:cubicBezTo>
                    <a:pt x="3310" y="10319"/>
                    <a:pt x="3203" y="10425"/>
                    <a:pt x="3025" y="10425"/>
                  </a:cubicBezTo>
                  <a:lnTo>
                    <a:pt x="499" y="10425"/>
                  </a:lnTo>
                  <a:lnTo>
                    <a:pt x="499" y="9892"/>
                  </a:lnTo>
                  <a:lnTo>
                    <a:pt x="2527" y="9892"/>
                  </a:lnTo>
                  <a:cubicBezTo>
                    <a:pt x="2669" y="9892"/>
                    <a:pt x="2776" y="9785"/>
                    <a:pt x="2776" y="9643"/>
                  </a:cubicBezTo>
                  <a:lnTo>
                    <a:pt x="2776" y="1317"/>
                  </a:lnTo>
                  <a:cubicBezTo>
                    <a:pt x="2776" y="1174"/>
                    <a:pt x="2669" y="1068"/>
                    <a:pt x="2527" y="1068"/>
                  </a:cubicBezTo>
                  <a:lnTo>
                    <a:pt x="499" y="1068"/>
                  </a:lnTo>
                  <a:lnTo>
                    <a:pt x="499" y="534"/>
                  </a:lnTo>
                  <a:lnTo>
                    <a:pt x="3025" y="534"/>
                  </a:lnTo>
                  <a:cubicBezTo>
                    <a:pt x="3203" y="534"/>
                    <a:pt x="3310" y="641"/>
                    <a:pt x="3310" y="783"/>
                  </a:cubicBezTo>
                  <a:lnTo>
                    <a:pt x="3310" y="2811"/>
                  </a:lnTo>
                  <a:cubicBezTo>
                    <a:pt x="3327" y="2953"/>
                    <a:pt x="3443" y="3025"/>
                    <a:pt x="3563" y="3025"/>
                  </a:cubicBezTo>
                  <a:cubicBezTo>
                    <a:pt x="3683" y="3025"/>
                    <a:pt x="3808" y="2953"/>
                    <a:pt x="3843" y="2811"/>
                  </a:cubicBezTo>
                  <a:lnTo>
                    <a:pt x="3843" y="783"/>
                  </a:lnTo>
                  <a:cubicBezTo>
                    <a:pt x="3843" y="356"/>
                    <a:pt x="3488"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1009685" y="1927999"/>
              <a:ext cx="77505" cy="220981"/>
            </a:xfrm>
            <a:custGeom>
              <a:rect b="b" l="l" r="r" t="t"/>
              <a:pathLst>
                <a:path extrusionOk="0" h="10960" w="3844">
                  <a:moveTo>
                    <a:pt x="783" y="0"/>
                  </a:moveTo>
                  <a:cubicBezTo>
                    <a:pt x="356" y="0"/>
                    <a:pt x="1" y="356"/>
                    <a:pt x="1" y="783"/>
                  </a:cubicBezTo>
                  <a:lnTo>
                    <a:pt x="1" y="6938"/>
                  </a:lnTo>
                  <a:cubicBezTo>
                    <a:pt x="1" y="7116"/>
                    <a:pt x="107" y="7223"/>
                    <a:pt x="250" y="7223"/>
                  </a:cubicBezTo>
                  <a:cubicBezTo>
                    <a:pt x="392" y="7223"/>
                    <a:pt x="499" y="7116"/>
                    <a:pt x="499" y="6938"/>
                  </a:cubicBezTo>
                  <a:lnTo>
                    <a:pt x="499" y="783"/>
                  </a:lnTo>
                  <a:cubicBezTo>
                    <a:pt x="499" y="641"/>
                    <a:pt x="641" y="534"/>
                    <a:pt x="783" y="534"/>
                  </a:cubicBezTo>
                  <a:lnTo>
                    <a:pt x="3310" y="534"/>
                  </a:lnTo>
                  <a:lnTo>
                    <a:pt x="3310" y="1068"/>
                  </a:lnTo>
                  <a:lnTo>
                    <a:pt x="1317" y="1068"/>
                  </a:lnTo>
                  <a:cubicBezTo>
                    <a:pt x="1175" y="1068"/>
                    <a:pt x="1068" y="1174"/>
                    <a:pt x="1068" y="1317"/>
                  </a:cubicBezTo>
                  <a:lnTo>
                    <a:pt x="1068" y="9643"/>
                  </a:lnTo>
                  <a:cubicBezTo>
                    <a:pt x="1068" y="9785"/>
                    <a:pt x="1175" y="9892"/>
                    <a:pt x="1317" y="9892"/>
                  </a:cubicBezTo>
                  <a:lnTo>
                    <a:pt x="3310" y="9892"/>
                  </a:lnTo>
                  <a:lnTo>
                    <a:pt x="3310" y="10425"/>
                  </a:lnTo>
                  <a:lnTo>
                    <a:pt x="783" y="10425"/>
                  </a:lnTo>
                  <a:cubicBezTo>
                    <a:pt x="641" y="10425"/>
                    <a:pt x="534" y="10319"/>
                    <a:pt x="534" y="10176"/>
                  </a:cubicBezTo>
                  <a:lnTo>
                    <a:pt x="534" y="8148"/>
                  </a:lnTo>
                  <a:cubicBezTo>
                    <a:pt x="534" y="8006"/>
                    <a:pt x="428" y="7899"/>
                    <a:pt x="285" y="7899"/>
                  </a:cubicBezTo>
                  <a:cubicBezTo>
                    <a:pt x="107" y="7899"/>
                    <a:pt x="1" y="8006"/>
                    <a:pt x="1" y="8148"/>
                  </a:cubicBezTo>
                  <a:lnTo>
                    <a:pt x="1" y="10176"/>
                  </a:lnTo>
                  <a:cubicBezTo>
                    <a:pt x="1" y="10603"/>
                    <a:pt x="356" y="10959"/>
                    <a:pt x="783" y="10959"/>
                  </a:cubicBezTo>
                  <a:lnTo>
                    <a:pt x="3594" y="10959"/>
                  </a:lnTo>
                  <a:cubicBezTo>
                    <a:pt x="3737" y="10959"/>
                    <a:pt x="3843" y="10852"/>
                    <a:pt x="3843" y="10710"/>
                  </a:cubicBezTo>
                  <a:lnTo>
                    <a:pt x="3843" y="9643"/>
                  </a:lnTo>
                  <a:cubicBezTo>
                    <a:pt x="3843" y="9500"/>
                    <a:pt x="3737" y="9393"/>
                    <a:pt x="3594" y="9393"/>
                  </a:cubicBezTo>
                  <a:lnTo>
                    <a:pt x="1566" y="9393"/>
                  </a:lnTo>
                  <a:lnTo>
                    <a:pt x="1566" y="1566"/>
                  </a:lnTo>
                  <a:lnTo>
                    <a:pt x="3559" y="1566"/>
                  </a:lnTo>
                  <a:cubicBezTo>
                    <a:pt x="3701" y="1566"/>
                    <a:pt x="3808" y="1459"/>
                    <a:pt x="3843" y="1317"/>
                  </a:cubicBezTo>
                  <a:lnTo>
                    <a:pt x="3843" y="285"/>
                  </a:lnTo>
                  <a:cubicBezTo>
                    <a:pt x="3808" y="142"/>
                    <a:pt x="3701" y="0"/>
                    <a:pt x="3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1064204" y="1968888"/>
              <a:ext cx="124141" cy="139182"/>
            </a:xfrm>
            <a:custGeom>
              <a:rect b="b" l="l" r="r" t="t"/>
              <a:pathLst>
                <a:path extrusionOk="0" h="6903" w="6157">
                  <a:moveTo>
                    <a:pt x="5445" y="534"/>
                  </a:moveTo>
                  <a:lnTo>
                    <a:pt x="3950" y="3345"/>
                  </a:lnTo>
                  <a:cubicBezTo>
                    <a:pt x="3915" y="3416"/>
                    <a:pt x="3915" y="3487"/>
                    <a:pt x="3950" y="3594"/>
                  </a:cubicBezTo>
                  <a:lnTo>
                    <a:pt x="5480" y="6369"/>
                  </a:lnTo>
                  <a:lnTo>
                    <a:pt x="4235" y="6369"/>
                  </a:lnTo>
                  <a:lnTo>
                    <a:pt x="3310" y="4626"/>
                  </a:lnTo>
                  <a:cubicBezTo>
                    <a:pt x="3239" y="4555"/>
                    <a:pt x="3167" y="4519"/>
                    <a:pt x="3061" y="4519"/>
                  </a:cubicBezTo>
                  <a:cubicBezTo>
                    <a:pt x="2954" y="4519"/>
                    <a:pt x="2883" y="4555"/>
                    <a:pt x="2847" y="4626"/>
                  </a:cubicBezTo>
                  <a:lnTo>
                    <a:pt x="1886" y="6369"/>
                  </a:lnTo>
                  <a:lnTo>
                    <a:pt x="677" y="6369"/>
                  </a:lnTo>
                  <a:lnTo>
                    <a:pt x="2207" y="3594"/>
                  </a:lnTo>
                  <a:cubicBezTo>
                    <a:pt x="2242" y="3487"/>
                    <a:pt x="2242" y="3416"/>
                    <a:pt x="2207" y="3345"/>
                  </a:cubicBezTo>
                  <a:lnTo>
                    <a:pt x="677" y="534"/>
                  </a:lnTo>
                  <a:lnTo>
                    <a:pt x="1886" y="534"/>
                  </a:lnTo>
                  <a:lnTo>
                    <a:pt x="2847" y="2277"/>
                  </a:lnTo>
                  <a:cubicBezTo>
                    <a:pt x="2883" y="2349"/>
                    <a:pt x="2954" y="2384"/>
                    <a:pt x="3061" y="2420"/>
                  </a:cubicBezTo>
                  <a:cubicBezTo>
                    <a:pt x="3167" y="2420"/>
                    <a:pt x="3239" y="2349"/>
                    <a:pt x="3310" y="2277"/>
                  </a:cubicBezTo>
                  <a:lnTo>
                    <a:pt x="4235" y="534"/>
                  </a:lnTo>
                  <a:close/>
                  <a:moveTo>
                    <a:pt x="250" y="0"/>
                  </a:moveTo>
                  <a:cubicBezTo>
                    <a:pt x="179" y="0"/>
                    <a:pt x="72" y="71"/>
                    <a:pt x="36" y="143"/>
                  </a:cubicBezTo>
                  <a:cubicBezTo>
                    <a:pt x="1" y="214"/>
                    <a:pt x="1" y="320"/>
                    <a:pt x="36" y="392"/>
                  </a:cubicBezTo>
                  <a:lnTo>
                    <a:pt x="1709" y="3452"/>
                  </a:lnTo>
                  <a:lnTo>
                    <a:pt x="36" y="6512"/>
                  </a:lnTo>
                  <a:cubicBezTo>
                    <a:pt x="1" y="6583"/>
                    <a:pt x="1" y="6689"/>
                    <a:pt x="36" y="6761"/>
                  </a:cubicBezTo>
                  <a:cubicBezTo>
                    <a:pt x="72" y="6867"/>
                    <a:pt x="179" y="6903"/>
                    <a:pt x="250" y="6903"/>
                  </a:cubicBezTo>
                  <a:lnTo>
                    <a:pt x="2029" y="6903"/>
                  </a:lnTo>
                  <a:cubicBezTo>
                    <a:pt x="2136" y="6903"/>
                    <a:pt x="2242" y="6832"/>
                    <a:pt x="2278" y="6761"/>
                  </a:cubicBezTo>
                  <a:lnTo>
                    <a:pt x="3061" y="5302"/>
                  </a:lnTo>
                  <a:lnTo>
                    <a:pt x="3843" y="6761"/>
                  </a:lnTo>
                  <a:cubicBezTo>
                    <a:pt x="3879" y="6832"/>
                    <a:pt x="3986" y="6903"/>
                    <a:pt x="4092" y="6903"/>
                  </a:cubicBezTo>
                  <a:lnTo>
                    <a:pt x="5907" y="6903"/>
                  </a:lnTo>
                  <a:cubicBezTo>
                    <a:pt x="6049" y="6903"/>
                    <a:pt x="6156" y="6796"/>
                    <a:pt x="6156" y="6618"/>
                  </a:cubicBezTo>
                  <a:cubicBezTo>
                    <a:pt x="6156" y="6583"/>
                    <a:pt x="6121" y="6547"/>
                    <a:pt x="6121" y="6512"/>
                  </a:cubicBezTo>
                  <a:lnTo>
                    <a:pt x="4448" y="3452"/>
                  </a:lnTo>
                  <a:lnTo>
                    <a:pt x="6121" y="392"/>
                  </a:lnTo>
                  <a:cubicBezTo>
                    <a:pt x="6156" y="320"/>
                    <a:pt x="6156" y="214"/>
                    <a:pt x="6121" y="143"/>
                  </a:cubicBezTo>
                  <a:cubicBezTo>
                    <a:pt x="6085" y="71"/>
                    <a:pt x="5978" y="0"/>
                    <a:pt x="5907" y="0"/>
                  </a:cubicBezTo>
                  <a:lnTo>
                    <a:pt x="4092" y="0"/>
                  </a:lnTo>
                  <a:cubicBezTo>
                    <a:pt x="3986" y="0"/>
                    <a:pt x="3915" y="71"/>
                    <a:pt x="3843" y="143"/>
                  </a:cubicBezTo>
                  <a:lnTo>
                    <a:pt x="3061" y="1601"/>
                  </a:lnTo>
                  <a:lnTo>
                    <a:pt x="2278" y="143"/>
                  </a:lnTo>
                  <a:cubicBezTo>
                    <a:pt x="2242" y="71"/>
                    <a:pt x="2136"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72"/>
          <p:cNvGrpSpPr/>
          <p:nvPr/>
        </p:nvGrpSpPr>
        <p:grpSpPr>
          <a:xfrm>
            <a:off x="6334218" y="3520070"/>
            <a:ext cx="356574" cy="357098"/>
            <a:chOff x="6334218" y="3520070"/>
            <a:chExt cx="356574" cy="357098"/>
          </a:xfrm>
        </p:grpSpPr>
        <p:sp>
          <p:nvSpPr>
            <p:cNvPr id="2479" name="Google Shape;2479;p72"/>
            <p:cNvSpPr/>
            <p:nvPr/>
          </p:nvSpPr>
          <p:spPr>
            <a:xfrm>
              <a:off x="6384443" y="3787485"/>
              <a:ext cx="30869" cy="84662"/>
            </a:xfrm>
            <a:custGeom>
              <a:rect b="b" l="l" r="r" t="t"/>
              <a:pathLst>
                <a:path extrusionOk="0" h="4199" w="1531">
                  <a:moveTo>
                    <a:pt x="0" y="0"/>
                  </a:moveTo>
                  <a:lnTo>
                    <a:pt x="0" y="4199"/>
                  </a:lnTo>
                  <a:lnTo>
                    <a:pt x="1530" y="4199"/>
                  </a:lnTo>
                  <a:lnTo>
                    <a:pt x="15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2"/>
            <p:cNvSpPr/>
            <p:nvPr/>
          </p:nvSpPr>
          <p:spPr>
            <a:xfrm>
              <a:off x="6446140" y="3715021"/>
              <a:ext cx="30869" cy="157126"/>
            </a:xfrm>
            <a:custGeom>
              <a:rect b="b" l="l" r="r" t="t"/>
              <a:pathLst>
                <a:path extrusionOk="0" h="7793" w="1531">
                  <a:moveTo>
                    <a:pt x="0" y="1"/>
                  </a:moveTo>
                  <a:lnTo>
                    <a:pt x="0" y="7793"/>
                  </a:lnTo>
                  <a:lnTo>
                    <a:pt x="1530" y="7793"/>
                  </a:lnTo>
                  <a:lnTo>
                    <a:pt x="15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2"/>
            <p:cNvSpPr/>
            <p:nvPr/>
          </p:nvSpPr>
          <p:spPr>
            <a:xfrm>
              <a:off x="6507837" y="3739418"/>
              <a:ext cx="31574" cy="132730"/>
            </a:xfrm>
            <a:custGeom>
              <a:rect b="b" l="l" r="r" t="t"/>
              <a:pathLst>
                <a:path extrusionOk="0" h="6583" w="1566">
                  <a:moveTo>
                    <a:pt x="0" y="0"/>
                  </a:moveTo>
                  <a:lnTo>
                    <a:pt x="0" y="6583"/>
                  </a:lnTo>
                  <a:lnTo>
                    <a:pt x="1566" y="6583"/>
                  </a:lnTo>
                  <a:lnTo>
                    <a:pt x="15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2"/>
            <p:cNvSpPr/>
            <p:nvPr/>
          </p:nvSpPr>
          <p:spPr>
            <a:xfrm>
              <a:off x="6570240" y="3679878"/>
              <a:ext cx="30869" cy="192270"/>
            </a:xfrm>
            <a:custGeom>
              <a:rect b="b" l="l" r="r" t="t"/>
              <a:pathLst>
                <a:path extrusionOk="0" h="9536" w="1531">
                  <a:moveTo>
                    <a:pt x="1" y="0"/>
                  </a:moveTo>
                  <a:lnTo>
                    <a:pt x="1" y="9536"/>
                  </a:lnTo>
                  <a:lnTo>
                    <a:pt x="1531" y="9536"/>
                  </a:lnTo>
                  <a:lnTo>
                    <a:pt x="15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2"/>
            <p:cNvSpPr/>
            <p:nvPr/>
          </p:nvSpPr>
          <p:spPr>
            <a:xfrm>
              <a:off x="6632663" y="3637537"/>
              <a:ext cx="30869" cy="234611"/>
            </a:xfrm>
            <a:custGeom>
              <a:rect b="b" l="l" r="r" t="t"/>
              <a:pathLst>
                <a:path extrusionOk="0" h="11636" w="1531">
                  <a:moveTo>
                    <a:pt x="0" y="1"/>
                  </a:moveTo>
                  <a:lnTo>
                    <a:pt x="0" y="11636"/>
                  </a:lnTo>
                  <a:lnTo>
                    <a:pt x="1530" y="11636"/>
                  </a:lnTo>
                  <a:lnTo>
                    <a:pt x="15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2"/>
            <p:cNvSpPr/>
            <p:nvPr/>
          </p:nvSpPr>
          <p:spPr>
            <a:xfrm>
              <a:off x="6378696" y="3733672"/>
              <a:ext cx="36615" cy="31272"/>
            </a:xfrm>
            <a:custGeom>
              <a:rect b="b" l="l" r="r" t="t"/>
              <a:pathLst>
                <a:path extrusionOk="0" h="1551" w="1816">
                  <a:moveTo>
                    <a:pt x="1033" y="1"/>
                  </a:moveTo>
                  <a:cubicBezTo>
                    <a:pt x="357" y="1"/>
                    <a:pt x="1" y="819"/>
                    <a:pt x="499" y="1317"/>
                  </a:cubicBezTo>
                  <a:cubicBezTo>
                    <a:pt x="661" y="1479"/>
                    <a:pt x="856" y="1551"/>
                    <a:pt x="1046" y="1551"/>
                  </a:cubicBezTo>
                  <a:cubicBezTo>
                    <a:pt x="1442" y="1551"/>
                    <a:pt x="1815" y="1240"/>
                    <a:pt x="1815" y="784"/>
                  </a:cubicBezTo>
                  <a:cubicBezTo>
                    <a:pt x="1815" y="357"/>
                    <a:pt x="1460" y="1"/>
                    <a:pt x="1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2"/>
            <p:cNvSpPr/>
            <p:nvPr/>
          </p:nvSpPr>
          <p:spPr>
            <a:xfrm>
              <a:off x="6441119" y="3636831"/>
              <a:ext cx="35889" cy="30949"/>
            </a:xfrm>
            <a:custGeom>
              <a:rect b="b" l="l" r="r" t="t"/>
              <a:pathLst>
                <a:path extrusionOk="0" h="1535" w="1780">
                  <a:moveTo>
                    <a:pt x="997" y="0"/>
                  </a:moveTo>
                  <a:cubicBezTo>
                    <a:pt x="321" y="0"/>
                    <a:pt x="0" y="819"/>
                    <a:pt x="463" y="1317"/>
                  </a:cubicBezTo>
                  <a:cubicBezTo>
                    <a:pt x="624" y="1467"/>
                    <a:pt x="819" y="1534"/>
                    <a:pt x="1009" y="1534"/>
                  </a:cubicBezTo>
                  <a:cubicBezTo>
                    <a:pt x="1406" y="1534"/>
                    <a:pt x="1779" y="1240"/>
                    <a:pt x="1779" y="783"/>
                  </a:cubicBezTo>
                  <a:cubicBezTo>
                    <a:pt x="1779" y="356"/>
                    <a:pt x="1424" y="0"/>
                    <a:pt x="9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6502817" y="3684173"/>
              <a:ext cx="36595" cy="30949"/>
            </a:xfrm>
            <a:custGeom>
              <a:rect b="b" l="l" r="r" t="t"/>
              <a:pathLst>
                <a:path extrusionOk="0" h="1535" w="1815">
                  <a:moveTo>
                    <a:pt x="1032" y="1"/>
                  </a:moveTo>
                  <a:cubicBezTo>
                    <a:pt x="356" y="1"/>
                    <a:pt x="0" y="819"/>
                    <a:pt x="498" y="1317"/>
                  </a:cubicBezTo>
                  <a:cubicBezTo>
                    <a:pt x="648" y="1467"/>
                    <a:pt x="839" y="1535"/>
                    <a:pt x="1029" y="1535"/>
                  </a:cubicBezTo>
                  <a:cubicBezTo>
                    <a:pt x="1425" y="1535"/>
                    <a:pt x="1815" y="1240"/>
                    <a:pt x="1815" y="783"/>
                  </a:cubicBezTo>
                  <a:cubicBezTo>
                    <a:pt x="1815" y="357"/>
                    <a:pt x="1459" y="1"/>
                    <a:pt x="10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6565220" y="3601668"/>
              <a:ext cx="35889" cy="31272"/>
            </a:xfrm>
            <a:custGeom>
              <a:rect b="b" l="l" r="r" t="t"/>
              <a:pathLst>
                <a:path extrusionOk="0" h="1551" w="1780">
                  <a:moveTo>
                    <a:pt x="1033" y="1"/>
                  </a:moveTo>
                  <a:cubicBezTo>
                    <a:pt x="321" y="1"/>
                    <a:pt x="1" y="855"/>
                    <a:pt x="463" y="1317"/>
                  </a:cubicBezTo>
                  <a:cubicBezTo>
                    <a:pt x="625" y="1479"/>
                    <a:pt x="821" y="1551"/>
                    <a:pt x="1011" y="1551"/>
                  </a:cubicBezTo>
                  <a:cubicBezTo>
                    <a:pt x="1407" y="1551"/>
                    <a:pt x="1780" y="1240"/>
                    <a:pt x="1780" y="784"/>
                  </a:cubicBezTo>
                  <a:cubicBezTo>
                    <a:pt x="1780" y="357"/>
                    <a:pt x="1460" y="1"/>
                    <a:pt x="1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6626917" y="3578723"/>
              <a:ext cx="36615" cy="30949"/>
            </a:xfrm>
            <a:custGeom>
              <a:rect b="b" l="l" r="r" t="t"/>
              <a:pathLst>
                <a:path extrusionOk="0" h="1535" w="1816">
                  <a:moveTo>
                    <a:pt x="1033" y="0"/>
                  </a:moveTo>
                  <a:cubicBezTo>
                    <a:pt x="357" y="0"/>
                    <a:pt x="1" y="819"/>
                    <a:pt x="499" y="1317"/>
                  </a:cubicBezTo>
                  <a:cubicBezTo>
                    <a:pt x="649" y="1467"/>
                    <a:pt x="840" y="1534"/>
                    <a:pt x="1030" y="1534"/>
                  </a:cubicBezTo>
                  <a:cubicBezTo>
                    <a:pt x="1425" y="1534"/>
                    <a:pt x="1815" y="1240"/>
                    <a:pt x="1815" y="783"/>
                  </a:cubicBezTo>
                  <a:cubicBezTo>
                    <a:pt x="1815" y="356"/>
                    <a:pt x="1460" y="0"/>
                    <a:pt x="10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2"/>
            <p:cNvSpPr/>
            <p:nvPr/>
          </p:nvSpPr>
          <p:spPr>
            <a:xfrm>
              <a:off x="6334218" y="3520070"/>
              <a:ext cx="356574" cy="357098"/>
            </a:xfrm>
            <a:custGeom>
              <a:rect b="b" l="l" r="r" t="t"/>
              <a:pathLst>
                <a:path extrusionOk="0" h="17711" w="17685">
                  <a:moveTo>
                    <a:pt x="6832" y="9954"/>
                  </a:moveTo>
                  <a:lnTo>
                    <a:pt x="6832" y="17177"/>
                  </a:lnTo>
                  <a:lnTo>
                    <a:pt x="5800" y="17177"/>
                  </a:lnTo>
                  <a:lnTo>
                    <a:pt x="5800" y="9954"/>
                  </a:lnTo>
                  <a:close/>
                  <a:moveTo>
                    <a:pt x="12988" y="8211"/>
                  </a:moveTo>
                  <a:lnTo>
                    <a:pt x="12988" y="17177"/>
                  </a:lnTo>
                  <a:lnTo>
                    <a:pt x="11956" y="17177"/>
                  </a:lnTo>
                  <a:lnTo>
                    <a:pt x="11956" y="8211"/>
                  </a:lnTo>
                  <a:close/>
                  <a:moveTo>
                    <a:pt x="268" y="1"/>
                  </a:moveTo>
                  <a:cubicBezTo>
                    <a:pt x="143" y="1"/>
                    <a:pt x="19" y="81"/>
                    <a:pt x="1" y="241"/>
                  </a:cubicBezTo>
                  <a:lnTo>
                    <a:pt x="1" y="17462"/>
                  </a:lnTo>
                  <a:cubicBezTo>
                    <a:pt x="1" y="17604"/>
                    <a:pt x="108" y="17711"/>
                    <a:pt x="250" y="17711"/>
                  </a:cubicBezTo>
                  <a:lnTo>
                    <a:pt x="17435" y="17711"/>
                  </a:lnTo>
                  <a:cubicBezTo>
                    <a:pt x="17578" y="17711"/>
                    <a:pt x="17684" y="17604"/>
                    <a:pt x="17684" y="17462"/>
                  </a:cubicBezTo>
                  <a:cubicBezTo>
                    <a:pt x="17684" y="17320"/>
                    <a:pt x="17578" y="17177"/>
                    <a:pt x="17435" y="17177"/>
                  </a:cubicBezTo>
                  <a:lnTo>
                    <a:pt x="16581" y="17177"/>
                  </a:lnTo>
                  <a:lnTo>
                    <a:pt x="16581" y="9812"/>
                  </a:lnTo>
                  <a:cubicBezTo>
                    <a:pt x="16599" y="9652"/>
                    <a:pt x="16457" y="9572"/>
                    <a:pt x="16315" y="9572"/>
                  </a:cubicBezTo>
                  <a:cubicBezTo>
                    <a:pt x="16172" y="9572"/>
                    <a:pt x="16030" y="9652"/>
                    <a:pt x="16048" y="9812"/>
                  </a:cubicBezTo>
                  <a:lnTo>
                    <a:pt x="16048" y="17213"/>
                  </a:lnTo>
                  <a:lnTo>
                    <a:pt x="15052" y="17213"/>
                  </a:lnTo>
                  <a:lnTo>
                    <a:pt x="15052" y="6112"/>
                  </a:lnTo>
                  <a:lnTo>
                    <a:pt x="16048" y="6112"/>
                  </a:lnTo>
                  <a:lnTo>
                    <a:pt x="16048" y="8567"/>
                  </a:lnTo>
                  <a:cubicBezTo>
                    <a:pt x="16030" y="8709"/>
                    <a:pt x="16172" y="8780"/>
                    <a:pt x="16315" y="8780"/>
                  </a:cubicBezTo>
                  <a:cubicBezTo>
                    <a:pt x="16457" y="8780"/>
                    <a:pt x="16599" y="8709"/>
                    <a:pt x="16581" y="8567"/>
                  </a:cubicBezTo>
                  <a:lnTo>
                    <a:pt x="16581" y="5827"/>
                  </a:lnTo>
                  <a:cubicBezTo>
                    <a:pt x="16581" y="5685"/>
                    <a:pt x="16475" y="5578"/>
                    <a:pt x="16332" y="5578"/>
                  </a:cubicBezTo>
                  <a:lnTo>
                    <a:pt x="14767" y="5578"/>
                  </a:lnTo>
                  <a:cubicBezTo>
                    <a:pt x="14625" y="5578"/>
                    <a:pt x="14518" y="5685"/>
                    <a:pt x="14518" y="5827"/>
                  </a:cubicBezTo>
                  <a:lnTo>
                    <a:pt x="14518" y="17177"/>
                  </a:lnTo>
                  <a:lnTo>
                    <a:pt x="13486" y="17177"/>
                  </a:lnTo>
                  <a:lnTo>
                    <a:pt x="13486" y="7926"/>
                  </a:lnTo>
                  <a:cubicBezTo>
                    <a:pt x="13486" y="7784"/>
                    <a:pt x="13379" y="7677"/>
                    <a:pt x="13237" y="7677"/>
                  </a:cubicBezTo>
                  <a:lnTo>
                    <a:pt x="11671" y="7677"/>
                  </a:lnTo>
                  <a:cubicBezTo>
                    <a:pt x="11529" y="7677"/>
                    <a:pt x="11422" y="7784"/>
                    <a:pt x="11422" y="7926"/>
                  </a:cubicBezTo>
                  <a:lnTo>
                    <a:pt x="11422" y="17177"/>
                  </a:lnTo>
                  <a:lnTo>
                    <a:pt x="10426" y="17177"/>
                  </a:lnTo>
                  <a:lnTo>
                    <a:pt x="10426" y="13726"/>
                  </a:lnTo>
                  <a:cubicBezTo>
                    <a:pt x="10444" y="13584"/>
                    <a:pt x="10301" y="13512"/>
                    <a:pt x="10159" y="13512"/>
                  </a:cubicBezTo>
                  <a:cubicBezTo>
                    <a:pt x="10017" y="13512"/>
                    <a:pt x="9874" y="13584"/>
                    <a:pt x="9892" y="13726"/>
                  </a:cubicBezTo>
                  <a:lnTo>
                    <a:pt x="9892" y="17177"/>
                  </a:lnTo>
                  <a:lnTo>
                    <a:pt x="8860" y="17177"/>
                  </a:lnTo>
                  <a:lnTo>
                    <a:pt x="8860" y="11129"/>
                  </a:lnTo>
                  <a:lnTo>
                    <a:pt x="9892" y="11129"/>
                  </a:lnTo>
                  <a:lnTo>
                    <a:pt x="9892" y="12481"/>
                  </a:lnTo>
                  <a:cubicBezTo>
                    <a:pt x="9910" y="12641"/>
                    <a:pt x="10035" y="12721"/>
                    <a:pt x="10159" y="12721"/>
                  </a:cubicBezTo>
                  <a:cubicBezTo>
                    <a:pt x="10284" y="12721"/>
                    <a:pt x="10408" y="12641"/>
                    <a:pt x="10426" y="12481"/>
                  </a:cubicBezTo>
                  <a:lnTo>
                    <a:pt x="10426" y="10879"/>
                  </a:lnTo>
                  <a:cubicBezTo>
                    <a:pt x="10426" y="10737"/>
                    <a:pt x="10284" y="10595"/>
                    <a:pt x="10141" y="10595"/>
                  </a:cubicBezTo>
                  <a:lnTo>
                    <a:pt x="8647" y="10595"/>
                  </a:lnTo>
                  <a:cubicBezTo>
                    <a:pt x="8469" y="10595"/>
                    <a:pt x="8362" y="10737"/>
                    <a:pt x="8362" y="10879"/>
                  </a:cubicBezTo>
                  <a:lnTo>
                    <a:pt x="8362" y="17177"/>
                  </a:lnTo>
                  <a:lnTo>
                    <a:pt x="7366" y="17177"/>
                  </a:lnTo>
                  <a:lnTo>
                    <a:pt x="7366" y="9705"/>
                  </a:lnTo>
                  <a:cubicBezTo>
                    <a:pt x="7366" y="9527"/>
                    <a:pt x="7224" y="9421"/>
                    <a:pt x="7081" y="9421"/>
                  </a:cubicBezTo>
                  <a:lnTo>
                    <a:pt x="5551" y="9421"/>
                  </a:lnTo>
                  <a:cubicBezTo>
                    <a:pt x="5409" y="9421"/>
                    <a:pt x="5302" y="9527"/>
                    <a:pt x="5302" y="9705"/>
                  </a:cubicBezTo>
                  <a:lnTo>
                    <a:pt x="5302" y="17177"/>
                  </a:lnTo>
                  <a:lnTo>
                    <a:pt x="4271" y="17177"/>
                  </a:lnTo>
                  <a:lnTo>
                    <a:pt x="4271" y="15647"/>
                  </a:lnTo>
                  <a:cubicBezTo>
                    <a:pt x="4253" y="15487"/>
                    <a:pt x="4137" y="15407"/>
                    <a:pt x="4021" y="15407"/>
                  </a:cubicBezTo>
                  <a:cubicBezTo>
                    <a:pt x="3906" y="15407"/>
                    <a:pt x="3790" y="15487"/>
                    <a:pt x="3772" y="15647"/>
                  </a:cubicBezTo>
                  <a:lnTo>
                    <a:pt x="3772" y="17177"/>
                  </a:lnTo>
                  <a:lnTo>
                    <a:pt x="2741" y="17177"/>
                  </a:lnTo>
                  <a:lnTo>
                    <a:pt x="2741" y="13512"/>
                  </a:lnTo>
                  <a:lnTo>
                    <a:pt x="3772" y="13512"/>
                  </a:lnTo>
                  <a:lnTo>
                    <a:pt x="3772" y="14402"/>
                  </a:lnTo>
                  <a:cubicBezTo>
                    <a:pt x="3790" y="14562"/>
                    <a:pt x="3915" y="14642"/>
                    <a:pt x="4039" y="14642"/>
                  </a:cubicBezTo>
                  <a:cubicBezTo>
                    <a:pt x="4164" y="14642"/>
                    <a:pt x="4288" y="14562"/>
                    <a:pt x="4306" y="14402"/>
                  </a:cubicBezTo>
                  <a:lnTo>
                    <a:pt x="4306" y="13263"/>
                  </a:lnTo>
                  <a:cubicBezTo>
                    <a:pt x="4306" y="13085"/>
                    <a:pt x="4199" y="12979"/>
                    <a:pt x="4021" y="12979"/>
                  </a:cubicBezTo>
                  <a:lnTo>
                    <a:pt x="2491" y="12979"/>
                  </a:lnTo>
                  <a:cubicBezTo>
                    <a:pt x="2349" y="12979"/>
                    <a:pt x="2242" y="13085"/>
                    <a:pt x="2242" y="13263"/>
                  </a:cubicBezTo>
                  <a:lnTo>
                    <a:pt x="2242" y="17177"/>
                  </a:lnTo>
                  <a:lnTo>
                    <a:pt x="535" y="17177"/>
                  </a:lnTo>
                  <a:lnTo>
                    <a:pt x="535" y="15469"/>
                  </a:lnTo>
                  <a:lnTo>
                    <a:pt x="961" y="15469"/>
                  </a:lnTo>
                  <a:cubicBezTo>
                    <a:pt x="1282" y="15434"/>
                    <a:pt x="1282" y="14971"/>
                    <a:pt x="961" y="14936"/>
                  </a:cubicBezTo>
                  <a:lnTo>
                    <a:pt x="535" y="14936"/>
                  </a:lnTo>
                  <a:lnTo>
                    <a:pt x="535" y="13939"/>
                  </a:lnTo>
                  <a:lnTo>
                    <a:pt x="961" y="13939"/>
                  </a:lnTo>
                  <a:cubicBezTo>
                    <a:pt x="1282" y="13904"/>
                    <a:pt x="1282" y="13441"/>
                    <a:pt x="961" y="13406"/>
                  </a:cubicBezTo>
                  <a:lnTo>
                    <a:pt x="535" y="13406"/>
                  </a:lnTo>
                  <a:lnTo>
                    <a:pt x="535" y="12374"/>
                  </a:lnTo>
                  <a:lnTo>
                    <a:pt x="961" y="12374"/>
                  </a:lnTo>
                  <a:cubicBezTo>
                    <a:pt x="1282" y="12338"/>
                    <a:pt x="1282" y="11911"/>
                    <a:pt x="961" y="11876"/>
                  </a:cubicBezTo>
                  <a:lnTo>
                    <a:pt x="535" y="11876"/>
                  </a:lnTo>
                  <a:lnTo>
                    <a:pt x="535" y="10844"/>
                  </a:lnTo>
                  <a:lnTo>
                    <a:pt x="961" y="10844"/>
                  </a:lnTo>
                  <a:cubicBezTo>
                    <a:pt x="1282" y="10808"/>
                    <a:pt x="1282" y="10381"/>
                    <a:pt x="961" y="10310"/>
                  </a:cubicBezTo>
                  <a:lnTo>
                    <a:pt x="535" y="10310"/>
                  </a:lnTo>
                  <a:lnTo>
                    <a:pt x="535" y="9314"/>
                  </a:lnTo>
                  <a:lnTo>
                    <a:pt x="961" y="9314"/>
                  </a:lnTo>
                  <a:cubicBezTo>
                    <a:pt x="1282" y="9278"/>
                    <a:pt x="1282" y="8816"/>
                    <a:pt x="961" y="8780"/>
                  </a:cubicBezTo>
                  <a:lnTo>
                    <a:pt x="535" y="8780"/>
                  </a:lnTo>
                  <a:lnTo>
                    <a:pt x="535" y="7784"/>
                  </a:lnTo>
                  <a:lnTo>
                    <a:pt x="961" y="7784"/>
                  </a:lnTo>
                  <a:cubicBezTo>
                    <a:pt x="1104" y="7784"/>
                    <a:pt x="1211" y="7642"/>
                    <a:pt x="1211" y="7499"/>
                  </a:cubicBezTo>
                  <a:cubicBezTo>
                    <a:pt x="1211" y="7357"/>
                    <a:pt x="1104" y="7250"/>
                    <a:pt x="961" y="7250"/>
                  </a:cubicBezTo>
                  <a:lnTo>
                    <a:pt x="535" y="7250"/>
                  </a:lnTo>
                  <a:lnTo>
                    <a:pt x="535" y="6254"/>
                  </a:lnTo>
                  <a:lnTo>
                    <a:pt x="961" y="6254"/>
                  </a:lnTo>
                  <a:cubicBezTo>
                    <a:pt x="1104" y="6218"/>
                    <a:pt x="1211" y="6112"/>
                    <a:pt x="1211" y="5969"/>
                  </a:cubicBezTo>
                  <a:cubicBezTo>
                    <a:pt x="1211" y="5827"/>
                    <a:pt x="1104" y="5720"/>
                    <a:pt x="961" y="5720"/>
                  </a:cubicBezTo>
                  <a:lnTo>
                    <a:pt x="535" y="5720"/>
                  </a:lnTo>
                  <a:lnTo>
                    <a:pt x="535" y="4688"/>
                  </a:lnTo>
                  <a:lnTo>
                    <a:pt x="961" y="4688"/>
                  </a:lnTo>
                  <a:cubicBezTo>
                    <a:pt x="1104" y="4688"/>
                    <a:pt x="1211" y="4582"/>
                    <a:pt x="1211" y="4439"/>
                  </a:cubicBezTo>
                  <a:cubicBezTo>
                    <a:pt x="1211" y="4297"/>
                    <a:pt x="1104" y="4190"/>
                    <a:pt x="961" y="4190"/>
                  </a:cubicBezTo>
                  <a:lnTo>
                    <a:pt x="535" y="4190"/>
                  </a:lnTo>
                  <a:lnTo>
                    <a:pt x="535" y="3158"/>
                  </a:lnTo>
                  <a:lnTo>
                    <a:pt x="961" y="3158"/>
                  </a:lnTo>
                  <a:cubicBezTo>
                    <a:pt x="1104" y="3158"/>
                    <a:pt x="1211" y="3052"/>
                    <a:pt x="1211" y="2909"/>
                  </a:cubicBezTo>
                  <a:cubicBezTo>
                    <a:pt x="1211" y="2767"/>
                    <a:pt x="1104" y="2625"/>
                    <a:pt x="961" y="2625"/>
                  </a:cubicBezTo>
                  <a:lnTo>
                    <a:pt x="535" y="2625"/>
                  </a:lnTo>
                  <a:lnTo>
                    <a:pt x="535" y="1628"/>
                  </a:lnTo>
                  <a:lnTo>
                    <a:pt x="961" y="1628"/>
                  </a:lnTo>
                  <a:cubicBezTo>
                    <a:pt x="1104" y="1628"/>
                    <a:pt x="1211" y="1522"/>
                    <a:pt x="1211" y="1379"/>
                  </a:cubicBezTo>
                  <a:cubicBezTo>
                    <a:pt x="1211" y="1201"/>
                    <a:pt x="1104" y="1095"/>
                    <a:pt x="961" y="1095"/>
                  </a:cubicBezTo>
                  <a:lnTo>
                    <a:pt x="535" y="1095"/>
                  </a:lnTo>
                  <a:lnTo>
                    <a:pt x="535" y="241"/>
                  </a:lnTo>
                  <a:cubicBezTo>
                    <a:pt x="517" y="81"/>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6371478" y="3573783"/>
              <a:ext cx="301228" cy="196584"/>
            </a:xfrm>
            <a:custGeom>
              <a:rect b="b" l="l" r="r" t="t"/>
              <a:pathLst>
                <a:path extrusionOk="0" h="9750" w="14940">
                  <a:moveTo>
                    <a:pt x="13702" y="494"/>
                  </a:moveTo>
                  <a:cubicBezTo>
                    <a:pt x="14164" y="494"/>
                    <a:pt x="14378" y="1064"/>
                    <a:pt x="14057" y="1384"/>
                  </a:cubicBezTo>
                  <a:cubicBezTo>
                    <a:pt x="13956" y="1485"/>
                    <a:pt x="13834" y="1529"/>
                    <a:pt x="13714" y="1529"/>
                  </a:cubicBezTo>
                  <a:cubicBezTo>
                    <a:pt x="13454" y="1529"/>
                    <a:pt x="13204" y="1320"/>
                    <a:pt x="13204" y="1028"/>
                  </a:cubicBezTo>
                  <a:cubicBezTo>
                    <a:pt x="13204" y="743"/>
                    <a:pt x="13417" y="494"/>
                    <a:pt x="13702" y="494"/>
                  </a:cubicBezTo>
                  <a:close/>
                  <a:moveTo>
                    <a:pt x="10642" y="1669"/>
                  </a:moveTo>
                  <a:cubicBezTo>
                    <a:pt x="11069" y="1669"/>
                    <a:pt x="11318" y="2202"/>
                    <a:pt x="10997" y="2523"/>
                  </a:cubicBezTo>
                  <a:cubicBezTo>
                    <a:pt x="10892" y="2628"/>
                    <a:pt x="10760" y="2675"/>
                    <a:pt x="10630" y="2675"/>
                  </a:cubicBezTo>
                  <a:cubicBezTo>
                    <a:pt x="10364" y="2675"/>
                    <a:pt x="10108" y="2477"/>
                    <a:pt x="10108" y="2167"/>
                  </a:cubicBezTo>
                  <a:cubicBezTo>
                    <a:pt x="10108" y="1882"/>
                    <a:pt x="10357" y="1669"/>
                    <a:pt x="10642" y="1669"/>
                  </a:cubicBezTo>
                  <a:close/>
                  <a:moveTo>
                    <a:pt x="4451" y="3412"/>
                  </a:moveTo>
                  <a:cubicBezTo>
                    <a:pt x="4913" y="3412"/>
                    <a:pt x="5162" y="3946"/>
                    <a:pt x="4842" y="4266"/>
                  </a:cubicBezTo>
                  <a:cubicBezTo>
                    <a:pt x="4737" y="4371"/>
                    <a:pt x="4604" y="4419"/>
                    <a:pt x="4474" y="4419"/>
                  </a:cubicBezTo>
                  <a:cubicBezTo>
                    <a:pt x="4209" y="4419"/>
                    <a:pt x="3952" y="4221"/>
                    <a:pt x="3952" y="3910"/>
                  </a:cubicBezTo>
                  <a:cubicBezTo>
                    <a:pt x="3952" y="3626"/>
                    <a:pt x="4202" y="3412"/>
                    <a:pt x="4451" y="3412"/>
                  </a:cubicBezTo>
                  <a:close/>
                  <a:moveTo>
                    <a:pt x="7546" y="5725"/>
                  </a:moveTo>
                  <a:cubicBezTo>
                    <a:pt x="7831" y="5725"/>
                    <a:pt x="8044" y="5974"/>
                    <a:pt x="8080" y="6258"/>
                  </a:cubicBezTo>
                  <a:cubicBezTo>
                    <a:pt x="8080" y="6551"/>
                    <a:pt x="7813" y="6760"/>
                    <a:pt x="7542" y="6760"/>
                  </a:cubicBezTo>
                  <a:cubicBezTo>
                    <a:pt x="7417" y="6760"/>
                    <a:pt x="7291" y="6715"/>
                    <a:pt x="7190" y="6614"/>
                  </a:cubicBezTo>
                  <a:cubicBezTo>
                    <a:pt x="6870" y="6294"/>
                    <a:pt x="7084" y="5725"/>
                    <a:pt x="7546" y="5725"/>
                  </a:cubicBezTo>
                  <a:close/>
                  <a:moveTo>
                    <a:pt x="1391" y="8180"/>
                  </a:moveTo>
                  <a:cubicBezTo>
                    <a:pt x="1853" y="8180"/>
                    <a:pt x="2067" y="8749"/>
                    <a:pt x="1746" y="9069"/>
                  </a:cubicBezTo>
                  <a:cubicBezTo>
                    <a:pt x="1641" y="9175"/>
                    <a:pt x="1513" y="9222"/>
                    <a:pt x="1388" y="9222"/>
                  </a:cubicBezTo>
                  <a:cubicBezTo>
                    <a:pt x="1133" y="9222"/>
                    <a:pt x="893" y="9024"/>
                    <a:pt x="893" y="8714"/>
                  </a:cubicBezTo>
                  <a:cubicBezTo>
                    <a:pt x="893" y="8429"/>
                    <a:pt x="1106" y="8180"/>
                    <a:pt x="1391" y="8180"/>
                  </a:cubicBezTo>
                  <a:close/>
                  <a:moveTo>
                    <a:pt x="13738" y="1"/>
                  </a:moveTo>
                  <a:cubicBezTo>
                    <a:pt x="13222" y="1"/>
                    <a:pt x="12705" y="369"/>
                    <a:pt x="12705" y="1028"/>
                  </a:cubicBezTo>
                  <a:cubicBezTo>
                    <a:pt x="12705" y="1064"/>
                    <a:pt x="12705" y="1099"/>
                    <a:pt x="12705" y="1135"/>
                  </a:cubicBezTo>
                  <a:lnTo>
                    <a:pt x="11496" y="1597"/>
                  </a:lnTo>
                  <a:cubicBezTo>
                    <a:pt x="11257" y="1289"/>
                    <a:pt x="10958" y="1162"/>
                    <a:pt x="10668" y="1162"/>
                  </a:cubicBezTo>
                  <a:cubicBezTo>
                    <a:pt x="9919" y="1162"/>
                    <a:pt x="9233" y="2012"/>
                    <a:pt x="9823" y="2807"/>
                  </a:cubicBezTo>
                  <a:lnTo>
                    <a:pt x="7938" y="5333"/>
                  </a:lnTo>
                  <a:cubicBezTo>
                    <a:pt x="7814" y="5279"/>
                    <a:pt x="7680" y="5250"/>
                    <a:pt x="7546" y="5250"/>
                  </a:cubicBezTo>
                  <a:cubicBezTo>
                    <a:pt x="7332" y="5250"/>
                    <a:pt x="7116" y="5323"/>
                    <a:pt x="6941" y="5476"/>
                  </a:cubicBezTo>
                  <a:lnTo>
                    <a:pt x="5447" y="4337"/>
                  </a:lnTo>
                  <a:cubicBezTo>
                    <a:pt x="5482" y="4195"/>
                    <a:pt x="5518" y="4052"/>
                    <a:pt x="5518" y="3910"/>
                  </a:cubicBezTo>
                  <a:cubicBezTo>
                    <a:pt x="5518" y="3332"/>
                    <a:pt x="5025" y="2871"/>
                    <a:pt x="4478" y="2871"/>
                  </a:cubicBezTo>
                  <a:cubicBezTo>
                    <a:pt x="4351" y="2871"/>
                    <a:pt x="4222" y="2896"/>
                    <a:pt x="4095" y="2949"/>
                  </a:cubicBezTo>
                  <a:cubicBezTo>
                    <a:pt x="3419" y="3234"/>
                    <a:pt x="3241" y="4088"/>
                    <a:pt x="3739" y="4622"/>
                  </a:cubicBezTo>
                  <a:lnTo>
                    <a:pt x="1746" y="7753"/>
                  </a:lnTo>
                  <a:cubicBezTo>
                    <a:pt x="1640" y="7682"/>
                    <a:pt x="1533" y="7682"/>
                    <a:pt x="1426" y="7682"/>
                  </a:cubicBezTo>
                  <a:cubicBezTo>
                    <a:pt x="1393" y="7679"/>
                    <a:pt x="1360" y="7678"/>
                    <a:pt x="1328" y="7678"/>
                  </a:cubicBezTo>
                  <a:cubicBezTo>
                    <a:pt x="0" y="7678"/>
                    <a:pt x="0" y="9749"/>
                    <a:pt x="1328" y="9749"/>
                  </a:cubicBezTo>
                  <a:cubicBezTo>
                    <a:pt x="1360" y="9749"/>
                    <a:pt x="1393" y="9748"/>
                    <a:pt x="1426" y="9745"/>
                  </a:cubicBezTo>
                  <a:lnTo>
                    <a:pt x="1391" y="9745"/>
                  </a:lnTo>
                  <a:cubicBezTo>
                    <a:pt x="2280" y="9745"/>
                    <a:pt x="2778" y="8678"/>
                    <a:pt x="2173" y="8002"/>
                  </a:cubicBezTo>
                  <a:lnTo>
                    <a:pt x="4166" y="4906"/>
                  </a:lnTo>
                  <a:cubicBezTo>
                    <a:pt x="4273" y="4942"/>
                    <a:pt x="4379" y="4942"/>
                    <a:pt x="4486" y="4942"/>
                  </a:cubicBezTo>
                  <a:cubicBezTo>
                    <a:pt x="4700" y="4942"/>
                    <a:pt x="4913" y="4871"/>
                    <a:pt x="5127" y="4729"/>
                  </a:cubicBezTo>
                  <a:lnTo>
                    <a:pt x="6621" y="5867"/>
                  </a:lnTo>
                  <a:cubicBezTo>
                    <a:pt x="6550" y="5974"/>
                    <a:pt x="6514" y="6116"/>
                    <a:pt x="6514" y="6258"/>
                  </a:cubicBezTo>
                  <a:cubicBezTo>
                    <a:pt x="6514" y="6857"/>
                    <a:pt x="7018" y="7305"/>
                    <a:pt x="7580" y="7305"/>
                  </a:cubicBezTo>
                  <a:cubicBezTo>
                    <a:pt x="7686" y="7305"/>
                    <a:pt x="7795" y="7289"/>
                    <a:pt x="7902" y="7255"/>
                  </a:cubicBezTo>
                  <a:cubicBezTo>
                    <a:pt x="8578" y="7006"/>
                    <a:pt x="8791" y="6187"/>
                    <a:pt x="8365" y="5618"/>
                  </a:cubicBezTo>
                  <a:lnTo>
                    <a:pt x="10250" y="3127"/>
                  </a:lnTo>
                  <a:cubicBezTo>
                    <a:pt x="10357" y="3163"/>
                    <a:pt x="10499" y="3199"/>
                    <a:pt x="10642" y="3199"/>
                  </a:cubicBezTo>
                  <a:cubicBezTo>
                    <a:pt x="11211" y="3199"/>
                    <a:pt x="11674" y="2736"/>
                    <a:pt x="11674" y="2167"/>
                  </a:cubicBezTo>
                  <a:lnTo>
                    <a:pt x="11674" y="2060"/>
                  </a:lnTo>
                  <a:lnTo>
                    <a:pt x="12883" y="1633"/>
                  </a:lnTo>
                  <a:cubicBezTo>
                    <a:pt x="13100" y="1941"/>
                    <a:pt x="13402" y="2074"/>
                    <a:pt x="13699" y="2074"/>
                  </a:cubicBezTo>
                  <a:cubicBezTo>
                    <a:pt x="14328" y="2074"/>
                    <a:pt x="14940" y="1481"/>
                    <a:pt x="14698" y="708"/>
                  </a:cubicBezTo>
                  <a:cubicBezTo>
                    <a:pt x="14542" y="225"/>
                    <a:pt x="14140" y="1"/>
                    <a:pt x="137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72"/>
          <p:cNvGrpSpPr/>
          <p:nvPr/>
        </p:nvGrpSpPr>
        <p:grpSpPr>
          <a:xfrm>
            <a:off x="6333512" y="2935942"/>
            <a:ext cx="358005" cy="357985"/>
            <a:chOff x="6333512" y="2935942"/>
            <a:chExt cx="358005" cy="357985"/>
          </a:xfrm>
        </p:grpSpPr>
        <p:sp>
          <p:nvSpPr>
            <p:cNvPr id="2492" name="Google Shape;2492;p72"/>
            <p:cNvSpPr/>
            <p:nvPr/>
          </p:nvSpPr>
          <p:spPr>
            <a:xfrm>
              <a:off x="6339238" y="2940963"/>
              <a:ext cx="172914" cy="173619"/>
            </a:xfrm>
            <a:custGeom>
              <a:rect b="b" l="l" r="r" t="t"/>
              <a:pathLst>
                <a:path extrusionOk="0" h="8611" w="8576">
                  <a:moveTo>
                    <a:pt x="4270" y="0"/>
                  </a:moveTo>
                  <a:cubicBezTo>
                    <a:pt x="4201" y="0"/>
                    <a:pt x="1" y="35"/>
                    <a:pt x="1" y="8611"/>
                  </a:cubicBezTo>
                  <a:lnTo>
                    <a:pt x="8576" y="8611"/>
                  </a:lnTo>
                  <a:cubicBezTo>
                    <a:pt x="8576" y="35"/>
                    <a:pt x="4341" y="0"/>
                    <a:pt x="4271" y="0"/>
                  </a:cubicBezTo>
                  <a:cubicBezTo>
                    <a:pt x="4271" y="0"/>
                    <a:pt x="4271" y="0"/>
                    <a:pt x="4271" y="0"/>
                  </a:cubicBezTo>
                  <a:cubicBezTo>
                    <a:pt x="4271" y="0"/>
                    <a:pt x="4270" y="0"/>
                    <a:pt x="4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6512132" y="3114562"/>
              <a:ext cx="173639" cy="173639"/>
            </a:xfrm>
            <a:custGeom>
              <a:rect b="b" l="l" r="r" t="t"/>
              <a:pathLst>
                <a:path extrusionOk="0" h="8612" w="8612">
                  <a:moveTo>
                    <a:pt x="1" y="1"/>
                  </a:moveTo>
                  <a:cubicBezTo>
                    <a:pt x="1" y="8542"/>
                    <a:pt x="4168" y="8611"/>
                    <a:pt x="4303" y="8611"/>
                  </a:cubicBezTo>
                  <a:cubicBezTo>
                    <a:pt x="4305" y="8611"/>
                    <a:pt x="4306" y="8611"/>
                    <a:pt x="4306" y="8611"/>
                  </a:cubicBezTo>
                  <a:cubicBezTo>
                    <a:pt x="4306" y="8611"/>
                    <a:pt x="4307" y="8611"/>
                    <a:pt x="4309" y="8611"/>
                  </a:cubicBezTo>
                  <a:cubicBezTo>
                    <a:pt x="4444" y="8611"/>
                    <a:pt x="8611" y="8542"/>
                    <a:pt x="86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6333512" y="2935942"/>
              <a:ext cx="358005" cy="357985"/>
            </a:xfrm>
            <a:custGeom>
              <a:rect b="b" l="l" r="r" t="t"/>
              <a:pathLst>
                <a:path extrusionOk="0" h="17755" w="17756">
                  <a:moveTo>
                    <a:pt x="4590" y="0"/>
                  </a:moveTo>
                  <a:cubicBezTo>
                    <a:pt x="4483" y="0"/>
                    <a:pt x="3025" y="0"/>
                    <a:pt x="1744" y="1672"/>
                  </a:cubicBezTo>
                  <a:cubicBezTo>
                    <a:pt x="1609" y="1834"/>
                    <a:pt x="1842" y="2078"/>
                    <a:pt x="2025" y="2078"/>
                  </a:cubicBezTo>
                  <a:cubicBezTo>
                    <a:pt x="2083" y="2078"/>
                    <a:pt x="2136" y="2053"/>
                    <a:pt x="2171" y="1993"/>
                  </a:cubicBezTo>
                  <a:cubicBezTo>
                    <a:pt x="2669" y="1245"/>
                    <a:pt x="3452" y="712"/>
                    <a:pt x="4341" y="534"/>
                  </a:cubicBezTo>
                  <a:cubicBezTo>
                    <a:pt x="4377" y="658"/>
                    <a:pt x="4475" y="721"/>
                    <a:pt x="4572" y="721"/>
                  </a:cubicBezTo>
                  <a:cubicBezTo>
                    <a:pt x="4670" y="721"/>
                    <a:pt x="4768" y="658"/>
                    <a:pt x="4804" y="534"/>
                  </a:cubicBezTo>
                  <a:cubicBezTo>
                    <a:pt x="5480" y="676"/>
                    <a:pt x="6085" y="996"/>
                    <a:pt x="6547" y="1494"/>
                  </a:cubicBezTo>
                  <a:cubicBezTo>
                    <a:pt x="7472" y="2420"/>
                    <a:pt x="8575" y="4376"/>
                    <a:pt x="8611" y="8611"/>
                  </a:cubicBezTo>
                  <a:lnTo>
                    <a:pt x="4839" y="8611"/>
                  </a:lnTo>
                  <a:cubicBezTo>
                    <a:pt x="4804" y="8468"/>
                    <a:pt x="4688" y="8397"/>
                    <a:pt x="4572" y="8397"/>
                  </a:cubicBezTo>
                  <a:cubicBezTo>
                    <a:pt x="4457" y="8397"/>
                    <a:pt x="4341" y="8468"/>
                    <a:pt x="4306" y="8611"/>
                  </a:cubicBezTo>
                  <a:lnTo>
                    <a:pt x="534" y="8611"/>
                  </a:lnTo>
                  <a:cubicBezTo>
                    <a:pt x="570" y="6298"/>
                    <a:pt x="890" y="4412"/>
                    <a:pt x="1566" y="3024"/>
                  </a:cubicBezTo>
                  <a:cubicBezTo>
                    <a:pt x="1637" y="2835"/>
                    <a:pt x="1471" y="2677"/>
                    <a:pt x="1310" y="2677"/>
                  </a:cubicBezTo>
                  <a:cubicBezTo>
                    <a:pt x="1230" y="2677"/>
                    <a:pt x="1151" y="2716"/>
                    <a:pt x="1103" y="2811"/>
                  </a:cubicBezTo>
                  <a:cubicBezTo>
                    <a:pt x="392" y="4305"/>
                    <a:pt x="36" y="6369"/>
                    <a:pt x="0" y="8860"/>
                  </a:cubicBezTo>
                  <a:cubicBezTo>
                    <a:pt x="0" y="8931"/>
                    <a:pt x="36" y="9002"/>
                    <a:pt x="107" y="9038"/>
                  </a:cubicBezTo>
                  <a:cubicBezTo>
                    <a:pt x="143" y="9073"/>
                    <a:pt x="214" y="9109"/>
                    <a:pt x="285" y="9109"/>
                  </a:cubicBezTo>
                  <a:lnTo>
                    <a:pt x="8611" y="9109"/>
                  </a:lnTo>
                  <a:lnTo>
                    <a:pt x="8611" y="17470"/>
                  </a:lnTo>
                  <a:cubicBezTo>
                    <a:pt x="8629" y="17612"/>
                    <a:pt x="8753" y="17684"/>
                    <a:pt x="8878" y="17684"/>
                  </a:cubicBezTo>
                  <a:cubicBezTo>
                    <a:pt x="9002" y="17684"/>
                    <a:pt x="9127" y="17612"/>
                    <a:pt x="9145" y="17470"/>
                  </a:cubicBezTo>
                  <a:lnTo>
                    <a:pt x="9145" y="13414"/>
                  </a:lnTo>
                  <a:cubicBezTo>
                    <a:pt x="9180" y="13627"/>
                    <a:pt x="9251" y="13805"/>
                    <a:pt x="9322" y="13983"/>
                  </a:cubicBezTo>
                  <a:cubicBezTo>
                    <a:pt x="9607" y="14980"/>
                    <a:pt x="10141" y="15905"/>
                    <a:pt x="10852" y="16652"/>
                  </a:cubicBezTo>
                  <a:cubicBezTo>
                    <a:pt x="11457" y="17292"/>
                    <a:pt x="12276" y="17719"/>
                    <a:pt x="13165" y="17755"/>
                  </a:cubicBezTo>
                  <a:cubicBezTo>
                    <a:pt x="13663" y="17755"/>
                    <a:pt x="14161" y="17577"/>
                    <a:pt x="14588" y="17328"/>
                  </a:cubicBezTo>
                  <a:cubicBezTo>
                    <a:pt x="15264" y="16936"/>
                    <a:pt x="16261" y="16118"/>
                    <a:pt x="16901" y="14339"/>
                  </a:cubicBezTo>
                  <a:cubicBezTo>
                    <a:pt x="16972" y="14197"/>
                    <a:pt x="16901" y="14054"/>
                    <a:pt x="16759" y="14019"/>
                  </a:cubicBezTo>
                  <a:cubicBezTo>
                    <a:pt x="16730" y="14000"/>
                    <a:pt x="16696" y="13991"/>
                    <a:pt x="16662" y="13991"/>
                  </a:cubicBezTo>
                  <a:cubicBezTo>
                    <a:pt x="16567" y="13991"/>
                    <a:pt x="16465" y="14057"/>
                    <a:pt x="16439" y="14161"/>
                  </a:cubicBezTo>
                  <a:cubicBezTo>
                    <a:pt x="16083" y="15264"/>
                    <a:pt x="15336" y="16225"/>
                    <a:pt x="14375" y="16865"/>
                  </a:cubicBezTo>
                  <a:cubicBezTo>
                    <a:pt x="14090" y="17008"/>
                    <a:pt x="13770" y="17150"/>
                    <a:pt x="13414" y="17186"/>
                  </a:cubicBezTo>
                  <a:cubicBezTo>
                    <a:pt x="13379" y="17079"/>
                    <a:pt x="13281" y="17025"/>
                    <a:pt x="13178" y="17025"/>
                  </a:cubicBezTo>
                  <a:cubicBezTo>
                    <a:pt x="13076" y="17025"/>
                    <a:pt x="12969" y="17079"/>
                    <a:pt x="12916" y="17186"/>
                  </a:cubicBezTo>
                  <a:cubicBezTo>
                    <a:pt x="12276" y="17079"/>
                    <a:pt x="11671" y="16723"/>
                    <a:pt x="11208" y="16225"/>
                  </a:cubicBezTo>
                  <a:cubicBezTo>
                    <a:pt x="10283" y="15335"/>
                    <a:pt x="9180" y="13343"/>
                    <a:pt x="9145" y="9109"/>
                  </a:cubicBezTo>
                  <a:lnTo>
                    <a:pt x="12916" y="9109"/>
                  </a:lnTo>
                  <a:cubicBezTo>
                    <a:pt x="12952" y="9251"/>
                    <a:pt x="13067" y="9322"/>
                    <a:pt x="13178" y="9322"/>
                  </a:cubicBezTo>
                  <a:cubicBezTo>
                    <a:pt x="13290" y="9322"/>
                    <a:pt x="13396" y="9251"/>
                    <a:pt x="13414" y="9109"/>
                  </a:cubicBezTo>
                  <a:lnTo>
                    <a:pt x="17221" y="9109"/>
                  </a:lnTo>
                  <a:cubicBezTo>
                    <a:pt x="17221" y="10425"/>
                    <a:pt x="17079" y="11742"/>
                    <a:pt x="16759" y="12987"/>
                  </a:cubicBezTo>
                  <a:cubicBezTo>
                    <a:pt x="16759" y="13129"/>
                    <a:pt x="16830" y="13272"/>
                    <a:pt x="16972" y="13307"/>
                  </a:cubicBezTo>
                  <a:lnTo>
                    <a:pt x="17008" y="13307"/>
                  </a:lnTo>
                  <a:cubicBezTo>
                    <a:pt x="17150" y="13307"/>
                    <a:pt x="17257" y="13236"/>
                    <a:pt x="17293" y="13094"/>
                  </a:cubicBezTo>
                  <a:cubicBezTo>
                    <a:pt x="17577" y="11706"/>
                    <a:pt x="17755" y="10283"/>
                    <a:pt x="17719" y="8860"/>
                  </a:cubicBezTo>
                  <a:cubicBezTo>
                    <a:pt x="17719" y="8717"/>
                    <a:pt x="17613" y="8611"/>
                    <a:pt x="17470" y="8611"/>
                  </a:cubicBezTo>
                  <a:lnTo>
                    <a:pt x="9145" y="8611"/>
                  </a:lnTo>
                  <a:lnTo>
                    <a:pt x="9145" y="249"/>
                  </a:lnTo>
                  <a:cubicBezTo>
                    <a:pt x="9127" y="107"/>
                    <a:pt x="9002" y="36"/>
                    <a:pt x="8878" y="36"/>
                  </a:cubicBezTo>
                  <a:cubicBezTo>
                    <a:pt x="8753" y="36"/>
                    <a:pt x="8629" y="107"/>
                    <a:pt x="8611" y="249"/>
                  </a:cubicBezTo>
                  <a:lnTo>
                    <a:pt x="8611" y="4341"/>
                  </a:lnTo>
                  <a:cubicBezTo>
                    <a:pt x="8575" y="4163"/>
                    <a:pt x="8504" y="3950"/>
                    <a:pt x="8433" y="3772"/>
                  </a:cubicBezTo>
                  <a:cubicBezTo>
                    <a:pt x="8148" y="2775"/>
                    <a:pt x="7615" y="1850"/>
                    <a:pt x="6903" y="1103"/>
                  </a:cubicBezTo>
                  <a:cubicBezTo>
                    <a:pt x="6298" y="463"/>
                    <a:pt x="5480" y="71"/>
                    <a:pt x="45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6449729" y="3174828"/>
              <a:ext cx="31574" cy="53108"/>
            </a:xfrm>
            <a:custGeom>
              <a:rect b="b" l="l" r="r" t="t"/>
              <a:pathLst>
                <a:path extrusionOk="0" h="2634" w="1566">
                  <a:moveTo>
                    <a:pt x="534" y="0"/>
                  </a:moveTo>
                  <a:cubicBezTo>
                    <a:pt x="214" y="0"/>
                    <a:pt x="0" y="249"/>
                    <a:pt x="0" y="570"/>
                  </a:cubicBezTo>
                  <a:lnTo>
                    <a:pt x="0" y="1032"/>
                  </a:lnTo>
                  <a:cubicBezTo>
                    <a:pt x="0" y="1352"/>
                    <a:pt x="214" y="1566"/>
                    <a:pt x="534" y="1566"/>
                  </a:cubicBezTo>
                  <a:lnTo>
                    <a:pt x="1032" y="1566"/>
                  </a:lnTo>
                  <a:lnTo>
                    <a:pt x="1032" y="1602"/>
                  </a:lnTo>
                  <a:lnTo>
                    <a:pt x="1032" y="2100"/>
                  </a:lnTo>
                  <a:lnTo>
                    <a:pt x="534" y="2100"/>
                  </a:lnTo>
                  <a:cubicBezTo>
                    <a:pt x="534" y="1922"/>
                    <a:pt x="401" y="1833"/>
                    <a:pt x="267" y="1833"/>
                  </a:cubicBezTo>
                  <a:cubicBezTo>
                    <a:pt x="134" y="1833"/>
                    <a:pt x="0" y="1922"/>
                    <a:pt x="0" y="2100"/>
                  </a:cubicBezTo>
                  <a:cubicBezTo>
                    <a:pt x="0" y="2384"/>
                    <a:pt x="249" y="2633"/>
                    <a:pt x="534" y="2633"/>
                  </a:cubicBezTo>
                  <a:lnTo>
                    <a:pt x="1032" y="2633"/>
                  </a:lnTo>
                  <a:cubicBezTo>
                    <a:pt x="1317" y="2633"/>
                    <a:pt x="1566" y="2384"/>
                    <a:pt x="1566" y="2100"/>
                  </a:cubicBezTo>
                  <a:lnTo>
                    <a:pt x="1566" y="1602"/>
                  </a:lnTo>
                  <a:cubicBezTo>
                    <a:pt x="1566" y="1317"/>
                    <a:pt x="1317" y="1068"/>
                    <a:pt x="1032" y="1068"/>
                  </a:cubicBezTo>
                  <a:lnTo>
                    <a:pt x="534" y="1068"/>
                  </a:lnTo>
                  <a:lnTo>
                    <a:pt x="534" y="570"/>
                  </a:lnTo>
                  <a:lnTo>
                    <a:pt x="534" y="534"/>
                  </a:lnTo>
                  <a:lnTo>
                    <a:pt x="1032" y="534"/>
                  </a:lnTo>
                  <a:lnTo>
                    <a:pt x="1032" y="570"/>
                  </a:lnTo>
                  <a:cubicBezTo>
                    <a:pt x="1032" y="712"/>
                    <a:pt x="1139" y="819"/>
                    <a:pt x="1281" y="819"/>
                  </a:cubicBezTo>
                  <a:cubicBezTo>
                    <a:pt x="1424" y="819"/>
                    <a:pt x="1566" y="712"/>
                    <a:pt x="1566" y="570"/>
                  </a:cubicBezTo>
                  <a:cubicBezTo>
                    <a:pt x="1566" y="249"/>
                    <a:pt x="1317" y="0"/>
                    <a:pt x="10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2"/>
            <p:cNvSpPr/>
            <p:nvPr/>
          </p:nvSpPr>
          <p:spPr>
            <a:xfrm>
              <a:off x="6370813" y="3176078"/>
              <a:ext cx="31574" cy="50608"/>
            </a:xfrm>
            <a:custGeom>
              <a:rect b="b" l="l" r="r" t="t"/>
              <a:pathLst>
                <a:path extrusionOk="0" h="2510" w="1566">
                  <a:moveTo>
                    <a:pt x="783" y="1"/>
                  </a:moveTo>
                  <a:cubicBezTo>
                    <a:pt x="410" y="1"/>
                    <a:pt x="36" y="241"/>
                    <a:pt x="0" y="721"/>
                  </a:cubicBezTo>
                  <a:lnTo>
                    <a:pt x="0" y="1789"/>
                  </a:lnTo>
                  <a:cubicBezTo>
                    <a:pt x="36" y="2269"/>
                    <a:pt x="410" y="2509"/>
                    <a:pt x="783" y="2509"/>
                  </a:cubicBezTo>
                  <a:cubicBezTo>
                    <a:pt x="1157" y="2509"/>
                    <a:pt x="1530" y="2269"/>
                    <a:pt x="1566" y="1789"/>
                  </a:cubicBezTo>
                  <a:cubicBezTo>
                    <a:pt x="1566" y="1646"/>
                    <a:pt x="1424" y="1540"/>
                    <a:pt x="1281" y="1540"/>
                  </a:cubicBezTo>
                  <a:cubicBezTo>
                    <a:pt x="1266" y="1536"/>
                    <a:pt x="1252" y="1534"/>
                    <a:pt x="1238" y="1534"/>
                  </a:cubicBezTo>
                  <a:cubicBezTo>
                    <a:pt x="1118" y="1534"/>
                    <a:pt x="1032" y="1661"/>
                    <a:pt x="1032" y="1789"/>
                  </a:cubicBezTo>
                  <a:cubicBezTo>
                    <a:pt x="1032" y="1931"/>
                    <a:pt x="926" y="2038"/>
                    <a:pt x="783" y="2038"/>
                  </a:cubicBezTo>
                  <a:cubicBezTo>
                    <a:pt x="605" y="2038"/>
                    <a:pt x="499" y="1931"/>
                    <a:pt x="499" y="1789"/>
                  </a:cubicBezTo>
                  <a:lnTo>
                    <a:pt x="499" y="721"/>
                  </a:lnTo>
                  <a:cubicBezTo>
                    <a:pt x="499" y="579"/>
                    <a:pt x="605" y="472"/>
                    <a:pt x="783" y="472"/>
                  </a:cubicBezTo>
                  <a:cubicBezTo>
                    <a:pt x="926" y="472"/>
                    <a:pt x="1032" y="579"/>
                    <a:pt x="1032" y="721"/>
                  </a:cubicBezTo>
                  <a:cubicBezTo>
                    <a:pt x="1032" y="864"/>
                    <a:pt x="1139" y="1006"/>
                    <a:pt x="1281" y="1006"/>
                  </a:cubicBezTo>
                  <a:cubicBezTo>
                    <a:pt x="1424" y="1006"/>
                    <a:pt x="1566" y="864"/>
                    <a:pt x="1566" y="721"/>
                  </a:cubicBezTo>
                  <a:cubicBezTo>
                    <a:pt x="1530" y="241"/>
                    <a:pt x="1157" y="1"/>
                    <a:pt x="7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2"/>
            <p:cNvSpPr/>
            <p:nvPr/>
          </p:nvSpPr>
          <p:spPr>
            <a:xfrm>
              <a:off x="6409545" y="3174828"/>
              <a:ext cx="31595" cy="51858"/>
            </a:xfrm>
            <a:custGeom>
              <a:rect b="b" l="l" r="r" t="t"/>
              <a:pathLst>
                <a:path extrusionOk="0" h="2572" w="1567">
                  <a:moveTo>
                    <a:pt x="801" y="570"/>
                  </a:moveTo>
                  <a:cubicBezTo>
                    <a:pt x="944" y="570"/>
                    <a:pt x="1086" y="641"/>
                    <a:pt x="1068" y="783"/>
                  </a:cubicBezTo>
                  <a:lnTo>
                    <a:pt x="1068" y="1851"/>
                  </a:lnTo>
                  <a:cubicBezTo>
                    <a:pt x="1050" y="2011"/>
                    <a:pt x="926" y="2091"/>
                    <a:pt x="801" y="2091"/>
                  </a:cubicBezTo>
                  <a:cubicBezTo>
                    <a:pt x="677" y="2091"/>
                    <a:pt x="552" y="2011"/>
                    <a:pt x="535" y="1851"/>
                  </a:cubicBezTo>
                  <a:lnTo>
                    <a:pt x="535" y="783"/>
                  </a:lnTo>
                  <a:cubicBezTo>
                    <a:pt x="517" y="641"/>
                    <a:pt x="659" y="570"/>
                    <a:pt x="801" y="570"/>
                  </a:cubicBezTo>
                  <a:close/>
                  <a:moveTo>
                    <a:pt x="784" y="0"/>
                  </a:moveTo>
                  <a:cubicBezTo>
                    <a:pt x="357" y="0"/>
                    <a:pt x="1" y="356"/>
                    <a:pt x="1" y="783"/>
                  </a:cubicBezTo>
                  <a:lnTo>
                    <a:pt x="1" y="1851"/>
                  </a:lnTo>
                  <a:cubicBezTo>
                    <a:pt x="36" y="2331"/>
                    <a:pt x="410" y="2571"/>
                    <a:pt x="784" y="2571"/>
                  </a:cubicBezTo>
                  <a:cubicBezTo>
                    <a:pt x="1157" y="2571"/>
                    <a:pt x="1531" y="2331"/>
                    <a:pt x="1566" y="1851"/>
                  </a:cubicBezTo>
                  <a:lnTo>
                    <a:pt x="1566" y="783"/>
                  </a:lnTo>
                  <a:cubicBezTo>
                    <a:pt x="1566" y="356"/>
                    <a:pt x="1246"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6553747" y="3001934"/>
              <a:ext cx="32300" cy="53108"/>
            </a:xfrm>
            <a:custGeom>
              <a:rect b="b" l="l" r="r" t="t"/>
              <a:pathLst>
                <a:path extrusionOk="0" h="2634" w="1602">
                  <a:moveTo>
                    <a:pt x="570" y="0"/>
                  </a:moveTo>
                  <a:cubicBezTo>
                    <a:pt x="250" y="0"/>
                    <a:pt x="1" y="250"/>
                    <a:pt x="1" y="570"/>
                  </a:cubicBezTo>
                  <a:lnTo>
                    <a:pt x="1" y="1068"/>
                  </a:lnTo>
                  <a:cubicBezTo>
                    <a:pt x="36" y="1353"/>
                    <a:pt x="250" y="1602"/>
                    <a:pt x="570" y="1602"/>
                  </a:cubicBezTo>
                  <a:lnTo>
                    <a:pt x="1032" y="1602"/>
                  </a:lnTo>
                  <a:lnTo>
                    <a:pt x="1032" y="2100"/>
                  </a:lnTo>
                  <a:lnTo>
                    <a:pt x="570" y="2100"/>
                  </a:lnTo>
                  <a:cubicBezTo>
                    <a:pt x="588" y="1940"/>
                    <a:pt x="445" y="1860"/>
                    <a:pt x="303" y="1860"/>
                  </a:cubicBezTo>
                  <a:cubicBezTo>
                    <a:pt x="161" y="1860"/>
                    <a:pt x="18" y="1940"/>
                    <a:pt x="36" y="2100"/>
                  </a:cubicBezTo>
                  <a:cubicBezTo>
                    <a:pt x="36" y="2384"/>
                    <a:pt x="285" y="2633"/>
                    <a:pt x="570" y="2633"/>
                  </a:cubicBezTo>
                  <a:lnTo>
                    <a:pt x="1068" y="2633"/>
                  </a:lnTo>
                  <a:cubicBezTo>
                    <a:pt x="1353" y="2633"/>
                    <a:pt x="1602" y="2384"/>
                    <a:pt x="1602" y="2100"/>
                  </a:cubicBezTo>
                  <a:lnTo>
                    <a:pt x="1602" y="1602"/>
                  </a:lnTo>
                  <a:cubicBezTo>
                    <a:pt x="1602" y="1302"/>
                    <a:pt x="1383" y="1065"/>
                    <a:pt x="1122" y="1065"/>
                  </a:cubicBezTo>
                  <a:cubicBezTo>
                    <a:pt x="1104" y="1065"/>
                    <a:pt x="1086" y="1066"/>
                    <a:pt x="1068" y="1068"/>
                  </a:cubicBezTo>
                  <a:lnTo>
                    <a:pt x="570" y="1068"/>
                  </a:lnTo>
                  <a:lnTo>
                    <a:pt x="570" y="570"/>
                  </a:lnTo>
                  <a:lnTo>
                    <a:pt x="570" y="534"/>
                  </a:lnTo>
                  <a:lnTo>
                    <a:pt x="1068" y="534"/>
                  </a:lnTo>
                  <a:lnTo>
                    <a:pt x="1068" y="570"/>
                  </a:lnTo>
                  <a:cubicBezTo>
                    <a:pt x="1086" y="712"/>
                    <a:pt x="1210" y="783"/>
                    <a:pt x="1335" y="783"/>
                  </a:cubicBezTo>
                  <a:cubicBezTo>
                    <a:pt x="1459" y="783"/>
                    <a:pt x="1584" y="712"/>
                    <a:pt x="1602" y="570"/>
                  </a:cubicBezTo>
                  <a:cubicBezTo>
                    <a:pt x="1602" y="250"/>
                    <a:pt x="1353" y="36"/>
                    <a:pt x="10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6593931" y="3001571"/>
              <a:ext cx="10767" cy="52745"/>
            </a:xfrm>
            <a:custGeom>
              <a:rect b="b" l="l" r="r" t="t"/>
              <a:pathLst>
                <a:path extrusionOk="0" h="2616" w="534">
                  <a:moveTo>
                    <a:pt x="267" y="1"/>
                  </a:moveTo>
                  <a:cubicBezTo>
                    <a:pt x="134" y="1"/>
                    <a:pt x="0" y="90"/>
                    <a:pt x="0" y="268"/>
                  </a:cubicBezTo>
                  <a:lnTo>
                    <a:pt x="0" y="2367"/>
                  </a:lnTo>
                  <a:cubicBezTo>
                    <a:pt x="0" y="2509"/>
                    <a:pt x="107" y="2616"/>
                    <a:pt x="249" y="2616"/>
                  </a:cubicBezTo>
                  <a:cubicBezTo>
                    <a:pt x="391" y="2616"/>
                    <a:pt x="534" y="2509"/>
                    <a:pt x="534" y="2367"/>
                  </a:cubicBezTo>
                  <a:lnTo>
                    <a:pt x="534" y="268"/>
                  </a:lnTo>
                  <a:cubicBezTo>
                    <a:pt x="534" y="90"/>
                    <a:pt x="400"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6612218" y="3001934"/>
              <a:ext cx="31937" cy="52382"/>
            </a:xfrm>
            <a:custGeom>
              <a:rect b="b" l="l" r="r" t="t"/>
              <a:pathLst>
                <a:path extrusionOk="0" h="2598" w="1584">
                  <a:moveTo>
                    <a:pt x="267" y="0"/>
                  </a:moveTo>
                  <a:cubicBezTo>
                    <a:pt x="134" y="0"/>
                    <a:pt x="0" y="72"/>
                    <a:pt x="18" y="214"/>
                  </a:cubicBezTo>
                  <a:lnTo>
                    <a:pt x="18" y="2313"/>
                  </a:lnTo>
                  <a:cubicBezTo>
                    <a:pt x="18" y="2456"/>
                    <a:pt x="125" y="2562"/>
                    <a:pt x="267" y="2562"/>
                  </a:cubicBezTo>
                  <a:lnTo>
                    <a:pt x="267" y="2598"/>
                  </a:lnTo>
                  <a:cubicBezTo>
                    <a:pt x="410" y="2598"/>
                    <a:pt x="516" y="2491"/>
                    <a:pt x="516" y="2349"/>
                  </a:cubicBezTo>
                  <a:lnTo>
                    <a:pt x="516" y="1388"/>
                  </a:lnTo>
                  <a:lnTo>
                    <a:pt x="1050" y="2278"/>
                  </a:lnTo>
                  <a:lnTo>
                    <a:pt x="1050" y="2349"/>
                  </a:lnTo>
                  <a:cubicBezTo>
                    <a:pt x="1050" y="2491"/>
                    <a:pt x="1157" y="2598"/>
                    <a:pt x="1299" y="2598"/>
                  </a:cubicBezTo>
                  <a:cubicBezTo>
                    <a:pt x="1441" y="2598"/>
                    <a:pt x="1584" y="2491"/>
                    <a:pt x="1584" y="2349"/>
                  </a:cubicBezTo>
                  <a:lnTo>
                    <a:pt x="1584" y="250"/>
                  </a:lnTo>
                  <a:cubicBezTo>
                    <a:pt x="1584" y="107"/>
                    <a:pt x="1441" y="0"/>
                    <a:pt x="1299" y="0"/>
                  </a:cubicBezTo>
                  <a:cubicBezTo>
                    <a:pt x="1157" y="0"/>
                    <a:pt x="1050" y="107"/>
                    <a:pt x="1050" y="250"/>
                  </a:cubicBezTo>
                  <a:lnTo>
                    <a:pt x="1050" y="1246"/>
                  </a:lnTo>
                  <a:lnTo>
                    <a:pt x="516" y="356"/>
                  </a:lnTo>
                  <a:lnTo>
                    <a:pt x="516" y="214"/>
                  </a:lnTo>
                  <a:cubicBezTo>
                    <a:pt x="534" y="72"/>
                    <a:pt x="401"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2"/>
            <p:cNvSpPr/>
            <p:nvPr/>
          </p:nvSpPr>
          <p:spPr>
            <a:xfrm>
              <a:off x="6419949" y="3032057"/>
              <a:ext cx="11493" cy="17057"/>
            </a:xfrm>
            <a:custGeom>
              <a:rect b="b" l="l" r="r" t="t"/>
              <a:pathLst>
                <a:path extrusionOk="0" h="846" w="570">
                  <a:moveTo>
                    <a:pt x="285" y="1"/>
                  </a:moveTo>
                  <a:cubicBezTo>
                    <a:pt x="143" y="1"/>
                    <a:pt x="1" y="72"/>
                    <a:pt x="19" y="214"/>
                  </a:cubicBezTo>
                  <a:lnTo>
                    <a:pt x="19" y="606"/>
                  </a:lnTo>
                  <a:cubicBezTo>
                    <a:pt x="36" y="766"/>
                    <a:pt x="161" y="846"/>
                    <a:pt x="285" y="846"/>
                  </a:cubicBezTo>
                  <a:cubicBezTo>
                    <a:pt x="410" y="846"/>
                    <a:pt x="534" y="766"/>
                    <a:pt x="552" y="606"/>
                  </a:cubicBezTo>
                  <a:lnTo>
                    <a:pt x="552" y="214"/>
                  </a:lnTo>
                  <a:cubicBezTo>
                    <a:pt x="570" y="72"/>
                    <a:pt x="42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2"/>
            <p:cNvSpPr/>
            <p:nvPr/>
          </p:nvSpPr>
          <p:spPr>
            <a:xfrm>
              <a:off x="6420312" y="2982558"/>
              <a:ext cx="10787" cy="17057"/>
            </a:xfrm>
            <a:custGeom>
              <a:rect b="b" l="l" r="r" t="t"/>
              <a:pathLst>
                <a:path extrusionOk="0" h="846" w="535">
                  <a:moveTo>
                    <a:pt x="267" y="1"/>
                  </a:moveTo>
                  <a:cubicBezTo>
                    <a:pt x="143" y="1"/>
                    <a:pt x="18" y="72"/>
                    <a:pt x="1" y="214"/>
                  </a:cubicBezTo>
                  <a:lnTo>
                    <a:pt x="1" y="606"/>
                  </a:lnTo>
                  <a:cubicBezTo>
                    <a:pt x="18" y="766"/>
                    <a:pt x="143" y="846"/>
                    <a:pt x="267" y="846"/>
                  </a:cubicBezTo>
                  <a:cubicBezTo>
                    <a:pt x="392" y="846"/>
                    <a:pt x="516" y="766"/>
                    <a:pt x="534" y="606"/>
                  </a:cubicBezTo>
                  <a:lnTo>
                    <a:pt x="534" y="214"/>
                  </a:lnTo>
                  <a:cubicBezTo>
                    <a:pt x="516" y="72"/>
                    <a:pt x="392"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2"/>
            <p:cNvSpPr/>
            <p:nvPr/>
          </p:nvSpPr>
          <p:spPr>
            <a:xfrm>
              <a:off x="6419949" y="3007136"/>
              <a:ext cx="11493" cy="17057"/>
            </a:xfrm>
            <a:custGeom>
              <a:rect b="b" l="l" r="r" t="t"/>
              <a:pathLst>
                <a:path extrusionOk="0" h="846" w="570">
                  <a:moveTo>
                    <a:pt x="285" y="0"/>
                  </a:moveTo>
                  <a:cubicBezTo>
                    <a:pt x="161" y="0"/>
                    <a:pt x="36" y="80"/>
                    <a:pt x="19" y="241"/>
                  </a:cubicBezTo>
                  <a:lnTo>
                    <a:pt x="19" y="632"/>
                  </a:lnTo>
                  <a:cubicBezTo>
                    <a:pt x="1" y="774"/>
                    <a:pt x="143" y="845"/>
                    <a:pt x="285" y="845"/>
                  </a:cubicBezTo>
                  <a:cubicBezTo>
                    <a:pt x="428" y="845"/>
                    <a:pt x="570" y="774"/>
                    <a:pt x="552" y="632"/>
                  </a:cubicBezTo>
                  <a:lnTo>
                    <a:pt x="552" y="241"/>
                  </a:lnTo>
                  <a:cubicBezTo>
                    <a:pt x="534" y="80"/>
                    <a:pt x="410"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6419949" y="3081032"/>
              <a:ext cx="11493" cy="17057"/>
            </a:xfrm>
            <a:custGeom>
              <a:rect b="b" l="l" r="r" t="t"/>
              <a:pathLst>
                <a:path extrusionOk="0" h="846" w="570">
                  <a:moveTo>
                    <a:pt x="285" y="0"/>
                  </a:moveTo>
                  <a:cubicBezTo>
                    <a:pt x="161" y="0"/>
                    <a:pt x="36" y="80"/>
                    <a:pt x="19" y="240"/>
                  </a:cubicBezTo>
                  <a:lnTo>
                    <a:pt x="19" y="632"/>
                  </a:lnTo>
                  <a:cubicBezTo>
                    <a:pt x="1" y="774"/>
                    <a:pt x="143" y="845"/>
                    <a:pt x="285" y="845"/>
                  </a:cubicBezTo>
                  <a:cubicBezTo>
                    <a:pt x="428" y="845"/>
                    <a:pt x="570" y="774"/>
                    <a:pt x="552" y="632"/>
                  </a:cubicBezTo>
                  <a:lnTo>
                    <a:pt x="552" y="240"/>
                  </a:lnTo>
                  <a:cubicBezTo>
                    <a:pt x="534" y="80"/>
                    <a:pt x="410"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6420312" y="3056635"/>
              <a:ext cx="10787" cy="16876"/>
            </a:xfrm>
            <a:custGeom>
              <a:rect b="b" l="l" r="r" t="t"/>
              <a:pathLst>
                <a:path extrusionOk="0" h="837" w="535">
                  <a:moveTo>
                    <a:pt x="267" y="1"/>
                  </a:moveTo>
                  <a:cubicBezTo>
                    <a:pt x="143" y="1"/>
                    <a:pt x="18" y="81"/>
                    <a:pt x="1" y="241"/>
                  </a:cubicBezTo>
                  <a:lnTo>
                    <a:pt x="1" y="596"/>
                  </a:lnTo>
                  <a:cubicBezTo>
                    <a:pt x="18" y="757"/>
                    <a:pt x="143" y="837"/>
                    <a:pt x="267" y="837"/>
                  </a:cubicBezTo>
                  <a:cubicBezTo>
                    <a:pt x="392" y="837"/>
                    <a:pt x="516" y="757"/>
                    <a:pt x="534" y="596"/>
                  </a:cubicBezTo>
                  <a:lnTo>
                    <a:pt x="534" y="241"/>
                  </a:lnTo>
                  <a:cubicBezTo>
                    <a:pt x="516" y="81"/>
                    <a:pt x="392"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6419949" y="2958182"/>
              <a:ext cx="11493" cy="17219"/>
            </a:xfrm>
            <a:custGeom>
              <a:rect b="b" l="l" r="r" t="t"/>
              <a:pathLst>
                <a:path extrusionOk="0" h="854" w="570">
                  <a:moveTo>
                    <a:pt x="285" y="0"/>
                  </a:moveTo>
                  <a:cubicBezTo>
                    <a:pt x="143" y="0"/>
                    <a:pt x="1" y="71"/>
                    <a:pt x="19" y="214"/>
                  </a:cubicBezTo>
                  <a:lnTo>
                    <a:pt x="19" y="605"/>
                  </a:lnTo>
                  <a:cubicBezTo>
                    <a:pt x="19" y="747"/>
                    <a:pt x="125" y="854"/>
                    <a:pt x="268" y="854"/>
                  </a:cubicBezTo>
                  <a:cubicBezTo>
                    <a:pt x="445" y="854"/>
                    <a:pt x="552" y="747"/>
                    <a:pt x="552" y="605"/>
                  </a:cubicBezTo>
                  <a:lnTo>
                    <a:pt x="552" y="214"/>
                  </a:lnTo>
                  <a:cubicBezTo>
                    <a:pt x="570" y="71"/>
                    <a:pt x="4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6593931" y="3253744"/>
              <a:ext cx="10767" cy="18489"/>
            </a:xfrm>
            <a:custGeom>
              <a:rect b="b" l="l" r="r" t="t"/>
              <a:pathLst>
                <a:path extrusionOk="0" h="917" w="534">
                  <a:moveTo>
                    <a:pt x="249" y="0"/>
                  </a:moveTo>
                  <a:cubicBezTo>
                    <a:pt x="107" y="0"/>
                    <a:pt x="0" y="143"/>
                    <a:pt x="0" y="285"/>
                  </a:cubicBezTo>
                  <a:lnTo>
                    <a:pt x="0" y="676"/>
                  </a:lnTo>
                  <a:cubicBezTo>
                    <a:pt x="0" y="836"/>
                    <a:pt x="134" y="917"/>
                    <a:pt x="267" y="917"/>
                  </a:cubicBezTo>
                  <a:cubicBezTo>
                    <a:pt x="400" y="917"/>
                    <a:pt x="534" y="836"/>
                    <a:pt x="534" y="676"/>
                  </a:cubicBezTo>
                  <a:lnTo>
                    <a:pt x="534" y="285"/>
                  </a:lnTo>
                  <a:cubicBezTo>
                    <a:pt x="534" y="143"/>
                    <a:pt x="391"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6593931" y="3204608"/>
              <a:ext cx="10767" cy="18126"/>
            </a:xfrm>
            <a:custGeom>
              <a:rect b="b" l="l" r="r" t="t"/>
              <a:pathLst>
                <a:path extrusionOk="0" h="899" w="534">
                  <a:moveTo>
                    <a:pt x="267" y="0"/>
                  </a:moveTo>
                  <a:cubicBezTo>
                    <a:pt x="134" y="0"/>
                    <a:pt x="0" y="89"/>
                    <a:pt x="0" y="267"/>
                  </a:cubicBezTo>
                  <a:lnTo>
                    <a:pt x="0" y="658"/>
                  </a:lnTo>
                  <a:cubicBezTo>
                    <a:pt x="0" y="818"/>
                    <a:pt x="134" y="898"/>
                    <a:pt x="267" y="898"/>
                  </a:cubicBezTo>
                  <a:cubicBezTo>
                    <a:pt x="400" y="898"/>
                    <a:pt x="534" y="818"/>
                    <a:pt x="534" y="658"/>
                  </a:cubicBezTo>
                  <a:lnTo>
                    <a:pt x="534" y="267"/>
                  </a:lnTo>
                  <a:cubicBezTo>
                    <a:pt x="534" y="89"/>
                    <a:pt x="400"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6593931" y="3229528"/>
              <a:ext cx="10767" cy="18126"/>
            </a:xfrm>
            <a:custGeom>
              <a:rect b="b" l="l" r="r" t="t"/>
              <a:pathLst>
                <a:path extrusionOk="0" h="899" w="534">
                  <a:moveTo>
                    <a:pt x="267" y="0"/>
                  </a:moveTo>
                  <a:cubicBezTo>
                    <a:pt x="134" y="0"/>
                    <a:pt x="0" y="81"/>
                    <a:pt x="0" y="241"/>
                  </a:cubicBezTo>
                  <a:lnTo>
                    <a:pt x="0" y="632"/>
                  </a:lnTo>
                  <a:cubicBezTo>
                    <a:pt x="0" y="810"/>
                    <a:pt x="134" y="899"/>
                    <a:pt x="267" y="899"/>
                  </a:cubicBezTo>
                  <a:cubicBezTo>
                    <a:pt x="400" y="899"/>
                    <a:pt x="534" y="810"/>
                    <a:pt x="534" y="632"/>
                  </a:cubicBezTo>
                  <a:lnTo>
                    <a:pt x="534" y="241"/>
                  </a:lnTo>
                  <a:cubicBezTo>
                    <a:pt x="534" y="81"/>
                    <a:pt x="400"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6593931" y="3155089"/>
              <a:ext cx="10767" cy="18691"/>
            </a:xfrm>
            <a:custGeom>
              <a:rect b="b" l="l" r="r" t="t"/>
              <a:pathLst>
                <a:path extrusionOk="0" h="927" w="534">
                  <a:moveTo>
                    <a:pt x="267" y="1"/>
                  </a:moveTo>
                  <a:cubicBezTo>
                    <a:pt x="134" y="1"/>
                    <a:pt x="0" y="90"/>
                    <a:pt x="0" y="268"/>
                  </a:cubicBezTo>
                  <a:lnTo>
                    <a:pt x="0" y="659"/>
                  </a:lnTo>
                  <a:cubicBezTo>
                    <a:pt x="0" y="837"/>
                    <a:pt x="134" y="926"/>
                    <a:pt x="267" y="926"/>
                  </a:cubicBezTo>
                  <a:cubicBezTo>
                    <a:pt x="400" y="926"/>
                    <a:pt x="534" y="837"/>
                    <a:pt x="534" y="659"/>
                  </a:cubicBezTo>
                  <a:lnTo>
                    <a:pt x="534" y="268"/>
                  </a:lnTo>
                  <a:cubicBezTo>
                    <a:pt x="534" y="90"/>
                    <a:pt x="400"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6593931" y="3130712"/>
              <a:ext cx="10767" cy="18126"/>
            </a:xfrm>
            <a:custGeom>
              <a:rect b="b" l="l" r="r" t="t"/>
              <a:pathLst>
                <a:path extrusionOk="0" h="899" w="534">
                  <a:moveTo>
                    <a:pt x="267" y="0"/>
                  </a:moveTo>
                  <a:cubicBezTo>
                    <a:pt x="134" y="0"/>
                    <a:pt x="0" y="89"/>
                    <a:pt x="0" y="267"/>
                  </a:cubicBezTo>
                  <a:lnTo>
                    <a:pt x="0" y="658"/>
                  </a:lnTo>
                  <a:cubicBezTo>
                    <a:pt x="0" y="819"/>
                    <a:pt x="134" y="899"/>
                    <a:pt x="267" y="899"/>
                  </a:cubicBezTo>
                  <a:cubicBezTo>
                    <a:pt x="400" y="899"/>
                    <a:pt x="534" y="819"/>
                    <a:pt x="534" y="658"/>
                  </a:cubicBezTo>
                  <a:lnTo>
                    <a:pt x="534" y="267"/>
                  </a:lnTo>
                  <a:cubicBezTo>
                    <a:pt x="534" y="89"/>
                    <a:pt x="400"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6593931" y="3180030"/>
              <a:ext cx="10767" cy="18126"/>
            </a:xfrm>
            <a:custGeom>
              <a:rect b="b" l="l" r="r" t="t"/>
              <a:pathLst>
                <a:path extrusionOk="0" h="899" w="534">
                  <a:moveTo>
                    <a:pt x="267" y="0"/>
                  </a:moveTo>
                  <a:cubicBezTo>
                    <a:pt x="134" y="0"/>
                    <a:pt x="0" y="80"/>
                    <a:pt x="0" y="241"/>
                  </a:cubicBezTo>
                  <a:lnTo>
                    <a:pt x="0" y="632"/>
                  </a:lnTo>
                  <a:cubicBezTo>
                    <a:pt x="0" y="810"/>
                    <a:pt x="134" y="899"/>
                    <a:pt x="267" y="899"/>
                  </a:cubicBezTo>
                  <a:cubicBezTo>
                    <a:pt x="400" y="899"/>
                    <a:pt x="534" y="810"/>
                    <a:pt x="534" y="632"/>
                  </a:cubicBezTo>
                  <a:lnTo>
                    <a:pt x="534" y="241"/>
                  </a:lnTo>
                  <a:cubicBezTo>
                    <a:pt x="534" y="80"/>
                    <a:pt x="400"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72"/>
          <p:cNvGrpSpPr/>
          <p:nvPr/>
        </p:nvGrpSpPr>
        <p:grpSpPr>
          <a:xfrm>
            <a:off x="6300506" y="2414359"/>
            <a:ext cx="426880" cy="303365"/>
            <a:chOff x="6300506" y="2414359"/>
            <a:chExt cx="426880" cy="303365"/>
          </a:xfrm>
        </p:grpSpPr>
        <p:sp>
          <p:nvSpPr>
            <p:cNvPr id="2514" name="Google Shape;2514;p72"/>
            <p:cNvSpPr/>
            <p:nvPr/>
          </p:nvSpPr>
          <p:spPr>
            <a:xfrm>
              <a:off x="6300506" y="2486843"/>
              <a:ext cx="264028" cy="226243"/>
            </a:xfrm>
            <a:custGeom>
              <a:rect b="b" l="l" r="r" t="t"/>
              <a:pathLst>
                <a:path extrusionOk="0" h="11221" w="13095">
                  <a:moveTo>
                    <a:pt x="7508" y="1"/>
                  </a:moveTo>
                  <a:cubicBezTo>
                    <a:pt x="2527" y="1"/>
                    <a:pt x="0" y="6049"/>
                    <a:pt x="3559" y="9572"/>
                  </a:cubicBezTo>
                  <a:cubicBezTo>
                    <a:pt x="4697" y="10710"/>
                    <a:pt x="6096" y="11221"/>
                    <a:pt x="7467" y="11221"/>
                  </a:cubicBezTo>
                  <a:cubicBezTo>
                    <a:pt x="10340" y="11221"/>
                    <a:pt x="13094" y="8982"/>
                    <a:pt x="13094" y="5587"/>
                  </a:cubicBezTo>
                  <a:cubicBezTo>
                    <a:pt x="13094" y="2527"/>
                    <a:pt x="10604" y="1"/>
                    <a:pt x="7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6433841" y="2485976"/>
              <a:ext cx="251930" cy="226969"/>
            </a:xfrm>
            <a:custGeom>
              <a:rect b="b" l="l" r="r" t="t"/>
              <a:pathLst>
                <a:path extrusionOk="0" h="11257" w="12495">
                  <a:moveTo>
                    <a:pt x="6961" y="1"/>
                  </a:moveTo>
                  <a:cubicBezTo>
                    <a:pt x="3343" y="1"/>
                    <a:pt x="0" y="3673"/>
                    <a:pt x="1713" y="7800"/>
                  </a:cubicBezTo>
                  <a:cubicBezTo>
                    <a:pt x="2600" y="9909"/>
                    <a:pt x="4667" y="11256"/>
                    <a:pt x="6879" y="11256"/>
                  </a:cubicBezTo>
                  <a:cubicBezTo>
                    <a:pt x="7242" y="11256"/>
                    <a:pt x="7609" y="11220"/>
                    <a:pt x="7976" y="11145"/>
                  </a:cubicBezTo>
                  <a:cubicBezTo>
                    <a:pt x="10609" y="10611"/>
                    <a:pt x="12494" y="8334"/>
                    <a:pt x="12494" y="5630"/>
                  </a:cubicBezTo>
                  <a:cubicBezTo>
                    <a:pt x="12494" y="4171"/>
                    <a:pt x="11890" y="2748"/>
                    <a:pt x="10858" y="1680"/>
                  </a:cubicBezTo>
                  <a:cubicBezTo>
                    <a:pt x="9683" y="506"/>
                    <a:pt x="8303" y="1"/>
                    <a:pt x="6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6460496" y="2504787"/>
              <a:ext cx="104039" cy="190112"/>
            </a:xfrm>
            <a:custGeom>
              <a:rect b="b" l="l" r="r" t="t"/>
              <a:pathLst>
                <a:path extrusionOk="0" h="9429" w="5160">
                  <a:moveTo>
                    <a:pt x="2562" y="0"/>
                  </a:moveTo>
                  <a:cubicBezTo>
                    <a:pt x="1139" y="0"/>
                    <a:pt x="0" y="2099"/>
                    <a:pt x="0" y="4697"/>
                  </a:cubicBezTo>
                  <a:cubicBezTo>
                    <a:pt x="0" y="7330"/>
                    <a:pt x="1139" y="9429"/>
                    <a:pt x="2562" y="9429"/>
                  </a:cubicBezTo>
                  <a:cubicBezTo>
                    <a:pt x="4021" y="9429"/>
                    <a:pt x="5159" y="7330"/>
                    <a:pt x="5159" y="4697"/>
                  </a:cubicBezTo>
                  <a:cubicBezTo>
                    <a:pt x="5159" y="2099"/>
                    <a:pt x="4021" y="0"/>
                    <a:pt x="2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6305607" y="2481096"/>
              <a:ext cx="421779" cy="236627"/>
            </a:xfrm>
            <a:custGeom>
              <a:rect b="b" l="l" r="r" t="t"/>
              <a:pathLst>
                <a:path extrusionOk="0" h="11736" w="20919">
                  <a:moveTo>
                    <a:pt x="10279" y="1495"/>
                  </a:moveTo>
                  <a:cubicBezTo>
                    <a:pt x="10529" y="1673"/>
                    <a:pt x="10742" y="1851"/>
                    <a:pt x="10955" y="2065"/>
                  </a:cubicBezTo>
                  <a:lnTo>
                    <a:pt x="9568" y="2065"/>
                  </a:lnTo>
                  <a:cubicBezTo>
                    <a:pt x="9781" y="1851"/>
                    <a:pt x="9995" y="1638"/>
                    <a:pt x="10279" y="1495"/>
                  </a:cubicBezTo>
                  <a:close/>
                  <a:moveTo>
                    <a:pt x="11454" y="2563"/>
                  </a:moveTo>
                  <a:cubicBezTo>
                    <a:pt x="11596" y="2776"/>
                    <a:pt x="11738" y="3025"/>
                    <a:pt x="11881" y="3239"/>
                  </a:cubicBezTo>
                  <a:lnTo>
                    <a:pt x="8607" y="3239"/>
                  </a:lnTo>
                  <a:cubicBezTo>
                    <a:pt x="8749" y="3025"/>
                    <a:pt x="8892" y="2776"/>
                    <a:pt x="9070" y="2563"/>
                  </a:cubicBezTo>
                  <a:close/>
                  <a:moveTo>
                    <a:pt x="12130" y="3772"/>
                  </a:moveTo>
                  <a:cubicBezTo>
                    <a:pt x="12236" y="3986"/>
                    <a:pt x="12343" y="4199"/>
                    <a:pt x="12379" y="4448"/>
                  </a:cubicBezTo>
                  <a:lnTo>
                    <a:pt x="8145" y="4448"/>
                  </a:lnTo>
                  <a:cubicBezTo>
                    <a:pt x="8180" y="4199"/>
                    <a:pt x="8287" y="3986"/>
                    <a:pt x="8358" y="3772"/>
                  </a:cubicBezTo>
                  <a:close/>
                  <a:moveTo>
                    <a:pt x="12521" y="4947"/>
                  </a:moveTo>
                  <a:cubicBezTo>
                    <a:pt x="12557" y="5160"/>
                    <a:pt x="12557" y="5409"/>
                    <a:pt x="12592" y="5623"/>
                  </a:cubicBezTo>
                  <a:lnTo>
                    <a:pt x="7931" y="5623"/>
                  </a:lnTo>
                  <a:cubicBezTo>
                    <a:pt x="7967" y="5409"/>
                    <a:pt x="7967" y="5160"/>
                    <a:pt x="8002" y="4947"/>
                  </a:cubicBezTo>
                  <a:close/>
                  <a:moveTo>
                    <a:pt x="12592" y="6156"/>
                  </a:moveTo>
                  <a:cubicBezTo>
                    <a:pt x="12557" y="6370"/>
                    <a:pt x="12557" y="6583"/>
                    <a:pt x="12521" y="6832"/>
                  </a:cubicBezTo>
                  <a:lnTo>
                    <a:pt x="8002" y="6832"/>
                  </a:lnTo>
                  <a:cubicBezTo>
                    <a:pt x="7967" y="6583"/>
                    <a:pt x="7967" y="6370"/>
                    <a:pt x="7931" y="6156"/>
                  </a:cubicBezTo>
                  <a:close/>
                  <a:moveTo>
                    <a:pt x="12379" y="7331"/>
                  </a:moveTo>
                  <a:cubicBezTo>
                    <a:pt x="12343" y="7580"/>
                    <a:pt x="12236" y="7793"/>
                    <a:pt x="12165" y="8007"/>
                  </a:cubicBezTo>
                  <a:lnTo>
                    <a:pt x="8358" y="8007"/>
                  </a:lnTo>
                  <a:cubicBezTo>
                    <a:pt x="8287" y="7793"/>
                    <a:pt x="8180" y="7580"/>
                    <a:pt x="8145" y="7331"/>
                  </a:cubicBezTo>
                  <a:close/>
                  <a:moveTo>
                    <a:pt x="11881" y="8540"/>
                  </a:moveTo>
                  <a:cubicBezTo>
                    <a:pt x="11738" y="8754"/>
                    <a:pt x="11596" y="8967"/>
                    <a:pt x="11454" y="9181"/>
                  </a:cubicBezTo>
                  <a:lnTo>
                    <a:pt x="9070" y="9181"/>
                  </a:lnTo>
                  <a:cubicBezTo>
                    <a:pt x="8892" y="8967"/>
                    <a:pt x="8749" y="8754"/>
                    <a:pt x="8607" y="8540"/>
                  </a:cubicBezTo>
                  <a:close/>
                  <a:moveTo>
                    <a:pt x="10955" y="9714"/>
                  </a:moveTo>
                  <a:cubicBezTo>
                    <a:pt x="10742" y="9928"/>
                    <a:pt x="10529" y="10106"/>
                    <a:pt x="10244" y="10284"/>
                  </a:cubicBezTo>
                  <a:cubicBezTo>
                    <a:pt x="9995" y="10106"/>
                    <a:pt x="9781" y="9928"/>
                    <a:pt x="9568" y="9714"/>
                  </a:cubicBezTo>
                  <a:close/>
                  <a:moveTo>
                    <a:pt x="13268" y="1"/>
                  </a:moveTo>
                  <a:lnTo>
                    <a:pt x="13268" y="36"/>
                  </a:lnTo>
                  <a:cubicBezTo>
                    <a:pt x="12201" y="36"/>
                    <a:pt x="11169" y="321"/>
                    <a:pt x="10279" y="855"/>
                  </a:cubicBezTo>
                  <a:cubicBezTo>
                    <a:pt x="9345" y="307"/>
                    <a:pt x="8309" y="37"/>
                    <a:pt x="7276" y="37"/>
                  </a:cubicBezTo>
                  <a:cubicBezTo>
                    <a:pt x="6027" y="37"/>
                    <a:pt x="4784" y="432"/>
                    <a:pt x="3733" y="1211"/>
                  </a:cubicBezTo>
                  <a:cubicBezTo>
                    <a:pt x="3626" y="1282"/>
                    <a:pt x="3590" y="1460"/>
                    <a:pt x="3697" y="1566"/>
                  </a:cubicBezTo>
                  <a:cubicBezTo>
                    <a:pt x="3743" y="1635"/>
                    <a:pt x="3833" y="1675"/>
                    <a:pt x="3920" y="1675"/>
                  </a:cubicBezTo>
                  <a:cubicBezTo>
                    <a:pt x="3968" y="1675"/>
                    <a:pt x="4015" y="1663"/>
                    <a:pt x="4053" y="1638"/>
                  </a:cubicBezTo>
                  <a:cubicBezTo>
                    <a:pt x="5006" y="907"/>
                    <a:pt x="6133" y="536"/>
                    <a:pt x="7269" y="536"/>
                  </a:cubicBezTo>
                  <a:cubicBezTo>
                    <a:pt x="8125" y="536"/>
                    <a:pt x="8986" y="747"/>
                    <a:pt x="9781" y="1175"/>
                  </a:cubicBezTo>
                  <a:cubicBezTo>
                    <a:pt x="6615" y="3523"/>
                    <a:pt x="6615" y="8220"/>
                    <a:pt x="9781" y="10568"/>
                  </a:cubicBezTo>
                  <a:cubicBezTo>
                    <a:pt x="8911" y="11034"/>
                    <a:pt x="8039" y="11240"/>
                    <a:pt x="7209" y="11240"/>
                  </a:cubicBezTo>
                  <a:cubicBezTo>
                    <a:pt x="3088" y="11240"/>
                    <a:pt x="0" y="6152"/>
                    <a:pt x="3199" y="2420"/>
                  </a:cubicBezTo>
                  <a:cubicBezTo>
                    <a:pt x="3356" y="2237"/>
                    <a:pt x="3185" y="1995"/>
                    <a:pt x="2984" y="1995"/>
                  </a:cubicBezTo>
                  <a:cubicBezTo>
                    <a:pt x="2912" y="1995"/>
                    <a:pt x="2837" y="2025"/>
                    <a:pt x="2772" y="2100"/>
                  </a:cubicBezTo>
                  <a:cubicBezTo>
                    <a:pt x="922" y="4271"/>
                    <a:pt x="922" y="7473"/>
                    <a:pt x="2772" y="9679"/>
                  </a:cubicBezTo>
                  <a:cubicBezTo>
                    <a:pt x="3914" y="11019"/>
                    <a:pt x="5559" y="11735"/>
                    <a:pt x="7236" y="11735"/>
                  </a:cubicBezTo>
                  <a:cubicBezTo>
                    <a:pt x="8275" y="11735"/>
                    <a:pt x="9327" y="11460"/>
                    <a:pt x="10279" y="10889"/>
                  </a:cubicBezTo>
                  <a:cubicBezTo>
                    <a:pt x="11198" y="11443"/>
                    <a:pt x="12236" y="11715"/>
                    <a:pt x="13271" y="11715"/>
                  </a:cubicBezTo>
                  <a:cubicBezTo>
                    <a:pt x="14563" y="11715"/>
                    <a:pt x="15851" y="11291"/>
                    <a:pt x="16897" y="10462"/>
                  </a:cubicBezTo>
                  <a:cubicBezTo>
                    <a:pt x="17004" y="10355"/>
                    <a:pt x="17040" y="10213"/>
                    <a:pt x="16933" y="10070"/>
                  </a:cubicBezTo>
                  <a:cubicBezTo>
                    <a:pt x="16894" y="10011"/>
                    <a:pt x="16822" y="9985"/>
                    <a:pt x="16748" y="9985"/>
                  </a:cubicBezTo>
                  <a:cubicBezTo>
                    <a:pt x="16688" y="9985"/>
                    <a:pt x="16625" y="10003"/>
                    <a:pt x="16577" y="10035"/>
                  </a:cubicBezTo>
                  <a:cubicBezTo>
                    <a:pt x="15607" y="10799"/>
                    <a:pt x="14432" y="11191"/>
                    <a:pt x="13249" y="11191"/>
                  </a:cubicBezTo>
                  <a:cubicBezTo>
                    <a:pt x="12393" y="11191"/>
                    <a:pt x="11533" y="10986"/>
                    <a:pt x="10742" y="10568"/>
                  </a:cubicBezTo>
                  <a:cubicBezTo>
                    <a:pt x="13909" y="8220"/>
                    <a:pt x="13909" y="3488"/>
                    <a:pt x="10742" y="1175"/>
                  </a:cubicBezTo>
                  <a:cubicBezTo>
                    <a:pt x="11614" y="702"/>
                    <a:pt x="12490" y="493"/>
                    <a:pt x="13324" y="493"/>
                  </a:cubicBezTo>
                  <a:cubicBezTo>
                    <a:pt x="17388" y="493"/>
                    <a:pt x="20466" y="5467"/>
                    <a:pt x="17396" y="9216"/>
                  </a:cubicBezTo>
                  <a:cubicBezTo>
                    <a:pt x="17236" y="9429"/>
                    <a:pt x="17434" y="9662"/>
                    <a:pt x="17634" y="9662"/>
                  </a:cubicBezTo>
                  <a:cubicBezTo>
                    <a:pt x="17701" y="9662"/>
                    <a:pt x="17769" y="9635"/>
                    <a:pt x="17823" y="9572"/>
                  </a:cubicBezTo>
                  <a:cubicBezTo>
                    <a:pt x="20918" y="5729"/>
                    <a:pt x="18214" y="1"/>
                    <a:pt x="13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6436099" y="2415105"/>
              <a:ext cx="31937" cy="51676"/>
            </a:xfrm>
            <a:custGeom>
              <a:rect b="b" l="l" r="r" t="t"/>
              <a:pathLst>
                <a:path extrusionOk="0" h="2563" w="1584">
                  <a:moveTo>
                    <a:pt x="783" y="507"/>
                  </a:moveTo>
                  <a:cubicBezTo>
                    <a:pt x="899" y="507"/>
                    <a:pt x="1014" y="588"/>
                    <a:pt x="1032" y="748"/>
                  </a:cubicBezTo>
                  <a:lnTo>
                    <a:pt x="1032" y="997"/>
                  </a:lnTo>
                  <a:lnTo>
                    <a:pt x="534" y="997"/>
                  </a:lnTo>
                  <a:lnTo>
                    <a:pt x="534" y="748"/>
                  </a:lnTo>
                  <a:cubicBezTo>
                    <a:pt x="552" y="588"/>
                    <a:pt x="667" y="507"/>
                    <a:pt x="783" y="507"/>
                  </a:cubicBezTo>
                  <a:close/>
                  <a:moveTo>
                    <a:pt x="783" y="0"/>
                  </a:moveTo>
                  <a:cubicBezTo>
                    <a:pt x="409" y="0"/>
                    <a:pt x="36" y="250"/>
                    <a:pt x="0" y="748"/>
                  </a:cubicBezTo>
                  <a:lnTo>
                    <a:pt x="0" y="2313"/>
                  </a:lnTo>
                  <a:cubicBezTo>
                    <a:pt x="0" y="2456"/>
                    <a:pt x="107" y="2562"/>
                    <a:pt x="249" y="2562"/>
                  </a:cubicBezTo>
                  <a:cubicBezTo>
                    <a:pt x="392" y="2562"/>
                    <a:pt x="534" y="2456"/>
                    <a:pt x="534" y="2313"/>
                  </a:cubicBezTo>
                  <a:lnTo>
                    <a:pt x="534" y="1530"/>
                  </a:lnTo>
                  <a:lnTo>
                    <a:pt x="1032" y="1530"/>
                  </a:lnTo>
                  <a:lnTo>
                    <a:pt x="1032" y="2313"/>
                  </a:lnTo>
                  <a:cubicBezTo>
                    <a:pt x="1014" y="2456"/>
                    <a:pt x="1157" y="2527"/>
                    <a:pt x="1299" y="2527"/>
                  </a:cubicBezTo>
                  <a:cubicBezTo>
                    <a:pt x="1441" y="2527"/>
                    <a:pt x="1584" y="2456"/>
                    <a:pt x="1566" y="2313"/>
                  </a:cubicBezTo>
                  <a:lnTo>
                    <a:pt x="1566" y="748"/>
                  </a:lnTo>
                  <a:cubicBezTo>
                    <a:pt x="1530" y="250"/>
                    <a:pt x="1157" y="0"/>
                    <a:pt x="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6557336" y="2414359"/>
              <a:ext cx="36615" cy="52422"/>
            </a:xfrm>
            <a:custGeom>
              <a:rect b="b" l="l" r="r" t="t"/>
              <a:pathLst>
                <a:path extrusionOk="0" h="2600" w="1816">
                  <a:moveTo>
                    <a:pt x="783" y="500"/>
                  </a:moveTo>
                  <a:cubicBezTo>
                    <a:pt x="1103" y="536"/>
                    <a:pt x="1103" y="998"/>
                    <a:pt x="783" y="1034"/>
                  </a:cubicBezTo>
                  <a:lnTo>
                    <a:pt x="499" y="1034"/>
                  </a:lnTo>
                  <a:lnTo>
                    <a:pt x="499" y="500"/>
                  </a:lnTo>
                  <a:close/>
                  <a:moveTo>
                    <a:pt x="783" y="1567"/>
                  </a:moveTo>
                  <a:cubicBezTo>
                    <a:pt x="926" y="1567"/>
                    <a:pt x="1032" y="1674"/>
                    <a:pt x="1032" y="1816"/>
                  </a:cubicBezTo>
                  <a:cubicBezTo>
                    <a:pt x="1032" y="1959"/>
                    <a:pt x="926" y="2101"/>
                    <a:pt x="783" y="2101"/>
                  </a:cubicBezTo>
                  <a:lnTo>
                    <a:pt x="499" y="2101"/>
                  </a:lnTo>
                  <a:lnTo>
                    <a:pt x="499" y="1567"/>
                  </a:lnTo>
                  <a:close/>
                  <a:moveTo>
                    <a:pt x="826" y="1"/>
                  </a:moveTo>
                  <a:cubicBezTo>
                    <a:pt x="812" y="1"/>
                    <a:pt x="798" y="1"/>
                    <a:pt x="783" y="2"/>
                  </a:cubicBezTo>
                  <a:lnTo>
                    <a:pt x="250" y="2"/>
                  </a:lnTo>
                  <a:cubicBezTo>
                    <a:pt x="107" y="2"/>
                    <a:pt x="0" y="109"/>
                    <a:pt x="0" y="251"/>
                  </a:cubicBezTo>
                  <a:lnTo>
                    <a:pt x="0" y="2350"/>
                  </a:lnTo>
                  <a:cubicBezTo>
                    <a:pt x="0" y="2493"/>
                    <a:pt x="107" y="2599"/>
                    <a:pt x="250" y="2599"/>
                  </a:cubicBezTo>
                  <a:lnTo>
                    <a:pt x="783" y="2599"/>
                  </a:lnTo>
                  <a:cubicBezTo>
                    <a:pt x="1459" y="2599"/>
                    <a:pt x="1815" y="1781"/>
                    <a:pt x="1353" y="1283"/>
                  </a:cubicBezTo>
                  <a:cubicBezTo>
                    <a:pt x="1805" y="795"/>
                    <a:pt x="1474"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72"/>
          <p:cNvGrpSpPr/>
          <p:nvPr/>
        </p:nvGrpSpPr>
        <p:grpSpPr>
          <a:xfrm>
            <a:off x="6331355" y="1859850"/>
            <a:ext cx="360868" cy="356372"/>
            <a:chOff x="6331355" y="1859850"/>
            <a:chExt cx="360868" cy="356372"/>
          </a:xfrm>
        </p:grpSpPr>
        <p:sp>
          <p:nvSpPr>
            <p:cNvPr id="2521" name="Google Shape;2521;p72"/>
            <p:cNvSpPr/>
            <p:nvPr/>
          </p:nvSpPr>
          <p:spPr>
            <a:xfrm>
              <a:off x="6339238" y="1908623"/>
              <a:ext cx="173639" cy="129867"/>
            </a:xfrm>
            <a:custGeom>
              <a:rect b="b" l="l" r="r" t="t"/>
              <a:pathLst>
                <a:path extrusionOk="0" h="6441" w="8612">
                  <a:moveTo>
                    <a:pt x="1" y="0"/>
                  </a:moveTo>
                  <a:lnTo>
                    <a:pt x="1" y="6441"/>
                  </a:lnTo>
                  <a:lnTo>
                    <a:pt x="8611" y="6441"/>
                  </a:lnTo>
                  <a:cubicBezTo>
                    <a:pt x="6690" y="0"/>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6512132" y="2038469"/>
              <a:ext cx="173639" cy="129867"/>
            </a:xfrm>
            <a:custGeom>
              <a:rect b="b" l="l" r="r" t="t"/>
              <a:pathLst>
                <a:path extrusionOk="0" h="6441" w="8612">
                  <a:moveTo>
                    <a:pt x="1" y="1"/>
                  </a:moveTo>
                  <a:cubicBezTo>
                    <a:pt x="1922" y="6441"/>
                    <a:pt x="8611" y="6441"/>
                    <a:pt x="8611" y="6441"/>
                  </a:cubicBezTo>
                  <a:lnTo>
                    <a:pt x="86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6545138" y="1864144"/>
              <a:ext cx="113374" cy="152832"/>
            </a:xfrm>
            <a:custGeom>
              <a:rect b="b" l="l" r="r" t="t"/>
              <a:pathLst>
                <a:path extrusionOk="0" h="7580" w="5623">
                  <a:moveTo>
                    <a:pt x="5622" y="0"/>
                  </a:moveTo>
                  <a:lnTo>
                    <a:pt x="5053" y="36"/>
                  </a:lnTo>
                  <a:cubicBezTo>
                    <a:pt x="3843" y="36"/>
                    <a:pt x="2776" y="890"/>
                    <a:pt x="2527" y="2064"/>
                  </a:cubicBezTo>
                  <a:lnTo>
                    <a:pt x="2384" y="2705"/>
                  </a:lnTo>
                  <a:lnTo>
                    <a:pt x="1139" y="2705"/>
                  </a:lnTo>
                  <a:lnTo>
                    <a:pt x="1139" y="3986"/>
                  </a:lnTo>
                  <a:lnTo>
                    <a:pt x="2135" y="3986"/>
                  </a:lnTo>
                  <a:lnTo>
                    <a:pt x="1780" y="5765"/>
                  </a:lnTo>
                  <a:cubicBezTo>
                    <a:pt x="1708" y="6085"/>
                    <a:pt x="1459" y="6298"/>
                    <a:pt x="1139" y="6298"/>
                  </a:cubicBezTo>
                  <a:lnTo>
                    <a:pt x="1" y="6298"/>
                  </a:lnTo>
                  <a:lnTo>
                    <a:pt x="1" y="7579"/>
                  </a:lnTo>
                  <a:lnTo>
                    <a:pt x="1139" y="7579"/>
                  </a:lnTo>
                  <a:cubicBezTo>
                    <a:pt x="2064" y="7579"/>
                    <a:pt x="2847" y="6939"/>
                    <a:pt x="3025" y="6049"/>
                  </a:cubicBezTo>
                  <a:lnTo>
                    <a:pt x="3452" y="3986"/>
                  </a:lnTo>
                  <a:lnTo>
                    <a:pt x="4982" y="3986"/>
                  </a:lnTo>
                  <a:lnTo>
                    <a:pt x="4982" y="2705"/>
                  </a:lnTo>
                  <a:lnTo>
                    <a:pt x="3701" y="2705"/>
                  </a:lnTo>
                  <a:lnTo>
                    <a:pt x="3772" y="2313"/>
                  </a:lnTo>
                  <a:cubicBezTo>
                    <a:pt x="3914" y="1744"/>
                    <a:pt x="4413" y="1317"/>
                    <a:pt x="5053" y="1281"/>
                  </a:cubicBezTo>
                  <a:lnTo>
                    <a:pt x="5622" y="1281"/>
                  </a:lnTo>
                  <a:lnTo>
                    <a:pt x="56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a:off x="6332786" y="1860555"/>
              <a:ext cx="359437" cy="355667"/>
            </a:xfrm>
            <a:custGeom>
              <a:rect b="b" l="l" r="r" t="t"/>
              <a:pathLst>
                <a:path extrusionOk="0" h="17640" w="17827">
                  <a:moveTo>
                    <a:pt x="8914" y="1"/>
                  </a:moveTo>
                  <a:cubicBezTo>
                    <a:pt x="8789" y="1"/>
                    <a:pt x="8665" y="72"/>
                    <a:pt x="8647" y="214"/>
                  </a:cubicBezTo>
                  <a:lnTo>
                    <a:pt x="8647" y="7401"/>
                  </a:lnTo>
                  <a:cubicBezTo>
                    <a:pt x="8291" y="6619"/>
                    <a:pt x="7828" y="5907"/>
                    <a:pt x="7259" y="5302"/>
                  </a:cubicBezTo>
                  <a:cubicBezTo>
                    <a:pt x="6548" y="4484"/>
                    <a:pt x="5694" y="3808"/>
                    <a:pt x="4733" y="3310"/>
                  </a:cubicBezTo>
                  <a:cubicBezTo>
                    <a:pt x="4705" y="3303"/>
                    <a:pt x="4678" y="3299"/>
                    <a:pt x="4653" y="3299"/>
                  </a:cubicBezTo>
                  <a:cubicBezTo>
                    <a:pt x="4417" y="3299"/>
                    <a:pt x="4291" y="3576"/>
                    <a:pt x="4484" y="3737"/>
                  </a:cubicBezTo>
                  <a:cubicBezTo>
                    <a:pt x="6441" y="4733"/>
                    <a:pt x="7900" y="6476"/>
                    <a:pt x="8540" y="8540"/>
                  </a:cubicBezTo>
                  <a:lnTo>
                    <a:pt x="321" y="8540"/>
                  </a:lnTo>
                  <a:cubicBezTo>
                    <a:pt x="1" y="8576"/>
                    <a:pt x="1" y="9038"/>
                    <a:pt x="321" y="9074"/>
                  </a:cubicBezTo>
                  <a:lnTo>
                    <a:pt x="8647" y="9074"/>
                  </a:lnTo>
                  <a:lnTo>
                    <a:pt x="8647" y="17400"/>
                  </a:lnTo>
                  <a:cubicBezTo>
                    <a:pt x="8665" y="17560"/>
                    <a:pt x="8789" y="17640"/>
                    <a:pt x="8914" y="17640"/>
                  </a:cubicBezTo>
                  <a:cubicBezTo>
                    <a:pt x="9038" y="17640"/>
                    <a:pt x="9163" y="17560"/>
                    <a:pt x="9181" y="17400"/>
                  </a:cubicBezTo>
                  <a:lnTo>
                    <a:pt x="9181" y="10248"/>
                  </a:lnTo>
                  <a:cubicBezTo>
                    <a:pt x="9607" y="11173"/>
                    <a:pt x="10177" y="12027"/>
                    <a:pt x="10888" y="12738"/>
                  </a:cubicBezTo>
                  <a:cubicBezTo>
                    <a:pt x="11707" y="13592"/>
                    <a:pt x="12739" y="14233"/>
                    <a:pt x="13842" y="14695"/>
                  </a:cubicBezTo>
                  <a:cubicBezTo>
                    <a:pt x="14980" y="15194"/>
                    <a:pt x="16261" y="15478"/>
                    <a:pt x="17506" y="15549"/>
                  </a:cubicBezTo>
                  <a:cubicBezTo>
                    <a:pt x="17827" y="15514"/>
                    <a:pt x="17827" y="15051"/>
                    <a:pt x="17506" y="15016"/>
                  </a:cubicBezTo>
                  <a:cubicBezTo>
                    <a:pt x="16297" y="14944"/>
                    <a:pt x="15123" y="14695"/>
                    <a:pt x="14020" y="14197"/>
                  </a:cubicBezTo>
                  <a:cubicBezTo>
                    <a:pt x="11742" y="13308"/>
                    <a:pt x="9999" y="11422"/>
                    <a:pt x="9252" y="9074"/>
                  </a:cubicBezTo>
                  <a:lnTo>
                    <a:pt x="17506" y="9074"/>
                  </a:lnTo>
                  <a:cubicBezTo>
                    <a:pt x="17649" y="9074"/>
                    <a:pt x="17755" y="8967"/>
                    <a:pt x="17755" y="8825"/>
                  </a:cubicBezTo>
                  <a:cubicBezTo>
                    <a:pt x="17755" y="8682"/>
                    <a:pt x="17649" y="8576"/>
                    <a:pt x="17506" y="8576"/>
                  </a:cubicBezTo>
                  <a:lnTo>
                    <a:pt x="9181" y="8576"/>
                  </a:lnTo>
                  <a:lnTo>
                    <a:pt x="9181" y="214"/>
                  </a:lnTo>
                  <a:cubicBezTo>
                    <a:pt x="9163" y="72"/>
                    <a:pt x="9038" y="1"/>
                    <a:pt x="8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p:nvPr/>
          </p:nvSpPr>
          <p:spPr>
            <a:xfrm>
              <a:off x="6331355" y="1903602"/>
              <a:ext cx="76779" cy="22985"/>
            </a:xfrm>
            <a:custGeom>
              <a:rect b="b" l="l" r="r" t="t"/>
              <a:pathLst>
                <a:path extrusionOk="0" h="1140" w="3808">
                  <a:moveTo>
                    <a:pt x="321" y="0"/>
                  </a:moveTo>
                  <a:cubicBezTo>
                    <a:pt x="0" y="36"/>
                    <a:pt x="72" y="499"/>
                    <a:pt x="392" y="499"/>
                  </a:cubicBezTo>
                  <a:cubicBezTo>
                    <a:pt x="1424" y="570"/>
                    <a:pt x="2456" y="783"/>
                    <a:pt x="3416" y="1139"/>
                  </a:cubicBezTo>
                  <a:lnTo>
                    <a:pt x="3523" y="1139"/>
                  </a:lnTo>
                  <a:cubicBezTo>
                    <a:pt x="3630" y="1139"/>
                    <a:pt x="3736" y="1068"/>
                    <a:pt x="3772" y="961"/>
                  </a:cubicBezTo>
                  <a:cubicBezTo>
                    <a:pt x="3808" y="819"/>
                    <a:pt x="3736" y="676"/>
                    <a:pt x="3630" y="641"/>
                  </a:cubicBezTo>
                  <a:cubicBezTo>
                    <a:pt x="2562" y="249"/>
                    <a:pt x="1495" y="36"/>
                    <a:pt x="3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2"/>
            <p:cNvSpPr/>
            <p:nvPr/>
          </p:nvSpPr>
          <p:spPr>
            <a:xfrm>
              <a:off x="6540117" y="1859850"/>
              <a:ext cx="124120" cy="163578"/>
            </a:xfrm>
            <a:custGeom>
              <a:rect b="b" l="l" r="r" t="t"/>
              <a:pathLst>
                <a:path extrusionOk="0" h="8113" w="6156">
                  <a:moveTo>
                    <a:pt x="5266" y="0"/>
                  </a:moveTo>
                  <a:cubicBezTo>
                    <a:pt x="4519" y="0"/>
                    <a:pt x="3808" y="320"/>
                    <a:pt x="3274" y="854"/>
                  </a:cubicBezTo>
                  <a:cubicBezTo>
                    <a:pt x="3035" y="1040"/>
                    <a:pt x="3212" y="1324"/>
                    <a:pt x="3420" y="1324"/>
                  </a:cubicBezTo>
                  <a:cubicBezTo>
                    <a:pt x="3492" y="1324"/>
                    <a:pt x="3566" y="1291"/>
                    <a:pt x="3630" y="1210"/>
                  </a:cubicBezTo>
                  <a:cubicBezTo>
                    <a:pt x="4057" y="783"/>
                    <a:pt x="4662" y="534"/>
                    <a:pt x="5266" y="534"/>
                  </a:cubicBezTo>
                  <a:lnTo>
                    <a:pt x="5622" y="534"/>
                  </a:lnTo>
                  <a:lnTo>
                    <a:pt x="5622" y="1281"/>
                  </a:lnTo>
                  <a:lnTo>
                    <a:pt x="5266" y="1281"/>
                  </a:lnTo>
                  <a:cubicBezTo>
                    <a:pt x="4555" y="1281"/>
                    <a:pt x="3914" y="1815"/>
                    <a:pt x="3772" y="2526"/>
                  </a:cubicBezTo>
                  <a:lnTo>
                    <a:pt x="3701" y="2918"/>
                  </a:lnTo>
                  <a:cubicBezTo>
                    <a:pt x="3665" y="2989"/>
                    <a:pt x="3701" y="3060"/>
                    <a:pt x="3737" y="3131"/>
                  </a:cubicBezTo>
                  <a:cubicBezTo>
                    <a:pt x="3808" y="3167"/>
                    <a:pt x="3879" y="3202"/>
                    <a:pt x="3950" y="3202"/>
                  </a:cubicBezTo>
                  <a:lnTo>
                    <a:pt x="4946" y="3202"/>
                  </a:lnTo>
                  <a:lnTo>
                    <a:pt x="4946" y="3985"/>
                  </a:lnTo>
                  <a:lnTo>
                    <a:pt x="3701" y="3985"/>
                  </a:lnTo>
                  <a:cubicBezTo>
                    <a:pt x="3559" y="3985"/>
                    <a:pt x="3452" y="4056"/>
                    <a:pt x="3452" y="4199"/>
                  </a:cubicBezTo>
                  <a:lnTo>
                    <a:pt x="3025" y="6227"/>
                  </a:lnTo>
                  <a:cubicBezTo>
                    <a:pt x="2847" y="7009"/>
                    <a:pt x="2171" y="7579"/>
                    <a:pt x="1388" y="7579"/>
                  </a:cubicBezTo>
                  <a:lnTo>
                    <a:pt x="499" y="7579"/>
                  </a:lnTo>
                  <a:lnTo>
                    <a:pt x="499" y="6796"/>
                  </a:lnTo>
                  <a:lnTo>
                    <a:pt x="1388" y="6796"/>
                  </a:lnTo>
                  <a:cubicBezTo>
                    <a:pt x="1815" y="6796"/>
                    <a:pt x="2207" y="6511"/>
                    <a:pt x="2278" y="6084"/>
                  </a:cubicBezTo>
                  <a:lnTo>
                    <a:pt x="2633" y="4305"/>
                  </a:lnTo>
                  <a:cubicBezTo>
                    <a:pt x="2669" y="4234"/>
                    <a:pt x="2633" y="4163"/>
                    <a:pt x="2598" y="4092"/>
                  </a:cubicBezTo>
                  <a:cubicBezTo>
                    <a:pt x="2527" y="4021"/>
                    <a:pt x="2456" y="3985"/>
                    <a:pt x="2384" y="3985"/>
                  </a:cubicBezTo>
                  <a:lnTo>
                    <a:pt x="1637" y="3985"/>
                  </a:lnTo>
                  <a:lnTo>
                    <a:pt x="1637" y="3238"/>
                  </a:lnTo>
                  <a:lnTo>
                    <a:pt x="2669" y="3238"/>
                  </a:lnTo>
                  <a:cubicBezTo>
                    <a:pt x="2776" y="3238"/>
                    <a:pt x="2883" y="3167"/>
                    <a:pt x="2918" y="3024"/>
                  </a:cubicBezTo>
                  <a:lnTo>
                    <a:pt x="3025" y="2384"/>
                  </a:lnTo>
                  <a:cubicBezTo>
                    <a:pt x="3025" y="2313"/>
                    <a:pt x="3060" y="2277"/>
                    <a:pt x="3096" y="2206"/>
                  </a:cubicBezTo>
                  <a:cubicBezTo>
                    <a:pt x="3163" y="2029"/>
                    <a:pt x="2967" y="1893"/>
                    <a:pt x="2801" y="1893"/>
                  </a:cubicBezTo>
                  <a:cubicBezTo>
                    <a:pt x="2701" y="1893"/>
                    <a:pt x="2611" y="1943"/>
                    <a:pt x="2598" y="2064"/>
                  </a:cubicBezTo>
                  <a:cubicBezTo>
                    <a:pt x="2562" y="2135"/>
                    <a:pt x="2562" y="2206"/>
                    <a:pt x="2527" y="2277"/>
                  </a:cubicBezTo>
                  <a:lnTo>
                    <a:pt x="2456" y="2740"/>
                  </a:lnTo>
                  <a:lnTo>
                    <a:pt x="1388" y="2740"/>
                  </a:lnTo>
                  <a:cubicBezTo>
                    <a:pt x="1246" y="2740"/>
                    <a:pt x="1139" y="2846"/>
                    <a:pt x="1139" y="2989"/>
                  </a:cubicBezTo>
                  <a:lnTo>
                    <a:pt x="1139" y="4270"/>
                  </a:lnTo>
                  <a:cubicBezTo>
                    <a:pt x="1139" y="4412"/>
                    <a:pt x="1246" y="4519"/>
                    <a:pt x="1388" y="4519"/>
                  </a:cubicBezTo>
                  <a:lnTo>
                    <a:pt x="2064" y="4519"/>
                  </a:lnTo>
                  <a:lnTo>
                    <a:pt x="1780" y="6013"/>
                  </a:lnTo>
                  <a:cubicBezTo>
                    <a:pt x="1744" y="6191"/>
                    <a:pt x="1566" y="6298"/>
                    <a:pt x="1388" y="6333"/>
                  </a:cubicBezTo>
                  <a:lnTo>
                    <a:pt x="285" y="6333"/>
                  </a:lnTo>
                  <a:cubicBezTo>
                    <a:pt x="266" y="6330"/>
                    <a:pt x="248" y="6328"/>
                    <a:pt x="231" y="6328"/>
                  </a:cubicBezTo>
                  <a:cubicBezTo>
                    <a:pt x="86" y="6328"/>
                    <a:pt x="1" y="6455"/>
                    <a:pt x="1" y="6582"/>
                  </a:cubicBezTo>
                  <a:lnTo>
                    <a:pt x="1" y="7863"/>
                  </a:lnTo>
                  <a:cubicBezTo>
                    <a:pt x="1" y="8006"/>
                    <a:pt x="107" y="8112"/>
                    <a:pt x="285" y="8112"/>
                  </a:cubicBezTo>
                  <a:lnTo>
                    <a:pt x="285" y="8077"/>
                  </a:lnTo>
                  <a:lnTo>
                    <a:pt x="1388" y="8077"/>
                  </a:lnTo>
                  <a:cubicBezTo>
                    <a:pt x="2420" y="8077"/>
                    <a:pt x="3310" y="7330"/>
                    <a:pt x="3523" y="6333"/>
                  </a:cubicBezTo>
                  <a:lnTo>
                    <a:pt x="3914" y="4483"/>
                  </a:lnTo>
                  <a:lnTo>
                    <a:pt x="5231" y="4483"/>
                  </a:lnTo>
                  <a:cubicBezTo>
                    <a:pt x="5373" y="4483"/>
                    <a:pt x="5516" y="4376"/>
                    <a:pt x="5516" y="4234"/>
                  </a:cubicBezTo>
                  <a:lnTo>
                    <a:pt x="5516" y="2953"/>
                  </a:lnTo>
                  <a:cubicBezTo>
                    <a:pt x="5516" y="2811"/>
                    <a:pt x="5373" y="2704"/>
                    <a:pt x="5231" y="2704"/>
                  </a:cubicBezTo>
                  <a:lnTo>
                    <a:pt x="4306" y="2704"/>
                  </a:lnTo>
                  <a:lnTo>
                    <a:pt x="4306" y="2633"/>
                  </a:lnTo>
                  <a:cubicBezTo>
                    <a:pt x="4377" y="2135"/>
                    <a:pt x="4804" y="1815"/>
                    <a:pt x="5302" y="1815"/>
                  </a:cubicBezTo>
                  <a:lnTo>
                    <a:pt x="5871" y="1815"/>
                  </a:lnTo>
                  <a:cubicBezTo>
                    <a:pt x="6049" y="1815"/>
                    <a:pt x="6156" y="1672"/>
                    <a:pt x="6156" y="1530"/>
                  </a:cubicBezTo>
                  <a:lnTo>
                    <a:pt x="6156" y="249"/>
                  </a:lnTo>
                  <a:cubicBezTo>
                    <a:pt x="6156" y="107"/>
                    <a:pt x="6049" y="0"/>
                    <a:pt x="5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 name="Google Shape;2527;p72"/>
          <p:cNvGrpSpPr/>
          <p:nvPr/>
        </p:nvGrpSpPr>
        <p:grpSpPr>
          <a:xfrm>
            <a:off x="7972001" y="3462858"/>
            <a:ext cx="320705" cy="357279"/>
            <a:chOff x="7972001" y="3462858"/>
            <a:chExt cx="320705" cy="357279"/>
          </a:xfrm>
        </p:grpSpPr>
        <p:sp>
          <p:nvSpPr>
            <p:cNvPr id="2528" name="Google Shape;2528;p72"/>
            <p:cNvSpPr/>
            <p:nvPr/>
          </p:nvSpPr>
          <p:spPr>
            <a:xfrm>
              <a:off x="8002849" y="3467879"/>
              <a:ext cx="20828" cy="325725"/>
            </a:xfrm>
            <a:custGeom>
              <a:rect b="b" l="l" r="r" t="t"/>
              <a:pathLst>
                <a:path extrusionOk="0" h="16155" w="1033">
                  <a:moveTo>
                    <a:pt x="0" y="1"/>
                  </a:moveTo>
                  <a:lnTo>
                    <a:pt x="0" y="16154"/>
                  </a:lnTo>
                  <a:lnTo>
                    <a:pt x="1032" y="16154"/>
                  </a:lnTo>
                  <a:lnTo>
                    <a:pt x="10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2"/>
            <p:cNvSpPr/>
            <p:nvPr/>
          </p:nvSpPr>
          <p:spPr>
            <a:xfrm>
              <a:off x="8241029" y="3467879"/>
              <a:ext cx="20828" cy="325725"/>
            </a:xfrm>
            <a:custGeom>
              <a:rect b="b" l="l" r="r" t="t"/>
              <a:pathLst>
                <a:path extrusionOk="0" h="16155" w="1033">
                  <a:moveTo>
                    <a:pt x="0" y="1"/>
                  </a:moveTo>
                  <a:lnTo>
                    <a:pt x="0" y="16154"/>
                  </a:lnTo>
                  <a:lnTo>
                    <a:pt x="1032" y="16154"/>
                  </a:lnTo>
                  <a:lnTo>
                    <a:pt x="10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2"/>
            <p:cNvSpPr/>
            <p:nvPr/>
          </p:nvSpPr>
          <p:spPr>
            <a:xfrm>
              <a:off x="8131970" y="3491549"/>
              <a:ext cx="25143" cy="42886"/>
            </a:xfrm>
            <a:custGeom>
              <a:rect b="b" l="l" r="r" t="t"/>
              <a:pathLst>
                <a:path extrusionOk="0" h="2127" w="1247">
                  <a:moveTo>
                    <a:pt x="606" y="1"/>
                  </a:moveTo>
                  <a:cubicBezTo>
                    <a:pt x="286" y="1"/>
                    <a:pt x="37" y="250"/>
                    <a:pt x="37" y="570"/>
                  </a:cubicBezTo>
                  <a:lnTo>
                    <a:pt x="37" y="1460"/>
                  </a:lnTo>
                  <a:cubicBezTo>
                    <a:pt x="1" y="1904"/>
                    <a:pt x="312" y="2127"/>
                    <a:pt x="624" y="2127"/>
                  </a:cubicBezTo>
                  <a:cubicBezTo>
                    <a:pt x="935" y="2127"/>
                    <a:pt x="1246" y="1904"/>
                    <a:pt x="1211" y="1460"/>
                  </a:cubicBezTo>
                  <a:lnTo>
                    <a:pt x="1211" y="570"/>
                  </a:lnTo>
                  <a:cubicBezTo>
                    <a:pt x="1211" y="250"/>
                    <a:pt x="962" y="1"/>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2"/>
            <p:cNvSpPr/>
            <p:nvPr/>
          </p:nvSpPr>
          <p:spPr>
            <a:xfrm>
              <a:off x="8156366" y="3491549"/>
              <a:ext cx="23691" cy="41817"/>
            </a:xfrm>
            <a:custGeom>
              <a:rect b="b" l="l" r="r" t="t"/>
              <a:pathLst>
                <a:path extrusionOk="0" h="2074" w="1175">
                  <a:moveTo>
                    <a:pt x="570" y="1"/>
                  </a:moveTo>
                  <a:cubicBezTo>
                    <a:pt x="250" y="1"/>
                    <a:pt x="1" y="250"/>
                    <a:pt x="1" y="570"/>
                  </a:cubicBezTo>
                  <a:lnTo>
                    <a:pt x="1" y="1460"/>
                  </a:lnTo>
                  <a:cubicBezTo>
                    <a:pt x="1" y="1869"/>
                    <a:pt x="294" y="2073"/>
                    <a:pt x="588" y="2073"/>
                  </a:cubicBezTo>
                  <a:cubicBezTo>
                    <a:pt x="881" y="2073"/>
                    <a:pt x="1175" y="1869"/>
                    <a:pt x="1175" y="1460"/>
                  </a:cubicBezTo>
                  <a:lnTo>
                    <a:pt x="1175" y="570"/>
                  </a:lnTo>
                  <a:cubicBezTo>
                    <a:pt x="1175" y="250"/>
                    <a:pt x="926" y="1"/>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2"/>
            <p:cNvSpPr/>
            <p:nvPr/>
          </p:nvSpPr>
          <p:spPr>
            <a:xfrm>
              <a:off x="8179694" y="3491549"/>
              <a:ext cx="25485" cy="42886"/>
            </a:xfrm>
            <a:custGeom>
              <a:rect b="b" l="l" r="r" t="t"/>
              <a:pathLst>
                <a:path extrusionOk="0" h="2127" w="1264">
                  <a:moveTo>
                    <a:pt x="623" y="1"/>
                  </a:moveTo>
                  <a:cubicBezTo>
                    <a:pt x="303" y="1"/>
                    <a:pt x="53" y="250"/>
                    <a:pt x="53" y="570"/>
                  </a:cubicBezTo>
                  <a:lnTo>
                    <a:pt x="53" y="1460"/>
                  </a:lnTo>
                  <a:cubicBezTo>
                    <a:pt x="0" y="1904"/>
                    <a:pt x="311" y="2127"/>
                    <a:pt x="627" y="2127"/>
                  </a:cubicBezTo>
                  <a:cubicBezTo>
                    <a:pt x="943" y="2127"/>
                    <a:pt x="1263" y="1904"/>
                    <a:pt x="1228" y="1460"/>
                  </a:cubicBezTo>
                  <a:lnTo>
                    <a:pt x="1228" y="570"/>
                  </a:lnTo>
                  <a:cubicBezTo>
                    <a:pt x="1228" y="250"/>
                    <a:pt x="943" y="1"/>
                    <a:pt x="6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2"/>
            <p:cNvSpPr/>
            <p:nvPr/>
          </p:nvSpPr>
          <p:spPr>
            <a:xfrm>
              <a:off x="8131264" y="3566171"/>
              <a:ext cx="25848" cy="43047"/>
            </a:xfrm>
            <a:custGeom>
              <a:rect b="b" l="l" r="r" t="t"/>
              <a:pathLst>
                <a:path extrusionOk="0" h="2135" w="1282">
                  <a:moveTo>
                    <a:pt x="641" y="0"/>
                  </a:moveTo>
                  <a:lnTo>
                    <a:pt x="641" y="36"/>
                  </a:lnTo>
                  <a:cubicBezTo>
                    <a:pt x="321" y="36"/>
                    <a:pt x="72" y="285"/>
                    <a:pt x="36" y="605"/>
                  </a:cubicBezTo>
                  <a:lnTo>
                    <a:pt x="36" y="1494"/>
                  </a:lnTo>
                  <a:cubicBezTo>
                    <a:pt x="0" y="1921"/>
                    <a:pt x="321" y="2135"/>
                    <a:pt x="641" y="2135"/>
                  </a:cubicBezTo>
                  <a:cubicBezTo>
                    <a:pt x="961" y="2135"/>
                    <a:pt x="1281" y="1921"/>
                    <a:pt x="1246" y="1494"/>
                  </a:cubicBezTo>
                  <a:lnTo>
                    <a:pt x="1246" y="605"/>
                  </a:lnTo>
                  <a:cubicBezTo>
                    <a:pt x="1246" y="285"/>
                    <a:pt x="961"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2"/>
            <p:cNvSpPr/>
            <p:nvPr/>
          </p:nvSpPr>
          <p:spPr>
            <a:xfrm>
              <a:off x="8107593" y="3566877"/>
              <a:ext cx="25848" cy="42886"/>
            </a:xfrm>
            <a:custGeom>
              <a:rect b="b" l="l" r="r" t="t"/>
              <a:pathLst>
                <a:path extrusionOk="0" h="2127" w="1282">
                  <a:moveTo>
                    <a:pt x="641" y="1"/>
                  </a:moveTo>
                  <a:cubicBezTo>
                    <a:pt x="320" y="1"/>
                    <a:pt x="36" y="250"/>
                    <a:pt x="36" y="570"/>
                  </a:cubicBezTo>
                  <a:lnTo>
                    <a:pt x="36" y="1459"/>
                  </a:lnTo>
                  <a:cubicBezTo>
                    <a:pt x="0" y="1904"/>
                    <a:pt x="320" y="2127"/>
                    <a:pt x="641" y="2127"/>
                  </a:cubicBezTo>
                  <a:cubicBezTo>
                    <a:pt x="961" y="2127"/>
                    <a:pt x="1281" y="1904"/>
                    <a:pt x="1246" y="1459"/>
                  </a:cubicBezTo>
                  <a:lnTo>
                    <a:pt x="1246" y="570"/>
                  </a:lnTo>
                  <a:cubicBezTo>
                    <a:pt x="1246" y="250"/>
                    <a:pt x="961" y="1"/>
                    <a:pt x="6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2"/>
            <p:cNvSpPr/>
            <p:nvPr/>
          </p:nvSpPr>
          <p:spPr>
            <a:xfrm>
              <a:off x="8059526" y="3566171"/>
              <a:ext cx="25848" cy="43047"/>
            </a:xfrm>
            <a:custGeom>
              <a:rect b="b" l="l" r="r" t="t"/>
              <a:pathLst>
                <a:path extrusionOk="0" h="2135" w="1282">
                  <a:moveTo>
                    <a:pt x="641" y="0"/>
                  </a:moveTo>
                  <a:lnTo>
                    <a:pt x="641" y="36"/>
                  </a:lnTo>
                  <a:cubicBezTo>
                    <a:pt x="321" y="36"/>
                    <a:pt x="71" y="285"/>
                    <a:pt x="36" y="605"/>
                  </a:cubicBezTo>
                  <a:lnTo>
                    <a:pt x="36" y="1494"/>
                  </a:lnTo>
                  <a:cubicBezTo>
                    <a:pt x="0" y="1921"/>
                    <a:pt x="321" y="2135"/>
                    <a:pt x="641" y="2135"/>
                  </a:cubicBezTo>
                  <a:cubicBezTo>
                    <a:pt x="961" y="2135"/>
                    <a:pt x="1281" y="1921"/>
                    <a:pt x="1246" y="1494"/>
                  </a:cubicBezTo>
                  <a:lnTo>
                    <a:pt x="1246" y="605"/>
                  </a:lnTo>
                  <a:cubicBezTo>
                    <a:pt x="1246" y="285"/>
                    <a:pt x="961" y="0"/>
                    <a:pt x="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2"/>
            <p:cNvSpPr/>
            <p:nvPr/>
          </p:nvSpPr>
          <p:spPr>
            <a:xfrm>
              <a:off x="8156366" y="3566877"/>
              <a:ext cx="23691" cy="41817"/>
            </a:xfrm>
            <a:custGeom>
              <a:rect b="b" l="l" r="r" t="t"/>
              <a:pathLst>
                <a:path extrusionOk="0" h="2074" w="1175">
                  <a:moveTo>
                    <a:pt x="570" y="1"/>
                  </a:moveTo>
                  <a:cubicBezTo>
                    <a:pt x="250" y="1"/>
                    <a:pt x="1" y="250"/>
                    <a:pt x="1" y="570"/>
                  </a:cubicBezTo>
                  <a:lnTo>
                    <a:pt x="1" y="1459"/>
                  </a:lnTo>
                  <a:cubicBezTo>
                    <a:pt x="1" y="1869"/>
                    <a:pt x="294" y="2073"/>
                    <a:pt x="588" y="2073"/>
                  </a:cubicBezTo>
                  <a:cubicBezTo>
                    <a:pt x="881" y="2073"/>
                    <a:pt x="1175" y="1869"/>
                    <a:pt x="1175" y="1459"/>
                  </a:cubicBezTo>
                  <a:lnTo>
                    <a:pt x="1175" y="570"/>
                  </a:lnTo>
                  <a:cubicBezTo>
                    <a:pt x="1175" y="250"/>
                    <a:pt x="926" y="1"/>
                    <a:pt x="5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2"/>
            <p:cNvSpPr/>
            <p:nvPr/>
          </p:nvSpPr>
          <p:spPr>
            <a:xfrm>
              <a:off x="8179694" y="3566877"/>
              <a:ext cx="25485" cy="42886"/>
            </a:xfrm>
            <a:custGeom>
              <a:rect b="b" l="l" r="r" t="t"/>
              <a:pathLst>
                <a:path extrusionOk="0" h="2127" w="1264">
                  <a:moveTo>
                    <a:pt x="623" y="1"/>
                  </a:moveTo>
                  <a:cubicBezTo>
                    <a:pt x="303" y="1"/>
                    <a:pt x="53" y="250"/>
                    <a:pt x="53" y="570"/>
                  </a:cubicBezTo>
                  <a:lnTo>
                    <a:pt x="53" y="1459"/>
                  </a:lnTo>
                  <a:cubicBezTo>
                    <a:pt x="0" y="1904"/>
                    <a:pt x="311" y="2127"/>
                    <a:pt x="627" y="2127"/>
                  </a:cubicBezTo>
                  <a:cubicBezTo>
                    <a:pt x="943" y="2127"/>
                    <a:pt x="1263" y="1904"/>
                    <a:pt x="1228" y="1459"/>
                  </a:cubicBezTo>
                  <a:lnTo>
                    <a:pt x="1228" y="570"/>
                  </a:lnTo>
                  <a:cubicBezTo>
                    <a:pt x="1228" y="250"/>
                    <a:pt x="943" y="1"/>
                    <a:pt x="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2"/>
            <p:cNvSpPr/>
            <p:nvPr/>
          </p:nvSpPr>
          <p:spPr>
            <a:xfrm>
              <a:off x="8156366" y="3642204"/>
              <a:ext cx="23691" cy="42523"/>
            </a:xfrm>
            <a:custGeom>
              <a:rect b="b" l="l" r="r" t="t"/>
              <a:pathLst>
                <a:path extrusionOk="0" h="2109" w="1175">
                  <a:moveTo>
                    <a:pt x="570" y="1"/>
                  </a:moveTo>
                  <a:cubicBezTo>
                    <a:pt x="250" y="1"/>
                    <a:pt x="1" y="250"/>
                    <a:pt x="1" y="606"/>
                  </a:cubicBezTo>
                  <a:lnTo>
                    <a:pt x="1" y="1495"/>
                  </a:lnTo>
                  <a:cubicBezTo>
                    <a:pt x="1" y="1904"/>
                    <a:pt x="294" y="2109"/>
                    <a:pt x="588" y="2109"/>
                  </a:cubicBezTo>
                  <a:cubicBezTo>
                    <a:pt x="881" y="2109"/>
                    <a:pt x="1175" y="1904"/>
                    <a:pt x="1175" y="1495"/>
                  </a:cubicBezTo>
                  <a:lnTo>
                    <a:pt x="1175" y="606"/>
                  </a:lnTo>
                  <a:cubicBezTo>
                    <a:pt x="1175" y="250"/>
                    <a:pt x="926" y="1"/>
                    <a:pt x="5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2"/>
            <p:cNvSpPr/>
            <p:nvPr/>
          </p:nvSpPr>
          <p:spPr>
            <a:xfrm>
              <a:off x="8180037" y="3642204"/>
              <a:ext cx="24417" cy="41454"/>
            </a:xfrm>
            <a:custGeom>
              <a:rect b="b" l="l" r="r" t="t"/>
              <a:pathLst>
                <a:path extrusionOk="0" h="2056" w="1211">
                  <a:moveTo>
                    <a:pt x="606" y="1"/>
                  </a:moveTo>
                  <a:cubicBezTo>
                    <a:pt x="286" y="1"/>
                    <a:pt x="1" y="250"/>
                    <a:pt x="36" y="606"/>
                  </a:cubicBezTo>
                  <a:lnTo>
                    <a:pt x="36" y="1495"/>
                  </a:lnTo>
                  <a:cubicBezTo>
                    <a:pt x="54" y="1869"/>
                    <a:pt x="330" y="2055"/>
                    <a:pt x="610" y="2055"/>
                  </a:cubicBezTo>
                  <a:cubicBezTo>
                    <a:pt x="890" y="2055"/>
                    <a:pt x="1175" y="1869"/>
                    <a:pt x="1211" y="1495"/>
                  </a:cubicBezTo>
                  <a:lnTo>
                    <a:pt x="1211" y="606"/>
                  </a:lnTo>
                  <a:cubicBezTo>
                    <a:pt x="1211" y="250"/>
                    <a:pt x="926" y="1"/>
                    <a:pt x="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2"/>
            <p:cNvSpPr/>
            <p:nvPr/>
          </p:nvSpPr>
          <p:spPr>
            <a:xfrm>
              <a:off x="8060232" y="3642204"/>
              <a:ext cx="24417" cy="41454"/>
            </a:xfrm>
            <a:custGeom>
              <a:rect b="b" l="l" r="r" t="t"/>
              <a:pathLst>
                <a:path extrusionOk="0" h="2056" w="1211">
                  <a:moveTo>
                    <a:pt x="606" y="1"/>
                  </a:moveTo>
                  <a:cubicBezTo>
                    <a:pt x="286" y="1"/>
                    <a:pt x="1" y="250"/>
                    <a:pt x="1" y="606"/>
                  </a:cubicBezTo>
                  <a:lnTo>
                    <a:pt x="1" y="1495"/>
                  </a:lnTo>
                  <a:cubicBezTo>
                    <a:pt x="36" y="1869"/>
                    <a:pt x="321" y="2055"/>
                    <a:pt x="606" y="2055"/>
                  </a:cubicBezTo>
                  <a:cubicBezTo>
                    <a:pt x="890" y="2055"/>
                    <a:pt x="1175" y="1869"/>
                    <a:pt x="1211" y="1495"/>
                  </a:cubicBezTo>
                  <a:lnTo>
                    <a:pt x="1211" y="606"/>
                  </a:lnTo>
                  <a:cubicBezTo>
                    <a:pt x="1211" y="250"/>
                    <a:pt x="926" y="1"/>
                    <a:pt x="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2"/>
            <p:cNvSpPr/>
            <p:nvPr/>
          </p:nvSpPr>
          <p:spPr>
            <a:xfrm>
              <a:off x="8084628" y="3642204"/>
              <a:ext cx="23691" cy="42523"/>
            </a:xfrm>
            <a:custGeom>
              <a:rect b="b" l="l" r="r" t="t"/>
              <a:pathLst>
                <a:path extrusionOk="0" h="2109" w="1175">
                  <a:moveTo>
                    <a:pt x="570" y="1"/>
                  </a:moveTo>
                  <a:cubicBezTo>
                    <a:pt x="250" y="1"/>
                    <a:pt x="1" y="250"/>
                    <a:pt x="1" y="606"/>
                  </a:cubicBezTo>
                  <a:lnTo>
                    <a:pt x="1" y="1495"/>
                  </a:lnTo>
                  <a:cubicBezTo>
                    <a:pt x="1" y="1904"/>
                    <a:pt x="294" y="2109"/>
                    <a:pt x="588" y="2109"/>
                  </a:cubicBezTo>
                  <a:cubicBezTo>
                    <a:pt x="881" y="2109"/>
                    <a:pt x="1175" y="1904"/>
                    <a:pt x="1175" y="1495"/>
                  </a:cubicBezTo>
                  <a:lnTo>
                    <a:pt x="1175" y="606"/>
                  </a:lnTo>
                  <a:cubicBezTo>
                    <a:pt x="1175" y="250"/>
                    <a:pt x="926" y="1"/>
                    <a:pt x="5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2"/>
            <p:cNvSpPr/>
            <p:nvPr/>
          </p:nvSpPr>
          <p:spPr>
            <a:xfrm>
              <a:off x="8108299" y="3642204"/>
              <a:ext cx="24417" cy="41454"/>
            </a:xfrm>
            <a:custGeom>
              <a:rect b="b" l="l" r="r" t="t"/>
              <a:pathLst>
                <a:path extrusionOk="0" h="2056" w="1211">
                  <a:moveTo>
                    <a:pt x="606" y="1"/>
                  </a:moveTo>
                  <a:cubicBezTo>
                    <a:pt x="285" y="1"/>
                    <a:pt x="1" y="250"/>
                    <a:pt x="1" y="606"/>
                  </a:cubicBezTo>
                  <a:lnTo>
                    <a:pt x="1" y="1495"/>
                  </a:lnTo>
                  <a:cubicBezTo>
                    <a:pt x="36" y="1869"/>
                    <a:pt x="321" y="2055"/>
                    <a:pt x="606" y="2055"/>
                  </a:cubicBezTo>
                  <a:cubicBezTo>
                    <a:pt x="890" y="2055"/>
                    <a:pt x="1175" y="1869"/>
                    <a:pt x="1211" y="1495"/>
                  </a:cubicBezTo>
                  <a:lnTo>
                    <a:pt x="1211" y="606"/>
                  </a:lnTo>
                  <a:cubicBezTo>
                    <a:pt x="1211" y="250"/>
                    <a:pt x="926" y="1"/>
                    <a:pt x="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8131970" y="3717531"/>
              <a:ext cx="25143" cy="43067"/>
            </a:xfrm>
            <a:custGeom>
              <a:rect b="b" l="l" r="r" t="t"/>
              <a:pathLst>
                <a:path extrusionOk="0" h="2136" w="1247">
                  <a:moveTo>
                    <a:pt x="606" y="1"/>
                  </a:moveTo>
                  <a:cubicBezTo>
                    <a:pt x="286" y="1"/>
                    <a:pt x="37" y="285"/>
                    <a:pt x="37" y="605"/>
                  </a:cubicBezTo>
                  <a:lnTo>
                    <a:pt x="37" y="1495"/>
                  </a:lnTo>
                  <a:cubicBezTo>
                    <a:pt x="1" y="1922"/>
                    <a:pt x="312" y="2135"/>
                    <a:pt x="624" y="2135"/>
                  </a:cubicBezTo>
                  <a:cubicBezTo>
                    <a:pt x="935" y="2135"/>
                    <a:pt x="1246" y="1922"/>
                    <a:pt x="1211" y="1495"/>
                  </a:cubicBezTo>
                  <a:lnTo>
                    <a:pt x="1211" y="605"/>
                  </a:lnTo>
                  <a:cubicBezTo>
                    <a:pt x="1211" y="285"/>
                    <a:pt x="962" y="1"/>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2"/>
            <p:cNvSpPr/>
            <p:nvPr/>
          </p:nvSpPr>
          <p:spPr>
            <a:xfrm>
              <a:off x="8156366" y="3717531"/>
              <a:ext cx="23691" cy="41998"/>
            </a:xfrm>
            <a:custGeom>
              <a:rect b="b" l="l" r="r" t="t"/>
              <a:pathLst>
                <a:path extrusionOk="0" h="2083" w="1175">
                  <a:moveTo>
                    <a:pt x="570" y="1"/>
                  </a:moveTo>
                  <a:cubicBezTo>
                    <a:pt x="250" y="1"/>
                    <a:pt x="1" y="285"/>
                    <a:pt x="1" y="605"/>
                  </a:cubicBezTo>
                  <a:lnTo>
                    <a:pt x="1" y="1495"/>
                  </a:lnTo>
                  <a:cubicBezTo>
                    <a:pt x="1" y="1886"/>
                    <a:pt x="294" y="2082"/>
                    <a:pt x="588" y="2082"/>
                  </a:cubicBezTo>
                  <a:cubicBezTo>
                    <a:pt x="881" y="2082"/>
                    <a:pt x="1175" y="1886"/>
                    <a:pt x="1175" y="1495"/>
                  </a:cubicBezTo>
                  <a:lnTo>
                    <a:pt x="1175" y="605"/>
                  </a:lnTo>
                  <a:cubicBezTo>
                    <a:pt x="1175" y="285"/>
                    <a:pt x="926" y="1"/>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2"/>
            <p:cNvSpPr/>
            <p:nvPr/>
          </p:nvSpPr>
          <p:spPr>
            <a:xfrm>
              <a:off x="8179694" y="3717531"/>
              <a:ext cx="25485" cy="43067"/>
            </a:xfrm>
            <a:custGeom>
              <a:rect b="b" l="l" r="r" t="t"/>
              <a:pathLst>
                <a:path extrusionOk="0" h="2136" w="1264">
                  <a:moveTo>
                    <a:pt x="623" y="1"/>
                  </a:moveTo>
                  <a:cubicBezTo>
                    <a:pt x="303" y="1"/>
                    <a:pt x="53" y="285"/>
                    <a:pt x="53" y="605"/>
                  </a:cubicBezTo>
                  <a:lnTo>
                    <a:pt x="53" y="1495"/>
                  </a:lnTo>
                  <a:cubicBezTo>
                    <a:pt x="0" y="1922"/>
                    <a:pt x="311" y="2135"/>
                    <a:pt x="627" y="2135"/>
                  </a:cubicBezTo>
                  <a:cubicBezTo>
                    <a:pt x="943" y="2135"/>
                    <a:pt x="1263" y="1922"/>
                    <a:pt x="1228" y="1495"/>
                  </a:cubicBezTo>
                  <a:lnTo>
                    <a:pt x="1228" y="605"/>
                  </a:lnTo>
                  <a:cubicBezTo>
                    <a:pt x="1228" y="285"/>
                    <a:pt x="943" y="1"/>
                    <a:pt x="6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2"/>
            <p:cNvSpPr/>
            <p:nvPr/>
          </p:nvSpPr>
          <p:spPr>
            <a:xfrm>
              <a:off x="7972001" y="3462858"/>
              <a:ext cx="320705" cy="357279"/>
            </a:xfrm>
            <a:custGeom>
              <a:rect b="b" l="l" r="r" t="t"/>
              <a:pathLst>
                <a:path extrusionOk="0" h="17720" w="15906">
                  <a:moveTo>
                    <a:pt x="10924" y="1673"/>
                  </a:moveTo>
                  <a:cubicBezTo>
                    <a:pt x="11102" y="1673"/>
                    <a:pt x="11280" y="1815"/>
                    <a:pt x="11280" y="1993"/>
                  </a:cubicBezTo>
                  <a:lnTo>
                    <a:pt x="11280" y="2883"/>
                  </a:lnTo>
                  <a:cubicBezTo>
                    <a:pt x="11244" y="3096"/>
                    <a:pt x="11084" y="3203"/>
                    <a:pt x="10928" y="3203"/>
                  </a:cubicBezTo>
                  <a:cubicBezTo>
                    <a:pt x="10773" y="3203"/>
                    <a:pt x="10621" y="3096"/>
                    <a:pt x="10604" y="2883"/>
                  </a:cubicBezTo>
                  <a:lnTo>
                    <a:pt x="10604" y="1993"/>
                  </a:lnTo>
                  <a:cubicBezTo>
                    <a:pt x="10604" y="1815"/>
                    <a:pt x="10746" y="1673"/>
                    <a:pt x="10924" y="1673"/>
                  </a:cubicBezTo>
                  <a:close/>
                  <a:moveTo>
                    <a:pt x="8558" y="1673"/>
                  </a:moveTo>
                  <a:cubicBezTo>
                    <a:pt x="8727" y="1673"/>
                    <a:pt x="8896" y="1779"/>
                    <a:pt x="8896" y="1993"/>
                  </a:cubicBezTo>
                  <a:lnTo>
                    <a:pt x="8896" y="2883"/>
                  </a:lnTo>
                  <a:cubicBezTo>
                    <a:pt x="8896" y="3114"/>
                    <a:pt x="8727" y="3229"/>
                    <a:pt x="8558" y="3229"/>
                  </a:cubicBezTo>
                  <a:cubicBezTo>
                    <a:pt x="8389" y="3229"/>
                    <a:pt x="8220" y="3114"/>
                    <a:pt x="8220" y="2883"/>
                  </a:cubicBezTo>
                  <a:lnTo>
                    <a:pt x="8220" y="1993"/>
                  </a:lnTo>
                  <a:cubicBezTo>
                    <a:pt x="8220" y="1779"/>
                    <a:pt x="8389" y="1673"/>
                    <a:pt x="8558" y="1673"/>
                  </a:cubicBezTo>
                  <a:close/>
                  <a:moveTo>
                    <a:pt x="9750" y="1673"/>
                  </a:moveTo>
                  <a:cubicBezTo>
                    <a:pt x="9927" y="1673"/>
                    <a:pt x="10070" y="1815"/>
                    <a:pt x="10070" y="1993"/>
                  </a:cubicBezTo>
                  <a:lnTo>
                    <a:pt x="10070" y="2883"/>
                  </a:lnTo>
                  <a:cubicBezTo>
                    <a:pt x="10070" y="3114"/>
                    <a:pt x="9901" y="3229"/>
                    <a:pt x="9732" y="3229"/>
                  </a:cubicBezTo>
                  <a:cubicBezTo>
                    <a:pt x="9563" y="3229"/>
                    <a:pt x="9394" y="3114"/>
                    <a:pt x="9394" y="2883"/>
                  </a:cubicBezTo>
                  <a:lnTo>
                    <a:pt x="9394" y="1993"/>
                  </a:lnTo>
                  <a:cubicBezTo>
                    <a:pt x="9394" y="1815"/>
                    <a:pt x="9572" y="1673"/>
                    <a:pt x="9750" y="1673"/>
                  </a:cubicBezTo>
                  <a:close/>
                  <a:moveTo>
                    <a:pt x="13094" y="2705"/>
                  </a:moveTo>
                  <a:lnTo>
                    <a:pt x="13094" y="5942"/>
                  </a:lnTo>
                  <a:lnTo>
                    <a:pt x="11778" y="5942"/>
                  </a:lnTo>
                  <a:lnTo>
                    <a:pt x="11778" y="5729"/>
                  </a:lnTo>
                  <a:cubicBezTo>
                    <a:pt x="11778" y="5221"/>
                    <a:pt x="11350" y="4877"/>
                    <a:pt x="10908" y="4877"/>
                  </a:cubicBezTo>
                  <a:cubicBezTo>
                    <a:pt x="10700" y="4877"/>
                    <a:pt x="10490" y="4953"/>
                    <a:pt x="10319" y="5124"/>
                  </a:cubicBezTo>
                  <a:cubicBezTo>
                    <a:pt x="10159" y="4964"/>
                    <a:pt x="9945" y="4884"/>
                    <a:pt x="9732" y="4884"/>
                  </a:cubicBezTo>
                  <a:cubicBezTo>
                    <a:pt x="9518" y="4884"/>
                    <a:pt x="9305" y="4964"/>
                    <a:pt x="9145" y="5124"/>
                  </a:cubicBezTo>
                  <a:cubicBezTo>
                    <a:pt x="8967" y="4946"/>
                    <a:pt x="8753" y="4875"/>
                    <a:pt x="8540" y="4875"/>
                  </a:cubicBezTo>
                  <a:cubicBezTo>
                    <a:pt x="8380" y="5035"/>
                    <a:pt x="8166" y="5115"/>
                    <a:pt x="7953" y="5115"/>
                  </a:cubicBezTo>
                  <a:cubicBezTo>
                    <a:pt x="7739" y="5115"/>
                    <a:pt x="7526" y="5035"/>
                    <a:pt x="7366" y="4875"/>
                  </a:cubicBezTo>
                  <a:cubicBezTo>
                    <a:pt x="6868" y="4875"/>
                    <a:pt x="6512" y="5266"/>
                    <a:pt x="6512" y="5729"/>
                  </a:cubicBezTo>
                  <a:lnTo>
                    <a:pt x="6512" y="5942"/>
                  </a:lnTo>
                  <a:lnTo>
                    <a:pt x="5836" y="5942"/>
                  </a:lnTo>
                  <a:lnTo>
                    <a:pt x="5836" y="5729"/>
                  </a:lnTo>
                  <a:cubicBezTo>
                    <a:pt x="5836" y="5160"/>
                    <a:pt x="5409" y="4875"/>
                    <a:pt x="4982" y="4875"/>
                  </a:cubicBezTo>
                  <a:cubicBezTo>
                    <a:pt x="4555" y="4875"/>
                    <a:pt x="4128" y="5160"/>
                    <a:pt x="4128" y="5729"/>
                  </a:cubicBezTo>
                  <a:lnTo>
                    <a:pt x="4128" y="5942"/>
                  </a:lnTo>
                  <a:lnTo>
                    <a:pt x="2811" y="5942"/>
                  </a:lnTo>
                  <a:lnTo>
                    <a:pt x="2811" y="2705"/>
                  </a:lnTo>
                  <a:lnTo>
                    <a:pt x="7686" y="2705"/>
                  </a:lnTo>
                  <a:lnTo>
                    <a:pt x="7686" y="2918"/>
                  </a:lnTo>
                  <a:cubicBezTo>
                    <a:pt x="7686" y="3426"/>
                    <a:pt x="8114" y="3770"/>
                    <a:pt x="8555" y="3770"/>
                  </a:cubicBezTo>
                  <a:cubicBezTo>
                    <a:pt x="8763" y="3770"/>
                    <a:pt x="8974" y="3694"/>
                    <a:pt x="9145" y="3523"/>
                  </a:cubicBezTo>
                  <a:cubicBezTo>
                    <a:pt x="9341" y="3477"/>
                    <a:pt x="9541" y="3453"/>
                    <a:pt x="9740" y="3453"/>
                  </a:cubicBezTo>
                  <a:cubicBezTo>
                    <a:pt x="10154" y="3453"/>
                    <a:pt x="10563" y="3556"/>
                    <a:pt x="10924" y="3772"/>
                  </a:cubicBezTo>
                  <a:cubicBezTo>
                    <a:pt x="11386" y="3772"/>
                    <a:pt x="11778" y="3381"/>
                    <a:pt x="11778" y="2918"/>
                  </a:cubicBezTo>
                  <a:lnTo>
                    <a:pt x="11778" y="2705"/>
                  </a:lnTo>
                  <a:close/>
                  <a:moveTo>
                    <a:pt x="5000" y="5444"/>
                  </a:moveTo>
                  <a:cubicBezTo>
                    <a:pt x="5169" y="5444"/>
                    <a:pt x="5338" y="5551"/>
                    <a:pt x="5338" y="5765"/>
                  </a:cubicBezTo>
                  <a:lnTo>
                    <a:pt x="5338" y="6654"/>
                  </a:lnTo>
                  <a:cubicBezTo>
                    <a:pt x="5338" y="6868"/>
                    <a:pt x="5169" y="6974"/>
                    <a:pt x="5000" y="6974"/>
                  </a:cubicBezTo>
                  <a:cubicBezTo>
                    <a:pt x="4831" y="6974"/>
                    <a:pt x="4662" y="6868"/>
                    <a:pt x="4662" y="6654"/>
                  </a:cubicBezTo>
                  <a:lnTo>
                    <a:pt x="4662" y="5765"/>
                  </a:lnTo>
                  <a:cubicBezTo>
                    <a:pt x="4662" y="5551"/>
                    <a:pt x="4831" y="5444"/>
                    <a:pt x="5000" y="5444"/>
                  </a:cubicBezTo>
                  <a:close/>
                  <a:moveTo>
                    <a:pt x="8558" y="5444"/>
                  </a:moveTo>
                  <a:cubicBezTo>
                    <a:pt x="8727" y="5444"/>
                    <a:pt x="8896" y="5551"/>
                    <a:pt x="8896" y="5765"/>
                  </a:cubicBezTo>
                  <a:lnTo>
                    <a:pt x="8896" y="6654"/>
                  </a:lnTo>
                  <a:cubicBezTo>
                    <a:pt x="8896" y="6868"/>
                    <a:pt x="8727" y="6974"/>
                    <a:pt x="8558" y="6974"/>
                  </a:cubicBezTo>
                  <a:cubicBezTo>
                    <a:pt x="8389" y="6974"/>
                    <a:pt x="8220" y="6868"/>
                    <a:pt x="8220" y="6654"/>
                  </a:cubicBezTo>
                  <a:lnTo>
                    <a:pt x="8220" y="5765"/>
                  </a:lnTo>
                  <a:cubicBezTo>
                    <a:pt x="8220" y="5551"/>
                    <a:pt x="8389" y="5444"/>
                    <a:pt x="8558" y="5444"/>
                  </a:cubicBezTo>
                  <a:close/>
                  <a:moveTo>
                    <a:pt x="9732" y="5444"/>
                  </a:moveTo>
                  <a:cubicBezTo>
                    <a:pt x="9901" y="5444"/>
                    <a:pt x="10070" y="5551"/>
                    <a:pt x="10070" y="5765"/>
                  </a:cubicBezTo>
                  <a:lnTo>
                    <a:pt x="10070" y="6654"/>
                  </a:lnTo>
                  <a:cubicBezTo>
                    <a:pt x="10070" y="6868"/>
                    <a:pt x="9901" y="6974"/>
                    <a:pt x="9732" y="6974"/>
                  </a:cubicBezTo>
                  <a:cubicBezTo>
                    <a:pt x="9563" y="6974"/>
                    <a:pt x="9394" y="6868"/>
                    <a:pt x="9394" y="6654"/>
                  </a:cubicBezTo>
                  <a:lnTo>
                    <a:pt x="9394" y="5765"/>
                  </a:lnTo>
                  <a:cubicBezTo>
                    <a:pt x="9394" y="5551"/>
                    <a:pt x="9563" y="5444"/>
                    <a:pt x="9732" y="5444"/>
                  </a:cubicBezTo>
                  <a:close/>
                  <a:moveTo>
                    <a:pt x="7366" y="5471"/>
                  </a:moveTo>
                  <a:cubicBezTo>
                    <a:pt x="7517" y="5471"/>
                    <a:pt x="7668" y="5569"/>
                    <a:pt x="7686" y="5765"/>
                  </a:cubicBezTo>
                  <a:lnTo>
                    <a:pt x="7686" y="6654"/>
                  </a:lnTo>
                  <a:cubicBezTo>
                    <a:pt x="7721" y="6903"/>
                    <a:pt x="7544" y="7028"/>
                    <a:pt x="7366" y="7028"/>
                  </a:cubicBezTo>
                  <a:cubicBezTo>
                    <a:pt x="7188" y="7028"/>
                    <a:pt x="7010" y="6903"/>
                    <a:pt x="7045" y="6654"/>
                  </a:cubicBezTo>
                  <a:lnTo>
                    <a:pt x="7045" y="5765"/>
                  </a:lnTo>
                  <a:cubicBezTo>
                    <a:pt x="7063" y="5569"/>
                    <a:pt x="7214" y="5471"/>
                    <a:pt x="7366" y="5471"/>
                  </a:cubicBezTo>
                  <a:close/>
                  <a:moveTo>
                    <a:pt x="10928" y="5471"/>
                  </a:moveTo>
                  <a:cubicBezTo>
                    <a:pt x="11084" y="5471"/>
                    <a:pt x="11244" y="5569"/>
                    <a:pt x="11280" y="5765"/>
                  </a:cubicBezTo>
                  <a:lnTo>
                    <a:pt x="11280" y="6654"/>
                  </a:lnTo>
                  <a:cubicBezTo>
                    <a:pt x="11297" y="6903"/>
                    <a:pt x="11111" y="7028"/>
                    <a:pt x="10928" y="7028"/>
                  </a:cubicBezTo>
                  <a:cubicBezTo>
                    <a:pt x="10746" y="7028"/>
                    <a:pt x="10568" y="6903"/>
                    <a:pt x="10604" y="6654"/>
                  </a:cubicBezTo>
                  <a:lnTo>
                    <a:pt x="10604" y="5765"/>
                  </a:lnTo>
                  <a:cubicBezTo>
                    <a:pt x="10621" y="5569"/>
                    <a:pt x="10773" y="5471"/>
                    <a:pt x="10928" y="5471"/>
                  </a:cubicBezTo>
                  <a:close/>
                  <a:moveTo>
                    <a:pt x="13059" y="6476"/>
                  </a:moveTo>
                  <a:lnTo>
                    <a:pt x="13059" y="9678"/>
                  </a:lnTo>
                  <a:lnTo>
                    <a:pt x="11778" y="9678"/>
                  </a:lnTo>
                  <a:lnTo>
                    <a:pt x="11778" y="9501"/>
                  </a:lnTo>
                  <a:cubicBezTo>
                    <a:pt x="11778" y="9002"/>
                    <a:pt x="11386" y="8647"/>
                    <a:pt x="10924" y="8647"/>
                  </a:cubicBezTo>
                  <a:cubicBezTo>
                    <a:pt x="10764" y="8807"/>
                    <a:pt x="10550" y="8887"/>
                    <a:pt x="10332" y="8887"/>
                  </a:cubicBezTo>
                  <a:cubicBezTo>
                    <a:pt x="10114" y="8887"/>
                    <a:pt x="9892" y="8807"/>
                    <a:pt x="9714" y="8647"/>
                  </a:cubicBezTo>
                  <a:cubicBezTo>
                    <a:pt x="9251" y="8647"/>
                    <a:pt x="8896" y="9002"/>
                    <a:pt x="8896" y="9501"/>
                  </a:cubicBezTo>
                  <a:lnTo>
                    <a:pt x="8896" y="9678"/>
                  </a:lnTo>
                  <a:lnTo>
                    <a:pt x="8220" y="9678"/>
                  </a:lnTo>
                  <a:lnTo>
                    <a:pt x="8220" y="9501"/>
                  </a:lnTo>
                  <a:cubicBezTo>
                    <a:pt x="8220" y="9002"/>
                    <a:pt x="7828" y="8647"/>
                    <a:pt x="7366" y="8647"/>
                  </a:cubicBezTo>
                  <a:cubicBezTo>
                    <a:pt x="7117" y="8647"/>
                    <a:pt x="6903" y="8718"/>
                    <a:pt x="6761" y="8896"/>
                  </a:cubicBezTo>
                  <a:cubicBezTo>
                    <a:pt x="6601" y="8718"/>
                    <a:pt x="6387" y="8629"/>
                    <a:pt x="6174" y="8629"/>
                  </a:cubicBezTo>
                  <a:cubicBezTo>
                    <a:pt x="5960" y="8629"/>
                    <a:pt x="5747" y="8718"/>
                    <a:pt x="5587" y="8896"/>
                  </a:cubicBezTo>
                  <a:cubicBezTo>
                    <a:pt x="5409" y="8718"/>
                    <a:pt x="5195" y="8647"/>
                    <a:pt x="4982" y="8647"/>
                  </a:cubicBezTo>
                  <a:cubicBezTo>
                    <a:pt x="4519" y="8647"/>
                    <a:pt x="4128" y="9002"/>
                    <a:pt x="4128" y="9501"/>
                  </a:cubicBezTo>
                  <a:lnTo>
                    <a:pt x="4128" y="9678"/>
                  </a:lnTo>
                  <a:lnTo>
                    <a:pt x="2811" y="9678"/>
                  </a:lnTo>
                  <a:lnTo>
                    <a:pt x="2811" y="6476"/>
                  </a:lnTo>
                  <a:lnTo>
                    <a:pt x="4128" y="6476"/>
                  </a:lnTo>
                  <a:lnTo>
                    <a:pt x="4128" y="6654"/>
                  </a:lnTo>
                  <a:cubicBezTo>
                    <a:pt x="4128" y="7117"/>
                    <a:pt x="4519" y="7508"/>
                    <a:pt x="4982" y="7508"/>
                  </a:cubicBezTo>
                  <a:cubicBezTo>
                    <a:pt x="5444" y="7508"/>
                    <a:pt x="5836" y="7117"/>
                    <a:pt x="5836" y="6654"/>
                  </a:cubicBezTo>
                  <a:lnTo>
                    <a:pt x="5836" y="6476"/>
                  </a:lnTo>
                  <a:lnTo>
                    <a:pt x="6512" y="6476"/>
                  </a:lnTo>
                  <a:lnTo>
                    <a:pt x="6512" y="6654"/>
                  </a:lnTo>
                  <a:cubicBezTo>
                    <a:pt x="6512" y="7117"/>
                    <a:pt x="6903" y="7508"/>
                    <a:pt x="7366" y="7508"/>
                  </a:cubicBezTo>
                  <a:cubicBezTo>
                    <a:pt x="7526" y="7348"/>
                    <a:pt x="7739" y="7268"/>
                    <a:pt x="7953" y="7268"/>
                  </a:cubicBezTo>
                  <a:cubicBezTo>
                    <a:pt x="8166" y="7268"/>
                    <a:pt x="8380" y="7348"/>
                    <a:pt x="8540" y="7508"/>
                  </a:cubicBezTo>
                  <a:cubicBezTo>
                    <a:pt x="8789" y="7508"/>
                    <a:pt x="9002" y="7437"/>
                    <a:pt x="9145" y="7259"/>
                  </a:cubicBezTo>
                  <a:cubicBezTo>
                    <a:pt x="9341" y="7213"/>
                    <a:pt x="9541" y="7189"/>
                    <a:pt x="9740" y="7189"/>
                  </a:cubicBezTo>
                  <a:cubicBezTo>
                    <a:pt x="10154" y="7189"/>
                    <a:pt x="10563" y="7292"/>
                    <a:pt x="10924" y="7508"/>
                  </a:cubicBezTo>
                  <a:cubicBezTo>
                    <a:pt x="11386" y="7508"/>
                    <a:pt x="11778" y="7117"/>
                    <a:pt x="11778" y="6654"/>
                  </a:cubicBezTo>
                  <a:lnTo>
                    <a:pt x="11778" y="6476"/>
                  </a:lnTo>
                  <a:close/>
                  <a:moveTo>
                    <a:pt x="7361" y="9180"/>
                  </a:moveTo>
                  <a:cubicBezTo>
                    <a:pt x="7517" y="9180"/>
                    <a:pt x="7668" y="9287"/>
                    <a:pt x="7686" y="9501"/>
                  </a:cubicBezTo>
                  <a:lnTo>
                    <a:pt x="7686" y="10390"/>
                  </a:lnTo>
                  <a:cubicBezTo>
                    <a:pt x="7668" y="10586"/>
                    <a:pt x="7517" y="10684"/>
                    <a:pt x="7361" y="10684"/>
                  </a:cubicBezTo>
                  <a:cubicBezTo>
                    <a:pt x="7206" y="10684"/>
                    <a:pt x="7045" y="10586"/>
                    <a:pt x="7010" y="10390"/>
                  </a:cubicBezTo>
                  <a:lnTo>
                    <a:pt x="7010" y="9501"/>
                  </a:lnTo>
                  <a:cubicBezTo>
                    <a:pt x="7045" y="9287"/>
                    <a:pt x="7206" y="9180"/>
                    <a:pt x="7361" y="9180"/>
                  </a:cubicBezTo>
                  <a:close/>
                  <a:moveTo>
                    <a:pt x="10928" y="9180"/>
                  </a:moveTo>
                  <a:cubicBezTo>
                    <a:pt x="11084" y="9180"/>
                    <a:pt x="11244" y="9287"/>
                    <a:pt x="11280" y="9501"/>
                  </a:cubicBezTo>
                  <a:lnTo>
                    <a:pt x="11280" y="10390"/>
                  </a:lnTo>
                  <a:cubicBezTo>
                    <a:pt x="11244" y="10586"/>
                    <a:pt x="11084" y="10684"/>
                    <a:pt x="10928" y="10684"/>
                  </a:cubicBezTo>
                  <a:cubicBezTo>
                    <a:pt x="10773" y="10684"/>
                    <a:pt x="10621" y="10586"/>
                    <a:pt x="10604" y="10390"/>
                  </a:cubicBezTo>
                  <a:lnTo>
                    <a:pt x="10604" y="9501"/>
                  </a:lnTo>
                  <a:cubicBezTo>
                    <a:pt x="10621" y="9287"/>
                    <a:pt x="10773" y="9180"/>
                    <a:pt x="10928" y="9180"/>
                  </a:cubicBezTo>
                  <a:close/>
                  <a:moveTo>
                    <a:pt x="5000" y="9154"/>
                  </a:moveTo>
                  <a:cubicBezTo>
                    <a:pt x="5169" y="9154"/>
                    <a:pt x="5338" y="9269"/>
                    <a:pt x="5338" y="9501"/>
                  </a:cubicBezTo>
                  <a:lnTo>
                    <a:pt x="5338" y="10390"/>
                  </a:lnTo>
                  <a:cubicBezTo>
                    <a:pt x="5338" y="10621"/>
                    <a:pt x="5169" y="10737"/>
                    <a:pt x="5000" y="10737"/>
                  </a:cubicBezTo>
                  <a:cubicBezTo>
                    <a:pt x="4831" y="10737"/>
                    <a:pt x="4662" y="10621"/>
                    <a:pt x="4662" y="10390"/>
                  </a:cubicBezTo>
                  <a:lnTo>
                    <a:pt x="4662" y="9501"/>
                  </a:lnTo>
                  <a:cubicBezTo>
                    <a:pt x="4662" y="9269"/>
                    <a:pt x="4831" y="9154"/>
                    <a:pt x="5000" y="9154"/>
                  </a:cubicBezTo>
                  <a:close/>
                  <a:moveTo>
                    <a:pt x="6174" y="9154"/>
                  </a:moveTo>
                  <a:cubicBezTo>
                    <a:pt x="6343" y="9154"/>
                    <a:pt x="6512" y="9269"/>
                    <a:pt x="6512" y="9501"/>
                  </a:cubicBezTo>
                  <a:lnTo>
                    <a:pt x="6512" y="10390"/>
                  </a:lnTo>
                  <a:cubicBezTo>
                    <a:pt x="6512" y="10621"/>
                    <a:pt x="6343" y="10737"/>
                    <a:pt x="6174" y="10737"/>
                  </a:cubicBezTo>
                  <a:cubicBezTo>
                    <a:pt x="6005" y="10737"/>
                    <a:pt x="5836" y="10621"/>
                    <a:pt x="5836" y="10390"/>
                  </a:cubicBezTo>
                  <a:lnTo>
                    <a:pt x="5836" y="9501"/>
                  </a:lnTo>
                  <a:cubicBezTo>
                    <a:pt x="5836" y="9269"/>
                    <a:pt x="6005" y="9154"/>
                    <a:pt x="6174" y="9154"/>
                  </a:cubicBezTo>
                  <a:close/>
                  <a:moveTo>
                    <a:pt x="9732" y="9154"/>
                  </a:moveTo>
                  <a:cubicBezTo>
                    <a:pt x="9901" y="9154"/>
                    <a:pt x="10070" y="9269"/>
                    <a:pt x="10070" y="9501"/>
                  </a:cubicBezTo>
                  <a:lnTo>
                    <a:pt x="10070" y="10390"/>
                  </a:lnTo>
                  <a:cubicBezTo>
                    <a:pt x="10070" y="10621"/>
                    <a:pt x="9901" y="10737"/>
                    <a:pt x="9732" y="10737"/>
                  </a:cubicBezTo>
                  <a:cubicBezTo>
                    <a:pt x="9563" y="10737"/>
                    <a:pt x="9394" y="10621"/>
                    <a:pt x="9394" y="10390"/>
                  </a:cubicBezTo>
                  <a:lnTo>
                    <a:pt x="9394" y="9501"/>
                  </a:lnTo>
                  <a:cubicBezTo>
                    <a:pt x="9394" y="9269"/>
                    <a:pt x="9563" y="9154"/>
                    <a:pt x="9732" y="9154"/>
                  </a:cubicBezTo>
                  <a:close/>
                  <a:moveTo>
                    <a:pt x="13094" y="10212"/>
                  </a:moveTo>
                  <a:lnTo>
                    <a:pt x="13094" y="13414"/>
                  </a:lnTo>
                  <a:lnTo>
                    <a:pt x="11778" y="13414"/>
                  </a:lnTo>
                  <a:lnTo>
                    <a:pt x="11778" y="13236"/>
                  </a:lnTo>
                  <a:cubicBezTo>
                    <a:pt x="11778" y="12774"/>
                    <a:pt x="11386" y="12418"/>
                    <a:pt x="10924" y="12383"/>
                  </a:cubicBezTo>
                  <a:cubicBezTo>
                    <a:pt x="10764" y="12543"/>
                    <a:pt x="10550" y="12623"/>
                    <a:pt x="10337" y="12623"/>
                  </a:cubicBezTo>
                  <a:cubicBezTo>
                    <a:pt x="10123" y="12623"/>
                    <a:pt x="9910" y="12543"/>
                    <a:pt x="9750" y="12383"/>
                  </a:cubicBezTo>
                  <a:cubicBezTo>
                    <a:pt x="9501" y="12383"/>
                    <a:pt x="9287" y="12454"/>
                    <a:pt x="9145" y="12632"/>
                  </a:cubicBezTo>
                  <a:cubicBezTo>
                    <a:pt x="9002" y="12454"/>
                    <a:pt x="8789" y="12383"/>
                    <a:pt x="8540" y="12383"/>
                  </a:cubicBezTo>
                  <a:cubicBezTo>
                    <a:pt x="8077" y="12383"/>
                    <a:pt x="7686" y="12774"/>
                    <a:pt x="7686" y="13236"/>
                  </a:cubicBezTo>
                  <a:lnTo>
                    <a:pt x="7686" y="13414"/>
                  </a:lnTo>
                  <a:lnTo>
                    <a:pt x="2847" y="13414"/>
                  </a:lnTo>
                  <a:lnTo>
                    <a:pt x="2847" y="10212"/>
                  </a:lnTo>
                  <a:lnTo>
                    <a:pt x="4128" y="10212"/>
                  </a:lnTo>
                  <a:lnTo>
                    <a:pt x="4128" y="10390"/>
                  </a:lnTo>
                  <a:cubicBezTo>
                    <a:pt x="4128" y="10888"/>
                    <a:pt x="4519" y="11244"/>
                    <a:pt x="4982" y="11244"/>
                  </a:cubicBezTo>
                  <a:cubicBezTo>
                    <a:pt x="5195" y="11244"/>
                    <a:pt x="5409" y="11173"/>
                    <a:pt x="5587" y="10995"/>
                  </a:cubicBezTo>
                  <a:cubicBezTo>
                    <a:pt x="5747" y="11173"/>
                    <a:pt x="5960" y="11262"/>
                    <a:pt x="6174" y="11262"/>
                  </a:cubicBezTo>
                  <a:cubicBezTo>
                    <a:pt x="6387" y="11262"/>
                    <a:pt x="6601" y="11173"/>
                    <a:pt x="6761" y="10995"/>
                  </a:cubicBezTo>
                  <a:cubicBezTo>
                    <a:pt x="6939" y="11173"/>
                    <a:pt x="7152" y="11244"/>
                    <a:pt x="7366" y="11244"/>
                  </a:cubicBezTo>
                  <a:cubicBezTo>
                    <a:pt x="7828" y="11244"/>
                    <a:pt x="8220" y="10888"/>
                    <a:pt x="8220" y="10390"/>
                  </a:cubicBezTo>
                  <a:lnTo>
                    <a:pt x="8220" y="10212"/>
                  </a:lnTo>
                  <a:lnTo>
                    <a:pt x="8896" y="10212"/>
                  </a:lnTo>
                  <a:lnTo>
                    <a:pt x="8896" y="10390"/>
                  </a:lnTo>
                  <a:cubicBezTo>
                    <a:pt x="8896" y="10898"/>
                    <a:pt x="9307" y="11242"/>
                    <a:pt x="9738" y="11242"/>
                  </a:cubicBezTo>
                  <a:cubicBezTo>
                    <a:pt x="9941" y="11242"/>
                    <a:pt x="10148" y="11166"/>
                    <a:pt x="10319" y="10995"/>
                  </a:cubicBezTo>
                  <a:cubicBezTo>
                    <a:pt x="10497" y="11173"/>
                    <a:pt x="10710" y="11244"/>
                    <a:pt x="10924" y="11244"/>
                  </a:cubicBezTo>
                  <a:cubicBezTo>
                    <a:pt x="11386" y="11244"/>
                    <a:pt x="11778" y="10853"/>
                    <a:pt x="11778" y="10390"/>
                  </a:cubicBezTo>
                  <a:lnTo>
                    <a:pt x="11778" y="10212"/>
                  </a:lnTo>
                  <a:close/>
                  <a:moveTo>
                    <a:pt x="10928" y="12863"/>
                  </a:moveTo>
                  <a:cubicBezTo>
                    <a:pt x="11111" y="12863"/>
                    <a:pt x="11297" y="12987"/>
                    <a:pt x="11280" y="13236"/>
                  </a:cubicBezTo>
                  <a:lnTo>
                    <a:pt x="11280" y="14126"/>
                  </a:lnTo>
                  <a:cubicBezTo>
                    <a:pt x="11244" y="14322"/>
                    <a:pt x="11084" y="14420"/>
                    <a:pt x="10928" y="14420"/>
                  </a:cubicBezTo>
                  <a:cubicBezTo>
                    <a:pt x="10773" y="14420"/>
                    <a:pt x="10621" y="14322"/>
                    <a:pt x="10604" y="14126"/>
                  </a:cubicBezTo>
                  <a:lnTo>
                    <a:pt x="10604" y="13236"/>
                  </a:lnTo>
                  <a:cubicBezTo>
                    <a:pt x="10568" y="12987"/>
                    <a:pt x="10746" y="12863"/>
                    <a:pt x="10928" y="12863"/>
                  </a:cubicBezTo>
                  <a:close/>
                  <a:moveTo>
                    <a:pt x="8558" y="12890"/>
                  </a:moveTo>
                  <a:cubicBezTo>
                    <a:pt x="8727" y="12890"/>
                    <a:pt x="8896" y="13005"/>
                    <a:pt x="8896" y="13236"/>
                  </a:cubicBezTo>
                  <a:lnTo>
                    <a:pt x="8896" y="14126"/>
                  </a:lnTo>
                  <a:cubicBezTo>
                    <a:pt x="8896" y="14339"/>
                    <a:pt x="8727" y="14446"/>
                    <a:pt x="8558" y="14446"/>
                  </a:cubicBezTo>
                  <a:cubicBezTo>
                    <a:pt x="8389" y="14446"/>
                    <a:pt x="8220" y="14339"/>
                    <a:pt x="8220" y="14126"/>
                  </a:cubicBezTo>
                  <a:lnTo>
                    <a:pt x="8220" y="13236"/>
                  </a:lnTo>
                  <a:cubicBezTo>
                    <a:pt x="8220" y="13005"/>
                    <a:pt x="8389" y="12890"/>
                    <a:pt x="8558" y="12890"/>
                  </a:cubicBezTo>
                  <a:close/>
                  <a:moveTo>
                    <a:pt x="9732" y="12890"/>
                  </a:moveTo>
                  <a:cubicBezTo>
                    <a:pt x="9901" y="12890"/>
                    <a:pt x="10070" y="13005"/>
                    <a:pt x="10070" y="13236"/>
                  </a:cubicBezTo>
                  <a:lnTo>
                    <a:pt x="10070" y="14126"/>
                  </a:lnTo>
                  <a:cubicBezTo>
                    <a:pt x="10070" y="14339"/>
                    <a:pt x="9901" y="14446"/>
                    <a:pt x="9732" y="14446"/>
                  </a:cubicBezTo>
                  <a:cubicBezTo>
                    <a:pt x="9563" y="14446"/>
                    <a:pt x="9394" y="14339"/>
                    <a:pt x="9394" y="14126"/>
                  </a:cubicBezTo>
                  <a:lnTo>
                    <a:pt x="9394" y="13236"/>
                  </a:lnTo>
                  <a:cubicBezTo>
                    <a:pt x="9394" y="13005"/>
                    <a:pt x="9563" y="12890"/>
                    <a:pt x="9732" y="12890"/>
                  </a:cubicBezTo>
                  <a:close/>
                  <a:moveTo>
                    <a:pt x="13094" y="13948"/>
                  </a:moveTo>
                  <a:lnTo>
                    <a:pt x="13094" y="16154"/>
                  </a:lnTo>
                  <a:lnTo>
                    <a:pt x="2847" y="16154"/>
                  </a:lnTo>
                  <a:lnTo>
                    <a:pt x="2847" y="13948"/>
                  </a:lnTo>
                  <a:lnTo>
                    <a:pt x="7686" y="13948"/>
                  </a:lnTo>
                  <a:lnTo>
                    <a:pt x="7686" y="14126"/>
                  </a:lnTo>
                  <a:cubicBezTo>
                    <a:pt x="7686" y="14643"/>
                    <a:pt x="8128" y="14989"/>
                    <a:pt x="8578" y="14989"/>
                  </a:cubicBezTo>
                  <a:cubicBezTo>
                    <a:pt x="8778" y="14989"/>
                    <a:pt x="8980" y="14920"/>
                    <a:pt x="9145" y="14766"/>
                  </a:cubicBezTo>
                  <a:cubicBezTo>
                    <a:pt x="9346" y="14707"/>
                    <a:pt x="9552" y="14679"/>
                    <a:pt x="9756" y="14679"/>
                  </a:cubicBezTo>
                  <a:cubicBezTo>
                    <a:pt x="10165" y="14679"/>
                    <a:pt x="10568" y="14790"/>
                    <a:pt x="10924" y="14980"/>
                  </a:cubicBezTo>
                  <a:cubicBezTo>
                    <a:pt x="11386" y="14980"/>
                    <a:pt x="11778" y="14624"/>
                    <a:pt x="11778" y="14126"/>
                  </a:cubicBezTo>
                  <a:lnTo>
                    <a:pt x="11778" y="13948"/>
                  </a:lnTo>
                  <a:close/>
                  <a:moveTo>
                    <a:pt x="15407" y="16688"/>
                  </a:moveTo>
                  <a:lnTo>
                    <a:pt x="15407" y="17222"/>
                  </a:lnTo>
                  <a:lnTo>
                    <a:pt x="534" y="17222"/>
                  </a:lnTo>
                  <a:lnTo>
                    <a:pt x="534" y="16688"/>
                  </a:lnTo>
                  <a:close/>
                  <a:moveTo>
                    <a:pt x="1530" y="0"/>
                  </a:moveTo>
                  <a:cubicBezTo>
                    <a:pt x="1388" y="0"/>
                    <a:pt x="1246" y="107"/>
                    <a:pt x="1246" y="250"/>
                  </a:cubicBezTo>
                  <a:lnTo>
                    <a:pt x="1246" y="4839"/>
                  </a:lnTo>
                  <a:cubicBezTo>
                    <a:pt x="1281" y="5000"/>
                    <a:pt x="1406" y="5080"/>
                    <a:pt x="1526" y="5080"/>
                  </a:cubicBezTo>
                  <a:cubicBezTo>
                    <a:pt x="1646" y="5080"/>
                    <a:pt x="1762" y="5000"/>
                    <a:pt x="1779" y="4839"/>
                  </a:cubicBezTo>
                  <a:lnTo>
                    <a:pt x="1779" y="499"/>
                  </a:lnTo>
                  <a:lnTo>
                    <a:pt x="2313" y="499"/>
                  </a:lnTo>
                  <a:lnTo>
                    <a:pt x="2313" y="16154"/>
                  </a:lnTo>
                  <a:lnTo>
                    <a:pt x="1779" y="16154"/>
                  </a:lnTo>
                  <a:lnTo>
                    <a:pt x="1779" y="6049"/>
                  </a:lnTo>
                  <a:cubicBezTo>
                    <a:pt x="1797" y="5907"/>
                    <a:pt x="1655" y="5836"/>
                    <a:pt x="1513" y="5836"/>
                  </a:cubicBezTo>
                  <a:cubicBezTo>
                    <a:pt x="1370" y="5836"/>
                    <a:pt x="1228" y="5907"/>
                    <a:pt x="1246" y="6049"/>
                  </a:cubicBezTo>
                  <a:lnTo>
                    <a:pt x="1246" y="16154"/>
                  </a:lnTo>
                  <a:lnTo>
                    <a:pt x="249" y="16154"/>
                  </a:lnTo>
                  <a:cubicBezTo>
                    <a:pt x="107" y="16154"/>
                    <a:pt x="0" y="16261"/>
                    <a:pt x="0" y="16403"/>
                  </a:cubicBezTo>
                  <a:lnTo>
                    <a:pt x="0" y="17471"/>
                  </a:lnTo>
                  <a:cubicBezTo>
                    <a:pt x="0" y="17613"/>
                    <a:pt x="107" y="17720"/>
                    <a:pt x="249" y="17720"/>
                  </a:cubicBezTo>
                  <a:lnTo>
                    <a:pt x="15656" y="17720"/>
                  </a:lnTo>
                  <a:cubicBezTo>
                    <a:pt x="15798" y="17720"/>
                    <a:pt x="15905" y="17613"/>
                    <a:pt x="15905" y="17471"/>
                  </a:cubicBezTo>
                  <a:lnTo>
                    <a:pt x="15905" y="16403"/>
                  </a:lnTo>
                  <a:cubicBezTo>
                    <a:pt x="15905" y="16261"/>
                    <a:pt x="15798" y="16154"/>
                    <a:pt x="15656" y="16154"/>
                  </a:cubicBezTo>
                  <a:lnTo>
                    <a:pt x="14660" y="16154"/>
                  </a:lnTo>
                  <a:lnTo>
                    <a:pt x="14660" y="13450"/>
                  </a:lnTo>
                  <a:cubicBezTo>
                    <a:pt x="14660" y="13272"/>
                    <a:pt x="14526" y="13183"/>
                    <a:pt x="14393" y="13183"/>
                  </a:cubicBezTo>
                  <a:cubicBezTo>
                    <a:pt x="14259" y="13183"/>
                    <a:pt x="14126" y="13272"/>
                    <a:pt x="14126" y="13450"/>
                  </a:cubicBezTo>
                  <a:lnTo>
                    <a:pt x="14126" y="16154"/>
                  </a:lnTo>
                  <a:lnTo>
                    <a:pt x="13592" y="16154"/>
                  </a:lnTo>
                  <a:lnTo>
                    <a:pt x="13592" y="499"/>
                  </a:lnTo>
                  <a:lnTo>
                    <a:pt x="14126" y="499"/>
                  </a:lnTo>
                  <a:lnTo>
                    <a:pt x="14126" y="12205"/>
                  </a:lnTo>
                  <a:cubicBezTo>
                    <a:pt x="14126" y="12383"/>
                    <a:pt x="14259" y="12471"/>
                    <a:pt x="14393" y="12471"/>
                  </a:cubicBezTo>
                  <a:cubicBezTo>
                    <a:pt x="14526" y="12471"/>
                    <a:pt x="14660" y="12383"/>
                    <a:pt x="14660" y="12205"/>
                  </a:cubicBezTo>
                  <a:lnTo>
                    <a:pt x="14660" y="250"/>
                  </a:lnTo>
                  <a:cubicBezTo>
                    <a:pt x="14660" y="107"/>
                    <a:pt x="14553" y="0"/>
                    <a:pt x="14375" y="0"/>
                  </a:cubicBezTo>
                  <a:lnTo>
                    <a:pt x="13343" y="0"/>
                  </a:lnTo>
                  <a:cubicBezTo>
                    <a:pt x="13201" y="0"/>
                    <a:pt x="13094" y="107"/>
                    <a:pt x="13094" y="250"/>
                  </a:cubicBezTo>
                  <a:lnTo>
                    <a:pt x="13094" y="2206"/>
                  </a:lnTo>
                  <a:lnTo>
                    <a:pt x="11778" y="2206"/>
                  </a:lnTo>
                  <a:lnTo>
                    <a:pt x="11778" y="1993"/>
                  </a:lnTo>
                  <a:cubicBezTo>
                    <a:pt x="11778" y="1530"/>
                    <a:pt x="11386" y="1139"/>
                    <a:pt x="10924" y="1139"/>
                  </a:cubicBezTo>
                  <a:cubicBezTo>
                    <a:pt x="10764" y="1299"/>
                    <a:pt x="10550" y="1379"/>
                    <a:pt x="10337" y="1379"/>
                  </a:cubicBezTo>
                  <a:cubicBezTo>
                    <a:pt x="10123" y="1379"/>
                    <a:pt x="9910" y="1299"/>
                    <a:pt x="9750" y="1139"/>
                  </a:cubicBezTo>
                  <a:cubicBezTo>
                    <a:pt x="9501" y="1139"/>
                    <a:pt x="9287" y="1246"/>
                    <a:pt x="9145" y="1388"/>
                  </a:cubicBezTo>
                  <a:cubicBezTo>
                    <a:pt x="9002" y="1246"/>
                    <a:pt x="8789" y="1139"/>
                    <a:pt x="8540" y="1139"/>
                  </a:cubicBezTo>
                  <a:cubicBezTo>
                    <a:pt x="8077" y="1139"/>
                    <a:pt x="7686" y="1530"/>
                    <a:pt x="7686" y="1993"/>
                  </a:cubicBezTo>
                  <a:lnTo>
                    <a:pt x="7686" y="2206"/>
                  </a:lnTo>
                  <a:lnTo>
                    <a:pt x="2847" y="2206"/>
                  </a:lnTo>
                  <a:lnTo>
                    <a:pt x="2847" y="250"/>
                  </a:lnTo>
                  <a:cubicBezTo>
                    <a:pt x="2847" y="107"/>
                    <a:pt x="2705" y="0"/>
                    <a:pt x="25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72"/>
          <p:cNvGrpSpPr/>
          <p:nvPr/>
        </p:nvGrpSpPr>
        <p:grpSpPr>
          <a:xfrm>
            <a:off x="5795456" y="3519889"/>
            <a:ext cx="256487" cy="357340"/>
            <a:chOff x="5795456" y="3519889"/>
            <a:chExt cx="256487" cy="357340"/>
          </a:xfrm>
        </p:grpSpPr>
        <p:sp>
          <p:nvSpPr>
            <p:cNvPr id="2548" name="Google Shape;2548;p72"/>
            <p:cNvSpPr/>
            <p:nvPr/>
          </p:nvSpPr>
          <p:spPr>
            <a:xfrm>
              <a:off x="5801202" y="3524909"/>
              <a:ext cx="245357" cy="347239"/>
            </a:xfrm>
            <a:custGeom>
              <a:rect b="b" l="l" r="r" t="t"/>
              <a:pathLst>
                <a:path extrusionOk="0" h="17222" w="12169">
                  <a:moveTo>
                    <a:pt x="534" y="1"/>
                  </a:moveTo>
                  <a:cubicBezTo>
                    <a:pt x="249" y="1"/>
                    <a:pt x="0" y="250"/>
                    <a:pt x="0" y="570"/>
                  </a:cubicBezTo>
                  <a:lnTo>
                    <a:pt x="0" y="16653"/>
                  </a:lnTo>
                  <a:cubicBezTo>
                    <a:pt x="0" y="16973"/>
                    <a:pt x="249" y="17222"/>
                    <a:pt x="534" y="17222"/>
                  </a:cubicBezTo>
                  <a:lnTo>
                    <a:pt x="11600" y="17222"/>
                  </a:lnTo>
                  <a:cubicBezTo>
                    <a:pt x="11920" y="17222"/>
                    <a:pt x="12169" y="16973"/>
                    <a:pt x="12169" y="16688"/>
                  </a:cubicBezTo>
                  <a:lnTo>
                    <a:pt x="12169" y="570"/>
                  </a:lnTo>
                  <a:cubicBezTo>
                    <a:pt x="12169" y="250"/>
                    <a:pt x="11920" y="1"/>
                    <a:pt x="11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2"/>
            <p:cNvSpPr/>
            <p:nvPr/>
          </p:nvSpPr>
          <p:spPr>
            <a:xfrm>
              <a:off x="5824873" y="3549306"/>
              <a:ext cx="197310" cy="70327"/>
            </a:xfrm>
            <a:custGeom>
              <a:rect b="b" l="l" r="r" t="t"/>
              <a:pathLst>
                <a:path extrusionOk="0" h="3488" w="9786">
                  <a:moveTo>
                    <a:pt x="0" y="1"/>
                  </a:moveTo>
                  <a:lnTo>
                    <a:pt x="0" y="3487"/>
                  </a:lnTo>
                  <a:lnTo>
                    <a:pt x="9785" y="3487"/>
                  </a:lnTo>
                  <a:lnTo>
                    <a:pt x="97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2"/>
            <p:cNvSpPr/>
            <p:nvPr/>
          </p:nvSpPr>
          <p:spPr>
            <a:xfrm>
              <a:off x="5824873" y="3652618"/>
              <a:ext cx="42341" cy="42341"/>
            </a:xfrm>
            <a:custGeom>
              <a:rect b="b" l="l" r="r" t="t"/>
              <a:pathLst>
                <a:path extrusionOk="0" h="2100" w="2100">
                  <a:moveTo>
                    <a:pt x="356" y="0"/>
                  </a:moveTo>
                  <a:cubicBezTo>
                    <a:pt x="143" y="0"/>
                    <a:pt x="0" y="142"/>
                    <a:pt x="0" y="356"/>
                  </a:cubicBezTo>
                  <a:lnTo>
                    <a:pt x="0" y="1744"/>
                  </a:lnTo>
                  <a:cubicBezTo>
                    <a:pt x="0" y="1957"/>
                    <a:pt x="143" y="2099"/>
                    <a:pt x="356" y="2099"/>
                  </a:cubicBezTo>
                  <a:lnTo>
                    <a:pt x="1744" y="2099"/>
                  </a:lnTo>
                  <a:cubicBezTo>
                    <a:pt x="1957" y="2099"/>
                    <a:pt x="2100" y="1957"/>
                    <a:pt x="2100" y="1744"/>
                  </a:cubicBezTo>
                  <a:lnTo>
                    <a:pt x="2100" y="356"/>
                  </a:lnTo>
                  <a:cubicBezTo>
                    <a:pt x="2100" y="142"/>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2"/>
            <p:cNvSpPr/>
            <p:nvPr/>
          </p:nvSpPr>
          <p:spPr>
            <a:xfrm>
              <a:off x="5902357" y="3652618"/>
              <a:ext cx="42341" cy="42341"/>
            </a:xfrm>
            <a:custGeom>
              <a:rect b="b" l="l" r="r" t="t"/>
              <a:pathLst>
                <a:path extrusionOk="0" h="2100" w="2100">
                  <a:moveTo>
                    <a:pt x="356" y="0"/>
                  </a:moveTo>
                  <a:cubicBezTo>
                    <a:pt x="142" y="0"/>
                    <a:pt x="0" y="142"/>
                    <a:pt x="0" y="356"/>
                  </a:cubicBezTo>
                  <a:lnTo>
                    <a:pt x="0" y="1744"/>
                  </a:lnTo>
                  <a:cubicBezTo>
                    <a:pt x="0" y="1957"/>
                    <a:pt x="142" y="2099"/>
                    <a:pt x="356" y="2099"/>
                  </a:cubicBezTo>
                  <a:lnTo>
                    <a:pt x="1744" y="2099"/>
                  </a:lnTo>
                  <a:cubicBezTo>
                    <a:pt x="1957" y="2099"/>
                    <a:pt x="2099" y="1957"/>
                    <a:pt x="2099" y="1744"/>
                  </a:cubicBezTo>
                  <a:lnTo>
                    <a:pt x="2099" y="356"/>
                  </a:lnTo>
                  <a:cubicBezTo>
                    <a:pt x="2099" y="142"/>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2"/>
            <p:cNvSpPr/>
            <p:nvPr/>
          </p:nvSpPr>
          <p:spPr>
            <a:xfrm>
              <a:off x="5824873" y="3725062"/>
              <a:ext cx="42341" cy="42361"/>
            </a:xfrm>
            <a:custGeom>
              <a:rect b="b" l="l" r="r" t="t"/>
              <a:pathLst>
                <a:path extrusionOk="0" h="2101" w="2100">
                  <a:moveTo>
                    <a:pt x="356" y="1"/>
                  </a:moveTo>
                  <a:cubicBezTo>
                    <a:pt x="143" y="1"/>
                    <a:pt x="0" y="179"/>
                    <a:pt x="0" y="357"/>
                  </a:cubicBezTo>
                  <a:lnTo>
                    <a:pt x="0" y="1780"/>
                  </a:lnTo>
                  <a:cubicBezTo>
                    <a:pt x="0" y="1958"/>
                    <a:pt x="143" y="2100"/>
                    <a:pt x="356" y="2100"/>
                  </a:cubicBezTo>
                  <a:lnTo>
                    <a:pt x="1744" y="2100"/>
                  </a:lnTo>
                  <a:cubicBezTo>
                    <a:pt x="1957" y="2100"/>
                    <a:pt x="2100" y="1958"/>
                    <a:pt x="2100" y="1780"/>
                  </a:cubicBezTo>
                  <a:lnTo>
                    <a:pt x="2100" y="357"/>
                  </a:lnTo>
                  <a:cubicBezTo>
                    <a:pt x="2100" y="179"/>
                    <a:pt x="1957" y="1"/>
                    <a:pt x="1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2"/>
            <p:cNvSpPr/>
            <p:nvPr/>
          </p:nvSpPr>
          <p:spPr>
            <a:xfrm>
              <a:off x="5902357" y="3725062"/>
              <a:ext cx="42341" cy="42361"/>
            </a:xfrm>
            <a:custGeom>
              <a:rect b="b" l="l" r="r" t="t"/>
              <a:pathLst>
                <a:path extrusionOk="0" h="2101" w="2100">
                  <a:moveTo>
                    <a:pt x="356" y="1"/>
                  </a:moveTo>
                  <a:cubicBezTo>
                    <a:pt x="142" y="1"/>
                    <a:pt x="0" y="179"/>
                    <a:pt x="0" y="357"/>
                  </a:cubicBezTo>
                  <a:lnTo>
                    <a:pt x="0" y="1780"/>
                  </a:lnTo>
                  <a:cubicBezTo>
                    <a:pt x="0" y="1958"/>
                    <a:pt x="142" y="2100"/>
                    <a:pt x="356" y="2100"/>
                  </a:cubicBezTo>
                  <a:lnTo>
                    <a:pt x="1744" y="2100"/>
                  </a:lnTo>
                  <a:cubicBezTo>
                    <a:pt x="1957" y="2100"/>
                    <a:pt x="2099" y="1958"/>
                    <a:pt x="2099" y="1780"/>
                  </a:cubicBezTo>
                  <a:lnTo>
                    <a:pt x="2099" y="357"/>
                  </a:lnTo>
                  <a:cubicBezTo>
                    <a:pt x="2099" y="179"/>
                    <a:pt x="1957" y="1"/>
                    <a:pt x="1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2"/>
            <p:cNvSpPr/>
            <p:nvPr/>
          </p:nvSpPr>
          <p:spPr>
            <a:xfrm>
              <a:off x="5824873" y="3797526"/>
              <a:ext cx="42341" cy="42341"/>
            </a:xfrm>
            <a:custGeom>
              <a:rect b="b" l="l" r="r" t="t"/>
              <a:pathLst>
                <a:path extrusionOk="0" h="2100" w="2100">
                  <a:moveTo>
                    <a:pt x="356" y="0"/>
                  </a:moveTo>
                  <a:cubicBezTo>
                    <a:pt x="143" y="0"/>
                    <a:pt x="0" y="178"/>
                    <a:pt x="0" y="356"/>
                  </a:cubicBezTo>
                  <a:lnTo>
                    <a:pt x="0" y="1780"/>
                  </a:lnTo>
                  <a:cubicBezTo>
                    <a:pt x="0" y="1957"/>
                    <a:pt x="143" y="2100"/>
                    <a:pt x="356" y="2100"/>
                  </a:cubicBezTo>
                  <a:lnTo>
                    <a:pt x="1744" y="2100"/>
                  </a:lnTo>
                  <a:cubicBezTo>
                    <a:pt x="1957" y="2100"/>
                    <a:pt x="2100" y="1957"/>
                    <a:pt x="2100" y="1780"/>
                  </a:cubicBezTo>
                  <a:lnTo>
                    <a:pt x="2100" y="356"/>
                  </a:lnTo>
                  <a:cubicBezTo>
                    <a:pt x="2100" y="178"/>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2"/>
            <p:cNvSpPr/>
            <p:nvPr/>
          </p:nvSpPr>
          <p:spPr>
            <a:xfrm>
              <a:off x="5902357" y="3797526"/>
              <a:ext cx="42341" cy="42341"/>
            </a:xfrm>
            <a:custGeom>
              <a:rect b="b" l="l" r="r" t="t"/>
              <a:pathLst>
                <a:path extrusionOk="0" h="2100" w="2100">
                  <a:moveTo>
                    <a:pt x="356" y="0"/>
                  </a:moveTo>
                  <a:cubicBezTo>
                    <a:pt x="142" y="0"/>
                    <a:pt x="0" y="178"/>
                    <a:pt x="0" y="356"/>
                  </a:cubicBezTo>
                  <a:lnTo>
                    <a:pt x="0" y="1780"/>
                  </a:lnTo>
                  <a:cubicBezTo>
                    <a:pt x="0" y="1957"/>
                    <a:pt x="142" y="2100"/>
                    <a:pt x="356" y="2100"/>
                  </a:cubicBezTo>
                  <a:lnTo>
                    <a:pt x="1744" y="2100"/>
                  </a:lnTo>
                  <a:cubicBezTo>
                    <a:pt x="1957" y="2100"/>
                    <a:pt x="2099" y="1957"/>
                    <a:pt x="2099" y="1780"/>
                  </a:cubicBezTo>
                  <a:lnTo>
                    <a:pt x="2099" y="356"/>
                  </a:lnTo>
                  <a:cubicBezTo>
                    <a:pt x="2099" y="178"/>
                    <a:pt x="1957"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2"/>
            <p:cNvSpPr/>
            <p:nvPr/>
          </p:nvSpPr>
          <p:spPr>
            <a:xfrm>
              <a:off x="5979822" y="3652618"/>
              <a:ext cx="42361" cy="42341"/>
            </a:xfrm>
            <a:custGeom>
              <a:rect b="b" l="l" r="r" t="t"/>
              <a:pathLst>
                <a:path extrusionOk="0" h="2100" w="2101">
                  <a:moveTo>
                    <a:pt x="357" y="0"/>
                  </a:moveTo>
                  <a:cubicBezTo>
                    <a:pt x="179" y="0"/>
                    <a:pt x="1" y="142"/>
                    <a:pt x="1" y="356"/>
                  </a:cubicBezTo>
                  <a:lnTo>
                    <a:pt x="1" y="1744"/>
                  </a:lnTo>
                  <a:cubicBezTo>
                    <a:pt x="1" y="1957"/>
                    <a:pt x="179" y="2099"/>
                    <a:pt x="357" y="2099"/>
                  </a:cubicBezTo>
                  <a:lnTo>
                    <a:pt x="1744" y="2099"/>
                  </a:lnTo>
                  <a:cubicBezTo>
                    <a:pt x="1958" y="2099"/>
                    <a:pt x="2100" y="1957"/>
                    <a:pt x="2100" y="1744"/>
                  </a:cubicBezTo>
                  <a:lnTo>
                    <a:pt x="2100" y="356"/>
                  </a:lnTo>
                  <a:cubicBezTo>
                    <a:pt x="2100" y="142"/>
                    <a:pt x="1958" y="0"/>
                    <a:pt x="1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2"/>
            <p:cNvSpPr/>
            <p:nvPr/>
          </p:nvSpPr>
          <p:spPr>
            <a:xfrm>
              <a:off x="5979822" y="3725062"/>
              <a:ext cx="42361" cy="114805"/>
            </a:xfrm>
            <a:custGeom>
              <a:rect b="b" l="l" r="r" t="t"/>
              <a:pathLst>
                <a:path extrusionOk="0" h="5694" w="2101">
                  <a:moveTo>
                    <a:pt x="357" y="1"/>
                  </a:moveTo>
                  <a:cubicBezTo>
                    <a:pt x="179" y="1"/>
                    <a:pt x="1" y="179"/>
                    <a:pt x="1" y="357"/>
                  </a:cubicBezTo>
                  <a:lnTo>
                    <a:pt x="1" y="5374"/>
                  </a:lnTo>
                  <a:cubicBezTo>
                    <a:pt x="1" y="5551"/>
                    <a:pt x="179" y="5694"/>
                    <a:pt x="357" y="5694"/>
                  </a:cubicBezTo>
                  <a:lnTo>
                    <a:pt x="1744" y="5694"/>
                  </a:lnTo>
                  <a:cubicBezTo>
                    <a:pt x="1958" y="5694"/>
                    <a:pt x="2100" y="5551"/>
                    <a:pt x="2100" y="5374"/>
                  </a:cubicBezTo>
                  <a:lnTo>
                    <a:pt x="2100" y="357"/>
                  </a:lnTo>
                  <a:cubicBezTo>
                    <a:pt x="2100" y="179"/>
                    <a:pt x="1958" y="1"/>
                    <a:pt x="1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2"/>
            <p:cNvSpPr/>
            <p:nvPr/>
          </p:nvSpPr>
          <p:spPr>
            <a:xfrm>
              <a:off x="5819852" y="3543559"/>
              <a:ext cx="208057" cy="81094"/>
            </a:xfrm>
            <a:custGeom>
              <a:rect b="b" l="l" r="r" t="t"/>
              <a:pathLst>
                <a:path extrusionOk="0" h="4022" w="10319">
                  <a:moveTo>
                    <a:pt x="9785" y="535"/>
                  </a:moveTo>
                  <a:lnTo>
                    <a:pt x="9785" y="3523"/>
                  </a:lnTo>
                  <a:lnTo>
                    <a:pt x="498" y="3523"/>
                  </a:lnTo>
                  <a:lnTo>
                    <a:pt x="498" y="535"/>
                  </a:lnTo>
                  <a:close/>
                  <a:moveTo>
                    <a:pt x="249" y="1"/>
                  </a:moveTo>
                  <a:cubicBezTo>
                    <a:pt x="107" y="1"/>
                    <a:pt x="0" y="143"/>
                    <a:pt x="0" y="286"/>
                  </a:cubicBezTo>
                  <a:lnTo>
                    <a:pt x="0" y="3772"/>
                  </a:lnTo>
                  <a:cubicBezTo>
                    <a:pt x="0" y="3915"/>
                    <a:pt x="107" y="4022"/>
                    <a:pt x="249" y="4022"/>
                  </a:cubicBezTo>
                  <a:lnTo>
                    <a:pt x="10034" y="4022"/>
                  </a:lnTo>
                  <a:cubicBezTo>
                    <a:pt x="10176" y="4022"/>
                    <a:pt x="10283" y="3915"/>
                    <a:pt x="10283" y="3772"/>
                  </a:cubicBezTo>
                  <a:lnTo>
                    <a:pt x="10319" y="286"/>
                  </a:lnTo>
                  <a:cubicBezTo>
                    <a:pt x="10319" y="143"/>
                    <a:pt x="10176" y="1"/>
                    <a:pt x="10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2"/>
            <p:cNvSpPr/>
            <p:nvPr/>
          </p:nvSpPr>
          <p:spPr>
            <a:xfrm>
              <a:off x="5819852" y="3647598"/>
              <a:ext cx="52382" cy="52382"/>
            </a:xfrm>
            <a:custGeom>
              <a:rect b="b" l="l" r="r" t="t"/>
              <a:pathLst>
                <a:path extrusionOk="0" h="2598" w="2598">
                  <a:moveTo>
                    <a:pt x="1993" y="498"/>
                  </a:moveTo>
                  <a:cubicBezTo>
                    <a:pt x="2064" y="498"/>
                    <a:pt x="2100" y="534"/>
                    <a:pt x="2100" y="605"/>
                  </a:cubicBezTo>
                  <a:lnTo>
                    <a:pt x="2100" y="1993"/>
                  </a:lnTo>
                  <a:cubicBezTo>
                    <a:pt x="2100" y="2064"/>
                    <a:pt x="2064" y="2099"/>
                    <a:pt x="1993" y="2099"/>
                  </a:cubicBezTo>
                  <a:lnTo>
                    <a:pt x="605" y="2099"/>
                  </a:lnTo>
                  <a:cubicBezTo>
                    <a:pt x="534" y="2099"/>
                    <a:pt x="498" y="2064"/>
                    <a:pt x="498" y="1993"/>
                  </a:cubicBezTo>
                  <a:lnTo>
                    <a:pt x="498" y="605"/>
                  </a:lnTo>
                  <a:cubicBezTo>
                    <a:pt x="498" y="534"/>
                    <a:pt x="534" y="498"/>
                    <a:pt x="605" y="498"/>
                  </a:cubicBezTo>
                  <a:close/>
                  <a:moveTo>
                    <a:pt x="605" y="0"/>
                  </a:moveTo>
                  <a:cubicBezTo>
                    <a:pt x="249" y="0"/>
                    <a:pt x="0" y="249"/>
                    <a:pt x="0" y="605"/>
                  </a:cubicBezTo>
                  <a:lnTo>
                    <a:pt x="0" y="1993"/>
                  </a:lnTo>
                  <a:cubicBezTo>
                    <a:pt x="0" y="2348"/>
                    <a:pt x="249" y="2597"/>
                    <a:pt x="605" y="2597"/>
                  </a:cubicBezTo>
                  <a:lnTo>
                    <a:pt x="1993" y="2597"/>
                  </a:lnTo>
                  <a:cubicBezTo>
                    <a:pt x="2349" y="2597"/>
                    <a:pt x="2598" y="2348"/>
                    <a:pt x="2598" y="1993"/>
                  </a:cubicBezTo>
                  <a:lnTo>
                    <a:pt x="2598" y="605"/>
                  </a:lnTo>
                  <a:cubicBezTo>
                    <a:pt x="2598" y="249"/>
                    <a:pt x="2349"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2"/>
            <p:cNvSpPr/>
            <p:nvPr/>
          </p:nvSpPr>
          <p:spPr>
            <a:xfrm>
              <a:off x="5897337" y="3647598"/>
              <a:ext cx="53108" cy="52382"/>
            </a:xfrm>
            <a:custGeom>
              <a:rect b="b" l="l" r="r" t="t"/>
              <a:pathLst>
                <a:path extrusionOk="0" h="2598" w="2634">
                  <a:moveTo>
                    <a:pt x="2028" y="498"/>
                  </a:moveTo>
                  <a:cubicBezTo>
                    <a:pt x="2064" y="498"/>
                    <a:pt x="2099" y="534"/>
                    <a:pt x="2135" y="605"/>
                  </a:cubicBezTo>
                  <a:lnTo>
                    <a:pt x="2135" y="1993"/>
                  </a:lnTo>
                  <a:cubicBezTo>
                    <a:pt x="2135" y="2064"/>
                    <a:pt x="2064" y="2099"/>
                    <a:pt x="2028" y="2099"/>
                  </a:cubicBezTo>
                  <a:lnTo>
                    <a:pt x="640" y="2099"/>
                  </a:lnTo>
                  <a:cubicBezTo>
                    <a:pt x="569" y="2099"/>
                    <a:pt x="534" y="2064"/>
                    <a:pt x="534" y="1993"/>
                  </a:cubicBezTo>
                  <a:lnTo>
                    <a:pt x="534" y="605"/>
                  </a:lnTo>
                  <a:cubicBezTo>
                    <a:pt x="534" y="534"/>
                    <a:pt x="569" y="498"/>
                    <a:pt x="640" y="498"/>
                  </a:cubicBezTo>
                  <a:close/>
                  <a:moveTo>
                    <a:pt x="640" y="0"/>
                  </a:moveTo>
                  <a:cubicBezTo>
                    <a:pt x="285" y="0"/>
                    <a:pt x="36" y="249"/>
                    <a:pt x="36" y="605"/>
                  </a:cubicBezTo>
                  <a:lnTo>
                    <a:pt x="36" y="1993"/>
                  </a:lnTo>
                  <a:cubicBezTo>
                    <a:pt x="0" y="2348"/>
                    <a:pt x="285" y="2597"/>
                    <a:pt x="640" y="2597"/>
                  </a:cubicBezTo>
                  <a:lnTo>
                    <a:pt x="2028" y="2597"/>
                  </a:lnTo>
                  <a:cubicBezTo>
                    <a:pt x="2348" y="2597"/>
                    <a:pt x="2633" y="2348"/>
                    <a:pt x="2633" y="1993"/>
                  </a:cubicBezTo>
                  <a:lnTo>
                    <a:pt x="2633" y="605"/>
                  </a:lnTo>
                  <a:cubicBezTo>
                    <a:pt x="2633" y="249"/>
                    <a:pt x="2348" y="0"/>
                    <a:pt x="2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2"/>
            <p:cNvSpPr/>
            <p:nvPr/>
          </p:nvSpPr>
          <p:spPr>
            <a:xfrm>
              <a:off x="5819852" y="3720042"/>
              <a:ext cx="52382" cy="53108"/>
            </a:xfrm>
            <a:custGeom>
              <a:rect b="b" l="l" r="r" t="t"/>
              <a:pathLst>
                <a:path extrusionOk="0" h="2634" w="2598">
                  <a:moveTo>
                    <a:pt x="1993" y="534"/>
                  </a:moveTo>
                  <a:cubicBezTo>
                    <a:pt x="2064" y="534"/>
                    <a:pt x="2100" y="570"/>
                    <a:pt x="2100" y="606"/>
                  </a:cubicBezTo>
                  <a:lnTo>
                    <a:pt x="2100" y="2029"/>
                  </a:lnTo>
                  <a:cubicBezTo>
                    <a:pt x="2100" y="2064"/>
                    <a:pt x="2064" y="2100"/>
                    <a:pt x="1993" y="2100"/>
                  </a:cubicBezTo>
                  <a:lnTo>
                    <a:pt x="605" y="2100"/>
                  </a:lnTo>
                  <a:cubicBezTo>
                    <a:pt x="534" y="2100"/>
                    <a:pt x="498" y="2064"/>
                    <a:pt x="498" y="2029"/>
                  </a:cubicBezTo>
                  <a:lnTo>
                    <a:pt x="498" y="606"/>
                  </a:lnTo>
                  <a:cubicBezTo>
                    <a:pt x="498" y="570"/>
                    <a:pt x="534" y="534"/>
                    <a:pt x="605" y="534"/>
                  </a:cubicBezTo>
                  <a:close/>
                  <a:moveTo>
                    <a:pt x="605" y="1"/>
                  </a:moveTo>
                  <a:cubicBezTo>
                    <a:pt x="249" y="1"/>
                    <a:pt x="0" y="285"/>
                    <a:pt x="0" y="606"/>
                  </a:cubicBezTo>
                  <a:lnTo>
                    <a:pt x="0" y="2029"/>
                  </a:lnTo>
                  <a:cubicBezTo>
                    <a:pt x="0" y="2349"/>
                    <a:pt x="249" y="2634"/>
                    <a:pt x="605" y="2634"/>
                  </a:cubicBezTo>
                  <a:lnTo>
                    <a:pt x="1993" y="2634"/>
                  </a:lnTo>
                  <a:cubicBezTo>
                    <a:pt x="2349" y="2634"/>
                    <a:pt x="2598" y="2349"/>
                    <a:pt x="2598" y="2029"/>
                  </a:cubicBezTo>
                  <a:lnTo>
                    <a:pt x="2598" y="606"/>
                  </a:lnTo>
                  <a:cubicBezTo>
                    <a:pt x="2598" y="285"/>
                    <a:pt x="2349" y="1"/>
                    <a:pt x="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2"/>
            <p:cNvSpPr/>
            <p:nvPr/>
          </p:nvSpPr>
          <p:spPr>
            <a:xfrm>
              <a:off x="5897337" y="3720042"/>
              <a:ext cx="53108" cy="53108"/>
            </a:xfrm>
            <a:custGeom>
              <a:rect b="b" l="l" r="r" t="t"/>
              <a:pathLst>
                <a:path extrusionOk="0" h="2634" w="2634">
                  <a:moveTo>
                    <a:pt x="2028" y="534"/>
                  </a:moveTo>
                  <a:cubicBezTo>
                    <a:pt x="2064" y="534"/>
                    <a:pt x="2135" y="570"/>
                    <a:pt x="2135" y="606"/>
                  </a:cubicBezTo>
                  <a:lnTo>
                    <a:pt x="2135" y="2029"/>
                  </a:lnTo>
                  <a:cubicBezTo>
                    <a:pt x="2135" y="2064"/>
                    <a:pt x="2064" y="2100"/>
                    <a:pt x="2028" y="2100"/>
                  </a:cubicBezTo>
                  <a:lnTo>
                    <a:pt x="640" y="2100"/>
                  </a:lnTo>
                  <a:cubicBezTo>
                    <a:pt x="569" y="2100"/>
                    <a:pt x="534" y="2064"/>
                    <a:pt x="534" y="2029"/>
                  </a:cubicBezTo>
                  <a:lnTo>
                    <a:pt x="534" y="606"/>
                  </a:lnTo>
                  <a:cubicBezTo>
                    <a:pt x="534" y="570"/>
                    <a:pt x="569" y="534"/>
                    <a:pt x="640" y="534"/>
                  </a:cubicBezTo>
                  <a:close/>
                  <a:moveTo>
                    <a:pt x="640" y="1"/>
                  </a:moveTo>
                  <a:cubicBezTo>
                    <a:pt x="285" y="1"/>
                    <a:pt x="36" y="285"/>
                    <a:pt x="36" y="606"/>
                  </a:cubicBezTo>
                  <a:lnTo>
                    <a:pt x="36" y="2029"/>
                  </a:lnTo>
                  <a:cubicBezTo>
                    <a:pt x="0" y="2349"/>
                    <a:pt x="285" y="2634"/>
                    <a:pt x="640" y="2634"/>
                  </a:cubicBezTo>
                  <a:lnTo>
                    <a:pt x="2028" y="2634"/>
                  </a:lnTo>
                  <a:cubicBezTo>
                    <a:pt x="2348" y="2634"/>
                    <a:pt x="2633" y="2349"/>
                    <a:pt x="2633" y="2029"/>
                  </a:cubicBezTo>
                  <a:lnTo>
                    <a:pt x="2633" y="606"/>
                  </a:lnTo>
                  <a:cubicBezTo>
                    <a:pt x="2633" y="285"/>
                    <a:pt x="2348" y="1"/>
                    <a:pt x="2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5819852" y="3792506"/>
              <a:ext cx="52382" cy="53108"/>
            </a:xfrm>
            <a:custGeom>
              <a:rect b="b" l="l" r="r" t="t"/>
              <a:pathLst>
                <a:path extrusionOk="0" h="2634" w="2598">
                  <a:moveTo>
                    <a:pt x="1993" y="534"/>
                  </a:moveTo>
                  <a:cubicBezTo>
                    <a:pt x="2064" y="534"/>
                    <a:pt x="2100" y="570"/>
                    <a:pt x="2100" y="605"/>
                  </a:cubicBezTo>
                  <a:lnTo>
                    <a:pt x="2100" y="2029"/>
                  </a:lnTo>
                  <a:cubicBezTo>
                    <a:pt x="2100" y="2064"/>
                    <a:pt x="2064" y="2100"/>
                    <a:pt x="1993" y="2100"/>
                  </a:cubicBezTo>
                  <a:lnTo>
                    <a:pt x="605" y="2100"/>
                  </a:lnTo>
                  <a:cubicBezTo>
                    <a:pt x="534" y="2100"/>
                    <a:pt x="498" y="2064"/>
                    <a:pt x="498" y="2029"/>
                  </a:cubicBezTo>
                  <a:lnTo>
                    <a:pt x="498" y="605"/>
                  </a:lnTo>
                  <a:cubicBezTo>
                    <a:pt x="498" y="570"/>
                    <a:pt x="534" y="534"/>
                    <a:pt x="605" y="534"/>
                  </a:cubicBezTo>
                  <a:close/>
                  <a:moveTo>
                    <a:pt x="605" y="0"/>
                  </a:moveTo>
                  <a:cubicBezTo>
                    <a:pt x="249" y="0"/>
                    <a:pt x="0" y="285"/>
                    <a:pt x="0" y="605"/>
                  </a:cubicBezTo>
                  <a:lnTo>
                    <a:pt x="0" y="2029"/>
                  </a:lnTo>
                  <a:cubicBezTo>
                    <a:pt x="0" y="2349"/>
                    <a:pt x="249" y="2633"/>
                    <a:pt x="605" y="2633"/>
                  </a:cubicBezTo>
                  <a:lnTo>
                    <a:pt x="1993" y="2633"/>
                  </a:lnTo>
                  <a:cubicBezTo>
                    <a:pt x="2349" y="2633"/>
                    <a:pt x="2598" y="2349"/>
                    <a:pt x="2598" y="2029"/>
                  </a:cubicBezTo>
                  <a:lnTo>
                    <a:pt x="2598" y="605"/>
                  </a:lnTo>
                  <a:cubicBezTo>
                    <a:pt x="2598" y="285"/>
                    <a:pt x="2349"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5897337" y="3792506"/>
              <a:ext cx="53108" cy="53108"/>
            </a:xfrm>
            <a:custGeom>
              <a:rect b="b" l="l" r="r" t="t"/>
              <a:pathLst>
                <a:path extrusionOk="0" h="2634" w="2634">
                  <a:moveTo>
                    <a:pt x="1993" y="534"/>
                  </a:moveTo>
                  <a:cubicBezTo>
                    <a:pt x="2064" y="534"/>
                    <a:pt x="2099" y="570"/>
                    <a:pt x="2099" y="605"/>
                  </a:cubicBezTo>
                  <a:lnTo>
                    <a:pt x="2099" y="2029"/>
                  </a:lnTo>
                  <a:cubicBezTo>
                    <a:pt x="2099" y="2064"/>
                    <a:pt x="2064" y="2100"/>
                    <a:pt x="1993" y="2100"/>
                  </a:cubicBezTo>
                  <a:lnTo>
                    <a:pt x="605" y="2100"/>
                  </a:lnTo>
                  <a:cubicBezTo>
                    <a:pt x="569" y="2100"/>
                    <a:pt x="498" y="2064"/>
                    <a:pt x="534" y="2029"/>
                  </a:cubicBezTo>
                  <a:lnTo>
                    <a:pt x="534" y="605"/>
                  </a:lnTo>
                  <a:cubicBezTo>
                    <a:pt x="498" y="570"/>
                    <a:pt x="569" y="534"/>
                    <a:pt x="605" y="534"/>
                  </a:cubicBezTo>
                  <a:close/>
                  <a:moveTo>
                    <a:pt x="605" y="0"/>
                  </a:moveTo>
                  <a:cubicBezTo>
                    <a:pt x="249" y="0"/>
                    <a:pt x="0" y="285"/>
                    <a:pt x="0" y="605"/>
                  </a:cubicBezTo>
                  <a:lnTo>
                    <a:pt x="0" y="2029"/>
                  </a:lnTo>
                  <a:cubicBezTo>
                    <a:pt x="0" y="2349"/>
                    <a:pt x="249" y="2633"/>
                    <a:pt x="605" y="2633"/>
                  </a:cubicBezTo>
                  <a:lnTo>
                    <a:pt x="1993" y="2633"/>
                  </a:lnTo>
                  <a:cubicBezTo>
                    <a:pt x="2348" y="2633"/>
                    <a:pt x="2633" y="2349"/>
                    <a:pt x="2633" y="2029"/>
                  </a:cubicBezTo>
                  <a:lnTo>
                    <a:pt x="2633" y="605"/>
                  </a:lnTo>
                  <a:cubicBezTo>
                    <a:pt x="2633" y="285"/>
                    <a:pt x="2348" y="0"/>
                    <a:pt x="2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5974801" y="3647598"/>
              <a:ext cx="53108" cy="52382"/>
            </a:xfrm>
            <a:custGeom>
              <a:rect b="b" l="l" r="r" t="t"/>
              <a:pathLst>
                <a:path extrusionOk="0" h="2598" w="2634">
                  <a:moveTo>
                    <a:pt x="2029" y="498"/>
                  </a:moveTo>
                  <a:cubicBezTo>
                    <a:pt x="2064" y="498"/>
                    <a:pt x="2100" y="534"/>
                    <a:pt x="2100" y="605"/>
                  </a:cubicBezTo>
                  <a:lnTo>
                    <a:pt x="2100" y="1993"/>
                  </a:lnTo>
                  <a:cubicBezTo>
                    <a:pt x="2100" y="2064"/>
                    <a:pt x="2064" y="2099"/>
                    <a:pt x="2029" y="2099"/>
                  </a:cubicBezTo>
                  <a:lnTo>
                    <a:pt x="606" y="2099"/>
                  </a:lnTo>
                  <a:cubicBezTo>
                    <a:pt x="570" y="2099"/>
                    <a:pt x="534" y="2064"/>
                    <a:pt x="534" y="1993"/>
                  </a:cubicBezTo>
                  <a:lnTo>
                    <a:pt x="534" y="605"/>
                  </a:lnTo>
                  <a:cubicBezTo>
                    <a:pt x="534" y="534"/>
                    <a:pt x="570" y="498"/>
                    <a:pt x="606" y="498"/>
                  </a:cubicBezTo>
                  <a:close/>
                  <a:moveTo>
                    <a:pt x="606" y="0"/>
                  </a:moveTo>
                  <a:cubicBezTo>
                    <a:pt x="285" y="0"/>
                    <a:pt x="1" y="249"/>
                    <a:pt x="1" y="605"/>
                  </a:cubicBezTo>
                  <a:lnTo>
                    <a:pt x="1" y="1993"/>
                  </a:lnTo>
                  <a:cubicBezTo>
                    <a:pt x="1" y="2348"/>
                    <a:pt x="285" y="2597"/>
                    <a:pt x="606" y="2597"/>
                  </a:cubicBezTo>
                  <a:lnTo>
                    <a:pt x="2029" y="2597"/>
                  </a:lnTo>
                  <a:cubicBezTo>
                    <a:pt x="2349" y="2597"/>
                    <a:pt x="2634" y="2348"/>
                    <a:pt x="2634" y="1993"/>
                  </a:cubicBezTo>
                  <a:lnTo>
                    <a:pt x="2634" y="605"/>
                  </a:lnTo>
                  <a:cubicBezTo>
                    <a:pt x="2634" y="249"/>
                    <a:pt x="2349"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2"/>
            <p:cNvSpPr/>
            <p:nvPr/>
          </p:nvSpPr>
          <p:spPr>
            <a:xfrm>
              <a:off x="5974801" y="3720042"/>
              <a:ext cx="52402" cy="125572"/>
            </a:xfrm>
            <a:custGeom>
              <a:rect b="b" l="l" r="r" t="t"/>
              <a:pathLst>
                <a:path extrusionOk="0" h="6228" w="2599">
                  <a:moveTo>
                    <a:pt x="606" y="1"/>
                  </a:moveTo>
                  <a:cubicBezTo>
                    <a:pt x="285" y="1"/>
                    <a:pt x="1" y="285"/>
                    <a:pt x="1" y="606"/>
                  </a:cubicBezTo>
                  <a:lnTo>
                    <a:pt x="1" y="1566"/>
                  </a:lnTo>
                  <a:cubicBezTo>
                    <a:pt x="1" y="1709"/>
                    <a:pt x="108" y="1815"/>
                    <a:pt x="250" y="1815"/>
                  </a:cubicBezTo>
                  <a:cubicBezTo>
                    <a:pt x="392" y="1815"/>
                    <a:pt x="534" y="1709"/>
                    <a:pt x="534" y="1566"/>
                  </a:cubicBezTo>
                  <a:lnTo>
                    <a:pt x="534" y="606"/>
                  </a:lnTo>
                  <a:cubicBezTo>
                    <a:pt x="534" y="570"/>
                    <a:pt x="570" y="534"/>
                    <a:pt x="606" y="534"/>
                  </a:cubicBezTo>
                  <a:lnTo>
                    <a:pt x="1993" y="534"/>
                  </a:lnTo>
                  <a:cubicBezTo>
                    <a:pt x="2064" y="534"/>
                    <a:pt x="2100" y="570"/>
                    <a:pt x="2100" y="606"/>
                  </a:cubicBezTo>
                  <a:lnTo>
                    <a:pt x="2100" y="5623"/>
                  </a:lnTo>
                  <a:cubicBezTo>
                    <a:pt x="2100" y="5658"/>
                    <a:pt x="2064" y="5694"/>
                    <a:pt x="1993" y="5694"/>
                  </a:cubicBezTo>
                  <a:lnTo>
                    <a:pt x="606" y="5694"/>
                  </a:lnTo>
                  <a:cubicBezTo>
                    <a:pt x="570" y="5694"/>
                    <a:pt x="534" y="5658"/>
                    <a:pt x="534" y="5623"/>
                  </a:cubicBezTo>
                  <a:lnTo>
                    <a:pt x="534" y="2776"/>
                  </a:lnTo>
                  <a:cubicBezTo>
                    <a:pt x="534" y="2634"/>
                    <a:pt x="392" y="2527"/>
                    <a:pt x="250" y="2527"/>
                  </a:cubicBezTo>
                  <a:cubicBezTo>
                    <a:pt x="108" y="2527"/>
                    <a:pt x="1" y="2634"/>
                    <a:pt x="1" y="2776"/>
                  </a:cubicBezTo>
                  <a:lnTo>
                    <a:pt x="1" y="5623"/>
                  </a:lnTo>
                  <a:cubicBezTo>
                    <a:pt x="1" y="5943"/>
                    <a:pt x="285" y="6227"/>
                    <a:pt x="606" y="6227"/>
                  </a:cubicBezTo>
                  <a:lnTo>
                    <a:pt x="1993" y="6227"/>
                  </a:lnTo>
                  <a:cubicBezTo>
                    <a:pt x="2349" y="6227"/>
                    <a:pt x="2598" y="5943"/>
                    <a:pt x="2598" y="5623"/>
                  </a:cubicBezTo>
                  <a:lnTo>
                    <a:pt x="2598" y="606"/>
                  </a:lnTo>
                  <a:cubicBezTo>
                    <a:pt x="2598" y="285"/>
                    <a:pt x="2349" y="1"/>
                    <a:pt x="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5795456" y="3519889"/>
              <a:ext cx="256487" cy="204125"/>
            </a:xfrm>
            <a:custGeom>
              <a:rect b="b" l="l" r="r" t="t"/>
              <a:pathLst>
                <a:path extrusionOk="0" h="10124" w="12721">
                  <a:moveTo>
                    <a:pt x="11885" y="1"/>
                  </a:moveTo>
                  <a:lnTo>
                    <a:pt x="11885" y="36"/>
                  </a:lnTo>
                  <a:lnTo>
                    <a:pt x="819" y="36"/>
                  </a:lnTo>
                  <a:cubicBezTo>
                    <a:pt x="392" y="36"/>
                    <a:pt x="1" y="392"/>
                    <a:pt x="1" y="819"/>
                  </a:cubicBezTo>
                  <a:lnTo>
                    <a:pt x="1" y="9857"/>
                  </a:lnTo>
                  <a:cubicBezTo>
                    <a:pt x="1" y="10035"/>
                    <a:pt x="134" y="10123"/>
                    <a:pt x="267" y="10123"/>
                  </a:cubicBezTo>
                  <a:cubicBezTo>
                    <a:pt x="401" y="10123"/>
                    <a:pt x="534" y="10035"/>
                    <a:pt x="534" y="9857"/>
                  </a:cubicBezTo>
                  <a:lnTo>
                    <a:pt x="534" y="819"/>
                  </a:lnTo>
                  <a:cubicBezTo>
                    <a:pt x="534" y="660"/>
                    <a:pt x="648" y="529"/>
                    <a:pt x="775" y="529"/>
                  </a:cubicBezTo>
                  <a:cubicBezTo>
                    <a:pt x="789" y="529"/>
                    <a:pt x="804" y="531"/>
                    <a:pt x="819" y="534"/>
                  </a:cubicBezTo>
                  <a:lnTo>
                    <a:pt x="11885" y="534"/>
                  </a:lnTo>
                  <a:cubicBezTo>
                    <a:pt x="11903" y="531"/>
                    <a:pt x="11921" y="529"/>
                    <a:pt x="11938" y="529"/>
                  </a:cubicBezTo>
                  <a:cubicBezTo>
                    <a:pt x="12084" y="529"/>
                    <a:pt x="12169" y="660"/>
                    <a:pt x="12169" y="819"/>
                  </a:cubicBezTo>
                  <a:lnTo>
                    <a:pt x="12169" y="5089"/>
                  </a:lnTo>
                  <a:cubicBezTo>
                    <a:pt x="12151" y="5231"/>
                    <a:pt x="12294" y="5302"/>
                    <a:pt x="12436" y="5302"/>
                  </a:cubicBezTo>
                  <a:cubicBezTo>
                    <a:pt x="12578" y="5302"/>
                    <a:pt x="12721" y="5231"/>
                    <a:pt x="12703" y="5089"/>
                  </a:cubicBezTo>
                  <a:lnTo>
                    <a:pt x="12703" y="819"/>
                  </a:lnTo>
                  <a:cubicBezTo>
                    <a:pt x="12703" y="357"/>
                    <a:pt x="12347" y="1"/>
                    <a:pt x="11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5795456" y="3641852"/>
              <a:ext cx="256124" cy="235377"/>
            </a:xfrm>
            <a:custGeom>
              <a:rect b="b" l="l" r="r" t="t"/>
              <a:pathLst>
                <a:path extrusionOk="0" h="11674" w="12703">
                  <a:moveTo>
                    <a:pt x="12454" y="0"/>
                  </a:moveTo>
                  <a:cubicBezTo>
                    <a:pt x="12312" y="0"/>
                    <a:pt x="12169" y="107"/>
                    <a:pt x="12169" y="250"/>
                  </a:cubicBezTo>
                  <a:lnTo>
                    <a:pt x="12169" y="10888"/>
                  </a:lnTo>
                  <a:cubicBezTo>
                    <a:pt x="12169" y="11030"/>
                    <a:pt x="12062" y="11173"/>
                    <a:pt x="11885" y="11173"/>
                  </a:cubicBezTo>
                  <a:lnTo>
                    <a:pt x="819" y="11173"/>
                  </a:lnTo>
                  <a:cubicBezTo>
                    <a:pt x="677" y="11173"/>
                    <a:pt x="534" y="11030"/>
                    <a:pt x="534" y="10888"/>
                  </a:cubicBezTo>
                  <a:lnTo>
                    <a:pt x="534" y="5017"/>
                  </a:lnTo>
                  <a:cubicBezTo>
                    <a:pt x="534" y="4839"/>
                    <a:pt x="401" y="4750"/>
                    <a:pt x="267" y="4750"/>
                  </a:cubicBezTo>
                  <a:cubicBezTo>
                    <a:pt x="134" y="4750"/>
                    <a:pt x="1" y="4839"/>
                    <a:pt x="1" y="5017"/>
                  </a:cubicBezTo>
                  <a:lnTo>
                    <a:pt x="1" y="10888"/>
                  </a:lnTo>
                  <a:cubicBezTo>
                    <a:pt x="1" y="11315"/>
                    <a:pt x="392" y="11671"/>
                    <a:pt x="819" y="11671"/>
                  </a:cubicBezTo>
                  <a:lnTo>
                    <a:pt x="11885" y="11671"/>
                  </a:lnTo>
                  <a:cubicBezTo>
                    <a:pt x="11904" y="11672"/>
                    <a:pt x="11924" y="11673"/>
                    <a:pt x="11943" y="11673"/>
                  </a:cubicBezTo>
                  <a:cubicBezTo>
                    <a:pt x="12377" y="11673"/>
                    <a:pt x="12703" y="11297"/>
                    <a:pt x="12703" y="10888"/>
                  </a:cubicBezTo>
                  <a:lnTo>
                    <a:pt x="12703" y="250"/>
                  </a:lnTo>
                  <a:cubicBezTo>
                    <a:pt x="12703" y="107"/>
                    <a:pt x="12596" y="0"/>
                    <a:pt x="12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72"/>
          <p:cNvGrpSpPr/>
          <p:nvPr/>
        </p:nvGrpSpPr>
        <p:grpSpPr>
          <a:xfrm>
            <a:off x="5744525" y="2935942"/>
            <a:ext cx="358005" cy="357985"/>
            <a:chOff x="5744525" y="2935942"/>
            <a:chExt cx="358005" cy="357985"/>
          </a:xfrm>
        </p:grpSpPr>
        <p:sp>
          <p:nvSpPr>
            <p:cNvPr id="2570" name="Google Shape;2570;p72"/>
            <p:cNvSpPr/>
            <p:nvPr/>
          </p:nvSpPr>
          <p:spPr>
            <a:xfrm>
              <a:off x="5773216" y="2964634"/>
              <a:ext cx="300603" cy="300603"/>
            </a:xfrm>
            <a:custGeom>
              <a:rect b="b" l="l" r="r" t="t"/>
              <a:pathLst>
                <a:path extrusionOk="0" h="14909" w="14909">
                  <a:moveTo>
                    <a:pt x="1" y="0"/>
                  </a:moveTo>
                  <a:lnTo>
                    <a:pt x="1" y="14909"/>
                  </a:lnTo>
                  <a:lnTo>
                    <a:pt x="14909" y="14909"/>
                  </a:lnTo>
                  <a:lnTo>
                    <a:pt x="149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5750251" y="3226484"/>
              <a:ext cx="61012" cy="61717"/>
            </a:xfrm>
            <a:custGeom>
              <a:rect b="b" l="l" r="r" t="t"/>
              <a:pathLst>
                <a:path extrusionOk="0" h="3061" w="3026">
                  <a:moveTo>
                    <a:pt x="357" y="0"/>
                  </a:moveTo>
                  <a:cubicBezTo>
                    <a:pt x="143" y="0"/>
                    <a:pt x="1" y="178"/>
                    <a:pt x="1" y="356"/>
                  </a:cubicBezTo>
                  <a:lnTo>
                    <a:pt x="1" y="2704"/>
                  </a:lnTo>
                  <a:cubicBezTo>
                    <a:pt x="1" y="2918"/>
                    <a:pt x="143" y="3060"/>
                    <a:pt x="357" y="3060"/>
                  </a:cubicBezTo>
                  <a:lnTo>
                    <a:pt x="2705" y="3060"/>
                  </a:lnTo>
                  <a:cubicBezTo>
                    <a:pt x="2883" y="3060"/>
                    <a:pt x="3025" y="2918"/>
                    <a:pt x="3025" y="2704"/>
                  </a:cubicBezTo>
                  <a:lnTo>
                    <a:pt x="3025" y="356"/>
                  </a:lnTo>
                  <a:cubicBezTo>
                    <a:pt x="3025" y="178"/>
                    <a:pt x="2883" y="0"/>
                    <a:pt x="27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6035793" y="3226484"/>
              <a:ext cx="60992" cy="61717"/>
            </a:xfrm>
            <a:custGeom>
              <a:rect b="b" l="l" r="r" t="t"/>
              <a:pathLst>
                <a:path extrusionOk="0" h="3061" w="3025">
                  <a:moveTo>
                    <a:pt x="356" y="0"/>
                  </a:moveTo>
                  <a:cubicBezTo>
                    <a:pt x="142" y="0"/>
                    <a:pt x="0" y="178"/>
                    <a:pt x="0" y="356"/>
                  </a:cubicBezTo>
                  <a:lnTo>
                    <a:pt x="0" y="2704"/>
                  </a:lnTo>
                  <a:cubicBezTo>
                    <a:pt x="0" y="2918"/>
                    <a:pt x="142" y="3060"/>
                    <a:pt x="356" y="3060"/>
                  </a:cubicBezTo>
                  <a:lnTo>
                    <a:pt x="2704" y="3060"/>
                  </a:lnTo>
                  <a:cubicBezTo>
                    <a:pt x="2882" y="3060"/>
                    <a:pt x="3025" y="2918"/>
                    <a:pt x="3025" y="2704"/>
                  </a:cubicBezTo>
                  <a:lnTo>
                    <a:pt x="3025" y="356"/>
                  </a:lnTo>
                  <a:cubicBezTo>
                    <a:pt x="3025" y="178"/>
                    <a:pt x="2882" y="0"/>
                    <a:pt x="2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6035793" y="2940963"/>
              <a:ext cx="60992" cy="61717"/>
            </a:xfrm>
            <a:custGeom>
              <a:rect b="b" l="l" r="r" t="t"/>
              <a:pathLst>
                <a:path extrusionOk="0" h="3061" w="3025">
                  <a:moveTo>
                    <a:pt x="356" y="0"/>
                  </a:moveTo>
                  <a:cubicBezTo>
                    <a:pt x="142" y="0"/>
                    <a:pt x="0" y="178"/>
                    <a:pt x="0" y="356"/>
                  </a:cubicBezTo>
                  <a:lnTo>
                    <a:pt x="0" y="2704"/>
                  </a:lnTo>
                  <a:cubicBezTo>
                    <a:pt x="0" y="2918"/>
                    <a:pt x="142" y="3060"/>
                    <a:pt x="356" y="3060"/>
                  </a:cubicBezTo>
                  <a:lnTo>
                    <a:pt x="2704" y="3060"/>
                  </a:lnTo>
                  <a:cubicBezTo>
                    <a:pt x="2882" y="3060"/>
                    <a:pt x="3025" y="2918"/>
                    <a:pt x="3025" y="2704"/>
                  </a:cubicBezTo>
                  <a:lnTo>
                    <a:pt x="3025" y="356"/>
                  </a:lnTo>
                  <a:cubicBezTo>
                    <a:pt x="3025" y="178"/>
                    <a:pt x="2882" y="0"/>
                    <a:pt x="2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2"/>
            <p:cNvSpPr/>
            <p:nvPr/>
          </p:nvSpPr>
          <p:spPr>
            <a:xfrm>
              <a:off x="5750251" y="2940963"/>
              <a:ext cx="61012" cy="61717"/>
            </a:xfrm>
            <a:custGeom>
              <a:rect b="b" l="l" r="r" t="t"/>
              <a:pathLst>
                <a:path extrusionOk="0" h="3061" w="3026">
                  <a:moveTo>
                    <a:pt x="357" y="0"/>
                  </a:moveTo>
                  <a:cubicBezTo>
                    <a:pt x="143" y="0"/>
                    <a:pt x="1" y="178"/>
                    <a:pt x="1" y="356"/>
                  </a:cubicBezTo>
                  <a:lnTo>
                    <a:pt x="1" y="2704"/>
                  </a:lnTo>
                  <a:cubicBezTo>
                    <a:pt x="1" y="2918"/>
                    <a:pt x="143" y="3060"/>
                    <a:pt x="357" y="3060"/>
                  </a:cubicBezTo>
                  <a:lnTo>
                    <a:pt x="2705" y="3060"/>
                  </a:lnTo>
                  <a:cubicBezTo>
                    <a:pt x="2883" y="3060"/>
                    <a:pt x="3025" y="2918"/>
                    <a:pt x="3025" y="2704"/>
                  </a:cubicBezTo>
                  <a:lnTo>
                    <a:pt x="3025" y="356"/>
                  </a:lnTo>
                  <a:cubicBezTo>
                    <a:pt x="3025" y="178"/>
                    <a:pt x="2883" y="0"/>
                    <a:pt x="27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2"/>
            <p:cNvSpPr/>
            <p:nvPr/>
          </p:nvSpPr>
          <p:spPr>
            <a:xfrm>
              <a:off x="5744525" y="2935942"/>
              <a:ext cx="225276" cy="357280"/>
            </a:xfrm>
            <a:custGeom>
              <a:rect b="b" l="l" r="r" t="t"/>
              <a:pathLst>
                <a:path extrusionOk="0" h="17720" w="11173">
                  <a:moveTo>
                    <a:pt x="2989" y="534"/>
                  </a:moveTo>
                  <a:cubicBezTo>
                    <a:pt x="3025" y="534"/>
                    <a:pt x="3060" y="569"/>
                    <a:pt x="3060" y="605"/>
                  </a:cubicBezTo>
                  <a:lnTo>
                    <a:pt x="3060" y="2953"/>
                  </a:lnTo>
                  <a:cubicBezTo>
                    <a:pt x="3060" y="3024"/>
                    <a:pt x="3025" y="3060"/>
                    <a:pt x="2989" y="3060"/>
                  </a:cubicBezTo>
                  <a:lnTo>
                    <a:pt x="641" y="3060"/>
                  </a:lnTo>
                  <a:cubicBezTo>
                    <a:pt x="570" y="3060"/>
                    <a:pt x="534" y="3024"/>
                    <a:pt x="534" y="2953"/>
                  </a:cubicBezTo>
                  <a:lnTo>
                    <a:pt x="534" y="605"/>
                  </a:lnTo>
                  <a:cubicBezTo>
                    <a:pt x="534" y="569"/>
                    <a:pt x="570" y="534"/>
                    <a:pt x="641" y="534"/>
                  </a:cubicBezTo>
                  <a:close/>
                  <a:moveTo>
                    <a:pt x="2989" y="14695"/>
                  </a:moveTo>
                  <a:cubicBezTo>
                    <a:pt x="3025" y="14695"/>
                    <a:pt x="3060" y="14730"/>
                    <a:pt x="3060" y="14766"/>
                  </a:cubicBezTo>
                  <a:lnTo>
                    <a:pt x="3060" y="17114"/>
                  </a:lnTo>
                  <a:cubicBezTo>
                    <a:pt x="3060" y="17186"/>
                    <a:pt x="3025" y="17221"/>
                    <a:pt x="2989" y="17221"/>
                  </a:cubicBezTo>
                  <a:lnTo>
                    <a:pt x="641" y="17221"/>
                  </a:lnTo>
                  <a:cubicBezTo>
                    <a:pt x="570" y="17221"/>
                    <a:pt x="534" y="17186"/>
                    <a:pt x="534" y="17114"/>
                  </a:cubicBezTo>
                  <a:lnTo>
                    <a:pt x="534" y="14766"/>
                  </a:lnTo>
                  <a:cubicBezTo>
                    <a:pt x="534" y="14730"/>
                    <a:pt x="570" y="14695"/>
                    <a:pt x="641" y="14695"/>
                  </a:cubicBezTo>
                  <a:close/>
                  <a:moveTo>
                    <a:pt x="641" y="0"/>
                  </a:moveTo>
                  <a:cubicBezTo>
                    <a:pt x="285" y="0"/>
                    <a:pt x="36" y="285"/>
                    <a:pt x="36" y="605"/>
                  </a:cubicBezTo>
                  <a:lnTo>
                    <a:pt x="36" y="2953"/>
                  </a:lnTo>
                  <a:cubicBezTo>
                    <a:pt x="36" y="3309"/>
                    <a:pt x="285" y="3558"/>
                    <a:pt x="641" y="3558"/>
                  </a:cubicBezTo>
                  <a:lnTo>
                    <a:pt x="1174" y="3558"/>
                  </a:lnTo>
                  <a:lnTo>
                    <a:pt x="1174" y="14161"/>
                  </a:lnTo>
                  <a:lnTo>
                    <a:pt x="641" y="14161"/>
                  </a:lnTo>
                  <a:cubicBezTo>
                    <a:pt x="285" y="14161"/>
                    <a:pt x="36" y="14446"/>
                    <a:pt x="36" y="14766"/>
                  </a:cubicBezTo>
                  <a:lnTo>
                    <a:pt x="36" y="17114"/>
                  </a:lnTo>
                  <a:cubicBezTo>
                    <a:pt x="0" y="17470"/>
                    <a:pt x="285" y="17719"/>
                    <a:pt x="641" y="17719"/>
                  </a:cubicBezTo>
                  <a:lnTo>
                    <a:pt x="2989" y="17719"/>
                  </a:lnTo>
                  <a:cubicBezTo>
                    <a:pt x="3309" y="17719"/>
                    <a:pt x="3594" y="17470"/>
                    <a:pt x="3594" y="17114"/>
                  </a:cubicBezTo>
                  <a:lnTo>
                    <a:pt x="3594" y="16581"/>
                  </a:lnTo>
                  <a:lnTo>
                    <a:pt x="10924" y="16581"/>
                  </a:lnTo>
                  <a:cubicBezTo>
                    <a:pt x="11066" y="16581"/>
                    <a:pt x="11173" y="16474"/>
                    <a:pt x="11173" y="16332"/>
                  </a:cubicBezTo>
                  <a:cubicBezTo>
                    <a:pt x="11173" y="16189"/>
                    <a:pt x="11066" y="16083"/>
                    <a:pt x="10924" y="16083"/>
                  </a:cubicBezTo>
                  <a:lnTo>
                    <a:pt x="3594" y="16083"/>
                  </a:lnTo>
                  <a:lnTo>
                    <a:pt x="3594" y="14802"/>
                  </a:lnTo>
                  <a:cubicBezTo>
                    <a:pt x="3594" y="14446"/>
                    <a:pt x="3309" y="14161"/>
                    <a:pt x="2989" y="14161"/>
                  </a:cubicBezTo>
                  <a:lnTo>
                    <a:pt x="1673" y="14161"/>
                  </a:lnTo>
                  <a:lnTo>
                    <a:pt x="1673" y="3558"/>
                  </a:lnTo>
                  <a:lnTo>
                    <a:pt x="2989" y="3558"/>
                  </a:lnTo>
                  <a:cubicBezTo>
                    <a:pt x="3309" y="3558"/>
                    <a:pt x="3594" y="3309"/>
                    <a:pt x="3594" y="2953"/>
                  </a:cubicBezTo>
                  <a:lnTo>
                    <a:pt x="3594" y="1672"/>
                  </a:lnTo>
                  <a:lnTo>
                    <a:pt x="5622" y="1672"/>
                  </a:lnTo>
                  <a:cubicBezTo>
                    <a:pt x="5978" y="1672"/>
                    <a:pt x="5978" y="1139"/>
                    <a:pt x="5622" y="1139"/>
                  </a:cubicBezTo>
                  <a:lnTo>
                    <a:pt x="3594" y="1139"/>
                  </a:lnTo>
                  <a:lnTo>
                    <a:pt x="3594" y="605"/>
                  </a:lnTo>
                  <a:cubicBezTo>
                    <a:pt x="3594" y="285"/>
                    <a:pt x="3309" y="0"/>
                    <a:pt x="2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2"/>
            <p:cNvSpPr/>
            <p:nvPr/>
          </p:nvSpPr>
          <p:spPr>
            <a:xfrm>
              <a:off x="5875803" y="2935942"/>
              <a:ext cx="226727" cy="357985"/>
            </a:xfrm>
            <a:custGeom>
              <a:rect b="b" l="l" r="r" t="t"/>
              <a:pathLst>
                <a:path extrusionOk="0" h="17755" w="11245">
                  <a:moveTo>
                    <a:pt x="10639" y="534"/>
                  </a:moveTo>
                  <a:cubicBezTo>
                    <a:pt x="10675" y="534"/>
                    <a:pt x="10710" y="569"/>
                    <a:pt x="10710" y="605"/>
                  </a:cubicBezTo>
                  <a:lnTo>
                    <a:pt x="10710" y="2953"/>
                  </a:lnTo>
                  <a:cubicBezTo>
                    <a:pt x="10710" y="3024"/>
                    <a:pt x="10675" y="3060"/>
                    <a:pt x="10639" y="3060"/>
                  </a:cubicBezTo>
                  <a:lnTo>
                    <a:pt x="8291" y="3060"/>
                  </a:lnTo>
                  <a:cubicBezTo>
                    <a:pt x="8220" y="3060"/>
                    <a:pt x="8184" y="3024"/>
                    <a:pt x="8184" y="2953"/>
                  </a:cubicBezTo>
                  <a:lnTo>
                    <a:pt x="8184" y="605"/>
                  </a:lnTo>
                  <a:cubicBezTo>
                    <a:pt x="8184" y="569"/>
                    <a:pt x="8220" y="534"/>
                    <a:pt x="8291" y="534"/>
                  </a:cubicBezTo>
                  <a:close/>
                  <a:moveTo>
                    <a:pt x="10639" y="14695"/>
                  </a:moveTo>
                  <a:cubicBezTo>
                    <a:pt x="10675" y="14695"/>
                    <a:pt x="10710" y="14730"/>
                    <a:pt x="10710" y="14766"/>
                  </a:cubicBezTo>
                  <a:lnTo>
                    <a:pt x="10710" y="17114"/>
                  </a:lnTo>
                  <a:cubicBezTo>
                    <a:pt x="10710" y="17186"/>
                    <a:pt x="10675" y="17221"/>
                    <a:pt x="10639" y="17221"/>
                  </a:cubicBezTo>
                  <a:lnTo>
                    <a:pt x="8291" y="17221"/>
                  </a:lnTo>
                  <a:cubicBezTo>
                    <a:pt x="8220" y="17221"/>
                    <a:pt x="8184" y="17186"/>
                    <a:pt x="8184" y="17114"/>
                  </a:cubicBezTo>
                  <a:lnTo>
                    <a:pt x="8184" y="14766"/>
                  </a:lnTo>
                  <a:cubicBezTo>
                    <a:pt x="8184" y="14730"/>
                    <a:pt x="8220" y="14695"/>
                    <a:pt x="8291" y="14695"/>
                  </a:cubicBezTo>
                  <a:close/>
                  <a:moveTo>
                    <a:pt x="8291" y="0"/>
                  </a:moveTo>
                  <a:cubicBezTo>
                    <a:pt x="7935" y="0"/>
                    <a:pt x="7651" y="285"/>
                    <a:pt x="7686" y="605"/>
                  </a:cubicBezTo>
                  <a:lnTo>
                    <a:pt x="7686" y="1139"/>
                  </a:lnTo>
                  <a:lnTo>
                    <a:pt x="356" y="1139"/>
                  </a:lnTo>
                  <a:cubicBezTo>
                    <a:pt x="1" y="1139"/>
                    <a:pt x="1" y="1672"/>
                    <a:pt x="356" y="1672"/>
                  </a:cubicBezTo>
                  <a:lnTo>
                    <a:pt x="7686" y="1672"/>
                  </a:lnTo>
                  <a:lnTo>
                    <a:pt x="7686" y="2953"/>
                  </a:lnTo>
                  <a:cubicBezTo>
                    <a:pt x="7651" y="3309"/>
                    <a:pt x="7935" y="3558"/>
                    <a:pt x="8291" y="3558"/>
                  </a:cubicBezTo>
                  <a:lnTo>
                    <a:pt x="9572" y="3558"/>
                  </a:lnTo>
                  <a:lnTo>
                    <a:pt x="9572" y="14161"/>
                  </a:lnTo>
                  <a:lnTo>
                    <a:pt x="8291" y="14161"/>
                  </a:lnTo>
                  <a:cubicBezTo>
                    <a:pt x="7935" y="14161"/>
                    <a:pt x="7651" y="14446"/>
                    <a:pt x="7686" y="14766"/>
                  </a:cubicBezTo>
                  <a:lnTo>
                    <a:pt x="7686" y="16083"/>
                  </a:lnTo>
                  <a:lnTo>
                    <a:pt x="5622" y="16083"/>
                  </a:lnTo>
                  <a:cubicBezTo>
                    <a:pt x="5480" y="16083"/>
                    <a:pt x="5373" y="16189"/>
                    <a:pt x="5373" y="16332"/>
                  </a:cubicBezTo>
                  <a:cubicBezTo>
                    <a:pt x="5373" y="16474"/>
                    <a:pt x="5480" y="16616"/>
                    <a:pt x="5622" y="16616"/>
                  </a:cubicBezTo>
                  <a:lnTo>
                    <a:pt x="7686" y="16616"/>
                  </a:lnTo>
                  <a:lnTo>
                    <a:pt x="7686" y="17150"/>
                  </a:lnTo>
                  <a:cubicBezTo>
                    <a:pt x="7651" y="17470"/>
                    <a:pt x="7935" y="17755"/>
                    <a:pt x="8291" y="17755"/>
                  </a:cubicBezTo>
                  <a:lnTo>
                    <a:pt x="10639" y="17755"/>
                  </a:lnTo>
                  <a:cubicBezTo>
                    <a:pt x="10960" y="17755"/>
                    <a:pt x="11244" y="17470"/>
                    <a:pt x="11244" y="17150"/>
                  </a:cubicBezTo>
                  <a:lnTo>
                    <a:pt x="11244" y="14766"/>
                  </a:lnTo>
                  <a:cubicBezTo>
                    <a:pt x="11244" y="14446"/>
                    <a:pt x="10960" y="14161"/>
                    <a:pt x="10639" y="14161"/>
                  </a:cubicBezTo>
                  <a:lnTo>
                    <a:pt x="10106" y="14161"/>
                  </a:lnTo>
                  <a:lnTo>
                    <a:pt x="10106" y="3558"/>
                  </a:lnTo>
                  <a:lnTo>
                    <a:pt x="10639" y="3558"/>
                  </a:lnTo>
                  <a:cubicBezTo>
                    <a:pt x="10960" y="3558"/>
                    <a:pt x="11244" y="3309"/>
                    <a:pt x="11244" y="2953"/>
                  </a:cubicBezTo>
                  <a:lnTo>
                    <a:pt x="11244" y="605"/>
                  </a:lnTo>
                  <a:cubicBezTo>
                    <a:pt x="11244" y="285"/>
                    <a:pt x="10960" y="0"/>
                    <a:pt x="10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72"/>
          <p:cNvGrpSpPr/>
          <p:nvPr/>
        </p:nvGrpSpPr>
        <p:grpSpPr>
          <a:xfrm>
            <a:off x="5729464" y="2387200"/>
            <a:ext cx="373067" cy="357925"/>
            <a:chOff x="5729464" y="2387200"/>
            <a:chExt cx="373067" cy="357925"/>
          </a:xfrm>
        </p:grpSpPr>
        <p:sp>
          <p:nvSpPr>
            <p:cNvPr id="2578" name="Google Shape;2578;p72"/>
            <p:cNvSpPr/>
            <p:nvPr/>
          </p:nvSpPr>
          <p:spPr>
            <a:xfrm>
              <a:off x="5733758" y="2392502"/>
              <a:ext cx="363752" cy="347601"/>
            </a:xfrm>
            <a:custGeom>
              <a:rect b="b" l="l" r="r" t="t"/>
              <a:pathLst>
                <a:path extrusionOk="0" h="17240" w="18041">
                  <a:moveTo>
                    <a:pt x="9003" y="3114"/>
                  </a:moveTo>
                  <a:cubicBezTo>
                    <a:pt x="10301" y="3114"/>
                    <a:pt x="11600" y="3612"/>
                    <a:pt x="12596" y="4608"/>
                  </a:cubicBezTo>
                  <a:lnTo>
                    <a:pt x="9857" y="7384"/>
                  </a:lnTo>
                  <a:cubicBezTo>
                    <a:pt x="9598" y="7126"/>
                    <a:pt x="9311" y="7017"/>
                    <a:pt x="9036" y="7017"/>
                  </a:cubicBezTo>
                  <a:cubicBezTo>
                    <a:pt x="8136" y="7017"/>
                    <a:pt x="7367" y="8175"/>
                    <a:pt x="8184" y="9020"/>
                  </a:cubicBezTo>
                  <a:lnTo>
                    <a:pt x="5409" y="11796"/>
                  </a:lnTo>
                  <a:cubicBezTo>
                    <a:pt x="3416" y="9803"/>
                    <a:pt x="3416" y="6601"/>
                    <a:pt x="5409" y="4608"/>
                  </a:cubicBezTo>
                  <a:cubicBezTo>
                    <a:pt x="6405" y="3612"/>
                    <a:pt x="7704" y="3114"/>
                    <a:pt x="9003" y="3114"/>
                  </a:cubicBezTo>
                  <a:close/>
                  <a:moveTo>
                    <a:pt x="9003" y="1"/>
                  </a:moveTo>
                  <a:cubicBezTo>
                    <a:pt x="6903" y="1"/>
                    <a:pt x="4804" y="801"/>
                    <a:pt x="3203" y="2402"/>
                  </a:cubicBezTo>
                  <a:cubicBezTo>
                    <a:pt x="1" y="5605"/>
                    <a:pt x="1" y="10799"/>
                    <a:pt x="3203" y="14002"/>
                  </a:cubicBezTo>
                  <a:lnTo>
                    <a:pt x="2207" y="15034"/>
                  </a:lnTo>
                  <a:lnTo>
                    <a:pt x="4448" y="17240"/>
                  </a:lnTo>
                  <a:lnTo>
                    <a:pt x="18040" y="3648"/>
                  </a:lnTo>
                  <a:lnTo>
                    <a:pt x="15799" y="1442"/>
                  </a:lnTo>
                  <a:lnTo>
                    <a:pt x="14802" y="2402"/>
                  </a:lnTo>
                  <a:cubicBezTo>
                    <a:pt x="13201" y="801"/>
                    <a:pt x="11102" y="1"/>
                    <a:pt x="9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2"/>
            <p:cNvSpPr/>
            <p:nvPr/>
          </p:nvSpPr>
          <p:spPr>
            <a:xfrm>
              <a:off x="5729464" y="2448736"/>
              <a:ext cx="108333" cy="296389"/>
            </a:xfrm>
            <a:custGeom>
              <a:rect b="b" l="l" r="r" t="t"/>
              <a:pathLst>
                <a:path extrusionOk="0" h="14700" w="5373">
                  <a:moveTo>
                    <a:pt x="2843" y="1"/>
                  </a:moveTo>
                  <a:cubicBezTo>
                    <a:pt x="2783" y="1"/>
                    <a:pt x="2721" y="23"/>
                    <a:pt x="2669" y="76"/>
                  </a:cubicBezTo>
                  <a:cubicBezTo>
                    <a:pt x="0" y="3385"/>
                    <a:pt x="142" y="8153"/>
                    <a:pt x="3060" y="11213"/>
                  </a:cubicBezTo>
                  <a:lnTo>
                    <a:pt x="2242" y="12031"/>
                  </a:lnTo>
                  <a:cubicBezTo>
                    <a:pt x="2206" y="12102"/>
                    <a:pt x="2171" y="12173"/>
                    <a:pt x="2171" y="12209"/>
                  </a:cubicBezTo>
                  <a:cubicBezTo>
                    <a:pt x="2171" y="12280"/>
                    <a:pt x="2206" y="12351"/>
                    <a:pt x="2242" y="12422"/>
                  </a:cubicBezTo>
                  <a:lnTo>
                    <a:pt x="4483" y="14628"/>
                  </a:lnTo>
                  <a:cubicBezTo>
                    <a:pt x="4519" y="14700"/>
                    <a:pt x="4590" y="14700"/>
                    <a:pt x="4661" y="14700"/>
                  </a:cubicBezTo>
                  <a:cubicBezTo>
                    <a:pt x="4732" y="14700"/>
                    <a:pt x="4804" y="14700"/>
                    <a:pt x="4839" y="14628"/>
                  </a:cubicBezTo>
                  <a:lnTo>
                    <a:pt x="5302" y="14201"/>
                  </a:lnTo>
                  <a:cubicBezTo>
                    <a:pt x="5373" y="14095"/>
                    <a:pt x="5373" y="13917"/>
                    <a:pt x="5302" y="13810"/>
                  </a:cubicBezTo>
                  <a:cubicBezTo>
                    <a:pt x="5248" y="13757"/>
                    <a:pt x="5177" y="13730"/>
                    <a:pt x="5106" y="13730"/>
                  </a:cubicBezTo>
                  <a:cubicBezTo>
                    <a:pt x="5035" y="13730"/>
                    <a:pt x="4964" y="13757"/>
                    <a:pt x="4910" y="13810"/>
                  </a:cubicBezTo>
                  <a:lnTo>
                    <a:pt x="4910" y="13774"/>
                  </a:lnTo>
                  <a:lnTo>
                    <a:pt x="4626" y="14059"/>
                  </a:lnTo>
                  <a:lnTo>
                    <a:pt x="2811" y="12245"/>
                  </a:lnTo>
                  <a:lnTo>
                    <a:pt x="3629" y="11426"/>
                  </a:lnTo>
                  <a:cubicBezTo>
                    <a:pt x="3665" y="11355"/>
                    <a:pt x="3701" y="11319"/>
                    <a:pt x="3701" y="11248"/>
                  </a:cubicBezTo>
                  <a:cubicBezTo>
                    <a:pt x="3701" y="11177"/>
                    <a:pt x="3665" y="11106"/>
                    <a:pt x="3629" y="11035"/>
                  </a:cubicBezTo>
                  <a:cubicBezTo>
                    <a:pt x="712" y="8188"/>
                    <a:pt x="498" y="3563"/>
                    <a:pt x="3060" y="396"/>
                  </a:cubicBezTo>
                  <a:cubicBezTo>
                    <a:pt x="3194" y="209"/>
                    <a:pt x="3025" y="1"/>
                    <a:pt x="28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2"/>
            <p:cNvSpPr/>
            <p:nvPr/>
          </p:nvSpPr>
          <p:spPr>
            <a:xfrm>
              <a:off x="5789649" y="2442223"/>
              <a:ext cx="212432" cy="203903"/>
            </a:xfrm>
            <a:custGeom>
              <a:rect b="b" l="l" r="r" t="t"/>
              <a:pathLst>
                <a:path extrusionOk="0" h="10113" w="10536">
                  <a:moveTo>
                    <a:pt x="4756" y="1"/>
                  </a:moveTo>
                  <a:cubicBezTo>
                    <a:pt x="4738" y="1"/>
                    <a:pt x="4719" y="3"/>
                    <a:pt x="4701" y="8"/>
                  </a:cubicBezTo>
                  <a:cubicBezTo>
                    <a:pt x="4558" y="43"/>
                    <a:pt x="4487" y="185"/>
                    <a:pt x="4523" y="328"/>
                  </a:cubicBezTo>
                  <a:lnTo>
                    <a:pt x="4594" y="684"/>
                  </a:lnTo>
                  <a:cubicBezTo>
                    <a:pt x="4309" y="790"/>
                    <a:pt x="4025" y="897"/>
                    <a:pt x="3740" y="1039"/>
                  </a:cubicBezTo>
                  <a:lnTo>
                    <a:pt x="3704" y="968"/>
                  </a:lnTo>
                  <a:cubicBezTo>
                    <a:pt x="3673" y="884"/>
                    <a:pt x="3603" y="849"/>
                    <a:pt x="3526" y="849"/>
                  </a:cubicBezTo>
                  <a:cubicBezTo>
                    <a:pt x="3343" y="849"/>
                    <a:pt x="3117" y="1042"/>
                    <a:pt x="3242" y="1217"/>
                  </a:cubicBezTo>
                  <a:lnTo>
                    <a:pt x="3313" y="1324"/>
                  </a:lnTo>
                  <a:cubicBezTo>
                    <a:pt x="3099" y="1466"/>
                    <a:pt x="2850" y="1644"/>
                    <a:pt x="2672" y="1822"/>
                  </a:cubicBezTo>
                  <a:lnTo>
                    <a:pt x="2388" y="1573"/>
                  </a:lnTo>
                  <a:cubicBezTo>
                    <a:pt x="2334" y="1520"/>
                    <a:pt x="2272" y="1493"/>
                    <a:pt x="2210" y="1493"/>
                  </a:cubicBezTo>
                  <a:cubicBezTo>
                    <a:pt x="2148" y="1493"/>
                    <a:pt x="2085" y="1520"/>
                    <a:pt x="2032" y="1573"/>
                  </a:cubicBezTo>
                  <a:cubicBezTo>
                    <a:pt x="1925" y="1680"/>
                    <a:pt x="1925" y="1822"/>
                    <a:pt x="2032" y="1929"/>
                  </a:cubicBezTo>
                  <a:lnTo>
                    <a:pt x="2281" y="2214"/>
                  </a:lnTo>
                  <a:cubicBezTo>
                    <a:pt x="2103" y="2427"/>
                    <a:pt x="1890" y="2641"/>
                    <a:pt x="1747" y="2925"/>
                  </a:cubicBezTo>
                  <a:lnTo>
                    <a:pt x="1641" y="2854"/>
                  </a:lnTo>
                  <a:cubicBezTo>
                    <a:pt x="1596" y="2826"/>
                    <a:pt x="1551" y="2814"/>
                    <a:pt x="1509" y="2814"/>
                  </a:cubicBezTo>
                  <a:cubicBezTo>
                    <a:pt x="1282" y="2814"/>
                    <a:pt x="1121" y="3166"/>
                    <a:pt x="1392" y="3317"/>
                  </a:cubicBezTo>
                  <a:lnTo>
                    <a:pt x="1498" y="3352"/>
                  </a:lnTo>
                  <a:cubicBezTo>
                    <a:pt x="1356" y="3601"/>
                    <a:pt x="1249" y="3886"/>
                    <a:pt x="1178" y="4135"/>
                  </a:cubicBezTo>
                  <a:lnTo>
                    <a:pt x="787" y="4064"/>
                  </a:lnTo>
                  <a:cubicBezTo>
                    <a:pt x="768" y="4058"/>
                    <a:pt x="749" y="4055"/>
                    <a:pt x="729" y="4055"/>
                  </a:cubicBezTo>
                  <a:cubicBezTo>
                    <a:pt x="633" y="4055"/>
                    <a:pt x="525" y="4124"/>
                    <a:pt x="466" y="4242"/>
                  </a:cubicBezTo>
                  <a:cubicBezTo>
                    <a:pt x="431" y="4384"/>
                    <a:pt x="538" y="4526"/>
                    <a:pt x="680" y="4562"/>
                  </a:cubicBezTo>
                  <a:lnTo>
                    <a:pt x="1036" y="4669"/>
                  </a:lnTo>
                  <a:cubicBezTo>
                    <a:pt x="965" y="4953"/>
                    <a:pt x="929" y="5238"/>
                    <a:pt x="929" y="5558"/>
                  </a:cubicBezTo>
                  <a:lnTo>
                    <a:pt x="822" y="5558"/>
                  </a:lnTo>
                  <a:cubicBezTo>
                    <a:pt x="807" y="5554"/>
                    <a:pt x="792" y="5553"/>
                    <a:pt x="777" y="5553"/>
                  </a:cubicBezTo>
                  <a:cubicBezTo>
                    <a:pt x="651" y="5553"/>
                    <a:pt x="538" y="5680"/>
                    <a:pt x="538" y="5807"/>
                  </a:cubicBezTo>
                  <a:cubicBezTo>
                    <a:pt x="538" y="5950"/>
                    <a:pt x="680" y="6056"/>
                    <a:pt x="787" y="6056"/>
                  </a:cubicBezTo>
                  <a:lnTo>
                    <a:pt x="929" y="6056"/>
                  </a:lnTo>
                  <a:cubicBezTo>
                    <a:pt x="929" y="6341"/>
                    <a:pt x="965" y="6626"/>
                    <a:pt x="1036" y="6910"/>
                  </a:cubicBezTo>
                  <a:lnTo>
                    <a:pt x="680" y="7017"/>
                  </a:lnTo>
                  <a:cubicBezTo>
                    <a:pt x="538" y="7053"/>
                    <a:pt x="466" y="7195"/>
                    <a:pt x="466" y="7337"/>
                  </a:cubicBezTo>
                  <a:cubicBezTo>
                    <a:pt x="502" y="7444"/>
                    <a:pt x="609" y="7515"/>
                    <a:pt x="751" y="7515"/>
                  </a:cubicBezTo>
                  <a:lnTo>
                    <a:pt x="787" y="7515"/>
                  </a:lnTo>
                  <a:lnTo>
                    <a:pt x="1178" y="7444"/>
                  </a:lnTo>
                  <a:cubicBezTo>
                    <a:pt x="1249" y="7693"/>
                    <a:pt x="1356" y="7978"/>
                    <a:pt x="1498" y="8227"/>
                  </a:cubicBezTo>
                  <a:lnTo>
                    <a:pt x="1427" y="8298"/>
                  </a:lnTo>
                  <a:cubicBezTo>
                    <a:pt x="1285" y="8369"/>
                    <a:pt x="1249" y="8511"/>
                    <a:pt x="1320" y="8654"/>
                  </a:cubicBezTo>
                  <a:cubicBezTo>
                    <a:pt x="1356" y="8725"/>
                    <a:pt x="1463" y="8760"/>
                    <a:pt x="1534" y="8760"/>
                  </a:cubicBezTo>
                  <a:cubicBezTo>
                    <a:pt x="1605" y="8760"/>
                    <a:pt x="1641" y="8760"/>
                    <a:pt x="1676" y="8725"/>
                  </a:cubicBezTo>
                  <a:lnTo>
                    <a:pt x="1747" y="8689"/>
                  </a:lnTo>
                  <a:cubicBezTo>
                    <a:pt x="1925" y="8938"/>
                    <a:pt x="2103" y="9187"/>
                    <a:pt x="2281" y="9401"/>
                  </a:cubicBezTo>
                  <a:lnTo>
                    <a:pt x="2032" y="9650"/>
                  </a:lnTo>
                  <a:cubicBezTo>
                    <a:pt x="1925" y="9757"/>
                    <a:pt x="1925" y="9935"/>
                    <a:pt x="2032" y="10006"/>
                  </a:cubicBezTo>
                  <a:cubicBezTo>
                    <a:pt x="2068" y="10077"/>
                    <a:pt x="2139" y="10077"/>
                    <a:pt x="2210" y="10112"/>
                  </a:cubicBezTo>
                  <a:cubicBezTo>
                    <a:pt x="2281" y="10077"/>
                    <a:pt x="2352" y="10077"/>
                    <a:pt x="2388" y="10006"/>
                  </a:cubicBezTo>
                  <a:lnTo>
                    <a:pt x="5590" y="6768"/>
                  </a:lnTo>
                  <a:cubicBezTo>
                    <a:pt x="5697" y="6661"/>
                    <a:pt x="5697" y="6519"/>
                    <a:pt x="5590" y="6412"/>
                  </a:cubicBezTo>
                  <a:cubicBezTo>
                    <a:pt x="5234" y="6056"/>
                    <a:pt x="5234" y="5487"/>
                    <a:pt x="5590" y="5131"/>
                  </a:cubicBezTo>
                  <a:cubicBezTo>
                    <a:pt x="5768" y="4935"/>
                    <a:pt x="5999" y="4838"/>
                    <a:pt x="6231" y="4838"/>
                  </a:cubicBezTo>
                  <a:cubicBezTo>
                    <a:pt x="6462" y="4838"/>
                    <a:pt x="6693" y="4935"/>
                    <a:pt x="6871" y="5131"/>
                  </a:cubicBezTo>
                  <a:cubicBezTo>
                    <a:pt x="6942" y="5167"/>
                    <a:pt x="7013" y="5202"/>
                    <a:pt x="7085" y="5202"/>
                  </a:cubicBezTo>
                  <a:cubicBezTo>
                    <a:pt x="7156" y="5202"/>
                    <a:pt x="7191" y="5167"/>
                    <a:pt x="7262" y="5131"/>
                  </a:cubicBezTo>
                  <a:lnTo>
                    <a:pt x="8757" y="3637"/>
                  </a:lnTo>
                  <a:cubicBezTo>
                    <a:pt x="8975" y="3446"/>
                    <a:pt x="8776" y="3151"/>
                    <a:pt x="8558" y="3151"/>
                  </a:cubicBezTo>
                  <a:cubicBezTo>
                    <a:pt x="8492" y="3151"/>
                    <a:pt x="8424" y="3179"/>
                    <a:pt x="8365" y="3245"/>
                  </a:cubicBezTo>
                  <a:lnTo>
                    <a:pt x="7049" y="4597"/>
                  </a:lnTo>
                  <a:cubicBezTo>
                    <a:pt x="6800" y="4420"/>
                    <a:pt x="6515" y="4348"/>
                    <a:pt x="6231" y="4348"/>
                  </a:cubicBezTo>
                  <a:cubicBezTo>
                    <a:pt x="5839" y="4348"/>
                    <a:pt x="5483" y="4491"/>
                    <a:pt x="5199" y="4775"/>
                  </a:cubicBezTo>
                  <a:cubicBezTo>
                    <a:pt x="4736" y="5238"/>
                    <a:pt x="4665" y="6021"/>
                    <a:pt x="5056" y="6590"/>
                  </a:cubicBezTo>
                  <a:lnTo>
                    <a:pt x="2637" y="8974"/>
                  </a:lnTo>
                  <a:cubicBezTo>
                    <a:pt x="2423" y="8725"/>
                    <a:pt x="2210" y="8476"/>
                    <a:pt x="2068" y="8191"/>
                  </a:cubicBezTo>
                  <a:cubicBezTo>
                    <a:pt x="1" y="4594"/>
                    <a:pt x="2936" y="916"/>
                    <a:pt x="6245" y="916"/>
                  </a:cubicBezTo>
                  <a:cubicBezTo>
                    <a:pt x="7321" y="916"/>
                    <a:pt x="8437" y="1305"/>
                    <a:pt x="9433" y="2214"/>
                  </a:cubicBezTo>
                  <a:lnTo>
                    <a:pt x="9219" y="2427"/>
                  </a:lnTo>
                  <a:cubicBezTo>
                    <a:pt x="9052" y="2594"/>
                    <a:pt x="9234" y="2849"/>
                    <a:pt x="9441" y="2849"/>
                  </a:cubicBezTo>
                  <a:cubicBezTo>
                    <a:pt x="9498" y="2849"/>
                    <a:pt x="9557" y="2829"/>
                    <a:pt x="9611" y="2783"/>
                  </a:cubicBezTo>
                  <a:lnTo>
                    <a:pt x="10429" y="1929"/>
                  </a:lnTo>
                  <a:cubicBezTo>
                    <a:pt x="10536" y="1822"/>
                    <a:pt x="10536" y="1680"/>
                    <a:pt x="10429" y="1573"/>
                  </a:cubicBezTo>
                  <a:cubicBezTo>
                    <a:pt x="10394" y="1520"/>
                    <a:pt x="10331" y="1493"/>
                    <a:pt x="10265" y="1493"/>
                  </a:cubicBezTo>
                  <a:cubicBezTo>
                    <a:pt x="10198" y="1493"/>
                    <a:pt x="10127" y="1520"/>
                    <a:pt x="10073" y="1573"/>
                  </a:cubicBezTo>
                  <a:lnTo>
                    <a:pt x="9824" y="1822"/>
                  </a:lnTo>
                  <a:cubicBezTo>
                    <a:pt x="9575" y="1609"/>
                    <a:pt x="9326" y="1431"/>
                    <a:pt x="9041" y="1253"/>
                  </a:cubicBezTo>
                  <a:lnTo>
                    <a:pt x="9113" y="1182"/>
                  </a:lnTo>
                  <a:cubicBezTo>
                    <a:pt x="9235" y="986"/>
                    <a:pt x="9055" y="791"/>
                    <a:pt x="8873" y="791"/>
                  </a:cubicBezTo>
                  <a:cubicBezTo>
                    <a:pt x="8790" y="791"/>
                    <a:pt x="8706" y="832"/>
                    <a:pt x="8650" y="933"/>
                  </a:cubicBezTo>
                  <a:lnTo>
                    <a:pt x="8614" y="1004"/>
                  </a:lnTo>
                  <a:cubicBezTo>
                    <a:pt x="8365" y="897"/>
                    <a:pt x="8116" y="790"/>
                    <a:pt x="7867" y="684"/>
                  </a:cubicBezTo>
                  <a:lnTo>
                    <a:pt x="7974" y="328"/>
                  </a:lnTo>
                  <a:cubicBezTo>
                    <a:pt x="8010" y="185"/>
                    <a:pt x="7903" y="43"/>
                    <a:pt x="7761" y="8"/>
                  </a:cubicBezTo>
                  <a:cubicBezTo>
                    <a:pt x="7747" y="3"/>
                    <a:pt x="7732" y="1"/>
                    <a:pt x="7717" y="1"/>
                  </a:cubicBezTo>
                  <a:cubicBezTo>
                    <a:pt x="7618" y="1"/>
                    <a:pt x="7507" y="97"/>
                    <a:pt x="7476" y="221"/>
                  </a:cubicBezTo>
                  <a:lnTo>
                    <a:pt x="7369" y="577"/>
                  </a:lnTo>
                  <a:cubicBezTo>
                    <a:pt x="7049" y="506"/>
                    <a:pt x="6729" y="470"/>
                    <a:pt x="6444" y="434"/>
                  </a:cubicBezTo>
                  <a:lnTo>
                    <a:pt x="6444" y="363"/>
                  </a:lnTo>
                  <a:cubicBezTo>
                    <a:pt x="6444" y="185"/>
                    <a:pt x="6302" y="79"/>
                    <a:pt x="6159" y="79"/>
                  </a:cubicBezTo>
                  <a:cubicBezTo>
                    <a:pt x="6017" y="79"/>
                    <a:pt x="5910" y="185"/>
                    <a:pt x="5910" y="328"/>
                  </a:cubicBezTo>
                  <a:lnTo>
                    <a:pt x="5910" y="470"/>
                  </a:lnTo>
                  <a:cubicBezTo>
                    <a:pt x="5626" y="470"/>
                    <a:pt x="5377" y="506"/>
                    <a:pt x="5092" y="577"/>
                  </a:cubicBezTo>
                  <a:lnTo>
                    <a:pt x="5021" y="221"/>
                  </a:lnTo>
                  <a:cubicBezTo>
                    <a:pt x="4990" y="97"/>
                    <a:pt x="4878" y="1"/>
                    <a:pt x="4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2"/>
            <p:cNvSpPr/>
            <p:nvPr/>
          </p:nvSpPr>
          <p:spPr>
            <a:xfrm>
              <a:off x="5796766" y="2387200"/>
              <a:ext cx="305764" cy="330665"/>
            </a:xfrm>
            <a:custGeom>
              <a:rect b="b" l="l" r="r" t="t"/>
              <a:pathLst>
                <a:path extrusionOk="0" h="16400" w="15165">
                  <a:moveTo>
                    <a:pt x="5871" y="1"/>
                  </a:moveTo>
                  <a:cubicBezTo>
                    <a:pt x="3842" y="1"/>
                    <a:pt x="1815" y="731"/>
                    <a:pt x="220" y="2203"/>
                  </a:cubicBezTo>
                  <a:cubicBezTo>
                    <a:pt x="0" y="2368"/>
                    <a:pt x="163" y="2639"/>
                    <a:pt x="363" y="2639"/>
                  </a:cubicBezTo>
                  <a:cubicBezTo>
                    <a:pt x="422" y="2639"/>
                    <a:pt x="484" y="2615"/>
                    <a:pt x="540" y="2559"/>
                  </a:cubicBezTo>
                  <a:cubicBezTo>
                    <a:pt x="2070" y="1201"/>
                    <a:pt x="3982" y="524"/>
                    <a:pt x="5887" y="524"/>
                  </a:cubicBezTo>
                  <a:cubicBezTo>
                    <a:pt x="7925" y="524"/>
                    <a:pt x="9955" y="1298"/>
                    <a:pt x="11499" y="2843"/>
                  </a:cubicBezTo>
                  <a:cubicBezTo>
                    <a:pt x="11535" y="2914"/>
                    <a:pt x="11606" y="2914"/>
                    <a:pt x="11677" y="2914"/>
                  </a:cubicBezTo>
                  <a:cubicBezTo>
                    <a:pt x="11748" y="2914"/>
                    <a:pt x="11820" y="2914"/>
                    <a:pt x="11855" y="2843"/>
                  </a:cubicBezTo>
                  <a:lnTo>
                    <a:pt x="12674" y="2060"/>
                  </a:lnTo>
                  <a:lnTo>
                    <a:pt x="14524" y="3875"/>
                  </a:lnTo>
                  <a:lnTo>
                    <a:pt x="13065" y="5334"/>
                  </a:lnTo>
                  <a:lnTo>
                    <a:pt x="12816" y="5085"/>
                  </a:lnTo>
                  <a:cubicBezTo>
                    <a:pt x="12752" y="5003"/>
                    <a:pt x="12678" y="4970"/>
                    <a:pt x="12606" y="4970"/>
                  </a:cubicBezTo>
                  <a:cubicBezTo>
                    <a:pt x="12396" y="4970"/>
                    <a:pt x="12212" y="5255"/>
                    <a:pt x="12424" y="5441"/>
                  </a:cubicBezTo>
                  <a:lnTo>
                    <a:pt x="12674" y="5725"/>
                  </a:lnTo>
                  <a:lnTo>
                    <a:pt x="11393" y="7006"/>
                  </a:lnTo>
                  <a:lnTo>
                    <a:pt x="11144" y="6757"/>
                  </a:lnTo>
                  <a:cubicBezTo>
                    <a:pt x="11090" y="6704"/>
                    <a:pt x="11019" y="6677"/>
                    <a:pt x="10952" y="6677"/>
                  </a:cubicBezTo>
                  <a:cubicBezTo>
                    <a:pt x="10886" y="6677"/>
                    <a:pt x="10823" y="6704"/>
                    <a:pt x="10788" y="6757"/>
                  </a:cubicBezTo>
                  <a:cubicBezTo>
                    <a:pt x="10681" y="6828"/>
                    <a:pt x="10681" y="7006"/>
                    <a:pt x="10788" y="7113"/>
                  </a:cubicBezTo>
                  <a:lnTo>
                    <a:pt x="11037" y="7362"/>
                  </a:lnTo>
                  <a:lnTo>
                    <a:pt x="9756" y="8643"/>
                  </a:lnTo>
                  <a:lnTo>
                    <a:pt x="9471" y="8394"/>
                  </a:lnTo>
                  <a:cubicBezTo>
                    <a:pt x="9436" y="8340"/>
                    <a:pt x="9373" y="8314"/>
                    <a:pt x="9307" y="8314"/>
                  </a:cubicBezTo>
                  <a:cubicBezTo>
                    <a:pt x="9240" y="8314"/>
                    <a:pt x="9169" y="8340"/>
                    <a:pt x="9115" y="8394"/>
                  </a:cubicBezTo>
                  <a:cubicBezTo>
                    <a:pt x="9009" y="8501"/>
                    <a:pt x="9009" y="8679"/>
                    <a:pt x="9115" y="8750"/>
                  </a:cubicBezTo>
                  <a:lnTo>
                    <a:pt x="9364" y="9034"/>
                  </a:lnTo>
                  <a:lnTo>
                    <a:pt x="8084" y="10315"/>
                  </a:lnTo>
                  <a:lnTo>
                    <a:pt x="7835" y="10066"/>
                  </a:lnTo>
                  <a:cubicBezTo>
                    <a:pt x="7777" y="10017"/>
                    <a:pt x="7716" y="9996"/>
                    <a:pt x="7658" y="9996"/>
                  </a:cubicBezTo>
                  <a:cubicBezTo>
                    <a:pt x="7465" y="9996"/>
                    <a:pt x="7306" y="10230"/>
                    <a:pt x="7443" y="10422"/>
                  </a:cubicBezTo>
                  <a:lnTo>
                    <a:pt x="7728" y="10671"/>
                  </a:lnTo>
                  <a:lnTo>
                    <a:pt x="6411" y="11952"/>
                  </a:lnTo>
                  <a:lnTo>
                    <a:pt x="6162" y="11703"/>
                  </a:lnTo>
                  <a:cubicBezTo>
                    <a:pt x="6106" y="11646"/>
                    <a:pt x="6043" y="11623"/>
                    <a:pt x="5984" y="11623"/>
                  </a:cubicBezTo>
                  <a:cubicBezTo>
                    <a:pt x="5783" y="11623"/>
                    <a:pt x="5614" y="11894"/>
                    <a:pt x="5806" y="12059"/>
                  </a:cubicBezTo>
                  <a:lnTo>
                    <a:pt x="6055" y="12343"/>
                  </a:lnTo>
                  <a:lnTo>
                    <a:pt x="4775" y="13624"/>
                  </a:lnTo>
                  <a:lnTo>
                    <a:pt x="4525" y="13375"/>
                  </a:lnTo>
                  <a:cubicBezTo>
                    <a:pt x="4468" y="13326"/>
                    <a:pt x="4407" y="13305"/>
                    <a:pt x="4349" y="13305"/>
                  </a:cubicBezTo>
                  <a:cubicBezTo>
                    <a:pt x="4155" y="13305"/>
                    <a:pt x="3997" y="13539"/>
                    <a:pt x="4134" y="13731"/>
                  </a:cubicBezTo>
                  <a:lnTo>
                    <a:pt x="4419" y="13980"/>
                  </a:lnTo>
                  <a:lnTo>
                    <a:pt x="3102" y="15297"/>
                  </a:lnTo>
                  <a:lnTo>
                    <a:pt x="2853" y="15012"/>
                  </a:lnTo>
                  <a:cubicBezTo>
                    <a:pt x="2800" y="14976"/>
                    <a:pt x="2738" y="14959"/>
                    <a:pt x="2675" y="14959"/>
                  </a:cubicBezTo>
                  <a:cubicBezTo>
                    <a:pt x="2613" y="14959"/>
                    <a:pt x="2551" y="14976"/>
                    <a:pt x="2497" y="15012"/>
                  </a:cubicBezTo>
                  <a:cubicBezTo>
                    <a:pt x="2391" y="15119"/>
                    <a:pt x="2391" y="15297"/>
                    <a:pt x="2497" y="15403"/>
                  </a:cubicBezTo>
                  <a:lnTo>
                    <a:pt x="2746" y="15652"/>
                  </a:lnTo>
                  <a:lnTo>
                    <a:pt x="2426" y="15973"/>
                  </a:lnTo>
                  <a:cubicBezTo>
                    <a:pt x="2319" y="16079"/>
                    <a:pt x="2319" y="16222"/>
                    <a:pt x="2426" y="16328"/>
                  </a:cubicBezTo>
                  <a:cubicBezTo>
                    <a:pt x="2462" y="16400"/>
                    <a:pt x="2533" y="16400"/>
                    <a:pt x="2604" y="16400"/>
                  </a:cubicBezTo>
                  <a:cubicBezTo>
                    <a:pt x="2675" y="16400"/>
                    <a:pt x="2746" y="16400"/>
                    <a:pt x="2782" y="16328"/>
                  </a:cubicBezTo>
                  <a:lnTo>
                    <a:pt x="3280" y="15830"/>
                  </a:lnTo>
                  <a:lnTo>
                    <a:pt x="15057" y="4053"/>
                  </a:lnTo>
                  <a:cubicBezTo>
                    <a:pt x="15164" y="3982"/>
                    <a:pt x="15164" y="3804"/>
                    <a:pt x="15058" y="3697"/>
                  </a:cubicBezTo>
                  <a:lnTo>
                    <a:pt x="15058" y="3697"/>
                  </a:lnTo>
                  <a:lnTo>
                    <a:pt x="15090" y="3730"/>
                  </a:lnTo>
                  <a:lnTo>
                    <a:pt x="12851" y="1491"/>
                  </a:lnTo>
                  <a:cubicBezTo>
                    <a:pt x="12798" y="1438"/>
                    <a:pt x="12736" y="1411"/>
                    <a:pt x="12674" y="1411"/>
                  </a:cubicBezTo>
                  <a:cubicBezTo>
                    <a:pt x="12611" y="1411"/>
                    <a:pt x="12549" y="1438"/>
                    <a:pt x="12496" y="1491"/>
                  </a:cubicBezTo>
                  <a:lnTo>
                    <a:pt x="11677" y="2310"/>
                  </a:lnTo>
                  <a:cubicBezTo>
                    <a:pt x="10052" y="775"/>
                    <a:pt x="7960" y="1"/>
                    <a:pt x="5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 name="Google Shape;2582;p72"/>
          <p:cNvGrpSpPr/>
          <p:nvPr/>
        </p:nvGrpSpPr>
        <p:grpSpPr>
          <a:xfrm>
            <a:off x="5735916" y="1867713"/>
            <a:ext cx="368046" cy="341553"/>
            <a:chOff x="5735916" y="1867713"/>
            <a:chExt cx="368046" cy="341553"/>
          </a:xfrm>
        </p:grpSpPr>
        <p:sp>
          <p:nvSpPr>
            <p:cNvPr id="2583" name="Google Shape;2583;p72"/>
            <p:cNvSpPr/>
            <p:nvPr/>
          </p:nvSpPr>
          <p:spPr>
            <a:xfrm>
              <a:off x="5735916" y="1875516"/>
              <a:ext cx="361594" cy="328004"/>
            </a:xfrm>
            <a:custGeom>
              <a:rect b="b" l="l" r="r" t="t"/>
              <a:pathLst>
                <a:path extrusionOk="0" h="16268" w="17934">
                  <a:moveTo>
                    <a:pt x="9109" y="0"/>
                  </a:moveTo>
                  <a:cubicBezTo>
                    <a:pt x="6986" y="0"/>
                    <a:pt x="4871" y="810"/>
                    <a:pt x="3274" y="2425"/>
                  </a:cubicBezTo>
                  <a:cubicBezTo>
                    <a:pt x="107" y="5592"/>
                    <a:pt x="0" y="10680"/>
                    <a:pt x="3060" y="13953"/>
                  </a:cubicBezTo>
                  <a:cubicBezTo>
                    <a:pt x="4594" y="15418"/>
                    <a:pt x="6607" y="16267"/>
                    <a:pt x="8730" y="16267"/>
                  </a:cubicBezTo>
                  <a:cubicBezTo>
                    <a:pt x="8773" y="16267"/>
                    <a:pt x="8816" y="16267"/>
                    <a:pt x="8860" y="16266"/>
                  </a:cubicBezTo>
                  <a:cubicBezTo>
                    <a:pt x="11030" y="16231"/>
                    <a:pt x="13130" y="15341"/>
                    <a:pt x="14660" y="13811"/>
                  </a:cubicBezTo>
                  <a:cubicBezTo>
                    <a:pt x="17898" y="10644"/>
                    <a:pt x="17933" y="5450"/>
                    <a:pt x="14766" y="2247"/>
                  </a:cubicBezTo>
                  <a:lnTo>
                    <a:pt x="14802" y="2247"/>
                  </a:lnTo>
                  <a:cubicBezTo>
                    <a:pt x="13198" y="748"/>
                    <a:pt x="11150" y="0"/>
                    <a:pt x="9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6060895" y="2023408"/>
              <a:ext cx="41636" cy="30869"/>
            </a:xfrm>
            <a:custGeom>
              <a:rect b="b" l="l" r="r" t="t"/>
              <a:pathLst>
                <a:path extrusionOk="0" h="1531" w="2065">
                  <a:moveTo>
                    <a:pt x="1032" y="0"/>
                  </a:moveTo>
                  <a:cubicBezTo>
                    <a:pt x="837" y="0"/>
                    <a:pt x="641" y="72"/>
                    <a:pt x="499" y="214"/>
                  </a:cubicBezTo>
                  <a:cubicBezTo>
                    <a:pt x="0" y="676"/>
                    <a:pt x="356" y="1530"/>
                    <a:pt x="1032" y="1530"/>
                  </a:cubicBezTo>
                  <a:cubicBezTo>
                    <a:pt x="1708" y="1530"/>
                    <a:pt x="2064" y="676"/>
                    <a:pt x="1566" y="214"/>
                  </a:cubicBezTo>
                  <a:cubicBezTo>
                    <a:pt x="1424" y="72"/>
                    <a:pt x="1228"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5885139" y="2015524"/>
              <a:ext cx="62423" cy="45930"/>
            </a:xfrm>
            <a:custGeom>
              <a:rect b="b" l="l" r="r" t="t"/>
              <a:pathLst>
                <a:path extrusionOk="0" h="2278" w="3096">
                  <a:moveTo>
                    <a:pt x="1548" y="0"/>
                  </a:moveTo>
                  <a:cubicBezTo>
                    <a:pt x="1254" y="0"/>
                    <a:pt x="961" y="107"/>
                    <a:pt x="747" y="320"/>
                  </a:cubicBezTo>
                  <a:cubicBezTo>
                    <a:pt x="0" y="1032"/>
                    <a:pt x="534" y="2277"/>
                    <a:pt x="1530" y="2277"/>
                  </a:cubicBezTo>
                  <a:cubicBezTo>
                    <a:pt x="2562" y="2277"/>
                    <a:pt x="3096" y="1032"/>
                    <a:pt x="2349" y="320"/>
                  </a:cubicBezTo>
                  <a:cubicBezTo>
                    <a:pt x="2135" y="107"/>
                    <a:pt x="1841" y="0"/>
                    <a:pt x="15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5744525" y="1867713"/>
              <a:ext cx="286670" cy="274089"/>
            </a:xfrm>
            <a:custGeom>
              <a:rect b="b" l="l" r="r" t="t"/>
              <a:pathLst>
                <a:path extrusionOk="0" h="13594" w="14218">
                  <a:moveTo>
                    <a:pt x="8534" y="1"/>
                  </a:moveTo>
                  <a:cubicBezTo>
                    <a:pt x="5381" y="1"/>
                    <a:pt x="2377" y="1746"/>
                    <a:pt x="890" y="4662"/>
                  </a:cubicBezTo>
                  <a:cubicBezTo>
                    <a:pt x="321" y="5837"/>
                    <a:pt x="0" y="7153"/>
                    <a:pt x="0" y="8470"/>
                  </a:cubicBezTo>
                  <a:cubicBezTo>
                    <a:pt x="0" y="9003"/>
                    <a:pt x="71" y="9537"/>
                    <a:pt x="143" y="10071"/>
                  </a:cubicBezTo>
                  <a:cubicBezTo>
                    <a:pt x="356" y="11280"/>
                    <a:pt x="854" y="12455"/>
                    <a:pt x="1601" y="13451"/>
                  </a:cubicBezTo>
                  <a:cubicBezTo>
                    <a:pt x="1637" y="13522"/>
                    <a:pt x="1708" y="13593"/>
                    <a:pt x="1779" y="13593"/>
                  </a:cubicBezTo>
                  <a:cubicBezTo>
                    <a:pt x="1851" y="13593"/>
                    <a:pt x="1886" y="13558"/>
                    <a:pt x="1957" y="13522"/>
                  </a:cubicBezTo>
                  <a:cubicBezTo>
                    <a:pt x="2064" y="13451"/>
                    <a:pt x="2100" y="13273"/>
                    <a:pt x="1993" y="13166"/>
                  </a:cubicBezTo>
                  <a:cubicBezTo>
                    <a:pt x="1317" y="12206"/>
                    <a:pt x="854" y="11138"/>
                    <a:pt x="676" y="9964"/>
                  </a:cubicBezTo>
                  <a:cubicBezTo>
                    <a:pt x="570" y="9501"/>
                    <a:pt x="534" y="9003"/>
                    <a:pt x="534" y="8505"/>
                  </a:cubicBezTo>
                  <a:cubicBezTo>
                    <a:pt x="534" y="6015"/>
                    <a:pt x="1673" y="3666"/>
                    <a:pt x="3665" y="2172"/>
                  </a:cubicBezTo>
                  <a:cubicBezTo>
                    <a:pt x="5074" y="1090"/>
                    <a:pt x="6802" y="524"/>
                    <a:pt x="8549" y="524"/>
                  </a:cubicBezTo>
                  <a:cubicBezTo>
                    <a:pt x="9274" y="524"/>
                    <a:pt x="10001" y="622"/>
                    <a:pt x="10710" y="820"/>
                  </a:cubicBezTo>
                  <a:cubicBezTo>
                    <a:pt x="11813" y="1140"/>
                    <a:pt x="12809" y="1674"/>
                    <a:pt x="13663" y="2385"/>
                  </a:cubicBezTo>
                  <a:cubicBezTo>
                    <a:pt x="13721" y="2429"/>
                    <a:pt x="13781" y="2447"/>
                    <a:pt x="13836" y="2447"/>
                  </a:cubicBezTo>
                  <a:cubicBezTo>
                    <a:pt x="14055" y="2447"/>
                    <a:pt x="14218" y="2164"/>
                    <a:pt x="14019" y="1994"/>
                  </a:cubicBezTo>
                  <a:cubicBezTo>
                    <a:pt x="13094" y="1211"/>
                    <a:pt x="12027" y="642"/>
                    <a:pt x="10852" y="322"/>
                  </a:cubicBezTo>
                  <a:cubicBezTo>
                    <a:pt x="10084" y="105"/>
                    <a:pt x="9305" y="1"/>
                    <a:pt x="8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5789871" y="1923503"/>
              <a:ext cx="314091" cy="285763"/>
            </a:xfrm>
            <a:custGeom>
              <a:rect b="b" l="l" r="r" t="t"/>
              <a:pathLst>
                <a:path extrusionOk="0" h="14173" w="15578">
                  <a:moveTo>
                    <a:pt x="14528" y="5178"/>
                  </a:moveTo>
                  <a:cubicBezTo>
                    <a:pt x="14545" y="5178"/>
                    <a:pt x="14563" y="5187"/>
                    <a:pt x="14581" y="5204"/>
                  </a:cubicBezTo>
                  <a:cubicBezTo>
                    <a:pt x="14795" y="5240"/>
                    <a:pt x="14937" y="5382"/>
                    <a:pt x="14972" y="5560"/>
                  </a:cubicBezTo>
                  <a:cubicBezTo>
                    <a:pt x="15008" y="5703"/>
                    <a:pt x="14972" y="5880"/>
                    <a:pt x="14866" y="6023"/>
                  </a:cubicBezTo>
                  <a:cubicBezTo>
                    <a:pt x="14777" y="6141"/>
                    <a:pt x="14616" y="6210"/>
                    <a:pt x="14462" y="6210"/>
                  </a:cubicBezTo>
                  <a:cubicBezTo>
                    <a:pt x="14430" y="6210"/>
                    <a:pt x="14398" y="6207"/>
                    <a:pt x="14368" y="6201"/>
                  </a:cubicBezTo>
                  <a:cubicBezTo>
                    <a:pt x="14190" y="6165"/>
                    <a:pt x="14012" y="6023"/>
                    <a:pt x="13976" y="5809"/>
                  </a:cubicBezTo>
                  <a:cubicBezTo>
                    <a:pt x="13941" y="5667"/>
                    <a:pt x="13976" y="5489"/>
                    <a:pt x="14083" y="5382"/>
                  </a:cubicBezTo>
                  <a:cubicBezTo>
                    <a:pt x="14171" y="5264"/>
                    <a:pt x="14284" y="5195"/>
                    <a:pt x="14401" y="5195"/>
                  </a:cubicBezTo>
                  <a:cubicBezTo>
                    <a:pt x="14425" y="5195"/>
                    <a:pt x="14450" y="5198"/>
                    <a:pt x="14474" y="5204"/>
                  </a:cubicBezTo>
                  <a:cubicBezTo>
                    <a:pt x="14492" y="5187"/>
                    <a:pt x="14510" y="5178"/>
                    <a:pt x="14528" y="5178"/>
                  </a:cubicBezTo>
                  <a:close/>
                  <a:moveTo>
                    <a:pt x="12517" y="1"/>
                  </a:moveTo>
                  <a:cubicBezTo>
                    <a:pt x="12455" y="1"/>
                    <a:pt x="12393" y="27"/>
                    <a:pt x="12339" y="81"/>
                  </a:cubicBezTo>
                  <a:cubicBezTo>
                    <a:pt x="12233" y="152"/>
                    <a:pt x="12197" y="330"/>
                    <a:pt x="12304" y="437"/>
                  </a:cubicBezTo>
                  <a:cubicBezTo>
                    <a:pt x="13087" y="1326"/>
                    <a:pt x="13620" y="2358"/>
                    <a:pt x="13941" y="3461"/>
                  </a:cubicBezTo>
                  <a:cubicBezTo>
                    <a:pt x="14047" y="3888"/>
                    <a:pt x="14119" y="4315"/>
                    <a:pt x="14190" y="4742"/>
                  </a:cubicBezTo>
                  <a:cubicBezTo>
                    <a:pt x="13976" y="4777"/>
                    <a:pt x="13834" y="4920"/>
                    <a:pt x="13692" y="5062"/>
                  </a:cubicBezTo>
                  <a:cubicBezTo>
                    <a:pt x="13620" y="5169"/>
                    <a:pt x="13549" y="5311"/>
                    <a:pt x="13514" y="5454"/>
                  </a:cubicBezTo>
                  <a:cubicBezTo>
                    <a:pt x="13158" y="5454"/>
                    <a:pt x="13158" y="5952"/>
                    <a:pt x="13514" y="5952"/>
                  </a:cubicBezTo>
                  <a:cubicBezTo>
                    <a:pt x="13585" y="6307"/>
                    <a:pt x="13834" y="6557"/>
                    <a:pt x="14190" y="6663"/>
                  </a:cubicBezTo>
                  <a:cubicBezTo>
                    <a:pt x="13905" y="9047"/>
                    <a:pt x="12553" y="11182"/>
                    <a:pt x="10489" y="12463"/>
                  </a:cubicBezTo>
                  <a:cubicBezTo>
                    <a:pt x="9199" y="13259"/>
                    <a:pt x="7713" y="13664"/>
                    <a:pt x="6221" y="13664"/>
                  </a:cubicBezTo>
                  <a:cubicBezTo>
                    <a:pt x="5245" y="13664"/>
                    <a:pt x="4266" y="13491"/>
                    <a:pt x="3338" y="13139"/>
                  </a:cubicBezTo>
                  <a:cubicBezTo>
                    <a:pt x="2270" y="12748"/>
                    <a:pt x="1309" y="12107"/>
                    <a:pt x="527" y="11289"/>
                  </a:cubicBezTo>
                  <a:cubicBezTo>
                    <a:pt x="476" y="11253"/>
                    <a:pt x="423" y="11237"/>
                    <a:pt x="372" y="11237"/>
                  </a:cubicBezTo>
                  <a:cubicBezTo>
                    <a:pt x="170" y="11237"/>
                    <a:pt x="0" y="11481"/>
                    <a:pt x="171" y="11680"/>
                  </a:cubicBezTo>
                  <a:cubicBezTo>
                    <a:pt x="1025" y="12534"/>
                    <a:pt x="2021" y="13210"/>
                    <a:pt x="3160" y="13602"/>
                  </a:cubicBezTo>
                  <a:cubicBezTo>
                    <a:pt x="4156" y="13993"/>
                    <a:pt x="5223" y="14171"/>
                    <a:pt x="6255" y="14171"/>
                  </a:cubicBezTo>
                  <a:cubicBezTo>
                    <a:pt x="6313" y="14172"/>
                    <a:pt x="6370" y="14173"/>
                    <a:pt x="6427" y="14173"/>
                  </a:cubicBezTo>
                  <a:cubicBezTo>
                    <a:pt x="7968" y="14173"/>
                    <a:pt x="9470" y="13713"/>
                    <a:pt x="10774" y="12890"/>
                  </a:cubicBezTo>
                  <a:cubicBezTo>
                    <a:pt x="11841" y="12214"/>
                    <a:pt x="12766" y="11324"/>
                    <a:pt x="13442" y="10221"/>
                  </a:cubicBezTo>
                  <a:cubicBezTo>
                    <a:pt x="14119" y="9154"/>
                    <a:pt x="14510" y="7980"/>
                    <a:pt x="14652" y="6734"/>
                  </a:cubicBezTo>
                  <a:cubicBezTo>
                    <a:pt x="15222" y="6628"/>
                    <a:pt x="15577" y="6058"/>
                    <a:pt x="15471" y="5489"/>
                  </a:cubicBezTo>
                  <a:cubicBezTo>
                    <a:pt x="15399" y="5098"/>
                    <a:pt x="15079" y="4777"/>
                    <a:pt x="14688" y="4706"/>
                  </a:cubicBezTo>
                  <a:cubicBezTo>
                    <a:pt x="14652" y="4244"/>
                    <a:pt x="14545" y="3781"/>
                    <a:pt x="14439" y="3354"/>
                  </a:cubicBezTo>
                  <a:cubicBezTo>
                    <a:pt x="14119" y="2145"/>
                    <a:pt x="13514" y="1042"/>
                    <a:pt x="12695" y="81"/>
                  </a:cubicBezTo>
                  <a:cubicBezTo>
                    <a:pt x="12642" y="27"/>
                    <a:pt x="12580" y="1"/>
                    <a:pt x="12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2"/>
            <p:cNvSpPr/>
            <p:nvPr/>
          </p:nvSpPr>
          <p:spPr>
            <a:xfrm>
              <a:off x="5886570" y="2009778"/>
              <a:ext cx="63875" cy="56858"/>
            </a:xfrm>
            <a:custGeom>
              <a:rect b="b" l="l" r="r" t="t"/>
              <a:pathLst>
                <a:path extrusionOk="0" h="2820" w="3168">
                  <a:moveTo>
                    <a:pt x="1459" y="534"/>
                  </a:moveTo>
                  <a:cubicBezTo>
                    <a:pt x="1530" y="534"/>
                    <a:pt x="1601" y="570"/>
                    <a:pt x="1673" y="570"/>
                  </a:cubicBezTo>
                  <a:cubicBezTo>
                    <a:pt x="1993" y="641"/>
                    <a:pt x="2242" y="890"/>
                    <a:pt x="2313" y="1210"/>
                  </a:cubicBezTo>
                  <a:cubicBezTo>
                    <a:pt x="2384" y="1459"/>
                    <a:pt x="2313" y="1744"/>
                    <a:pt x="2135" y="1957"/>
                  </a:cubicBezTo>
                  <a:cubicBezTo>
                    <a:pt x="1993" y="2171"/>
                    <a:pt x="1744" y="2313"/>
                    <a:pt x="1459" y="2313"/>
                  </a:cubicBezTo>
                  <a:cubicBezTo>
                    <a:pt x="1388" y="2313"/>
                    <a:pt x="1317" y="2313"/>
                    <a:pt x="1246" y="2278"/>
                  </a:cubicBezTo>
                  <a:cubicBezTo>
                    <a:pt x="925" y="2206"/>
                    <a:pt x="676" y="1957"/>
                    <a:pt x="605" y="1637"/>
                  </a:cubicBezTo>
                  <a:cubicBezTo>
                    <a:pt x="463" y="1068"/>
                    <a:pt x="890" y="534"/>
                    <a:pt x="1459" y="534"/>
                  </a:cubicBezTo>
                  <a:close/>
                  <a:moveTo>
                    <a:pt x="1459" y="0"/>
                  </a:moveTo>
                  <a:cubicBezTo>
                    <a:pt x="1032" y="0"/>
                    <a:pt x="641" y="214"/>
                    <a:pt x="356" y="534"/>
                  </a:cubicBezTo>
                  <a:cubicBezTo>
                    <a:pt x="107" y="890"/>
                    <a:pt x="0" y="1317"/>
                    <a:pt x="107" y="1744"/>
                  </a:cubicBezTo>
                  <a:cubicBezTo>
                    <a:pt x="214" y="2278"/>
                    <a:pt x="605" y="2669"/>
                    <a:pt x="1139" y="2776"/>
                  </a:cubicBezTo>
                  <a:cubicBezTo>
                    <a:pt x="1250" y="2805"/>
                    <a:pt x="1362" y="2820"/>
                    <a:pt x="1471" y="2820"/>
                  </a:cubicBezTo>
                  <a:cubicBezTo>
                    <a:pt x="1888" y="2820"/>
                    <a:pt x="2281" y="2615"/>
                    <a:pt x="2562" y="2278"/>
                  </a:cubicBezTo>
                  <a:cubicBezTo>
                    <a:pt x="2704" y="2100"/>
                    <a:pt x="2776" y="1886"/>
                    <a:pt x="2847" y="1673"/>
                  </a:cubicBezTo>
                  <a:cubicBezTo>
                    <a:pt x="3167" y="1673"/>
                    <a:pt x="3167" y="1175"/>
                    <a:pt x="2847" y="1175"/>
                  </a:cubicBezTo>
                  <a:lnTo>
                    <a:pt x="2847" y="1103"/>
                  </a:lnTo>
                  <a:lnTo>
                    <a:pt x="2811" y="1068"/>
                  </a:lnTo>
                  <a:cubicBezTo>
                    <a:pt x="2704" y="570"/>
                    <a:pt x="2313" y="178"/>
                    <a:pt x="1779" y="72"/>
                  </a:cubicBezTo>
                  <a:cubicBezTo>
                    <a:pt x="1673" y="36"/>
                    <a:pt x="1566" y="0"/>
                    <a:pt x="1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2"/>
            <p:cNvSpPr/>
            <p:nvPr/>
          </p:nvSpPr>
          <p:spPr>
            <a:xfrm>
              <a:off x="6030772" y="2033449"/>
              <a:ext cx="20102" cy="10061"/>
            </a:xfrm>
            <a:custGeom>
              <a:rect b="b" l="l" r="r" t="t"/>
              <a:pathLst>
                <a:path extrusionOk="0" h="499" w="997">
                  <a:moveTo>
                    <a:pt x="285" y="1"/>
                  </a:moveTo>
                  <a:cubicBezTo>
                    <a:pt x="0" y="36"/>
                    <a:pt x="0" y="463"/>
                    <a:pt x="285" y="499"/>
                  </a:cubicBezTo>
                  <a:lnTo>
                    <a:pt x="712" y="499"/>
                  </a:lnTo>
                  <a:cubicBezTo>
                    <a:pt x="996" y="463"/>
                    <a:pt x="996" y="36"/>
                    <a:pt x="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5954719" y="2033408"/>
              <a:ext cx="19215" cy="10142"/>
            </a:xfrm>
            <a:custGeom>
              <a:rect b="b" l="l" r="r" t="t"/>
              <a:pathLst>
                <a:path extrusionOk="0" h="503" w="953">
                  <a:moveTo>
                    <a:pt x="702" y="1"/>
                  </a:moveTo>
                  <a:cubicBezTo>
                    <a:pt x="694" y="1"/>
                    <a:pt x="685" y="1"/>
                    <a:pt x="677" y="3"/>
                  </a:cubicBezTo>
                  <a:lnTo>
                    <a:pt x="285" y="3"/>
                  </a:lnTo>
                  <a:cubicBezTo>
                    <a:pt x="1" y="38"/>
                    <a:pt x="1" y="465"/>
                    <a:pt x="285" y="501"/>
                  </a:cubicBezTo>
                  <a:lnTo>
                    <a:pt x="677" y="501"/>
                  </a:lnTo>
                  <a:cubicBezTo>
                    <a:pt x="685" y="502"/>
                    <a:pt x="694" y="502"/>
                    <a:pt x="702" y="502"/>
                  </a:cubicBezTo>
                  <a:cubicBezTo>
                    <a:pt x="953" y="502"/>
                    <a:pt x="953" y="1"/>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5979822" y="2033449"/>
              <a:ext cx="20828" cy="10061"/>
            </a:xfrm>
            <a:custGeom>
              <a:rect b="b" l="l" r="r" t="t"/>
              <a:pathLst>
                <a:path extrusionOk="0" h="499" w="1033">
                  <a:moveTo>
                    <a:pt x="321" y="1"/>
                  </a:moveTo>
                  <a:cubicBezTo>
                    <a:pt x="1" y="36"/>
                    <a:pt x="1" y="463"/>
                    <a:pt x="321" y="499"/>
                  </a:cubicBezTo>
                  <a:lnTo>
                    <a:pt x="712" y="499"/>
                  </a:lnTo>
                  <a:cubicBezTo>
                    <a:pt x="1033" y="463"/>
                    <a:pt x="1033" y="36"/>
                    <a:pt x="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6005831" y="2033408"/>
              <a:ext cx="19054" cy="10142"/>
            </a:xfrm>
            <a:custGeom>
              <a:rect b="b" l="l" r="r" t="t"/>
              <a:pathLst>
                <a:path extrusionOk="0" h="503" w="945">
                  <a:moveTo>
                    <a:pt x="251" y="1"/>
                  </a:moveTo>
                  <a:cubicBezTo>
                    <a:pt x="0" y="1"/>
                    <a:pt x="0" y="502"/>
                    <a:pt x="251" y="502"/>
                  </a:cubicBezTo>
                  <a:cubicBezTo>
                    <a:pt x="259" y="502"/>
                    <a:pt x="268" y="502"/>
                    <a:pt x="276" y="501"/>
                  </a:cubicBezTo>
                  <a:lnTo>
                    <a:pt x="668" y="501"/>
                  </a:lnTo>
                  <a:cubicBezTo>
                    <a:pt x="676" y="502"/>
                    <a:pt x="685" y="502"/>
                    <a:pt x="693" y="502"/>
                  </a:cubicBezTo>
                  <a:cubicBezTo>
                    <a:pt x="944" y="502"/>
                    <a:pt x="944" y="1"/>
                    <a:pt x="693" y="1"/>
                  </a:cubicBezTo>
                  <a:cubicBezTo>
                    <a:pt x="685" y="1"/>
                    <a:pt x="676" y="1"/>
                    <a:pt x="668" y="3"/>
                  </a:cubicBezTo>
                  <a:lnTo>
                    <a:pt x="276" y="3"/>
                  </a:lnTo>
                  <a:cubicBezTo>
                    <a:pt x="268" y="1"/>
                    <a:pt x="259" y="1"/>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5977684" y="1958122"/>
              <a:ext cx="48088" cy="64580"/>
            </a:xfrm>
            <a:custGeom>
              <a:rect b="b" l="l" r="r" t="t"/>
              <a:pathLst>
                <a:path extrusionOk="0" h="3203" w="2385">
                  <a:moveTo>
                    <a:pt x="996" y="534"/>
                  </a:moveTo>
                  <a:cubicBezTo>
                    <a:pt x="1672" y="534"/>
                    <a:pt x="1672" y="1531"/>
                    <a:pt x="996" y="1531"/>
                  </a:cubicBezTo>
                  <a:lnTo>
                    <a:pt x="498" y="1531"/>
                  </a:lnTo>
                  <a:lnTo>
                    <a:pt x="498" y="534"/>
                  </a:lnTo>
                  <a:close/>
                  <a:moveTo>
                    <a:pt x="249" y="1"/>
                  </a:moveTo>
                  <a:cubicBezTo>
                    <a:pt x="107" y="1"/>
                    <a:pt x="0" y="107"/>
                    <a:pt x="0" y="250"/>
                  </a:cubicBezTo>
                  <a:lnTo>
                    <a:pt x="0" y="2918"/>
                  </a:lnTo>
                  <a:cubicBezTo>
                    <a:pt x="0" y="3060"/>
                    <a:pt x="107" y="3203"/>
                    <a:pt x="249" y="3203"/>
                  </a:cubicBezTo>
                  <a:cubicBezTo>
                    <a:pt x="391" y="3203"/>
                    <a:pt x="498" y="3060"/>
                    <a:pt x="498" y="2918"/>
                  </a:cubicBezTo>
                  <a:lnTo>
                    <a:pt x="498" y="2029"/>
                  </a:lnTo>
                  <a:lnTo>
                    <a:pt x="996" y="2029"/>
                  </a:lnTo>
                  <a:cubicBezTo>
                    <a:pt x="1281" y="2029"/>
                    <a:pt x="1530" y="2242"/>
                    <a:pt x="1530" y="2527"/>
                  </a:cubicBezTo>
                  <a:lnTo>
                    <a:pt x="1530" y="2918"/>
                  </a:lnTo>
                  <a:cubicBezTo>
                    <a:pt x="1548" y="3078"/>
                    <a:pt x="1664" y="3158"/>
                    <a:pt x="1779" y="3158"/>
                  </a:cubicBezTo>
                  <a:cubicBezTo>
                    <a:pt x="1895" y="3158"/>
                    <a:pt x="2010" y="3078"/>
                    <a:pt x="2028" y="2918"/>
                  </a:cubicBezTo>
                  <a:lnTo>
                    <a:pt x="2028" y="2527"/>
                  </a:lnTo>
                  <a:cubicBezTo>
                    <a:pt x="2028" y="2242"/>
                    <a:pt x="1921" y="1957"/>
                    <a:pt x="1708" y="1780"/>
                  </a:cubicBezTo>
                  <a:cubicBezTo>
                    <a:pt x="2384" y="1139"/>
                    <a:pt x="1957" y="1"/>
                    <a:pt x="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72"/>
          <p:cNvGrpSpPr/>
          <p:nvPr/>
        </p:nvGrpSpPr>
        <p:grpSpPr>
          <a:xfrm>
            <a:off x="7471631" y="3506276"/>
            <a:ext cx="335040" cy="357824"/>
            <a:chOff x="7471631" y="3506276"/>
            <a:chExt cx="335040" cy="357824"/>
          </a:xfrm>
        </p:grpSpPr>
        <p:sp>
          <p:nvSpPr>
            <p:cNvPr id="2595" name="Google Shape;2595;p72"/>
            <p:cNvSpPr/>
            <p:nvPr/>
          </p:nvSpPr>
          <p:spPr>
            <a:xfrm>
              <a:off x="7477377" y="3511841"/>
              <a:ext cx="324273" cy="283384"/>
            </a:xfrm>
            <a:custGeom>
              <a:rect b="b" l="l" r="r" t="t"/>
              <a:pathLst>
                <a:path extrusionOk="0" h="14055" w="16083">
                  <a:moveTo>
                    <a:pt x="8042" y="1"/>
                  </a:moveTo>
                  <a:lnTo>
                    <a:pt x="0" y="14055"/>
                  </a:lnTo>
                  <a:lnTo>
                    <a:pt x="16083" y="14055"/>
                  </a:lnTo>
                  <a:lnTo>
                    <a:pt x="80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7639504" y="3762925"/>
              <a:ext cx="32300" cy="32300"/>
            </a:xfrm>
            <a:custGeom>
              <a:rect b="b" l="l" r="r" t="t"/>
              <a:pathLst>
                <a:path extrusionOk="0" h="1602" w="1602">
                  <a:moveTo>
                    <a:pt x="1" y="1"/>
                  </a:moveTo>
                  <a:lnTo>
                    <a:pt x="1" y="1602"/>
                  </a:lnTo>
                  <a:lnTo>
                    <a:pt x="1602" y="1602"/>
                  </a:lnTo>
                  <a:lnTo>
                    <a:pt x="1602" y="1"/>
                  </a:lnTo>
                  <a:close/>
                </a:path>
              </a:pathLst>
            </a:custGeom>
            <a:solidFill>
              <a:srgbClr val="D6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7742091" y="3744274"/>
              <a:ext cx="59560" cy="50951"/>
            </a:xfrm>
            <a:custGeom>
              <a:rect b="b" l="l" r="r" t="t"/>
              <a:pathLst>
                <a:path extrusionOk="0" h="2527" w="2954">
                  <a:moveTo>
                    <a:pt x="1495" y="1"/>
                  </a:moveTo>
                  <a:cubicBezTo>
                    <a:pt x="570" y="499"/>
                    <a:pt x="1" y="1495"/>
                    <a:pt x="1" y="2527"/>
                  </a:cubicBezTo>
                  <a:lnTo>
                    <a:pt x="2954" y="2527"/>
                  </a:lnTo>
                  <a:lnTo>
                    <a:pt x="14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7476651" y="3744274"/>
              <a:ext cx="59560" cy="50951"/>
            </a:xfrm>
            <a:custGeom>
              <a:rect b="b" l="l" r="r" t="t"/>
              <a:pathLst>
                <a:path extrusionOk="0" h="2527" w="2954">
                  <a:moveTo>
                    <a:pt x="1495" y="1"/>
                  </a:moveTo>
                  <a:lnTo>
                    <a:pt x="1" y="2527"/>
                  </a:lnTo>
                  <a:lnTo>
                    <a:pt x="2954" y="2527"/>
                  </a:lnTo>
                  <a:cubicBezTo>
                    <a:pt x="2954" y="1495"/>
                    <a:pt x="2385" y="499"/>
                    <a:pt x="14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7471631" y="3506276"/>
              <a:ext cx="335040" cy="294171"/>
            </a:xfrm>
            <a:custGeom>
              <a:rect b="b" l="l" r="r" t="t"/>
              <a:pathLst>
                <a:path extrusionOk="0" h="14590" w="16617">
                  <a:moveTo>
                    <a:pt x="1815" y="12160"/>
                  </a:moveTo>
                  <a:cubicBezTo>
                    <a:pt x="2064" y="12303"/>
                    <a:pt x="2278" y="12516"/>
                    <a:pt x="2420" y="12765"/>
                  </a:cubicBezTo>
                  <a:cubicBezTo>
                    <a:pt x="2278" y="12837"/>
                    <a:pt x="2242" y="12979"/>
                    <a:pt x="2313" y="13121"/>
                  </a:cubicBezTo>
                  <a:cubicBezTo>
                    <a:pt x="2349" y="13192"/>
                    <a:pt x="2456" y="13228"/>
                    <a:pt x="2527" y="13228"/>
                  </a:cubicBezTo>
                  <a:cubicBezTo>
                    <a:pt x="2598" y="13228"/>
                    <a:pt x="2634" y="13228"/>
                    <a:pt x="2669" y="13192"/>
                  </a:cubicBezTo>
                  <a:lnTo>
                    <a:pt x="2705" y="13192"/>
                  </a:lnTo>
                  <a:cubicBezTo>
                    <a:pt x="2847" y="13477"/>
                    <a:pt x="2918" y="13762"/>
                    <a:pt x="2954" y="14082"/>
                  </a:cubicBezTo>
                  <a:lnTo>
                    <a:pt x="712" y="14082"/>
                  </a:lnTo>
                  <a:lnTo>
                    <a:pt x="1815" y="12160"/>
                  </a:lnTo>
                  <a:close/>
                  <a:moveTo>
                    <a:pt x="9679" y="12979"/>
                  </a:moveTo>
                  <a:lnTo>
                    <a:pt x="9679" y="14082"/>
                  </a:lnTo>
                  <a:lnTo>
                    <a:pt x="8576" y="14082"/>
                  </a:lnTo>
                  <a:lnTo>
                    <a:pt x="8576" y="12979"/>
                  </a:lnTo>
                  <a:close/>
                  <a:moveTo>
                    <a:pt x="14802" y="12160"/>
                  </a:moveTo>
                  <a:lnTo>
                    <a:pt x="15905" y="14082"/>
                  </a:lnTo>
                  <a:lnTo>
                    <a:pt x="13699" y="14082"/>
                  </a:lnTo>
                  <a:cubicBezTo>
                    <a:pt x="13735" y="13762"/>
                    <a:pt x="13806" y="13477"/>
                    <a:pt x="13913" y="13192"/>
                  </a:cubicBezTo>
                  <a:lnTo>
                    <a:pt x="13984" y="13192"/>
                  </a:lnTo>
                  <a:cubicBezTo>
                    <a:pt x="14020" y="13228"/>
                    <a:pt x="14055" y="13228"/>
                    <a:pt x="14091" y="13228"/>
                  </a:cubicBezTo>
                  <a:cubicBezTo>
                    <a:pt x="14197" y="13228"/>
                    <a:pt x="14269" y="13192"/>
                    <a:pt x="14304" y="13086"/>
                  </a:cubicBezTo>
                  <a:cubicBezTo>
                    <a:pt x="14375" y="12979"/>
                    <a:pt x="14340" y="12801"/>
                    <a:pt x="14233" y="12730"/>
                  </a:cubicBezTo>
                  <a:lnTo>
                    <a:pt x="14197" y="12730"/>
                  </a:lnTo>
                  <a:cubicBezTo>
                    <a:pt x="14375" y="12516"/>
                    <a:pt x="14589" y="12303"/>
                    <a:pt x="14802" y="12160"/>
                  </a:cubicBezTo>
                  <a:close/>
                  <a:moveTo>
                    <a:pt x="8313" y="1"/>
                  </a:moveTo>
                  <a:cubicBezTo>
                    <a:pt x="8229" y="1"/>
                    <a:pt x="8149" y="45"/>
                    <a:pt x="8113" y="134"/>
                  </a:cubicBezTo>
                  <a:lnTo>
                    <a:pt x="6334" y="3265"/>
                  </a:lnTo>
                  <a:cubicBezTo>
                    <a:pt x="6163" y="3461"/>
                    <a:pt x="6361" y="3656"/>
                    <a:pt x="6548" y="3656"/>
                  </a:cubicBezTo>
                  <a:cubicBezTo>
                    <a:pt x="6633" y="3656"/>
                    <a:pt x="6716" y="3615"/>
                    <a:pt x="6761" y="3514"/>
                  </a:cubicBezTo>
                  <a:lnTo>
                    <a:pt x="8042" y="1273"/>
                  </a:lnTo>
                  <a:lnTo>
                    <a:pt x="8042" y="9172"/>
                  </a:lnTo>
                  <a:cubicBezTo>
                    <a:pt x="7793" y="9172"/>
                    <a:pt x="7722" y="9528"/>
                    <a:pt x="7935" y="9634"/>
                  </a:cubicBezTo>
                  <a:lnTo>
                    <a:pt x="8042" y="9705"/>
                  </a:lnTo>
                  <a:lnTo>
                    <a:pt x="8042" y="14082"/>
                  </a:lnTo>
                  <a:lnTo>
                    <a:pt x="3452" y="14082"/>
                  </a:lnTo>
                  <a:cubicBezTo>
                    <a:pt x="3381" y="13121"/>
                    <a:pt x="2883" y="12232"/>
                    <a:pt x="2100" y="11698"/>
                  </a:cubicBezTo>
                  <a:lnTo>
                    <a:pt x="4448" y="7571"/>
                  </a:lnTo>
                  <a:lnTo>
                    <a:pt x="4911" y="7855"/>
                  </a:lnTo>
                  <a:cubicBezTo>
                    <a:pt x="4946" y="7855"/>
                    <a:pt x="4982" y="7891"/>
                    <a:pt x="5018" y="7891"/>
                  </a:cubicBezTo>
                  <a:cubicBezTo>
                    <a:pt x="5124" y="7891"/>
                    <a:pt x="5195" y="7820"/>
                    <a:pt x="5267" y="7748"/>
                  </a:cubicBezTo>
                  <a:cubicBezTo>
                    <a:pt x="5338" y="7642"/>
                    <a:pt x="5267" y="7464"/>
                    <a:pt x="5160" y="7393"/>
                  </a:cubicBezTo>
                  <a:lnTo>
                    <a:pt x="4697" y="7108"/>
                  </a:lnTo>
                  <a:lnTo>
                    <a:pt x="6156" y="4582"/>
                  </a:lnTo>
                  <a:cubicBezTo>
                    <a:pt x="6207" y="4378"/>
                    <a:pt x="6039" y="4210"/>
                    <a:pt x="5874" y="4210"/>
                  </a:cubicBezTo>
                  <a:cubicBezTo>
                    <a:pt x="5809" y="4210"/>
                    <a:pt x="5744" y="4237"/>
                    <a:pt x="5694" y="4297"/>
                  </a:cubicBezTo>
                  <a:lnTo>
                    <a:pt x="36" y="14189"/>
                  </a:lnTo>
                  <a:cubicBezTo>
                    <a:pt x="1" y="14295"/>
                    <a:pt x="1" y="14402"/>
                    <a:pt x="36" y="14473"/>
                  </a:cubicBezTo>
                  <a:cubicBezTo>
                    <a:pt x="94" y="14531"/>
                    <a:pt x="152" y="14589"/>
                    <a:pt x="230" y="14589"/>
                  </a:cubicBezTo>
                  <a:cubicBezTo>
                    <a:pt x="247" y="14589"/>
                    <a:pt x="266" y="14586"/>
                    <a:pt x="285" y="14580"/>
                  </a:cubicBezTo>
                  <a:lnTo>
                    <a:pt x="16368" y="14580"/>
                  </a:lnTo>
                  <a:cubicBezTo>
                    <a:pt x="16439" y="14580"/>
                    <a:pt x="16546" y="14544"/>
                    <a:pt x="16581" y="14473"/>
                  </a:cubicBezTo>
                  <a:cubicBezTo>
                    <a:pt x="16617" y="14402"/>
                    <a:pt x="16617" y="14295"/>
                    <a:pt x="16581" y="14189"/>
                  </a:cubicBezTo>
                  <a:lnTo>
                    <a:pt x="10924" y="4297"/>
                  </a:lnTo>
                  <a:cubicBezTo>
                    <a:pt x="10894" y="4218"/>
                    <a:pt x="10831" y="4185"/>
                    <a:pt x="10760" y="4185"/>
                  </a:cubicBezTo>
                  <a:cubicBezTo>
                    <a:pt x="10575" y="4185"/>
                    <a:pt x="10333" y="4402"/>
                    <a:pt x="10461" y="4582"/>
                  </a:cubicBezTo>
                  <a:lnTo>
                    <a:pt x="11920" y="7108"/>
                  </a:lnTo>
                  <a:lnTo>
                    <a:pt x="11458" y="7393"/>
                  </a:lnTo>
                  <a:cubicBezTo>
                    <a:pt x="11351" y="7464"/>
                    <a:pt x="11280" y="7606"/>
                    <a:pt x="11351" y="7748"/>
                  </a:cubicBezTo>
                  <a:cubicBezTo>
                    <a:pt x="11422" y="7820"/>
                    <a:pt x="11493" y="7891"/>
                    <a:pt x="11600" y="7891"/>
                  </a:cubicBezTo>
                  <a:cubicBezTo>
                    <a:pt x="11636" y="7855"/>
                    <a:pt x="11671" y="7855"/>
                    <a:pt x="11707" y="7855"/>
                  </a:cubicBezTo>
                  <a:lnTo>
                    <a:pt x="12205" y="7571"/>
                  </a:lnTo>
                  <a:lnTo>
                    <a:pt x="14553" y="11698"/>
                  </a:lnTo>
                  <a:cubicBezTo>
                    <a:pt x="13770" y="12232"/>
                    <a:pt x="13272" y="13121"/>
                    <a:pt x="13166" y="14082"/>
                  </a:cubicBezTo>
                  <a:lnTo>
                    <a:pt x="10177" y="14082"/>
                  </a:lnTo>
                  <a:lnTo>
                    <a:pt x="10177" y="12730"/>
                  </a:lnTo>
                  <a:cubicBezTo>
                    <a:pt x="10177" y="12587"/>
                    <a:pt x="10070" y="12481"/>
                    <a:pt x="9928" y="12481"/>
                  </a:cubicBezTo>
                  <a:lnTo>
                    <a:pt x="8576" y="12481"/>
                  </a:lnTo>
                  <a:lnTo>
                    <a:pt x="8576" y="9705"/>
                  </a:lnTo>
                  <a:lnTo>
                    <a:pt x="8682" y="9670"/>
                  </a:lnTo>
                  <a:cubicBezTo>
                    <a:pt x="8789" y="9563"/>
                    <a:pt x="8860" y="9421"/>
                    <a:pt x="8789" y="9314"/>
                  </a:cubicBezTo>
                  <a:cubicBezTo>
                    <a:pt x="8718" y="9243"/>
                    <a:pt x="8647" y="9172"/>
                    <a:pt x="8576" y="9172"/>
                  </a:cubicBezTo>
                  <a:lnTo>
                    <a:pt x="8576" y="1273"/>
                  </a:lnTo>
                  <a:lnTo>
                    <a:pt x="9857" y="3514"/>
                  </a:lnTo>
                  <a:cubicBezTo>
                    <a:pt x="9928" y="3586"/>
                    <a:pt x="9999" y="3657"/>
                    <a:pt x="10106" y="3657"/>
                  </a:cubicBezTo>
                  <a:cubicBezTo>
                    <a:pt x="10141" y="3657"/>
                    <a:pt x="10177" y="3621"/>
                    <a:pt x="10212" y="3621"/>
                  </a:cubicBezTo>
                  <a:cubicBezTo>
                    <a:pt x="10355" y="3550"/>
                    <a:pt x="10390" y="3372"/>
                    <a:pt x="10319" y="3265"/>
                  </a:cubicBezTo>
                  <a:lnTo>
                    <a:pt x="8540" y="134"/>
                  </a:lnTo>
                  <a:cubicBezTo>
                    <a:pt x="8487" y="45"/>
                    <a:pt x="8398" y="1"/>
                    <a:pt x="8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7623011" y="3808129"/>
              <a:ext cx="33006" cy="55971"/>
            </a:xfrm>
            <a:custGeom>
              <a:rect b="b" l="l" r="r" t="t"/>
              <a:pathLst>
                <a:path extrusionOk="0" h="2776" w="1637">
                  <a:moveTo>
                    <a:pt x="819" y="498"/>
                  </a:moveTo>
                  <a:cubicBezTo>
                    <a:pt x="961" y="498"/>
                    <a:pt x="1103" y="641"/>
                    <a:pt x="1103" y="819"/>
                  </a:cubicBezTo>
                  <a:lnTo>
                    <a:pt x="1103" y="1139"/>
                  </a:lnTo>
                  <a:lnTo>
                    <a:pt x="498" y="1139"/>
                  </a:lnTo>
                  <a:lnTo>
                    <a:pt x="498" y="819"/>
                  </a:lnTo>
                  <a:cubicBezTo>
                    <a:pt x="498" y="641"/>
                    <a:pt x="641" y="498"/>
                    <a:pt x="819" y="498"/>
                  </a:cubicBezTo>
                  <a:close/>
                  <a:moveTo>
                    <a:pt x="819" y="0"/>
                  </a:moveTo>
                  <a:cubicBezTo>
                    <a:pt x="356" y="0"/>
                    <a:pt x="0" y="356"/>
                    <a:pt x="0" y="819"/>
                  </a:cubicBezTo>
                  <a:lnTo>
                    <a:pt x="0" y="2527"/>
                  </a:lnTo>
                  <a:cubicBezTo>
                    <a:pt x="18" y="2669"/>
                    <a:pt x="134" y="2740"/>
                    <a:pt x="249" y="2740"/>
                  </a:cubicBezTo>
                  <a:cubicBezTo>
                    <a:pt x="365" y="2740"/>
                    <a:pt x="481" y="2669"/>
                    <a:pt x="498" y="2527"/>
                  </a:cubicBezTo>
                  <a:lnTo>
                    <a:pt x="498" y="1637"/>
                  </a:lnTo>
                  <a:lnTo>
                    <a:pt x="1103" y="1637"/>
                  </a:lnTo>
                  <a:lnTo>
                    <a:pt x="1103" y="2527"/>
                  </a:lnTo>
                  <a:cubicBezTo>
                    <a:pt x="1103" y="2669"/>
                    <a:pt x="1246" y="2776"/>
                    <a:pt x="1388" y="2776"/>
                  </a:cubicBezTo>
                  <a:cubicBezTo>
                    <a:pt x="1530" y="2776"/>
                    <a:pt x="1637" y="2669"/>
                    <a:pt x="1637" y="2527"/>
                  </a:cubicBezTo>
                  <a:lnTo>
                    <a:pt x="1637" y="819"/>
                  </a:lnTo>
                  <a:cubicBezTo>
                    <a:pt x="1637" y="356"/>
                    <a:pt x="128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7504637" y="3587168"/>
              <a:ext cx="38752" cy="55971"/>
            </a:xfrm>
            <a:custGeom>
              <a:rect b="b" l="l" r="r" t="t"/>
              <a:pathLst>
                <a:path extrusionOk="0" h="2776" w="1922">
                  <a:moveTo>
                    <a:pt x="819" y="499"/>
                  </a:moveTo>
                  <a:cubicBezTo>
                    <a:pt x="1210" y="499"/>
                    <a:pt x="1210" y="1139"/>
                    <a:pt x="819" y="1139"/>
                  </a:cubicBezTo>
                  <a:lnTo>
                    <a:pt x="499" y="1139"/>
                  </a:lnTo>
                  <a:lnTo>
                    <a:pt x="499" y="499"/>
                  </a:lnTo>
                  <a:close/>
                  <a:moveTo>
                    <a:pt x="819" y="1637"/>
                  </a:moveTo>
                  <a:cubicBezTo>
                    <a:pt x="1210" y="1637"/>
                    <a:pt x="1210" y="2278"/>
                    <a:pt x="819" y="2278"/>
                  </a:cubicBezTo>
                  <a:lnTo>
                    <a:pt x="499" y="2278"/>
                  </a:lnTo>
                  <a:lnTo>
                    <a:pt x="499" y="1637"/>
                  </a:lnTo>
                  <a:close/>
                  <a:moveTo>
                    <a:pt x="249" y="1"/>
                  </a:moveTo>
                  <a:cubicBezTo>
                    <a:pt x="107" y="1"/>
                    <a:pt x="0" y="107"/>
                    <a:pt x="0" y="250"/>
                  </a:cubicBezTo>
                  <a:lnTo>
                    <a:pt x="0" y="2527"/>
                  </a:lnTo>
                  <a:cubicBezTo>
                    <a:pt x="0" y="2669"/>
                    <a:pt x="107" y="2776"/>
                    <a:pt x="249" y="2776"/>
                  </a:cubicBezTo>
                  <a:lnTo>
                    <a:pt x="819" y="2776"/>
                  </a:lnTo>
                  <a:cubicBezTo>
                    <a:pt x="1281" y="2776"/>
                    <a:pt x="1637" y="2420"/>
                    <a:pt x="1637" y="1957"/>
                  </a:cubicBezTo>
                  <a:cubicBezTo>
                    <a:pt x="1637" y="1744"/>
                    <a:pt x="1566" y="1530"/>
                    <a:pt x="1424" y="1388"/>
                  </a:cubicBezTo>
                  <a:cubicBezTo>
                    <a:pt x="1922" y="854"/>
                    <a:pt x="1530"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7740659" y="3586987"/>
              <a:ext cx="34095" cy="56153"/>
            </a:xfrm>
            <a:custGeom>
              <a:rect b="b" l="l" r="r" t="t"/>
              <a:pathLst>
                <a:path extrusionOk="0" h="2785" w="1691">
                  <a:moveTo>
                    <a:pt x="837" y="1"/>
                  </a:moveTo>
                  <a:cubicBezTo>
                    <a:pt x="419" y="1"/>
                    <a:pt x="1" y="276"/>
                    <a:pt x="1" y="828"/>
                  </a:cubicBezTo>
                  <a:lnTo>
                    <a:pt x="1" y="1966"/>
                  </a:lnTo>
                  <a:cubicBezTo>
                    <a:pt x="1" y="2429"/>
                    <a:pt x="392" y="2785"/>
                    <a:pt x="854" y="2785"/>
                  </a:cubicBezTo>
                  <a:cubicBezTo>
                    <a:pt x="1281" y="2785"/>
                    <a:pt x="1673" y="2429"/>
                    <a:pt x="1673" y="1966"/>
                  </a:cubicBezTo>
                  <a:cubicBezTo>
                    <a:pt x="1691" y="1824"/>
                    <a:pt x="1548" y="1753"/>
                    <a:pt x="1406" y="1753"/>
                  </a:cubicBezTo>
                  <a:cubicBezTo>
                    <a:pt x="1264" y="1753"/>
                    <a:pt x="1121" y="1824"/>
                    <a:pt x="1139" y="1966"/>
                  </a:cubicBezTo>
                  <a:cubicBezTo>
                    <a:pt x="1139" y="2162"/>
                    <a:pt x="988" y="2260"/>
                    <a:pt x="837" y="2260"/>
                  </a:cubicBezTo>
                  <a:cubicBezTo>
                    <a:pt x="685" y="2260"/>
                    <a:pt x="534" y="2162"/>
                    <a:pt x="534" y="1966"/>
                  </a:cubicBezTo>
                  <a:lnTo>
                    <a:pt x="534" y="828"/>
                  </a:lnTo>
                  <a:cubicBezTo>
                    <a:pt x="534" y="632"/>
                    <a:pt x="685" y="534"/>
                    <a:pt x="837" y="534"/>
                  </a:cubicBezTo>
                  <a:cubicBezTo>
                    <a:pt x="988" y="534"/>
                    <a:pt x="1139" y="632"/>
                    <a:pt x="1139" y="828"/>
                  </a:cubicBezTo>
                  <a:cubicBezTo>
                    <a:pt x="1157" y="988"/>
                    <a:pt x="1281" y="1068"/>
                    <a:pt x="1406" y="1068"/>
                  </a:cubicBezTo>
                  <a:cubicBezTo>
                    <a:pt x="1530" y="1068"/>
                    <a:pt x="1655" y="988"/>
                    <a:pt x="1673" y="828"/>
                  </a:cubicBezTo>
                  <a:cubicBezTo>
                    <a:pt x="1673" y="276"/>
                    <a:pt x="1255" y="1"/>
                    <a:pt x="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7765761" y="3772220"/>
              <a:ext cx="15807" cy="12964"/>
            </a:xfrm>
            <a:custGeom>
              <a:rect b="b" l="l" r="r" t="t"/>
              <a:pathLst>
                <a:path extrusionOk="0" h="643" w="784">
                  <a:moveTo>
                    <a:pt x="280" y="1"/>
                  </a:moveTo>
                  <a:cubicBezTo>
                    <a:pt x="194" y="1"/>
                    <a:pt x="118" y="40"/>
                    <a:pt x="72" y="109"/>
                  </a:cubicBezTo>
                  <a:cubicBezTo>
                    <a:pt x="1" y="251"/>
                    <a:pt x="36" y="394"/>
                    <a:pt x="143" y="500"/>
                  </a:cubicBezTo>
                  <a:lnTo>
                    <a:pt x="321" y="607"/>
                  </a:lnTo>
                  <a:cubicBezTo>
                    <a:pt x="392" y="607"/>
                    <a:pt x="428" y="643"/>
                    <a:pt x="463" y="643"/>
                  </a:cubicBezTo>
                  <a:cubicBezTo>
                    <a:pt x="570" y="643"/>
                    <a:pt x="641" y="572"/>
                    <a:pt x="677" y="500"/>
                  </a:cubicBezTo>
                  <a:cubicBezTo>
                    <a:pt x="784" y="394"/>
                    <a:pt x="712" y="216"/>
                    <a:pt x="606" y="145"/>
                  </a:cubicBezTo>
                  <a:lnTo>
                    <a:pt x="428" y="38"/>
                  </a:lnTo>
                  <a:cubicBezTo>
                    <a:pt x="377" y="13"/>
                    <a:pt x="327" y="1"/>
                    <a:pt x="2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7719851" y="3745000"/>
              <a:ext cx="19396" cy="15082"/>
            </a:xfrm>
            <a:custGeom>
              <a:rect b="b" l="l" r="r" t="t"/>
              <a:pathLst>
                <a:path extrusionOk="0" h="748" w="962">
                  <a:moveTo>
                    <a:pt x="304" y="0"/>
                  </a:moveTo>
                  <a:cubicBezTo>
                    <a:pt x="214" y="0"/>
                    <a:pt x="119" y="48"/>
                    <a:pt x="72" y="143"/>
                  </a:cubicBezTo>
                  <a:cubicBezTo>
                    <a:pt x="1" y="249"/>
                    <a:pt x="36" y="427"/>
                    <a:pt x="179" y="498"/>
                  </a:cubicBezTo>
                  <a:lnTo>
                    <a:pt x="534" y="712"/>
                  </a:lnTo>
                  <a:cubicBezTo>
                    <a:pt x="570" y="747"/>
                    <a:pt x="606" y="747"/>
                    <a:pt x="677" y="747"/>
                  </a:cubicBezTo>
                  <a:cubicBezTo>
                    <a:pt x="748" y="747"/>
                    <a:pt x="855" y="712"/>
                    <a:pt x="890" y="605"/>
                  </a:cubicBezTo>
                  <a:cubicBezTo>
                    <a:pt x="961" y="498"/>
                    <a:pt x="926" y="320"/>
                    <a:pt x="783" y="249"/>
                  </a:cubicBezTo>
                  <a:lnTo>
                    <a:pt x="428" y="36"/>
                  </a:lnTo>
                  <a:cubicBezTo>
                    <a:pt x="392" y="12"/>
                    <a:pt x="349" y="0"/>
                    <a:pt x="3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7695535" y="3731512"/>
              <a:ext cx="20747" cy="14940"/>
            </a:xfrm>
            <a:custGeom>
              <a:rect b="b" l="l" r="r" t="t"/>
              <a:pathLst>
                <a:path extrusionOk="0" h="741" w="1029">
                  <a:moveTo>
                    <a:pt x="380" y="0"/>
                  </a:moveTo>
                  <a:cubicBezTo>
                    <a:pt x="152" y="0"/>
                    <a:pt x="1" y="338"/>
                    <a:pt x="246" y="491"/>
                  </a:cubicBezTo>
                  <a:lnTo>
                    <a:pt x="602" y="705"/>
                  </a:lnTo>
                  <a:cubicBezTo>
                    <a:pt x="637" y="740"/>
                    <a:pt x="673" y="740"/>
                    <a:pt x="744" y="740"/>
                  </a:cubicBezTo>
                  <a:cubicBezTo>
                    <a:pt x="815" y="740"/>
                    <a:pt x="922" y="705"/>
                    <a:pt x="958" y="598"/>
                  </a:cubicBezTo>
                  <a:cubicBezTo>
                    <a:pt x="1029" y="491"/>
                    <a:pt x="993" y="313"/>
                    <a:pt x="851" y="242"/>
                  </a:cubicBezTo>
                  <a:lnTo>
                    <a:pt x="495" y="29"/>
                  </a:lnTo>
                  <a:cubicBezTo>
                    <a:pt x="456" y="9"/>
                    <a:pt x="417" y="0"/>
                    <a:pt x="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7674667" y="3718426"/>
              <a:ext cx="18670" cy="14396"/>
            </a:xfrm>
            <a:custGeom>
              <a:rect b="b" l="l" r="r" t="t"/>
              <a:pathLst>
                <a:path extrusionOk="0" h="714" w="926">
                  <a:moveTo>
                    <a:pt x="279" y="0"/>
                  </a:moveTo>
                  <a:cubicBezTo>
                    <a:pt x="193" y="0"/>
                    <a:pt x="117" y="40"/>
                    <a:pt x="71" y="109"/>
                  </a:cubicBezTo>
                  <a:cubicBezTo>
                    <a:pt x="0" y="251"/>
                    <a:pt x="36" y="393"/>
                    <a:pt x="142" y="464"/>
                  </a:cubicBezTo>
                  <a:lnTo>
                    <a:pt x="498" y="678"/>
                  </a:lnTo>
                  <a:cubicBezTo>
                    <a:pt x="534" y="713"/>
                    <a:pt x="605" y="713"/>
                    <a:pt x="641" y="713"/>
                  </a:cubicBezTo>
                  <a:cubicBezTo>
                    <a:pt x="712" y="713"/>
                    <a:pt x="818" y="678"/>
                    <a:pt x="854" y="571"/>
                  </a:cubicBezTo>
                  <a:cubicBezTo>
                    <a:pt x="925" y="464"/>
                    <a:pt x="890" y="322"/>
                    <a:pt x="783" y="215"/>
                  </a:cubicBezTo>
                  <a:lnTo>
                    <a:pt x="427" y="37"/>
                  </a:lnTo>
                  <a:cubicBezTo>
                    <a:pt x="377" y="12"/>
                    <a:pt x="326"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7650513" y="3704675"/>
              <a:ext cx="22017" cy="14517"/>
            </a:xfrm>
            <a:custGeom>
              <a:rect b="b" l="l" r="r" t="t"/>
              <a:pathLst>
                <a:path extrusionOk="0" h="720" w="1092">
                  <a:moveTo>
                    <a:pt x="349" y="1"/>
                  </a:moveTo>
                  <a:cubicBezTo>
                    <a:pt x="134" y="1"/>
                    <a:pt x="0" y="322"/>
                    <a:pt x="237" y="470"/>
                  </a:cubicBezTo>
                  <a:lnTo>
                    <a:pt x="593" y="684"/>
                  </a:lnTo>
                  <a:cubicBezTo>
                    <a:pt x="629" y="719"/>
                    <a:pt x="664" y="719"/>
                    <a:pt x="736" y="719"/>
                  </a:cubicBezTo>
                  <a:cubicBezTo>
                    <a:pt x="985" y="719"/>
                    <a:pt x="1091" y="364"/>
                    <a:pt x="842" y="257"/>
                  </a:cubicBezTo>
                  <a:lnTo>
                    <a:pt x="878" y="257"/>
                  </a:lnTo>
                  <a:lnTo>
                    <a:pt x="486" y="43"/>
                  </a:lnTo>
                  <a:cubicBezTo>
                    <a:pt x="439" y="14"/>
                    <a:pt x="393"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2"/>
            <p:cNvSpPr/>
            <p:nvPr/>
          </p:nvSpPr>
          <p:spPr>
            <a:xfrm>
              <a:off x="7605792" y="3677537"/>
              <a:ext cx="19376" cy="14396"/>
            </a:xfrm>
            <a:custGeom>
              <a:rect b="b" l="l" r="r" t="t"/>
              <a:pathLst>
                <a:path extrusionOk="0" h="714" w="961">
                  <a:moveTo>
                    <a:pt x="295" y="0"/>
                  </a:moveTo>
                  <a:cubicBezTo>
                    <a:pt x="208" y="0"/>
                    <a:pt x="117" y="39"/>
                    <a:pt x="71" y="108"/>
                  </a:cubicBezTo>
                  <a:cubicBezTo>
                    <a:pt x="0" y="251"/>
                    <a:pt x="36" y="393"/>
                    <a:pt x="178" y="464"/>
                  </a:cubicBezTo>
                  <a:lnTo>
                    <a:pt x="534" y="678"/>
                  </a:lnTo>
                  <a:cubicBezTo>
                    <a:pt x="570" y="713"/>
                    <a:pt x="605" y="713"/>
                    <a:pt x="676" y="713"/>
                  </a:cubicBezTo>
                  <a:cubicBezTo>
                    <a:pt x="747" y="713"/>
                    <a:pt x="819" y="678"/>
                    <a:pt x="890" y="607"/>
                  </a:cubicBezTo>
                  <a:cubicBezTo>
                    <a:pt x="961" y="464"/>
                    <a:pt x="925" y="322"/>
                    <a:pt x="783" y="251"/>
                  </a:cubicBezTo>
                  <a:lnTo>
                    <a:pt x="427" y="37"/>
                  </a:lnTo>
                  <a:cubicBezTo>
                    <a:pt x="389" y="12"/>
                    <a:pt x="343" y="0"/>
                    <a:pt x="2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2"/>
            <p:cNvSpPr/>
            <p:nvPr/>
          </p:nvSpPr>
          <p:spPr>
            <a:xfrm>
              <a:off x="7581577" y="3663846"/>
              <a:ext cx="20646" cy="14638"/>
            </a:xfrm>
            <a:custGeom>
              <a:rect b="b" l="l" r="r" t="t"/>
              <a:pathLst>
                <a:path extrusionOk="0" h="726" w="1024">
                  <a:moveTo>
                    <a:pt x="382" y="0"/>
                  </a:moveTo>
                  <a:cubicBezTo>
                    <a:pt x="140" y="0"/>
                    <a:pt x="1" y="353"/>
                    <a:pt x="241" y="503"/>
                  </a:cubicBezTo>
                  <a:lnTo>
                    <a:pt x="596" y="716"/>
                  </a:lnTo>
                  <a:lnTo>
                    <a:pt x="739" y="716"/>
                  </a:lnTo>
                  <a:cubicBezTo>
                    <a:pt x="752" y="723"/>
                    <a:pt x="766" y="726"/>
                    <a:pt x="781" y="726"/>
                  </a:cubicBezTo>
                  <a:cubicBezTo>
                    <a:pt x="847" y="726"/>
                    <a:pt x="923" y="668"/>
                    <a:pt x="952" y="610"/>
                  </a:cubicBezTo>
                  <a:cubicBezTo>
                    <a:pt x="1023" y="467"/>
                    <a:pt x="988" y="325"/>
                    <a:pt x="881" y="254"/>
                  </a:cubicBezTo>
                  <a:lnTo>
                    <a:pt x="525" y="40"/>
                  </a:lnTo>
                  <a:cubicBezTo>
                    <a:pt x="475" y="12"/>
                    <a:pt x="427" y="0"/>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7497459" y="3772159"/>
              <a:ext cx="17057" cy="13025"/>
            </a:xfrm>
            <a:custGeom>
              <a:rect b="b" l="l" r="r" t="t"/>
              <a:pathLst>
                <a:path extrusionOk="0" h="646" w="846">
                  <a:moveTo>
                    <a:pt x="486" y="1"/>
                  </a:moveTo>
                  <a:cubicBezTo>
                    <a:pt x="445" y="1"/>
                    <a:pt x="401" y="13"/>
                    <a:pt x="356" y="41"/>
                  </a:cubicBezTo>
                  <a:lnTo>
                    <a:pt x="178" y="148"/>
                  </a:lnTo>
                  <a:cubicBezTo>
                    <a:pt x="36" y="219"/>
                    <a:pt x="1" y="397"/>
                    <a:pt x="72" y="503"/>
                  </a:cubicBezTo>
                  <a:cubicBezTo>
                    <a:pt x="107" y="610"/>
                    <a:pt x="214" y="646"/>
                    <a:pt x="285" y="646"/>
                  </a:cubicBezTo>
                  <a:cubicBezTo>
                    <a:pt x="356" y="646"/>
                    <a:pt x="392" y="646"/>
                    <a:pt x="428" y="610"/>
                  </a:cubicBezTo>
                  <a:lnTo>
                    <a:pt x="605" y="503"/>
                  </a:lnTo>
                  <a:cubicBezTo>
                    <a:pt x="846" y="353"/>
                    <a:pt x="706" y="1"/>
                    <a:pt x="4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2"/>
            <p:cNvSpPr/>
            <p:nvPr/>
          </p:nvSpPr>
          <p:spPr>
            <a:xfrm>
              <a:off x="7538349" y="3745000"/>
              <a:ext cx="20102" cy="15082"/>
            </a:xfrm>
            <a:custGeom>
              <a:rect b="b" l="l" r="r" t="t"/>
              <a:pathLst>
                <a:path extrusionOk="0" h="748" w="997">
                  <a:moveTo>
                    <a:pt x="710" y="0"/>
                  </a:moveTo>
                  <a:cubicBezTo>
                    <a:pt x="665" y="0"/>
                    <a:pt x="617" y="12"/>
                    <a:pt x="570" y="36"/>
                  </a:cubicBezTo>
                  <a:lnTo>
                    <a:pt x="214" y="249"/>
                  </a:lnTo>
                  <a:cubicBezTo>
                    <a:pt x="1" y="392"/>
                    <a:pt x="107" y="747"/>
                    <a:pt x="357" y="747"/>
                  </a:cubicBezTo>
                  <a:cubicBezTo>
                    <a:pt x="392" y="747"/>
                    <a:pt x="463" y="747"/>
                    <a:pt x="499" y="712"/>
                  </a:cubicBezTo>
                  <a:lnTo>
                    <a:pt x="855" y="498"/>
                  </a:lnTo>
                  <a:cubicBezTo>
                    <a:pt x="961" y="427"/>
                    <a:pt x="997" y="249"/>
                    <a:pt x="926" y="143"/>
                  </a:cubicBezTo>
                  <a:cubicBezTo>
                    <a:pt x="878" y="48"/>
                    <a:pt x="799" y="0"/>
                    <a:pt x="710"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7562019" y="3731512"/>
              <a:ext cx="21372" cy="14940"/>
            </a:xfrm>
            <a:custGeom>
              <a:rect b="b" l="l" r="r" t="t"/>
              <a:pathLst>
                <a:path extrusionOk="0" h="741" w="1060">
                  <a:moveTo>
                    <a:pt x="652" y="0"/>
                  </a:moveTo>
                  <a:cubicBezTo>
                    <a:pt x="614" y="0"/>
                    <a:pt x="574" y="9"/>
                    <a:pt x="535" y="29"/>
                  </a:cubicBezTo>
                  <a:lnTo>
                    <a:pt x="179" y="242"/>
                  </a:lnTo>
                  <a:cubicBezTo>
                    <a:pt x="72" y="313"/>
                    <a:pt x="1" y="491"/>
                    <a:pt x="108" y="598"/>
                  </a:cubicBezTo>
                  <a:cubicBezTo>
                    <a:pt x="143" y="705"/>
                    <a:pt x="214" y="740"/>
                    <a:pt x="321" y="740"/>
                  </a:cubicBezTo>
                  <a:cubicBezTo>
                    <a:pt x="357" y="740"/>
                    <a:pt x="392" y="740"/>
                    <a:pt x="428" y="705"/>
                  </a:cubicBezTo>
                  <a:lnTo>
                    <a:pt x="784" y="491"/>
                  </a:lnTo>
                  <a:cubicBezTo>
                    <a:pt x="1059" y="338"/>
                    <a:pt x="887" y="0"/>
                    <a:pt x="652"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7585710" y="3718305"/>
              <a:ext cx="20586" cy="14517"/>
            </a:xfrm>
            <a:custGeom>
              <a:rect b="b" l="l" r="r" t="t"/>
              <a:pathLst>
                <a:path extrusionOk="0" h="720" w="1021">
                  <a:moveTo>
                    <a:pt x="650" y="1"/>
                  </a:moveTo>
                  <a:cubicBezTo>
                    <a:pt x="603" y="1"/>
                    <a:pt x="552" y="14"/>
                    <a:pt x="498" y="43"/>
                  </a:cubicBezTo>
                  <a:lnTo>
                    <a:pt x="534" y="8"/>
                  </a:lnTo>
                  <a:lnTo>
                    <a:pt x="142" y="221"/>
                  </a:lnTo>
                  <a:cubicBezTo>
                    <a:pt x="36" y="328"/>
                    <a:pt x="0" y="470"/>
                    <a:pt x="71" y="613"/>
                  </a:cubicBezTo>
                  <a:cubicBezTo>
                    <a:pt x="107" y="684"/>
                    <a:pt x="214" y="719"/>
                    <a:pt x="285" y="719"/>
                  </a:cubicBezTo>
                  <a:cubicBezTo>
                    <a:pt x="320" y="719"/>
                    <a:pt x="391" y="719"/>
                    <a:pt x="427" y="684"/>
                  </a:cubicBezTo>
                  <a:lnTo>
                    <a:pt x="783" y="470"/>
                  </a:lnTo>
                  <a:cubicBezTo>
                    <a:pt x="1020" y="322"/>
                    <a:pt x="887" y="1"/>
                    <a:pt x="650"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7607950" y="3704796"/>
              <a:ext cx="19376" cy="14396"/>
            </a:xfrm>
            <a:custGeom>
              <a:rect b="b" l="l" r="r" t="t"/>
              <a:pathLst>
                <a:path extrusionOk="0" h="714" w="961">
                  <a:moveTo>
                    <a:pt x="666" y="0"/>
                  </a:moveTo>
                  <a:cubicBezTo>
                    <a:pt x="618" y="0"/>
                    <a:pt x="572" y="12"/>
                    <a:pt x="534" y="37"/>
                  </a:cubicBezTo>
                  <a:lnTo>
                    <a:pt x="178" y="251"/>
                  </a:lnTo>
                  <a:cubicBezTo>
                    <a:pt x="36" y="322"/>
                    <a:pt x="0" y="464"/>
                    <a:pt x="71" y="607"/>
                  </a:cubicBezTo>
                  <a:cubicBezTo>
                    <a:pt x="107" y="678"/>
                    <a:pt x="214" y="713"/>
                    <a:pt x="285" y="713"/>
                  </a:cubicBezTo>
                  <a:cubicBezTo>
                    <a:pt x="356" y="713"/>
                    <a:pt x="391" y="713"/>
                    <a:pt x="427" y="678"/>
                  </a:cubicBezTo>
                  <a:lnTo>
                    <a:pt x="783" y="464"/>
                  </a:lnTo>
                  <a:cubicBezTo>
                    <a:pt x="890" y="393"/>
                    <a:pt x="961" y="251"/>
                    <a:pt x="890" y="108"/>
                  </a:cubicBezTo>
                  <a:cubicBezTo>
                    <a:pt x="844" y="40"/>
                    <a:pt x="753" y="0"/>
                    <a:pt x="666"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7653134" y="3677537"/>
              <a:ext cx="19396" cy="14396"/>
            </a:xfrm>
            <a:custGeom>
              <a:rect b="b" l="l" r="r" t="t"/>
              <a:pathLst>
                <a:path extrusionOk="0" h="714" w="962">
                  <a:moveTo>
                    <a:pt x="682" y="0"/>
                  </a:moveTo>
                  <a:cubicBezTo>
                    <a:pt x="635" y="0"/>
                    <a:pt x="585" y="12"/>
                    <a:pt x="534" y="37"/>
                  </a:cubicBezTo>
                  <a:lnTo>
                    <a:pt x="179" y="251"/>
                  </a:lnTo>
                  <a:cubicBezTo>
                    <a:pt x="72" y="322"/>
                    <a:pt x="1" y="464"/>
                    <a:pt x="107" y="607"/>
                  </a:cubicBezTo>
                  <a:cubicBezTo>
                    <a:pt x="143" y="678"/>
                    <a:pt x="214" y="713"/>
                    <a:pt x="321" y="713"/>
                  </a:cubicBezTo>
                  <a:cubicBezTo>
                    <a:pt x="356" y="713"/>
                    <a:pt x="392" y="713"/>
                    <a:pt x="463" y="678"/>
                  </a:cubicBezTo>
                  <a:lnTo>
                    <a:pt x="819" y="464"/>
                  </a:lnTo>
                  <a:cubicBezTo>
                    <a:pt x="926" y="393"/>
                    <a:pt x="961" y="251"/>
                    <a:pt x="890" y="108"/>
                  </a:cubicBezTo>
                  <a:cubicBezTo>
                    <a:pt x="844" y="39"/>
                    <a:pt x="769" y="0"/>
                    <a:pt x="6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7676099" y="3663927"/>
              <a:ext cx="19376" cy="15082"/>
            </a:xfrm>
            <a:custGeom>
              <a:rect b="b" l="l" r="r" t="t"/>
              <a:pathLst>
                <a:path extrusionOk="0" h="748" w="961">
                  <a:moveTo>
                    <a:pt x="658" y="1"/>
                  </a:moveTo>
                  <a:cubicBezTo>
                    <a:pt x="613" y="1"/>
                    <a:pt x="570" y="12"/>
                    <a:pt x="534" y="36"/>
                  </a:cubicBezTo>
                  <a:lnTo>
                    <a:pt x="178" y="250"/>
                  </a:lnTo>
                  <a:cubicBezTo>
                    <a:pt x="36" y="321"/>
                    <a:pt x="0" y="463"/>
                    <a:pt x="71" y="606"/>
                  </a:cubicBezTo>
                  <a:cubicBezTo>
                    <a:pt x="143" y="677"/>
                    <a:pt x="214" y="748"/>
                    <a:pt x="320" y="748"/>
                  </a:cubicBezTo>
                  <a:cubicBezTo>
                    <a:pt x="356" y="712"/>
                    <a:pt x="392" y="712"/>
                    <a:pt x="427" y="712"/>
                  </a:cubicBezTo>
                  <a:lnTo>
                    <a:pt x="783" y="499"/>
                  </a:lnTo>
                  <a:cubicBezTo>
                    <a:pt x="925" y="392"/>
                    <a:pt x="961" y="250"/>
                    <a:pt x="890" y="143"/>
                  </a:cubicBezTo>
                  <a:cubicBezTo>
                    <a:pt x="842" y="48"/>
                    <a:pt x="747" y="1"/>
                    <a:pt x="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 name="Google Shape;2617;p72"/>
          <p:cNvGrpSpPr/>
          <p:nvPr/>
        </p:nvGrpSpPr>
        <p:grpSpPr>
          <a:xfrm>
            <a:off x="5141908" y="3564347"/>
            <a:ext cx="358005" cy="268343"/>
            <a:chOff x="5141908" y="3564347"/>
            <a:chExt cx="358005" cy="268343"/>
          </a:xfrm>
        </p:grpSpPr>
        <p:sp>
          <p:nvSpPr>
            <p:cNvPr id="2618" name="Google Shape;2618;p72"/>
            <p:cNvSpPr/>
            <p:nvPr/>
          </p:nvSpPr>
          <p:spPr>
            <a:xfrm>
              <a:off x="5147655" y="3570113"/>
              <a:ext cx="347239" cy="256850"/>
            </a:xfrm>
            <a:custGeom>
              <a:rect b="b" l="l" r="r" t="t"/>
              <a:pathLst>
                <a:path extrusionOk="0" h="12739" w="17222">
                  <a:moveTo>
                    <a:pt x="8326" y="0"/>
                  </a:moveTo>
                  <a:cubicBezTo>
                    <a:pt x="7970" y="0"/>
                    <a:pt x="7650" y="249"/>
                    <a:pt x="7508" y="570"/>
                  </a:cubicBezTo>
                  <a:lnTo>
                    <a:pt x="4448" y="9394"/>
                  </a:lnTo>
                  <a:lnTo>
                    <a:pt x="2669" y="4519"/>
                  </a:lnTo>
                  <a:cubicBezTo>
                    <a:pt x="2562" y="4163"/>
                    <a:pt x="2242" y="3950"/>
                    <a:pt x="1886" y="3950"/>
                  </a:cubicBezTo>
                  <a:lnTo>
                    <a:pt x="0" y="3950"/>
                  </a:lnTo>
                  <a:lnTo>
                    <a:pt x="0" y="5622"/>
                  </a:lnTo>
                  <a:lnTo>
                    <a:pt x="1317" y="5622"/>
                  </a:lnTo>
                  <a:lnTo>
                    <a:pt x="3700" y="12169"/>
                  </a:lnTo>
                  <a:cubicBezTo>
                    <a:pt x="3807" y="12525"/>
                    <a:pt x="4127" y="12738"/>
                    <a:pt x="4483" y="12738"/>
                  </a:cubicBezTo>
                  <a:cubicBezTo>
                    <a:pt x="4839" y="12738"/>
                    <a:pt x="5159" y="12525"/>
                    <a:pt x="5266" y="12169"/>
                  </a:cubicBezTo>
                  <a:lnTo>
                    <a:pt x="8931" y="1673"/>
                  </a:lnTo>
                  <a:lnTo>
                    <a:pt x="17221" y="1673"/>
                  </a:lnTo>
                  <a:lnTo>
                    <a:pt x="172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5342787" y="3643283"/>
              <a:ext cx="141339" cy="183680"/>
            </a:xfrm>
            <a:custGeom>
              <a:rect b="b" l="l" r="r" t="t"/>
              <a:pathLst>
                <a:path extrusionOk="0" h="9110" w="7010">
                  <a:moveTo>
                    <a:pt x="0" y="1"/>
                  </a:moveTo>
                  <a:lnTo>
                    <a:pt x="2491" y="4591"/>
                  </a:lnTo>
                  <a:lnTo>
                    <a:pt x="0" y="9109"/>
                  </a:lnTo>
                  <a:lnTo>
                    <a:pt x="2064" y="9109"/>
                  </a:lnTo>
                  <a:lnTo>
                    <a:pt x="3523" y="6441"/>
                  </a:lnTo>
                  <a:lnTo>
                    <a:pt x="4946" y="9109"/>
                  </a:lnTo>
                  <a:lnTo>
                    <a:pt x="7009" y="9109"/>
                  </a:lnTo>
                  <a:lnTo>
                    <a:pt x="4519" y="4591"/>
                  </a:lnTo>
                  <a:lnTo>
                    <a:pt x="7009" y="1"/>
                  </a:lnTo>
                  <a:lnTo>
                    <a:pt x="4981" y="1"/>
                  </a:lnTo>
                  <a:lnTo>
                    <a:pt x="3523" y="2669"/>
                  </a:lnTo>
                  <a:lnTo>
                    <a:pt x="20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2"/>
            <p:cNvSpPr/>
            <p:nvPr/>
          </p:nvSpPr>
          <p:spPr>
            <a:xfrm>
              <a:off x="5141908" y="3564347"/>
              <a:ext cx="229429" cy="200193"/>
            </a:xfrm>
            <a:custGeom>
              <a:rect b="b" l="l" r="r" t="t"/>
              <a:pathLst>
                <a:path extrusionOk="0" h="9929" w="11379">
                  <a:moveTo>
                    <a:pt x="11125" y="0"/>
                  </a:moveTo>
                  <a:cubicBezTo>
                    <a:pt x="11118" y="0"/>
                    <a:pt x="11110" y="1"/>
                    <a:pt x="11102" y="2"/>
                  </a:cubicBezTo>
                  <a:lnTo>
                    <a:pt x="8611" y="2"/>
                  </a:lnTo>
                  <a:cubicBezTo>
                    <a:pt x="8148" y="37"/>
                    <a:pt x="7757" y="322"/>
                    <a:pt x="7579" y="749"/>
                  </a:cubicBezTo>
                  <a:lnTo>
                    <a:pt x="4768" y="8897"/>
                  </a:lnTo>
                  <a:lnTo>
                    <a:pt x="3203" y="4698"/>
                  </a:lnTo>
                  <a:cubicBezTo>
                    <a:pt x="3025" y="4271"/>
                    <a:pt x="2598" y="3987"/>
                    <a:pt x="2171" y="3987"/>
                  </a:cubicBezTo>
                  <a:lnTo>
                    <a:pt x="249" y="3987"/>
                  </a:lnTo>
                  <a:cubicBezTo>
                    <a:pt x="107" y="3987"/>
                    <a:pt x="0" y="4094"/>
                    <a:pt x="0" y="4236"/>
                  </a:cubicBezTo>
                  <a:lnTo>
                    <a:pt x="0" y="5908"/>
                  </a:lnTo>
                  <a:cubicBezTo>
                    <a:pt x="0" y="6050"/>
                    <a:pt x="107" y="6193"/>
                    <a:pt x="249" y="6193"/>
                  </a:cubicBezTo>
                  <a:lnTo>
                    <a:pt x="1424" y="6193"/>
                  </a:lnTo>
                  <a:lnTo>
                    <a:pt x="2135" y="8185"/>
                  </a:lnTo>
                  <a:cubicBezTo>
                    <a:pt x="2186" y="8287"/>
                    <a:pt x="2273" y="8329"/>
                    <a:pt x="2361" y="8329"/>
                  </a:cubicBezTo>
                  <a:cubicBezTo>
                    <a:pt x="2519" y="8329"/>
                    <a:pt x="2679" y="8191"/>
                    <a:pt x="2633" y="8007"/>
                  </a:cubicBezTo>
                  <a:lnTo>
                    <a:pt x="1851" y="5837"/>
                  </a:lnTo>
                  <a:cubicBezTo>
                    <a:pt x="1815" y="5730"/>
                    <a:pt x="1708" y="5659"/>
                    <a:pt x="1602" y="5659"/>
                  </a:cubicBezTo>
                  <a:lnTo>
                    <a:pt x="570" y="5659"/>
                  </a:lnTo>
                  <a:lnTo>
                    <a:pt x="570" y="4485"/>
                  </a:lnTo>
                  <a:lnTo>
                    <a:pt x="2206" y="4485"/>
                  </a:lnTo>
                  <a:cubicBezTo>
                    <a:pt x="2420" y="4485"/>
                    <a:pt x="2669" y="4627"/>
                    <a:pt x="2740" y="4876"/>
                  </a:cubicBezTo>
                  <a:lnTo>
                    <a:pt x="4519" y="9751"/>
                  </a:lnTo>
                  <a:cubicBezTo>
                    <a:pt x="4555" y="9858"/>
                    <a:pt x="4661" y="9929"/>
                    <a:pt x="4768" y="9929"/>
                  </a:cubicBezTo>
                  <a:cubicBezTo>
                    <a:pt x="4875" y="9929"/>
                    <a:pt x="4982" y="9858"/>
                    <a:pt x="5017" y="9751"/>
                  </a:cubicBezTo>
                  <a:lnTo>
                    <a:pt x="8077" y="927"/>
                  </a:lnTo>
                  <a:cubicBezTo>
                    <a:pt x="8148" y="678"/>
                    <a:pt x="8362" y="535"/>
                    <a:pt x="8611" y="535"/>
                  </a:cubicBezTo>
                  <a:lnTo>
                    <a:pt x="11102" y="535"/>
                  </a:lnTo>
                  <a:cubicBezTo>
                    <a:pt x="11110" y="536"/>
                    <a:pt x="11118" y="537"/>
                    <a:pt x="11125" y="537"/>
                  </a:cubicBezTo>
                  <a:cubicBezTo>
                    <a:pt x="11378" y="537"/>
                    <a:pt x="11378" y="0"/>
                    <a:pt x="111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5192214" y="3565053"/>
              <a:ext cx="307700" cy="266931"/>
            </a:xfrm>
            <a:custGeom>
              <a:rect b="b" l="l" r="r" t="t"/>
              <a:pathLst>
                <a:path extrusionOk="0" h="13239" w="15261">
                  <a:moveTo>
                    <a:pt x="9790" y="1"/>
                  </a:moveTo>
                  <a:cubicBezTo>
                    <a:pt x="9505" y="1"/>
                    <a:pt x="9505" y="538"/>
                    <a:pt x="9790" y="538"/>
                  </a:cubicBezTo>
                  <a:cubicBezTo>
                    <a:pt x="9798" y="538"/>
                    <a:pt x="9807" y="537"/>
                    <a:pt x="9816" y="536"/>
                  </a:cubicBezTo>
                  <a:lnTo>
                    <a:pt x="14727" y="536"/>
                  </a:lnTo>
                  <a:lnTo>
                    <a:pt x="14727" y="1675"/>
                  </a:lnTo>
                  <a:lnTo>
                    <a:pt x="6721" y="1675"/>
                  </a:lnTo>
                  <a:cubicBezTo>
                    <a:pt x="6614" y="1675"/>
                    <a:pt x="6507" y="1746"/>
                    <a:pt x="6472" y="1853"/>
                  </a:cubicBezTo>
                  <a:lnTo>
                    <a:pt x="2843" y="12349"/>
                  </a:lnTo>
                  <a:cubicBezTo>
                    <a:pt x="2736" y="12562"/>
                    <a:pt x="2522" y="12740"/>
                    <a:pt x="2273" y="12740"/>
                  </a:cubicBezTo>
                  <a:cubicBezTo>
                    <a:pt x="2060" y="12740"/>
                    <a:pt x="1811" y="12598"/>
                    <a:pt x="1740" y="12349"/>
                  </a:cubicBezTo>
                  <a:lnTo>
                    <a:pt x="565" y="9111"/>
                  </a:lnTo>
                  <a:cubicBezTo>
                    <a:pt x="526" y="8992"/>
                    <a:pt x="433" y="8942"/>
                    <a:pt x="336" y="8942"/>
                  </a:cubicBezTo>
                  <a:cubicBezTo>
                    <a:pt x="173" y="8942"/>
                    <a:pt x="0" y="9087"/>
                    <a:pt x="67" y="9289"/>
                  </a:cubicBezTo>
                  <a:lnTo>
                    <a:pt x="1241" y="12527"/>
                  </a:lnTo>
                  <a:cubicBezTo>
                    <a:pt x="1419" y="12954"/>
                    <a:pt x="1811" y="13238"/>
                    <a:pt x="2273" y="13238"/>
                  </a:cubicBezTo>
                  <a:cubicBezTo>
                    <a:pt x="2736" y="13238"/>
                    <a:pt x="3163" y="12954"/>
                    <a:pt x="3305" y="12527"/>
                  </a:cubicBezTo>
                  <a:lnTo>
                    <a:pt x="6899" y="2208"/>
                  </a:lnTo>
                  <a:lnTo>
                    <a:pt x="15011" y="2208"/>
                  </a:lnTo>
                  <a:cubicBezTo>
                    <a:pt x="15153" y="2208"/>
                    <a:pt x="15260" y="2102"/>
                    <a:pt x="15260" y="1924"/>
                  </a:cubicBezTo>
                  <a:lnTo>
                    <a:pt x="15260" y="251"/>
                  </a:lnTo>
                  <a:cubicBezTo>
                    <a:pt x="15260" y="109"/>
                    <a:pt x="15153" y="2"/>
                    <a:pt x="15011" y="2"/>
                  </a:cubicBezTo>
                  <a:lnTo>
                    <a:pt x="9816" y="2"/>
                  </a:lnTo>
                  <a:cubicBezTo>
                    <a:pt x="9807" y="1"/>
                    <a:pt x="9798" y="1"/>
                    <a:pt x="9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5337747" y="3638263"/>
              <a:ext cx="152126" cy="194427"/>
            </a:xfrm>
            <a:custGeom>
              <a:rect b="b" l="l" r="r" t="t"/>
              <a:pathLst>
                <a:path extrusionOk="0" h="9643" w="7545">
                  <a:moveTo>
                    <a:pt x="250" y="1"/>
                  </a:moveTo>
                  <a:cubicBezTo>
                    <a:pt x="179" y="1"/>
                    <a:pt x="72" y="36"/>
                    <a:pt x="37" y="143"/>
                  </a:cubicBezTo>
                  <a:cubicBezTo>
                    <a:pt x="1" y="214"/>
                    <a:pt x="1" y="285"/>
                    <a:pt x="37" y="392"/>
                  </a:cubicBezTo>
                  <a:lnTo>
                    <a:pt x="997" y="2171"/>
                  </a:lnTo>
                  <a:cubicBezTo>
                    <a:pt x="1051" y="2251"/>
                    <a:pt x="1144" y="2291"/>
                    <a:pt x="1247" y="2291"/>
                  </a:cubicBezTo>
                  <a:cubicBezTo>
                    <a:pt x="1282" y="2291"/>
                    <a:pt x="1317" y="2287"/>
                    <a:pt x="1353" y="2278"/>
                  </a:cubicBezTo>
                  <a:cubicBezTo>
                    <a:pt x="1460" y="2207"/>
                    <a:pt x="1531" y="2029"/>
                    <a:pt x="1460" y="1922"/>
                  </a:cubicBezTo>
                  <a:lnTo>
                    <a:pt x="713" y="534"/>
                  </a:lnTo>
                  <a:lnTo>
                    <a:pt x="2136" y="534"/>
                  </a:lnTo>
                  <a:lnTo>
                    <a:pt x="3523" y="3060"/>
                  </a:lnTo>
                  <a:cubicBezTo>
                    <a:pt x="3559" y="3132"/>
                    <a:pt x="3666" y="3203"/>
                    <a:pt x="3773" y="3203"/>
                  </a:cubicBezTo>
                  <a:cubicBezTo>
                    <a:pt x="3844" y="3203"/>
                    <a:pt x="3950" y="3132"/>
                    <a:pt x="3986" y="3060"/>
                  </a:cubicBezTo>
                  <a:lnTo>
                    <a:pt x="5374" y="534"/>
                  </a:lnTo>
                  <a:lnTo>
                    <a:pt x="6832" y="534"/>
                  </a:lnTo>
                  <a:lnTo>
                    <a:pt x="4555" y="4697"/>
                  </a:lnTo>
                  <a:cubicBezTo>
                    <a:pt x="4520" y="4768"/>
                    <a:pt x="4520" y="4875"/>
                    <a:pt x="4555" y="4946"/>
                  </a:cubicBezTo>
                  <a:lnTo>
                    <a:pt x="6832" y="9109"/>
                  </a:lnTo>
                  <a:lnTo>
                    <a:pt x="5374" y="9109"/>
                  </a:lnTo>
                  <a:lnTo>
                    <a:pt x="3986" y="6583"/>
                  </a:lnTo>
                  <a:cubicBezTo>
                    <a:pt x="3950" y="6476"/>
                    <a:pt x="3844" y="6441"/>
                    <a:pt x="3773" y="6441"/>
                  </a:cubicBezTo>
                  <a:cubicBezTo>
                    <a:pt x="3666" y="6441"/>
                    <a:pt x="3559" y="6476"/>
                    <a:pt x="3523" y="6583"/>
                  </a:cubicBezTo>
                  <a:lnTo>
                    <a:pt x="2136" y="9109"/>
                  </a:lnTo>
                  <a:lnTo>
                    <a:pt x="713" y="9109"/>
                  </a:lnTo>
                  <a:lnTo>
                    <a:pt x="2954" y="4946"/>
                  </a:lnTo>
                  <a:cubicBezTo>
                    <a:pt x="2990" y="4875"/>
                    <a:pt x="2990" y="4768"/>
                    <a:pt x="2954" y="4697"/>
                  </a:cubicBezTo>
                  <a:lnTo>
                    <a:pt x="2029" y="2989"/>
                  </a:lnTo>
                  <a:cubicBezTo>
                    <a:pt x="1974" y="2924"/>
                    <a:pt x="1903" y="2895"/>
                    <a:pt x="1832" y="2895"/>
                  </a:cubicBezTo>
                  <a:cubicBezTo>
                    <a:pt x="1673" y="2895"/>
                    <a:pt x="1517" y="3041"/>
                    <a:pt x="1567" y="3238"/>
                  </a:cubicBezTo>
                  <a:lnTo>
                    <a:pt x="2456" y="4804"/>
                  </a:lnTo>
                  <a:lnTo>
                    <a:pt x="37" y="9252"/>
                  </a:lnTo>
                  <a:cubicBezTo>
                    <a:pt x="1" y="9358"/>
                    <a:pt x="1" y="9429"/>
                    <a:pt x="37" y="9501"/>
                  </a:cubicBezTo>
                  <a:cubicBezTo>
                    <a:pt x="72" y="9607"/>
                    <a:pt x="179" y="9643"/>
                    <a:pt x="250" y="9643"/>
                  </a:cubicBezTo>
                  <a:lnTo>
                    <a:pt x="2314" y="9643"/>
                  </a:lnTo>
                  <a:cubicBezTo>
                    <a:pt x="2420" y="9643"/>
                    <a:pt x="2492" y="9607"/>
                    <a:pt x="2527" y="9501"/>
                  </a:cubicBezTo>
                  <a:lnTo>
                    <a:pt x="3773" y="7259"/>
                  </a:lnTo>
                  <a:lnTo>
                    <a:pt x="4982" y="9501"/>
                  </a:lnTo>
                  <a:cubicBezTo>
                    <a:pt x="5018" y="9607"/>
                    <a:pt x="5125" y="9643"/>
                    <a:pt x="5231" y="9643"/>
                  </a:cubicBezTo>
                  <a:lnTo>
                    <a:pt x="7259" y="9643"/>
                  </a:lnTo>
                  <a:cubicBezTo>
                    <a:pt x="7366" y="9643"/>
                    <a:pt x="7437" y="9607"/>
                    <a:pt x="7473" y="9501"/>
                  </a:cubicBezTo>
                  <a:cubicBezTo>
                    <a:pt x="7544" y="9429"/>
                    <a:pt x="7544" y="9358"/>
                    <a:pt x="7473" y="9252"/>
                  </a:cubicBezTo>
                  <a:lnTo>
                    <a:pt x="5089" y="4804"/>
                  </a:lnTo>
                  <a:lnTo>
                    <a:pt x="7473" y="392"/>
                  </a:lnTo>
                  <a:cubicBezTo>
                    <a:pt x="7544" y="321"/>
                    <a:pt x="7544" y="214"/>
                    <a:pt x="7473" y="143"/>
                  </a:cubicBezTo>
                  <a:cubicBezTo>
                    <a:pt x="7437" y="36"/>
                    <a:pt x="7331" y="1"/>
                    <a:pt x="7259" y="1"/>
                  </a:cubicBezTo>
                  <a:lnTo>
                    <a:pt x="5196" y="1"/>
                  </a:lnTo>
                  <a:cubicBezTo>
                    <a:pt x="5125" y="1"/>
                    <a:pt x="5018" y="36"/>
                    <a:pt x="4982" y="143"/>
                  </a:cubicBezTo>
                  <a:lnTo>
                    <a:pt x="3773" y="2384"/>
                  </a:lnTo>
                  <a:lnTo>
                    <a:pt x="2527" y="143"/>
                  </a:lnTo>
                  <a:cubicBezTo>
                    <a:pt x="2492" y="36"/>
                    <a:pt x="2385" y="1"/>
                    <a:pt x="2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5204311" y="3576465"/>
              <a:ext cx="44499" cy="58229"/>
            </a:xfrm>
            <a:custGeom>
              <a:rect b="b" l="l" r="r" t="t"/>
              <a:pathLst>
                <a:path extrusionOk="0" h="2888" w="2207">
                  <a:moveTo>
                    <a:pt x="206" y="0"/>
                  </a:moveTo>
                  <a:cubicBezTo>
                    <a:pt x="86" y="0"/>
                    <a:pt x="1" y="127"/>
                    <a:pt x="1" y="255"/>
                  </a:cubicBezTo>
                  <a:lnTo>
                    <a:pt x="1" y="2639"/>
                  </a:lnTo>
                  <a:cubicBezTo>
                    <a:pt x="1" y="2781"/>
                    <a:pt x="108" y="2888"/>
                    <a:pt x="250" y="2888"/>
                  </a:cubicBezTo>
                  <a:cubicBezTo>
                    <a:pt x="392" y="2888"/>
                    <a:pt x="535" y="2781"/>
                    <a:pt x="535" y="2639"/>
                  </a:cubicBezTo>
                  <a:lnTo>
                    <a:pt x="535" y="1429"/>
                  </a:lnTo>
                  <a:cubicBezTo>
                    <a:pt x="535" y="1055"/>
                    <a:pt x="819" y="868"/>
                    <a:pt x="1104" y="868"/>
                  </a:cubicBezTo>
                  <a:cubicBezTo>
                    <a:pt x="1389" y="868"/>
                    <a:pt x="1673" y="1055"/>
                    <a:pt x="1673" y="1429"/>
                  </a:cubicBezTo>
                  <a:lnTo>
                    <a:pt x="1673" y="2639"/>
                  </a:lnTo>
                  <a:cubicBezTo>
                    <a:pt x="1691" y="2781"/>
                    <a:pt x="1816" y="2852"/>
                    <a:pt x="1940" y="2852"/>
                  </a:cubicBezTo>
                  <a:cubicBezTo>
                    <a:pt x="2065" y="2852"/>
                    <a:pt x="2189" y="2781"/>
                    <a:pt x="2207" y="2639"/>
                  </a:cubicBezTo>
                  <a:lnTo>
                    <a:pt x="2207" y="1429"/>
                  </a:lnTo>
                  <a:cubicBezTo>
                    <a:pt x="2207" y="824"/>
                    <a:pt x="1709" y="326"/>
                    <a:pt x="1104" y="326"/>
                  </a:cubicBezTo>
                  <a:cubicBezTo>
                    <a:pt x="890" y="326"/>
                    <a:pt x="713" y="397"/>
                    <a:pt x="535" y="504"/>
                  </a:cubicBezTo>
                  <a:lnTo>
                    <a:pt x="535" y="255"/>
                  </a:lnTo>
                  <a:cubicBezTo>
                    <a:pt x="535" y="127"/>
                    <a:pt x="421" y="0"/>
                    <a:pt x="295" y="0"/>
                  </a:cubicBezTo>
                  <a:cubicBezTo>
                    <a:pt x="280" y="0"/>
                    <a:pt x="265" y="2"/>
                    <a:pt x="250" y="6"/>
                  </a:cubicBezTo>
                  <a:cubicBezTo>
                    <a:pt x="235" y="2"/>
                    <a:pt x="220" y="0"/>
                    <a:pt x="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 name="Google Shape;2624;p72"/>
          <p:cNvGrpSpPr/>
          <p:nvPr/>
        </p:nvGrpSpPr>
        <p:grpSpPr>
          <a:xfrm>
            <a:off x="5145497" y="2935761"/>
            <a:ext cx="351533" cy="357461"/>
            <a:chOff x="5145497" y="2935761"/>
            <a:chExt cx="351533" cy="357461"/>
          </a:xfrm>
        </p:grpSpPr>
        <p:sp>
          <p:nvSpPr>
            <p:cNvPr id="2625" name="Google Shape;2625;p72"/>
            <p:cNvSpPr/>
            <p:nvPr/>
          </p:nvSpPr>
          <p:spPr>
            <a:xfrm>
              <a:off x="5200743" y="2940963"/>
              <a:ext cx="280521" cy="274775"/>
            </a:xfrm>
            <a:custGeom>
              <a:rect b="b" l="l" r="r" t="t"/>
              <a:pathLst>
                <a:path extrusionOk="0" h="13628" w="13913">
                  <a:moveTo>
                    <a:pt x="0" y="0"/>
                  </a:moveTo>
                  <a:lnTo>
                    <a:pt x="0" y="13628"/>
                  </a:lnTo>
                  <a:lnTo>
                    <a:pt x="13912" y="1362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5412368" y="3166944"/>
              <a:ext cx="68169" cy="48793"/>
            </a:xfrm>
            <a:custGeom>
              <a:rect b="b" l="l" r="r" t="t"/>
              <a:pathLst>
                <a:path extrusionOk="0" h="2420" w="3381">
                  <a:moveTo>
                    <a:pt x="961" y="0"/>
                  </a:moveTo>
                  <a:cubicBezTo>
                    <a:pt x="356" y="640"/>
                    <a:pt x="0" y="1494"/>
                    <a:pt x="0" y="2420"/>
                  </a:cubicBezTo>
                  <a:lnTo>
                    <a:pt x="3381" y="2420"/>
                  </a:lnTo>
                  <a:lnTo>
                    <a:pt x="9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5200743" y="3178417"/>
              <a:ext cx="36595" cy="36595"/>
            </a:xfrm>
            <a:custGeom>
              <a:rect b="b" l="l" r="r" t="t"/>
              <a:pathLst>
                <a:path extrusionOk="0" h="1815" w="1815">
                  <a:moveTo>
                    <a:pt x="0" y="0"/>
                  </a:moveTo>
                  <a:lnTo>
                    <a:pt x="0" y="1815"/>
                  </a:lnTo>
                  <a:lnTo>
                    <a:pt x="1815" y="1815"/>
                  </a:lnTo>
                  <a:lnTo>
                    <a:pt x="18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5390895" y="3069479"/>
              <a:ext cx="106135" cy="101780"/>
            </a:xfrm>
            <a:custGeom>
              <a:rect b="b" l="l" r="r" t="t"/>
              <a:pathLst>
                <a:path extrusionOk="0" h="5048" w="5264">
                  <a:moveTo>
                    <a:pt x="365" y="0"/>
                  </a:moveTo>
                  <a:cubicBezTo>
                    <a:pt x="167" y="0"/>
                    <a:pt x="1" y="255"/>
                    <a:pt x="140" y="422"/>
                  </a:cubicBezTo>
                  <a:lnTo>
                    <a:pt x="4801" y="4976"/>
                  </a:lnTo>
                  <a:cubicBezTo>
                    <a:pt x="4837" y="5048"/>
                    <a:pt x="4908" y="5048"/>
                    <a:pt x="4979" y="5048"/>
                  </a:cubicBezTo>
                  <a:cubicBezTo>
                    <a:pt x="5050" y="5048"/>
                    <a:pt x="5122" y="5012"/>
                    <a:pt x="5157" y="4976"/>
                  </a:cubicBezTo>
                  <a:cubicBezTo>
                    <a:pt x="5264" y="4870"/>
                    <a:pt x="5264" y="4727"/>
                    <a:pt x="5157" y="4621"/>
                  </a:cubicBezTo>
                  <a:lnTo>
                    <a:pt x="532" y="66"/>
                  </a:lnTo>
                  <a:cubicBezTo>
                    <a:pt x="478" y="20"/>
                    <a:pt x="420" y="0"/>
                    <a:pt x="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5255968" y="2935761"/>
              <a:ext cx="93292" cy="90590"/>
            </a:xfrm>
            <a:custGeom>
              <a:rect b="b" l="l" r="r" t="t"/>
              <a:pathLst>
                <a:path extrusionOk="0" h="4493" w="4627">
                  <a:moveTo>
                    <a:pt x="272" y="0"/>
                  </a:moveTo>
                  <a:cubicBezTo>
                    <a:pt x="205" y="0"/>
                    <a:pt x="143" y="27"/>
                    <a:pt x="107" y="80"/>
                  </a:cubicBezTo>
                  <a:cubicBezTo>
                    <a:pt x="1" y="187"/>
                    <a:pt x="1" y="365"/>
                    <a:pt x="107" y="436"/>
                  </a:cubicBezTo>
                  <a:lnTo>
                    <a:pt x="4164" y="4421"/>
                  </a:lnTo>
                  <a:cubicBezTo>
                    <a:pt x="4199" y="4492"/>
                    <a:pt x="4270" y="4492"/>
                    <a:pt x="4342" y="4492"/>
                  </a:cubicBezTo>
                  <a:cubicBezTo>
                    <a:pt x="4413" y="4492"/>
                    <a:pt x="4484" y="4492"/>
                    <a:pt x="4520" y="4421"/>
                  </a:cubicBezTo>
                  <a:cubicBezTo>
                    <a:pt x="4626" y="4314"/>
                    <a:pt x="4626" y="4172"/>
                    <a:pt x="4520" y="4065"/>
                  </a:cubicBezTo>
                  <a:lnTo>
                    <a:pt x="463" y="80"/>
                  </a:lnTo>
                  <a:cubicBezTo>
                    <a:pt x="410" y="27"/>
                    <a:pt x="339"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2"/>
            <p:cNvSpPr/>
            <p:nvPr/>
          </p:nvSpPr>
          <p:spPr>
            <a:xfrm>
              <a:off x="5195702" y="3110106"/>
              <a:ext cx="292013" cy="110652"/>
            </a:xfrm>
            <a:custGeom>
              <a:rect b="b" l="l" r="r" t="t"/>
              <a:pathLst>
                <a:path extrusionOk="0" h="5488" w="14483">
                  <a:moveTo>
                    <a:pt x="1816" y="3673"/>
                  </a:moveTo>
                  <a:lnTo>
                    <a:pt x="1816" y="4954"/>
                  </a:lnTo>
                  <a:lnTo>
                    <a:pt x="535" y="4954"/>
                  </a:lnTo>
                  <a:lnTo>
                    <a:pt x="535" y="3673"/>
                  </a:lnTo>
                  <a:close/>
                  <a:moveTo>
                    <a:pt x="11743" y="3210"/>
                  </a:moveTo>
                  <a:lnTo>
                    <a:pt x="13522" y="4954"/>
                  </a:lnTo>
                  <a:lnTo>
                    <a:pt x="11031" y="4954"/>
                  </a:lnTo>
                  <a:cubicBezTo>
                    <a:pt x="11067" y="4313"/>
                    <a:pt x="11316" y="3709"/>
                    <a:pt x="11743" y="3210"/>
                  </a:cubicBezTo>
                  <a:close/>
                  <a:moveTo>
                    <a:pt x="9078" y="0"/>
                  </a:moveTo>
                  <a:cubicBezTo>
                    <a:pt x="8870" y="0"/>
                    <a:pt x="8693" y="285"/>
                    <a:pt x="8932" y="471"/>
                  </a:cubicBezTo>
                  <a:lnTo>
                    <a:pt x="11351" y="2855"/>
                  </a:lnTo>
                  <a:cubicBezTo>
                    <a:pt x="10853" y="3424"/>
                    <a:pt x="10568" y="4171"/>
                    <a:pt x="10497" y="4954"/>
                  </a:cubicBezTo>
                  <a:lnTo>
                    <a:pt x="2349" y="4954"/>
                  </a:lnTo>
                  <a:lnTo>
                    <a:pt x="2349" y="3388"/>
                  </a:lnTo>
                  <a:cubicBezTo>
                    <a:pt x="2314" y="3246"/>
                    <a:pt x="2207" y="3139"/>
                    <a:pt x="2065" y="3139"/>
                  </a:cubicBezTo>
                  <a:lnTo>
                    <a:pt x="535" y="3139"/>
                  </a:lnTo>
                  <a:lnTo>
                    <a:pt x="535" y="2001"/>
                  </a:lnTo>
                  <a:cubicBezTo>
                    <a:pt x="535" y="1823"/>
                    <a:pt x="401" y="1734"/>
                    <a:pt x="268" y="1734"/>
                  </a:cubicBezTo>
                  <a:cubicBezTo>
                    <a:pt x="134" y="1734"/>
                    <a:pt x="1" y="1823"/>
                    <a:pt x="1" y="2001"/>
                  </a:cubicBezTo>
                  <a:lnTo>
                    <a:pt x="1" y="5239"/>
                  </a:lnTo>
                  <a:cubicBezTo>
                    <a:pt x="1" y="5381"/>
                    <a:pt x="108" y="5488"/>
                    <a:pt x="250" y="5488"/>
                  </a:cubicBezTo>
                  <a:lnTo>
                    <a:pt x="14162" y="5488"/>
                  </a:lnTo>
                  <a:cubicBezTo>
                    <a:pt x="14376" y="5488"/>
                    <a:pt x="14482" y="5203"/>
                    <a:pt x="14340" y="5025"/>
                  </a:cubicBezTo>
                  <a:lnTo>
                    <a:pt x="9288" y="115"/>
                  </a:lnTo>
                  <a:cubicBezTo>
                    <a:pt x="9224" y="33"/>
                    <a:pt x="9149" y="0"/>
                    <a:pt x="90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5195702" y="2936184"/>
              <a:ext cx="173861" cy="194891"/>
            </a:xfrm>
            <a:custGeom>
              <a:rect b="b" l="l" r="r" t="t"/>
              <a:pathLst>
                <a:path extrusionOk="0" h="9666" w="8623">
                  <a:moveTo>
                    <a:pt x="273" y="0"/>
                  </a:moveTo>
                  <a:cubicBezTo>
                    <a:pt x="232" y="0"/>
                    <a:pt x="187" y="9"/>
                    <a:pt x="143" y="24"/>
                  </a:cubicBezTo>
                  <a:cubicBezTo>
                    <a:pt x="72" y="59"/>
                    <a:pt x="1" y="130"/>
                    <a:pt x="1" y="237"/>
                  </a:cubicBezTo>
                  <a:lnTo>
                    <a:pt x="1" y="9417"/>
                  </a:lnTo>
                  <a:cubicBezTo>
                    <a:pt x="1" y="9559"/>
                    <a:pt x="108" y="9666"/>
                    <a:pt x="250" y="9666"/>
                  </a:cubicBezTo>
                  <a:cubicBezTo>
                    <a:pt x="392" y="9666"/>
                    <a:pt x="499" y="9524"/>
                    <a:pt x="535" y="9417"/>
                  </a:cubicBezTo>
                  <a:lnTo>
                    <a:pt x="535" y="878"/>
                  </a:lnTo>
                  <a:lnTo>
                    <a:pt x="8078" y="8243"/>
                  </a:lnTo>
                  <a:cubicBezTo>
                    <a:pt x="8137" y="8302"/>
                    <a:pt x="8203" y="8327"/>
                    <a:pt x="8265" y="8327"/>
                  </a:cubicBezTo>
                  <a:cubicBezTo>
                    <a:pt x="8463" y="8327"/>
                    <a:pt x="8623" y="8076"/>
                    <a:pt x="8434" y="7887"/>
                  </a:cubicBezTo>
                  <a:lnTo>
                    <a:pt x="428" y="59"/>
                  </a:lnTo>
                  <a:cubicBezTo>
                    <a:pt x="386" y="18"/>
                    <a:pt x="332" y="0"/>
                    <a:pt x="2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5301172" y="3237231"/>
              <a:ext cx="33732" cy="55991"/>
            </a:xfrm>
            <a:custGeom>
              <a:rect b="b" l="l" r="r" t="t"/>
              <a:pathLst>
                <a:path extrusionOk="0" h="2777" w="1673">
                  <a:moveTo>
                    <a:pt x="854" y="535"/>
                  </a:moveTo>
                  <a:cubicBezTo>
                    <a:pt x="997" y="535"/>
                    <a:pt x="1139" y="677"/>
                    <a:pt x="1139" y="819"/>
                  </a:cubicBezTo>
                  <a:lnTo>
                    <a:pt x="1139" y="1140"/>
                  </a:lnTo>
                  <a:lnTo>
                    <a:pt x="534" y="1140"/>
                  </a:lnTo>
                  <a:lnTo>
                    <a:pt x="534" y="819"/>
                  </a:lnTo>
                  <a:cubicBezTo>
                    <a:pt x="534" y="677"/>
                    <a:pt x="676" y="535"/>
                    <a:pt x="854" y="535"/>
                  </a:cubicBezTo>
                  <a:close/>
                  <a:moveTo>
                    <a:pt x="854" y="1"/>
                  </a:moveTo>
                  <a:cubicBezTo>
                    <a:pt x="392" y="1"/>
                    <a:pt x="0" y="357"/>
                    <a:pt x="0" y="819"/>
                  </a:cubicBezTo>
                  <a:lnTo>
                    <a:pt x="0" y="2527"/>
                  </a:lnTo>
                  <a:cubicBezTo>
                    <a:pt x="18" y="2687"/>
                    <a:pt x="143" y="2767"/>
                    <a:pt x="267" y="2767"/>
                  </a:cubicBezTo>
                  <a:cubicBezTo>
                    <a:pt x="392" y="2767"/>
                    <a:pt x="516" y="2687"/>
                    <a:pt x="534" y="2527"/>
                  </a:cubicBezTo>
                  <a:lnTo>
                    <a:pt x="534" y="1638"/>
                  </a:lnTo>
                  <a:lnTo>
                    <a:pt x="1139" y="1638"/>
                  </a:lnTo>
                  <a:lnTo>
                    <a:pt x="1139" y="2527"/>
                  </a:lnTo>
                  <a:cubicBezTo>
                    <a:pt x="1139" y="2669"/>
                    <a:pt x="1246" y="2776"/>
                    <a:pt x="1424" y="2776"/>
                  </a:cubicBezTo>
                  <a:cubicBezTo>
                    <a:pt x="1566" y="2776"/>
                    <a:pt x="1673" y="2669"/>
                    <a:pt x="1673" y="2527"/>
                  </a:cubicBezTo>
                  <a:lnTo>
                    <a:pt x="1673" y="819"/>
                  </a:lnTo>
                  <a:cubicBezTo>
                    <a:pt x="1673" y="357"/>
                    <a:pt x="1281" y="1"/>
                    <a:pt x="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5145497" y="3050002"/>
              <a:ext cx="38551" cy="55991"/>
            </a:xfrm>
            <a:custGeom>
              <a:rect b="b" l="l" r="r" t="t"/>
              <a:pathLst>
                <a:path extrusionOk="0" h="2777" w="1912">
                  <a:moveTo>
                    <a:pt x="819" y="534"/>
                  </a:moveTo>
                  <a:cubicBezTo>
                    <a:pt x="1246" y="534"/>
                    <a:pt x="1246" y="1139"/>
                    <a:pt x="819" y="1139"/>
                  </a:cubicBezTo>
                  <a:lnTo>
                    <a:pt x="534" y="1139"/>
                  </a:lnTo>
                  <a:lnTo>
                    <a:pt x="534" y="534"/>
                  </a:lnTo>
                  <a:close/>
                  <a:moveTo>
                    <a:pt x="819" y="1673"/>
                  </a:moveTo>
                  <a:cubicBezTo>
                    <a:pt x="1246" y="1673"/>
                    <a:pt x="1246" y="2278"/>
                    <a:pt x="819" y="2278"/>
                  </a:cubicBezTo>
                  <a:lnTo>
                    <a:pt x="534" y="2278"/>
                  </a:lnTo>
                  <a:lnTo>
                    <a:pt x="534" y="1673"/>
                  </a:lnTo>
                  <a:close/>
                  <a:moveTo>
                    <a:pt x="249" y="0"/>
                  </a:moveTo>
                  <a:cubicBezTo>
                    <a:pt x="107" y="0"/>
                    <a:pt x="0" y="107"/>
                    <a:pt x="0" y="249"/>
                  </a:cubicBezTo>
                  <a:lnTo>
                    <a:pt x="0" y="2527"/>
                  </a:lnTo>
                  <a:cubicBezTo>
                    <a:pt x="0" y="2669"/>
                    <a:pt x="107" y="2776"/>
                    <a:pt x="249" y="2776"/>
                  </a:cubicBezTo>
                  <a:lnTo>
                    <a:pt x="819" y="2776"/>
                  </a:lnTo>
                  <a:cubicBezTo>
                    <a:pt x="833" y="2776"/>
                    <a:pt x="848" y="2777"/>
                    <a:pt x="862" y="2777"/>
                  </a:cubicBezTo>
                  <a:cubicBezTo>
                    <a:pt x="1579" y="2777"/>
                    <a:pt x="1912" y="1911"/>
                    <a:pt x="1424" y="1388"/>
                  </a:cubicBezTo>
                  <a:cubicBezTo>
                    <a:pt x="1566" y="1246"/>
                    <a:pt x="1637" y="1032"/>
                    <a:pt x="1637" y="819"/>
                  </a:cubicBezTo>
                  <a:cubicBezTo>
                    <a:pt x="1637" y="392"/>
                    <a:pt x="128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5358554" y="3009999"/>
              <a:ext cx="34821" cy="57241"/>
            </a:xfrm>
            <a:custGeom>
              <a:rect b="b" l="l" r="r" t="t"/>
              <a:pathLst>
                <a:path extrusionOk="0" h="2839" w="1727">
                  <a:moveTo>
                    <a:pt x="868" y="1"/>
                  </a:moveTo>
                  <a:cubicBezTo>
                    <a:pt x="437" y="1"/>
                    <a:pt x="1" y="294"/>
                    <a:pt x="36" y="881"/>
                  </a:cubicBezTo>
                  <a:lnTo>
                    <a:pt x="36" y="2020"/>
                  </a:lnTo>
                  <a:cubicBezTo>
                    <a:pt x="36" y="2483"/>
                    <a:pt x="392" y="2838"/>
                    <a:pt x="855" y="2838"/>
                  </a:cubicBezTo>
                  <a:cubicBezTo>
                    <a:pt x="1317" y="2838"/>
                    <a:pt x="1673" y="2483"/>
                    <a:pt x="1673" y="2020"/>
                  </a:cubicBezTo>
                  <a:cubicBezTo>
                    <a:pt x="1655" y="1878"/>
                    <a:pt x="1540" y="1806"/>
                    <a:pt x="1424" y="1806"/>
                  </a:cubicBezTo>
                  <a:cubicBezTo>
                    <a:pt x="1308" y="1806"/>
                    <a:pt x="1193" y="1878"/>
                    <a:pt x="1175" y="2020"/>
                  </a:cubicBezTo>
                  <a:cubicBezTo>
                    <a:pt x="1175" y="2233"/>
                    <a:pt x="1024" y="2340"/>
                    <a:pt x="873" y="2340"/>
                  </a:cubicBezTo>
                  <a:cubicBezTo>
                    <a:pt x="721" y="2340"/>
                    <a:pt x="570" y="2233"/>
                    <a:pt x="570" y="2020"/>
                  </a:cubicBezTo>
                  <a:lnTo>
                    <a:pt x="570" y="881"/>
                  </a:lnTo>
                  <a:cubicBezTo>
                    <a:pt x="552" y="686"/>
                    <a:pt x="704" y="588"/>
                    <a:pt x="859" y="588"/>
                  </a:cubicBezTo>
                  <a:cubicBezTo>
                    <a:pt x="1015" y="588"/>
                    <a:pt x="1175" y="686"/>
                    <a:pt x="1175" y="881"/>
                  </a:cubicBezTo>
                  <a:cubicBezTo>
                    <a:pt x="1193" y="1041"/>
                    <a:pt x="1308" y="1122"/>
                    <a:pt x="1424" y="1122"/>
                  </a:cubicBezTo>
                  <a:cubicBezTo>
                    <a:pt x="1540" y="1122"/>
                    <a:pt x="1655" y="1041"/>
                    <a:pt x="1673" y="881"/>
                  </a:cubicBezTo>
                  <a:cubicBezTo>
                    <a:pt x="1726" y="294"/>
                    <a:pt x="1300" y="1"/>
                    <a:pt x="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 name="Google Shape;2635;p72"/>
          <p:cNvGrpSpPr/>
          <p:nvPr/>
        </p:nvGrpSpPr>
        <p:grpSpPr>
          <a:xfrm>
            <a:off x="5141908" y="2387099"/>
            <a:ext cx="358005" cy="358026"/>
            <a:chOff x="5141908" y="2387099"/>
            <a:chExt cx="358005" cy="358026"/>
          </a:xfrm>
        </p:grpSpPr>
        <p:sp>
          <p:nvSpPr>
            <p:cNvPr id="2636" name="Google Shape;2636;p72"/>
            <p:cNvSpPr/>
            <p:nvPr/>
          </p:nvSpPr>
          <p:spPr>
            <a:xfrm>
              <a:off x="5299740" y="2392865"/>
              <a:ext cx="42341" cy="42341"/>
            </a:xfrm>
            <a:custGeom>
              <a:rect b="b" l="l" r="r" t="t"/>
              <a:pathLst>
                <a:path extrusionOk="0" h="2100" w="2100">
                  <a:moveTo>
                    <a:pt x="1068" y="0"/>
                  </a:moveTo>
                  <a:lnTo>
                    <a:pt x="0" y="2100"/>
                  </a:lnTo>
                  <a:lnTo>
                    <a:pt x="2099" y="2100"/>
                  </a:lnTo>
                  <a:lnTo>
                    <a:pt x="10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5452532" y="2697037"/>
              <a:ext cx="42361" cy="42341"/>
            </a:xfrm>
            <a:custGeom>
              <a:rect b="b" l="l" r="r" t="t"/>
              <a:pathLst>
                <a:path extrusionOk="0" h="2100" w="2101">
                  <a:moveTo>
                    <a:pt x="1" y="1"/>
                  </a:moveTo>
                  <a:lnTo>
                    <a:pt x="1" y="2100"/>
                  </a:lnTo>
                  <a:lnTo>
                    <a:pt x="2100" y="1068"/>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5466888" y="2648949"/>
              <a:ext cx="33026" cy="41656"/>
            </a:xfrm>
            <a:custGeom>
              <a:rect b="b" l="l" r="r" t="t"/>
              <a:pathLst>
                <a:path extrusionOk="0" h="2066" w="1638">
                  <a:moveTo>
                    <a:pt x="231" y="0"/>
                  </a:moveTo>
                  <a:cubicBezTo>
                    <a:pt x="187" y="0"/>
                    <a:pt x="145" y="12"/>
                    <a:pt x="107" y="37"/>
                  </a:cubicBezTo>
                  <a:cubicBezTo>
                    <a:pt x="36" y="109"/>
                    <a:pt x="1" y="180"/>
                    <a:pt x="1" y="251"/>
                  </a:cubicBezTo>
                  <a:cubicBezTo>
                    <a:pt x="1" y="322"/>
                    <a:pt x="1" y="358"/>
                    <a:pt x="36" y="393"/>
                  </a:cubicBezTo>
                  <a:lnTo>
                    <a:pt x="499" y="1034"/>
                  </a:lnTo>
                  <a:lnTo>
                    <a:pt x="36" y="1638"/>
                  </a:lnTo>
                  <a:cubicBezTo>
                    <a:pt x="1" y="1674"/>
                    <a:pt x="1" y="1745"/>
                    <a:pt x="1" y="1781"/>
                  </a:cubicBezTo>
                  <a:cubicBezTo>
                    <a:pt x="1" y="1888"/>
                    <a:pt x="36" y="1959"/>
                    <a:pt x="107" y="1994"/>
                  </a:cubicBezTo>
                  <a:cubicBezTo>
                    <a:pt x="143" y="2030"/>
                    <a:pt x="178" y="2065"/>
                    <a:pt x="250" y="2065"/>
                  </a:cubicBezTo>
                  <a:cubicBezTo>
                    <a:pt x="321" y="2065"/>
                    <a:pt x="392" y="2030"/>
                    <a:pt x="463" y="1959"/>
                  </a:cubicBezTo>
                  <a:lnTo>
                    <a:pt x="819" y="1461"/>
                  </a:lnTo>
                  <a:lnTo>
                    <a:pt x="1175" y="1959"/>
                  </a:lnTo>
                  <a:cubicBezTo>
                    <a:pt x="1210" y="2030"/>
                    <a:pt x="1281" y="2065"/>
                    <a:pt x="1353" y="2065"/>
                  </a:cubicBezTo>
                  <a:cubicBezTo>
                    <a:pt x="1424" y="2065"/>
                    <a:pt x="1459" y="2030"/>
                    <a:pt x="1530" y="1994"/>
                  </a:cubicBezTo>
                  <a:cubicBezTo>
                    <a:pt x="1602" y="1959"/>
                    <a:pt x="1637" y="1888"/>
                    <a:pt x="1637" y="1781"/>
                  </a:cubicBezTo>
                  <a:cubicBezTo>
                    <a:pt x="1637" y="1745"/>
                    <a:pt x="1602" y="1674"/>
                    <a:pt x="1566" y="1638"/>
                  </a:cubicBezTo>
                  <a:lnTo>
                    <a:pt x="1139" y="1034"/>
                  </a:lnTo>
                  <a:lnTo>
                    <a:pt x="1566" y="393"/>
                  </a:lnTo>
                  <a:cubicBezTo>
                    <a:pt x="1602" y="358"/>
                    <a:pt x="1637" y="322"/>
                    <a:pt x="1637" y="251"/>
                  </a:cubicBezTo>
                  <a:cubicBezTo>
                    <a:pt x="1637" y="180"/>
                    <a:pt x="1602" y="109"/>
                    <a:pt x="1530" y="37"/>
                  </a:cubicBezTo>
                  <a:cubicBezTo>
                    <a:pt x="1480" y="12"/>
                    <a:pt x="1430" y="0"/>
                    <a:pt x="1382" y="0"/>
                  </a:cubicBezTo>
                  <a:cubicBezTo>
                    <a:pt x="1296" y="0"/>
                    <a:pt x="1221" y="40"/>
                    <a:pt x="1175" y="109"/>
                  </a:cubicBezTo>
                  <a:lnTo>
                    <a:pt x="819" y="571"/>
                  </a:lnTo>
                  <a:lnTo>
                    <a:pt x="463" y="109"/>
                  </a:lnTo>
                  <a:cubicBezTo>
                    <a:pt x="394" y="40"/>
                    <a:pt x="310" y="0"/>
                    <a:pt x="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5353534" y="2387099"/>
              <a:ext cx="33752" cy="41656"/>
            </a:xfrm>
            <a:custGeom>
              <a:rect b="b" l="l" r="r" t="t"/>
              <a:pathLst>
                <a:path extrusionOk="0" h="2066" w="1674">
                  <a:moveTo>
                    <a:pt x="267" y="0"/>
                  </a:moveTo>
                  <a:cubicBezTo>
                    <a:pt x="223" y="0"/>
                    <a:pt x="181" y="12"/>
                    <a:pt x="143" y="37"/>
                  </a:cubicBezTo>
                  <a:cubicBezTo>
                    <a:pt x="1" y="144"/>
                    <a:pt x="1" y="286"/>
                    <a:pt x="72" y="429"/>
                  </a:cubicBezTo>
                  <a:lnTo>
                    <a:pt x="499" y="1034"/>
                  </a:lnTo>
                  <a:lnTo>
                    <a:pt x="72" y="1639"/>
                  </a:lnTo>
                  <a:cubicBezTo>
                    <a:pt x="36" y="1710"/>
                    <a:pt x="1" y="1745"/>
                    <a:pt x="36" y="1816"/>
                  </a:cubicBezTo>
                  <a:cubicBezTo>
                    <a:pt x="1" y="1888"/>
                    <a:pt x="72" y="1959"/>
                    <a:pt x="143" y="2030"/>
                  </a:cubicBezTo>
                  <a:cubicBezTo>
                    <a:pt x="179" y="2065"/>
                    <a:pt x="214" y="2065"/>
                    <a:pt x="285" y="2065"/>
                  </a:cubicBezTo>
                  <a:cubicBezTo>
                    <a:pt x="357" y="2065"/>
                    <a:pt x="428" y="2030"/>
                    <a:pt x="499" y="1959"/>
                  </a:cubicBezTo>
                  <a:lnTo>
                    <a:pt x="1602" y="429"/>
                  </a:lnTo>
                  <a:cubicBezTo>
                    <a:pt x="1673" y="286"/>
                    <a:pt x="1673" y="144"/>
                    <a:pt x="1566" y="37"/>
                  </a:cubicBezTo>
                  <a:cubicBezTo>
                    <a:pt x="1516" y="12"/>
                    <a:pt x="1465" y="0"/>
                    <a:pt x="1417" y="0"/>
                  </a:cubicBezTo>
                  <a:cubicBezTo>
                    <a:pt x="1328" y="0"/>
                    <a:pt x="1244" y="40"/>
                    <a:pt x="1175" y="109"/>
                  </a:cubicBezTo>
                  <a:lnTo>
                    <a:pt x="855" y="607"/>
                  </a:lnTo>
                  <a:lnTo>
                    <a:pt x="499" y="109"/>
                  </a:lnTo>
                  <a:cubicBezTo>
                    <a:pt x="430" y="40"/>
                    <a:pt x="346"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5141908" y="2387482"/>
              <a:ext cx="358005" cy="357642"/>
            </a:xfrm>
            <a:custGeom>
              <a:rect b="b" l="l" r="r" t="t"/>
              <a:pathLst>
                <a:path extrusionOk="0" h="17738" w="17756">
                  <a:moveTo>
                    <a:pt x="8891" y="1"/>
                  </a:moveTo>
                  <a:cubicBezTo>
                    <a:pt x="8798" y="1"/>
                    <a:pt x="8700" y="54"/>
                    <a:pt x="8647" y="161"/>
                  </a:cubicBezTo>
                  <a:lnTo>
                    <a:pt x="8397" y="694"/>
                  </a:lnTo>
                  <a:cubicBezTo>
                    <a:pt x="8249" y="843"/>
                    <a:pt x="8480" y="1043"/>
                    <a:pt x="8658" y="1043"/>
                  </a:cubicBezTo>
                  <a:cubicBezTo>
                    <a:pt x="8735" y="1043"/>
                    <a:pt x="8803" y="1005"/>
                    <a:pt x="8824" y="908"/>
                  </a:cubicBezTo>
                  <a:lnTo>
                    <a:pt x="8860" y="837"/>
                  </a:lnTo>
                  <a:lnTo>
                    <a:pt x="9500" y="2082"/>
                  </a:lnTo>
                  <a:lnTo>
                    <a:pt x="8255" y="2082"/>
                  </a:lnTo>
                  <a:lnTo>
                    <a:pt x="8291" y="2011"/>
                  </a:lnTo>
                  <a:cubicBezTo>
                    <a:pt x="8439" y="1862"/>
                    <a:pt x="8209" y="1662"/>
                    <a:pt x="8031" y="1662"/>
                  </a:cubicBezTo>
                  <a:cubicBezTo>
                    <a:pt x="7953" y="1662"/>
                    <a:pt x="7885" y="1700"/>
                    <a:pt x="7864" y="1797"/>
                  </a:cubicBezTo>
                  <a:lnTo>
                    <a:pt x="7615" y="2224"/>
                  </a:lnTo>
                  <a:cubicBezTo>
                    <a:pt x="7579" y="2296"/>
                    <a:pt x="7579" y="2402"/>
                    <a:pt x="7615" y="2473"/>
                  </a:cubicBezTo>
                  <a:cubicBezTo>
                    <a:pt x="7650" y="2545"/>
                    <a:pt x="7757" y="2616"/>
                    <a:pt x="7828" y="2616"/>
                  </a:cubicBezTo>
                  <a:lnTo>
                    <a:pt x="8647" y="2616"/>
                  </a:lnTo>
                  <a:lnTo>
                    <a:pt x="8647" y="3505"/>
                  </a:lnTo>
                  <a:lnTo>
                    <a:pt x="8540" y="3505"/>
                  </a:lnTo>
                  <a:cubicBezTo>
                    <a:pt x="8184" y="3505"/>
                    <a:pt x="8184" y="4003"/>
                    <a:pt x="8540" y="4003"/>
                  </a:cubicBezTo>
                  <a:lnTo>
                    <a:pt x="8647" y="4003"/>
                  </a:lnTo>
                  <a:lnTo>
                    <a:pt x="8647" y="4751"/>
                  </a:lnTo>
                  <a:lnTo>
                    <a:pt x="8540" y="4751"/>
                  </a:lnTo>
                  <a:cubicBezTo>
                    <a:pt x="8184" y="4751"/>
                    <a:pt x="8184" y="5249"/>
                    <a:pt x="8540" y="5284"/>
                  </a:cubicBezTo>
                  <a:lnTo>
                    <a:pt x="8647" y="5284"/>
                  </a:lnTo>
                  <a:lnTo>
                    <a:pt x="8647" y="5996"/>
                  </a:lnTo>
                  <a:lnTo>
                    <a:pt x="8540" y="5996"/>
                  </a:lnTo>
                  <a:cubicBezTo>
                    <a:pt x="8184" y="5996"/>
                    <a:pt x="8184" y="6530"/>
                    <a:pt x="8540" y="6530"/>
                  </a:cubicBezTo>
                  <a:lnTo>
                    <a:pt x="8647" y="6530"/>
                  </a:lnTo>
                  <a:lnTo>
                    <a:pt x="8647" y="7277"/>
                  </a:lnTo>
                  <a:lnTo>
                    <a:pt x="8540" y="7277"/>
                  </a:lnTo>
                  <a:cubicBezTo>
                    <a:pt x="8362" y="7277"/>
                    <a:pt x="8255" y="7384"/>
                    <a:pt x="8255" y="7526"/>
                  </a:cubicBezTo>
                  <a:cubicBezTo>
                    <a:pt x="8255" y="7668"/>
                    <a:pt x="8362" y="7775"/>
                    <a:pt x="8540" y="7775"/>
                  </a:cubicBezTo>
                  <a:lnTo>
                    <a:pt x="8647" y="7775"/>
                  </a:lnTo>
                  <a:lnTo>
                    <a:pt x="8647" y="8522"/>
                  </a:lnTo>
                  <a:lnTo>
                    <a:pt x="8540" y="8522"/>
                  </a:lnTo>
                  <a:cubicBezTo>
                    <a:pt x="8362" y="8522"/>
                    <a:pt x="8255" y="8629"/>
                    <a:pt x="8255" y="8771"/>
                  </a:cubicBezTo>
                  <a:cubicBezTo>
                    <a:pt x="8255" y="8914"/>
                    <a:pt x="8362" y="9020"/>
                    <a:pt x="8540" y="9020"/>
                  </a:cubicBezTo>
                  <a:lnTo>
                    <a:pt x="8647" y="9020"/>
                  </a:lnTo>
                  <a:lnTo>
                    <a:pt x="8647" y="9768"/>
                  </a:lnTo>
                  <a:lnTo>
                    <a:pt x="8540" y="9768"/>
                  </a:lnTo>
                  <a:cubicBezTo>
                    <a:pt x="8220" y="9803"/>
                    <a:pt x="8220" y="10266"/>
                    <a:pt x="8540" y="10301"/>
                  </a:cubicBezTo>
                  <a:lnTo>
                    <a:pt x="8647" y="10301"/>
                  </a:lnTo>
                  <a:lnTo>
                    <a:pt x="8647" y="11048"/>
                  </a:lnTo>
                  <a:lnTo>
                    <a:pt x="8540" y="11048"/>
                  </a:lnTo>
                  <a:cubicBezTo>
                    <a:pt x="8220" y="11084"/>
                    <a:pt x="8220" y="11511"/>
                    <a:pt x="8540" y="11547"/>
                  </a:cubicBezTo>
                  <a:lnTo>
                    <a:pt x="8647" y="11547"/>
                  </a:lnTo>
                  <a:lnTo>
                    <a:pt x="8647" y="12294"/>
                  </a:lnTo>
                  <a:lnTo>
                    <a:pt x="8540" y="12294"/>
                  </a:lnTo>
                  <a:cubicBezTo>
                    <a:pt x="8220" y="12329"/>
                    <a:pt x="8220" y="12792"/>
                    <a:pt x="8540" y="12827"/>
                  </a:cubicBezTo>
                  <a:lnTo>
                    <a:pt x="8647" y="12827"/>
                  </a:lnTo>
                  <a:lnTo>
                    <a:pt x="8647" y="14322"/>
                  </a:lnTo>
                  <a:cubicBezTo>
                    <a:pt x="7117" y="14215"/>
                    <a:pt x="5658" y="13077"/>
                    <a:pt x="4590" y="11084"/>
                  </a:cubicBezTo>
                  <a:cubicBezTo>
                    <a:pt x="3381" y="8914"/>
                    <a:pt x="2740" y="5889"/>
                    <a:pt x="2740" y="2545"/>
                  </a:cubicBezTo>
                  <a:cubicBezTo>
                    <a:pt x="2740" y="2402"/>
                    <a:pt x="2633" y="2296"/>
                    <a:pt x="2491" y="2296"/>
                  </a:cubicBezTo>
                  <a:cubicBezTo>
                    <a:pt x="2313" y="2296"/>
                    <a:pt x="2206" y="2402"/>
                    <a:pt x="2206" y="2545"/>
                  </a:cubicBezTo>
                  <a:cubicBezTo>
                    <a:pt x="2206" y="5960"/>
                    <a:pt x="2882" y="9091"/>
                    <a:pt x="4128" y="11333"/>
                  </a:cubicBezTo>
                  <a:cubicBezTo>
                    <a:pt x="5302" y="13503"/>
                    <a:pt x="6903" y="14713"/>
                    <a:pt x="8647" y="14820"/>
                  </a:cubicBezTo>
                  <a:lnTo>
                    <a:pt x="8647" y="16172"/>
                  </a:lnTo>
                  <a:lnTo>
                    <a:pt x="7899" y="16172"/>
                  </a:lnTo>
                  <a:lnTo>
                    <a:pt x="7899" y="16030"/>
                  </a:lnTo>
                  <a:cubicBezTo>
                    <a:pt x="7917" y="15887"/>
                    <a:pt x="7784" y="15816"/>
                    <a:pt x="7650" y="15816"/>
                  </a:cubicBezTo>
                  <a:cubicBezTo>
                    <a:pt x="7517" y="15816"/>
                    <a:pt x="7383" y="15887"/>
                    <a:pt x="7401" y="16030"/>
                  </a:cubicBezTo>
                  <a:lnTo>
                    <a:pt x="7401" y="16172"/>
                  </a:lnTo>
                  <a:lnTo>
                    <a:pt x="6654" y="16172"/>
                  </a:lnTo>
                  <a:lnTo>
                    <a:pt x="6654" y="16030"/>
                  </a:lnTo>
                  <a:cubicBezTo>
                    <a:pt x="6672" y="15887"/>
                    <a:pt x="6529" y="15816"/>
                    <a:pt x="6387" y="15816"/>
                  </a:cubicBezTo>
                  <a:cubicBezTo>
                    <a:pt x="6245" y="15816"/>
                    <a:pt x="6102" y="15887"/>
                    <a:pt x="6120" y="16030"/>
                  </a:cubicBezTo>
                  <a:lnTo>
                    <a:pt x="6120" y="16172"/>
                  </a:lnTo>
                  <a:lnTo>
                    <a:pt x="5409" y="16172"/>
                  </a:lnTo>
                  <a:lnTo>
                    <a:pt x="5409" y="16030"/>
                  </a:lnTo>
                  <a:cubicBezTo>
                    <a:pt x="5426" y="15887"/>
                    <a:pt x="5284" y="15816"/>
                    <a:pt x="5142" y="15816"/>
                  </a:cubicBezTo>
                  <a:cubicBezTo>
                    <a:pt x="4999" y="15816"/>
                    <a:pt x="4857" y="15887"/>
                    <a:pt x="4875" y="16030"/>
                  </a:cubicBezTo>
                  <a:lnTo>
                    <a:pt x="4875" y="16172"/>
                  </a:lnTo>
                  <a:lnTo>
                    <a:pt x="4128" y="16172"/>
                  </a:lnTo>
                  <a:lnTo>
                    <a:pt x="4128" y="16030"/>
                  </a:lnTo>
                  <a:cubicBezTo>
                    <a:pt x="4146" y="15887"/>
                    <a:pt x="4003" y="15816"/>
                    <a:pt x="3865" y="15816"/>
                  </a:cubicBezTo>
                  <a:cubicBezTo>
                    <a:pt x="3727" y="15816"/>
                    <a:pt x="3594" y="15887"/>
                    <a:pt x="3630" y="16030"/>
                  </a:cubicBezTo>
                  <a:lnTo>
                    <a:pt x="3630" y="16172"/>
                  </a:lnTo>
                  <a:lnTo>
                    <a:pt x="2882" y="16172"/>
                  </a:lnTo>
                  <a:lnTo>
                    <a:pt x="2882" y="16030"/>
                  </a:lnTo>
                  <a:cubicBezTo>
                    <a:pt x="2882" y="15887"/>
                    <a:pt x="2740" y="15781"/>
                    <a:pt x="2598" y="15781"/>
                  </a:cubicBezTo>
                  <a:cubicBezTo>
                    <a:pt x="2455" y="15781"/>
                    <a:pt x="2349" y="15887"/>
                    <a:pt x="2349" y="16030"/>
                  </a:cubicBezTo>
                  <a:lnTo>
                    <a:pt x="2349" y="16172"/>
                  </a:lnTo>
                  <a:lnTo>
                    <a:pt x="321" y="16172"/>
                  </a:lnTo>
                  <a:cubicBezTo>
                    <a:pt x="0" y="16208"/>
                    <a:pt x="0" y="16635"/>
                    <a:pt x="321" y="16670"/>
                  </a:cubicBezTo>
                  <a:lnTo>
                    <a:pt x="2349" y="16670"/>
                  </a:lnTo>
                  <a:lnTo>
                    <a:pt x="2349" y="16812"/>
                  </a:lnTo>
                  <a:cubicBezTo>
                    <a:pt x="2349" y="16955"/>
                    <a:pt x="2455" y="17062"/>
                    <a:pt x="2598" y="17062"/>
                  </a:cubicBezTo>
                  <a:cubicBezTo>
                    <a:pt x="2740" y="17062"/>
                    <a:pt x="2882" y="16955"/>
                    <a:pt x="2882" y="16812"/>
                  </a:cubicBezTo>
                  <a:lnTo>
                    <a:pt x="2882" y="16670"/>
                  </a:lnTo>
                  <a:lnTo>
                    <a:pt x="3630" y="16670"/>
                  </a:lnTo>
                  <a:lnTo>
                    <a:pt x="3630" y="16812"/>
                  </a:lnTo>
                  <a:cubicBezTo>
                    <a:pt x="3630" y="16955"/>
                    <a:pt x="3736" y="17062"/>
                    <a:pt x="3879" y="17062"/>
                  </a:cubicBezTo>
                  <a:cubicBezTo>
                    <a:pt x="4021" y="17062"/>
                    <a:pt x="4128" y="16955"/>
                    <a:pt x="4128" y="16812"/>
                  </a:cubicBezTo>
                  <a:lnTo>
                    <a:pt x="4128" y="16670"/>
                  </a:lnTo>
                  <a:lnTo>
                    <a:pt x="4875" y="16670"/>
                  </a:lnTo>
                  <a:lnTo>
                    <a:pt x="4875" y="16812"/>
                  </a:lnTo>
                  <a:cubicBezTo>
                    <a:pt x="4893" y="16955"/>
                    <a:pt x="5008" y="17026"/>
                    <a:pt x="5128" y="17026"/>
                  </a:cubicBezTo>
                  <a:cubicBezTo>
                    <a:pt x="5249" y="17026"/>
                    <a:pt x="5373" y="16955"/>
                    <a:pt x="5409" y="16812"/>
                  </a:cubicBezTo>
                  <a:lnTo>
                    <a:pt x="5409" y="16670"/>
                  </a:lnTo>
                  <a:lnTo>
                    <a:pt x="6120" y="16670"/>
                  </a:lnTo>
                  <a:lnTo>
                    <a:pt x="6120" y="16812"/>
                  </a:lnTo>
                  <a:cubicBezTo>
                    <a:pt x="6138" y="16955"/>
                    <a:pt x="6263" y="17026"/>
                    <a:pt x="6387" y="17026"/>
                  </a:cubicBezTo>
                  <a:cubicBezTo>
                    <a:pt x="6512" y="17026"/>
                    <a:pt x="6636" y="16955"/>
                    <a:pt x="6654" y="16812"/>
                  </a:cubicBezTo>
                  <a:lnTo>
                    <a:pt x="6654" y="16670"/>
                  </a:lnTo>
                  <a:lnTo>
                    <a:pt x="7401" y="16670"/>
                  </a:lnTo>
                  <a:lnTo>
                    <a:pt x="7401" y="16812"/>
                  </a:lnTo>
                  <a:cubicBezTo>
                    <a:pt x="7419" y="16955"/>
                    <a:pt x="7535" y="17026"/>
                    <a:pt x="7650" y="17026"/>
                  </a:cubicBezTo>
                  <a:cubicBezTo>
                    <a:pt x="7766" y="17026"/>
                    <a:pt x="7882" y="16955"/>
                    <a:pt x="7899" y="16812"/>
                  </a:cubicBezTo>
                  <a:lnTo>
                    <a:pt x="7899" y="16670"/>
                  </a:lnTo>
                  <a:lnTo>
                    <a:pt x="8647" y="16670"/>
                  </a:lnTo>
                  <a:lnTo>
                    <a:pt x="8647" y="17453"/>
                  </a:lnTo>
                  <a:cubicBezTo>
                    <a:pt x="8629" y="17613"/>
                    <a:pt x="8771" y="17693"/>
                    <a:pt x="8913" y="17693"/>
                  </a:cubicBezTo>
                  <a:cubicBezTo>
                    <a:pt x="9056" y="17693"/>
                    <a:pt x="9198" y="17613"/>
                    <a:pt x="9180" y="17453"/>
                  </a:cubicBezTo>
                  <a:lnTo>
                    <a:pt x="9180" y="16670"/>
                  </a:lnTo>
                  <a:lnTo>
                    <a:pt x="9892" y="16670"/>
                  </a:lnTo>
                  <a:lnTo>
                    <a:pt x="9892" y="16812"/>
                  </a:lnTo>
                  <a:cubicBezTo>
                    <a:pt x="9910" y="16955"/>
                    <a:pt x="10034" y="17026"/>
                    <a:pt x="10159" y="17026"/>
                  </a:cubicBezTo>
                  <a:cubicBezTo>
                    <a:pt x="10283" y="17026"/>
                    <a:pt x="10408" y="16955"/>
                    <a:pt x="10426" y="16812"/>
                  </a:cubicBezTo>
                  <a:lnTo>
                    <a:pt x="10426" y="16670"/>
                  </a:lnTo>
                  <a:lnTo>
                    <a:pt x="11173" y="16670"/>
                  </a:lnTo>
                  <a:lnTo>
                    <a:pt x="11173" y="16812"/>
                  </a:lnTo>
                  <a:cubicBezTo>
                    <a:pt x="11191" y="16955"/>
                    <a:pt x="11306" y="17026"/>
                    <a:pt x="11422" y="17026"/>
                  </a:cubicBezTo>
                  <a:cubicBezTo>
                    <a:pt x="11537" y="17026"/>
                    <a:pt x="11653" y="16955"/>
                    <a:pt x="11671" y="16812"/>
                  </a:cubicBezTo>
                  <a:lnTo>
                    <a:pt x="11671" y="16670"/>
                  </a:lnTo>
                  <a:lnTo>
                    <a:pt x="12418" y="16670"/>
                  </a:lnTo>
                  <a:lnTo>
                    <a:pt x="12418" y="16812"/>
                  </a:lnTo>
                  <a:cubicBezTo>
                    <a:pt x="12436" y="16955"/>
                    <a:pt x="12560" y="17026"/>
                    <a:pt x="12685" y="17026"/>
                  </a:cubicBezTo>
                  <a:cubicBezTo>
                    <a:pt x="12809" y="17026"/>
                    <a:pt x="12934" y="16955"/>
                    <a:pt x="12952" y="16812"/>
                  </a:cubicBezTo>
                  <a:lnTo>
                    <a:pt x="12952" y="16670"/>
                  </a:lnTo>
                  <a:lnTo>
                    <a:pt x="13663" y="16670"/>
                  </a:lnTo>
                  <a:lnTo>
                    <a:pt x="13663" y="16812"/>
                  </a:lnTo>
                  <a:cubicBezTo>
                    <a:pt x="13699" y="16955"/>
                    <a:pt x="13806" y="17062"/>
                    <a:pt x="13948" y="17062"/>
                  </a:cubicBezTo>
                  <a:cubicBezTo>
                    <a:pt x="14090" y="17062"/>
                    <a:pt x="14197" y="16955"/>
                    <a:pt x="14197" y="16812"/>
                  </a:cubicBezTo>
                  <a:lnTo>
                    <a:pt x="14197" y="16670"/>
                  </a:lnTo>
                  <a:lnTo>
                    <a:pt x="15158" y="16670"/>
                  </a:lnTo>
                  <a:lnTo>
                    <a:pt x="15158" y="17453"/>
                  </a:lnTo>
                  <a:cubicBezTo>
                    <a:pt x="15158" y="17560"/>
                    <a:pt x="15193" y="17631"/>
                    <a:pt x="15265" y="17702"/>
                  </a:cubicBezTo>
                  <a:cubicBezTo>
                    <a:pt x="15300" y="17702"/>
                    <a:pt x="15371" y="17738"/>
                    <a:pt x="15407" y="17738"/>
                  </a:cubicBezTo>
                  <a:cubicBezTo>
                    <a:pt x="15442" y="17738"/>
                    <a:pt x="15478" y="17702"/>
                    <a:pt x="15514" y="17702"/>
                  </a:cubicBezTo>
                  <a:lnTo>
                    <a:pt x="17613" y="16635"/>
                  </a:lnTo>
                  <a:cubicBezTo>
                    <a:pt x="17720" y="16599"/>
                    <a:pt x="17755" y="16528"/>
                    <a:pt x="17755" y="16421"/>
                  </a:cubicBezTo>
                  <a:cubicBezTo>
                    <a:pt x="17755" y="16314"/>
                    <a:pt x="17720" y="16208"/>
                    <a:pt x="17613" y="16172"/>
                  </a:cubicBezTo>
                  <a:lnTo>
                    <a:pt x="17079" y="15887"/>
                  </a:lnTo>
                  <a:cubicBezTo>
                    <a:pt x="17040" y="15854"/>
                    <a:pt x="17000" y="15840"/>
                    <a:pt x="16962" y="15840"/>
                  </a:cubicBezTo>
                  <a:cubicBezTo>
                    <a:pt x="16755" y="15840"/>
                    <a:pt x="16590" y="16254"/>
                    <a:pt x="16830" y="16314"/>
                  </a:cubicBezTo>
                  <a:lnTo>
                    <a:pt x="16901" y="16350"/>
                  </a:lnTo>
                  <a:lnTo>
                    <a:pt x="15656" y="17062"/>
                  </a:lnTo>
                  <a:lnTo>
                    <a:pt x="15656" y="15781"/>
                  </a:lnTo>
                  <a:lnTo>
                    <a:pt x="15727" y="15816"/>
                  </a:lnTo>
                  <a:cubicBezTo>
                    <a:pt x="15755" y="15823"/>
                    <a:pt x="15781" y="15826"/>
                    <a:pt x="15806" y="15826"/>
                  </a:cubicBezTo>
                  <a:cubicBezTo>
                    <a:pt x="16036" y="15826"/>
                    <a:pt x="16137" y="15550"/>
                    <a:pt x="15976" y="15389"/>
                  </a:cubicBezTo>
                  <a:lnTo>
                    <a:pt x="15514" y="15140"/>
                  </a:lnTo>
                  <a:cubicBezTo>
                    <a:pt x="15478" y="15122"/>
                    <a:pt x="15434" y="15114"/>
                    <a:pt x="15389" y="15114"/>
                  </a:cubicBezTo>
                  <a:cubicBezTo>
                    <a:pt x="15345" y="15114"/>
                    <a:pt x="15300" y="15122"/>
                    <a:pt x="15265" y="15140"/>
                  </a:cubicBezTo>
                  <a:cubicBezTo>
                    <a:pt x="15193" y="15211"/>
                    <a:pt x="15158" y="15283"/>
                    <a:pt x="15158" y="15354"/>
                  </a:cubicBezTo>
                  <a:lnTo>
                    <a:pt x="15158" y="16172"/>
                  </a:lnTo>
                  <a:lnTo>
                    <a:pt x="14197" y="16172"/>
                  </a:lnTo>
                  <a:lnTo>
                    <a:pt x="14197" y="16030"/>
                  </a:lnTo>
                  <a:cubicBezTo>
                    <a:pt x="14197" y="15887"/>
                    <a:pt x="14090" y="15781"/>
                    <a:pt x="13948" y="15781"/>
                  </a:cubicBezTo>
                  <a:cubicBezTo>
                    <a:pt x="13806" y="15781"/>
                    <a:pt x="13663" y="15887"/>
                    <a:pt x="13663" y="16030"/>
                  </a:cubicBezTo>
                  <a:lnTo>
                    <a:pt x="13663" y="16172"/>
                  </a:lnTo>
                  <a:lnTo>
                    <a:pt x="12952" y="16172"/>
                  </a:lnTo>
                  <a:lnTo>
                    <a:pt x="12952" y="16030"/>
                  </a:lnTo>
                  <a:cubicBezTo>
                    <a:pt x="12970" y="15887"/>
                    <a:pt x="12827" y="15816"/>
                    <a:pt x="12685" y="15816"/>
                  </a:cubicBezTo>
                  <a:cubicBezTo>
                    <a:pt x="12543" y="15816"/>
                    <a:pt x="12400" y="15887"/>
                    <a:pt x="12418" y="16030"/>
                  </a:cubicBezTo>
                  <a:lnTo>
                    <a:pt x="12418" y="16172"/>
                  </a:lnTo>
                  <a:lnTo>
                    <a:pt x="11671" y="16172"/>
                  </a:lnTo>
                  <a:lnTo>
                    <a:pt x="11671" y="16030"/>
                  </a:lnTo>
                  <a:cubicBezTo>
                    <a:pt x="11689" y="15887"/>
                    <a:pt x="11546" y="15816"/>
                    <a:pt x="11408" y="15816"/>
                  </a:cubicBezTo>
                  <a:cubicBezTo>
                    <a:pt x="11271" y="15816"/>
                    <a:pt x="11137" y="15887"/>
                    <a:pt x="11173" y="16030"/>
                  </a:cubicBezTo>
                  <a:lnTo>
                    <a:pt x="11173" y="16172"/>
                  </a:lnTo>
                  <a:lnTo>
                    <a:pt x="10426" y="16172"/>
                  </a:lnTo>
                  <a:lnTo>
                    <a:pt x="10426" y="16030"/>
                  </a:lnTo>
                  <a:cubicBezTo>
                    <a:pt x="10443" y="15887"/>
                    <a:pt x="10301" y="15816"/>
                    <a:pt x="10159" y="15816"/>
                  </a:cubicBezTo>
                  <a:cubicBezTo>
                    <a:pt x="10016" y="15816"/>
                    <a:pt x="9874" y="15887"/>
                    <a:pt x="9892" y="16030"/>
                  </a:cubicBezTo>
                  <a:lnTo>
                    <a:pt x="9892" y="16172"/>
                  </a:lnTo>
                  <a:lnTo>
                    <a:pt x="9145" y="16172"/>
                  </a:lnTo>
                  <a:lnTo>
                    <a:pt x="9145" y="14820"/>
                  </a:lnTo>
                  <a:cubicBezTo>
                    <a:pt x="10888" y="14713"/>
                    <a:pt x="12489" y="13503"/>
                    <a:pt x="13663" y="11333"/>
                  </a:cubicBezTo>
                  <a:cubicBezTo>
                    <a:pt x="14909" y="9056"/>
                    <a:pt x="15585" y="5925"/>
                    <a:pt x="15585" y="2545"/>
                  </a:cubicBezTo>
                  <a:cubicBezTo>
                    <a:pt x="15603" y="2402"/>
                    <a:pt x="15460" y="2331"/>
                    <a:pt x="15318" y="2331"/>
                  </a:cubicBezTo>
                  <a:cubicBezTo>
                    <a:pt x="15176" y="2331"/>
                    <a:pt x="15033" y="2402"/>
                    <a:pt x="15051" y="2545"/>
                  </a:cubicBezTo>
                  <a:cubicBezTo>
                    <a:pt x="15051" y="5854"/>
                    <a:pt x="14411" y="8878"/>
                    <a:pt x="13201" y="11084"/>
                  </a:cubicBezTo>
                  <a:cubicBezTo>
                    <a:pt x="12133" y="13041"/>
                    <a:pt x="10675" y="14180"/>
                    <a:pt x="9145" y="14286"/>
                  </a:cubicBezTo>
                  <a:lnTo>
                    <a:pt x="9145" y="12827"/>
                  </a:lnTo>
                  <a:lnTo>
                    <a:pt x="9287" y="12827"/>
                  </a:lnTo>
                  <a:cubicBezTo>
                    <a:pt x="9572" y="12792"/>
                    <a:pt x="9572" y="12329"/>
                    <a:pt x="9287" y="12294"/>
                  </a:cubicBezTo>
                  <a:lnTo>
                    <a:pt x="9145" y="12294"/>
                  </a:lnTo>
                  <a:lnTo>
                    <a:pt x="9145" y="11547"/>
                  </a:lnTo>
                  <a:lnTo>
                    <a:pt x="9287" y="11547"/>
                  </a:lnTo>
                  <a:cubicBezTo>
                    <a:pt x="9572" y="11511"/>
                    <a:pt x="9572" y="11084"/>
                    <a:pt x="9287" y="11048"/>
                  </a:cubicBezTo>
                  <a:lnTo>
                    <a:pt x="9145" y="11048"/>
                  </a:lnTo>
                  <a:lnTo>
                    <a:pt x="9145" y="10301"/>
                  </a:lnTo>
                  <a:lnTo>
                    <a:pt x="9287" y="10301"/>
                  </a:lnTo>
                  <a:cubicBezTo>
                    <a:pt x="9429" y="10301"/>
                    <a:pt x="9536" y="10194"/>
                    <a:pt x="9536" y="10052"/>
                  </a:cubicBezTo>
                  <a:cubicBezTo>
                    <a:pt x="9536" y="9910"/>
                    <a:pt x="9429" y="9768"/>
                    <a:pt x="9287" y="9768"/>
                  </a:cubicBezTo>
                  <a:lnTo>
                    <a:pt x="9145" y="9768"/>
                  </a:lnTo>
                  <a:lnTo>
                    <a:pt x="9145" y="9056"/>
                  </a:lnTo>
                  <a:lnTo>
                    <a:pt x="9287" y="9056"/>
                  </a:lnTo>
                  <a:cubicBezTo>
                    <a:pt x="9429" y="9020"/>
                    <a:pt x="9536" y="8914"/>
                    <a:pt x="9536" y="8771"/>
                  </a:cubicBezTo>
                  <a:cubicBezTo>
                    <a:pt x="9536" y="8629"/>
                    <a:pt x="9429" y="8522"/>
                    <a:pt x="9287" y="8522"/>
                  </a:cubicBezTo>
                  <a:lnTo>
                    <a:pt x="9145" y="8522"/>
                  </a:lnTo>
                  <a:lnTo>
                    <a:pt x="9145" y="7775"/>
                  </a:lnTo>
                  <a:lnTo>
                    <a:pt x="9287" y="7775"/>
                  </a:lnTo>
                  <a:cubicBezTo>
                    <a:pt x="9429" y="7775"/>
                    <a:pt x="9536" y="7668"/>
                    <a:pt x="9536" y="7526"/>
                  </a:cubicBezTo>
                  <a:cubicBezTo>
                    <a:pt x="9536" y="7384"/>
                    <a:pt x="9429" y="7277"/>
                    <a:pt x="9287" y="7277"/>
                  </a:cubicBezTo>
                  <a:lnTo>
                    <a:pt x="9145" y="7277"/>
                  </a:lnTo>
                  <a:lnTo>
                    <a:pt x="9145" y="6530"/>
                  </a:lnTo>
                  <a:lnTo>
                    <a:pt x="9287" y="6530"/>
                  </a:lnTo>
                  <a:cubicBezTo>
                    <a:pt x="9607" y="6530"/>
                    <a:pt x="9607" y="5996"/>
                    <a:pt x="9287" y="5996"/>
                  </a:cubicBezTo>
                  <a:lnTo>
                    <a:pt x="9145" y="5996"/>
                  </a:lnTo>
                  <a:lnTo>
                    <a:pt x="9145" y="5249"/>
                  </a:lnTo>
                  <a:lnTo>
                    <a:pt x="9287" y="5249"/>
                  </a:lnTo>
                  <a:cubicBezTo>
                    <a:pt x="9607" y="5249"/>
                    <a:pt x="9607" y="4751"/>
                    <a:pt x="9287" y="4751"/>
                  </a:cubicBezTo>
                  <a:lnTo>
                    <a:pt x="9145" y="4751"/>
                  </a:lnTo>
                  <a:lnTo>
                    <a:pt x="9145" y="4003"/>
                  </a:lnTo>
                  <a:lnTo>
                    <a:pt x="9287" y="4003"/>
                  </a:lnTo>
                  <a:cubicBezTo>
                    <a:pt x="9607" y="4003"/>
                    <a:pt x="9607" y="3470"/>
                    <a:pt x="9287" y="3470"/>
                  </a:cubicBezTo>
                  <a:lnTo>
                    <a:pt x="9145" y="3470"/>
                  </a:lnTo>
                  <a:lnTo>
                    <a:pt x="9145" y="2580"/>
                  </a:lnTo>
                  <a:lnTo>
                    <a:pt x="9927" y="2580"/>
                  </a:lnTo>
                  <a:cubicBezTo>
                    <a:pt x="10034" y="2580"/>
                    <a:pt x="10105" y="2545"/>
                    <a:pt x="10141" y="2473"/>
                  </a:cubicBezTo>
                  <a:cubicBezTo>
                    <a:pt x="10212" y="2402"/>
                    <a:pt x="10212" y="2296"/>
                    <a:pt x="10141" y="2224"/>
                  </a:cubicBezTo>
                  <a:lnTo>
                    <a:pt x="9109" y="161"/>
                  </a:lnTo>
                  <a:cubicBezTo>
                    <a:pt x="9074" y="54"/>
                    <a:pt x="8985" y="1"/>
                    <a:pt x="8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72"/>
          <p:cNvGrpSpPr/>
          <p:nvPr/>
        </p:nvGrpSpPr>
        <p:grpSpPr>
          <a:xfrm>
            <a:off x="5141908" y="1859850"/>
            <a:ext cx="358711" cy="357279"/>
            <a:chOff x="5141908" y="1859850"/>
            <a:chExt cx="358711" cy="357279"/>
          </a:xfrm>
        </p:grpSpPr>
        <p:sp>
          <p:nvSpPr>
            <p:cNvPr id="2642" name="Google Shape;2642;p72"/>
            <p:cNvSpPr/>
            <p:nvPr/>
          </p:nvSpPr>
          <p:spPr>
            <a:xfrm>
              <a:off x="5194270" y="2024113"/>
              <a:ext cx="70327" cy="141359"/>
            </a:xfrm>
            <a:custGeom>
              <a:rect b="b" l="l" r="r" t="t"/>
              <a:pathLst>
                <a:path extrusionOk="0" h="7011" w="3488">
                  <a:moveTo>
                    <a:pt x="1" y="1"/>
                  </a:moveTo>
                  <a:lnTo>
                    <a:pt x="1" y="7010"/>
                  </a:lnTo>
                  <a:lnTo>
                    <a:pt x="3488" y="7010"/>
                  </a:lnTo>
                  <a:lnTo>
                    <a:pt x="34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5405916" y="1940197"/>
              <a:ext cx="70327" cy="225276"/>
            </a:xfrm>
            <a:custGeom>
              <a:rect b="b" l="l" r="r" t="t"/>
              <a:pathLst>
                <a:path extrusionOk="0" h="11173" w="3488">
                  <a:moveTo>
                    <a:pt x="0" y="0"/>
                  </a:moveTo>
                  <a:lnTo>
                    <a:pt x="0" y="11172"/>
                  </a:lnTo>
                  <a:lnTo>
                    <a:pt x="3487" y="11172"/>
                  </a:lnTo>
                  <a:lnTo>
                    <a:pt x="34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5299740" y="2073633"/>
              <a:ext cx="70327" cy="91840"/>
            </a:xfrm>
            <a:custGeom>
              <a:rect b="b" l="l" r="r" t="t"/>
              <a:pathLst>
                <a:path extrusionOk="0" h="4555" w="3488">
                  <a:moveTo>
                    <a:pt x="0" y="0"/>
                  </a:moveTo>
                  <a:lnTo>
                    <a:pt x="0" y="4554"/>
                  </a:lnTo>
                  <a:lnTo>
                    <a:pt x="3487" y="4554"/>
                  </a:lnTo>
                  <a:lnTo>
                    <a:pt x="34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5188544" y="2019093"/>
              <a:ext cx="81073" cy="151400"/>
            </a:xfrm>
            <a:custGeom>
              <a:rect b="b" l="l" r="r" t="t"/>
              <a:pathLst>
                <a:path extrusionOk="0" h="7509" w="4021">
                  <a:moveTo>
                    <a:pt x="285" y="1"/>
                  </a:moveTo>
                  <a:cubicBezTo>
                    <a:pt x="142" y="1"/>
                    <a:pt x="0" y="108"/>
                    <a:pt x="0" y="250"/>
                  </a:cubicBezTo>
                  <a:lnTo>
                    <a:pt x="0" y="1211"/>
                  </a:lnTo>
                  <a:cubicBezTo>
                    <a:pt x="0" y="1353"/>
                    <a:pt x="142" y="1460"/>
                    <a:pt x="285" y="1460"/>
                  </a:cubicBezTo>
                  <a:cubicBezTo>
                    <a:pt x="427" y="1460"/>
                    <a:pt x="534" y="1353"/>
                    <a:pt x="534" y="1211"/>
                  </a:cubicBezTo>
                  <a:lnTo>
                    <a:pt x="534" y="535"/>
                  </a:lnTo>
                  <a:lnTo>
                    <a:pt x="3523" y="535"/>
                  </a:lnTo>
                  <a:lnTo>
                    <a:pt x="3523" y="7010"/>
                  </a:lnTo>
                  <a:lnTo>
                    <a:pt x="534" y="7010"/>
                  </a:lnTo>
                  <a:lnTo>
                    <a:pt x="534" y="2385"/>
                  </a:lnTo>
                  <a:cubicBezTo>
                    <a:pt x="534" y="2243"/>
                    <a:pt x="427" y="2136"/>
                    <a:pt x="285" y="2136"/>
                  </a:cubicBezTo>
                  <a:cubicBezTo>
                    <a:pt x="142" y="2136"/>
                    <a:pt x="0" y="2243"/>
                    <a:pt x="0" y="2385"/>
                  </a:cubicBezTo>
                  <a:lnTo>
                    <a:pt x="0" y="7224"/>
                  </a:lnTo>
                  <a:cubicBezTo>
                    <a:pt x="0" y="7402"/>
                    <a:pt x="142" y="7508"/>
                    <a:pt x="285" y="7508"/>
                  </a:cubicBezTo>
                  <a:lnTo>
                    <a:pt x="3772" y="7508"/>
                  </a:lnTo>
                  <a:cubicBezTo>
                    <a:pt x="3914" y="7508"/>
                    <a:pt x="4021" y="7402"/>
                    <a:pt x="4021" y="7259"/>
                  </a:cubicBezTo>
                  <a:lnTo>
                    <a:pt x="4021" y="250"/>
                  </a:lnTo>
                  <a:cubicBezTo>
                    <a:pt x="4021" y="108"/>
                    <a:pt x="3914" y="1"/>
                    <a:pt x="3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2"/>
            <p:cNvSpPr/>
            <p:nvPr/>
          </p:nvSpPr>
          <p:spPr>
            <a:xfrm>
              <a:off x="5400170" y="1934451"/>
              <a:ext cx="81094" cy="236042"/>
            </a:xfrm>
            <a:custGeom>
              <a:rect b="b" l="l" r="r" t="t"/>
              <a:pathLst>
                <a:path extrusionOk="0" h="11707" w="4022">
                  <a:moveTo>
                    <a:pt x="285" y="0"/>
                  </a:moveTo>
                  <a:cubicBezTo>
                    <a:pt x="143" y="0"/>
                    <a:pt x="0" y="107"/>
                    <a:pt x="0" y="249"/>
                  </a:cubicBezTo>
                  <a:lnTo>
                    <a:pt x="0" y="2278"/>
                  </a:lnTo>
                  <a:cubicBezTo>
                    <a:pt x="0" y="2455"/>
                    <a:pt x="134" y="2544"/>
                    <a:pt x="267" y="2544"/>
                  </a:cubicBezTo>
                  <a:cubicBezTo>
                    <a:pt x="401" y="2544"/>
                    <a:pt x="534" y="2455"/>
                    <a:pt x="534" y="2278"/>
                  </a:cubicBezTo>
                  <a:lnTo>
                    <a:pt x="534" y="499"/>
                  </a:lnTo>
                  <a:lnTo>
                    <a:pt x="3523" y="499"/>
                  </a:lnTo>
                  <a:lnTo>
                    <a:pt x="3523" y="11173"/>
                  </a:lnTo>
                  <a:lnTo>
                    <a:pt x="534" y="11173"/>
                  </a:lnTo>
                  <a:lnTo>
                    <a:pt x="534" y="3487"/>
                  </a:lnTo>
                  <a:cubicBezTo>
                    <a:pt x="534" y="3309"/>
                    <a:pt x="401" y="3220"/>
                    <a:pt x="267" y="3220"/>
                  </a:cubicBezTo>
                  <a:cubicBezTo>
                    <a:pt x="134" y="3220"/>
                    <a:pt x="0" y="3309"/>
                    <a:pt x="0" y="3487"/>
                  </a:cubicBezTo>
                  <a:lnTo>
                    <a:pt x="0" y="11457"/>
                  </a:lnTo>
                  <a:cubicBezTo>
                    <a:pt x="0" y="11600"/>
                    <a:pt x="143" y="11706"/>
                    <a:pt x="285" y="11706"/>
                  </a:cubicBezTo>
                  <a:lnTo>
                    <a:pt x="3772" y="11706"/>
                  </a:lnTo>
                  <a:cubicBezTo>
                    <a:pt x="3914" y="11706"/>
                    <a:pt x="4021" y="11600"/>
                    <a:pt x="4021" y="11457"/>
                  </a:cubicBezTo>
                  <a:lnTo>
                    <a:pt x="4021" y="249"/>
                  </a:lnTo>
                  <a:cubicBezTo>
                    <a:pt x="4021" y="107"/>
                    <a:pt x="3914" y="0"/>
                    <a:pt x="3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2"/>
            <p:cNvSpPr/>
            <p:nvPr/>
          </p:nvSpPr>
          <p:spPr>
            <a:xfrm>
              <a:off x="5293994" y="2068592"/>
              <a:ext cx="81799" cy="101901"/>
            </a:xfrm>
            <a:custGeom>
              <a:rect b="b" l="l" r="r" t="t"/>
              <a:pathLst>
                <a:path extrusionOk="0" h="5054" w="4057">
                  <a:moveTo>
                    <a:pt x="285" y="1"/>
                  </a:moveTo>
                  <a:cubicBezTo>
                    <a:pt x="143" y="1"/>
                    <a:pt x="1" y="108"/>
                    <a:pt x="1" y="250"/>
                  </a:cubicBezTo>
                  <a:lnTo>
                    <a:pt x="1" y="4804"/>
                  </a:lnTo>
                  <a:cubicBezTo>
                    <a:pt x="1" y="4947"/>
                    <a:pt x="143" y="5053"/>
                    <a:pt x="285" y="5053"/>
                  </a:cubicBezTo>
                  <a:lnTo>
                    <a:pt x="3808" y="5053"/>
                  </a:lnTo>
                  <a:cubicBezTo>
                    <a:pt x="3950" y="5053"/>
                    <a:pt x="4057" y="4947"/>
                    <a:pt x="4057" y="4804"/>
                  </a:cubicBezTo>
                  <a:lnTo>
                    <a:pt x="4057" y="2812"/>
                  </a:lnTo>
                  <a:cubicBezTo>
                    <a:pt x="4057" y="2652"/>
                    <a:pt x="3923" y="2572"/>
                    <a:pt x="3790" y="2572"/>
                  </a:cubicBezTo>
                  <a:cubicBezTo>
                    <a:pt x="3656" y="2572"/>
                    <a:pt x="3523" y="2652"/>
                    <a:pt x="3523" y="2812"/>
                  </a:cubicBezTo>
                  <a:lnTo>
                    <a:pt x="3523" y="4555"/>
                  </a:lnTo>
                  <a:lnTo>
                    <a:pt x="534" y="4555"/>
                  </a:lnTo>
                  <a:lnTo>
                    <a:pt x="534" y="499"/>
                  </a:lnTo>
                  <a:lnTo>
                    <a:pt x="3523" y="499"/>
                  </a:lnTo>
                  <a:lnTo>
                    <a:pt x="3523" y="1602"/>
                  </a:lnTo>
                  <a:cubicBezTo>
                    <a:pt x="3523" y="1780"/>
                    <a:pt x="3648" y="1869"/>
                    <a:pt x="3772" y="1869"/>
                  </a:cubicBezTo>
                  <a:cubicBezTo>
                    <a:pt x="3897" y="1869"/>
                    <a:pt x="4021" y="1780"/>
                    <a:pt x="4021" y="1602"/>
                  </a:cubicBezTo>
                  <a:lnTo>
                    <a:pt x="4021" y="250"/>
                  </a:lnTo>
                  <a:cubicBezTo>
                    <a:pt x="4021" y="108"/>
                    <a:pt x="3914" y="1"/>
                    <a:pt x="3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5141908" y="1859850"/>
              <a:ext cx="358711" cy="357279"/>
            </a:xfrm>
            <a:custGeom>
              <a:rect b="b" l="l" r="r" t="t"/>
              <a:pathLst>
                <a:path extrusionOk="0" h="17720" w="17791">
                  <a:moveTo>
                    <a:pt x="249" y="0"/>
                  </a:moveTo>
                  <a:cubicBezTo>
                    <a:pt x="107" y="0"/>
                    <a:pt x="0" y="107"/>
                    <a:pt x="0" y="249"/>
                  </a:cubicBezTo>
                  <a:lnTo>
                    <a:pt x="0" y="17470"/>
                  </a:lnTo>
                  <a:cubicBezTo>
                    <a:pt x="0" y="17612"/>
                    <a:pt x="107" y="17719"/>
                    <a:pt x="249" y="17719"/>
                  </a:cubicBezTo>
                  <a:lnTo>
                    <a:pt x="17471" y="17719"/>
                  </a:lnTo>
                  <a:cubicBezTo>
                    <a:pt x="17791" y="17719"/>
                    <a:pt x="17791" y="17221"/>
                    <a:pt x="17471" y="17221"/>
                  </a:cubicBezTo>
                  <a:lnTo>
                    <a:pt x="16617" y="17221"/>
                  </a:lnTo>
                  <a:lnTo>
                    <a:pt x="16617" y="16759"/>
                  </a:lnTo>
                  <a:cubicBezTo>
                    <a:pt x="16617" y="16616"/>
                    <a:pt x="16510" y="16509"/>
                    <a:pt x="16368" y="16509"/>
                  </a:cubicBezTo>
                  <a:cubicBezTo>
                    <a:pt x="16225" y="16509"/>
                    <a:pt x="16119" y="16616"/>
                    <a:pt x="16119" y="16759"/>
                  </a:cubicBezTo>
                  <a:lnTo>
                    <a:pt x="16119" y="17221"/>
                  </a:lnTo>
                  <a:lnTo>
                    <a:pt x="15087" y="17221"/>
                  </a:lnTo>
                  <a:lnTo>
                    <a:pt x="15087" y="16759"/>
                  </a:lnTo>
                  <a:cubicBezTo>
                    <a:pt x="15087" y="16616"/>
                    <a:pt x="14980" y="16509"/>
                    <a:pt x="14838" y="16509"/>
                  </a:cubicBezTo>
                  <a:cubicBezTo>
                    <a:pt x="14695" y="16509"/>
                    <a:pt x="14553" y="16616"/>
                    <a:pt x="14553" y="16759"/>
                  </a:cubicBezTo>
                  <a:lnTo>
                    <a:pt x="14553" y="17221"/>
                  </a:lnTo>
                  <a:lnTo>
                    <a:pt x="13557" y="17221"/>
                  </a:lnTo>
                  <a:lnTo>
                    <a:pt x="13557" y="16759"/>
                  </a:lnTo>
                  <a:cubicBezTo>
                    <a:pt x="13574" y="16616"/>
                    <a:pt x="13432" y="16545"/>
                    <a:pt x="13290" y="16545"/>
                  </a:cubicBezTo>
                  <a:cubicBezTo>
                    <a:pt x="13148" y="16545"/>
                    <a:pt x="13005" y="16616"/>
                    <a:pt x="13023" y="16759"/>
                  </a:cubicBezTo>
                  <a:lnTo>
                    <a:pt x="13023" y="17221"/>
                  </a:lnTo>
                  <a:lnTo>
                    <a:pt x="12027" y="17221"/>
                  </a:lnTo>
                  <a:lnTo>
                    <a:pt x="12027" y="16759"/>
                  </a:lnTo>
                  <a:cubicBezTo>
                    <a:pt x="12045" y="16616"/>
                    <a:pt x="11902" y="16545"/>
                    <a:pt x="11760" y="16545"/>
                  </a:cubicBezTo>
                  <a:cubicBezTo>
                    <a:pt x="11618" y="16545"/>
                    <a:pt x="11475" y="16616"/>
                    <a:pt x="11493" y="16759"/>
                  </a:cubicBezTo>
                  <a:lnTo>
                    <a:pt x="11493" y="17221"/>
                  </a:lnTo>
                  <a:lnTo>
                    <a:pt x="10461" y="17221"/>
                  </a:lnTo>
                  <a:lnTo>
                    <a:pt x="10461" y="16759"/>
                  </a:lnTo>
                  <a:cubicBezTo>
                    <a:pt x="10479" y="16616"/>
                    <a:pt x="10346" y="16545"/>
                    <a:pt x="10212" y="16545"/>
                  </a:cubicBezTo>
                  <a:cubicBezTo>
                    <a:pt x="10079" y="16545"/>
                    <a:pt x="9945" y="16616"/>
                    <a:pt x="9963" y="16759"/>
                  </a:cubicBezTo>
                  <a:lnTo>
                    <a:pt x="9963" y="17221"/>
                  </a:lnTo>
                  <a:lnTo>
                    <a:pt x="8931" y="17221"/>
                  </a:lnTo>
                  <a:lnTo>
                    <a:pt x="8931" y="16759"/>
                  </a:lnTo>
                  <a:cubicBezTo>
                    <a:pt x="8949" y="16616"/>
                    <a:pt x="8807" y="16545"/>
                    <a:pt x="8669" y="16545"/>
                  </a:cubicBezTo>
                  <a:cubicBezTo>
                    <a:pt x="8531" y="16545"/>
                    <a:pt x="8397" y="16616"/>
                    <a:pt x="8433" y="16759"/>
                  </a:cubicBezTo>
                  <a:lnTo>
                    <a:pt x="8433" y="17221"/>
                  </a:lnTo>
                  <a:lnTo>
                    <a:pt x="7401" y="17221"/>
                  </a:lnTo>
                  <a:lnTo>
                    <a:pt x="7401" y="16759"/>
                  </a:lnTo>
                  <a:cubicBezTo>
                    <a:pt x="7419" y="16616"/>
                    <a:pt x="7277" y="16545"/>
                    <a:pt x="7134" y="16545"/>
                  </a:cubicBezTo>
                  <a:cubicBezTo>
                    <a:pt x="6992" y="16545"/>
                    <a:pt x="6850" y="16616"/>
                    <a:pt x="6867" y="16759"/>
                  </a:cubicBezTo>
                  <a:lnTo>
                    <a:pt x="6867" y="17221"/>
                  </a:lnTo>
                  <a:lnTo>
                    <a:pt x="5871" y="17221"/>
                  </a:lnTo>
                  <a:lnTo>
                    <a:pt x="5871" y="16759"/>
                  </a:lnTo>
                  <a:cubicBezTo>
                    <a:pt x="5889" y="16616"/>
                    <a:pt x="5747" y="16545"/>
                    <a:pt x="5604" y="16545"/>
                  </a:cubicBezTo>
                  <a:cubicBezTo>
                    <a:pt x="5462" y="16545"/>
                    <a:pt x="5320" y="16616"/>
                    <a:pt x="5338" y="16759"/>
                  </a:cubicBezTo>
                  <a:lnTo>
                    <a:pt x="5338" y="17221"/>
                  </a:lnTo>
                  <a:lnTo>
                    <a:pt x="4306" y="17221"/>
                  </a:lnTo>
                  <a:lnTo>
                    <a:pt x="4306" y="16759"/>
                  </a:lnTo>
                  <a:cubicBezTo>
                    <a:pt x="4323" y="16616"/>
                    <a:pt x="4190" y="16545"/>
                    <a:pt x="4057" y="16545"/>
                  </a:cubicBezTo>
                  <a:cubicBezTo>
                    <a:pt x="3923" y="16545"/>
                    <a:pt x="3790" y="16616"/>
                    <a:pt x="3808" y="16759"/>
                  </a:cubicBezTo>
                  <a:lnTo>
                    <a:pt x="3808" y="17221"/>
                  </a:lnTo>
                  <a:lnTo>
                    <a:pt x="2776" y="17221"/>
                  </a:lnTo>
                  <a:lnTo>
                    <a:pt x="2776" y="16759"/>
                  </a:lnTo>
                  <a:cubicBezTo>
                    <a:pt x="2793" y="16616"/>
                    <a:pt x="2651" y="16545"/>
                    <a:pt x="2509" y="16545"/>
                  </a:cubicBezTo>
                  <a:cubicBezTo>
                    <a:pt x="2367" y="16545"/>
                    <a:pt x="2224" y="16616"/>
                    <a:pt x="2242" y="16759"/>
                  </a:cubicBezTo>
                  <a:lnTo>
                    <a:pt x="2242" y="17221"/>
                  </a:lnTo>
                  <a:lnTo>
                    <a:pt x="534" y="17221"/>
                  </a:lnTo>
                  <a:lnTo>
                    <a:pt x="534" y="15478"/>
                  </a:lnTo>
                  <a:lnTo>
                    <a:pt x="997" y="15478"/>
                  </a:lnTo>
                  <a:cubicBezTo>
                    <a:pt x="1139" y="15478"/>
                    <a:pt x="1246" y="15371"/>
                    <a:pt x="1246" y="15229"/>
                  </a:cubicBezTo>
                  <a:cubicBezTo>
                    <a:pt x="1246" y="15086"/>
                    <a:pt x="1139" y="14979"/>
                    <a:pt x="997" y="14979"/>
                  </a:cubicBezTo>
                  <a:lnTo>
                    <a:pt x="534" y="14979"/>
                  </a:lnTo>
                  <a:lnTo>
                    <a:pt x="534" y="13948"/>
                  </a:lnTo>
                  <a:lnTo>
                    <a:pt x="997" y="13948"/>
                  </a:lnTo>
                  <a:cubicBezTo>
                    <a:pt x="1139" y="13948"/>
                    <a:pt x="1246" y="13841"/>
                    <a:pt x="1246" y="13699"/>
                  </a:cubicBezTo>
                  <a:cubicBezTo>
                    <a:pt x="1246" y="13521"/>
                    <a:pt x="1103" y="13414"/>
                    <a:pt x="961" y="13414"/>
                  </a:cubicBezTo>
                  <a:lnTo>
                    <a:pt x="534" y="13414"/>
                  </a:lnTo>
                  <a:lnTo>
                    <a:pt x="534" y="12382"/>
                  </a:lnTo>
                  <a:lnTo>
                    <a:pt x="961" y="12382"/>
                  </a:lnTo>
                  <a:cubicBezTo>
                    <a:pt x="1103" y="12382"/>
                    <a:pt x="1210" y="12275"/>
                    <a:pt x="1210" y="12133"/>
                  </a:cubicBezTo>
                  <a:cubicBezTo>
                    <a:pt x="1210" y="11991"/>
                    <a:pt x="1103" y="11884"/>
                    <a:pt x="961" y="11884"/>
                  </a:cubicBezTo>
                  <a:lnTo>
                    <a:pt x="534" y="11884"/>
                  </a:lnTo>
                  <a:lnTo>
                    <a:pt x="534" y="10852"/>
                  </a:lnTo>
                  <a:lnTo>
                    <a:pt x="961" y="10852"/>
                  </a:lnTo>
                  <a:cubicBezTo>
                    <a:pt x="1317" y="10852"/>
                    <a:pt x="1317" y="10354"/>
                    <a:pt x="961" y="10354"/>
                  </a:cubicBezTo>
                  <a:lnTo>
                    <a:pt x="534" y="10354"/>
                  </a:lnTo>
                  <a:lnTo>
                    <a:pt x="534" y="9322"/>
                  </a:lnTo>
                  <a:lnTo>
                    <a:pt x="961" y="9322"/>
                  </a:lnTo>
                  <a:cubicBezTo>
                    <a:pt x="1317" y="9322"/>
                    <a:pt x="1317" y="8788"/>
                    <a:pt x="961" y="8788"/>
                  </a:cubicBezTo>
                  <a:lnTo>
                    <a:pt x="534" y="8788"/>
                  </a:lnTo>
                  <a:lnTo>
                    <a:pt x="534" y="7792"/>
                  </a:lnTo>
                  <a:lnTo>
                    <a:pt x="961" y="7792"/>
                  </a:lnTo>
                  <a:cubicBezTo>
                    <a:pt x="1317" y="7792"/>
                    <a:pt x="1317" y="7258"/>
                    <a:pt x="961" y="7258"/>
                  </a:cubicBezTo>
                  <a:lnTo>
                    <a:pt x="534" y="7258"/>
                  </a:lnTo>
                  <a:lnTo>
                    <a:pt x="534" y="6227"/>
                  </a:lnTo>
                  <a:lnTo>
                    <a:pt x="961" y="6227"/>
                  </a:lnTo>
                  <a:cubicBezTo>
                    <a:pt x="1317" y="6227"/>
                    <a:pt x="1317" y="5728"/>
                    <a:pt x="961" y="5728"/>
                  </a:cubicBezTo>
                  <a:lnTo>
                    <a:pt x="534" y="5728"/>
                  </a:lnTo>
                  <a:lnTo>
                    <a:pt x="534" y="4697"/>
                  </a:lnTo>
                  <a:lnTo>
                    <a:pt x="961" y="4697"/>
                  </a:lnTo>
                  <a:cubicBezTo>
                    <a:pt x="1317" y="4697"/>
                    <a:pt x="1317" y="4199"/>
                    <a:pt x="961" y="4199"/>
                  </a:cubicBezTo>
                  <a:lnTo>
                    <a:pt x="534" y="4199"/>
                  </a:lnTo>
                  <a:lnTo>
                    <a:pt x="534" y="3167"/>
                  </a:lnTo>
                  <a:lnTo>
                    <a:pt x="961" y="3167"/>
                  </a:lnTo>
                  <a:cubicBezTo>
                    <a:pt x="973" y="3168"/>
                    <a:pt x="984" y="3168"/>
                    <a:pt x="994" y="3168"/>
                  </a:cubicBezTo>
                  <a:cubicBezTo>
                    <a:pt x="1317" y="3168"/>
                    <a:pt x="1305" y="2669"/>
                    <a:pt x="961" y="2669"/>
                  </a:cubicBezTo>
                  <a:lnTo>
                    <a:pt x="534" y="2669"/>
                  </a:lnTo>
                  <a:lnTo>
                    <a:pt x="534" y="1637"/>
                  </a:lnTo>
                  <a:lnTo>
                    <a:pt x="961" y="1637"/>
                  </a:lnTo>
                  <a:cubicBezTo>
                    <a:pt x="1317" y="1637"/>
                    <a:pt x="1317" y="1139"/>
                    <a:pt x="961" y="1139"/>
                  </a:cubicBezTo>
                  <a:lnTo>
                    <a:pt x="534" y="1139"/>
                  </a:lnTo>
                  <a:lnTo>
                    <a:pt x="534" y="249"/>
                  </a:lnTo>
                  <a:cubicBezTo>
                    <a:pt x="499" y="107"/>
                    <a:pt x="392"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5212921" y="1949694"/>
              <a:ext cx="33389" cy="55084"/>
            </a:xfrm>
            <a:custGeom>
              <a:rect b="b" l="l" r="r" t="t"/>
              <a:pathLst>
                <a:path extrusionOk="0" h="2732" w="1656">
                  <a:moveTo>
                    <a:pt x="819" y="454"/>
                  </a:moveTo>
                  <a:cubicBezTo>
                    <a:pt x="979" y="454"/>
                    <a:pt x="1139" y="561"/>
                    <a:pt x="1139" y="774"/>
                  </a:cubicBezTo>
                  <a:lnTo>
                    <a:pt x="1139" y="1059"/>
                  </a:lnTo>
                  <a:lnTo>
                    <a:pt x="499" y="1059"/>
                  </a:lnTo>
                  <a:lnTo>
                    <a:pt x="499" y="774"/>
                  </a:lnTo>
                  <a:cubicBezTo>
                    <a:pt x="499" y="561"/>
                    <a:pt x="659" y="454"/>
                    <a:pt x="819" y="454"/>
                  </a:cubicBezTo>
                  <a:close/>
                  <a:moveTo>
                    <a:pt x="819" y="0"/>
                  </a:moveTo>
                  <a:cubicBezTo>
                    <a:pt x="428" y="0"/>
                    <a:pt x="36" y="258"/>
                    <a:pt x="1" y="774"/>
                  </a:cubicBezTo>
                  <a:lnTo>
                    <a:pt x="1" y="2482"/>
                  </a:lnTo>
                  <a:cubicBezTo>
                    <a:pt x="1" y="2625"/>
                    <a:pt x="108" y="2731"/>
                    <a:pt x="250" y="2731"/>
                  </a:cubicBezTo>
                  <a:cubicBezTo>
                    <a:pt x="392" y="2731"/>
                    <a:pt x="499" y="2625"/>
                    <a:pt x="499" y="2482"/>
                  </a:cubicBezTo>
                  <a:lnTo>
                    <a:pt x="499" y="1593"/>
                  </a:lnTo>
                  <a:lnTo>
                    <a:pt x="1139" y="1593"/>
                  </a:lnTo>
                  <a:lnTo>
                    <a:pt x="1139" y="2482"/>
                  </a:lnTo>
                  <a:cubicBezTo>
                    <a:pt x="1104" y="2625"/>
                    <a:pt x="1237" y="2696"/>
                    <a:pt x="1375" y="2696"/>
                  </a:cubicBezTo>
                  <a:cubicBezTo>
                    <a:pt x="1513" y="2696"/>
                    <a:pt x="1655" y="2625"/>
                    <a:pt x="1638" y="2482"/>
                  </a:cubicBezTo>
                  <a:lnTo>
                    <a:pt x="1638" y="774"/>
                  </a:lnTo>
                  <a:cubicBezTo>
                    <a:pt x="1602" y="258"/>
                    <a:pt x="121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5318391" y="1997580"/>
              <a:ext cx="38752" cy="55971"/>
            </a:xfrm>
            <a:custGeom>
              <a:rect b="b" l="l" r="r" t="t"/>
              <a:pathLst>
                <a:path extrusionOk="0" h="2776" w="1922">
                  <a:moveTo>
                    <a:pt x="819" y="499"/>
                  </a:moveTo>
                  <a:cubicBezTo>
                    <a:pt x="1246" y="499"/>
                    <a:pt x="1246" y="1139"/>
                    <a:pt x="819" y="1139"/>
                  </a:cubicBezTo>
                  <a:lnTo>
                    <a:pt x="534" y="1139"/>
                  </a:lnTo>
                  <a:lnTo>
                    <a:pt x="534" y="499"/>
                  </a:lnTo>
                  <a:close/>
                  <a:moveTo>
                    <a:pt x="819" y="1637"/>
                  </a:moveTo>
                  <a:cubicBezTo>
                    <a:pt x="997" y="1637"/>
                    <a:pt x="1139" y="1780"/>
                    <a:pt x="1139" y="1957"/>
                  </a:cubicBezTo>
                  <a:cubicBezTo>
                    <a:pt x="1139" y="2100"/>
                    <a:pt x="997" y="2242"/>
                    <a:pt x="819" y="2242"/>
                  </a:cubicBezTo>
                  <a:lnTo>
                    <a:pt x="534" y="2242"/>
                  </a:lnTo>
                  <a:lnTo>
                    <a:pt x="534" y="1637"/>
                  </a:lnTo>
                  <a:close/>
                  <a:moveTo>
                    <a:pt x="285" y="0"/>
                  </a:moveTo>
                  <a:cubicBezTo>
                    <a:pt x="107" y="0"/>
                    <a:pt x="0" y="107"/>
                    <a:pt x="0" y="250"/>
                  </a:cubicBezTo>
                  <a:lnTo>
                    <a:pt x="0" y="2527"/>
                  </a:lnTo>
                  <a:cubicBezTo>
                    <a:pt x="0" y="2669"/>
                    <a:pt x="107" y="2776"/>
                    <a:pt x="285" y="2776"/>
                  </a:cubicBezTo>
                  <a:lnTo>
                    <a:pt x="819" y="2776"/>
                  </a:lnTo>
                  <a:cubicBezTo>
                    <a:pt x="1566" y="2776"/>
                    <a:pt x="1922" y="1922"/>
                    <a:pt x="1424" y="1388"/>
                  </a:cubicBezTo>
                  <a:cubicBezTo>
                    <a:pt x="1922" y="854"/>
                    <a:pt x="1566"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5423478" y="1862168"/>
              <a:ext cx="34821" cy="57241"/>
            </a:xfrm>
            <a:custGeom>
              <a:rect b="b" l="l" r="r" t="t"/>
              <a:pathLst>
                <a:path extrusionOk="0" h="2839" w="1727">
                  <a:moveTo>
                    <a:pt x="859" y="1"/>
                  </a:moveTo>
                  <a:cubicBezTo>
                    <a:pt x="428" y="1"/>
                    <a:pt x="1" y="294"/>
                    <a:pt x="54" y="881"/>
                  </a:cubicBezTo>
                  <a:lnTo>
                    <a:pt x="54" y="2020"/>
                  </a:lnTo>
                  <a:cubicBezTo>
                    <a:pt x="54" y="2482"/>
                    <a:pt x="410" y="2838"/>
                    <a:pt x="873" y="2838"/>
                  </a:cubicBezTo>
                  <a:cubicBezTo>
                    <a:pt x="1335" y="2838"/>
                    <a:pt x="1691" y="2482"/>
                    <a:pt x="1691" y="2020"/>
                  </a:cubicBezTo>
                  <a:cubicBezTo>
                    <a:pt x="1673" y="1860"/>
                    <a:pt x="1549" y="1780"/>
                    <a:pt x="1424" y="1780"/>
                  </a:cubicBezTo>
                  <a:cubicBezTo>
                    <a:pt x="1300" y="1780"/>
                    <a:pt x="1175" y="1860"/>
                    <a:pt x="1157" y="2020"/>
                  </a:cubicBezTo>
                  <a:cubicBezTo>
                    <a:pt x="1157" y="2216"/>
                    <a:pt x="1006" y="2313"/>
                    <a:pt x="855" y="2313"/>
                  </a:cubicBezTo>
                  <a:cubicBezTo>
                    <a:pt x="704" y="2313"/>
                    <a:pt x="552" y="2216"/>
                    <a:pt x="552" y="2020"/>
                  </a:cubicBezTo>
                  <a:lnTo>
                    <a:pt x="552" y="881"/>
                  </a:lnTo>
                  <a:cubicBezTo>
                    <a:pt x="552" y="686"/>
                    <a:pt x="704" y="588"/>
                    <a:pt x="855" y="588"/>
                  </a:cubicBezTo>
                  <a:cubicBezTo>
                    <a:pt x="1006" y="588"/>
                    <a:pt x="1157" y="686"/>
                    <a:pt x="1157" y="881"/>
                  </a:cubicBezTo>
                  <a:cubicBezTo>
                    <a:pt x="1175" y="1041"/>
                    <a:pt x="1300" y="1121"/>
                    <a:pt x="1424" y="1121"/>
                  </a:cubicBezTo>
                  <a:cubicBezTo>
                    <a:pt x="1549" y="1121"/>
                    <a:pt x="1673" y="1041"/>
                    <a:pt x="1691" y="881"/>
                  </a:cubicBezTo>
                  <a:cubicBezTo>
                    <a:pt x="1727" y="294"/>
                    <a:pt x="1291"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72"/>
          <p:cNvGrpSpPr/>
          <p:nvPr/>
        </p:nvGrpSpPr>
        <p:grpSpPr>
          <a:xfrm>
            <a:off x="7508243" y="2930321"/>
            <a:ext cx="297014" cy="357279"/>
            <a:chOff x="7508243" y="2930321"/>
            <a:chExt cx="297014" cy="357279"/>
          </a:xfrm>
        </p:grpSpPr>
        <p:sp>
          <p:nvSpPr>
            <p:cNvPr id="2653" name="Google Shape;2653;p72"/>
            <p:cNvSpPr/>
            <p:nvPr/>
          </p:nvSpPr>
          <p:spPr>
            <a:xfrm>
              <a:off x="7513264" y="2935341"/>
              <a:ext cx="279795" cy="214529"/>
            </a:xfrm>
            <a:custGeom>
              <a:rect b="b" l="l" r="r" t="t"/>
              <a:pathLst>
                <a:path extrusionOk="0" h="10640" w="13877">
                  <a:moveTo>
                    <a:pt x="4590" y="1"/>
                  </a:moveTo>
                  <a:cubicBezTo>
                    <a:pt x="3274" y="1"/>
                    <a:pt x="1993" y="605"/>
                    <a:pt x="1174" y="1602"/>
                  </a:cubicBezTo>
                  <a:lnTo>
                    <a:pt x="0" y="2989"/>
                  </a:lnTo>
                  <a:lnTo>
                    <a:pt x="1495" y="4235"/>
                  </a:lnTo>
                  <a:lnTo>
                    <a:pt x="2669" y="2847"/>
                  </a:lnTo>
                  <a:cubicBezTo>
                    <a:pt x="3131" y="2313"/>
                    <a:pt x="3807" y="1993"/>
                    <a:pt x="4519" y="1993"/>
                  </a:cubicBezTo>
                  <a:lnTo>
                    <a:pt x="4519" y="3132"/>
                  </a:lnTo>
                  <a:cubicBezTo>
                    <a:pt x="4519" y="5160"/>
                    <a:pt x="3843" y="7117"/>
                    <a:pt x="2633" y="8753"/>
                  </a:cubicBezTo>
                  <a:lnTo>
                    <a:pt x="2064" y="9465"/>
                  </a:lnTo>
                  <a:lnTo>
                    <a:pt x="3630" y="10639"/>
                  </a:lnTo>
                  <a:lnTo>
                    <a:pt x="4199" y="9928"/>
                  </a:lnTo>
                  <a:cubicBezTo>
                    <a:pt x="5693" y="7971"/>
                    <a:pt x="6476" y="5587"/>
                    <a:pt x="6512" y="3132"/>
                  </a:cubicBezTo>
                  <a:lnTo>
                    <a:pt x="6512" y="1957"/>
                  </a:lnTo>
                  <a:lnTo>
                    <a:pt x="8291" y="1957"/>
                  </a:lnTo>
                  <a:lnTo>
                    <a:pt x="8291" y="7828"/>
                  </a:lnTo>
                  <a:cubicBezTo>
                    <a:pt x="8291" y="9394"/>
                    <a:pt x="9536" y="10639"/>
                    <a:pt x="11066" y="10639"/>
                  </a:cubicBezTo>
                  <a:cubicBezTo>
                    <a:pt x="12632" y="10639"/>
                    <a:pt x="13877" y="9394"/>
                    <a:pt x="13877" y="7828"/>
                  </a:cubicBezTo>
                  <a:lnTo>
                    <a:pt x="13877" y="6654"/>
                  </a:lnTo>
                  <a:lnTo>
                    <a:pt x="11920" y="6654"/>
                  </a:lnTo>
                  <a:lnTo>
                    <a:pt x="11920" y="7828"/>
                  </a:lnTo>
                  <a:cubicBezTo>
                    <a:pt x="11920" y="8398"/>
                    <a:pt x="11502" y="8682"/>
                    <a:pt x="11084" y="8682"/>
                  </a:cubicBezTo>
                  <a:cubicBezTo>
                    <a:pt x="10666" y="8682"/>
                    <a:pt x="10248" y="8398"/>
                    <a:pt x="10248" y="7828"/>
                  </a:cubicBezTo>
                  <a:lnTo>
                    <a:pt x="10248" y="1957"/>
                  </a:lnTo>
                  <a:lnTo>
                    <a:pt x="13628" y="1957"/>
                  </a:lnTo>
                  <a:lnTo>
                    <a:pt x="136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2"/>
            <p:cNvSpPr/>
            <p:nvPr/>
          </p:nvSpPr>
          <p:spPr>
            <a:xfrm>
              <a:off x="7656740" y="2930321"/>
              <a:ext cx="137045" cy="74279"/>
            </a:xfrm>
            <a:custGeom>
              <a:rect b="b" l="l" r="r" t="t"/>
              <a:pathLst>
                <a:path extrusionOk="0" h="3684" w="6797">
                  <a:moveTo>
                    <a:pt x="285" y="0"/>
                  </a:moveTo>
                  <a:cubicBezTo>
                    <a:pt x="0" y="36"/>
                    <a:pt x="0" y="463"/>
                    <a:pt x="321" y="499"/>
                  </a:cubicBezTo>
                  <a:lnTo>
                    <a:pt x="6263" y="499"/>
                  </a:lnTo>
                  <a:lnTo>
                    <a:pt x="6263" y="1957"/>
                  </a:lnTo>
                  <a:lnTo>
                    <a:pt x="3132" y="1957"/>
                  </a:lnTo>
                  <a:cubicBezTo>
                    <a:pt x="2989" y="1957"/>
                    <a:pt x="2883" y="2064"/>
                    <a:pt x="2883" y="2206"/>
                  </a:cubicBezTo>
                  <a:lnTo>
                    <a:pt x="2883" y="3416"/>
                  </a:lnTo>
                  <a:cubicBezTo>
                    <a:pt x="2883" y="3594"/>
                    <a:pt x="3007" y="3683"/>
                    <a:pt x="3132" y="3683"/>
                  </a:cubicBezTo>
                  <a:cubicBezTo>
                    <a:pt x="3256" y="3683"/>
                    <a:pt x="3381" y="3594"/>
                    <a:pt x="3381" y="3416"/>
                  </a:cubicBezTo>
                  <a:lnTo>
                    <a:pt x="3381" y="2491"/>
                  </a:lnTo>
                  <a:lnTo>
                    <a:pt x="6512" y="2491"/>
                  </a:lnTo>
                  <a:cubicBezTo>
                    <a:pt x="6690" y="2456"/>
                    <a:pt x="6796" y="2349"/>
                    <a:pt x="6796" y="2206"/>
                  </a:cubicBezTo>
                  <a:lnTo>
                    <a:pt x="6796" y="250"/>
                  </a:lnTo>
                  <a:cubicBezTo>
                    <a:pt x="6796" y="107"/>
                    <a:pt x="6690" y="0"/>
                    <a:pt x="65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7714122" y="3018915"/>
              <a:ext cx="83957" cy="96336"/>
            </a:xfrm>
            <a:custGeom>
              <a:rect b="b" l="l" r="r" t="t"/>
              <a:pathLst>
                <a:path extrusionOk="0" h="4778" w="4164">
                  <a:moveTo>
                    <a:pt x="268" y="1"/>
                  </a:moveTo>
                  <a:cubicBezTo>
                    <a:pt x="134" y="1"/>
                    <a:pt x="1" y="90"/>
                    <a:pt x="1" y="268"/>
                  </a:cubicBezTo>
                  <a:lnTo>
                    <a:pt x="1" y="3683"/>
                  </a:lnTo>
                  <a:cubicBezTo>
                    <a:pt x="1" y="4413"/>
                    <a:pt x="552" y="4777"/>
                    <a:pt x="1104" y="4777"/>
                  </a:cubicBezTo>
                  <a:cubicBezTo>
                    <a:pt x="1655" y="4777"/>
                    <a:pt x="2207" y="4413"/>
                    <a:pt x="2207" y="3683"/>
                  </a:cubicBezTo>
                  <a:lnTo>
                    <a:pt x="2207" y="2758"/>
                  </a:lnTo>
                  <a:lnTo>
                    <a:pt x="3630" y="2758"/>
                  </a:lnTo>
                  <a:lnTo>
                    <a:pt x="3630" y="2972"/>
                  </a:lnTo>
                  <a:cubicBezTo>
                    <a:pt x="3630" y="3114"/>
                    <a:pt x="3737" y="3221"/>
                    <a:pt x="3879" y="3221"/>
                  </a:cubicBezTo>
                  <a:cubicBezTo>
                    <a:pt x="4022" y="3221"/>
                    <a:pt x="4164" y="3114"/>
                    <a:pt x="4164" y="2972"/>
                  </a:cubicBezTo>
                  <a:lnTo>
                    <a:pt x="4164" y="2509"/>
                  </a:lnTo>
                  <a:cubicBezTo>
                    <a:pt x="4164" y="2367"/>
                    <a:pt x="4022" y="2260"/>
                    <a:pt x="3879" y="2260"/>
                  </a:cubicBezTo>
                  <a:lnTo>
                    <a:pt x="1958" y="2260"/>
                  </a:lnTo>
                  <a:cubicBezTo>
                    <a:pt x="1816" y="2260"/>
                    <a:pt x="1673" y="2367"/>
                    <a:pt x="1709" y="2509"/>
                  </a:cubicBezTo>
                  <a:lnTo>
                    <a:pt x="1709" y="3683"/>
                  </a:lnTo>
                  <a:cubicBezTo>
                    <a:pt x="1744" y="4110"/>
                    <a:pt x="1433" y="4324"/>
                    <a:pt x="1122" y="4324"/>
                  </a:cubicBezTo>
                  <a:cubicBezTo>
                    <a:pt x="810" y="4324"/>
                    <a:pt x="499" y="4110"/>
                    <a:pt x="535" y="3683"/>
                  </a:cubicBezTo>
                  <a:lnTo>
                    <a:pt x="535" y="268"/>
                  </a:lnTo>
                  <a:cubicBezTo>
                    <a:pt x="535" y="90"/>
                    <a:pt x="401"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7508243" y="2930321"/>
              <a:ext cx="289836" cy="225276"/>
            </a:xfrm>
            <a:custGeom>
              <a:rect b="b" l="l" r="r" t="t"/>
              <a:pathLst>
                <a:path extrusionOk="0" h="11173" w="14375">
                  <a:moveTo>
                    <a:pt x="4839" y="0"/>
                  </a:moveTo>
                  <a:cubicBezTo>
                    <a:pt x="3452" y="0"/>
                    <a:pt x="2135" y="605"/>
                    <a:pt x="1210" y="1673"/>
                  </a:cubicBezTo>
                  <a:lnTo>
                    <a:pt x="71" y="3060"/>
                  </a:lnTo>
                  <a:cubicBezTo>
                    <a:pt x="0" y="3096"/>
                    <a:pt x="0" y="3167"/>
                    <a:pt x="0" y="3238"/>
                  </a:cubicBezTo>
                  <a:cubicBezTo>
                    <a:pt x="0" y="3309"/>
                    <a:pt x="36" y="3381"/>
                    <a:pt x="71" y="3416"/>
                  </a:cubicBezTo>
                  <a:lnTo>
                    <a:pt x="1601" y="4697"/>
                  </a:lnTo>
                  <a:cubicBezTo>
                    <a:pt x="1649" y="4729"/>
                    <a:pt x="1705" y="4747"/>
                    <a:pt x="1760" y="4747"/>
                  </a:cubicBezTo>
                  <a:cubicBezTo>
                    <a:pt x="1829" y="4747"/>
                    <a:pt x="1898" y="4720"/>
                    <a:pt x="1957" y="4662"/>
                  </a:cubicBezTo>
                  <a:lnTo>
                    <a:pt x="3096" y="3274"/>
                  </a:lnTo>
                  <a:cubicBezTo>
                    <a:pt x="3487" y="2847"/>
                    <a:pt x="3985" y="2562"/>
                    <a:pt x="4519" y="2491"/>
                  </a:cubicBezTo>
                  <a:lnTo>
                    <a:pt x="4519" y="3381"/>
                  </a:lnTo>
                  <a:cubicBezTo>
                    <a:pt x="4519" y="5373"/>
                    <a:pt x="3879" y="7259"/>
                    <a:pt x="2669" y="8824"/>
                  </a:cubicBezTo>
                  <a:lnTo>
                    <a:pt x="2135" y="9572"/>
                  </a:lnTo>
                  <a:cubicBezTo>
                    <a:pt x="2100" y="9607"/>
                    <a:pt x="2064" y="9678"/>
                    <a:pt x="2064" y="9750"/>
                  </a:cubicBezTo>
                  <a:cubicBezTo>
                    <a:pt x="2064" y="9821"/>
                    <a:pt x="2100" y="9892"/>
                    <a:pt x="2171" y="9927"/>
                  </a:cubicBezTo>
                  <a:lnTo>
                    <a:pt x="3736" y="11102"/>
                  </a:lnTo>
                  <a:cubicBezTo>
                    <a:pt x="3772" y="11137"/>
                    <a:pt x="3807" y="11173"/>
                    <a:pt x="3879" y="11173"/>
                  </a:cubicBezTo>
                  <a:lnTo>
                    <a:pt x="3914" y="11173"/>
                  </a:lnTo>
                  <a:cubicBezTo>
                    <a:pt x="3985" y="11173"/>
                    <a:pt x="4056" y="11137"/>
                    <a:pt x="4092" y="11066"/>
                  </a:cubicBezTo>
                  <a:lnTo>
                    <a:pt x="4626" y="10354"/>
                  </a:lnTo>
                  <a:cubicBezTo>
                    <a:pt x="6156" y="8362"/>
                    <a:pt x="7010" y="5907"/>
                    <a:pt x="7010" y="3381"/>
                  </a:cubicBezTo>
                  <a:lnTo>
                    <a:pt x="7010" y="2491"/>
                  </a:lnTo>
                  <a:lnTo>
                    <a:pt x="8255" y="2491"/>
                  </a:lnTo>
                  <a:lnTo>
                    <a:pt x="8255" y="8077"/>
                  </a:lnTo>
                  <a:cubicBezTo>
                    <a:pt x="8255" y="9678"/>
                    <a:pt x="9500" y="10995"/>
                    <a:pt x="11066" y="11102"/>
                  </a:cubicBezTo>
                  <a:cubicBezTo>
                    <a:pt x="11160" y="11110"/>
                    <a:pt x="11253" y="11114"/>
                    <a:pt x="11345" y="11114"/>
                  </a:cubicBezTo>
                  <a:cubicBezTo>
                    <a:pt x="12798" y="11114"/>
                    <a:pt x="14072" y="10083"/>
                    <a:pt x="14339" y="8611"/>
                  </a:cubicBezTo>
                  <a:cubicBezTo>
                    <a:pt x="14375" y="8469"/>
                    <a:pt x="14268" y="8326"/>
                    <a:pt x="14126" y="8326"/>
                  </a:cubicBezTo>
                  <a:cubicBezTo>
                    <a:pt x="14107" y="8322"/>
                    <a:pt x="14088" y="8319"/>
                    <a:pt x="14070" y="8319"/>
                  </a:cubicBezTo>
                  <a:cubicBezTo>
                    <a:pt x="13949" y="8319"/>
                    <a:pt x="13841" y="8416"/>
                    <a:pt x="13841" y="8540"/>
                  </a:cubicBezTo>
                  <a:cubicBezTo>
                    <a:pt x="13576" y="9947"/>
                    <a:pt x="12464" y="10615"/>
                    <a:pt x="11351" y="10615"/>
                  </a:cubicBezTo>
                  <a:cubicBezTo>
                    <a:pt x="10071" y="10615"/>
                    <a:pt x="8789" y="9733"/>
                    <a:pt x="8789" y="8077"/>
                  </a:cubicBezTo>
                  <a:lnTo>
                    <a:pt x="8789" y="2206"/>
                  </a:lnTo>
                  <a:cubicBezTo>
                    <a:pt x="8789" y="2064"/>
                    <a:pt x="8682" y="1957"/>
                    <a:pt x="8540" y="1957"/>
                  </a:cubicBezTo>
                  <a:lnTo>
                    <a:pt x="6761" y="1957"/>
                  </a:lnTo>
                  <a:cubicBezTo>
                    <a:pt x="6618" y="1957"/>
                    <a:pt x="6476" y="2064"/>
                    <a:pt x="6476" y="2206"/>
                  </a:cubicBezTo>
                  <a:lnTo>
                    <a:pt x="6476" y="3381"/>
                  </a:lnTo>
                  <a:cubicBezTo>
                    <a:pt x="6476" y="5765"/>
                    <a:pt x="5693" y="8113"/>
                    <a:pt x="4234" y="9999"/>
                  </a:cubicBezTo>
                  <a:lnTo>
                    <a:pt x="3843" y="10532"/>
                  </a:lnTo>
                  <a:lnTo>
                    <a:pt x="2704" y="9643"/>
                  </a:lnTo>
                  <a:lnTo>
                    <a:pt x="3096" y="9109"/>
                  </a:lnTo>
                  <a:cubicBezTo>
                    <a:pt x="4341" y="7472"/>
                    <a:pt x="5053" y="5444"/>
                    <a:pt x="5053" y="3345"/>
                  </a:cubicBezTo>
                  <a:lnTo>
                    <a:pt x="5053" y="2206"/>
                  </a:lnTo>
                  <a:cubicBezTo>
                    <a:pt x="5053" y="2135"/>
                    <a:pt x="5017" y="2064"/>
                    <a:pt x="4982" y="2029"/>
                  </a:cubicBezTo>
                  <a:cubicBezTo>
                    <a:pt x="4910" y="1993"/>
                    <a:pt x="4839" y="1957"/>
                    <a:pt x="4768" y="1957"/>
                  </a:cubicBezTo>
                  <a:cubicBezTo>
                    <a:pt x="3985" y="1957"/>
                    <a:pt x="3238" y="2349"/>
                    <a:pt x="2704" y="2954"/>
                  </a:cubicBezTo>
                  <a:lnTo>
                    <a:pt x="1744" y="4128"/>
                  </a:lnTo>
                  <a:lnTo>
                    <a:pt x="641" y="3203"/>
                  </a:lnTo>
                  <a:lnTo>
                    <a:pt x="1601" y="2029"/>
                  </a:lnTo>
                  <a:cubicBezTo>
                    <a:pt x="2396" y="1096"/>
                    <a:pt x="3525" y="533"/>
                    <a:pt x="4729" y="533"/>
                  </a:cubicBezTo>
                  <a:cubicBezTo>
                    <a:pt x="4766" y="533"/>
                    <a:pt x="4802" y="533"/>
                    <a:pt x="4839" y="534"/>
                  </a:cubicBezTo>
                  <a:lnTo>
                    <a:pt x="6440" y="534"/>
                  </a:lnTo>
                  <a:cubicBezTo>
                    <a:pt x="6761" y="463"/>
                    <a:pt x="6761" y="36"/>
                    <a:pt x="64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7511106" y="3167774"/>
              <a:ext cx="294151" cy="10787"/>
            </a:xfrm>
            <a:custGeom>
              <a:rect b="b" l="l" r="r" t="t"/>
              <a:pathLst>
                <a:path extrusionOk="0" h="535" w="14589">
                  <a:moveTo>
                    <a:pt x="321" y="1"/>
                  </a:moveTo>
                  <a:cubicBezTo>
                    <a:pt x="1" y="36"/>
                    <a:pt x="1" y="499"/>
                    <a:pt x="321" y="534"/>
                  </a:cubicBezTo>
                  <a:lnTo>
                    <a:pt x="14304" y="534"/>
                  </a:lnTo>
                  <a:cubicBezTo>
                    <a:pt x="14589" y="499"/>
                    <a:pt x="14589" y="36"/>
                    <a:pt x="14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7575667" y="3195760"/>
              <a:ext cx="44499" cy="78210"/>
            </a:xfrm>
            <a:custGeom>
              <a:rect b="b" l="l" r="r" t="t"/>
              <a:pathLst>
                <a:path extrusionOk="0" h="3879" w="2207">
                  <a:moveTo>
                    <a:pt x="748" y="0"/>
                  </a:moveTo>
                  <a:cubicBezTo>
                    <a:pt x="321" y="0"/>
                    <a:pt x="1" y="356"/>
                    <a:pt x="1" y="783"/>
                  </a:cubicBezTo>
                  <a:cubicBezTo>
                    <a:pt x="1" y="943"/>
                    <a:pt x="125" y="1023"/>
                    <a:pt x="250" y="1023"/>
                  </a:cubicBezTo>
                  <a:cubicBezTo>
                    <a:pt x="374" y="1023"/>
                    <a:pt x="499" y="943"/>
                    <a:pt x="499" y="783"/>
                  </a:cubicBezTo>
                  <a:cubicBezTo>
                    <a:pt x="499" y="641"/>
                    <a:pt x="606" y="534"/>
                    <a:pt x="748" y="534"/>
                  </a:cubicBezTo>
                  <a:lnTo>
                    <a:pt x="1424" y="534"/>
                  </a:lnTo>
                  <a:cubicBezTo>
                    <a:pt x="1566" y="534"/>
                    <a:pt x="1673" y="641"/>
                    <a:pt x="1673" y="783"/>
                  </a:cubicBezTo>
                  <a:lnTo>
                    <a:pt x="1673" y="1459"/>
                  </a:lnTo>
                  <a:cubicBezTo>
                    <a:pt x="1673" y="1601"/>
                    <a:pt x="1566" y="1673"/>
                    <a:pt x="1424" y="1673"/>
                  </a:cubicBezTo>
                  <a:lnTo>
                    <a:pt x="962" y="1673"/>
                  </a:lnTo>
                  <a:cubicBezTo>
                    <a:pt x="641" y="1744"/>
                    <a:pt x="641" y="2171"/>
                    <a:pt x="962" y="2206"/>
                  </a:cubicBezTo>
                  <a:lnTo>
                    <a:pt x="1424" y="2206"/>
                  </a:lnTo>
                  <a:cubicBezTo>
                    <a:pt x="1566" y="2206"/>
                    <a:pt x="1673" y="2313"/>
                    <a:pt x="1673" y="2455"/>
                  </a:cubicBezTo>
                  <a:lnTo>
                    <a:pt x="1673" y="3131"/>
                  </a:lnTo>
                  <a:cubicBezTo>
                    <a:pt x="1673" y="3274"/>
                    <a:pt x="1566" y="3380"/>
                    <a:pt x="1424" y="3380"/>
                  </a:cubicBezTo>
                  <a:lnTo>
                    <a:pt x="748" y="3380"/>
                  </a:lnTo>
                  <a:cubicBezTo>
                    <a:pt x="606" y="3380"/>
                    <a:pt x="499" y="3274"/>
                    <a:pt x="499" y="3131"/>
                  </a:cubicBezTo>
                  <a:cubicBezTo>
                    <a:pt x="499" y="2971"/>
                    <a:pt x="374" y="2891"/>
                    <a:pt x="250" y="2891"/>
                  </a:cubicBezTo>
                  <a:cubicBezTo>
                    <a:pt x="125" y="2891"/>
                    <a:pt x="1" y="2971"/>
                    <a:pt x="1" y="3131"/>
                  </a:cubicBezTo>
                  <a:cubicBezTo>
                    <a:pt x="1" y="3558"/>
                    <a:pt x="321" y="3879"/>
                    <a:pt x="748" y="3879"/>
                  </a:cubicBezTo>
                  <a:lnTo>
                    <a:pt x="1424" y="3879"/>
                  </a:lnTo>
                  <a:cubicBezTo>
                    <a:pt x="1851" y="3879"/>
                    <a:pt x="2171" y="3558"/>
                    <a:pt x="2207" y="3131"/>
                  </a:cubicBezTo>
                  <a:lnTo>
                    <a:pt x="2207" y="2455"/>
                  </a:lnTo>
                  <a:cubicBezTo>
                    <a:pt x="2171" y="2242"/>
                    <a:pt x="2136" y="2100"/>
                    <a:pt x="1993" y="1957"/>
                  </a:cubicBezTo>
                  <a:cubicBezTo>
                    <a:pt x="2136" y="1815"/>
                    <a:pt x="2171" y="1637"/>
                    <a:pt x="2207" y="1459"/>
                  </a:cubicBezTo>
                  <a:lnTo>
                    <a:pt x="2207" y="748"/>
                  </a:lnTo>
                  <a:cubicBezTo>
                    <a:pt x="2207" y="356"/>
                    <a:pt x="1851" y="0"/>
                    <a:pt x="1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7696561" y="3195760"/>
              <a:ext cx="44841" cy="78573"/>
            </a:xfrm>
            <a:custGeom>
              <a:rect b="b" l="l" r="r" t="t"/>
              <a:pathLst>
                <a:path extrusionOk="0" h="3897" w="2224">
                  <a:moveTo>
                    <a:pt x="1939" y="0"/>
                  </a:moveTo>
                  <a:cubicBezTo>
                    <a:pt x="1797" y="0"/>
                    <a:pt x="1690" y="143"/>
                    <a:pt x="1690" y="285"/>
                  </a:cubicBezTo>
                  <a:lnTo>
                    <a:pt x="1690" y="1708"/>
                  </a:lnTo>
                  <a:lnTo>
                    <a:pt x="765" y="1708"/>
                  </a:lnTo>
                  <a:cubicBezTo>
                    <a:pt x="623" y="1708"/>
                    <a:pt x="516" y="1601"/>
                    <a:pt x="516" y="1459"/>
                  </a:cubicBezTo>
                  <a:lnTo>
                    <a:pt x="516" y="285"/>
                  </a:lnTo>
                  <a:cubicBezTo>
                    <a:pt x="534" y="125"/>
                    <a:pt x="400" y="45"/>
                    <a:pt x="267" y="45"/>
                  </a:cubicBezTo>
                  <a:cubicBezTo>
                    <a:pt x="134" y="45"/>
                    <a:pt x="0" y="125"/>
                    <a:pt x="18" y="285"/>
                  </a:cubicBezTo>
                  <a:lnTo>
                    <a:pt x="18" y="1459"/>
                  </a:lnTo>
                  <a:cubicBezTo>
                    <a:pt x="18" y="1886"/>
                    <a:pt x="338" y="2206"/>
                    <a:pt x="765" y="2206"/>
                  </a:cubicBezTo>
                  <a:lnTo>
                    <a:pt x="1690" y="2206"/>
                  </a:lnTo>
                  <a:lnTo>
                    <a:pt x="1690" y="3630"/>
                  </a:lnTo>
                  <a:cubicBezTo>
                    <a:pt x="1690" y="3807"/>
                    <a:pt x="1815" y="3896"/>
                    <a:pt x="1944" y="3896"/>
                  </a:cubicBezTo>
                  <a:cubicBezTo>
                    <a:pt x="2073" y="3896"/>
                    <a:pt x="2206" y="3807"/>
                    <a:pt x="2224" y="3630"/>
                  </a:cubicBezTo>
                  <a:lnTo>
                    <a:pt x="2224" y="285"/>
                  </a:lnTo>
                  <a:cubicBezTo>
                    <a:pt x="2224" y="143"/>
                    <a:pt x="2082" y="0"/>
                    <a:pt x="1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7650994" y="3195760"/>
              <a:ext cx="29437" cy="78029"/>
            </a:xfrm>
            <a:custGeom>
              <a:rect b="b" l="l" r="r" t="t"/>
              <a:pathLst>
                <a:path extrusionOk="0" h="3870" w="1460">
                  <a:moveTo>
                    <a:pt x="1211" y="0"/>
                  </a:moveTo>
                  <a:cubicBezTo>
                    <a:pt x="1068" y="0"/>
                    <a:pt x="926" y="143"/>
                    <a:pt x="926" y="285"/>
                  </a:cubicBezTo>
                  <a:lnTo>
                    <a:pt x="926" y="427"/>
                  </a:lnTo>
                  <a:cubicBezTo>
                    <a:pt x="926" y="748"/>
                    <a:pt x="677" y="997"/>
                    <a:pt x="357" y="997"/>
                  </a:cubicBezTo>
                  <a:cubicBezTo>
                    <a:pt x="1" y="997"/>
                    <a:pt x="1" y="1495"/>
                    <a:pt x="357" y="1495"/>
                  </a:cubicBezTo>
                  <a:cubicBezTo>
                    <a:pt x="394" y="1501"/>
                    <a:pt x="432" y="1504"/>
                    <a:pt x="470" y="1504"/>
                  </a:cubicBezTo>
                  <a:cubicBezTo>
                    <a:pt x="644" y="1504"/>
                    <a:pt x="809" y="1440"/>
                    <a:pt x="926" y="1352"/>
                  </a:cubicBezTo>
                  <a:lnTo>
                    <a:pt x="926" y="3630"/>
                  </a:lnTo>
                  <a:cubicBezTo>
                    <a:pt x="944" y="3790"/>
                    <a:pt x="1068" y="3870"/>
                    <a:pt x="1193" y="3870"/>
                  </a:cubicBezTo>
                  <a:cubicBezTo>
                    <a:pt x="1317" y="3870"/>
                    <a:pt x="1442" y="3790"/>
                    <a:pt x="1460" y="3630"/>
                  </a:cubicBezTo>
                  <a:lnTo>
                    <a:pt x="1460" y="285"/>
                  </a:lnTo>
                  <a:cubicBezTo>
                    <a:pt x="1460" y="143"/>
                    <a:pt x="1353" y="0"/>
                    <a:pt x="1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7634501" y="3252961"/>
              <a:ext cx="17945" cy="34639"/>
            </a:xfrm>
            <a:custGeom>
              <a:rect b="b" l="l" r="r" t="t"/>
              <a:pathLst>
                <a:path extrusionOk="0" h="1718" w="890">
                  <a:moveTo>
                    <a:pt x="267" y="1"/>
                  </a:moveTo>
                  <a:cubicBezTo>
                    <a:pt x="196" y="1"/>
                    <a:pt x="125" y="28"/>
                    <a:pt x="72" y="81"/>
                  </a:cubicBezTo>
                  <a:cubicBezTo>
                    <a:pt x="0" y="188"/>
                    <a:pt x="0" y="366"/>
                    <a:pt x="72" y="437"/>
                  </a:cubicBezTo>
                  <a:cubicBezTo>
                    <a:pt x="321" y="686"/>
                    <a:pt x="321" y="1042"/>
                    <a:pt x="72" y="1291"/>
                  </a:cubicBezTo>
                  <a:cubicBezTo>
                    <a:pt x="0" y="1362"/>
                    <a:pt x="0" y="1540"/>
                    <a:pt x="72" y="1646"/>
                  </a:cubicBezTo>
                  <a:cubicBezTo>
                    <a:pt x="143" y="1682"/>
                    <a:pt x="214" y="1718"/>
                    <a:pt x="285" y="1718"/>
                  </a:cubicBezTo>
                  <a:cubicBezTo>
                    <a:pt x="356" y="1718"/>
                    <a:pt x="392" y="1682"/>
                    <a:pt x="463" y="1646"/>
                  </a:cubicBezTo>
                  <a:cubicBezTo>
                    <a:pt x="890" y="1220"/>
                    <a:pt x="890" y="508"/>
                    <a:pt x="463" y="81"/>
                  </a:cubicBezTo>
                  <a:cubicBezTo>
                    <a:pt x="410" y="28"/>
                    <a:pt x="338"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72"/>
          <p:cNvGrpSpPr/>
          <p:nvPr/>
        </p:nvGrpSpPr>
        <p:grpSpPr>
          <a:xfrm>
            <a:off x="4545744" y="3520373"/>
            <a:ext cx="359437" cy="356090"/>
            <a:chOff x="4545744" y="3520373"/>
            <a:chExt cx="359437" cy="356090"/>
          </a:xfrm>
        </p:grpSpPr>
        <p:sp>
          <p:nvSpPr>
            <p:cNvPr id="2663" name="Google Shape;2663;p72"/>
            <p:cNvSpPr/>
            <p:nvPr/>
          </p:nvSpPr>
          <p:spPr>
            <a:xfrm>
              <a:off x="4725815" y="3562936"/>
              <a:ext cx="74621" cy="135613"/>
            </a:xfrm>
            <a:custGeom>
              <a:rect b="b" l="l" r="r" t="t"/>
              <a:pathLst>
                <a:path extrusionOk="0" h="6726" w="3701">
                  <a:moveTo>
                    <a:pt x="3701" y="1"/>
                  </a:moveTo>
                  <a:lnTo>
                    <a:pt x="0" y="6725"/>
                  </a:lnTo>
                  <a:lnTo>
                    <a:pt x="3701" y="6725"/>
                  </a:lnTo>
                  <a:lnTo>
                    <a:pt x="37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4725815" y="3667680"/>
              <a:ext cx="35163" cy="30869"/>
            </a:xfrm>
            <a:custGeom>
              <a:rect b="b" l="l" r="r" t="t"/>
              <a:pathLst>
                <a:path extrusionOk="0" h="1531" w="1744">
                  <a:moveTo>
                    <a:pt x="819" y="0"/>
                  </a:moveTo>
                  <a:lnTo>
                    <a:pt x="0" y="1530"/>
                  </a:lnTo>
                  <a:lnTo>
                    <a:pt x="1744" y="1530"/>
                  </a:lnTo>
                  <a:cubicBezTo>
                    <a:pt x="1744" y="890"/>
                    <a:pt x="1388" y="321"/>
                    <a:pt x="8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4545744" y="3520373"/>
              <a:ext cx="359437" cy="356090"/>
            </a:xfrm>
            <a:custGeom>
              <a:rect b="b" l="l" r="r" t="t"/>
              <a:pathLst>
                <a:path extrusionOk="0" h="17661" w="17827">
                  <a:moveTo>
                    <a:pt x="9857" y="7698"/>
                  </a:moveTo>
                  <a:cubicBezTo>
                    <a:pt x="10141" y="7911"/>
                    <a:pt x="10319" y="8231"/>
                    <a:pt x="10390" y="8587"/>
                  </a:cubicBezTo>
                  <a:lnTo>
                    <a:pt x="9394" y="8587"/>
                  </a:lnTo>
                  <a:lnTo>
                    <a:pt x="9857" y="7698"/>
                  </a:lnTo>
                  <a:close/>
                  <a:moveTo>
                    <a:pt x="8682" y="9085"/>
                  </a:moveTo>
                  <a:lnTo>
                    <a:pt x="8682" y="16273"/>
                  </a:lnTo>
                  <a:cubicBezTo>
                    <a:pt x="4769" y="16130"/>
                    <a:pt x="1637" y="12999"/>
                    <a:pt x="1495" y="9085"/>
                  </a:cubicBezTo>
                  <a:close/>
                  <a:moveTo>
                    <a:pt x="16332" y="9085"/>
                  </a:moveTo>
                  <a:cubicBezTo>
                    <a:pt x="16190" y="12999"/>
                    <a:pt x="13059" y="16130"/>
                    <a:pt x="9181" y="16273"/>
                  </a:cubicBezTo>
                  <a:lnTo>
                    <a:pt x="9181" y="9085"/>
                  </a:lnTo>
                  <a:close/>
                  <a:moveTo>
                    <a:pt x="13622" y="0"/>
                  </a:moveTo>
                  <a:cubicBezTo>
                    <a:pt x="13548" y="0"/>
                    <a:pt x="13482" y="35"/>
                    <a:pt x="13450" y="119"/>
                  </a:cubicBezTo>
                  <a:lnTo>
                    <a:pt x="9181" y="7840"/>
                  </a:lnTo>
                  <a:lnTo>
                    <a:pt x="9181" y="226"/>
                  </a:lnTo>
                  <a:cubicBezTo>
                    <a:pt x="9163" y="83"/>
                    <a:pt x="9038" y="12"/>
                    <a:pt x="8914" y="12"/>
                  </a:cubicBezTo>
                  <a:cubicBezTo>
                    <a:pt x="8789" y="12"/>
                    <a:pt x="8665" y="83"/>
                    <a:pt x="8647" y="226"/>
                  </a:cubicBezTo>
                  <a:lnTo>
                    <a:pt x="8647" y="902"/>
                  </a:lnTo>
                  <a:cubicBezTo>
                    <a:pt x="6725" y="937"/>
                    <a:pt x="4911" y="1685"/>
                    <a:pt x="3523" y="3001"/>
                  </a:cubicBezTo>
                  <a:cubicBezTo>
                    <a:pt x="3345" y="3179"/>
                    <a:pt x="3452" y="3464"/>
                    <a:pt x="3701" y="3464"/>
                  </a:cubicBezTo>
                  <a:cubicBezTo>
                    <a:pt x="3737" y="3464"/>
                    <a:pt x="3808" y="3428"/>
                    <a:pt x="3843" y="3392"/>
                  </a:cubicBezTo>
                  <a:cubicBezTo>
                    <a:pt x="5160" y="2183"/>
                    <a:pt x="6868" y="1471"/>
                    <a:pt x="8647" y="1400"/>
                  </a:cubicBezTo>
                  <a:lnTo>
                    <a:pt x="8647" y="8552"/>
                  </a:lnTo>
                  <a:lnTo>
                    <a:pt x="1495" y="8552"/>
                  </a:lnTo>
                  <a:cubicBezTo>
                    <a:pt x="1531" y="6986"/>
                    <a:pt x="2100" y="5492"/>
                    <a:pt x="3061" y="4246"/>
                  </a:cubicBezTo>
                  <a:cubicBezTo>
                    <a:pt x="3220" y="4061"/>
                    <a:pt x="3023" y="3836"/>
                    <a:pt x="2825" y="3836"/>
                  </a:cubicBezTo>
                  <a:cubicBezTo>
                    <a:pt x="2757" y="3836"/>
                    <a:pt x="2688" y="3863"/>
                    <a:pt x="2634" y="3926"/>
                  </a:cubicBezTo>
                  <a:cubicBezTo>
                    <a:pt x="1602" y="5243"/>
                    <a:pt x="997" y="6879"/>
                    <a:pt x="961" y="8552"/>
                  </a:cubicBezTo>
                  <a:lnTo>
                    <a:pt x="321" y="8552"/>
                  </a:lnTo>
                  <a:cubicBezTo>
                    <a:pt x="1" y="8623"/>
                    <a:pt x="1" y="9050"/>
                    <a:pt x="321" y="9085"/>
                  </a:cubicBezTo>
                  <a:lnTo>
                    <a:pt x="961" y="9085"/>
                  </a:lnTo>
                  <a:cubicBezTo>
                    <a:pt x="1104" y="13284"/>
                    <a:pt x="4448" y="16629"/>
                    <a:pt x="8647" y="16771"/>
                  </a:cubicBezTo>
                  <a:lnTo>
                    <a:pt x="8647" y="17447"/>
                  </a:lnTo>
                  <a:cubicBezTo>
                    <a:pt x="8665" y="17589"/>
                    <a:pt x="8789" y="17660"/>
                    <a:pt x="8914" y="17660"/>
                  </a:cubicBezTo>
                  <a:cubicBezTo>
                    <a:pt x="9038" y="17660"/>
                    <a:pt x="9163" y="17589"/>
                    <a:pt x="9181" y="17447"/>
                  </a:cubicBezTo>
                  <a:lnTo>
                    <a:pt x="9181" y="16771"/>
                  </a:lnTo>
                  <a:cubicBezTo>
                    <a:pt x="13344" y="16629"/>
                    <a:pt x="16724" y="13284"/>
                    <a:pt x="16866" y="9085"/>
                  </a:cubicBezTo>
                  <a:lnTo>
                    <a:pt x="17506" y="9085"/>
                  </a:lnTo>
                  <a:cubicBezTo>
                    <a:pt x="17827" y="9050"/>
                    <a:pt x="17827" y="8623"/>
                    <a:pt x="17506" y="8552"/>
                  </a:cubicBezTo>
                  <a:lnTo>
                    <a:pt x="17506" y="8587"/>
                  </a:lnTo>
                  <a:lnTo>
                    <a:pt x="12881" y="8587"/>
                  </a:lnTo>
                  <a:lnTo>
                    <a:pt x="12881" y="5029"/>
                  </a:lnTo>
                  <a:cubicBezTo>
                    <a:pt x="12863" y="4869"/>
                    <a:pt x="12748" y="4789"/>
                    <a:pt x="12632" y="4789"/>
                  </a:cubicBezTo>
                  <a:cubicBezTo>
                    <a:pt x="12516" y="4789"/>
                    <a:pt x="12401" y="4869"/>
                    <a:pt x="12383" y="5029"/>
                  </a:cubicBezTo>
                  <a:lnTo>
                    <a:pt x="12383" y="8587"/>
                  </a:lnTo>
                  <a:lnTo>
                    <a:pt x="10888" y="8587"/>
                  </a:lnTo>
                  <a:cubicBezTo>
                    <a:pt x="10817" y="8018"/>
                    <a:pt x="10533" y="7555"/>
                    <a:pt x="10106" y="7235"/>
                  </a:cubicBezTo>
                  <a:lnTo>
                    <a:pt x="12383" y="3108"/>
                  </a:lnTo>
                  <a:lnTo>
                    <a:pt x="12383" y="3819"/>
                  </a:lnTo>
                  <a:cubicBezTo>
                    <a:pt x="12401" y="3962"/>
                    <a:pt x="12516" y="4033"/>
                    <a:pt x="12632" y="4033"/>
                  </a:cubicBezTo>
                  <a:cubicBezTo>
                    <a:pt x="12748" y="4033"/>
                    <a:pt x="12863" y="3962"/>
                    <a:pt x="12881" y="3819"/>
                  </a:cubicBezTo>
                  <a:lnTo>
                    <a:pt x="12881" y="2183"/>
                  </a:lnTo>
                  <a:lnTo>
                    <a:pt x="13913" y="368"/>
                  </a:lnTo>
                  <a:cubicBezTo>
                    <a:pt x="14013" y="193"/>
                    <a:pt x="13796" y="0"/>
                    <a:pt x="13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4816929" y="3711432"/>
              <a:ext cx="32300" cy="53108"/>
            </a:xfrm>
            <a:custGeom>
              <a:rect b="b" l="l" r="r" t="t"/>
              <a:pathLst>
                <a:path extrusionOk="0" h="2634" w="1602">
                  <a:moveTo>
                    <a:pt x="570" y="1"/>
                  </a:moveTo>
                  <a:cubicBezTo>
                    <a:pt x="249" y="1"/>
                    <a:pt x="36" y="250"/>
                    <a:pt x="0" y="535"/>
                  </a:cubicBezTo>
                  <a:lnTo>
                    <a:pt x="0" y="1033"/>
                  </a:lnTo>
                  <a:cubicBezTo>
                    <a:pt x="36" y="1317"/>
                    <a:pt x="249" y="1566"/>
                    <a:pt x="570" y="1566"/>
                  </a:cubicBezTo>
                  <a:lnTo>
                    <a:pt x="1068" y="1566"/>
                  </a:lnTo>
                  <a:lnTo>
                    <a:pt x="1068" y="1602"/>
                  </a:lnTo>
                  <a:lnTo>
                    <a:pt x="1068" y="2100"/>
                  </a:lnTo>
                  <a:lnTo>
                    <a:pt x="570" y="2100"/>
                  </a:lnTo>
                  <a:cubicBezTo>
                    <a:pt x="587" y="1958"/>
                    <a:pt x="454" y="1887"/>
                    <a:pt x="320" y="1887"/>
                  </a:cubicBezTo>
                  <a:cubicBezTo>
                    <a:pt x="187" y="1887"/>
                    <a:pt x="54" y="1958"/>
                    <a:pt x="71" y="2100"/>
                  </a:cubicBezTo>
                  <a:cubicBezTo>
                    <a:pt x="71" y="2385"/>
                    <a:pt x="320" y="2634"/>
                    <a:pt x="605" y="2634"/>
                  </a:cubicBezTo>
                  <a:lnTo>
                    <a:pt x="1068" y="2634"/>
                  </a:lnTo>
                  <a:cubicBezTo>
                    <a:pt x="1352" y="2634"/>
                    <a:pt x="1601" y="2385"/>
                    <a:pt x="1601" y="2100"/>
                  </a:cubicBezTo>
                  <a:lnTo>
                    <a:pt x="1601" y="1602"/>
                  </a:lnTo>
                  <a:cubicBezTo>
                    <a:pt x="1601" y="1317"/>
                    <a:pt x="1388" y="1068"/>
                    <a:pt x="1068" y="1068"/>
                  </a:cubicBezTo>
                  <a:lnTo>
                    <a:pt x="570" y="1068"/>
                  </a:lnTo>
                  <a:cubicBezTo>
                    <a:pt x="570" y="1068"/>
                    <a:pt x="570" y="1033"/>
                    <a:pt x="570" y="1033"/>
                  </a:cubicBezTo>
                  <a:lnTo>
                    <a:pt x="570" y="535"/>
                  </a:lnTo>
                  <a:lnTo>
                    <a:pt x="1068" y="535"/>
                  </a:lnTo>
                  <a:cubicBezTo>
                    <a:pt x="1085" y="695"/>
                    <a:pt x="1210" y="775"/>
                    <a:pt x="1335" y="775"/>
                  </a:cubicBezTo>
                  <a:cubicBezTo>
                    <a:pt x="1459" y="775"/>
                    <a:pt x="1584" y="695"/>
                    <a:pt x="1601" y="535"/>
                  </a:cubicBezTo>
                  <a:cubicBezTo>
                    <a:pt x="1601" y="250"/>
                    <a:pt x="1352" y="1"/>
                    <a:pt x="10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4738719" y="3711614"/>
              <a:ext cx="31595" cy="52745"/>
            </a:xfrm>
            <a:custGeom>
              <a:rect b="b" l="l" r="r" t="t"/>
              <a:pathLst>
                <a:path extrusionOk="0" h="2616" w="1567">
                  <a:moveTo>
                    <a:pt x="784" y="1"/>
                  </a:moveTo>
                  <a:cubicBezTo>
                    <a:pt x="392" y="1"/>
                    <a:pt x="1" y="259"/>
                    <a:pt x="1" y="775"/>
                  </a:cubicBezTo>
                  <a:lnTo>
                    <a:pt x="1" y="1842"/>
                  </a:lnTo>
                  <a:cubicBezTo>
                    <a:pt x="1" y="2358"/>
                    <a:pt x="392" y="2616"/>
                    <a:pt x="784" y="2616"/>
                  </a:cubicBezTo>
                  <a:cubicBezTo>
                    <a:pt x="1175" y="2616"/>
                    <a:pt x="1566" y="2358"/>
                    <a:pt x="1566" y="1842"/>
                  </a:cubicBezTo>
                  <a:cubicBezTo>
                    <a:pt x="1566" y="1664"/>
                    <a:pt x="1433" y="1575"/>
                    <a:pt x="1300" y="1575"/>
                  </a:cubicBezTo>
                  <a:cubicBezTo>
                    <a:pt x="1166" y="1575"/>
                    <a:pt x="1033" y="1664"/>
                    <a:pt x="1033" y="1842"/>
                  </a:cubicBezTo>
                  <a:cubicBezTo>
                    <a:pt x="1033" y="2020"/>
                    <a:pt x="899" y="2109"/>
                    <a:pt x="766" y="2109"/>
                  </a:cubicBezTo>
                  <a:cubicBezTo>
                    <a:pt x="632" y="2109"/>
                    <a:pt x="499" y="2020"/>
                    <a:pt x="499" y="1842"/>
                  </a:cubicBezTo>
                  <a:lnTo>
                    <a:pt x="499" y="775"/>
                  </a:lnTo>
                  <a:cubicBezTo>
                    <a:pt x="499" y="632"/>
                    <a:pt x="641" y="526"/>
                    <a:pt x="784" y="526"/>
                  </a:cubicBezTo>
                  <a:cubicBezTo>
                    <a:pt x="926" y="526"/>
                    <a:pt x="1033" y="632"/>
                    <a:pt x="1033" y="775"/>
                  </a:cubicBezTo>
                  <a:cubicBezTo>
                    <a:pt x="1033" y="952"/>
                    <a:pt x="1166" y="1041"/>
                    <a:pt x="1300" y="1041"/>
                  </a:cubicBezTo>
                  <a:cubicBezTo>
                    <a:pt x="1433" y="1041"/>
                    <a:pt x="1566" y="952"/>
                    <a:pt x="1566" y="775"/>
                  </a:cubicBezTo>
                  <a:cubicBezTo>
                    <a:pt x="1566" y="259"/>
                    <a:pt x="1175" y="1"/>
                    <a:pt x="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4778177" y="3712703"/>
              <a:ext cx="31595" cy="50588"/>
            </a:xfrm>
            <a:custGeom>
              <a:rect b="b" l="l" r="r" t="t"/>
              <a:pathLst>
                <a:path extrusionOk="0" h="2509" w="1567">
                  <a:moveTo>
                    <a:pt x="784" y="472"/>
                  </a:moveTo>
                  <a:cubicBezTo>
                    <a:pt x="926" y="472"/>
                    <a:pt x="1033" y="578"/>
                    <a:pt x="1033" y="721"/>
                  </a:cubicBezTo>
                  <a:lnTo>
                    <a:pt x="1033" y="1788"/>
                  </a:lnTo>
                  <a:cubicBezTo>
                    <a:pt x="1033" y="1930"/>
                    <a:pt x="926" y="2037"/>
                    <a:pt x="784" y="2037"/>
                  </a:cubicBezTo>
                  <a:cubicBezTo>
                    <a:pt x="641" y="2037"/>
                    <a:pt x="499" y="1930"/>
                    <a:pt x="499" y="1788"/>
                  </a:cubicBezTo>
                  <a:lnTo>
                    <a:pt x="499" y="721"/>
                  </a:lnTo>
                  <a:cubicBezTo>
                    <a:pt x="499" y="578"/>
                    <a:pt x="641" y="472"/>
                    <a:pt x="784" y="472"/>
                  </a:cubicBezTo>
                  <a:close/>
                  <a:moveTo>
                    <a:pt x="784" y="0"/>
                  </a:moveTo>
                  <a:cubicBezTo>
                    <a:pt x="410" y="0"/>
                    <a:pt x="36" y="240"/>
                    <a:pt x="1" y="721"/>
                  </a:cubicBezTo>
                  <a:lnTo>
                    <a:pt x="1" y="1788"/>
                  </a:lnTo>
                  <a:cubicBezTo>
                    <a:pt x="36" y="2268"/>
                    <a:pt x="410" y="2508"/>
                    <a:pt x="784" y="2508"/>
                  </a:cubicBezTo>
                  <a:cubicBezTo>
                    <a:pt x="1157" y="2508"/>
                    <a:pt x="1531" y="2268"/>
                    <a:pt x="1566" y="1788"/>
                  </a:cubicBezTo>
                  <a:lnTo>
                    <a:pt x="1566" y="721"/>
                  </a:lnTo>
                  <a:cubicBezTo>
                    <a:pt x="1531" y="240"/>
                    <a:pt x="1157"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4813340" y="3632516"/>
              <a:ext cx="32300" cy="52402"/>
            </a:xfrm>
            <a:custGeom>
              <a:rect b="b" l="l" r="r" t="t"/>
              <a:pathLst>
                <a:path extrusionOk="0" h="2599" w="1602">
                  <a:moveTo>
                    <a:pt x="534" y="1"/>
                  </a:moveTo>
                  <a:cubicBezTo>
                    <a:pt x="249" y="1"/>
                    <a:pt x="0" y="214"/>
                    <a:pt x="0" y="535"/>
                  </a:cubicBezTo>
                  <a:lnTo>
                    <a:pt x="0" y="1033"/>
                  </a:lnTo>
                  <a:cubicBezTo>
                    <a:pt x="0" y="1317"/>
                    <a:pt x="249" y="1566"/>
                    <a:pt x="534" y="1566"/>
                  </a:cubicBezTo>
                  <a:lnTo>
                    <a:pt x="1032" y="1566"/>
                  </a:lnTo>
                  <a:lnTo>
                    <a:pt x="1032" y="2065"/>
                  </a:lnTo>
                  <a:lnTo>
                    <a:pt x="1032" y="2100"/>
                  </a:lnTo>
                  <a:lnTo>
                    <a:pt x="534" y="2100"/>
                  </a:lnTo>
                  <a:lnTo>
                    <a:pt x="534" y="2065"/>
                  </a:lnTo>
                  <a:cubicBezTo>
                    <a:pt x="516" y="1904"/>
                    <a:pt x="392" y="1824"/>
                    <a:pt x="267" y="1824"/>
                  </a:cubicBezTo>
                  <a:cubicBezTo>
                    <a:pt x="143" y="1824"/>
                    <a:pt x="18" y="1904"/>
                    <a:pt x="0" y="2065"/>
                  </a:cubicBezTo>
                  <a:cubicBezTo>
                    <a:pt x="0" y="2349"/>
                    <a:pt x="249" y="2598"/>
                    <a:pt x="570" y="2598"/>
                  </a:cubicBezTo>
                  <a:lnTo>
                    <a:pt x="1032" y="2598"/>
                  </a:lnTo>
                  <a:cubicBezTo>
                    <a:pt x="1352" y="2598"/>
                    <a:pt x="1601" y="2349"/>
                    <a:pt x="1601" y="2065"/>
                  </a:cubicBezTo>
                  <a:lnTo>
                    <a:pt x="1601" y="1566"/>
                  </a:lnTo>
                  <a:cubicBezTo>
                    <a:pt x="1601" y="1282"/>
                    <a:pt x="1352" y="1033"/>
                    <a:pt x="1032" y="1033"/>
                  </a:cubicBezTo>
                  <a:lnTo>
                    <a:pt x="534" y="1033"/>
                  </a:lnTo>
                  <a:lnTo>
                    <a:pt x="534" y="535"/>
                  </a:lnTo>
                  <a:lnTo>
                    <a:pt x="1032" y="535"/>
                  </a:lnTo>
                  <a:cubicBezTo>
                    <a:pt x="1014" y="677"/>
                    <a:pt x="1157" y="748"/>
                    <a:pt x="1299" y="748"/>
                  </a:cubicBezTo>
                  <a:cubicBezTo>
                    <a:pt x="1441" y="748"/>
                    <a:pt x="1584" y="677"/>
                    <a:pt x="1566" y="535"/>
                  </a:cubicBezTo>
                  <a:cubicBezTo>
                    <a:pt x="1566" y="214"/>
                    <a:pt x="1317" y="1"/>
                    <a:pt x="9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4852798" y="3632698"/>
              <a:ext cx="10767" cy="52927"/>
            </a:xfrm>
            <a:custGeom>
              <a:rect b="b" l="l" r="r" t="t"/>
              <a:pathLst>
                <a:path extrusionOk="0" h="2625" w="534">
                  <a:moveTo>
                    <a:pt x="267" y="1"/>
                  </a:moveTo>
                  <a:cubicBezTo>
                    <a:pt x="134" y="1"/>
                    <a:pt x="0" y="81"/>
                    <a:pt x="0" y="241"/>
                  </a:cubicBezTo>
                  <a:lnTo>
                    <a:pt x="0" y="2340"/>
                  </a:lnTo>
                  <a:cubicBezTo>
                    <a:pt x="0" y="2483"/>
                    <a:pt x="107" y="2625"/>
                    <a:pt x="249" y="2625"/>
                  </a:cubicBezTo>
                  <a:cubicBezTo>
                    <a:pt x="392" y="2625"/>
                    <a:pt x="534" y="2483"/>
                    <a:pt x="534" y="2340"/>
                  </a:cubicBezTo>
                  <a:lnTo>
                    <a:pt x="534" y="241"/>
                  </a:lnTo>
                  <a:cubicBezTo>
                    <a:pt x="534" y="81"/>
                    <a:pt x="401"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4870723" y="3632516"/>
              <a:ext cx="32300" cy="53108"/>
            </a:xfrm>
            <a:custGeom>
              <a:rect b="b" l="l" r="r" t="t"/>
              <a:pathLst>
                <a:path extrusionOk="0" h="2634" w="1602">
                  <a:moveTo>
                    <a:pt x="1317" y="1"/>
                  </a:moveTo>
                  <a:cubicBezTo>
                    <a:pt x="1175" y="1"/>
                    <a:pt x="1068" y="108"/>
                    <a:pt x="1068" y="286"/>
                  </a:cubicBezTo>
                  <a:lnTo>
                    <a:pt x="1068" y="1282"/>
                  </a:lnTo>
                  <a:lnTo>
                    <a:pt x="535" y="392"/>
                  </a:lnTo>
                  <a:lnTo>
                    <a:pt x="535" y="250"/>
                  </a:lnTo>
                  <a:cubicBezTo>
                    <a:pt x="517" y="108"/>
                    <a:pt x="401" y="36"/>
                    <a:pt x="285" y="36"/>
                  </a:cubicBezTo>
                  <a:cubicBezTo>
                    <a:pt x="170" y="36"/>
                    <a:pt x="54" y="108"/>
                    <a:pt x="36" y="250"/>
                  </a:cubicBezTo>
                  <a:lnTo>
                    <a:pt x="36" y="2349"/>
                  </a:lnTo>
                  <a:cubicBezTo>
                    <a:pt x="1" y="2492"/>
                    <a:pt x="143" y="2634"/>
                    <a:pt x="285" y="2634"/>
                  </a:cubicBezTo>
                  <a:cubicBezTo>
                    <a:pt x="428" y="2634"/>
                    <a:pt x="535" y="2492"/>
                    <a:pt x="535" y="2349"/>
                  </a:cubicBezTo>
                  <a:lnTo>
                    <a:pt x="535" y="1424"/>
                  </a:lnTo>
                  <a:lnTo>
                    <a:pt x="1068" y="2314"/>
                  </a:lnTo>
                  <a:lnTo>
                    <a:pt x="1068" y="2385"/>
                  </a:lnTo>
                  <a:cubicBezTo>
                    <a:pt x="1068" y="2527"/>
                    <a:pt x="1175" y="2634"/>
                    <a:pt x="1317" y="2634"/>
                  </a:cubicBezTo>
                  <a:cubicBezTo>
                    <a:pt x="1460" y="2634"/>
                    <a:pt x="1602" y="2527"/>
                    <a:pt x="1602" y="2385"/>
                  </a:cubicBezTo>
                  <a:lnTo>
                    <a:pt x="1602" y="286"/>
                  </a:lnTo>
                  <a:cubicBezTo>
                    <a:pt x="1602" y="108"/>
                    <a:pt x="1460" y="1"/>
                    <a:pt x="1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72"/>
          <p:cNvGrpSpPr/>
          <p:nvPr/>
        </p:nvGrpSpPr>
        <p:grpSpPr>
          <a:xfrm>
            <a:off x="4494511" y="2935942"/>
            <a:ext cx="467347" cy="357280"/>
            <a:chOff x="4494511" y="2935942"/>
            <a:chExt cx="467347" cy="357280"/>
          </a:xfrm>
        </p:grpSpPr>
        <p:sp>
          <p:nvSpPr>
            <p:cNvPr id="2673" name="Google Shape;2673;p72"/>
            <p:cNvSpPr/>
            <p:nvPr/>
          </p:nvSpPr>
          <p:spPr>
            <a:xfrm>
              <a:off x="4552196" y="2940963"/>
              <a:ext cx="346533" cy="347239"/>
            </a:xfrm>
            <a:custGeom>
              <a:rect b="b" l="l" r="r" t="t"/>
              <a:pathLst>
                <a:path extrusionOk="0" h="17222" w="17187">
                  <a:moveTo>
                    <a:pt x="1" y="0"/>
                  </a:moveTo>
                  <a:lnTo>
                    <a:pt x="1" y="17221"/>
                  </a:lnTo>
                  <a:lnTo>
                    <a:pt x="17186" y="17221"/>
                  </a:lnTo>
                  <a:lnTo>
                    <a:pt x="171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4494511" y="2941668"/>
              <a:ext cx="467347" cy="350122"/>
            </a:xfrm>
            <a:custGeom>
              <a:rect b="b" l="l" r="r" t="t"/>
              <a:pathLst>
                <a:path extrusionOk="0" h="17365" w="23179">
                  <a:moveTo>
                    <a:pt x="11556" y="0"/>
                  </a:moveTo>
                  <a:cubicBezTo>
                    <a:pt x="9340" y="0"/>
                    <a:pt x="7131" y="854"/>
                    <a:pt x="5459" y="2563"/>
                  </a:cubicBezTo>
                  <a:cubicBezTo>
                    <a:pt x="1" y="8057"/>
                    <a:pt x="3864" y="17364"/>
                    <a:pt x="11562" y="17364"/>
                  </a:cubicBezTo>
                  <a:cubicBezTo>
                    <a:pt x="11592" y="17364"/>
                    <a:pt x="11621" y="17364"/>
                    <a:pt x="11650" y="17364"/>
                  </a:cubicBezTo>
                  <a:cubicBezTo>
                    <a:pt x="19443" y="17293"/>
                    <a:pt x="23179" y="7828"/>
                    <a:pt x="17592" y="2456"/>
                  </a:cubicBezTo>
                  <a:cubicBezTo>
                    <a:pt x="15903" y="819"/>
                    <a:pt x="13725" y="0"/>
                    <a:pt x="11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4577318" y="2940963"/>
              <a:ext cx="296308" cy="264008"/>
            </a:xfrm>
            <a:custGeom>
              <a:rect b="b" l="l" r="r" t="t"/>
              <a:pathLst>
                <a:path extrusionOk="0" h="13094" w="14696">
                  <a:moveTo>
                    <a:pt x="7365" y="0"/>
                  </a:moveTo>
                  <a:lnTo>
                    <a:pt x="0" y="13094"/>
                  </a:lnTo>
                  <a:lnTo>
                    <a:pt x="14695" y="13094"/>
                  </a:lnTo>
                  <a:lnTo>
                    <a:pt x="73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4546469" y="2935942"/>
              <a:ext cx="358005" cy="357280"/>
            </a:xfrm>
            <a:custGeom>
              <a:rect b="b" l="l" r="r" t="t"/>
              <a:pathLst>
                <a:path extrusionOk="0" h="17720" w="17756">
                  <a:moveTo>
                    <a:pt x="5871" y="534"/>
                  </a:moveTo>
                  <a:cubicBezTo>
                    <a:pt x="4661" y="961"/>
                    <a:pt x="3558" y="1672"/>
                    <a:pt x="2633" y="2562"/>
                  </a:cubicBezTo>
                  <a:cubicBezTo>
                    <a:pt x="2463" y="2761"/>
                    <a:pt x="2632" y="3005"/>
                    <a:pt x="2834" y="3005"/>
                  </a:cubicBezTo>
                  <a:cubicBezTo>
                    <a:pt x="2886" y="3005"/>
                    <a:pt x="2939" y="2989"/>
                    <a:pt x="2989" y="2953"/>
                  </a:cubicBezTo>
                  <a:cubicBezTo>
                    <a:pt x="4448" y="1494"/>
                    <a:pt x="6369" y="641"/>
                    <a:pt x="8433" y="534"/>
                  </a:cubicBezTo>
                  <a:lnTo>
                    <a:pt x="8433" y="534"/>
                  </a:lnTo>
                  <a:lnTo>
                    <a:pt x="3879" y="8611"/>
                  </a:lnTo>
                  <a:lnTo>
                    <a:pt x="3807" y="8611"/>
                  </a:lnTo>
                  <a:cubicBezTo>
                    <a:pt x="3665" y="8611"/>
                    <a:pt x="3558" y="8717"/>
                    <a:pt x="3558" y="8860"/>
                  </a:cubicBezTo>
                  <a:cubicBezTo>
                    <a:pt x="3558" y="8931"/>
                    <a:pt x="3594" y="9002"/>
                    <a:pt x="3665" y="9073"/>
                  </a:cubicBezTo>
                  <a:lnTo>
                    <a:pt x="1530" y="12845"/>
                  </a:lnTo>
                  <a:cubicBezTo>
                    <a:pt x="1246" y="12311"/>
                    <a:pt x="1032" y="11777"/>
                    <a:pt x="854" y="11172"/>
                  </a:cubicBezTo>
                  <a:cubicBezTo>
                    <a:pt x="676" y="10496"/>
                    <a:pt x="570" y="9820"/>
                    <a:pt x="570" y="9109"/>
                  </a:cubicBezTo>
                  <a:cubicBezTo>
                    <a:pt x="641" y="9073"/>
                    <a:pt x="712" y="8966"/>
                    <a:pt x="712" y="8860"/>
                  </a:cubicBezTo>
                  <a:cubicBezTo>
                    <a:pt x="712" y="8753"/>
                    <a:pt x="676" y="8646"/>
                    <a:pt x="570" y="8611"/>
                  </a:cubicBezTo>
                  <a:cubicBezTo>
                    <a:pt x="605" y="6903"/>
                    <a:pt x="1174" y="5230"/>
                    <a:pt x="2242" y="3843"/>
                  </a:cubicBezTo>
                  <a:cubicBezTo>
                    <a:pt x="2347" y="3633"/>
                    <a:pt x="2181" y="3442"/>
                    <a:pt x="2001" y="3442"/>
                  </a:cubicBezTo>
                  <a:cubicBezTo>
                    <a:pt x="1937" y="3442"/>
                    <a:pt x="1871" y="3466"/>
                    <a:pt x="1815" y="3523"/>
                  </a:cubicBezTo>
                  <a:cubicBezTo>
                    <a:pt x="1281" y="4234"/>
                    <a:pt x="854" y="5017"/>
                    <a:pt x="570" y="5871"/>
                  </a:cubicBezTo>
                  <a:lnTo>
                    <a:pt x="570" y="534"/>
                  </a:lnTo>
                  <a:close/>
                  <a:moveTo>
                    <a:pt x="9322" y="534"/>
                  </a:moveTo>
                  <a:lnTo>
                    <a:pt x="9322" y="534"/>
                  </a:lnTo>
                  <a:cubicBezTo>
                    <a:pt x="9963" y="569"/>
                    <a:pt x="10603" y="676"/>
                    <a:pt x="11208" y="854"/>
                  </a:cubicBezTo>
                  <a:cubicBezTo>
                    <a:pt x="13984" y="1601"/>
                    <a:pt x="16154" y="3772"/>
                    <a:pt x="16901" y="6547"/>
                  </a:cubicBezTo>
                  <a:cubicBezTo>
                    <a:pt x="17079" y="7223"/>
                    <a:pt x="17186" y="7935"/>
                    <a:pt x="17221" y="8611"/>
                  </a:cubicBezTo>
                  <a:cubicBezTo>
                    <a:pt x="17115" y="8682"/>
                    <a:pt x="17043" y="8753"/>
                    <a:pt x="17043" y="8860"/>
                  </a:cubicBezTo>
                  <a:cubicBezTo>
                    <a:pt x="17043" y="8966"/>
                    <a:pt x="17115" y="9073"/>
                    <a:pt x="17221" y="9109"/>
                  </a:cubicBezTo>
                  <a:cubicBezTo>
                    <a:pt x="17186" y="10390"/>
                    <a:pt x="16830" y="11671"/>
                    <a:pt x="16225" y="12809"/>
                  </a:cubicBezTo>
                  <a:lnTo>
                    <a:pt x="14126" y="9073"/>
                  </a:lnTo>
                  <a:cubicBezTo>
                    <a:pt x="14197" y="9038"/>
                    <a:pt x="14233" y="8931"/>
                    <a:pt x="14233" y="8860"/>
                  </a:cubicBezTo>
                  <a:cubicBezTo>
                    <a:pt x="14233" y="8717"/>
                    <a:pt x="14090" y="8611"/>
                    <a:pt x="13948" y="8611"/>
                  </a:cubicBezTo>
                  <a:lnTo>
                    <a:pt x="13877" y="8611"/>
                  </a:lnTo>
                  <a:lnTo>
                    <a:pt x="11849" y="5017"/>
                  </a:lnTo>
                  <a:cubicBezTo>
                    <a:pt x="11803" y="4948"/>
                    <a:pt x="11727" y="4909"/>
                    <a:pt x="11641" y="4909"/>
                  </a:cubicBezTo>
                  <a:cubicBezTo>
                    <a:pt x="11594" y="4909"/>
                    <a:pt x="11543" y="4921"/>
                    <a:pt x="11493" y="4946"/>
                  </a:cubicBezTo>
                  <a:cubicBezTo>
                    <a:pt x="11351" y="4981"/>
                    <a:pt x="11315" y="5159"/>
                    <a:pt x="11386" y="5266"/>
                  </a:cubicBezTo>
                  <a:lnTo>
                    <a:pt x="15763" y="13094"/>
                  </a:lnTo>
                  <a:lnTo>
                    <a:pt x="1993" y="13094"/>
                  </a:lnTo>
                  <a:lnTo>
                    <a:pt x="8646" y="1245"/>
                  </a:lnTo>
                  <a:lnTo>
                    <a:pt x="8646" y="1672"/>
                  </a:lnTo>
                  <a:cubicBezTo>
                    <a:pt x="8664" y="1815"/>
                    <a:pt x="8780" y="1886"/>
                    <a:pt x="8895" y="1886"/>
                  </a:cubicBezTo>
                  <a:cubicBezTo>
                    <a:pt x="9011" y="1886"/>
                    <a:pt x="9127" y="1815"/>
                    <a:pt x="9145" y="1672"/>
                  </a:cubicBezTo>
                  <a:lnTo>
                    <a:pt x="9145" y="1245"/>
                  </a:lnTo>
                  <a:lnTo>
                    <a:pt x="10817" y="4234"/>
                  </a:lnTo>
                  <a:cubicBezTo>
                    <a:pt x="10867" y="4295"/>
                    <a:pt x="10935" y="4321"/>
                    <a:pt x="11003" y="4321"/>
                  </a:cubicBezTo>
                  <a:cubicBezTo>
                    <a:pt x="11174" y="4321"/>
                    <a:pt x="11346" y="4153"/>
                    <a:pt x="11244" y="3950"/>
                  </a:cubicBezTo>
                  <a:lnTo>
                    <a:pt x="9322" y="534"/>
                  </a:lnTo>
                  <a:close/>
                  <a:moveTo>
                    <a:pt x="534" y="11920"/>
                  </a:moveTo>
                  <a:cubicBezTo>
                    <a:pt x="1423" y="14375"/>
                    <a:pt x="3345" y="16332"/>
                    <a:pt x="5836" y="17186"/>
                  </a:cubicBezTo>
                  <a:lnTo>
                    <a:pt x="534" y="17186"/>
                  </a:lnTo>
                  <a:lnTo>
                    <a:pt x="534" y="11920"/>
                  </a:lnTo>
                  <a:close/>
                  <a:moveTo>
                    <a:pt x="15763" y="13592"/>
                  </a:moveTo>
                  <a:cubicBezTo>
                    <a:pt x="14233" y="15798"/>
                    <a:pt x="11778" y="17114"/>
                    <a:pt x="9109" y="17186"/>
                  </a:cubicBezTo>
                  <a:cubicBezTo>
                    <a:pt x="9073" y="17114"/>
                    <a:pt x="9002" y="17043"/>
                    <a:pt x="8895" y="17043"/>
                  </a:cubicBezTo>
                  <a:cubicBezTo>
                    <a:pt x="8753" y="17043"/>
                    <a:pt x="8682" y="17114"/>
                    <a:pt x="8646" y="17186"/>
                  </a:cubicBezTo>
                  <a:cubicBezTo>
                    <a:pt x="7935" y="17186"/>
                    <a:pt x="7223" y="17079"/>
                    <a:pt x="6547" y="16901"/>
                  </a:cubicBezTo>
                  <a:cubicBezTo>
                    <a:pt x="4661" y="16367"/>
                    <a:pt x="3025" y="15229"/>
                    <a:pt x="1957" y="13592"/>
                  </a:cubicBezTo>
                  <a:lnTo>
                    <a:pt x="8611" y="13592"/>
                  </a:lnTo>
                  <a:lnTo>
                    <a:pt x="8611" y="13948"/>
                  </a:lnTo>
                  <a:cubicBezTo>
                    <a:pt x="8629" y="14108"/>
                    <a:pt x="8753" y="14188"/>
                    <a:pt x="8878" y="14188"/>
                  </a:cubicBezTo>
                  <a:cubicBezTo>
                    <a:pt x="9002" y="14188"/>
                    <a:pt x="9127" y="14108"/>
                    <a:pt x="9145" y="13948"/>
                  </a:cubicBezTo>
                  <a:lnTo>
                    <a:pt x="9145" y="13592"/>
                  </a:lnTo>
                  <a:close/>
                  <a:moveTo>
                    <a:pt x="17221" y="11848"/>
                  </a:moveTo>
                  <a:lnTo>
                    <a:pt x="17221" y="17186"/>
                  </a:lnTo>
                  <a:lnTo>
                    <a:pt x="11884" y="17186"/>
                  </a:lnTo>
                  <a:cubicBezTo>
                    <a:pt x="14375" y="16296"/>
                    <a:pt x="16332" y="14339"/>
                    <a:pt x="17221" y="11848"/>
                  </a:cubicBezTo>
                  <a:close/>
                  <a:moveTo>
                    <a:pt x="285" y="0"/>
                  </a:moveTo>
                  <a:cubicBezTo>
                    <a:pt x="143" y="0"/>
                    <a:pt x="0" y="107"/>
                    <a:pt x="0" y="249"/>
                  </a:cubicBezTo>
                  <a:lnTo>
                    <a:pt x="0" y="17470"/>
                  </a:lnTo>
                  <a:cubicBezTo>
                    <a:pt x="0" y="17612"/>
                    <a:pt x="143" y="17719"/>
                    <a:pt x="285" y="17719"/>
                  </a:cubicBezTo>
                  <a:lnTo>
                    <a:pt x="17470" y="17719"/>
                  </a:lnTo>
                  <a:cubicBezTo>
                    <a:pt x="17613" y="17719"/>
                    <a:pt x="17755" y="17612"/>
                    <a:pt x="17755" y="17470"/>
                  </a:cubicBezTo>
                  <a:lnTo>
                    <a:pt x="17755" y="249"/>
                  </a:lnTo>
                  <a:cubicBezTo>
                    <a:pt x="17755" y="107"/>
                    <a:pt x="17613" y="0"/>
                    <a:pt x="17470" y="0"/>
                  </a:cubicBezTo>
                  <a:lnTo>
                    <a:pt x="14588" y="0"/>
                  </a:lnTo>
                  <a:cubicBezTo>
                    <a:pt x="14268" y="36"/>
                    <a:pt x="14268" y="498"/>
                    <a:pt x="14588" y="534"/>
                  </a:cubicBezTo>
                  <a:lnTo>
                    <a:pt x="17221" y="534"/>
                  </a:lnTo>
                  <a:lnTo>
                    <a:pt x="17221" y="5800"/>
                  </a:lnTo>
                  <a:cubicBezTo>
                    <a:pt x="16367" y="3345"/>
                    <a:pt x="14411" y="1388"/>
                    <a:pt x="11955" y="534"/>
                  </a:cubicBezTo>
                  <a:lnTo>
                    <a:pt x="13379" y="534"/>
                  </a:lnTo>
                  <a:cubicBezTo>
                    <a:pt x="13663" y="463"/>
                    <a:pt x="13663" y="36"/>
                    <a:pt x="1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4741038" y="3109521"/>
              <a:ext cx="18348" cy="10827"/>
            </a:xfrm>
            <a:custGeom>
              <a:rect b="b" l="l" r="r" t="t"/>
              <a:pathLst>
                <a:path extrusionOk="0" h="537" w="910">
                  <a:moveTo>
                    <a:pt x="254" y="0"/>
                  </a:moveTo>
                  <a:cubicBezTo>
                    <a:pt x="1" y="0"/>
                    <a:pt x="1" y="537"/>
                    <a:pt x="254" y="537"/>
                  </a:cubicBezTo>
                  <a:cubicBezTo>
                    <a:pt x="261" y="537"/>
                    <a:pt x="269" y="536"/>
                    <a:pt x="277" y="535"/>
                  </a:cubicBezTo>
                  <a:lnTo>
                    <a:pt x="633" y="535"/>
                  </a:lnTo>
                  <a:cubicBezTo>
                    <a:pt x="641" y="536"/>
                    <a:pt x="649" y="537"/>
                    <a:pt x="657" y="537"/>
                  </a:cubicBezTo>
                  <a:cubicBezTo>
                    <a:pt x="910" y="537"/>
                    <a:pt x="910" y="0"/>
                    <a:pt x="657" y="0"/>
                  </a:cubicBezTo>
                  <a:cubicBezTo>
                    <a:pt x="649" y="0"/>
                    <a:pt x="641" y="1"/>
                    <a:pt x="633" y="2"/>
                  </a:cubicBezTo>
                  <a:lnTo>
                    <a:pt x="277" y="2"/>
                  </a:lnTo>
                  <a:cubicBezTo>
                    <a:pt x="269" y="1"/>
                    <a:pt x="261" y="0"/>
                    <a:pt x="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4567438" y="3109521"/>
              <a:ext cx="19215" cy="10827"/>
            </a:xfrm>
            <a:custGeom>
              <a:rect b="b" l="l" r="r" t="t"/>
              <a:pathLst>
                <a:path extrusionOk="0" h="537" w="953">
                  <a:moveTo>
                    <a:pt x="286" y="0"/>
                  </a:moveTo>
                  <a:cubicBezTo>
                    <a:pt x="1" y="0"/>
                    <a:pt x="1" y="537"/>
                    <a:pt x="286" y="537"/>
                  </a:cubicBezTo>
                  <a:cubicBezTo>
                    <a:pt x="294" y="537"/>
                    <a:pt x="303" y="536"/>
                    <a:pt x="312" y="535"/>
                  </a:cubicBezTo>
                  <a:lnTo>
                    <a:pt x="633" y="535"/>
                  </a:lnTo>
                  <a:cubicBezTo>
                    <a:pt x="953" y="464"/>
                    <a:pt x="953" y="37"/>
                    <a:pt x="633" y="2"/>
                  </a:cubicBezTo>
                  <a:lnTo>
                    <a:pt x="312" y="2"/>
                  </a:lnTo>
                  <a:cubicBezTo>
                    <a:pt x="303" y="1"/>
                    <a:pt x="294" y="0"/>
                    <a:pt x="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4865158" y="3109521"/>
              <a:ext cx="18509" cy="10827"/>
            </a:xfrm>
            <a:custGeom>
              <a:rect b="b" l="l" r="r" t="t"/>
              <a:pathLst>
                <a:path extrusionOk="0" h="537" w="918">
                  <a:moveTo>
                    <a:pt x="253" y="0"/>
                  </a:moveTo>
                  <a:cubicBezTo>
                    <a:pt x="0" y="0"/>
                    <a:pt x="0" y="537"/>
                    <a:pt x="253" y="537"/>
                  </a:cubicBezTo>
                  <a:cubicBezTo>
                    <a:pt x="261" y="537"/>
                    <a:pt x="269" y="536"/>
                    <a:pt x="277" y="535"/>
                  </a:cubicBezTo>
                  <a:lnTo>
                    <a:pt x="633" y="535"/>
                  </a:lnTo>
                  <a:cubicBezTo>
                    <a:pt x="917" y="464"/>
                    <a:pt x="917" y="37"/>
                    <a:pt x="633" y="2"/>
                  </a:cubicBezTo>
                  <a:lnTo>
                    <a:pt x="277" y="2"/>
                  </a:lnTo>
                  <a:cubicBezTo>
                    <a:pt x="269" y="1"/>
                    <a:pt x="261" y="0"/>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4722528" y="3109320"/>
              <a:ext cx="11916" cy="10444"/>
            </a:xfrm>
            <a:custGeom>
              <a:rect b="b" l="l" r="r" t="t"/>
              <a:pathLst>
                <a:path extrusionOk="0" h="518" w="591">
                  <a:moveTo>
                    <a:pt x="335" y="0"/>
                  </a:moveTo>
                  <a:cubicBezTo>
                    <a:pt x="129" y="0"/>
                    <a:pt x="1" y="244"/>
                    <a:pt x="128" y="403"/>
                  </a:cubicBezTo>
                  <a:cubicBezTo>
                    <a:pt x="181" y="482"/>
                    <a:pt x="258" y="517"/>
                    <a:pt x="335" y="517"/>
                  </a:cubicBezTo>
                  <a:cubicBezTo>
                    <a:pt x="464" y="517"/>
                    <a:pt x="590" y="417"/>
                    <a:pt x="590" y="261"/>
                  </a:cubicBezTo>
                  <a:cubicBezTo>
                    <a:pt x="590" y="154"/>
                    <a:pt x="519" y="47"/>
                    <a:pt x="413" y="12"/>
                  </a:cubicBezTo>
                  <a:cubicBezTo>
                    <a:pt x="386" y="4"/>
                    <a:pt x="360"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4666457" y="3109521"/>
              <a:ext cx="18328" cy="10827"/>
            </a:xfrm>
            <a:custGeom>
              <a:rect b="b" l="l" r="r" t="t"/>
              <a:pathLst>
                <a:path extrusionOk="0" h="537" w="909">
                  <a:moveTo>
                    <a:pt x="285" y="0"/>
                  </a:moveTo>
                  <a:cubicBezTo>
                    <a:pt x="0" y="0"/>
                    <a:pt x="0" y="537"/>
                    <a:pt x="285" y="537"/>
                  </a:cubicBezTo>
                  <a:cubicBezTo>
                    <a:pt x="293" y="537"/>
                    <a:pt x="302" y="536"/>
                    <a:pt x="311" y="535"/>
                  </a:cubicBezTo>
                  <a:lnTo>
                    <a:pt x="632" y="535"/>
                  </a:lnTo>
                  <a:cubicBezTo>
                    <a:pt x="640" y="536"/>
                    <a:pt x="648" y="537"/>
                    <a:pt x="655" y="537"/>
                  </a:cubicBezTo>
                  <a:cubicBezTo>
                    <a:pt x="908" y="537"/>
                    <a:pt x="908" y="0"/>
                    <a:pt x="655" y="0"/>
                  </a:cubicBezTo>
                  <a:cubicBezTo>
                    <a:pt x="648" y="0"/>
                    <a:pt x="640" y="1"/>
                    <a:pt x="632" y="2"/>
                  </a:cubicBezTo>
                  <a:lnTo>
                    <a:pt x="311" y="2"/>
                  </a:lnTo>
                  <a:cubicBezTo>
                    <a:pt x="302" y="1"/>
                    <a:pt x="293"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4690672" y="3109541"/>
              <a:ext cx="19376" cy="10787"/>
            </a:xfrm>
            <a:custGeom>
              <a:rect b="b" l="l" r="r" t="t"/>
              <a:pathLst>
                <a:path extrusionOk="0" h="535" w="961">
                  <a:moveTo>
                    <a:pt x="320" y="1"/>
                  </a:moveTo>
                  <a:cubicBezTo>
                    <a:pt x="0" y="36"/>
                    <a:pt x="0" y="463"/>
                    <a:pt x="320" y="534"/>
                  </a:cubicBezTo>
                  <a:lnTo>
                    <a:pt x="676" y="534"/>
                  </a:lnTo>
                  <a:cubicBezTo>
                    <a:pt x="961" y="463"/>
                    <a:pt x="961" y="36"/>
                    <a:pt x="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4840035" y="3109521"/>
              <a:ext cx="18368" cy="10827"/>
            </a:xfrm>
            <a:custGeom>
              <a:rect b="b" l="l" r="r" t="t"/>
              <a:pathLst>
                <a:path extrusionOk="0" h="537" w="911">
                  <a:moveTo>
                    <a:pt x="254" y="0"/>
                  </a:moveTo>
                  <a:cubicBezTo>
                    <a:pt x="1" y="0"/>
                    <a:pt x="1" y="537"/>
                    <a:pt x="254" y="537"/>
                  </a:cubicBezTo>
                  <a:cubicBezTo>
                    <a:pt x="261" y="537"/>
                    <a:pt x="269" y="536"/>
                    <a:pt x="277" y="535"/>
                  </a:cubicBezTo>
                  <a:lnTo>
                    <a:pt x="633" y="535"/>
                  </a:lnTo>
                  <a:cubicBezTo>
                    <a:pt x="641" y="536"/>
                    <a:pt x="649" y="537"/>
                    <a:pt x="657" y="537"/>
                  </a:cubicBezTo>
                  <a:cubicBezTo>
                    <a:pt x="910" y="537"/>
                    <a:pt x="910" y="0"/>
                    <a:pt x="657" y="0"/>
                  </a:cubicBezTo>
                  <a:cubicBezTo>
                    <a:pt x="649" y="0"/>
                    <a:pt x="641" y="1"/>
                    <a:pt x="633" y="2"/>
                  </a:cubicBezTo>
                  <a:lnTo>
                    <a:pt x="277" y="2"/>
                  </a:lnTo>
                  <a:cubicBezTo>
                    <a:pt x="269" y="1"/>
                    <a:pt x="261" y="0"/>
                    <a:pt x="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4642040" y="3109521"/>
              <a:ext cx="18348" cy="10827"/>
            </a:xfrm>
            <a:custGeom>
              <a:rect b="b" l="l" r="r" t="t"/>
              <a:pathLst>
                <a:path extrusionOk="0" h="537" w="910">
                  <a:moveTo>
                    <a:pt x="253" y="0"/>
                  </a:moveTo>
                  <a:cubicBezTo>
                    <a:pt x="0" y="0"/>
                    <a:pt x="0" y="537"/>
                    <a:pt x="253" y="537"/>
                  </a:cubicBezTo>
                  <a:cubicBezTo>
                    <a:pt x="261" y="537"/>
                    <a:pt x="269" y="536"/>
                    <a:pt x="277" y="535"/>
                  </a:cubicBezTo>
                  <a:lnTo>
                    <a:pt x="633" y="535"/>
                  </a:lnTo>
                  <a:cubicBezTo>
                    <a:pt x="641" y="536"/>
                    <a:pt x="649" y="537"/>
                    <a:pt x="657" y="537"/>
                  </a:cubicBezTo>
                  <a:cubicBezTo>
                    <a:pt x="910" y="537"/>
                    <a:pt x="910" y="0"/>
                    <a:pt x="657" y="0"/>
                  </a:cubicBezTo>
                  <a:cubicBezTo>
                    <a:pt x="649" y="0"/>
                    <a:pt x="641" y="1"/>
                    <a:pt x="633" y="2"/>
                  </a:cubicBezTo>
                  <a:lnTo>
                    <a:pt x="277" y="2"/>
                  </a:lnTo>
                  <a:cubicBezTo>
                    <a:pt x="269" y="1"/>
                    <a:pt x="261" y="0"/>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4592379" y="3109541"/>
              <a:ext cx="19396" cy="10787"/>
            </a:xfrm>
            <a:custGeom>
              <a:rect b="b" l="l" r="r" t="t"/>
              <a:pathLst>
                <a:path extrusionOk="0" h="535" w="962">
                  <a:moveTo>
                    <a:pt x="285" y="1"/>
                  </a:moveTo>
                  <a:cubicBezTo>
                    <a:pt x="0" y="36"/>
                    <a:pt x="0" y="463"/>
                    <a:pt x="285" y="534"/>
                  </a:cubicBezTo>
                  <a:lnTo>
                    <a:pt x="641" y="534"/>
                  </a:lnTo>
                  <a:cubicBezTo>
                    <a:pt x="961" y="463"/>
                    <a:pt x="961" y="36"/>
                    <a:pt x="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4790375" y="3109541"/>
              <a:ext cx="18670" cy="10787"/>
            </a:xfrm>
            <a:custGeom>
              <a:rect b="b" l="l" r="r" t="t"/>
              <a:pathLst>
                <a:path extrusionOk="0" h="535" w="926">
                  <a:moveTo>
                    <a:pt x="285" y="1"/>
                  </a:moveTo>
                  <a:cubicBezTo>
                    <a:pt x="1" y="36"/>
                    <a:pt x="1" y="463"/>
                    <a:pt x="285" y="534"/>
                  </a:cubicBezTo>
                  <a:lnTo>
                    <a:pt x="641" y="534"/>
                  </a:lnTo>
                  <a:cubicBezTo>
                    <a:pt x="926" y="463"/>
                    <a:pt x="926" y="36"/>
                    <a:pt x="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4766704" y="3109541"/>
              <a:ext cx="18670" cy="10182"/>
            </a:xfrm>
            <a:custGeom>
              <a:rect b="b" l="l" r="r" t="t"/>
              <a:pathLst>
                <a:path extrusionOk="0" h="505" w="926">
                  <a:moveTo>
                    <a:pt x="250" y="1"/>
                  </a:moveTo>
                  <a:cubicBezTo>
                    <a:pt x="107" y="1"/>
                    <a:pt x="1" y="107"/>
                    <a:pt x="1" y="250"/>
                  </a:cubicBezTo>
                  <a:cubicBezTo>
                    <a:pt x="1" y="377"/>
                    <a:pt x="86" y="504"/>
                    <a:pt x="206" y="504"/>
                  </a:cubicBezTo>
                  <a:cubicBezTo>
                    <a:pt x="220" y="504"/>
                    <a:pt x="235" y="502"/>
                    <a:pt x="250" y="499"/>
                  </a:cubicBezTo>
                  <a:lnTo>
                    <a:pt x="605" y="499"/>
                  </a:lnTo>
                  <a:cubicBezTo>
                    <a:pt x="926" y="463"/>
                    <a:pt x="926" y="36"/>
                    <a:pt x="6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4719726" y="3057179"/>
              <a:ext cx="11493" cy="16513"/>
            </a:xfrm>
            <a:custGeom>
              <a:rect b="b" l="l" r="r" t="t"/>
              <a:pathLst>
                <a:path extrusionOk="0" h="819" w="570">
                  <a:moveTo>
                    <a:pt x="285" y="0"/>
                  </a:moveTo>
                  <a:cubicBezTo>
                    <a:pt x="142" y="0"/>
                    <a:pt x="0" y="71"/>
                    <a:pt x="18" y="214"/>
                  </a:cubicBezTo>
                  <a:lnTo>
                    <a:pt x="18" y="569"/>
                  </a:lnTo>
                  <a:cubicBezTo>
                    <a:pt x="18" y="712"/>
                    <a:pt x="125" y="819"/>
                    <a:pt x="302" y="819"/>
                  </a:cubicBezTo>
                  <a:cubicBezTo>
                    <a:pt x="445" y="819"/>
                    <a:pt x="552" y="712"/>
                    <a:pt x="552" y="569"/>
                  </a:cubicBezTo>
                  <a:lnTo>
                    <a:pt x="552" y="214"/>
                  </a:lnTo>
                  <a:cubicBezTo>
                    <a:pt x="569" y="71"/>
                    <a:pt x="427"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4719726" y="3032783"/>
              <a:ext cx="11493" cy="16513"/>
            </a:xfrm>
            <a:custGeom>
              <a:rect b="b" l="l" r="r" t="t"/>
              <a:pathLst>
                <a:path extrusionOk="0" h="819" w="570">
                  <a:moveTo>
                    <a:pt x="285" y="0"/>
                  </a:moveTo>
                  <a:cubicBezTo>
                    <a:pt x="142" y="0"/>
                    <a:pt x="0" y="72"/>
                    <a:pt x="18" y="214"/>
                  </a:cubicBezTo>
                  <a:lnTo>
                    <a:pt x="18" y="534"/>
                  </a:lnTo>
                  <a:cubicBezTo>
                    <a:pt x="18" y="676"/>
                    <a:pt x="125" y="819"/>
                    <a:pt x="302" y="819"/>
                  </a:cubicBezTo>
                  <a:cubicBezTo>
                    <a:pt x="445" y="819"/>
                    <a:pt x="552" y="676"/>
                    <a:pt x="552" y="534"/>
                  </a:cubicBezTo>
                  <a:lnTo>
                    <a:pt x="552" y="214"/>
                  </a:lnTo>
                  <a:cubicBezTo>
                    <a:pt x="569" y="72"/>
                    <a:pt x="427"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4720069" y="2982739"/>
              <a:ext cx="10787" cy="17057"/>
            </a:xfrm>
            <a:custGeom>
              <a:rect b="b" l="l" r="r" t="t"/>
              <a:pathLst>
                <a:path extrusionOk="0" h="846" w="535">
                  <a:moveTo>
                    <a:pt x="268" y="1"/>
                  </a:moveTo>
                  <a:cubicBezTo>
                    <a:pt x="143" y="1"/>
                    <a:pt x="19" y="81"/>
                    <a:pt x="1" y="241"/>
                  </a:cubicBezTo>
                  <a:lnTo>
                    <a:pt x="1" y="561"/>
                  </a:lnTo>
                  <a:cubicBezTo>
                    <a:pt x="1" y="703"/>
                    <a:pt x="108" y="846"/>
                    <a:pt x="285" y="846"/>
                  </a:cubicBezTo>
                  <a:cubicBezTo>
                    <a:pt x="428" y="846"/>
                    <a:pt x="535" y="703"/>
                    <a:pt x="535" y="561"/>
                  </a:cubicBezTo>
                  <a:lnTo>
                    <a:pt x="535" y="241"/>
                  </a:lnTo>
                  <a:cubicBezTo>
                    <a:pt x="517" y="81"/>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4720069" y="3082282"/>
              <a:ext cx="10787" cy="16513"/>
            </a:xfrm>
            <a:custGeom>
              <a:rect b="b" l="l" r="r" t="t"/>
              <a:pathLst>
                <a:path extrusionOk="0" h="819" w="535">
                  <a:moveTo>
                    <a:pt x="268" y="1"/>
                  </a:moveTo>
                  <a:cubicBezTo>
                    <a:pt x="143" y="1"/>
                    <a:pt x="19" y="72"/>
                    <a:pt x="1" y="214"/>
                  </a:cubicBezTo>
                  <a:lnTo>
                    <a:pt x="1" y="570"/>
                  </a:lnTo>
                  <a:cubicBezTo>
                    <a:pt x="1" y="712"/>
                    <a:pt x="108" y="819"/>
                    <a:pt x="285" y="819"/>
                  </a:cubicBezTo>
                  <a:cubicBezTo>
                    <a:pt x="428" y="819"/>
                    <a:pt x="535" y="712"/>
                    <a:pt x="535" y="570"/>
                  </a:cubicBezTo>
                  <a:lnTo>
                    <a:pt x="535" y="214"/>
                  </a:lnTo>
                  <a:cubicBezTo>
                    <a:pt x="517" y="72"/>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4720069" y="3007680"/>
              <a:ext cx="10787" cy="16513"/>
            </a:xfrm>
            <a:custGeom>
              <a:rect b="b" l="l" r="r" t="t"/>
              <a:pathLst>
                <a:path extrusionOk="0" h="819" w="535">
                  <a:moveTo>
                    <a:pt x="268" y="0"/>
                  </a:moveTo>
                  <a:cubicBezTo>
                    <a:pt x="143" y="0"/>
                    <a:pt x="19" y="71"/>
                    <a:pt x="1" y="214"/>
                  </a:cubicBezTo>
                  <a:lnTo>
                    <a:pt x="1" y="569"/>
                  </a:lnTo>
                  <a:cubicBezTo>
                    <a:pt x="1" y="712"/>
                    <a:pt x="108" y="818"/>
                    <a:pt x="285" y="818"/>
                  </a:cubicBezTo>
                  <a:cubicBezTo>
                    <a:pt x="428" y="818"/>
                    <a:pt x="535" y="712"/>
                    <a:pt x="535" y="569"/>
                  </a:cubicBezTo>
                  <a:lnTo>
                    <a:pt x="535" y="214"/>
                  </a:lnTo>
                  <a:cubicBezTo>
                    <a:pt x="517" y="71"/>
                    <a:pt x="392"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4720069" y="3254449"/>
              <a:ext cx="10787" cy="17057"/>
            </a:xfrm>
            <a:custGeom>
              <a:rect b="b" l="l" r="r" t="t"/>
              <a:pathLst>
                <a:path extrusionOk="0" h="846" w="535">
                  <a:moveTo>
                    <a:pt x="285" y="1"/>
                  </a:moveTo>
                  <a:cubicBezTo>
                    <a:pt x="108" y="1"/>
                    <a:pt x="1" y="143"/>
                    <a:pt x="1" y="286"/>
                  </a:cubicBezTo>
                  <a:lnTo>
                    <a:pt x="1" y="606"/>
                  </a:lnTo>
                  <a:cubicBezTo>
                    <a:pt x="19" y="766"/>
                    <a:pt x="143" y="846"/>
                    <a:pt x="268" y="846"/>
                  </a:cubicBezTo>
                  <a:cubicBezTo>
                    <a:pt x="392" y="846"/>
                    <a:pt x="517" y="766"/>
                    <a:pt x="535" y="606"/>
                  </a:cubicBezTo>
                  <a:lnTo>
                    <a:pt x="535" y="286"/>
                  </a:lnTo>
                  <a:cubicBezTo>
                    <a:pt x="535" y="143"/>
                    <a:pt x="428" y="36"/>
                    <a:pt x="285" y="36"/>
                  </a:cubicBezTo>
                  <a:lnTo>
                    <a:pt x="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4719726" y="3230073"/>
              <a:ext cx="11493" cy="16513"/>
            </a:xfrm>
            <a:custGeom>
              <a:rect b="b" l="l" r="r" t="t"/>
              <a:pathLst>
                <a:path extrusionOk="0" h="819" w="570">
                  <a:moveTo>
                    <a:pt x="302" y="0"/>
                  </a:moveTo>
                  <a:cubicBezTo>
                    <a:pt x="125" y="0"/>
                    <a:pt x="18" y="107"/>
                    <a:pt x="18" y="249"/>
                  </a:cubicBezTo>
                  <a:lnTo>
                    <a:pt x="18" y="605"/>
                  </a:lnTo>
                  <a:cubicBezTo>
                    <a:pt x="0" y="747"/>
                    <a:pt x="142" y="818"/>
                    <a:pt x="285" y="818"/>
                  </a:cubicBezTo>
                  <a:cubicBezTo>
                    <a:pt x="427" y="818"/>
                    <a:pt x="569" y="747"/>
                    <a:pt x="552" y="605"/>
                  </a:cubicBezTo>
                  <a:lnTo>
                    <a:pt x="552" y="285"/>
                  </a:lnTo>
                  <a:cubicBezTo>
                    <a:pt x="552" y="107"/>
                    <a:pt x="445"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4719726" y="3131075"/>
              <a:ext cx="11493" cy="16332"/>
            </a:xfrm>
            <a:custGeom>
              <a:rect b="b" l="l" r="r" t="t"/>
              <a:pathLst>
                <a:path extrusionOk="0" h="810" w="570">
                  <a:moveTo>
                    <a:pt x="302" y="0"/>
                  </a:moveTo>
                  <a:cubicBezTo>
                    <a:pt x="125" y="0"/>
                    <a:pt x="18" y="107"/>
                    <a:pt x="18" y="249"/>
                  </a:cubicBezTo>
                  <a:lnTo>
                    <a:pt x="18" y="569"/>
                  </a:lnTo>
                  <a:cubicBezTo>
                    <a:pt x="0" y="729"/>
                    <a:pt x="142" y="809"/>
                    <a:pt x="285" y="809"/>
                  </a:cubicBezTo>
                  <a:cubicBezTo>
                    <a:pt x="427" y="809"/>
                    <a:pt x="569" y="729"/>
                    <a:pt x="552" y="569"/>
                  </a:cubicBezTo>
                  <a:lnTo>
                    <a:pt x="552" y="249"/>
                  </a:lnTo>
                  <a:cubicBezTo>
                    <a:pt x="552" y="107"/>
                    <a:pt x="445"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4720069" y="3155451"/>
              <a:ext cx="10787" cy="17057"/>
            </a:xfrm>
            <a:custGeom>
              <a:rect b="b" l="l" r="r" t="t"/>
              <a:pathLst>
                <a:path extrusionOk="0" h="846" w="535">
                  <a:moveTo>
                    <a:pt x="285" y="1"/>
                  </a:moveTo>
                  <a:cubicBezTo>
                    <a:pt x="108" y="1"/>
                    <a:pt x="1" y="107"/>
                    <a:pt x="1" y="250"/>
                  </a:cubicBezTo>
                  <a:lnTo>
                    <a:pt x="1" y="606"/>
                  </a:lnTo>
                  <a:cubicBezTo>
                    <a:pt x="19" y="766"/>
                    <a:pt x="143" y="846"/>
                    <a:pt x="268" y="846"/>
                  </a:cubicBezTo>
                  <a:cubicBezTo>
                    <a:pt x="392" y="846"/>
                    <a:pt x="517" y="766"/>
                    <a:pt x="535" y="606"/>
                  </a:cubicBezTo>
                  <a:lnTo>
                    <a:pt x="535" y="250"/>
                  </a:lnTo>
                  <a:cubicBezTo>
                    <a:pt x="535" y="107"/>
                    <a:pt x="42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4719726" y="3180574"/>
              <a:ext cx="11493" cy="11311"/>
            </a:xfrm>
            <a:custGeom>
              <a:rect b="b" l="l" r="r" t="t"/>
              <a:pathLst>
                <a:path extrusionOk="0" h="561" w="570">
                  <a:moveTo>
                    <a:pt x="302" y="0"/>
                  </a:moveTo>
                  <a:cubicBezTo>
                    <a:pt x="125" y="0"/>
                    <a:pt x="18" y="107"/>
                    <a:pt x="18" y="249"/>
                  </a:cubicBezTo>
                  <a:lnTo>
                    <a:pt x="18" y="320"/>
                  </a:lnTo>
                  <a:cubicBezTo>
                    <a:pt x="0" y="480"/>
                    <a:pt x="142" y="560"/>
                    <a:pt x="285" y="560"/>
                  </a:cubicBezTo>
                  <a:cubicBezTo>
                    <a:pt x="427" y="560"/>
                    <a:pt x="569" y="480"/>
                    <a:pt x="552" y="320"/>
                  </a:cubicBezTo>
                  <a:lnTo>
                    <a:pt x="552" y="249"/>
                  </a:lnTo>
                  <a:cubicBezTo>
                    <a:pt x="552" y="107"/>
                    <a:pt x="445"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72"/>
          <p:cNvGrpSpPr/>
          <p:nvPr/>
        </p:nvGrpSpPr>
        <p:grpSpPr>
          <a:xfrm>
            <a:off x="4560462" y="2387301"/>
            <a:ext cx="330020" cy="357098"/>
            <a:chOff x="4560462" y="2387301"/>
            <a:chExt cx="330020" cy="357098"/>
          </a:xfrm>
        </p:grpSpPr>
        <p:sp>
          <p:nvSpPr>
            <p:cNvPr id="2699" name="Google Shape;2699;p72"/>
            <p:cNvSpPr/>
            <p:nvPr/>
          </p:nvSpPr>
          <p:spPr>
            <a:xfrm>
              <a:off x="4725815" y="2463172"/>
              <a:ext cx="159284" cy="276932"/>
            </a:xfrm>
            <a:custGeom>
              <a:rect b="b" l="l" r="r" t="t"/>
              <a:pathLst>
                <a:path extrusionOk="0" h="13735" w="7900">
                  <a:moveTo>
                    <a:pt x="7899" y="0"/>
                  </a:moveTo>
                  <a:lnTo>
                    <a:pt x="0" y="3523"/>
                  </a:lnTo>
                  <a:lnTo>
                    <a:pt x="0" y="13735"/>
                  </a:lnTo>
                  <a:lnTo>
                    <a:pt x="7899" y="10212"/>
                  </a:lnTo>
                  <a:lnTo>
                    <a:pt x="78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4565825" y="2463172"/>
              <a:ext cx="160010" cy="276932"/>
            </a:xfrm>
            <a:custGeom>
              <a:rect b="b" l="l" r="r" t="t"/>
              <a:pathLst>
                <a:path extrusionOk="0" h="13735" w="7936">
                  <a:moveTo>
                    <a:pt x="1" y="0"/>
                  </a:moveTo>
                  <a:lnTo>
                    <a:pt x="1" y="10212"/>
                  </a:lnTo>
                  <a:lnTo>
                    <a:pt x="7935" y="13735"/>
                  </a:lnTo>
                  <a:lnTo>
                    <a:pt x="7935" y="352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4565825" y="2392865"/>
              <a:ext cx="319273" cy="141339"/>
            </a:xfrm>
            <a:custGeom>
              <a:rect b="b" l="l" r="r" t="t"/>
              <a:pathLst>
                <a:path extrusionOk="0" h="7010" w="15835">
                  <a:moveTo>
                    <a:pt x="7935" y="0"/>
                  </a:moveTo>
                  <a:lnTo>
                    <a:pt x="1" y="3487"/>
                  </a:lnTo>
                  <a:lnTo>
                    <a:pt x="7935" y="7010"/>
                  </a:lnTo>
                  <a:lnTo>
                    <a:pt x="15834" y="3487"/>
                  </a:lnTo>
                  <a:lnTo>
                    <a:pt x="79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4668432" y="2612133"/>
              <a:ext cx="20808" cy="13912"/>
            </a:xfrm>
            <a:custGeom>
              <a:rect b="b" l="l" r="r" t="t"/>
              <a:pathLst>
                <a:path extrusionOk="0" h="690" w="1032">
                  <a:moveTo>
                    <a:pt x="740" y="0"/>
                  </a:moveTo>
                  <a:cubicBezTo>
                    <a:pt x="708" y="0"/>
                    <a:pt x="674" y="5"/>
                    <a:pt x="640" y="13"/>
                  </a:cubicBezTo>
                  <a:lnTo>
                    <a:pt x="285" y="191"/>
                  </a:lnTo>
                  <a:cubicBezTo>
                    <a:pt x="0" y="298"/>
                    <a:pt x="107" y="689"/>
                    <a:pt x="391" y="689"/>
                  </a:cubicBezTo>
                  <a:lnTo>
                    <a:pt x="391" y="654"/>
                  </a:lnTo>
                  <a:lnTo>
                    <a:pt x="498" y="654"/>
                  </a:lnTo>
                  <a:lnTo>
                    <a:pt x="854" y="511"/>
                  </a:lnTo>
                  <a:cubicBezTo>
                    <a:pt x="961" y="440"/>
                    <a:pt x="1032" y="298"/>
                    <a:pt x="996" y="155"/>
                  </a:cubicBezTo>
                  <a:cubicBezTo>
                    <a:pt x="942" y="47"/>
                    <a:pt x="846" y="0"/>
                    <a:pt x="7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4624660" y="2631892"/>
              <a:ext cx="19396" cy="13509"/>
            </a:xfrm>
            <a:custGeom>
              <a:rect b="b" l="l" r="r" t="t"/>
              <a:pathLst>
                <a:path extrusionOk="0" h="670" w="962">
                  <a:moveTo>
                    <a:pt x="671" y="1"/>
                  </a:moveTo>
                  <a:cubicBezTo>
                    <a:pt x="635" y="1"/>
                    <a:pt x="600" y="10"/>
                    <a:pt x="570" y="29"/>
                  </a:cubicBezTo>
                  <a:lnTo>
                    <a:pt x="214" y="172"/>
                  </a:lnTo>
                  <a:cubicBezTo>
                    <a:pt x="72" y="243"/>
                    <a:pt x="1" y="385"/>
                    <a:pt x="72" y="528"/>
                  </a:cubicBezTo>
                  <a:cubicBezTo>
                    <a:pt x="107" y="599"/>
                    <a:pt x="214" y="670"/>
                    <a:pt x="321" y="670"/>
                  </a:cubicBezTo>
                  <a:cubicBezTo>
                    <a:pt x="356" y="670"/>
                    <a:pt x="392" y="670"/>
                    <a:pt x="428" y="634"/>
                  </a:cubicBezTo>
                  <a:lnTo>
                    <a:pt x="783" y="492"/>
                  </a:lnTo>
                  <a:cubicBezTo>
                    <a:pt x="890" y="421"/>
                    <a:pt x="961" y="278"/>
                    <a:pt x="890" y="136"/>
                  </a:cubicBezTo>
                  <a:cubicBezTo>
                    <a:pt x="864" y="59"/>
                    <a:pt x="765" y="1"/>
                    <a:pt x="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4602420" y="2641933"/>
              <a:ext cx="18670" cy="13509"/>
            </a:xfrm>
            <a:custGeom>
              <a:rect b="b" l="l" r="r" t="t"/>
              <a:pathLst>
                <a:path extrusionOk="0" h="670" w="926">
                  <a:moveTo>
                    <a:pt x="652" y="1"/>
                  </a:moveTo>
                  <a:cubicBezTo>
                    <a:pt x="614" y="1"/>
                    <a:pt x="574" y="10"/>
                    <a:pt x="534" y="30"/>
                  </a:cubicBezTo>
                  <a:lnTo>
                    <a:pt x="178" y="172"/>
                  </a:lnTo>
                  <a:cubicBezTo>
                    <a:pt x="36" y="243"/>
                    <a:pt x="1" y="385"/>
                    <a:pt x="36" y="528"/>
                  </a:cubicBezTo>
                  <a:cubicBezTo>
                    <a:pt x="72" y="599"/>
                    <a:pt x="178" y="670"/>
                    <a:pt x="285" y="670"/>
                  </a:cubicBezTo>
                  <a:cubicBezTo>
                    <a:pt x="321" y="670"/>
                    <a:pt x="356" y="670"/>
                    <a:pt x="392" y="634"/>
                  </a:cubicBezTo>
                  <a:lnTo>
                    <a:pt x="748" y="492"/>
                  </a:lnTo>
                  <a:cubicBezTo>
                    <a:pt x="890" y="421"/>
                    <a:pt x="926" y="279"/>
                    <a:pt x="890" y="136"/>
                  </a:cubicBezTo>
                  <a:cubicBezTo>
                    <a:pt x="839" y="59"/>
                    <a:pt x="751" y="1"/>
                    <a:pt x="6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4578024" y="2651792"/>
              <a:ext cx="22017" cy="13710"/>
            </a:xfrm>
            <a:custGeom>
              <a:rect b="b" l="l" r="r" t="t"/>
              <a:pathLst>
                <a:path extrusionOk="0" h="680" w="1092">
                  <a:moveTo>
                    <a:pt x="740" y="1"/>
                  </a:moveTo>
                  <a:cubicBezTo>
                    <a:pt x="698" y="1"/>
                    <a:pt x="653" y="12"/>
                    <a:pt x="606" y="39"/>
                  </a:cubicBezTo>
                  <a:lnTo>
                    <a:pt x="250" y="181"/>
                  </a:lnTo>
                  <a:cubicBezTo>
                    <a:pt x="1" y="288"/>
                    <a:pt x="72" y="679"/>
                    <a:pt x="357" y="679"/>
                  </a:cubicBezTo>
                  <a:cubicBezTo>
                    <a:pt x="392" y="679"/>
                    <a:pt x="428" y="679"/>
                    <a:pt x="463" y="644"/>
                  </a:cubicBezTo>
                  <a:lnTo>
                    <a:pt x="819" y="501"/>
                  </a:lnTo>
                  <a:cubicBezTo>
                    <a:pt x="1092" y="380"/>
                    <a:pt x="978"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4646375" y="2621851"/>
              <a:ext cx="20626" cy="13549"/>
            </a:xfrm>
            <a:custGeom>
              <a:rect b="b" l="l" r="r" t="t"/>
              <a:pathLst>
                <a:path extrusionOk="0" h="672" w="1023">
                  <a:moveTo>
                    <a:pt x="714" y="1"/>
                  </a:moveTo>
                  <a:cubicBezTo>
                    <a:pt x="675" y="1"/>
                    <a:pt x="636" y="9"/>
                    <a:pt x="596" y="29"/>
                  </a:cubicBezTo>
                  <a:lnTo>
                    <a:pt x="240" y="172"/>
                  </a:lnTo>
                  <a:cubicBezTo>
                    <a:pt x="1" y="274"/>
                    <a:pt x="57" y="672"/>
                    <a:pt x="314" y="672"/>
                  </a:cubicBezTo>
                  <a:cubicBezTo>
                    <a:pt x="324" y="672"/>
                    <a:pt x="335" y="671"/>
                    <a:pt x="347" y="670"/>
                  </a:cubicBezTo>
                  <a:cubicBezTo>
                    <a:pt x="382" y="670"/>
                    <a:pt x="418" y="670"/>
                    <a:pt x="454" y="634"/>
                  </a:cubicBezTo>
                  <a:lnTo>
                    <a:pt x="809" y="492"/>
                  </a:lnTo>
                  <a:cubicBezTo>
                    <a:pt x="952" y="421"/>
                    <a:pt x="1023" y="278"/>
                    <a:pt x="952" y="136"/>
                  </a:cubicBezTo>
                  <a:cubicBezTo>
                    <a:pt x="900" y="59"/>
                    <a:pt x="812" y="1"/>
                    <a:pt x="7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4691377" y="2602092"/>
              <a:ext cx="20828" cy="13912"/>
            </a:xfrm>
            <a:custGeom>
              <a:rect b="b" l="l" r="r" t="t"/>
              <a:pathLst>
                <a:path extrusionOk="0" h="690" w="1033">
                  <a:moveTo>
                    <a:pt x="726" y="0"/>
                  </a:moveTo>
                  <a:cubicBezTo>
                    <a:pt x="695" y="0"/>
                    <a:pt x="666" y="5"/>
                    <a:pt x="641" y="13"/>
                  </a:cubicBezTo>
                  <a:lnTo>
                    <a:pt x="285" y="191"/>
                  </a:lnTo>
                  <a:cubicBezTo>
                    <a:pt x="1" y="298"/>
                    <a:pt x="72" y="689"/>
                    <a:pt x="392" y="689"/>
                  </a:cubicBezTo>
                  <a:lnTo>
                    <a:pt x="392" y="653"/>
                  </a:lnTo>
                  <a:lnTo>
                    <a:pt x="463" y="653"/>
                  </a:lnTo>
                  <a:lnTo>
                    <a:pt x="819" y="511"/>
                  </a:lnTo>
                  <a:cubicBezTo>
                    <a:pt x="961" y="440"/>
                    <a:pt x="1032" y="298"/>
                    <a:pt x="961" y="155"/>
                  </a:cubicBezTo>
                  <a:cubicBezTo>
                    <a:pt x="934" y="47"/>
                    <a:pt x="824"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4761684" y="2611810"/>
              <a:ext cx="18670" cy="13509"/>
            </a:xfrm>
            <a:custGeom>
              <a:rect b="b" l="l" r="r" t="t"/>
              <a:pathLst>
                <a:path extrusionOk="0" h="670" w="926">
                  <a:moveTo>
                    <a:pt x="274" y="1"/>
                  </a:moveTo>
                  <a:cubicBezTo>
                    <a:pt x="176" y="1"/>
                    <a:pt x="87" y="59"/>
                    <a:pt x="36" y="136"/>
                  </a:cubicBezTo>
                  <a:cubicBezTo>
                    <a:pt x="1" y="278"/>
                    <a:pt x="36" y="421"/>
                    <a:pt x="178" y="492"/>
                  </a:cubicBezTo>
                  <a:lnTo>
                    <a:pt x="534" y="670"/>
                  </a:lnTo>
                  <a:lnTo>
                    <a:pt x="641" y="670"/>
                  </a:lnTo>
                  <a:cubicBezTo>
                    <a:pt x="748" y="670"/>
                    <a:pt x="854" y="598"/>
                    <a:pt x="890" y="492"/>
                  </a:cubicBezTo>
                  <a:cubicBezTo>
                    <a:pt x="926" y="349"/>
                    <a:pt x="890" y="207"/>
                    <a:pt x="748" y="171"/>
                  </a:cubicBezTo>
                  <a:lnTo>
                    <a:pt x="392" y="29"/>
                  </a:lnTo>
                  <a:cubicBezTo>
                    <a:pt x="352" y="9"/>
                    <a:pt x="312"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4782734" y="2621669"/>
              <a:ext cx="22017" cy="13690"/>
            </a:xfrm>
            <a:custGeom>
              <a:rect b="b" l="l" r="r" t="t"/>
              <a:pathLst>
                <a:path extrusionOk="0" h="679" w="1092">
                  <a:moveTo>
                    <a:pt x="352" y="0"/>
                  </a:moveTo>
                  <a:cubicBezTo>
                    <a:pt x="115" y="0"/>
                    <a:pt x="0" y="380"/>
                    <a:pt x="273" y="501"/>
                  </a:cubicBezTo>
                  <a:lnTo>
                    <a:pt x="629" y="679"/>
                  </a:lnTo>
                  <a:lnTo>
                    <a:pt x="736" y="679"/>
                  </a:lnTo>
                  <a:cubicBezTo>
                    <a:pt x="1020" y="679"/>
                    <a:pt x="1091" y="287"/>
                    <a:pt x="842" y="181"/>
                  </a:cubicBezTo>
                  <a:lnTo>
                    <a:pt x="486" y="38"/>
                  </a:lnTo>
                  <a:cubicBezTo>
                    <a:pt x="439" y="12"/>
                    <a:pt x="394"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4737328" y="2601809"/>
              <a:ext cx="20788" cy="13469"/>
            </a:xfrm>
            <a:custGeom>
              <a:rect b="b" l="l" r="r" t="t"/>
              <a:pathLst>
                <a:path extrusionOk="0" h="668" w="1031">
                  <a:moveTo>
                    <a:pt x="344" y="0"/>
                  </a:moveTo>
                  <a:cubicBezTo>
                    <a:pt x="102" y="0"/>
                    <a:pt x="0" y="366"/>
                    <a:pt x="248" y="490"/>
                  </a:cubicBezTo>
                  <a:lnTo>
                    <a:pt x="604" y="667"/>
                  </a:lnTo>
                  <a:lnTo>
                    <a:pt x="710" y="667"/>
                  </a:lnTo>
                  <a:cubicBezTo>
                    <a:pt x="817" y="667"/>
                    <a:pt x="924" y="596"/>
                    <a:pt x="959" y="490"/>
                  </a:cubicBezTo>
                  <a:cubicBezTo>
                    <a:pt x="1031" y="347"/>
                    <a:pt x="959" y="205"/>
                    <a:pt x="817" y="169"/>
                  </a:cubicBezTo>
                  <a:lnTo>
                    <a:pt x="461" y="27"/>
                  </a:lnTo>
                  <a:cubicBezTo>
                    <a:pt x="419" y="8"/>
                    <a:pt x="380" y="0"/>
                    <a:pt x="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4804852" y="2631932"/>
              <a:ext cx="22622" cy="13509"/>
            </a:xfrm>
            <a:custGeom>
              <a:rect b="b" l="l" r="r" t="t"/>
              <a:pathLst>
                <a:path extrusionOk="0" h="670" w="1122">
                  <a:moveTo>
                    <a:pt x="373" y="1"/>
                  </a:moveTo>
                  <a:cubicBezTo>
                    <a:pt x="126" y="1"/>
                    <a:pt x="1" y="366"/>
                    <a:pt x="279" y="490"/>
                  </a:cubicBezTo>
                  <a:lnTo>
                    <a:pt x="635" y="668"/>
                  </a:lnTo>
                  <a:lnTo>
                    <a:pt x="742" y="668"/>
                  </a:lnTo>
                  <a:cubicBezTo>
                    <a:pt x="754" y="669"/>
                    <a:pt x="767" y="670"/>
                    <a:pt x="779" y="670"/>
                  </a:cubicBezTo>
                  <a:cubicBezTo>
                    <a:pt x="1067" y="670"/>
                    <a:pt x="1122" y="272"/>
                    <a:pt x="848" y="170"/>
                  </a:cubicBezTo>
                  <a:lnTo>
                    <a:pt x="493" y="27"/>
                  </a:lnTo>
                  <a:cubicBezTo>
                    <a:pt x="451" y="9"/>
                    <a:pt x="411" y="1"/>
                    <a:pt x="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4852072" y="2651994"/>
              <a:ext cx="19396" cy="13509"/>
            </a:xfrm>
            <a:custGeom>
              <a:rect b="b" l="l" r="r" t="t"/>
              <a:pathLst>
                <a:path extrusionOk="0" h="670" w="962">
                  <a:moveTo>
                    <a:pt x="310" y="0"/>
                  </a:moveTo>
                  <a:cubicBezTo>
                    <a:pt x="211" y="0"/>
                    <a:pt x="123" y="58"/>
                    <a:pt x="72" y="135"/>
                  </a:cubicBezTo>
                  <a:cubicBezTo>
                    <a:pt x="1" y="278"/>
                    <a:pt x="72" y="420"/>
                    <a:pt x="214" y="491"/>
                  </a:cubicBezTo>
                  <a:lnTo>
                    <a:pt x="570" y="669"/>
                  </a:lnTo>
                  <a:lnTo>
                    <a:pt x="677" y="669"/>
                  </a:lnTo>
                  <a:cubicBezTo>
                    <a:pt x="783" y="669"/>
                    <a:pt x="855" y="598"/>
                    <a:pt x="890" y="527"/>
                  </a:cubicBezTo>
                  <a:cubicBezTo>
                    <a:pt x="961" y="384"/>
                    <a:pt x="890" y="242"/>
                    <a:pt x="783" y="171"/>
                  </a:cubicBezTo>
                  <a:lnTo>
                    <a:pt x="428" y="29"/>
                  </a:lnTo>
                  <a:cubicBezTo>
                    <a:pt x="388" y="9"/>
                    <a:pt x="348"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4827918" y="2641751"/>
              <a:ext cx="22017" cy="13690"/>
            </a:xfrm>
            <a:custGeom>
              <a:rect b="b" l="l" r="r" t="t"/>
              <a:pathLst>
                <a:path extrusionOk="0" h="679" w="1092">
                  <a:moveTo>
                    <a:pt x="353" y="1"/>
                  </a:moveTo>
                  <a:cubicBezTo>
                    <a:pt x="115" y="1"/>
                    <a:pt x="1" y="380"/>
                    <a:pt x="274" y="501"/>
                  </a:cubicBezTo>
                  <a:lnTo>
                    <a:pt x="629" y="679"/>
                  </a:lnTo>
                  <a:lnTo>
                    <a:pt x="736" y="679"/>
                  </a:lnTo>
                  <a:cubicBezTo>
                    <a:pt x="1021" y="679"/>
                    <a:pt x="1092" y="288"/>
                    <a:pt x="843" y="181"/>
                  </a:cubicBezTo>
                  <a:lnTo>
                    <a:pt x="487" y="39"/>
                  </a:lnTo>
                  <a:cubicBezTo>
                    <a:pt x="440" y="12"/>
                    <a:pt x="394" y="1"/>
                    <a:pt x="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4560462" y="2387301"/>
              <a:ext cx="330020" cy="357098"/>
            </a:xfrm>
            <a:custGeom>
              <a:rect b="b" l="l" r="r" t="t"/>
              <a:pathLst>
                <a:path extrusionOk="0" h="17711" w="16368">
                  <a:moveTo>
                    <a:pt x="8170" y="1"/>
                  </a:moveTo>
                  <a:cubicBezTo>
                    <a:pt x="8139" y="1"/>
                    <a:pt x="8113" y="10"/>
                    <a:pt x="8095" y="27"/>
                  </a:cubicBezTo>
                  <a:lnTo>
                    <a:pt x="4679" y="1522"/>
                  </a:lnTo>
                  <a:cubicBezTo>
                    <a:pt x="4406" y="1643"/>
                    <a:pt x="4521" y="2022"/>
                    <a:pt x="4758" y="2022"/>
                  </a:cubicBezTo>
                  <a:cubicBezTo>
                    <a:pt x="4800" y="2022"/>
                    <a:pt x="4845" y="2011"/>
                    <a:pt x="4892" y="1984"/>
                  </a:cubicBezTo>
                  <a:lnTo>
                    <a:pt x="7952" y="668"/>
                  </a:lnTo>
                  <a:cubicBezTo>
                    <a:pt x="7988" y="775"/>
                    <a:pt x="8077" y="828"/>
                    <a:pt x="8170" y="828"/>
                  </a:cubicBezTo>
                  <a:cubicBezTo>
                    <a:pt x="8264" y="828"/>
                    <a:pt x="8362" y="775"/>
                    <a:pt x="8415" y="668"/>
                  </a:cubicBezTo>
                  <a:lnTo>
                    <a:pt x="15424" y="3763"/>
                  </a:lnTo>
                  <a:lnTo>
                    <a:pt x="8415" y="6894"/>
                  </a:lnTo>
                  <a:cubicBezTo>
                    <a:pt x="8362" y="6788"/>
                    <a:pt x="8264" y="6734"/>
                    <a:pt x="8170" y="6734"/>
                  </a:cubicBezTo>
                  <a:cubicBezTo>
                    <a:pt x="8077" y="6734"/>
                    <a:pt x="7988" y="6788"/>
                    <a:pt x="7952" y="6894"/>
                  </a:cubicBezTo>
                  <a:lnTo>
                    <a:pt x="907" y="3763"/>
                  </a:lnTo>
                  <a:lnTo>
                    <a:pt x="3754" y="2518"/>
                  </a:lnTo>
                  <a:cubicBezTo>
                    <a:pt x="3896" y="2447"/>
                    <a:pt x="3967" y="2305"/>
                    <a:pt x="3896" y="2162"/>
                  </a:cubicBezTo>
                  <a:cubicBezTo>
                    <a:pt x="3871" y="2085"/>
                    <a:pt x="3771" y="2027"/>
                    <a:pt x="3677" y="2027"/>
                  </a:cubicBezTo>
                  <a:cubicBezTo>
                    <a:pt x="3641" y="2027"/>
                    <a:pt x="3606" y="2036"/>
                    <a:pt x="3576" y="2055"/>
                  </a:cubicBezTo>
                  <a:lnTo>
                    <a:pt x="160" y="3550"/>
                  </a:lnTo>
                  <a:cubicBezTo>
                    <a:pt x="89" y="3585"/>
                    <a:pt x="18" y="3692"/>
                    <a:pt x="18" y="3763"/>
                  </a:cubicBezTo>
                  <a:lnTo>
                    <a:pt x="18" y="10310"/>
                  </a:lnTo>
                  <a:cubicBezTo>
                    <a:pt x="36" y="10453"/>
                    <a:pt x="160" y="10524"/>
                    <a:pt x="285" y="10524"/>
                  </a:cubicBezTo>
                  <a:cubicBezTo>
                    <a:pt x="409" y="10524"/>
                    <a:pt x="534" y="10453"/>
                    <a:pt x="552" y="10310"/>
                  </a:cubicBezTo>
                  <a:lnTo>
                    <a:pt x="552" y="4155"/>
                  </a:lnTo>
                  <a:lnTo>
                    <a:pt x="7917" y="7428"/>
                  </a:lnTo>
                  <a:lnTo>
                    <a:pt x="7917" y="10310"/>
                  </a:lnTo>
                  <a:lnTo>
                    <a:pt x="7881" y="10310"/>
                  </a:lnTo>
                  <a:cubicBezTo>
                    <a:pt x="7668" y="10417"/>
                    <a:pt x="7703" y="10737"/>
                    <a:pt x="7917" y="10808"/>
                  </a:cubicBezTo>
                  <a:lnTo>
                    <a:pt x="7917" y="17071"/>
                  </a:lnTo>
                  <a:lnTo>
                    <a:pt x="552" y="13797"/>
                  </a:lnTo>
                  <a:lnTo>
                    <a:pt x="552" y="11484"/>
                  </a:lnTo>
                  <a:cubicBezTo>
                    <a:pt x="569" y="11324"/>
                    <a:pt x="427" y="11244"/>
                    <a:pt x="285" y="11244"/>
                  </a:cubicBezTo>
                  <a:cubicBezTo>
                    <a:pt x="142" y="11244"/>
                    <a:pt x="0" y="11324"/>
                    <a:pt x="18" y="11484"/>
                  </a:cubicBezTo>
                  <a:lnTo>
                    <a:pt x="18" y="13939"/>
                  </a:lnTo>
                  <a:cubicBezTo>
                    <a:pt x="18" y="14046"/>
                    <a:pt x="89" y="14153"/>
                    <a:pt x="160" y="14189"/>
                  </a:cubicBezTo>
                  <a:lnTo>
                    <a:pt x="8059" y="17675"/>
                  </a:lnTo>
                  <a:cubicBezTo>
                    <a:pt x="8095" y="17711"/>
                    <a:pt x="8130" y="17711"/>
                    <a:pt x="8166" y="17711"/>
                  </a:cubicBezTo>
                  <a:cubicBezTo>
                    <a:pt x="8201" y="17711"/>
                    <a:pt x="8237" y="17711"/>
                    <a:pt x="8273" y="17675"/>
                  </a:cubicBezTo>
                  <a:lnTo>
                    <a:pt x="16207" y="14189"/>
                  </a:lnTo>
                  <a:cubicBezTo>
                    <a:pt x="16278" y="14153"/>
                    <a:pt x="16349" y="14046"/>
                    <a:pt x="16349" y="13939"/>
                  </a:cubicBezTo>
                  <a:lnTo>
                    <a:pt x="16349" y="8104"/>
                  </a:lnTo>
                  <a:cubicBezTo>
                    <a:pt x="16367" y="7962"/>
                    <a:pt x="16225" y="7891"/>
                    <a:pt x="16083" y="7891"/>
                  </a:cubicBezTo>
                  <a:cubicBezTo>
                    <a:pt x="15940" y="7891"/>
                    <a:pt x="15798" y="7962"/>
                    <a:pt x="15816" y="8104"/>
                  </a:cubicBezTo>
                  <a:lnTo>
                    <a:pt x="15816" y="13797"/>
                  </a:lnTo>
                  <a:lnTo>
                    <a:pt x="8451" y="17071"/>
                  </a:lnTo>
                  <a:lnTo>
                    <a:pt x="8451" y="10844"/>
                  </a:lnTo>
                  <a:cubicBezTo>
                    <a:pt x="8522" y="10808"/>
                    <a:pt x="8593" y="10737"/>
                    <a:pt x="8628" y="10666"/>
                  </a:cubicBezTo>
                  <a:cubicBezTo>
                    <a:pt x="8664" y="10559"/>
                    <a:pt x="8628" y="10381"/>
                    <a:pt x="8486" y="10346"/>
                  </a:cubicBezTo>
                  <a:lnTo>
                    <a:pt x="8451" y="10346"/>
                  </a:lnTo>
                  <a:lnTo>
                    <a:pt x="8451" y="7464"/>
                  </a:lnTo>
                  <a:lnTo>
                    <a:pt x="15851" y="4190"/>
                  </a:lnTo>
                  <a:lnTo>
                    <a:pt x="15851" y="6930"/>
                  </a:lnTo>
                  <a:cubicBezTo>
                    <a:pt x="15816" y="7072"/>
                    <a:pt x="15958" y="7179"/>
                    <a:pt x="16100" y="7179"/>
                  </a:cubicBezTo>
                  <a:lnTo>
                    <a:pt x="16100" y="7144"/>
                  </a:lnTo>
                  <a:cubicBezTo>
                    <a:pt x="16243" y="7144"/>
                    <a:pt x="16349" y="7037"/>
                    <a:pt x="16349" y="6894"/>
                  </a:cubicBezTo>
                  <a:lnTo>
                    <a:pt x="16349" y="3763"/>
                  </a:lnTo>
                  <a:cubicBezTo>
                    <a:pt x="16349" y="3657"/>
                    <a:pt x="16278" y="3585"/>
                    <a:pt x="16207" y="3514"/>
                  </a:cubicBezTo>
                  <a:lnTo>
                    <a:pt x="8273" y="27"/>
                  </a:lnTo>
                  <a:cubicBezTo>
                    <a:pt x="8237" y="10"/>
                    <a:pt x="8201" y="1"/>
                    <a:pt x="8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4719726" y="2466942"/>
              <a:ext cx="11493" cy="19921"/>
            </a:xfrm>
            <a:custGeom>
              <a:rect b="b" l="l" r="r" t="t"/>
              <a:pathLst>
                <a:path extrusionOk="0" h="988" w="570">
                  <a:moveTo>
                    <a:pt x="285" y="0"/>
                  </a:moveTo>
                  <a:cubicBezTo>
                    <a:pt x="160" y="0"/>
                    <a:pt x="36" y="80"/>
                    <a:pt x="18" y="240"/>
                  </a:cubicBezTo>
                  <a:lnTo>
                    <a:pt x="18" y="774"/>
                  </a:lnTo>
                  <a:cubicBezTo>
                    <a:pt x="0" y="916"/>
                    <a:pt x="142" y="988"/>
                    <a:pt x="285" y="988"/>
                  </a:cubicBezTo>
                  <a:cubicBezTo>
                    <a:pt x="427" y="988"/>
                    <a:pt x="569" y="916"/>
                    <a:pt x="552" y="774"/>
                  </a:cubicBezTo>
                  <a:lnTo>
                    <a:pt x="552" y="240"/>
                  </a:lnTo>
                  <a:cubicBezTo>
                    <a:pt x="534" y="80"/>
                    <a:pt x="409"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4720069" y="2438957"/>
              <a:ext cx="10787" cy="19921"/>
            </a:xfrm>
            <a:custGeom>
              <a:rect b="b" l="l" r="r" t="t"/>
              <a:pathLst>
                <a:path extrusionOk="0" h="988" w="535">
                  <a:moveTo>
                    <a:pt x="268" y="1"/>
                  </a:moveTo>
                  <a:cubicBezTo>
                    <a:pt x="143" y="1"/>
                    <a:pt x="19" y="81"/>
                    <a:pt x="1" y="241"/>
                  </a:cubicBezTo>
                  <a:lnTo>
                    <a:pt x="1" y="774"/>
                  </a:lnTo>
                  <a:cubicBezTo>
                    <a:pt x="19" y="917"/>
                    <a:pt x="143" y="988"/>
                    <a:pt x="268" y="988"/>
                  </a:cubicBezTo>
                  <a:cubicBezTo>
                    <a:pt x="392" y="988"/>
                    <a:pt x="517" y="917"/>
                    <a:pt x="535" y="774"/>
                  </a:cubicBezTo>
                  <a:lnTo>
                    <a:pt x="535" y="241"/>
                  </a:lnTo>
                  <a:cubicBezTo>
                    <a:pt x="517" y="81"/>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4720069" y="2410971"/>
              <a:ext cx="10787" cy="20646"/>
            </a:xfrm>
            <a:custGeom>
              <a:rect b="b" l="l" r="r" t="t"/>
              <a:pathLst>
                <a:path extrusionOk="0" h="1024" w="535">
                  <a:moveTo>
                    <a:pt x="268" y="1"/>
                  </a:moveTo>
                  <a:cubicBezTo>
                    <a:pt x="143" y="1"/>
                    <a:pt x="19" y="81"/>
                    <a:pt x="1" y="241"/>
                  </a:cubicBezTo>
                  <a:lnTo>
                    <a:pt x="1" y="775"/>
                  </a:lnTo>
                  <a:cubicBezTo>
                    <a:pt x="1" y="917"/>
                    <a:pt x="143" y="1024"/>
                    <a:pt x="285" y="1024"/>
                  </a:cubicBezTo>
                  <a:cubicBezTo>
                    <a:pt x="428" y="1024"/>
                    <a:pt x="535" y="917"/>
                    <a:pt x="535" y="775"/>
                  </a:cubicBezTo>
                  <a:lnTo>
                    <a:pt x="535" y="241"/>
                  </a:lnTo>
                  <a:cubicBezTo>
                    <a:pt x="517" y="81"/>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4720069" y="2494908"/>
              <a:ext cx="10787" cy="20465"/>
            </a:xfrm>
            <a:custGeom>
              <a:rect b="b" l="l" r="r" t="t"/>
              <a:pathLst>
                <a:path extrusionOk="0" h="1015" w="535">
                  <a:moveTo>
                    <a:pt x="268" y="1"/>
                  </a:moveTo>
                  <a:cubicBezTo>
                    <a:pt x="143" y="1"/>
                    <a:pt x="19" y="81"/>
                    <a:pt x="1" y="241"/>
                  </a:cubicBezTo>
                  <a:lnTo>
                    <a:pt x="1" y="775"/>
                  </a:lnTo>
                  <a:cubicBezTo>
                    <a:pt x="19" y="935"/>
                    <a:pt x="143" y="1015"/>
                    <a:pt x="268" y="1015"/>
                  </a:cubicBezTo>
                  <a:cubicBezTo>
                    <a:pt x="392" y="1015"/>
                    <a:pt x="517" y="935"/>
                    <a:pt x="535" y="775"/>
                  </a:cubicBezTo>
                  <a:lnTo>
                    <a:pt x="535" y="241"/>
                  </a:lnTo>
                  <a:cubicBezTo>
                    <a:pt x="517" y="81"/>
                    <a:pt x="39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9" name="Google Shape;2719;p72"/>
          <p:cNvGrpSpPr/>
          <p:nvPr/>
        </p:nvGrpSpPr>
        <p:grpSpPr>
          <a:xfrm>
            <a:off x="4590222" y="1859850"/>
            <a:ext cx="270480" cy="357985"/>
            <a:chOff x="4590222" y="1859850"/>
            <a:chExt cx="270480" cy="357985"/>
          </a:xfrm>
        </p:grpSpPr>
        <p:sp>
          <p:nvSpPr>
            <p:cNvPr id="2720" name="Google Shape;2720;p72"/>
            <p:cNvSpPr/>
            <p:nvPr/>
          </p:nvSpPr>
          <p:spPr>
            <a:xfrm>
              <a:off x="4618913" y="1936608"/>
              <a:ext cx="106922" cy="231728"/>
            </a:xfrm>
            <a:custGeom>
              <a:rect b="b" l="l" r="r" t="t"/>
              <a:pathLst>
                <a:path extrusionOk="0" h="11493" w="5303">
                  <a:moveTo>
                    <a:pt x="4057" y="0"/>
                  </a:moveTo>
                  <a:lnTo>
                    <a:pt x="1" y="11137"/>
                  </a:lnTo>
                  <a:lnTo>
                    <a:pt x="1104" y="11493"/>
                  </a:lnTo>
                  <a:lnTo>
                    <a:pt x="53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4600989" y="2143919"/>
              <a:ext cx="57403" cy="43067"/>
            </a:xfrm>
            <a:custGeom>
              <a:rect b="b" l="l" r="r" t="t"/>
              <a:pathLst>
                <a:path extrusionOk="0" h="2136" w="2847">
                  <a:moveTo>
                    <a:pt x="1424" y="1"/>
                  </a:moveTo>
                  <a:cubicBezTo>
                    <a:pt x="1157" y="1"/>
                    <a:pt x="890" y="108"/>
                    <a:pt x="676" y="321"/>
                  </a:cubicBezTo>
                  <a:cubicBezTo>
                    <a:pt x="0" y="997"/>
                    <a:pt x="463" y="2136"/>
                    <a:pt x="1424" y="2136"/>
                  </a:cubicBezTo>
                  <a:cubicBezTo>
                    <a:pt x="2349" y="2136"/>
                    <a:pt x="2847" y="997"/>
                    <a:pt x="2171" y="321"/>
                  </a:cubicBezTo>
                  <a:cubicBezTo>
                    <a:pt x="1957" y="108"/>
                    <a:pt x="1690" y="1"/>
                    <a:pt x="14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4725815" y="1936608"/>
              <a:ext cx="105470" cy="231728"/>
            </a:xfrm>
            <a:custGeom>
              <a:rect b="b" l="l" r="r" t="t"/>
              <a:pathLst>
                <a:path extrusionOk="0" h="11493" w="5231">
                  <a:moveTo>
                    <a:pt x="0" y="0"/>
                  </a:moveTo>
                  <a:lnTo>
                    <a:pt x="4128" y="11493"/>
                  </a:lnTo>
                  <a:lnTo>
                    <a:pt x="5231" y="11137"/>
                  </a:lnTo>
                  <a:lnTo>
                    <a:pt x="1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4793258" y="2144463"/>
              <a:ext cx="55971" cy="41817"/>
            </a:xfrm>
            <a:custGeom>
              <a:rect b="b" l="l" r="r" t="t"/>
              <a:pathLst>
                <a:path extrusionOk="0" h="2074" w="2776">
                  <a:moveTo>
                    <a:pt x="1388" y="1"/>
                  </a:moveTo>
                  <a:cubicBezTo>
                    <a:pt x="1121" y="1"/>
                    <a:pt x="854" y="98"/>
                    <a:pt x="641" y="294"/>
                  </a:cubicBezTo>
                  <a:cubicBezTo>
                    <a:pt x="0" y="970"/>
                    <a:pt x="463" y="2073"/>
                    <a:pt x="1388" y="2073"/>
                  </a:cubicBezTo>
                  <a:cubicBezTo>
                    <a:pt x="2313" y="2073"/>
                    <a:pt x="2775" y="970"/>
                    <a:pt x="2135" y="294"/>
                  </a:cubicBezTo>
                  <a:cubicBezTo>
                    <a:pt x="1921" y="98"/>
                    <a:pt x="1655" y="1"/>
                    <a:pt x="13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4711459" y="1864870"/>
              <a:ext cx="28006" cy="56677"/>
            </a:xfrm>
            <a:custGeom>
              <a:rect b="b" l="l" r="r" t="t"/>
              <a:pathLst>
                <a:path extrusionOk="0" h="2811" w="1389">
                  <a:moveTo>
                    <a:pt x="1" y="0"/>
                  </a:moveTo>
                  <a:lnTo>
                    <a:pt x="1" y="2811"/>
                  </a:lnTo>
                  <a:lnTo>
                    <a:pt x="1389" y="2811"/>
                  </a:lnTo>
                  <a:lnTo>
                    <a:pt x="13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4687788" y="1908623"/>
              <a:ext cx="76073" cy="56697"/>
            </a:xfrm>
            <a:custGeom>
              <a:rect b="b" l="l" r="r" t="t"/>
              <a:pathLst>
                <a:path extrusionOk="0" h="2812" w="3773">
                  <a:moveTo>
                    <a:pt x="1869" y="0"/>
                  </a:moveTo>
                  <a:cubicBezTo>
                    <a:pt x="1513" y="0"/>
                    <a:pt x="1157" y="143"/>
                    <a:pt x="890" y="427"/>
                  </a:cubicBezTo>
                  <a:cubicBezTo>
                    <a:pt x="1" y="1281"/>
                    <a:pt x="606" y="2811"/>
                    <a:pt x="1886" y="2811"/>
                  </a:cubicBezTo>
                  <a:cubicBezTo>
                    <a:pt x="3132" y="2811"/>
                    <a:pt x="3772" y="1281"/>
                    <a:pt x="2847" y="427"/>
                  </a:cubicBezTo>
                  <a:cubicBezTo>
                    <a:pt x="2580" y="143"/>
                    <a:pt x="2224" y="0"/>
                    <a:pt x="1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4711459" y="2052099"/>
              <a:ext cx="28006" cy="20828"/>
            </a:xfrm>
            <a:custGeom>
              <a:rect b="b" l="l" r="r" t="t"/>
              <a:pathLst>
                <a:path extrusionOk="0" h="1033" w="1389">
                  <a:moveTo>
                    <a:pt x="1" y="1"/>
                  </a:moveTo>
                  <a:lnTo>
                    <a:pt x="1" y="1032"/>
                  </a:lnTo>
                  <a:lnTo>
                    <a:pt x="1389" y="1032"/>
                  </a:lnTo>
                  <a:lnTo>
                    <a:pt x="13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4823381" y="2051736"/>
              <a:ext cx="28711" cy="21917"/>
            </a:xfrm>
            <a:custGeom>
              <a:rect b="b" l="l" r="r" t="t"/>
              <a:pathLst>
                <a:path extrusionOk="0" h="1087" w="1424">
                  <a:moveTo>
                    <a:pt x="694" y="1"/>
                  </a:moveTo>
                  <a:cubicBezTo>
                    <a:pt x="561" y="1"/>
                    <a:pt x="427" y="54"/>
                    <a:pt x="321" y="161"/>
                  </a:cubicBezTo>
                  <a:cubicBezTo>
                    <a:pt x="0" y="481"/>
                    <a:pt x="214" y="1086"/>
                    <a:pt x="712" y="1086"/>
                  </a:cubicBezTo>
                  <a:cubicBezTo>
                    <a:pt x="1175" y="1086"/>
                    <a:pt x="1424" y="481"/>
                    <a:pt x="1068" y="161"/>
                  </a:cubicBezTo>
                  <a:cubicBezTo>
                    <a:pt x="961" y="54"/>
                    <a:pt x="828" y="1"/>
                    <a:pt x="6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4599557" y="2051736"/>
              <a:ext cx="27280" cy="21191"/>
            </a:xfrm>
            <a:custGeom>
              <a:rect b="b" l="l" r="r" t="t"/>
              <a:pathLst>
                <a:path extrusionOk="0" h="1051" w="1353">
                  <a:moveTo>
                    <a:pt x="676" y="1"/>
                  </a:moveTo>
                  <a:cubicBezTo>
                    <a:pt x="543" y="1"/>
                    <a:pt x="409" y="54"/>
                    <a:pt x="320" y="161"/>
                  </a:cubicBezTo>
                  <a:cubicBezTo>
                    <a:pt x="0" y="481"/>
                    <a:pt x="214" y="1050"/>
                    <a:pt x="676" y="1050"/>
                  </a:cubicBezTo>
                  <a:cubicBezTo>
                    <a:pt x="1139" y="1050"/>
                    <a:pt x="1352" y="481"/>
                    <a:pt x="1032" y="161"/>
                  </a:cubicBezTo>
                  <a:cubicBezTo>
                    <a:pt x="943" y="54"/>
                    <a:pt x="810" y="1"/>
                    <a:pt x="6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4620365" y="2158275"/>
              <a:ext cx="18670" cy="14376"/>
            </a:xfrm>
            <a:custGeom>
              <a:rect b="b" l="l" r="r" t="t"/>
              <a:pathLst>
                <a:path extrusionOk="0" h="713" w="926">
                  <a:moveTo>
                    <a:pt x="463" y="1"/>
                  </a:moveTo>
                  <a:cubicBezTo>
                    <a:pt x="374" y="1"/>
                    <a:pt x="285" y="36"/>
                    <a:pt x="214" y="107"/>
                  </a:cubicBezTo>
                  <a:cubicBezTo>
                    <a:pt x="0" y="321"/>
                    <a:pt x="142" y="712"/>
                    <a:pt x="463" y="712"/>
                  </a:cubicBezTo>
                  <a:cubicBezTo>
                    <a:pt x="783" y="712"/>
                    <a:pt x="925" y="321"/>
                    <a:pt x="712" y="107"/>
                  </a:cubicBezTo>
                  <a:cubicBezTo>
                    <a:pt x="641" y="36"/>
                    <a:pt x="552" y="1"/>
                    <a:pt x="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4814046" y="2158375"/>
              <a:ext cx="15102" cy="14154"/>
            </a:xfrm>
            <a:custGeom>
              <a:rect b="b" l="l" r="r" t="t"/>
              <a:pathLst>
                <a:path extrusionOk="0" h="702" w="749">
                  <a:moveTo>
                    <a:pt x="359" y="1"/>
                  </a:moveTo>
                  <a:cubicBezTo>
                    <a:pt x="178" y="1"/>
                    <a:pt x="1" y="136"/>
                    <a:pt x="1" y="351"/>
                  </a:cubicBezTo>
                  <a:cubicBezTo>
                    <a:pt x="1" y="567"/>
                    <a:pt x="178" y="702"/>
                    <a:pt x="359" y="702"/>
                  </a:cubicBezTo>
                  <a:cubicBezTo>
                    <a:pt x="447" y="702"/>
                    <a:pt x="536" y="670"/>
                    <a:pt x="606" y="600"/>
                  </a:cubicBezTo>
                  <a:cubicBezTo>
                    <a:pt x="748" y="458"/>
                    <a:pt x="748" y="245"/>
                    <a:pt x="606" y="102"/>
                  </a:cubicBezTo>
                  <a:cubicBezTo>
                    <a:pt x="536" y="33"/>
                    <a:pt x="447"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4716742" y="1932152"/>
              <a:ext cx="17703" cy="11896"/>
            </a:xfrm>
            <a:custGeom>
              <a:rect b="b" l="l" r="r" t="t"/>
              <a:pathLst>
                <a:path extrusionOk="0" h="590" w="878">
                  <a:moveTo>
                    <a:pt x="268" y="1"/>
                  </a:moveTo>
                  <a:cubicBezTo>
                    <a:pt x="193" y="1"/>
                    <a:pt x="128" y="43"/>
                    <a:pt x="95" y="150"/>
                  </a:cubicBezTo>
                  <a:cubicBezTo>
                    <a:pt x="1" y="370"/>
                    <a:pt x="183" y="589"/>
                    <a:pt x="423" y="589"/>
                  </a:cubicBezTo>
                  <a:cubicBezTo>
                    <a:pt x="455" y="589"/>
                    <a:pt x="488" y="585"/>
                    <a:pt x="522" y="577"/>
                  </a:cubicBezTo>
                  <a:cubicBezTo>
                    <a:pt x="877" y="468"/>
                    <a:pt x="518"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4590222" y="1859850"/>
              <a:ext cx="270480" cy="357985"/>
            </a:xfrm>
            <a:custGeom>
              <a:rect b="b" l="l" r="r" t="t"/>
              <a:pathLst>
                <a:path extrusionOk="0" h="17755" w="13415">
                  <a:moveTo>
                    <a:pt x="7152" y="498"/>
                  </a:moveTo>
                  <a:lnTo>
                    <a:pt x="7152" y="2206"/>
                  </a:lnTo>
                  <a:lnTo>
                    <a:pt x="7081" y="2206"/>
                  </a:lnTo>
                  <a:cubicBezTo>
                    <a:pt x="6939" y="2206"/>
                    <a:pt x="6832" y="2170"/>
                    <a:pt x="6725" y="2170"/>
                  </a:cubicBezTo>
                  <a:cubicBezTo>
                    <a:pt x="6583" y="2170"/>
                    <a:pt x="6405" y="2206"/>
                    <a:pt x="6263" y="2242"/>
                  </a:cubicBezTo>
                  <a:lnTo>
                    <a:pt x="6263" y="498"/>
                  </a:lnTo>
                  <a:close/>
                  <a:moveTo>
                    <a:pt x="6725" y="2669"/>
                  </a:moveTo>
                  <a:cubicBezTo>
                    <a:pt x="7259" y="2669"/>
                    <a:pt x="7722" y="3024"/>
                    <a:pt x="7828" y="3558"/>
                  </a:cubicBezTo>
                  <a:cubicBezTo>
                    <a:pt x="7971" y="4270"/>
                    <a:pt x="7437" y="4946"/>
                    <a:pt x="6725" y="4946"/>
                  </a:cubicBezTo>
                  <a:cubicBezTo>
                    <a:pt x="6619" y="4946"/>
                    <a:pt x="6548" y="4910"/>
                    <a:pt x="6476" y="4910"/>
                  </a:cubicBezTo>
                  <a:cubicBezTo>
                    <a:pt x="5622" y="4732"/>
                    <a:pt x="5302" y="3736"/>
                    <a:pt x="5836" y="3060"/>
                  </a:cubicBezTo>
                  <a:lnTo>
                    <a:pt x="5836" y="3060"/>
                  </a:lnTo>
                  <a:lnTo>
                    <a:pt x="5836" y="3096"/>
                  </a:lnTo>
                  <a:cubicBezTo>
                    <a:pt x="6049" y="2811"/>
                    <a:pt x="6370" y="2669"/>
                    <a:pt x="6725" y="2669"/>
                  </a:cubicBezTo>
                  <a:close/>
                  <a:moveTo>
                    <a:pt x="5409" y="4839"/>
                  </a:moveTo>
                  <a:cubicBezTo>
                    <a:pt x="5516" y="5017"/>
                    <a:pt x="5694" y="5159"/>
                    <a:pt x="5907" y="5266"/>
                  </a:cubicBezTo>
                  <a:lnTo>
                    <a:pt x="5089" y="7472"/>
                  </a:lnTo>
                  <a:cubicBezTo>
                    <a:pt x="4911" y="7436"/>
                    <a:pt x="4697" y="7365"/>
                    <a:pt x="4484" y="7294"/>
                  </a:cubicBezTo>
                  <a:lnTo>
                    <a:pt x="5409" y="4839"/>
                  </a:lnTo>
                  <a:close/>
                  <a:moveTo>
                    <a:pt x="8042" y="4803"/>
                  </a:moveTo>
                  <a:lnTo>
                    <a:pt x="8931" y="7258"/>
                  </a:lnTo>
                  <a:cubicBezTo>
                    <a:pt x="8718" y="7330"/>
                    <a:pt x="8540" y="7401"/>
                    <a:pt x="8327" y="7472"/>
                  </a:cubicBezTo>
                  <a:lnTo>
                    <a:pt x="7508" y="5266"/>
                  </a:lnTo>
                  <a:cubicBezTo>
                    <a:pt x="7722" y="5159"/>
                    <a:pt x="7900" y="4981"/>
                    <a:pt x="8042" y="4803"/>
                  </a:cubicBezTo>
                  <a:close/>
                  <a:moveTo>
                    <a:pt x="7010" y="5444"/>
                  </a:moveTo>
                  <a:lnTo>
                    <a:pt x="7793" y="7579"/>
                  </a:lnTo>
                  <a:cubicBezTo>
                    <a:pt x="7437" y="7650"/>
                    <a:pt x="7072" y="7685"/>
                    <a:pt x="6708" y="7685"/>
                  </a:cubicBezTo>
                  <a:cubicBezTo>
                    <a:pt x="6343" y="7685"/>
                    <a:pt x="5978" y="7650"/>
                    <a:pt x="5622" y="7579"/>
                  </a:cubicBezTo>
                  <a:lnTo>
                    <a:pt x="6405" y="5444"/>
                  </a:lnTo>
                  <a:cubicBezTo>
                    <a:pt x="6512" y="5479"/>
                    <a:pt x="6619" y="5479"/>
                    <a:pt x="6725" y="5479"/>
                  </a:cubicBezTo>
                  <a:cubicBezTo>
                    <a:pt x="6797" y="5479"/>
                    <a:pt x="6903" y="5479"/>
                    <a:pt x="7010" y="5444"/>
                  </a:cubicBezTo>
                  <a:close/>
                  <a:moveTo>
                    <a:pt x="8006" y="8077"/>
                  </a:moveTo>
                  <a:lnTo>
                    <a:pt x="8611" y="9785"/>
                  </a:lnTo>
                  <a:lnTo>
                    <a:pt x="7686" y="9785"/>
                  </a:lnTo>
                  <a:lnTo>
                    <a:pt x="7686" y="9500"/>
                  </a:lnTo>
                  <a:cubicBezTo>
                    <a:pt x="7686" y="9358"/>
                    <a:pt x="7579" y="9251"/>
                    <a:pt x="7402" y="9251"/>
                  </a:cubicBezTo>
                  <a:lnTo>
                    <a:pt x="6014" y="9251"/>
                  </a:lnTo>
                  <a:cubicBezTo>
                    <a:pt x="5872" y="9251"/>
                    <a:pt x="5765" y="9358"/>
                    <a:pt x="5765" y="9500"/>
                  </a:cubicBezTo>
                  <a:lnTo>
                    <a:pt x="5765" y="9785"/>
                  </a:lnTo>
                  <a:lnTo>
                    <a:pt x="4840" y="9785"/>
                  </a:lnTo>
                  <a:lnTo>
                    <a:pt x="5445" y="8077"/>
                  </a:lnTo>
                  <a:cubicBezTo>
                    <a:pt x="5872" y="8166"/>
                    <a:pt x="6299" y="8210"/>
                    <a:pt x="6725" y="8210"/>
                  </a:cubicBezTo>
                  <a:cubicBezTo>
                    <a:pt x="7152" y="8210"/>
                    <a:pt x="7579" y="8166"/>
                    <a:pt x="8006" y="8077"/>
                  </a:cubicBezTo>
                  <a:close/>
                  <a:moveTo>
                    <a:pt x="7152" y="9785"/>
                  </a:moveTo>
                  <a:lnTo>
                    <a:pt x="7152" y="10283"/>
                  </a:lnTo>
                  <a:lnTo>
                    <a:pt x="6263" y="10283"/>
                  </a:lnTo>
                  <a:lnTo>
                    <a:pt x="6263" y="9785"/>
                  </a:lnTo>
                  <a:close/>
                  <a:moveTo>
                    <a:pt x="12347" y="9785"/>
                  </a:moveTo>
                  <a:cubicBezTo>
                    <a:pt x="12454" y="9785"/>
                    <a:pt x="12525" y="9856"/>
                    <a:pt x="12525" y="9963"/>
                  </a:cubicBezTo>
                  <a:cubicBezTo>
                    <a:pt x="12561" y="10034"/>
                    <a:pt x="12525" y="10105"/>
                    <a:pt x="12490" y="10176"/>
                  </a:cubicBezTo>
                  <a:lnTo>
                    <a:pt x="12490" y="10212"/>
                  </a:lnTo>
                  <a:cubicBezTo>
                    <a:pt x="12437" y="10264"/>
                    <a:pt x="12366" y="10297"/>
                    <a:pt x="12290" y="10297"/>
                  </a:cubicBezTo>
                  <a:cubicBezTo>
                    <a:pt x="12262" y="10297"/>
                    <a:pt x="12234" y="10292"/>
                    <a:pt x="12205" y="10283"/>
                  </a:cubicBezTo>
                  <a:cubicBezTo>
                    <a:pt x="12134" y="10283"/>
                    <a:pt x="12063" y="10212"/>
                    <a:pt x="12027" y="10105"/>
                  </a:cubicBezTo>
                  <a:cubicBezTo>
                    <a:pt x="11991" y="10034"/>
                    <a:pt x="12027" y="9927"/>
                    <a:pt x="12063" y="9856"/>
                  </a:cubicBezTo>
                  <a:cubicBezTo>
                    <a:pt x="12134" y="9820"/>
                    <a:pt x="12205" y="9785"/>
                    <a:pt x="12276" y="9785"/>
                  </a:cubicBezTo>
                  <a:close/>
                  <a:moveTo>
                    <a:pt x="1139" y="9785"/>
                  </a:moveTo>
                  <a:cubicBezTo>
                    <a:pt x="1210" y="9785"/>
                    <a:pt x="1317" y="9820"/>
                    <a:pt x="1353" y="9891"/>
                  </a:cubicBezTo>
                  <a:cubicBezTo>
                    <a:pt x="1388" y="9963"/>
                    <a:pt x="1424" y="10034"/>
                    <a:pt x="1388" y="10105"/>
                  </a:cubicBezTo>
                  <a:lnTo>
                    <a:pt x="1388" y="10141"/>
                  </a:lnTo>
                  <a:cubicBezTo>
                    <a:pt x="1388" y="10212"/>
                    <a:pt x="1317" y="10283"/>
                    <a:pt x="1210" y="10318"/>
                  </a:cubicBezTo>
                  <a:lnTo>
                    <a:pt x="1139" y="10318"/>
                  </a:lnTo>
                  <a:cubicBezTo>
                    <a:pt x="961" y="10318"/>
                    <a:pt x="855" y="10141"/>
                    <a:pt x="890" y="9963"/>
                  </a:cubicBezTo>
                  <a:cubicBezTo>
                    <a:pt x="926" y="9891"/>
                    <a:pt x="997" y="9820"/>
                    <a:pt x="1068" y="9785"/>
                  </a:cubicBezTo>
                  <a:close/>
                  <a:moveTo>
                    <a:pt x="2136" y="14375"/>
                  </a:moveTo>
                  <a:cubicBezTo>
                    <a:pt x="2420" y="14446"/>
                    <a:pt x="2669" y="14659"/>
                    <a:pt x="2705" y="14944"/>
                  </a:cubicBezTo>
                  <a:cubicBezTo>
                    <a:pt x="2776" y="15193"/>
                    <a:pt x="2705" y="15442"/>
                    <a:pt x="2563" y="15656"/>
                  </a:cubicBezTo>
                  <a:lnTo>
                    <a:pt x="2563" y="15620"/>
                  </a:lnTo>
                  <a:cubicBezTo>
                    <a:pt x="2420" y="15833"/>
                    <a:pt x="2207" y="15940"/>
                    <a:pt x="1958" y="15940"/>
                  </a:cubicBezTo>
                  <a:lnTo>
                    <a:pt x="1780" y="15940"/>
                  </a:lnTo>
                  <a:cubicBezTo>
                    <a:pt x="1460" y="15869"/>
                    <a:pt x="1246" y="15656"/>
                    <a:pt x="1175" y="15335"/>
                  </a:cubicBezTo>
                  <a:cubicBezTo>
                    <a:pt x="1068" y="14873"/>
                    <a:pt x="1424" y="14375"/>
                    <a:pt x="1958" y="14375"/>
                  </a:cubicBezTo>
                  <a:close/>
                  <a:moveTo>
                    <a:pt x="11458" y="14375"/>
                  </a:moveTo>
                  <a:cubicBezTo>
                    <a:pt x="11707" y="14375"/>
                    <a:pt x="11920" y="14481"/>
                    <a:pt x="12063" y="14659"/>
                  </a:cubicBezTo>
                  <a:cubicBezTo>
                    <a:pt x="12241" y="14873"/>
                    <a:pt x="12276" y="15122"/>
                    <a:pt x="12241" y="15335"/>
                  </a:cubicBezTo>
                  <a:cubicBezTo>
                    <a:pt x="12169" y="15620"/>
                    <a:pt x="11956" y="15869"/>
                    <a:pt x="11636" y="15940"/>
                  </a:cubicBezTo>
                  <a:lnTo>
                    <a:pt x="11458" y="15940"/>
                  </a:lnTo>
                  <a:cubicBezTo>
                    <a:pt x="10960" y="15940"/>
                    <a:pt x="10568" y="15442"/>
                    <a:pt x="10711" y="14944"/>
                  </a:cubicBezTo>
                  <a:cubicBezTo>
                    <a:pt x="10746" y="14659"/>
                    <a:pt x="10995" y="14446"/>
                    <a:pt x="11280" y="14375"/>
                  </a:cubicBezTo>
                  <a:close/>
                  <a:moveTo>
                    <a:pt x="6014" y="0"/>
                  </a:moveTo>
                  <a:cubicBezTo>
                    <a:pt x="5872" y="0"/>
                    <a:pt x="5765" y="107"/>
                    <a:pt x="5765" y="249"/>
                  </a:cubicBezTo>
                  <a:lnTo>
                    <a:pt x="5765" y="2455"/>
                  </a:lnTo>
                  <a:cubicBezTo>
                    <a:pt x="5622" y="2562"/>
                    <a:pt x="5516" y="2669"/>
                    <a:pt x="5409" y="2775"/>
                  </a:cubicBezTo>
                  <a:cubicBezTo>
                    <a:pt x="5089" y="3167"/>
                    <a:pt x="4982" y="3665"/>
                    <a:pt x="5089" y="4163"/>
                  </a:cubicBezTo>
                  <a:lnTo>
                    <a:pt x="4021" y="7081"/>
                  </a:lnTo>
                  <a:cubicBezTo>
                    <a:pt x="1886" y="6049"/>
                    <a:pt x="534" y="3878"/>
                    <a:pt x="534" y="1530"/>
                  </a:cubicBezTo>
                  <a:cubicBezTo>
                    <a:pt x="534" y="1352"/>
                    <a:pt x="428" y="1245"/>
                    <a:pt x="285" y="1245"/>
                  </a:cubicBezTo>
                  <a:cubicBezTo>
                    <a:pt x="143" y="1245"/>
                    <a:pt x="1" y="1352"/>
                    <a:pt x="1" y="1530"/>
                  </a:cubicBezTo>
                  <a:cubicBezTo>
                    <a:pt x="1" y="4092"/>
                    <a:pt x="1531" y="6476"/>
                    <a:pt x="3879" y="7579"/>
                  </a:cubicBezTo>
                  <a:lnTo>
                    <a:pt x="3666" y="8148"/>
                  </a:lnTo>
                  <a:cubicBezTo>
                    <a:pt x="3594" y="8290"/>
                    <a:pt x="3666" y="8433"/>
                    <a:pt x="3808" y="8504"/>
                  </a:cubicBezTo>
                  <a:lnTo>
                    <a:pt x="3879" y="8504"/>
                  </a:lnTo>
                  <a:cubicBezTo>
                    <a:pt x="3986" y="8468"/>
                    <a:pt x="4092" y="8433"/>
                    <a:pt x="4128" y="8326"/>
                  </a:cubicBezTo>
                  <a:lnTo>
                    <a:pt x="4342" y="7757"/>
                  </a:lnTo>
                  <a:cubicBezTo>
                    <a:pt x="4519" y="7828"/>
                    <a:pt x="4733" y="7899"/>
                    <a:pt x="4946" y="7970"/>
                  </a:cubicBezTo>
                  <a:lnTo>
                    <a:pt x="2705" y="14054"/>
                  </a:lnTo>
                  <a:cubicBezTo>
                    <a:pt x="2563" y="13983"/>
                    <a:pt x="2420" y="13912"/>
                    <a:pt x="2278" y="13876"/>
                  </a:cubicBezTo>
                  <a:lnTo>
                    <a:pt x="2136" y="13841"/>
                  </a:lnTo>
                  <a:lnTo>
                    <a:pt x="3737" y="9464"/>
                  </a:lnTo>
                  <a:cubicBezTo>
                    <a:pt x="3831" y="9300"/>
                    <a:pt x="3614" y="9151"/>
                    <a:pt x="3436" y="9151"/>
                  </a:cubicBezTo>
                  <a:cubicBezTo>
                    <a:pt x="3344" y="9151"/>
                    <a:pt x="3263" y="9190"/>
                    <a:pt x="3239" y="9287"/>
                  </a:cubicBezTo>
                  <a:lnTo>
                    <a:pt x="3061" y="9785"/>
                  </a:lnTo>
                  <a:lnTo>
                    <a:pt x="1922" y="9785"/>
                  </a:lnTo>
                  <a:cubicBezTo>
                    <a:pt x="1886" y="9678"/>
                    <a:pt x="1851" y="9607"/>
                    <a:pt x="1780" y="9536"/>
                  </a:cubicBezTo>
                  <a:cubicBezTo>
                    <a:pt x="1637" y="9358"/>
                    <a:pt x="1424" y="9251"/>
                    <a:pt x="1175" y="9251"/>
                  </a:cubicBezTo>
                  <a:cubicBezTo>
                    <a:pt x="1104" y="9251"/>
                    <a:pt x="1033" y="9251"/>
                    <a:pt x="961" y="9287"/>
                  </a:cubicBezTo>
                  <a:cubicBezTo>
                    <a:pt x="677" y="9358"/>
                    <a:pt x="463" y="9571"/>
                    <a:pt x="428" y="9820"/>
                  </a:cubicBezTo>
                  <a:cubicBezTo>
                    <a:pt x="285" y="10318"/>
                    <a:pt x="641" y="10817"/>
                    <a:pt x="1175" y="10817"/>
                  </a:cubicBezTo>
                  <a:lnTo>
                    <a:pt x="1388" y="10817"/>
                  </a:lnTo>
                  <a:cubicBezTo>
                    <a:pt x="1637" y="10745"/>
                    <a:pt x="1815" y="10567"/>
                    <a:pt x="1922" y="10318"/>
                  </a:cubicBezTo>
                  <a:lnTo>
                    <a:pt x="2883" y="10318"/>
                  </a:lnTo>
                  <a:lnTo>
                    <a:pt x="1566" y="13912"/>
                  </a:lnTo>
                  <a:cubicBezTo>
                    <a:pt x="1317" y="13983"/>
                    <a:pt x="1104" y="14161"/>
                    <a:pt x="961" y="14375"/>
                  </a:cubicBezTo>
                  <a:cubicBezTo>
                    <a:pt x="712" y="14659"/>
                    <a:pt x="606" y="15086"/>
                    <a:pt x="712" y="15478"/>
                  </a:cubicBezTo>
                  <a:cubicBezTo>
                    <a:pt x="783" y="15798"/>
                    <a:pt x="961" y="16082"/>
                    <a:pt x="1246" y="16296"/>
                  </a:cubicBezTo>
                  <a:lnTo>
                    <a:pt x="819" y="17399"/>
                  </a:lnTo>
                  <a:cubicBezTo>
                    <a:pt x="748" y="17577"/>
                    <a:pt x="855" y="17755"/>
                    <a:pt x="1068" y="17755"/>
                  </a:cubicBezTo>
                  <a:cubicBezTo>
                    <a:pt x="1175" y="17755"/>
                    <a:pt x="1246" y="17684"/>
                    <a:pt x="1282" y="17577"/>
                  </a:cubicBezTo>
                  <a:lnTo>
                    <a:pt x="1744" y="16474"/>
                  </a:lnTo>
                  <a:cubicBezTo>
                    <a:pt x="1812" y="16484"/>
                    <a:pt x="1880" y="16489"/>
                    <a:pt x="1948" y="16489"/>
                  </a:cubicBezTo>
                  <a:cubicBezTo>
                    <a:pt x="2348" y="16489"/>
                    <a:pt x="2746" y="16315"/>
                    <a:pt x="2989" y="16011"/>
                  </a:cubicBezTo>
                  <a:cubicBezTo>
                    <a:pt x="3239" y="15691"/>
                    <a:pt x="3345" y="15264"/>
                    <a:pt x="3239" y="14873"/>
                  </a:cubicBezTo>
                  <a:cubicBezTo>
                    <a:pt x="3203" y="14766"/>
                    <a:pt x="3167" y="14659"/>
                    <a:pt x="3132" y="14553"/>
                  </a:cubicBezTo>
                  <a:lnTo>
                    <a:pt x="4662" y="10318"/>
                  </a:lnTo>
                  <a:lnTo>
                    <a:pt x="5765" y="10318"/>
                  </a:lnTo>
                  <a:lnTo>
                    <a:pt x="5765" y="10603"/>
                  </a:lnTo>
                  <a:cubicBezTo>
                    <a:pt x="5765" y="10745"/>
                    <a:pt x="5872" y="10852"/>
                    <a:pt x="6014" y="10852"/>
                  </a:cubicBezTo>
                  <a:lnTo>
                    <a:pt x="7437" y="10852"/>
                  </a:lnTo>
                  <a:cubicBezTo>
                    <a:pt x="7579" y="10852"/>
                    <a:pt x="7686" y="10745"/>
                    <a:pt x="7686" y="10603"/>
                  </a:cubicBezTo>
                  <a:lnTo>
                    <a:pt x="7686" y="10283"/>
                  </a:lnTo>
                  <a:lnTo>
                    <a:pt x="8789" y="10283"/>
                  </a:lnTo>
                  <a:lnTo>
                    <a:pt x="10319" y="14517"/>
                  </a:lnTo>
                  <a:cubicBezTo>
                    <a:pt x="10284" y="14624"/>
                    <a:pt x="10212" y="14730"/>
                    <a:pt x="10212" y="14837"/>
                  </a:cubicBezTo>
                  <a:cubicBezTo>
                    <a:pt x="10106" y="15229"/>
                    <a:pt x="10212" y="15656"/>
                    <a:pt x="10461" y="15976"/>
                  </a:cubicBezTo>
                  <a:cubicBezTo>
                    <a:pt x="10692" y="16240"/>
                    <a:pt x="11015" y="16442"/>
                    <a:pt x="11401" y="16442"/>
                  </a:cubicBezTo>
                  <a:cubicBezTo>
                    <a:pt x="11431" y="16442"/>
                    <a:pt x="11462" y="16441"/>
                    <a:pt x="11493" y="16438"/>
                  </a:cubicBezTo>
                  <a:cubicBezTo>
                    <a:pt x="11529" y="16456"/>
                    <a:pt x="11564" y="16465"/>
                    <a:pt x="11600" y="16465"/>
                  </a:cubicBezTo>
                  <a:cubicBezTo>
                    <a:pt x="11636" y="16465"/>
                    <a:pt x="11671" y="16456"/>
                    <a:pt x="11707" y="16438"/>
                  </a:cubicBezTo>
                  <a:lnTo>
                    <a:pt x="12098" y="17577"/>
                  </a:lnTo>
                  <a:cubicBezTo>
                    <a:pt x="12134" y="17684"/>
                    <a:pt x="12241" y="17719"/>
                    <a:pt x="12347" y="17719"/>
                  </a:cubicBezTo>
                  <a:lnTo>
                    <a:pt x="12454" y="17719"/>
                  </a:lnTo>
                  <a:cubicBezTo>
                    <a:pt x="12561" y="17684"/>
                    <a:pt x="12632" y="17541"/>
                    <a:pt x="12596" y="17399"/>
                  </a:cubicBezTo>
                  <a:lnTo>
                    <a:pt x="12169" y="16296"/>
                  </a:lnTo>
                  <a:cubicBezTo>
                    <a:pt x="12490" y="16118"/>
                    <a:pt x="12667" y="15798"/>
                    <a:pt x="12739" y="15478"/>
                  </a:cubicBezTo>
                  <a:cubicBezTo>
                    <a:pt x="12917" y="14802"/>
                    <a:pt x="12525" y="14126"/>
                    <a:pt x="11849" y="13948"/>
                  </a:cubicBezTo>
                  <a:lnTo>
                    <a:pt x="11422" y="12702"/>
                  </a:lnTo>
                  <a:cubicBezTo>
                    <a:pt x="11371" y="12601"/>
                    <a:pt x="11284" y="12558"/>
                    <a:pt x="11197" y="12558"/>
                  </a:cubicBezTo>
                  <a:cubicBezTo>
                    <a:pt x="11039" y="12558"/>
                    <a:pt x="10878" y="12697"/>
                    <a:pt x="10924" y="12880"/>
                  </a:cubicBezTo>
                  <a:lnTo>
                    <a:pt x="11280" y="13876"/>
                  </a:lnTo>
                  <a:lnTo>
                    <a:pt x="11173" y="13912"/>
                  </a:lnTo>
                  <a:cubicBezTo>
                    <a:pt x="10995" y="13948"/>
                    <a:pt x="10853" y="14019"/>
                    <a:pt x="10711" y="14126"/>
                  </a:cubicBezTo>
                  <a:lnTo>
                    <a:pt x="8505" y="8006"/>
                  </a:lnTo>
                  <a:cubicBezTo>
                    <a:pt x="8718" y="7934"/>
                    <a:pt x="8896" y="7863"/>
                    <a:pt x="9109" y="7792"/>
                  </a:cubicBezTo>
                  <a:lnTo>
                    <a:pt x="10533" y="11742"/>
                  </a:lnTo>
                  <a:cubicBezTo>
                    <a:pt x="10568" y="11813"/>
                    <a:pt x="10639" y="11884"/>
                    <a:pt x="10782" y="11884"/>
                  </a:cubicBezTo>
                  <a:cubicBezTo>
                    <a:pt x="10782" y="11902"/>
                    <a:pt x="10791" y="11911"/>
                    <a:pt x="10804" y="11911"/>
                  </a:cubicBezTo>
                  <a:cubicBezTo>
                    <a:pt x="10817" y="11911"/>
                    <a:pt x="10835" y="11902"/>
                    <a:pt x="10853" y="11884"/>
                  </a:cubicBezTo>
                  <a:cubicBezTo>
                    <a:pt x="10995" y="11848"/>
                    <a:pt x="11066" y="11706"/>
                    <a:pt x="10995" y="11564"/>
                  </a:cubicBezTo>
                  <a:lnTo>
                    <a:pt x="10568" y="10354"/>
                  </a:lnTo>
                  <a:lnTo>
                    <a:pt x="11529" y="10354"/>
                  </a:lnTo>
                  <a:cubicBezTo>
                    <a:pt x="11600" y="10603"/>
                    <a:pt x="11814" y="10781"/>
                    <a:pt x="12063" y="10852"/>
                  </a:cubicBezTo>
                  <a:lnTo>
                    <a:pt x="12276" y="10852"/>
                  </a:lnTo>
                  <a:cubicBezTo>
                    <a:pt x="12774" y="10852"/>
                    <a:pt x="13166" y="10354"/>
                    <a:pt x="13023" y="9856"/>
                  </a:cubicBezTo>
                  <a:cubicBezTo>
                    <a:pt x="12952" y="9607"/>
                    <a:pt x="12739" y="9393"/>
                    <a:pt x="12490" y="9322"/>
                  </a:cubicBezTo>
                  <a:lnTo>
                    <a:pt x="12454" y="9287"/>
                  </a:lnTo>
                  <a:cubicBezTo>
                    <a:pt x="12396" y="9272"/>
                    <a:pt x="12336" y="9265"/>
                    <a:pt x="12276" y="9265"/>
                  </a:cubicBezTo>
                  <a:cubicBezTo>
                    <a:pt x="12043" y="9265"/>
                    <a:pt x="11806" y="9373"/>
                    <a:pt x="11636" y="9571"/>
                  </a:cubicBezTo>
                  <a:cubicBezTo>
                    <a:pt x="11600" y="9642"/>
                    <a:pt x="11564" y="9714"/>
                    <a:pt x="11529" y="9785"/>
                  </a:cubicBezTo>
                  <a:lnTo>
                    <a:pt x="10390" y="9785"/>
                  </a:lnTo>
                  <a:lnTo>
                    <a:pt x="9572" y="7579"/>
                  </a:lnTo>
                  <a:cubicBezTo>
                    <a:pt x="11920" y="6476"/>
                    <a:pt x="13415" y="4092"/>
                    <a:pt x="13415" y="1530"/>
                  </a:cubicBezTo>
                  <a:cubicBezTo>
                    <a:pt x="13397" y="1370"/>
                    <a:pt x="13272" y="1290"/>
                    <a:pt x="13148" y="1290"/>
                  </a:cubicBezTo>
                  <a:cubicBezTo>
                    <a:pt x="13023" y="1290"/>
                    <a:pt x="12899" y="1370"/>
                    <a:pt x="12881" y="1530"/>
                  </a:cubicBezTo>
                  <a:cubicBezTo>
                    <a:pt x="12881" y="3878"/>
                    <a:pt x="11529" y="6049"/>
                    <a:pt x="9394" y="7081"/>
                  </a:cubicBezTo>
                  <a:lnTo>
                    <a:pt x="8327" y="4163"/>
                  </a:lnTo>
                  <a:cubicBezTo>
                    <a:pt x="8362" y="3949"/>
                    <a:pt x="8362" y="3700"/>
                    <a:pt x="8327" y="3487"/>
                  </a:cubicBezTo>
                  <a:cubicBezTo>
                    <a:pt x="8255" y="3060"/>
                    <a:pt x="8006" y="2704"/>
                    <a:pt x="7651" y="2455"/>
                  </a:cubicBezTo>
                  <a:lnTo>
                    <a:pt x="7651" y="249"/>
                  </a:lnTo>
                  <a:cubicBezTo>
                    <a:pt x="7651" y="107"/>
                    <a:pt x="7544" y="0"/>
                    <a:pt x="7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 name="Google Shape;2733;p72"/>
          <p:cNvGrpSpPr/>
          <p:nvPr/>
        </p:nvGrpSpPr>
        <p:grpSpPr>
          <a:xfrm>
            <a:off x="7475183" y="2355434"/>
            <a:ext cx="357280" cy="357542"/>
            <a:chOff x="7475183" y="2355434"/>
            <a:chExt cx="357280" cy="357542"/>
          </a:xfrm>
        </p:grpSpPr>
        <p:sp>
          <p:nvSpPr>
            <p:cNvPr id="2734" name="Google Shape;2734;p72"/>
            <p:cNvSpPr/>
            <p:nvPr/>
          </p:nvSpPr>
          <p:spPr>
            <a:xfrm>
              <a:off x="7567728" y="2360716"/>
              <a:ext cx="259713" cy="347239"/>
            </a:xfrm>
            <a:custGeom>
              <a:rect b="b" l="l" r="r" t="t"/>
              <a:pathLst>
                <a:path extrusionOk="0" h="17222" w="12881">
                  <a:moveTo>
                    <a:pt x="2811" y="8433"/>
                  </a:moveTo>
                  <a:lnTo>
                    <a:pt x="7294" y="14411"/>
                  </a:lnTo>
                  <a:lnTo>
                    <a:pt x="2811" y="14411"/>
                  </a:lnTo>
                  <a:lnTo>
                    <a:pt x="2811" y="8433"/>
                  </a:lnTo>
                  <a:close/>
                  <a:moveTo>
                    <a:pt x="0" y="1"/>
                  </a:moveTo>
                  <a:lnTo>
                    <a:pt x="0" y="17222"/>
                  </a:lnTo>
                  <a:lnTo>
                    <a:pt x="12881" y="1722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7480203" y="2360716"/>
              <a:ext cx="56697" cy="347239"/>
            </a:xfrm>
            <a:custGeom>
              <a:rect b="b" l="l" r="r" t="t"/>
              <a:pathLst>
                <a:path extrusionOk="0" h="17222" w="2812">
                  <a:moveTo>
                    <a:pt x="0" y="1"/>
                  </a:moveTo>
                  <a:lnTo>
                    <a:pt x="0" y="17222"/>
                  </a:lnTo>
                  <a:lnTo>
                    <a:pt x="2811" y="17222"/>
                  </a:lnTo>
                  <a:lnTo>
                    <a:pt x="28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7618659" y="2525444"/>
              <a:ext cx="101881" cy="130855"/>
            </a:xfrm>
            <a:custGeom>
              <a:rect b="b" l="l" r="r" t="t"/>
              <a:pathLst>
                <a:path extrusionOk="0" h="6490" w="5053">
                  <a:moveTo>
                    <a:pt x="534" y="1046"/>
                  </a:moveTo>
                  <a:lnTo>
                    <a:pt x="4235" y="5992"/>
                  </a:lnTo>
                  <a:lnTo>
                    <a:pt x="570" y="5992"/>
                  </a:lnTo>
                  <a:lnTo>
                    <a:pt x="534" y="1046"/>
                  </a:lnTo>
                  <a:close/>
                  <a:moveTo>
                    <a:pt x="270" y="0"/>
                  </a:moveTo>
                  <a:cubicBezTo>
                    <a:pt x="238" y="0"/>
                    <a:pt x="207" y="5"/>
                    <a:pt x="178" y="14"/>
                  </a:cubicBezTo>
                  <a:cubicBezTo>
                    <a:pt x="72" y="50"/>
                    <a:pt x="1" y="121"/>
                    <a:pt x="1" y="263"/>
                  </a:cubicBezTo>
                  <a:lnTo>
                    <a:pt x="1" y="6241"/>
                  </a:lnTo>
                  <a:cubicBezTo>
                    <a:pt x="1" y="6383"/>
                    <a:pt x="143" y="6490"/>
                    <a:pt x="285" y="6490"/>
                  </a:cubicBezTo>
                  <a:lnTo>
                    <a:pt x="4768" y="6490"/>
                  </a:lnTo>
                  <a:cubicBezTo>
                    <a:pt x="4840" y="6490"/>
                    <a:pt x="4946" y="6454"/>
                    <a:pt x="4982" y="6347"/>
                  </a:cubicBezTo>
                  <a:cubicBezTo>
                    <a:pt x="5053" y="6276"/>
                    <a:pt x="5017" y="6170"/>
                    <a:pt x="4982" y="6098"/>
                  </a:cubicBezTo>
                  <a:lnTo>
                    <a:pt x="499" y="85"/>
                  </a:lnTo>
                  <a:cubicBezTo>
                    <a:pt x="447" y="33"/>
                    <a:pt x="356" y="0"/>
                    <a:pt x="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7562708" y="2355434"/>
              <a:ext cx="269754" cy="357542"/>
            </a:xfrm>
            <a:custGeom>
              <a:rect b="b" l="l" r="r" t="t"/>
              <a:pathLst>
                <a:path extrusionOk="0" h="17733" w="13379">
                  <a:moveTo>
                    <a:pt x="258" y="0"/>
                  </a:moveTo>
                  <a:cubicBezTo>
                    <a:pt x="231" y="0"/>
                    <a:pt x="205" y="5"/>
                    <a:pt x="178" y="13"/>
                  </a:cubicBezTo>
                  <a:cubicBezTo>
                    <a:pt x="71" y="49"/>
                    <a:pt x="0" y="156"/>
                    <a:pt x="0" y="263"/>
                  </a:cubicBezTo>
                  <a:lnTo>
                    <a:pt x="0" y="17448"/>
                  </a:lnTo>
                  <a:cubicBezTo>
                    <a:pt x="0" y="17590"/>
                    <a:pt x="107" y="17733"/>
                    <a:pt x="249" y="17733"/>
                  </a:cubicBezTo>
                  <a:lnTo>
                    <a:pt x="9607" y="17733"/>
                  </a:lnTo>
                  <a:cubicBezTo>
                    <a:pt x="9927" y="17733"/>
                    <a:pt x="9927" y="17199"/>
                    <a:pt x="9607" y="17199"/>
                  </a:cubicBezTo>
                  <a:lnTo>
                    <a:pt x="498" y="17199"/>
                  </a:lnTo>
                  <a:lnTo>
                    <a:pt x="498" y="16025"/>
                  </a:lnTo>
                  <a:lnTo>
                    <a:pt x="961" y="16025"/>
                  </a:lnTo>
                  <a:cubicBezTo>
                    <a:pt x="1246" y="15989"/>
                    <a:pt x="1246" y="15562"/>
                    <a:pt x="961" y="15527"/>
                  </a:cubicBezTo>
                  <a:lnTo>
                    <a:pt x="498" y="15527"/>
                  </a:lnTo>
                  <a:lnTo>
                    <a:pt x="498" y="14495"/>
                  </a:lnTo>
                  <a:lnTo>
                    <a:pt x="1317" y="14495"/>
                  </a:lnTo>
                  <a:cubicBezTo>
                    <a:pt x="1325" y="14496"/>
                    <a:pt x="1334" y="14496"/>
                    <a:pt x="1342" y="14496"/>
                  </a:cubicBezTo>
                  <a:cubicBezTo>
                    <a:pt x="1593" y="14496"/>
                    <a:pt x="1593" y="13995"/>
                    <a:pt x="1342" y="13995"/>
                  </a:cubicBezTo>
                  <a:cubicBezTo>
                    <a:pt x="1334" y="13995"/>
                    <a:pt x="1325" y="13996"/>
                    <a:pt x="1317" y="13997"/>
                  </a:cubicBezTo>
                  <a:lnTo>
                    <a:pt x="498" y="13997"/>
                  </a:lnTo>
                  <a:lnTo>
                    <a:pt x="498" y="12965"/>
                  </a:lnTo>
                  <a:lnTo>
                    <a:pt x="961" y="12965"/>
                  </a:lnTo>
                  <a:cubicBezTo>
                    <a:pt x="1246" y="12929"/>
                    <a:pt x="1246" y="12467"/>
                    <a:pt x="961" y="12431"/>
                  </a:cubicBezTo>
                  <a:lnTo>
                    <a:pt x="498" y="12431"/>
                  </a:lnTo>
                  <a:lnTo>
                    <a:pt x="498" y="11435"/>
                  </a:lnTo>
                  <a:lnTo>
                    <a:pt x="1317" y="11435"/>
                  </a:lnTo>
                  <a:cubicBezTo>
                    <a:pt x="1459" y="11435"/>
                    <a:pt x="1566" y="11328"/>
                    <a:pt x="1566" y="11150"/>
                  </a:cubicBezTo>
                  <a:cubicBezTo>
                    <a:pt x="1566" y="11008"/>
                    <a:pt x="1459" y="10901"/>
                    <a:pt x="1317" y="10901"/>
                  </a:cubicBezTo>
                  <a:lnTo>
                    <a:pt x="498" y="10901"/>
                  </a:lnTo>
                  <a:lnTo>
                    <a:pt x="498" y="9869"/>
                  </a:lnTo>
                  <a:lnTo>
                    <a:pt x="961" y="9869"/>
                  </a:lnTo>
                  <a:cubicBezTo>
                    <a:pt x="1103" y="9869"/>
                    <a:pt x="1210" y="9763"/>
                    <a:pt x="1210" y="9620"/>
                  </a:cubicBezTo>
                  <a:cubicBezTo>
                    <a:pt x="1210" y="9478"/>
                    <a:pt x="1103" y="9371"/>
                    <a:pt x="961" y="9371"/>
                  </a:cubicBezTo>
                  <a:lnTo>
                    <a:pt x="498" y="9371"/>
                  </a:lnTo>
                  <a:lnTo>
                    <a:pt x="498" y="8339"/>
                  </a:lnTo>
                  <a:lnTo>
                    <a:pt x="1317" y="8339"/>
                  </a:lnTo>
                  <a:cubicBezTo>
                    <a:pt x="1459" y="8339"/>
                    <a:pt x="1566" y="8233"/>
                    <a:pt x="1566" y="8090"/>
                  </a:cubicBezTo>
                  <a:cubicBezTo>
                    <a:pt x="1566" y="7948"/>
                    <a:pt x="1459" y="7841"/>
                    <a:pt x="1317" y="7841"/>
                  </a:cubicBezTo>
                  <a:lnTo>
                    <a:pt x="498" y="7841"/>
                  </a:lnTo>
                  <a:lnTo>
                    <a:pt x="498" y="6809"/>
                  </a:lnTo>
                  <a:lnTo>
                    <a:pt x="961" y="6809"/>
                  </a:lnTo>
                  <a:cubicBezTo>
                    <a:pt x="1103" y="6809"/>
                    <a:pt x="1210" y="6703"/>
                    <a:pt x="1210" y="6560"/>
                  </a:cubicBezTo>
                  <a:cubicBezTo>
                    <a:pt x="1210" y="6418"/>
                    <a:pt x="1103" y="6276"/>
                    <a:pt x="961" y="6276"/>
                  </a:cubicBezTo>
                  <a:lnTo>
                    <a:pt x="498" y="6276"/>
                  </a:lnTo>
                  <a:lnTo>
                    <a:pt x="498" y="5279"/>
                  </a:lnTo>
                  <a:lnTo>
                    <a:pt x="1317" y="5279"/>
                  </a:lnTo>
                  <a:cubicBezTo>
                    <a:pt x="1327" y="5281"/>
                    <a:pt x="1337" y="5281"/>
                    <a:pt x="1347" y="5281"/>
                  </a:cubicBezTo>
                  <a:cubicBezTo>
                    <a:pt x="1637" y="5281"/>
                    <a:pt x="1627" y="4781"/>
                    <a:pt x="1317" y="4781"/>
                  </a:cubicBezTo>
                  <a:lnTo>
                    <a:pt x="498" y="4781"/>
                  </a:lnTo>
                  <a:lnTo>
                    <a:pt x="498" y="3749"/>
                  </a:lnTo>
                  <a:lnTo>
                    <a:pt x="961" y="3749"/>
                  </a:lnTo>
                  <a:cubicBezTo>
                    <a:pt x="1317" y="3749"/>
                    <a:pt x="1317" y="3251"/>
                    <a:pt x="961" y="3251"/>
                  </a:cubicBezTo>
                  <a:lnTo>
                    <a:pt x="498" y="3251"/>
                  </a:lnTo>
                  <a:lnTo>
                    <a:pt x="498" y="1045"/>
                  </a:lnTo>
                  <a:lnTo>
                    <a:pt x="12596" y="17235"/>
                  </a:lnTo>
                  <a:lnTo>
                    <a:pt x="10817" y="17235"/>
                  </a:lnTo>
                  <a:cubicBezTo>
                    <a:pt x="10461" y="17235"/>
                    <a:pt x="10461" y="17733"/>
                    <a:pt x="10817" y="17733"/>
                  </a:cubicBezTo>
                  <a:lnTo>
                    <a:pt x="13130" y="17733"/>
                  </a:lnTo>
                  <a:cubicBezTo>
                    <a:pt x="13201" y="17733"/>
                    <a:pt x="13307" y="17697"/>
                    <a:pt x="13343" y="17590"/>
                  </a:cubicBezTo>
                  <a:cubicBezTo>
                    <a:pt x="13379" y="17519"/>
                    <a:pt x="13379" y="17412"/>
                    <a:pt x="13307" y="17341"/>
                  </a:cubicBezTo>
                  <a:lnTo>
                    <a:pt x="13343" y="17306"/>
                  </a:lnTo>
                  <a:lnTo>
                    <a:pt x="463" y="120"/>
                  </a:lnTo>
                  <a:cubicBezTo>
                    <a:pt x="409" y="40"/>
                    <a:pt x="336"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7475183" y="2355696"/>
              <a:ext cx="66738" cy="357279"/>
            </a:xfrm>
            <a:custGeom>
              <a:rect b="b" l="l" r="r" t="t"/>
              <a:pathLst>
                <a:path extrusionOk="0" h="17720" w="3310">
                  <a:moveTo>
                    <a:pt x="2776" y="499"/>
                  </a:moveTo>
                  <a:lnTo>
                    <a:pt x="2776" y="1246"/>
                  </a:lnTo>
                  <a:lnTo>
                    <a:pt x="2171" y="1246"/>
                  </a:lnTo>
                  <a:cubicBezTo>
                    <a:pt x="2028" y="1246"/>
                    <a:pt x="1886" y="1388"/>
                    <a:pt x="1886" y="1530"/>
                  </a:cubicBezTo>
                  <a:cubicBezTo>
                    <a:pt x="1886" y="1673"/>
                    <a:pt x="1779" y="1779"/>
                    <a:pt x="1637" y="1779"/>
                  </a:cubicBezTo>
                  <a:cubicBezTo>
                    <a:pt x="1495" y="1779"/>
                    <a:pt x="1388" y="1673"/>
                    <a:pt x="1388" y="1530"/>
                  </a:cubicBezTo>
                  <a:cubicBezTo>
                    <a:pt x="1388" y="1388"/>
                    <a:pt x="1246" y="1246"/>
                    <a:pt x="1103" y="1246"/>
                  </a:cubicBezTo>
                  <a:lnTo>
                    <a:pt x="498" y="1246"/>
                  </a:lnTo>
                  <a:lnTo>
                    <a:pt x="498" y="499"/>
                  </a:lnTo>
                  <a:close/>
                  <a:moveTo>
                    <a:pt x="249" y="0"/>
                  </a:moveTo>
                  <a:cubicBezTo>
                    <a:pt x="107" y="0"/>
                    <a:pt x="0" y="107"/>
                    <a:pt x="0" y="250"/>
                  </a:cubicBezTo>
                  <a:lnTo>
                    <a:pt x="0" y="17471"/>
                  </a:lnTo>
                  <a:cubicBezTo>
                    <a:pt x="0" y="17613"/>
                    <a:pt x="107" y="17720"/>
                    <a:pt x="249" y="17720"/>
                  </a:cubicBezTo>
                  <a:lnTo>
                    <a:pt x="3060" y="17720"/>
                  </a:lnTo>
                  <a:cubicBezTo>
                    <a:pt x="3203" y="17720"/>
                    <a:pt x="3309" y="17613"/>
                    <a:pt x="3309" y="17471"/>
                  </a:cubicBezTo>
                  <a:lnTo>
                    <a:pt x="3309" y="14838"/>
                  </a:lnTo>
                  <a:cubicBezTo>
                    <a:pt x="3292" y="14678"/>
                    <a:pt x="3176" y="14597"/>
                    <a:pt x="3060" y="14597"/>
                  </a:cubicBezTo>
                  <a:cubicBezTo>
                    <a:pt x="2945" y="14597"/>
                    <a:pt x="2829" y="14678"/>
                    <a:pt x="2811" y="14838"/>
                  </a:cubicBezTo>
                  <a:lnTo>
                    <a:pt x="2811" y="17186"/>
                  </a:lnTo>
                  <a:lnTo>
                    <a:pt x="534" y="17186"/>
                  </a:lnTo>
                  <a:lnTo>
                    <a:pt x="534" y="16047"/>
                  </a:lnTo>
                  <a:lnTo>
                    <a:pt x="961" y="16047"/>
                  </a:lnTo>
                  <a:cubicBezTo>
                    <a:pt x="1281" y="16012"/>
                    <a:pt x="1281" y="15549"/>
                    <a:pt x="961" y="15514"/>
                  </a:cubicBezTo>
                  <a:lnTo>
                    <a:pt x="534" y="15514"/>
                  </a:lnTo>
                  <a:lnTo>
                    <a:pt x="534" y="14517"/>
                  </a:lnTo>
                  <a:lnTo>
                    <a:pt x="1317" y="14517"/>
                  </a:lnTo>
                  <a:cubicBezTo>
                    <a:pt x="1325" y="14518"/>
                    <a:pt x="1333" y="14519"/>
                    <a:pt x="1341" y="14519"/>
                  </a:cubicBezTo>
                  <a:cubicBezTo>
                    <a:pt x="1594" y="14519"/>
                    <a:pt x="1594" y="13982"/>
                    <a:pt x="1341" y="13982"/>
                  </a:cubicBezTo>
                  <a:cubicBezTo>
                    <a:pt x="1333" y="13982"/>
                    <a:pt x="1325" y="13983"/>
                    <a:pt x="1317" y="13984"/>
                  </a:cubicBezTo>
                  <a:lnTo>
                    <a:pt x="534" y="13984"/>
                  </a:lnTo>
                  <a:lnTo>
                    <a:pt x="534" y="12952"/>
                  </a:lnTo>
                  <a:lnTo>
                    <a:pt x="961" y="12952"/>
                  </a:lnTo>
                  <a:cubicBezTo>
                    <a:pt x="1281" y="12916"/>
                    <a:pt x="1281" y="12489"/>
                    <a:pt x="961" y="12454"/>
                  </a:cubicBezTo>
                  <a:lnTo>
                    <a:pt x="534" y="12454"/>
                  </a:lnTo>
                  <a:lnTo>
                    <a:pt x="534" y="11422"/>
                  </a:lnTo>
                  <a:lnTo>
                    <a:pt x="1317" y="11422"/>
                  </a:lnTo>
                  <a:cubicBezTo>
                    <a:pt x="1459" y="11422"/>
                    <a:pt x="1566" y="11315"/>
                    <a:pt x="1566" y="11173"/>
                  </a:cubicBezTo>
                  <a:cubicBezTo>
                    <a:pt x="1566" y="11030"/>
                    <a:pt x="1459" y="10924"/>
                    <a:pt x="1317" y="10888"/>
                  </a:cubicBezTo>
                  <a:lnTo>
                    <a:pt x="534" y="10888"/>
                  </a:lnTo>
                  <a:lnTo>
                    <a:pt x="534" y="9892"/>
                  </a:lnTo>
                  <a:lnTo>
                    <a:pt x="961" y="9892"/>
                  </a:lnTo>
                  <a:cubicBezTo>
                    <a:pt x="1103" y="9892"/>
                    <a:pt x="1210" y="9785"/>
                    <a:pt x="1210" y="9643"/>
                  </a:cubicBezTo>
                  <a:cubicBezTo>
                    <a:pt x="1210" y="9501"/>
                    <a:pt x="1103" y="9358"/>
                    <a:pt x="961" y="9358"/>
                  </a:cubicBezTo>
                  <a:lnTo>
                    <a:pt x="534" y="9358"/>
                  </a:lnTo>
                  <a:lnTo>
                    <a:pt x="534" y="8362"/>
                  </a:lnTo>
                  <a:lnTo>
                    <a:pt x="1317" y="8362"/>
                  </a:lnTo>
                  <a:cubicBezTo>
                    <a:pt x="1459" y="8362"/>
                    <a:pt x="1566" y="8220"/>
                    <a:pt x="1566" y="8077"/>
                  </a:cubicBezTo>
                  <a:cubicBezTo>
                    <a:pt x="1566" y="7935"/>
                    <a:pt x="1459" y="7828"/>
                    <a:pt x="1317" y="7828"/>
                  </a:cubicBezTo>
                  <a:lnTo>
                    <a:pt x="534" y="7828"/>
                  </a:lnTo>
                  <a:lnTo>
                    <a:pt x="534" y="6796"/>
                  </a:lnTo>
                  <a:lnTo>
                    <a:pt x="961" y="6796"/>
                  </a:lnTo>
                  <a:cubicBezTo>
                    <a:pt x="1103" y="6796"/>
                    <a:pt x="1210" y="6690"/>
                    <a:pt x="1210" y="6547"/>
                  </a:cubicBezTo>
                  <a:cubicBezTo>
                    <a:pt x="1210" y="6405"/>
                    <a:pt x="1103" y="6298"/>
                    <a:pt x="961" y="6298"/>
                  </a:cubicBezTo>
                  <a:lnTo>
                    <a:pt x="534" y="6298"/>
                  </a:lnTo>
                  <a:lnTo>
                    <a:pt x="534" y="5266"/>
                  </a:lnTo>
                  <a:lnTo>
                    <a:pt x="1317" y="5266"/>
                  </a:lnTo>
                  <a:cubicBezTo>
                    <a:pt x="1327" y="5268"/>
                    <a:pt x="1337" y="5268"/>
                    <a:pt x="1347" y="5268"/>
                  </a:cubicBezTo>
                  <a:cubicBezTo>
                    <a:pt x="1637" y="5268"/>
                    <a:pt x="1627" y="4768"/>
                    <a:pt x="1317" y="4768"/>
                  </a:cubicBezTo>
                  <a:lnTo>
                    <a:pt x="534" y="4768"/>
                  </a:lnTo>
                  <a:lnTo>
                    <a:pt x="534" y="3736"/>
                  </a:lnTo>
                  <a:lnTo>
                    <a:pt x="961" y="3736"/>
                  </a:lnTo>
                  <a:cubicBezTo>
                    <a:pt x="1317" y="3736"/>
                    <a:pt x="1317" y="3238"/>
                    <a:pt x="961" y="3238"/>
                  </a:cubicBezTo>
                  <a:lnTo>
                    <a:pt x="534" y="3238"/>
                  </a:lnTo>
                  <a:lnTo>
                    <a:pt x="534" y="1779"/>
                  </a:lnTo>
                  <a:lnTo>
                    <a:pt x="925" y="1779"/>
                  </a:lnTo>
                  <a:cubicBezTo>
                    <a:pt x="1032" y="2100"/>
                    <a:pt x="1317" y="2313"/>
                    <a:pt x="1673" y="2313"/>
                  </a:cubicBezTo>
                  <a:cubicBezTo>
                    <a:pt x="1993" y="2313"/>
                    <a:pt x="2278" y="2100"/>
                    <a:pt x="2384" y="1779"/>
                  </a:cubicBezTo>
                  <a:lnTo>
                    <a:pt x="2811" y="1779"/>
                  </a:lnTo>
                  <a:lnTo>
                    <a:pt x="2811" y="13628"/>
                  </a:lnTo>
                  <a:cubicBezTo>
                    <a:pt x="2829" y="13788"/>
                    <a:pt x="2945" y="13868"/>
                    <a:pt x="3060" y="13868"/>
                  </a:cubicBezTo>
                  <a:cubicBezTo>
                    <a:pt x="3176" y="13868"/>
                    <a:pt x="3292" y="13788"/>
                    <a:pt x="3309" y="13628"/>
                  </a:cubicBezTo>
                  <a:lnTo>
                    <a:pt x="3309" y="285"/>
                  </a:lnTo>
                  <a:cubicBezTo>
                    <a:pt x="3309" y="143"/>
                    <a:pt x="3203" y="36"/>
                    <a:pt x="3060" y="36"/>
                  </a:cubicBezTo>
                  <a:lnTo>
                    <a:pt x="3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9" name="Google Shape;2739;p72"/>
          <p:cNvGrpSpPr/>
          <p:nvPr/>
        </p:nvGrpSpPr>
        <p:grpSpPr>
          <a:xfrm>
            <a:off x="3957483" y="3519889"/>
            <a:ext cx="365183" cy="357279"/>
            <a:chOff x="3957483" y="3519889"/>
            <a:chExt cx="365183" cy="357279"/>
          </a:xfrm>
        </p:grpSpPr>
        <p:sp>
          <p:nvSpPr>
            <p:cNvPr id="2740" name="Google Shape;2740;p72"/>
            <p:cNvSpPr/>
            <p:nvPr/>
          </p:nvSpPr>
          <p:spPr>
            <a:xfrm>
              <a:off x="3962503" y="3698528"/>
              <a:ext cx="347239" cy="173619"/>
            </a:xfrm>
            <a:custGeom>
              <a:rect b="b" l="l" r="r" t="t"/>
              <a:pathLst>
                <a:path extrusionOk="0" h="8611" w="17222">
                  <a:moveTo>
                    <a:pt x="17222" y="0"/>
                  </a:moveTo>
                  <a:cubicBezTo>
                    <a:pt x="17222" y="0"/>
                    <a:pt x="14980" y="5729"/>
                    <a:pt x="11920" y="5729"/>
                  </a:cubicBezTo>
                  <a:cubicBezTo>
                    <a:pt x="9216" y="5729"/>
                    <a:pt x="7757" y="1530"/>
                    <a:pt x="5338" y="1530"/>
                  </a:cubicBezTo>
                  <a:cubicBezTo>
                    <a:pt x="1708" y="1530"/>
                    <a:pt x="0" y="8611"/>
                    <a:pt x="0" y="8611"/>
                  </a:cubicBezTo>
                  <a:lnTo>
                    <a:pt x="17222" y="8611"/>
                  </a:lnTo>
                  <a:lnTo>
                    <a:pt x="172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4000529" y="3524909"/>
              <a:ext cx="124120" cy="166462"/>
            </a:xfrm>
            <a:custGeom>
              <a:rect b="b" l="l" r="r" t="t"/>
              <a:pathLst>
                <a:path extrusionOk="0" h="8256" w="6156">
                  <a:moveTo>
                    <a:pt x="5515" y="1"/>
                  </a:moveTo>
                  <a:cubicBezTo>
                    <a:pt x="4163" y="1"/>
                    <a:pt x="3025" y="926"/>
                    <a:pt x="2776" y="2242"/>
                  </a:cubicBezTo>
                  <a:lnTo>
                    <a:pt x="2633" y="2918"/>
                  </a:lnTo>
                  <a:lnTo>
                    <a:pt x="1246" y="2918"/>
                  </a:lnTo>
                  <a:lnTo>
                    <a:pt x="1246" y="4306"/>
                  </a:lnTo>
                  <a:lnTo>
                    <a:pt x="2349" y="4306"/>
                  </a:lnTo>
                  <a:lnTo>
                    <a:pt x="1922" y="6299"/>
                  </a:lnTo>
                  <a:cubicBezTo>
                    <a:pt x="1850" y="6619"/>
                    <a:pt x="1566" y="6832"/>
                    <a:pt x="1246" y="6832"/>
                  </a:cubicBezTo>
                  <a:lnTo>
                    <a:pt x="0" y="6832"/>
                  </a:lnTo>
                  <a:lnTo>
                    <a:pt x="0" y="8256"/>
                  </a:lnTo>
                  <a:lnTo>
                    <a:pt x="1246" y="8256"/>
                  </a:lnTo>
                  <a:cubicBezTo>
                    <a:pt x="2242" y="8220"/>
                    <a:pt x="3096" y="7544"/>
                    <a:pt x="3309" y="6548"/>
                  </a:cubicBezTo>
                  <a:lnTo>
                    <a:pt x="3736" y="4342"/>
                  </a:lnTo>
                  <a:lnTo>
                    <a:pt x="5409" y="4342"/>
                  </a:lnTo>
                  <a:lnTo>
                    <a:pt x="5409" y="2954"/>
                  </a:lnTo>
                  <a:lnTo>
                    <a:pt x="4021" y="2954"/>
                  </a:lnTo>
                  <a:lnTo>
                    <a:pt x="4128" y="2527"/>
                  </a:lnTo>
                  <a:cubicBezTo>
                    <a:pt x="4234" y="1887"/>
                    <a:pt x="4804" y="1388"/>
                    <a:pt x="5480" y="1388"/>
                  </a:cubicBezTo>
                  <a:lnTo>
                    <a:pt x="6156" y="1388"/>
                  </a:lnTo>
                  <a:lnTo>
                    <a:pt x="61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4177718" y="3580154"/>
              <a:ext cx="93998" cy="88251"/>
            </a:xfrm>
            <a:custGeom>
              <a:rect b="b" l="l" r="r" t="t"/>
              <a:pathLst>
                <a:path extrusionOk="0" h="4377" w="4662">
                  <a:moveTo>
                    <a:pt x="1" y="1"/>
                  </a:moveTo>
                  <a:lnTo>
                    <a:pt x="1495" y="2207"/>
                  </a:lnTo>
                  <a:lnTo>
                    <a:pt x="1" y="4377"/>
                  </a:lnTo>
                  <a:lnTo>
                    <a:pt x="1709" y="4377"/>
                  </a:lnTo>
                  <a:lnTo>
                    <a:pt x="2349" y="3452"/>
                  </a:lnTo>
                  <a:lnTo>
                    <a:pt x="2989" y="4377"/>
                  </a:lnTo>
                  <a:lnTo>
                    <a:pt x="4662" y="4377"/>
                  </a:lnTo>
                  <a:lnTo>
                    <a:pt x="3203" y="2207"/>
                  </a:lnTo>
                  <a:lnTo>
                    <a:pt x="4662" y="1"/>
                  </a:lnTo>
                  <a:lnTo>
                    <a:pt x="2989" y="1"/>
                  </a:lnTo>
                  <a:lnTo>
                    <a:pt x="2349" y="926"/>
                  </a:lnTo>
                  <a:lnTo>
                    <a:pt x="17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3957483" y="3519889"/>
              <a:ext cx="357279" cy="357279"/>
            </a:xfrm>
            <a:custGeom>
              <a:rect b="b" l="l" r="r" t="t"/>
              <a:pathLst>
                <a:path extrusionOk="0" h="17720" w="17720">
                  <a:moveTo>
                    <a:pt x="285" y="1"/>
                  </a:moveTo>
                  <a:cubicBezTo>
                    <a:pt x="107" y="1"/>
                    <a:pt x="0" y="107"/>
                    <a:pt x="0" y="250"/>
                  </a:cubicBezTo>
                  <a:lnTo>
                    <a:pt x="0" y="17471"/>
                  </a:lnTo>
                  <a:cubicBezTo>
                    <a:pt x="0" y="17613"/>
                    <a:pt x="107" y="17720"/>
                    <a:pt x="285" y="17720"/>
                  </a:cubicBezTo>
                  <a:lnTo>
                    <a:pt x="17471" y="17720"/>
                  </a:lnTo>
                  <a:cubicBezTo>
                    <a:pt x="17613" y="17720"/>
                    <a:pt x="17720" y="17613"/>
                    <a:pt x="17720" y="17471"/>
                  </a:cubicBezTo>
                  <a:cubicBezTo>
                    <a:pt x="17720" y="17329"/>
                    <a:pt x="17613" y="17186"/>
                    <a:pt x="17471" y="17186"/>
                  </a:cubicBezTo>
                  <a:lnTo>
                    <a:pt x="605" y="17186"/>
                  </a:lnTo>
                  <a:cubicBezTo>
                    <a:pt x="997" y="15834"/>
                    <a:pt x="2633" y="10675"/>
                    <a:pt x="5587" y="10675"/>
                  </a:cubicBezTo>
                  <a:cubicBezTo>
                    <a:pt x="6227" y="10675"/>
                    <a:pt x="6867" y="10995"/>
                    <a:pt x="7686" y="11778"/>
                  </a:cubicBezTo>
                  <a:cubicBezTo>
                    <a:pt x="7739" y="11814"/>
                    <a:pt x="7810" y="11831"/>
                    <a:pt x="7877" y="11831"/>
                  </a:cubicBezTo>
                  <a:cubicBezTo>
                    <a:pt x="7944" y="11831"/>
                    <a:pt x="8006" y="11814"/>
                    <a:pt x="8042" y="11778"/>
                  </a:cubicBezTo>
                  <a:cubicBezTo>
                    <a:pt x="8148" y="11671"/>
                    <a:pt x="8148" y="11493"/>
                    <a:pt x="8042" y="11387"/>
                  </a:cubicBezTo>
                  <a:cubicBezTo>
                    <a:pt x="7401" y="10782"/>
                    <a:pt x="6583" y="10141"/>
                    <a:pt x="5587" y="10141"/>
                  </a:cubicBezTo>
                  <a:cubicBezTo>
                    <a:pt x="4626" y="10177"/>
                    <a:pt x="3701" y="10604"/>
                    <a:pt x="3060" y="11315"/>
                  </a:cubicBezTo>
                  <a:cubicBezTo>
                    <a:pt x="2349" y="12063"/>
                    <a:pt x="1779" y="12917"/>
                    <a:pt x="1352" y="13842"/>
                  </a:cubicBezTo>
                  <a:cubicBezTo>
                    <a:pt x="1032" y="14447"/>
                    <a:pt x="748" y="15087"/>
                    <a:pt x="534" y="15763"/>
                  </a:cubicBezTo>
                  <a:lnTo>
                    <a:pt x="534" y="250"/>
                  </a:lnTo>
                  <a:cubicBezTo>
                    <a:pt x="534" y="107"/>
                    <a:pt x="427"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3995509" y="3519889"/>
              <a:ext cx="134161" cy="176503"/>
            </a:xfrm>
            <a:custGeom>
              <a:rect b="b" l="l" r="r" t="t"/>
              <a:pathLst>
                <a:path extrusionOk="0" h="8754" w="6654">
                  <a:moveTo>
                    <a:pt x="5764" y="1"/>
                  </a:moveTo>
                  <a:cubicBezTo>
                    <a:pt x="4946" y="1"/>
                    <a:pt x="4199" y="321"/>
                    <a:pt x="3629" y="855"/>
                  </a:cubicBezTo>
                  <a:cubicBezTo>
                    <a:pt x="3523" y="961"/>
                    <a:pt x="3523" y="1139"/>
                    <a:pt x="3629" y="1210"/>
                  </a:cubicBezTo>
                  <a:cubicBezTo>
                    <a:pt x="3683" y="1264"/>
                    <a:pt x="3745" y="1291"/>
                    <a:pt x="3807" y="1291"/>
                  </a:cubicBezTo>
                  <a:cubicBezTo>
                    <a:pt x="3870" y="1291"/>
                    <a:pt x="3932" y="1264"/>
                    <a:pt x="3985" y="1210"/>
                  </a:cubicBezTo>
                  <a:cubicBezTo>
                    <a:pt x="4483" y="748"/>
                    <a:pt x="5124" y="499"/>
                    <a:pt x="5764" y="499"/>
                  </a:cubicBezTo>
                  <a:lnTo>
                    <a:pt x="6191" y="499"/>
                  </a:lnTo>
                  <a:lnTo>
                    <a:pt x="6191" y="1388"/>
                  </a:lnTo>
                  <a:lnTo>
                    <a:pt x="5764" y="1388"/>
                  </a:lnTo>
                  <a:cubicBezTo>
                    <a:pt x="4981" y="1388"/>
                    <a:pt x="4305" y="1958"/>
                    <a:pt x="4163" y="2740"/>
                  </a:cubicBezTo>
                  <a:lnTo>
                    <a:pt x="4056" y="3167"/>
                  </a:lnTo>
                  <a:cubicBezTo>
                    <a:pt x="4021" y="3310"/>
                    <a:pt x="4163" y="3452"/>
                    <a:pt x="4305" y="3452"/>
                  </a:cubicBezTo>
                  <a:lnTo>
                    <a:pt x="5444" y="3452"/>
                  </a:lnTo>
                  <a:lnTo>
                    <a:pt x="5444" y="4342"/>
                  </a:lnTo>
                  <a:lnTo>
                    <a:pt x="4021" y="4342"/>
                  </a:lnTo>
                  <a:cubicBezTo>
                    <a:pt x="3878" y="4342"/>
                    <a:pt x="3772" y="4448"/>
                    <a:pt x="3736" y="4555"/>
                  </a:cubicBezTo>
                  <a:lnTo>
                    <a:pt x="3309" y="6797"/>
                  </a:lnTo>
                  <a:cubicBezTo>
                    <a:pt x="3131" y="7651"/>
                    <a:pt x="2384" y="8255"/>
                    <a:pt x="1495" y="8255"/>
                  </a:cubicBezTo>
                  <a:lnTo>
                    <a:pt x="534" y="8255"/>
                  </a:lnTo>
                  <a:lnTo>
                    <a:pt x="534" y="7366"/>
                  </a:lnTo>
                  <a:lnTo>
                    <a:pt x="1495" y="7366"/>
                  </a:lnTo>
                  <a:cubicBezTo>
                    <a:pt x="1957" y="7366"/>
                    <a:pt x="2348" y="7046"/>
                    <a:pt x="2455" y="6583"/>
                  </a:cubicBezTo>
                  <a:lnTo>
                    <a:pt x="2847" y="4626"/>
                  </a:lnTo>
                  <a:cubicBezTo>
                    <a:pt x="2847" y="4555"/>
                    <a:pt x="2847" y="4484"/>
                    <a:pt x="2775" y="4413"/>
                  </a:cubicBezTo>
                  <a:cubicBezTo>
                    <a:pt x="2740" y="4377"/>
                    <a:pt x="2669" y="4342"/>
                    <a:pt x="2598" y="4342"/>
                  </a:cubicBezTo>
                  <a:lnTo>
                    <a:pt x="1744" y="4342"/>
                  </a:lnTo>
                  <a:lnTo>
                    <a:pt x="1744" y="3452"/>
                  </a:lnTo>
                  <a:lnTo>
                    <a:pt x="2882" y="3452"/>
                  </a:lnTo>
                  <a:cubicBezTo>
                    <a:pt x="2989" y="3452"/>
                    <a:pt x="3096" y="3345"/>
                    <a:pt x="3131" y="3239"/>
                  </a:cubicBezTo>
                  <a:lnTo>
                    <a:pt x="3274" y="2527"/>
                  </a:lnTo>
                  <a:cubicBezTo>
                    <a:pt x="3309" y="2420"/>
                    <a:pt x="3345" y="2278"/>
                    <a:pt x="3380" y="2171"/>
                  </a:cubicBezTo>
                  <a:cubicBezTo>
                    <a:pt x="3416" y="2029"/>
                    <a:pt x="3345" y="1887"/>
                    <a:pt x="3238" y="1815"/>
                  </a:cubicBezTo>
                  <a:cubicBezTo>
                    <a:pt x="3214" y="1809"/>
                    <a:pt x="3189" y="1806"/>
                    <a:pt x="3165" y="1806"/>
                  </a:cubicBezTo>
                  <a:cubicBezTo>
                    <a:pt x="3049" y="1806"/>
                    <a:pt x="2941" y="1875"/>
                    <a:pt x="2882" y="1993"/>
                  </a:cubicBezTo>
                  <a:cubicBezTo>
                    <a:pt x="2847" y="2136"/>
                    <a:pt x="2775" y="2278"/>
                    <a:pt x="2775" y="2420"/>
                  </a:cubicBezTo>
                  <a:lnTo>
                    <a:pt x="2669" y="2918"/>
                  </a:lnTo>
                  <a:lnTo>
                    <a:pt x="1495" y="2918"/>
                  </a:lnTo>
                  <a:cubicBezTo>
                    <a:pt x="1352" y="2918"/>
                    <a:pt x="1210" y="3025"/>
                    <a:pt x="1245" y="3167"/>
                  </a:cubicBezTo>
                  <a:lnTo>
                    <a:pt x="1245" y="4555"/>
                  </a:lnTo>
                  <a:cubicBezTo>
                    <a:pt x="1210" y="4697"/>
                    <a:pt x="1352" y="4840"/>
                    <a:pt x="1495" y="4840"/>
                  </a:cubicBezTo>
                  <a:lnTo>
                    <a:pt x="2277" y="4840"/>
                  </a:lnTo>
                  <a:lnTo>
                    <a:pt x="1922" y="6476"/>
                  </a:lnTo>
                  <a:cubicBezTo>
                    <a:pt x="1886" y="6690"/>
                    <a:pt x="1708" y="6832"/>
                    <a:pt x="1495" y="6832"/>
                  </a:cubicBezTo>
                  <a:lnTo>
                    <a:pt x="249" y="6832"/>
                  </a:lnTo>
                  <a:cubicBezTo>
                    <a:pt x="107" y="6832"/>
                    <a:pt x="0" y="6939"/>
                    <a:pt x="0" y="7081"/>
                  </a:cubicBezTo>
                  <a:lnTo>
                    <a:pt x="0" y="8505"/>
                  </a:lnTo>
                  <a:cubicBezTo>
                    <a:pt x="0" y="8647"/>
                    <a:pt x="107" y="8754"/>
                    <a:pt x="249" y="8754"/>
                  </a:cubicBezTo>
                  <a:lnTo>
                    <a:pt x="1495" y="8754"/>
                  </a:lnTo>
                  <a:cubicBezTo>
                    <a:pt x="2598" y="8754"/>
                    <a:pt x="3594" y="7971"/>
                    <a:pt x="3807" y="6868"/>
                  </a:cubicBezTo>
                  <a:lnTo>
                    <a:pt x="4234" y="4840"/>
                  </a:lnTo>
                  <a:lnTo>
                    <a:pt x="5693" y="4840"/>
                  </a:lnTo>
                  <a:cubicBezTo>
                    <a:pt x="5835" y="4840"/>
                    <a:pt x="5942" y="4733"/>
                    <a:pt x="5942" y="4591"/>
                  </a:cubicBezTo>
                  <a:lnTo>
                    <a:pt x="5942" y="3203"/>
                  </a:lnTo>
                  <a:cubicBezTo>
                    <a:pt x="5942" y="3061"/>
                    <a:pt x="5835" y="2918"/>
                    <a:pt x="5693" y="2918"/>
                  </a:cubicBezTo>
                  <a:lnTo>
                    <a:pt x="4626" y="2918"/>
                  </a:lnTo>
                  <a:lnTo>
                    <a:pt x="4626" y="2812"/>
                  </a:lnTo>
                  <a:cubicBezTo>
                    <a:pt x="4732" y="2313"/>
                    <a:pt x="5195" y="1922"/>
                    <a:pt x="5764" y="1922"/>
                  </a:cubicBezTo>
                  <a:lnTo>
                    <a:pt x="6405" y="1922"/>
                  </a:lnTo>
                  <a:cubicBezTo>
                    <a:pt x="6547" y="1922"/>
                    <a:pt x="6654" y="1815"/>
                    <a:pt x="6654" y="1673"/>
                  </a:cubicBezTo>
                  <a:lnTo>
                    <a:pt x="6654" y="250"/>
                  </a:lnTo>
                  <a:cubicBezTo>
                    <a:pt x="6654" y="107"/>
                    <a:pt x="6547" y="1"/>
                    <a:pt x="6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4170741" y="3575073"/>
              <a:ext cx="108152" cy="99079"/>
            </a:xfrm>
            <a:custGeom>
              <a:rect b="b" l="l" r="r" t="t"/>
              <a:pathLst>
                <a:path extrusionOk="0" h="4914" w="5364">
                  <a:moveTo>
                    <a:pt x="4545" y="537"/>
                  </a:moveTo>
                  <a:lnTo>
                    <a:pt x="3335" y="2316"/>
                  </a:lnTo>
                  <a:cubicBezTo>
                    <a:pt x="3264" y="2387"/>
                    <a:pt x="3264" y="2494"/>
                    <a:pt x="3335" y="2601"/>
                  </a:cubicBezTo>
                  <a:lnTo>
                    <a:pt x="4545" y="4380"/>
                  </a:lnTo>
                  <a:lnTo>
                    <a:pt x="3478" y="4380"/>
                  </a:lnTo>
                  <a:lnTo>
                    <a:pt x="2909" y="3526"/>
                  </a:lnTo>
                  <a:cubicBezTo>
                    <a:pt x="2855" y="3437"/>
                    <a:pt x="2775" y="3393"/>
                    <a:pt x="2695" y="3393"/>
                  </a:cubicBezTo>
                  <a:cubicBezTo>
                    <a:pt x="2615" y="3393"/>
                    <a:pt x="2535" y="3437"/>
                    <a:pt x="2482" y="3526"/>
                  </a:cubicBezTo>
                  <a:lnTo>
                    <a:pt x="1912" y="4415"/>
                  </a:lnTo>
                  <a:lnTo>
                    <a:pt x="845" y="4415"/>
                  </a:lnTo>
                  <a:lnTo>
                    <a:pt x="2055" y="2601"/>
                  </a:lnTo>
                  <a:cubicBezTo>
                    <a:pt x="2126" y="2494"/>
                    <a:pt x="2126" y="2387"/>
                    <a:pt x="2055" y="2316"/>
                  </a:cubicBezTo>
                  <a:lnTo>
                    <a:pt x="845" y="537"/>
                  </a:lnTo>
                  <a:lnTo>
                    <a:pt x="1912" y="537"/>
                  </a:lnTo>
                  <a:lnTo>
                    <a:pt x="2482" y="1356"/>
                  </a:lnTo>
                  <a:cubicBezTo>
                    <a:pt x="2535" y="1444"/>
                    <a:pt x="2615" y="1489"/>
                    <a:pt x="2695" y="1489"/>
                  </a:cubicBezTo>
                  <a:cubicBezTo>
                    <a:pt x="2775" y="1489"/>
                    <a:pt x="2855" y="1444"/>
                    <a:pt x="2909" y="1356"/>
                  </a:cubicBezTo>
                  <a:lnTo>
                    <a:pt x="3478" y="537"/>
                  </a:lnTo>
                  <a:close/>
                  <a:moveTo>
                    <a:pt x="306" y="0"/>
                  </a:moveTo>
                  <a:cubicBezTo>
                    <a:pt x="116" y="0"/>
                    <a:pt x="0" y="229"/>
                    <a:pt x="133" y="395"/>
                  </a:cubicBezTo>
                  <a:lnTo>
                    <a:pt x="1556" y="2459"/>
                  </a:lnTo>
                  <a:lnTo>
                    <a:pt x="169" y="4487"/>
                  </a:lnTo>
                  <a:cubicBezTo>
                    <a:pt x="98" y="4593"/>
                    <a:pt x="98" y="4665"/>
                    <a:pt x="169" y="4771"/>
                  </a:cubicBezTo>
                  <a:lnTo>
                    <a:pt x="133" y="4771"/>
                  </a:lnTo>
                  <a:cubicBezTo>
                    <a:pt x="169" y="4842"/>
                    <a:pt x="276" y="4914"/>
                    <a:pt x="347" y="4914"/>
                  </a:cubicBezTo>
                  <a:lnTo>
                    <a:pt x="2055" y="4914"/>
                  </a:lnTo>
                  <a:cubicBezTo>
                    <a:pt x="2126" y="4914"/>
                    <a:pt x="2232" y="4842"/>
                    <a:pt x="2268" y="4771"/>
                  </a:cubicBezTo>
                  <a:lnTo>
                    <a:pt x="2695" y="4166"/>
                  </a:lnTo>
                  <a:lnTo>
                    <a:pt x="3122" y="4771"/>
                  </a:lnTo>
                  <a:cubicBezTo>
                    <a:pt x="3193" y="4842"/>
                    <a:pt x="3264" y="4914"/>
                    <a:pt x="3335" y="4914"/>
                  </a:cubicBezTo>
                  <a:lnTo>
                    <a:pt x="5043" y="4914"/>
                  </a:lnTo>
                  <a:cubicBezTo>
                    <a:pt x="5186" y="4914"/>
                    <a:pt x="5292" y="4771"/>
                    <a:pt x="5292" y="4629"/>
                  </a:cubicBezTo>
                  <a:cubicBezTo>
                    <a:pt x="5292" y="4593"/>
                    <a:pt x="5257" y="4522"/>
                    <a:pt x="5257" y="4487"/>
                  </a:cubicBezTo>
                  <a:lnTo>
                    <a:pt x="3869" y="2459"/>
                  </a:lnTo>
                  <a:lnTo>
                    <a:pt x="5221" y="395"/>
                  </a:lnTo>
                  <a:cubicBezTo>
                    <a:pt x="5364" y="217"/>
                    <a:pt x="5221" y="3"/>
                    <a:pt x="5008" y="3"/>
                  </a:cubicBezTo>
                  <a:lnTo>
                    <a:pt x="3335" y="3"/>
                  </a:lnTo>
                  <a:cubicBezTo>
                    <a:pt x="3229" y="3"/>
                    <a:pt x="3158" y="39"/>
                    <a:pt x="3122" y="110"/>
                  </a:cubicBezTo>
                  <a:lnTo>
                    <a:pt x="2659" y="751"/>
                  </a:lnTo>
                  <a:lnTo>
                    <a:pt x="2232" y="110"/>
                  </a:lnTo>
                  <a:cubicBezTo>
                    <a:pt x="2197" y="39"/>
                    <a:pt x="2090" y="3"/>
                    <a:pt x="2019" y="3"/>
                  </a:cubicBezTo>
                  <a:lnTo>
                    <a:pt x="347" y="3"/>
                  </a:lnTo>
                  <a:cubicBezTo>
                    <a:pt x="333" y="1"/>
                    <a:pt x="319" y="0"/>
                    <a:pt x="3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4126787" y="3557532"/>
              <a:ext cx="43390" cy="133113"/>
            </a:xfrm>
            <a:custGeom>
              <a:rect b="b" l="l" r="r" t="t"/>
              <a:pathLst>
                <a:path extrusionOk="0" h="6602" w="2152">
                  <a:moveTo>
                    <a:pt x="1772" y="1"/>
                  </a:moveTo>
                  <a:cubicBezTo>
                    <a:pt x="1703" y="1"/>
                    <a:pt x="1630" y="27"/>
                    <a:pt x="1566" y="91"/>
                  </a:cubicBezTo>
                  <a:cubicBezTo>
                    <a:pt x="36" y="1941"/>
                    <a:pt x="0" y="4609"/>
                    <a:pt x="1530" y="6495"/>
                  </a:cubicBezTo>
                  <a:cubicBezTo>
                    <a:pt x="1566" y="6566"/>
                    <a:pt x="1637" y="6602"/>
                    <a:pt x="1708" y="6602"/>
                  </a:cubicBezTo>
                  <a:cubicBezTo>
                    <a:pt x="1779" y="6602"/>
                    <a:pt x="1851" y="6566"/>
                    <a:pt x="1886" y="6531"/>
                  </a:cubicBezTo>
                  <a:cubicBezTo>
                    <a:pt x="1993" y="6460"/>
                    <a:pt x="2029" y="6282"/>
                    <a:pt x="1922" y="6175"/>
                  </a:cubicBezTo>
                  <a:cubicBezTo>
                    <a:pt x="570" y="4503"/>
                    <a:pt x="605" y="2083"/>
                    <a:pt x="1993" y="411"/>
                  </a:cubicBezTo>
                  <a:cubicBezTo>
                    <a:pt x="2152" y="225"/>
                    <a:pt x="1976" y="1"/>
                    <a:pt x="1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4281030" y="3557633"/>
              <a:ext cx="41636" cy="133012"/>
            </a:xfrm>
            <a:custGeom>
              <a:rect b="b" l="l" r="r" t="t"/>
              <a:pathLst>
                <a:path extrusionOk="0" h="6597" w="2065">
                  <a:moveTo>
                    <a:pt x="314" y="1"/>
                  </a:moveTo>
                  <a:cubicBezTo>
                    <a:pt x="253" y="1"/>
                    <a:pt x="191" y="18"/>
                    <a:pt x="143" y="50"/>
                  </a:cubicBezTo>
                  <a:cubicBezTo>
                    <a:pt x="36" y="157"/>
                    <a:pt x="0" y="335"/>
                    <a:pt x="107" y="441"/>
                  </a:cubicBezTo>
                  <a:cubicBezTo>
                    <a:pt x="783" y="1260"/>
                    <a:pt x="1174" y="2292"/>
                    <a:pt x="1139" y="3359"/>
                  </a:cubicBezTo>
                  <a:cubicBezTo>
                    <a:pt x="1174" y="4391"/>
                    <a:pt x="819" y="5387"/>
                    <a:pt x="178" y="6170"/>
                  </a:cubicBezTo>
                  <a:cubicBezTo>
                    <a:pt x="36" y="6348"/>
                    <a:pt x="143" y="6597"/>
                    <a:pt x="356" y="6597"/>
                  </a:cubicBezTo>
                  <a:cubicBezTo>
                    <a:pt x="427" y="6597"/>
                    <a:pt x="534" y="6561"/>
                    <a:pt x="570" y="6526"/>
                  </a:cubicBezTo>
                  <a:cubicBezTo>
                    <a:pt x="2064" y="4640"/>
                    <a:pt x="2028" y="1936"/>
                    <a:pt x="498" y="86"/>
                  </a:cubicBezTo>
                  <a:cubicBezTo>
                    <a:pt x="459" y="27"/>
                    <a:pt x="388" y="1"/>
                    <a:pt x="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4126545" y="3693810"/>
              <a:ext cx="189144" cy="125249"/>
            </a:xfrm>
            <a:custGeom>
              <a:rect b="b" l="l" r="r" t="t"/>
              <a:pathLst>
                <a:path extrusionOk="0" h="6212" w="9381">
                  <a:moveTo>
                    <a:pt x="9084" y="1"/>
                  </a:moveTo>
                  <a:cubicBezTo>
                    <a:pt x="9003" y="1"/>
                    <a:pt x="8922" y="40"/>
                    <a:pt x="8872" y="128"/>
                  </a:cubicBezTo>
                  <a:cubicBezTo>
                    <a:pt x="8872" y="199"/>
                    <a:pt x="6630" y="5714"/>
                    <a:pt x="3820" y="5714"/>
                  </a:cubicBezTo>
                  <a:cubicBezTo>
                    <a:pt x="2539" y="5714"/>
                    <a:pt x="1542" y="4646"/>
                    <a:pt x="546" y="3650"/>
                  </a:cubicBezTo>
                  <a:cubicBezTo>
                    <a:pt x="486" y="3590"/>
                    <a:pt x="421" y="3565"/>
                    <a:pt x="358" y="3565"/>
                  </a:cubicBezTo>
                  <a:cubicBezTo>
                    <a:pt x="161" y="3565"/>
                    <a:pt x="1" y="3817"/>
                    <a:pt x="190" y="4006"/>
                  </a:cubicBezTo>
                  <a:cubicBezTo>
                    <a:pt x="1187" y="5038"/>
                    <a:pt x="2290" y="6212"/>
                    <a:pt x="3820" y="6212"/>
                  </a:cubicBezTo>
                  <a:cubicBezTo>
                    <a:pt x="5136" y="6212"/>
                    <a:pt x="6524" y="5216"/>
                    <a:pt x="7805" y="3259"/>
                  </a:cubicBezTo>
                  <a:cubicBezTo>
                    <a:pt x="8410" y="2334"/>
                    <a:pt x="8908" y="1337"/>
                    <a:pt x="9335" y="341"/>
                  </a:cubicBezTo>
                  <a:cubicBezTo>
                    <a:pt x="9381" y="134"/>
                    <a:pt x="9233" y="1"/>
                    <a:pt x="9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 name="Google Shape;2749;p72"/>
          <p:cNvGrpSpPr/>
          <p:nvPr/>
        </p:nvGrpSpPr>
        <p:grpSpPr>
          <a:xfrm>
            <a:off x="3976859" y="2935942"/>
            <a:ext cx="317096" cy="357380"/>
            <a:chOff x="3976859" y="2935942"/>
            <a:chExt cx="317096" cy="357380"/>
          </a:xfrm>
        </p:grpSpPr>
        <p:sp>
          <p:nvSpPr>
            <p:cNvPr id="2750" name="Google Shape;2750;p72"/>
            <p:cNvSpPr/>
            <p:nvPr/>
          </p:nvSpPr>
          <p:spPr>
            <a:xfrm>
              <a:off x="4033515" y="2961045"/>
              <a:ext cx="237494" cy="327157"/>
            </a:xfrm>
            <a:custGeom>
              <a:rect b="b" l="l" r="r" t="t"/>
              <a:pathLst>
                <a:path extrusionOk="0" h="16226" w="11779">
                  <a:moveTo>
                    <a:pt x="1" y="0"/>
                  </a:moveTo>
                  <a:lnTo>
                    <a:pt x="1" y="16225"/>
                  </a:lnTo>
                  <a:lnTo>
                    <a:pt x="11778" y="16225"/>
                  </a:lnTo>
                  <a:lnTo>
                    <a:pt x="117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4011276" y="2940963"/>
              <a:ext cx="236768" cy="327137"/>
            </a:xfrm>
            <a:custGeom>
              <a:rect b="b" l="l" r="r" t="t"/>
              <a:pathLst>
                <a:path extrusionOk="0" h="16225" w="11743">
                  <a:moveTo>
                    <a:pt x="1" y="0"/>
                  </a:moveTo>
                  <a:lnTo>
                    <a:pt x="1" y="16225"/>
                  </a:lnTo>
                  <a:lnTo>
                    <a:pt x="11743" y="16225"/>
                  </a:lnTo>
                  <a:lnTo>
                    <a:pt x="117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3983311" y="3190615"/>
              <a:ext cx="305623" cy="43067"/>
            </a:xfrm>
            <a:custGeom>
              <a:rect b="b" l="l" r="r" t="t"/>
              <a:pathLst>
                <a:path extrusionOk="0" h="2136" w="15158">
                  <a:moveTo>
                    <a:pt x="1388" y="0"/>
                  </a:moveTo>
                  <a:lnTo>
                    <a:pt x="0" y="1068"/>
                  </a:lnTo>
                  <a:lnTo>
                    <a:pt x="1388" y="2135"/>
                  </a:lnTo>
                  <a:lnTo>
                    <a:pt x="14482" y="2135"/>
                  </a:lnTo>
                  <a:cubicBezTo>
                    <a:pt x="14837" y="2135"/>
                    <a:pt x="15158" y="1815"/>
                    <a:pt x="15158" y="1423"/>
                  </a:cubicBezTo>
                  <a:lnTo>
                    <a:pt x="15158" y="712"/>
                  </a:lnTo>
                  <a:cubicBezTo>
                    <a:pt x="15158" y="320"/>
                    <a:pt x="14837" y="0"/>
                    <a:pt x="14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4248024" y="3191280"/>
              <a:ext cx="41636" cy="42402"/>
            </a:xfrm>
            <a:custGeom>
              <a:rect b="b" l="l" r="r" t="t"/>
              <a:pathLst>
                <a:path extrusionOk="0" h="2103" w="2065">
                  <a:moveTo>
                    <a:pt x="1412" y="0"/>
                  </a:moveTo>
                  <a:cubicBezTo>
                    <a:pt x="1392" y="0"/>
                    <a:pt x="1373" y="1"/>
                    <a:pt x="1353" y="3"/>
                  </a:cubicBezTo>
                  <a:lnTo>
                    <a:pt x="1" y="3"/>
                  </a:lnTo>
                  <a:lnTo>
                    <a:pt x="1" y="2102"/>
                  </a:lnTo>
                  <a:lnTo>
                    <a:pt x="1353" y="2102"/>
                  </a:lnTo>
                  <a:cubicBezTo>
                    <a:pt x="1744" y="2102"/>
                    <a:pt x="2064" y="1782"/>
                    <a:pt x="2064" y="1390"/>
                  </a:cubicBezTo>
                  <a:lnTo>
                    <a:pt x="2064" y="679"/>
                  </a:lnTo>
                  <a:cubicBezTo>
                    <a:pt x="2064" y="307"/>
                    <a:pt x="1776" y="0"/>
                    <a:pt x="1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4035108" y="2964452"/>
              <a:ext cx="182793" cy="77666"/>
            </a:xfrm>
            <a:custGeom>
              <a:rect b="b" l="l" r="r" t="t"/>
              <a:pathLst>
                <a:path extrusionOk="0" h="3852" w="9066">
                  <a:moveTo>
                    <a:pt x="3281" y="0"/>
                  </a:moveTo>
                  <a:cubicBezTo>
                    <a:pt x="3195" y="0"/>
                    <a:pt x="3118" y="64"/>
                    <a:pt x="3089" y="152"/>
                  </a:cubicBezTo>
                  <a:lnTo>
                    <a:pt x="1879" y="2962"/>
                  </a:lnTo>
                  <a:lnTo>
                    <a:pt x="989" y="970"/>
                  </a:lnTo>
                  <a:cubicBezTo>
                    <a:pt x="954" y="899"/>
                    <a:pt x="883" y="828"/>
                    <a:pt x="776" y="828"/>
                  </a:cubicBezTo>
                  <a:lnTo>
                    <a:pt x="278" y="828"/>
                  </a:lnTo>
                  <a:cubicBezTo>
                    <a:pt x="270" y="827"/>
                    <a:pt x="262" y="826"/>
                    <a:pt x="254" y="826"/>
                  </a:cubicBezTo>
                  <a:cubicBezTo>
                    <a:pt x="1" y="826"/>
                    <a:pt x="1" y="1363"/>
                    <a:pt x="254" y="1363"/>
                  </a:cubicBezTo>
                  <a:cubicBezTo>
                    <a:pt x="262" y="1363"/>
                    <a:pt x="270" y="1362"/>
                    <a:pt x="278" y="1361"/>
                  </a:cubicBezTo>
                  <a:lnTo>
                    <a:pt x="598" y="1361"/>
                  </a:lnTo>
                  <a:lnTo>
                    <a:pt x="1630" y="3710"/>
                  </a:lnTo>
                  <a:cubicBezTo>
                    <a:pt x="1701" y="3816"/>
                    <a:pt x="1772" y="3852"/>
                    <a:pt x="1879" y="3852"/>
                  </a:cubicBezTo>
                  <a:cubicBezTo>
                    <a:pt x="1986" y="3852"/>
                    <a:pt x="2092" y="3816"/>
                    <a:pt x="2128" y="3710"/>
                  </a:cubicBezTo>
                  <a:lnTo>
                    <a:pt x="3480" y="507"/>
                  </a:lnTo>
                  <a:lnTo>
                    <a:pt x="8746" y="507"/>
                  </a:lnTo>
                  <a:cubicBezTo>
                    <a:pt x="9056" y="507"/>
                    <a:pt x="9066" y="8"/>
                    <a:pt x="8776" y="8"/>
                  </a:cubicBezTo>
                  <a:cubicBezTo>
                    <a:pt x="8766" y="8"/>
                    <a:pt x="8756" y="8"/>
                    <a:pt x="8746" y="9"/>
                  </a:cubicBezTo>
                  <a:lnTo>
                    <a:pt x="3338" y="9"/>
                  </a:lnTo>
                  <a:cubicBezTo>
                    <a:pt x="3319" y="3"/>
                    <a:pt x="3300" y="0"/>
                    <a:pt x="3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4113621" y="2989655"/>
              <a:ext cx="43309" cy="52705"/>
            </a:xfrm>
            <a:custGeom>
              <a:rect b="b" l="l" r="r" t="t"/>
              <a:pathLst>
                <a:path extrusionOk="0" h="2614" w="2148">
                  <a:moveTo>
                    <a:pt x="391" y="0"/>
                  </a:moveTo>
                  <a:cubicBezTo>
                    <a:pt x="201" y="0"/>
                    <a:pt x="1" y="225"/>
                    <a:pt x="155" y="432"/>
                  </a:cubicBezTo>
                  <a:lnTo>
                    <a:pt x="796" y="1321"/>
                  </a:lnTo>
                  <a:lnTo>
                    <a:pt x="155" y="2211"/>
                  </a:lnTo>
                  <a:cubicBezTo>
                    <a:pt x="49" y="2317"/>
                    <a:pt x="84" y="2495"/>
                    <a:pt x="226" y="2566"/>
                  </a:cubicBezTo>
                  <a:cubicBezTo>
                    <a:pt x="271" y="2596"/>
                    <a:pt x="321" y="2613"/>
                    <a:pt x="372" y="2613"/>
                  </a:cubicBezTo>
                  <a:cubicBezTo>
                    <a:pt x="445" y="2613"/>
                    <a:pt x="520" y="2579"/>
                    <a:pt x="582" y="2495"/>
                  </a:cubicBezTo>
                  <a:lnTo>
                    <a:pt x="1080" y="1748"/>
                  </a:lnTo>
                  <a:lnTo>
                    <a:pt x="1650" y="2495"/>
                  </a:lnTo>
                  <a:cubicBezTo>
                    <a:pt x="1691" y="2579"/>
                    <a:pt x="1757" y="2613"/>
                    <a:pt x="1834" y="2613"/>
                  </a:cubicBezTo>
                  <a:cubicBezTo>
                    <a:pt x="1888" y="2613"/>
                    <a:pt x="1947" y="2596"/>
                    <a:pt x="2006" y="2566"/>
                  </a:cubicBezTo>
                  <a:cubicBezTo>
                    <a:pt x="2112" y="2495"/>
                    <a:pt x="2148" y="2317"/>
                    <a:pt x="2077" y="2211"/>
                  </a:cubicBezTo>
                  <a:lnTo>
                    <a:pt x="1436" y="1321"/>
                  </a:lnTo>
                  <a:lnTo>
                    <a:pt x="2077" y="432"/>
                  </a:lnTo>
                  <a:cubicBezTo>
                    <a:pt x="2148" y="325"/>
                    <a:pt x="2112" y="147"/>
                    <a:pt x="2006" y="76"/>
                  </a:cubicBezTo>
                  <a:cubicBezTo>
                    <a:pt x="1946" y="31"/>
                    <a:pt x="1886" y="11"/>
                    <a:pt x="1832" y="11"/>
                  </a:cubicBezTo>
                  <a:cubicBezTo>
                    <a:pt x="1756" y="11"/>
                    <a:pt x="1691" y="49"/>
                    <a:pt x="1650" y="111"/>
                  </a:cubicBezTo>
                  <a:lnTo>
                    <a:pt x="1116" y="859"/>
                  </a:lnTo>
                  <a:lnTo>
                    <a:pt x="582" y="111"/>
                  </a:lnTo>
                  <a:cubicBezTo>
                    <a:pt x="533" y="33"/>
                    <a:pt x="463"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4035673" y="3057179"/>
              <a:ext cx="53108" cy="10767"/>
            </a:xfrm>
            <a:custGeom>
              <a:rect b="b" l="l" r="r" t="t"/>
              <a:pathLst>
                <a:path extrusionOk="0" h="534" w="2634">
                  <a:moveTo>
                    <a:pt x="250" y="0"/>
                  </a:moveTo>
                  <a:cubicBezTo>
                    <a:pt x="107" y="0"/>
                    <a:pt x="1" y="107"/>
                    <a:pt x="1" y="285"/>
                  </a:cubicBezTo>
                  <a:cubicBezTo>
                    <a:pt x="1" y="427"/>
                    <a:pt x="107" y="534"/>
                    <a:pt x="250" y="534"/>
                  </a:cubicBezTo>
                  <a:lnTo>
                    <a:pt x="2349" y="534"/>
                  </a:lnTo>
                  <a:cubicBezTo>
                    <a:pt x="2491" y="534"/>
                    <a:pt x="2634" y="427"/>
                    <a:pt x="2634" y="285"/>
                  </a:cubicBezTo>
                  <a:cubicBezTo>
                    <a:pt x="2634" y="107"/>
                    <a:pt x="2491" y="0"/>
                    <a:pt x="2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4035673" y="3081556"/>
              <a:ext cx="53108" cy="10081"/>
            </a:xfrm>
            <a:custGeom>
              <a:rect b="b" l="l" r="r" t="t"/>
              <a:pathLst>
                <a:path extrusionOk="0" h="500" w="2634">
                  <a:moveTo>
                    <a:pt x="250" y="1"/>
                  </a:moveTo>
                  <a:cubicBezTo>
                    <a:pt x="107" y="1"/>
                    <a:pt x="1" y="108"/>
                    <a:pt x="1" y="250"/>
                  </a:cubicBezTo>
                  <a:cubicBezTo>
                    <a:pt x="1" y="392"/>
                    <a:pt x="107" y="499"/>
                    <a:pt x="250" y="499"/>
                  </a:cubicBezTo>
                  <a:lnTo>
                    <a:pt x="2349" y="499"/>
                  </a:lnTo>
                  <a:cubicBezTo>
                    <a:pt x="2491" y="499"/>
                    <a:pt x="2634" y="392"/>
                    <a:pt x="2634" y="250"/>
                  </a:cubicBezTo>
                  <a:cubicBezTo>
                    <a:pt x="2634" y="108"/>
                    <a:pt x="2491" y="1"/>
                    <a:pt x="2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4164088" y="3057179"/>
              <a:ext cx="52402" cy="10767"/>
            </a:xfrm>
            <a:custGeom>
              <a:rect b="b" l="l" r="r" t="t"/>
              <a:pathLst>
                <a:path extrusionOk="0" h="534" w="2599">
                  <a:moveTo>
                    <a:pt x="250" y="0"/>
                  </a:moveTo>
                  <a:cubicBezTo>
                    <a:pt x="107" y="0"/>
                    <a:pt x="1" y="107"/>
                    <a:pt x="1" y="249"/>
                  </a:cubicBezTo>
                  <a:cubicBezTo>
                    <a:pt x="1" y="427"/>
                    <a:pt x="107" y="534"/>
                    <a:pt x="250" y="534"/>
                  </a:cubicBezTo>
                  <a:lnTo>
                    <a:pt x="2349" y="534"/>
                  </a:lnTo>
                  <a:cubicBezTo>
                    <a:pt x="2491" y="534"/>
                    <a:pt x="2598" y="427"/>
                    <a:pt x="2598" y="249"/>
                  </a:cubicBezTo>
                  <a:cubicBezTo>
                    <a:pt x="2598" y="107"/>
                    <a:pt x="2491" y="0"/>
                    <a:pt x="2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4164088" y="3081556"/>
              <a:ext cx="52402" cy="10081"/>
            </a:xfrm>
            <a:custGeom>
              <a:rect b="b" l="l" r="r" t="t"/>
              <a:pathLst>
                <a:path extrusionOk="0" h="500" w="2599">
                  <a:moveTo>
                    <a:pt x="250" y="1"/>
                  </a:moveTo>
                  <a:cubicBezTo>
                    <a:pt x="107" y="1"/>
                    <a:pt x="1" y="108"/>
                    <a:pt x="1" y="250"/>
                  </a:cubicBezTo>
                  <a:cubicBezTo>
                    <a:pt x="1" y="392"/>
                    <a:pt x="107" y="499"/>
                    <a:pt x="250" y="499"/>
                  </a:cubicBezTo>
                  <a:lnTo>
                    <a:pt x="2349" y="499"/>
                  </a:lnTo>
                  <a:cubicBezTo>
                    <a:pt x="2491" y="499"/>
                    <a:pt x="2598" y="392"/>
                    <a:pt x="2598" y="250"/>
                  </a:cubicBezTo>
                  <a:cubicBezTo>
                    <a:pt x="2598" y="108"/>
                    <a:pt x="2491" y="1"/>
                    <a:pt x="2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4060069" y="3122425"/>
              <a:ext cx="35426" cy="41031"/>
            </a:xfrm>
            <a:custGeom>
              <a:rect b="b" l="l" r="r" t="t"/>
              <a:pathLst>
                <a:path extrusionOk="0" h="2035" w="1757">
                  <a:moveTo>
                    <a:pt x="328" y="1"/>
                  </a:moveTo>
                  <a:cubicBezTo>
                    <a:pt x="279" y="1"/>
                    <a:pt x="229" y="12"/>
                    <a:pt x="178" y="38"/>
                  </a:cubicBezTo>
                  <a:cubicBezTo>
                    <a:pt x="72" y="144"/>
                    <a:pt x="36" y="287"/>
                    <a:pt x="143" y="429"/>
                  </a:cubicBezTo>
                  <a:lnTo>
                    <a:pt x="534" y="1034"/>
                  </a:lnTo>
                  <a:lnTo>
                    <a:pt x="143" y="1603"/>
                  </a:lnTo>
                  <a:cubicBezTo>
                    <a:pt x="0" y="1781"/>
                    <a:pt x="143" y="2030"/>
                    <a:pt x="356" y="2030"/>
                  </a:cubicBezTo>
                  <a:cubicBezTo>
                    <a:pt x="427" y="2030"/>
                    <a:pt x="499" y="1995"/>
                    <a:pt x="570" y="1923"/>
                  </a:cubicBezTo>
                  <a:lnTo>
                    <a:pt x="854" y="1461"/>
                  </a:lnTo>
                  <a:lnTo>
                    <a:pt x="1175" y="1923"/>
                  </a:lnTo>
                  <a:cubicBezTo>
                    <a:pt x="1233" y="2002"/>
                    <a:pt x="1308" y="2034"/>
                    <a:pt x="1382" y="2034"/>
                  </a:cubicBezTo>
                  <a:cubicBezTo>
                    <a:pt x="1575" y="2034"/>
                    <a:pt x="1756" y="1809"/>
                    <a:pt x="1602" y="1603"/>
                  </a:cubicBezTo>
                  <a:lnTo>
                    <a:pt x="1175" y="1034"/>
                  </a:lnTo>
                  <a:lnTo>
                    <a:pt x="1602" y="429"/>
                  </a:lnTo>
                  <a:cubicBezTo>
                    <a:pt x="1673" y="287"/>
                    <a:pt x="1673" y="144"/>
                    <a:pt x="1530" y="38"/>
                  </a:cubicBezTo>
                  <a:cubicBezTo>
                    <a:pt x="1493" y="12"/>
                    <a:pt x="1446" y="1"/>
                    <a:pt x="1398" y="1"/>
                  </a:cubicBezTo>
                  <a:cubicBezTo>
                    <a:pt x="1311" y="1"/>
                    <a:pt x="1221" y="40"/>
                    <a:pt x="1175" y="109"/>
                  </a:cubicBezTo>
                  <a:lnTo>
                    <a:pt x="854" y="571"/>
                  </a:lnTo>
                  <a:lnTo>
                    <a:pt x="570" y="109"/>
                  </a:lnTo>
                  <a:cubicBezTo>
                    <a:pt x="501" y="40"/>
                    <a:pt x="417" y="1"/>
                    <a:pt x="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4127049" y="3122244"/>
              <a:ext cx="35809" cy="41131"/>
            </a:xfrm>
            <a:custGeom>
              <a:rect b="b" l="l" r="r" t="t"/>
              <a:pathLst>
                <a:path extrusionOk="0" h="2040" w="1776">
                  <a:moveTo>
                    <a:pt x="1400" y="1"/>
                  </a:moveTo>
                  <a:cubicBezTo>
                    <a:pt x="1324" y="1"/>
                    <a:pt x="1249" y="35"/>
                    <a:pt x="1197" y="118"/>
                  </a:cubicBezTo>
                  <a:lnTo>
                    <a:pt x="877" y="580"/>
                  </a:lnTo>
                  <a:lnTo>
                    <a:pt x="557" y="118"/>
                  </a:lnTo>
                  <a:cubicBezTo>
                    <a:pt x="508" y="39"/>
                    <a:pt x="440" y="7"/>
                    <a:pt x="371" y="7"/>
                  </a:cubicBezTo>
                  <a:cubicBezTo>
                    <a:pt x="189" y="7"/>
                    <a:pt x="1" y="232"/>
                    <a:pt x="130" y="438"/>
                  </a:cubicBezTo>
                  <a:lnTo>
                    <a:pt x="557" y="1043"/>
                  </a:lnTo>
                  <a:lnTo>
                    <a:pt x="130" y="1612"/>
                  </a:lnTo>
                  <a:cubicBezTo>
                    <a:pt x="59" y="1754"/>
                    <a:pt x="94" y="1897"/>
                    <a:pt x="201" y="2004"/>
                  </a:cubicBezTo>
                  <a:lnTo>
                    <a:pt x="237" y="2004"/>
                  </a:lnTo>
                  <a:cubicBezTo>
                    <a:pt x="272" y="2004"/>
                    <a:pt x="308" y="2039"/>
                    <a:pt x="379" y="2039"/>
                  </a:cubicBezTo>
                  <a:cubicBezTo>
                    <a:pt x="450" y="2039"/>
                    <a:pt x="557" y="2004"/>
                    <a:pt x="592" y="1932"/>
                  </a:cubicBezTo>
                  <a:lnTo>
                    <a:pt x="1624" y="438"/>
                  </a:lnTo>
                  <a:cubicBezTo>
                    <a:pt x="1776" y="210"/>
                    <a:pt x="1586" y="1"/>
                    <a:pt x="1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4095213" y="3127123"/>
              <a:ext cx="32320" cy="31937"/>
            </a:xfrm>
            <a:custGeom>
              <a:rect b="b" l="l" r="r" t="t"/>
              <a:pathLst>
                <a:path extrusionOk="0" h="1584" w="1603">
                  <a:moveTo>
                    <a:pt x="801" y="0"/>
                  </a:moveTo>
                  <a:cubicBezTo>
                    <a:pt x="668" y="0"/>
                    <a:pt x="535" y="89"/>
                    <a:pt x="535" y="267"/>
                  </a:cubicBezTo>
                  <a:lnTo>
                    <a:pt x="535" y="516"/>
                  </a:lnTo>
                  <a:lnTo>
                    <a:pt x="286" y="516"/>
                  </a:lnTo>
                  <a:cubicBezTo>
                    <a:pt x="143" y="516"/>
                    <a:pt x="1" y="623"/>
                    <a:pt x="36" y="801"/>
                  </a:cubicBezTo>
                  <a:cubicBezTo>
                    <a:pt x="1" y="943"/>
                    <a:pt x="143" y="1050"/>
                    <a:pt x="286" y="1050"/>
                  </a:cubicBezTo>
                  <a:lnTo>
                    <a:pt x="535" y="1050"/>
                  </a:lnTo>
                  <a:lnTo>
                    <a:pt x="535" y="1299"/>
                  </a:lnTo>
                  <a:cubicBezTo>
                    <a:pt x="535" y="1441"/>
                    <a:pt x="641" y="1584"/>
                    <a:pt x="819" y="1584"/>
                  </a:cubicBezTo>
                  <a:cubicBezTo>
                    <a:pt x="962" y="1584"/>
                    <a:pt x="1068" y="1441"/>
                    <a:pt x="1068" y="1299"/>
                  </a:cubicBezTo>
                  <a:lnTo>
                    <a:pt x="1068" y="1050"/>
                  </a:lnTo>
                  <a:lnTo>
                    <a:pt x="1317" y="1050"/>
                  </a:lnTo>
                  <a:cubicBezTo>
                    <a:pt x="1460" y="1050"/>
                    <a:pt x="1602" y="943"/>
                    <a:pt x="1602" y="801"/>
                  </a:cubicBezTo>
                  <a:cubicBezTo>
                    <a:pt x="1602" y="623"/>
                    <a:pt x="1460" y="516"/>
                    <a:pt x="1317" y="516"/>
                  </a:cubicBezTo>
                  <a:lnTo>
                    <a:pt x="1068" y="516"/>
                  </a:lnTo>
                  <a:lnTo>
                    <a:pt x="1068" y="267"/>
                  </a:lnTo>
                  <a:cubicBezTo>
                    <a:pt x="1068" y="89"/>
                    <a:pt x="935" y="0"/>
                    <a:pt x="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4190642" y="3128151"/>
              <a:ext cx="27986" cy="10101"/>
            </a:xfrm>
            <a:custGeom>
              <a:rect b="b" l="l" r="r" t="t"/>
              <a:pathLst>
                <a:path extrusionOk="0" h="501" w="1388">
                  <a:moveTo>
                    <a:pt x="290" y="1"/>
                  </a:moveTo>
                  <a:cubicBezTo>
                    <a:pt x="0" y="1"/>
                    <a:pt x="10" y="501"/>
                    <a:pt x="320" y="501"/>
                  </a:cubicBezTo>
                  <a:lnTo>
                    <a:pt x="1032" y="501"/>
                  </a:lnTo>
                  <a:cubicBezTo>
                    <a:pt x="1376" y="501"/>
                    <a:pt x="1387" y="1"/>
                    <a:pt x="1065" y="1"/>
                  </a:cubicBezTo>
                  <a:cubicBezTo>
                    <a:pt x="1055" y="1"/>
                    <a:pt x="1043" y="2"/>
                    <a:pt x="1032" y="3"/>
                  </a:cubicBezTo>
                  <a:lnTo>
                    <a:pt x="320" y="3"/>
                  </a:lnTo>
                  <a:cubicBezTo>
                    <a:pt x="310" y="2"/>
                    <a:pt x="300" y="1"/>
                    <a:pt x="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4191347" y="3147568"/>
              <a:ext cx="26574" cy="10787"/>
            </a:xfrm>
            <a:custGeom>
              <a:rect b="b" l="l" r="r" t="t"/>
              <a:pathLst>
                <a:path extrusionOk="0" h="535" w="1318">
                  <a:moveTo>
                    <a:pt x="285" y="0"/>
                  </a:moveTo>
                  <a:cubicBezTo>
                    <a:pt x="1" y="36"/>
                    <a:pt x="1" y="498"/>
                    <a:pt x="285" y="534"/>
                  </a:cubicBezTo>
                  <a:lnTo>
                    <a:pt x="997" y="534"/>
                  </a:lnTo>
                  <a:cubicBezTo>
                    <a:pt x="1317" y="498"/>
                    <a:pt x="1317" y="36"/>
                    <a:pt x="9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4032084" y="3113675"/>
              <a:ext cx="24417" cy="58310"/>
            </a:xfrm>
            <a:custGeom>
              <a:rect b="b" l="l" r="r" t="t"/>
              <a:pathLst>
                <a:path extrusionOk="0" h="2892" w="1211">
                  <a:moveTo>
                    <a:pt x="926" y="0"/>
                  </a:moveTo>
                  <a:cubicBezTo>
                    <a:pt x="864" y="0"/>
                    <a:pt x="801" y="27"/>
                    <a:pt x="748" y="80"/>
                  </a:cubicBezTo>
                  <a:cubicBezTo>
                    <a:pt x="1" y="827"/>
                    <a:pt x="1" y="2073"/>
                    <a:pt x="748" y="2820"/>
                  </a:cubicBezTo>
                  <a:cubicBezTo>
                    <a:pt x="784" y="2856"/>
                    <a:pt x="855" y="2891"/>
                    <a:pt x="926" y="2891"/>
                  </a:cubicBezTo>
                  <a:cubicBezTo>
                    <a:pt x="997" y="2891"/>
                    <a:pt x="1068" y="2856"/>
                    <a:pt x="1104" y="2820"/>
                  </a:cubicBezTo>
                  <a:cubicBezTo>
                    <a:pt x="1211" y="2713"/>
                    <a:pt x="1211" y="2571"/>
                    <a:pt x="1104" y="2464"/>
                  </a:cubicBezTo>
                  <a:cubicBezTo>
                    <a:pt x="570" y="1895"/>
                    <a:pt x="570" y="1005"/>
                    <a:pt x="1104" y="436"/>
                  </a:cubicBezTo>
                  <a:cubicBezTo>
                    <a:pt x="1211" y="329"/>
                    <a:pt x="1211" y="187"/>
                    <a:pt x="1104" y="80"/>
                  </a:cubicBezTo>
                  <a:cubicBezTo>
                    <a:pt x="1050" y="27"/>
                    <a:pt x="988" y="0"/>
                    <a:pt x="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4162918" y="3113876"/>
              <a:ext cx="25586" cy="58108"/>
            </a:xfrm>
            <a:custGeom>
              <a:rect b="b" l="l" r="r" t="t"/>
              <a:pathLst>
                <a:path extrusionOk="0" h="2882" w="1269">
                  <a:moveTo>
                    <a:pt x="345" y="0"/>
                  </a:moveTo>
                  <a:cubicBezTo>
                    <a:pt x="153" y="0"/>
                    <a:pt x="1" y="234"/>
                    <a:pt x="165" y="426"/>
                  </a:cubicBezTo>
                  <a:cubicBezTo>
                    <a:pt x="699" y="995"/>
                    <a:pt x="699" y="1885"/>
                    <a:pt x="165" y="2454"/>
                  </a:cubicBezTo>
                  <a:cubicBezTo>
                    <a:pt x="59" y="2561"/>
                    <a:pt x="59" y="2703"/>
                    <a:pt x="165" y="2810"/>
                  </a:cubicBezTo>
                  <a:cubicBezTo>
                    <a:pt x="201" y="2846"/>
                    <a:pt x="272" y="2881"/>
                    <a:pt x="343" y="2881"/>
                  </a:cubicBezTo>
                  <a:cubicBezTo>
                    <a:pt x="414" y="2881"/>
                    <a:pt x="450" y="2846"/>
                    <a:pt x="521" y="2810"/>
                  </a:cubicBezTo>
                  <a:cubicBezTo>
                    <a:pt x="1268" y="2063"/>
                    <a:pt x="1268" y="817"/>
                    <a:pt x="521" y="70"/>
                  </a:cubicBezTo>
                  <a:cubicBezTo>
                    <a:pt x="464" y="21"/>
                    <a:pt x="403" y="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3976859" y="2935942"/>
              <a:ext cx="317096" cy="357380"/>
            </a:xfrm>
            <a:custGeom>
              <a:rect b="b" l="l" r="r" t="t"/>
              <a:pathLst>
                <a:path extrusionOk="0" h="17725" w="15727">
                  <a:moveTo>
                    <a:pt x="14766" y="12916"/>
                  </a:moveTo>
                  <a:cubicBezTo>
                    <a:pt x="15015" y="12916"/>
                    <a:pt x="15229" y="13129"/>
                    <a:pt x="15229" y="13378"/>
                  </a:cubicBezTo>
                  <a:lnTo>
                    <a:pt x="15229" y="14054"/>
                  </a:lnTo>
                  <a:cubicBezTo>
                    <a:pt x="15229" y="14303"/>
                    <a:pt x="15015" y="14517"/>
                    <a:pt x="14766" y="14517"/>
                  </a:cubicBezTo>
                  <a:lnTo>
                    <a:pt x="13699" y="14517"/>
                  </a:lnTo>
                  <a:lnTo>
                    <a:pt x="13699" y="12916"/>
                  </a:lnTo>
                  <a:close/>
                  <a:moveTo>
                    <a:pt x="13201" y="15015"/>
                  </a:moveTo>
                  <a:lnTo>
                    <a:pt x="13201" y="16225"/>
                  </a:lnTo>
                  <a:lnTo>
                    <a:pt x="1957" y="16225"/>
                  </a:lnTo>
                  <a:lnTo>
                    <a:pt x="1957" y="15015"/>
                  </a:lnTo>
                  <a:close/>
                  <a:moveTo>
                    <a:pt x="14304" y="15015"/>
                  </a:moveTo>
                  <a:lnTo>
                    <a:pt x="14304" y="17257"/>
                  </a:lnTo>
                  <a:lnTo>
                    <a:pt x="3096" y="17221"/>
                  </a:lnTo>
                  <a:lnTo>
                    <a:pt x="3096" y="16794"/>
                  </a:lnTo>
                  <a:lnTo>
                    <a:pt x="13450" y="16794"/>
                  </a:lnTo>
                  <a:cubicBezTo>
                    <a:pt x="13592" y="16794"/>
                    <a:pt x="13699" y="16652"/>
                    <a:pt x="13699" y="16509"/>
                  </a:cubicBezTo>
                  <a:lnTo>
                    <a:pt x="13699" y="15015"/>
                  </a:lnTo>
                  <a:close/>
                  <a:moveTo>
                    <a:pt x="1708" y="0"/>
                  </a:moveTo>
                  <a:cubicBezTo>
                    <a:pt x="1566" y="0"/>
                    <a:pt x="1459" y="107"/>
                    <a:pt x="1459" y="249"/>
                  </a:cubicBezTo>
                  <a:lnTo>
                    <a:pt x="1459" y="9144"/>
                  </a:lnTo>
                  <a:cubicBezTo>
                    <a:pt x="1477" y="9304"/>
                    <a:pt x="1592" y="9384"/>
                    <a:pt x="1708" y="9384"/>
                  </a:cubicBezTo>
                  <a:cubicBezTo>
                    <a:pt x="1824" y="9384"/>
                    <a:pt x="1939" y="9304"/>
                    <a:pt x="1957" y="9144"/>
                  </a:cubicBezTo>
                  <a:lnTo>
                    <a:pt x="1957" y="534"/>
                  </a:lnTo>
                  <a:lnTo>
                    <a:pt x="13201" y="534"/>
                  </a:lnTo>
                  <a:lnTo>
                    <a:pt x="13201" y="12382"/>
                  </a:lnTo>
                  <a:lnTo>
                    <a:pt x="11528" y="12382"/>
                  </a:lnTo>
                  <a:cubicBezTo>
                    <a:pt x="11172" y="12382"/>
                    <a:pt x="11172" y="12880"/>
                    <a:pt x="11528" y="12880"/>
                  </a:cubicBezTo>
                  <a:lnTo>
                    <a:pt x="13201" y="12880"/>
                  </a:lnTo>
                  <a:lnTo>
                    <a:pt x="13201" y="14481"/>
                  </a:lnTo>
                  <a:lnTo>
                    <a:pt x="1815" y="14481"/>
                  </a:lnTo>
                  <a:lnTo>
                    <a:pt x="1103" y="13948"/>
                  </a:lnTo>
                  <a:lnTo>
                    <a:pt x="1352" y="13948"/>
                  </a:lnTo>
                  <a:cubicBezTo>
                    <a:pt x="1494" y="13948"/>
                    <a:pt x="1601" y="13841"/>
                    <a:pt x="1601" y="13699"/>
                  </a:cubicBezTo>
                  <a:cubicBezTo>
                    <a:pt x="1601" y="13556"/>
                    <a:pt x="1494" y="13414"/>
                    <a:pt x="1352" y="13414"/>
                  </a:cubicBezTo>
                  <a:lnTo>
                    <a:pt x="1103" y="13414"/>
                  </a:lnTo>
                  <a:lnTo>
                    <a:pt x="1815" y="12880"/>
                  </a:lnTo>
                  <a:lnTo>
                    <a:pt x="10318" y="12880"/>
                  </a:lnTo>
                  <a:cubicBezTo>
                    <a:pt x="10674" y="12880"/>
                    <a:pt x="10674" y="12382"/>
                    <a:pt x="10318" y="12382"/>
                  </a:cubicBezTo>
                  <a:lnTo>
                    <a:pt x="1957" y="12382"/>
                  </a:lnTo>
                  <a:lnTo>
                    <a:pt x="1957" y="10354"/>
                  </a:lnTo>
                  <a:cubicBezTo>
                    <a:pt x="1939" y="10194"/>
                    <a:pt x="1824" y="10114"/>
                    <a:pt x="1708" y="10114"/>
                  </a:cubicBezTo>
                  <a:cubicBezTo>
                    <a:pt x="1592" y="10114"/>
                    <a:pt x="1477" y="10194"/>
                    <a:pt x="1459" y="10354"/>
                  </a:cubicBezTo>
                  <a:lnTo>
                    <a:pt x="1459" y="12524"/>
                  </a:lnTo>
                  <a:lnTo>
                    <a:pt x="142" y="13485"/>
                  </a:lnTo>
                  <a:cubicBezTo>
                    <a:pt x="0" y="13592"/>
                    <a:pt x="0" y="13805"/>
                    <a:pt x="142" y="13912"/>
                  </a:cubicBezTo>
                  <a:lnTo>
                    <a:pt x="1459" y="14873"/>
                  </a:lnTo>
                  <a:lnTo>
                    <a:pt x="1459" y="16509"/>
                  </a:lnTo>
                  <a:cubicBezTo>
                    <a:pt x="1459" y="16652"/>
                    <a:pt x="1566" y="16759"/>
                    <a:pt x="1708" y="16759"/>
                  </a:cubicBezTo>
                  <a:lnTo>
                    <a:pt x="2562" y="16759"/>
                  </a:lnTo>
                  <a:lnTo>
                    <a:pt x="2562" y="17470"/>
                  </a:lnTo>
                  <a:cubicBezTo>
                    <a:pt x="2562" y="17612"/>
                    <a:pt x="2669" y="17719"/>
                    <a:pt x="2811" y="17719"/>
                  </a:cubicBezTo>
                  <a:lnTo>
                    <a:pt x="14588" y="17719"/>
                  </a:lnTo>
                  <a:cubicBezTo>
                    <a:pt x="14603" y="17723"/>
                    <a:pt x="14618" y="17725"/>
                    <a:pt x="14632" y="17725"/>
                  </a:cubicBezTo>
                  <a:cubicBezTo>
                    <a:pt x="14752" y="17725"/>
                    <a:pt x="14837" y="17597"/>
                    <a:pt x="14837" y="17470"/>
                  </a:cubicBezTo>
                  <a:lnTo>
                    <a:pt x="14837" y="15015"/>
                  </a:lnTo>
                  <a:cubicBezTo>
                    <a:pt x="15335" y="14980"/>
                    <a:pt x="15727" y="14553"/>
                    <a:pt x="15727" y="14054"/>
                  </a:cubicBezTo>
                  <a:lnTo>
                    <a:pt x="15727" y="13343"/>
                  </a:lnTo>
                  <a:cubicBezTo>
                    <a:pt x="15727" y="12845"/>
                    <a:pt x="15335" y="12418"/>
                    <a:pt x="14837" y="12382"/>
                  </a:cubicBezTo>
                  <a:lnTo>
                    <a:pt x="14837" y="6582"/>
                  </a:lnTo>
                  <a:cubicBezTo>
                    <a:pt x="14837" y="6405"/>
                    <a:pt x="14731" y="6298"/>
                    <a:pt x="14588" y="6298"/>
                  </a:cubicBezTo>
                  <a:cubicBezTo>
                    <a:pt x="14446" y="6298"/>
                    <a:pt x="14304" y="6405"/>
                    <a:pt x="14304" y="6582"/>
                  </a:cubicBezTo>
                  <a:lnTo>
                    <a:pt x="14304" y="12382"/>
                  </a:lnTo>
                  <a:lnTo>
                    <a:pt x="13734" y="12382"/>
                  </a:lnTo>
                  <a:lnTo>
                    <a:pt x="13734" y="1494"/>
                  </a:lnTo>
                  <a:lnTo>
                    <a:pt x="14304" y="1494"/>
                  </a:lnTo>
                  <a:lnTo>
                    <a:pt x="14304" y="5373"/>
                  </a:lnTo>
                  <a:cubicBezTo>
                    <a:pt x="14304" y="5515"/>
                    <a:pt x="14446" y="5622"/>
                    <a:pt x="14588" y="5622"/>
                  </a:cubicBezTo>
                  <a:cubicBezTo>
                    <a:pt x="14731" y="5622"/>
                    <a:pt x="14837" y="5515"/>
                    <a:pt x="14837" y="5373"/>
                  </a:cubicBezTo>
                  <a:lnTo>
                    <a:pt x="14837" y="1245"/>
                  </a:lnTo>
                  <a:cubicBezTo>
                    <a:pt x="14837" y="1103"/>
                    <a:pt x="14731" y="996"/>
                    <a:pt x="14588" y="996"/>
                  </a:cubicBezTo>
                  <a:lnTo>
                    <a:pt x="13734" y="996"/>
                  </a:lnTo>
                  <a:lnTo>
                    <a:pt x="13734" y="249"/>
                  </a:lnTo>
                  <a:cubicBezTo>
                    <a:pt x="13734" y="107"/>
                    <a:pt x="13592" y="0"/>
                    <a:pt x="13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 name="Google Shape;2768;p72"/>
          <p:cNvGrpSpPr/>
          <p:nvPr/>
        </p:nvGrpSpPr>
        <p:grpSpPr>
          <a:xfrm>
            <a:off x="4001235" y="2387119"/>
            <a:ext cx="269774" cy="357279"/>
            <a:chOff x="4001235" y="2387119"/>
            <a:chExt cx="269774" cy="357279"/>
          </a:xfrm>
        </p:grpSpPr>
        <p:sp>
          <p:nvSpPr>
            <p:cNvPr id="2769" name="Google Shape;2769;p72"/>
            <p:cNvSpPr/>
            <p:nvPr/>
          </p:nvSpPr>
          <p:spPr>
            <a:xfrm>
              <a:off x="4006256" y="2697037"/>
              <a:ext cx="259733" cy="42341"/>
            </a:xfrm>
            <a:custGeom>
              <a:rect b="b" l="l" r="r" t="t"/>
              <a:pathLst>
                <a:path extrusionOk="0" h="2100" w="12882">
                  <a:moveTo>
                    <a:pt x="712" y="1"/>
                  </a:moveTo>
                  <a:cubicBezTo>
                    <a:pt x="321" y="1"/>
                    <a:pt x="1" y="321"/>
                    <a:pt x="1" y="677"/>
                  </a:cubicBezTo>
                  <a:lnTo>
                    <a:pt x="1" y="1424"/>
                  </a:lnTo>
                  <a:cubicBezTo>
                    <a:pt x="1" y="1780"/>
                    <a:pt x="321" y="2100"/>
                    <a:pt x="712" y="2100"/>
                  </a:cubicBezTo>
                  <a:lnTo>
                    <a:pt x="12881" y="2100"/>
                  </a:lnTo>
                  <a:lnTo>
                    <a:pt x="128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4006256" y="2392140"/>
              <a:ext cx="259733" cy="319273"/>
            </a:xfrm>
            <a:custGeom>
              <a:rect b="b" l="l" r="r" t="t"/>
              <a:pathLst>
                <a:path extrusionOk="0" h="15835" w="12882">
                  <a:moveTo>
                    <a:pt x="12881" y="1"/>
                  </a:moveTo>
                  <a:lnTo>
                    <a:pt x="712" y="36"/>
                  </a:lnTo>
                  <a:cubicBezTo>
                    <a:pt x="321" y="36"/>
                    <a:pt x="1" y="321"/>
                    <a:pt x="1" y="712"/>
                  </a:cubicBezTo>
                  <a:lnTo>
                    <a:pt x="1" y="15834"/>
                  </a:lnTo>
                  <a:cubicBezTo>
                    <a:pt x="1" y="15443"/>
                    <a:pt x="321" y="15123"/>
                    <a:pt x="712" y="15123"/>
                  </a:cubicBezTo>
                  <a:lnTo>
                    <a:pt x="12881" y="15123"/>
                  </a:lnTo>
                  <a:lnTo>
                    <a:pt x="128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4048597" y="2434481"/>
              <a:ext cx="175051" cy="99018"/>
            </a:xfrm>
            <a:custGeom>
              <a:rect b="b" l="l" r="r" t="t"/>
              <a:pathLst>
                <a:path extrusionOk="0" h="4911" w="8682">
                  <a:moveTo>
                    <a:pt x="0" y="0"/>
                  </a:moveTo>
                  <a:lnTo>
                    <a:pt x="0" y="4910"/>
                  </a:lnTo>
                  <a:lnTo>
                    <a:pt x="8682" y="4910"/>
                  </a:lnTo>
                  <a:lnTo>
                    <a:pt x="86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4043576" y="2430166"/>
              <a:ext cx="185092" cy="109059"/>
            </a:xfrm>
            <a:custGeom>
              <a:rect b="b" l="l" r="r" t="t"/>
              <a:pathLst>
                <a:path extrusionOk="0" h="5409" w="9180">
                  <a:moveTo>
                    <a:pt x="8682" y="499"/>
                  </a:moveTo>
                  <a:lnTo>
                    <a:pt x="8646" y="4875"/>
                  </a:lnTo>
                  <a:lnTo>
                    <a:pt x="498" y="4875"/>
                  </a:lnTo>
                  <a:lnTo>
                    <a:pt x="498" y="499"/>
                  </a:lnTo>
                  <a:close/>
                  <a:moveTo>
                    <a:pt x="249" y="1"/>
                  </a:moveTo>
                  <a:cubicBezTo>
                    <a:pt x="107" y="1"/>
                    <a:pt x="0" y="107"/>
                    <a:pt x="0" y="250"/>
                  </a:cubicBezTo>
                  <a:lnTo>
                    <a:pt x="0" y="5160"/>
                  </a:lnTo>
                  <a:cubicBezTo>
                    <a:pt x="0" y="5302"/>
                    <a:pt x="107" y="5409"/>
                    <a:pt x="249" y="5409"/>
                  </a:cubicBezTo>
                  <a:lnTo>
                    <a:pt x="8931" y="5409"/>
                  </a:lnTo>
                  <a:cubicBezTo>
                    <a:pt x="9073" y="5409"/>
                    <a:pt x="9180" y="5302"/>
                    <a:pt x="9180" y="5160"/>
                  </a:cubicBezTo>
                  <a:lnTo>
                    <a:pt x="9180" y="250"/>
                  </a:lnTo>
                  <a:cubicBezTo>
                    <a:pt x="9180" y="107"/>
                    <a:pt x="9073" y="1"/>
                    <a:pt x="8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4001235" y="2558581"/>
              <a:ext cx="269774" cy="185818"/>
            </a:xfrm>
            <a:custGeom>
              <a:rect b="b" l="l" r="r" t="t"/>
              <a:pathLst>
                <a:path extrusionOk="0" h="9216" w="13380">
                  <a:moveTo>
                    <a:pt x="12845" y="7117"/>
                  </a:moveTo>
                  <a:lnTo>
                    <a:pt x="12845" y="7686"/>
                  </a:lnTo>
                  <a:lnTo>
                    <a:pt x="1460" y="7686"/>
                  </a:lnTo>
                  <a:cubicBezTo>
                    <a:pt x="1139" y="7722"/>
                    <a:pt x="1139" y="8149"/>
                    <a:pt x="1460" y="8184"/>
                  </a:cubicBezTo>
                  <a:lnTo>
                    <a:pt x="12881" y="8184"/>
                  </a:lnTo>
                  <a:lnTo>
                    <a:pt x="12881" y="8718"/>
                  </a:lnTo>
                  <a:lnTo>
                    <a:pt x="961" y="8718"/>
                  </a:lnTo>
                  <a:cubicBezTo>
                    <a:pt x="712" y="8718"/>
                    <a:pt x="499" y="8504"/>
                    <a:pt x="499" y="8255"/>
                  </a:cubicBezTo>
                  <a:lnTo>
                    <a:pt x="499" y="7579"/>
                  </a:lnTo>
                  <a:cubicBezTo>
                    <a:pt x="499" y="7330"/>
                    <a:pt x="712" y="7117"/>
                    <a:pt x="961" y="7117"/>
                  </a:cubicBezTo>
                  <a:close/>
                  <a:moveTo>
                    <a:pt x="13130" y="1"/>
                  </a:moveTo>
                  <a:cubicBezTo>
                    <a:pt x="12988" y="1"/>
                    <a:pt x="12845" y="143"/>
                    <a:pt x="12881" y="285"/>
                  </a:cubicBezTo>
                  <a:lnTo>
                    <a:pt x="12881" y="6619"/>
                  </a:lnTo>
                  <a:lnTo>
                    <a:pt x="961" y="6619"/>
                  </a:lnTo>
                  <a:cubicBezTo>
                    <a:pt x="784" y="6619"/>
                    <a:pt x="641" y="6654"/>
                    <a:pt x="499" y="6725"/>
                  </a:cubicBezTo>
                  <a:lnTo>
                    <a:pt x="499" y="3737"/>
                  </a:lnTo>
                  <a:cubicBezTo>
                    <a:pt x="499" y="3594"/>
                    <a:pt x="392" y="3488"/>
                    <a:pt x="250" y="3488"/>
                  </a:cubicBezTo>
                  <a:cubicBezTo>
                    <a:pt x="108" y="3488"/>
                    <a:pt x="1" y="3594"/>
                    <a:pt x="1" y="3737"/>
                  </a:cubicBezTo>
                  <a:lnTo>
                    <a:pt x="1" y="8255"/>
                  </a:lnTo>
                  <a:cubicBezTo>
                    <a:pt x="1" y="8789"/>
                    <a:pt x="428" y="9216"/>
                    <a:pt x="961" y="9216"/>
                  </a:cubicBezTo>
                  <a:lnTo>
                    <a:pt x="13130" y="9216"/>
                  </a:lnTo>
                  <a:cubicBezTo>
                    <a:pt x="13272" y="9216"/>
                    <a:pt x="13379" y="9109"/>
                    <a:pt x="13379" y="8967"/>
                  </a:cubicBezTo>
                  <a:lnTo>
                    <a:pt x="13379" y="285"/>
                  </a:lnTo>
                  <a:cubicBezTo>
                    <a:pt x="13379" y="143"/>
                    <a:pt x="13272" y="1"/>
                    <a:pt x="13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4001235" y="2387119"/>
              <a:ext cx="269774" cy="227433"/>
            </a:xfrm>
            <a:custGeom>
              <a:rect b="b" l="l" r="r" t="t"/>
              <a:pathLst>
                <a:path extrusionOk="0" h="11280" w="13380">
                  <a:moveTo>
                    <a:pt x="961" y="1"/>
                  </a:moveTo>
                  <a:cubicBezTo>
                    <a:pt x="428" y="1"/>
                    <a:pt x="1" y="428"/>
                    <a:pt x="1" y="961"/>
                  </a:cubicBezTo>
                  <a:lnTo>
                    <a:pt x="1" y="11031"/>
                  </a:lnTo>
                  <a:cubicBezTo>
                    <a:pt x="1" y="11173"/>
                    <a:pt x="108" y="11280"/>
                    <a:pt x="250" y="11280"/>
                  </a:cubicBezTo>
                  <a:cubicBezTo>
                    <a:pt x="392" y="11280"/>
                    <a:pt x="499" y="11173"/>
                    <a:pt x="499" y="11031"/>
                  </a:cubicBezTo>
                  <a:lnTo>
                    <a:pt x="499" y="961"/>
                  </a:lnTo>
                  <a:cubicBezTo>
                    <a:pt x="499" y="712"/>
                    <a:pt x="712" y="535"/>
                    <a:pt x="961" y="535"/>
                  </a:cubicBezTo>
                  <a:lnTo>
                    <a:pt x="12881" y="535"/>
                  </a:lnTo>
                  <a:lnTo>
                    <a:pt x="12881" y="7544"/>
                  </a:lnTo>
                  <a:cubicBezTo>
                    <a:pt x="12899" y="7704"/>
                    <a:pt x="13014" y="7784"/>
                    <a:pt x="13130" y="7784"/>
                  </a:cubicBezTo>
                  <a:cubicBezTo>
                    <a:pt x="13246" y="7784"/>
                    <a:pt x="13361" y="7704"/>
                    <a:pt x="13379" y="7544"/>
                  </a:cubicBezTo>
                  <a:lnTo>
                    <a:pt x="13379" y="285"/>
                  </a:lnTo>
                  <a:cubicBezTo>
                    <a:pt x="13379" y="108"/>
                    <a:pt x="13272" y="1"/>
                    <a:pt x="13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4085010" y="2463656"/>
              <a:ext cx="34619" cy="41152"/>
            </a:xfrm>
            <a:custGeom>
              <a:rect b="b" l="l" r="r" t="t"/>
              <a:pathLst>
                <a:path extrusionOk="0" h="2041" w="1717">
                  <a:moveTo>
                    <a:pt x="385" y="1"/>
                  </a:moveTo>
                  <a:cubicBezTo>
                    <a:pt x="187" y="1"/>
                    <a:pt x="0" y="202"/>
                    <a:pt x="151" y="403"/>
                  </a:cubicBezTo>
                  <a:lnTo>
                    <a:pt x="578" y="1008"/>
                  </a:lnTo>
                  <a:lnTo>
                    <a:pt x="151" y="1613"/>
                  </a:lnTo>
                  <a:cubicBezTo>
                    <a:pt x="80" y="1720"/>
                    <a:pt x="115" y="1898"/>
                    <a:pt x="222" y="1969"/>
                  </a:cubicBezTo>
                  <a:cubicBezTo>
                    <a:pt x="293" y="2004"/>
                    <a:pt x="329" y="2040"/>
                    <a:pt x="400" y="2040"/>
                  </a:cubicBezTo>
                  <a:cubicBezTo>
                    <a:pt x="471" y="2040"/>
                    <a:pt x="542" y="1969"/>
                    <a:pt x="614" y="1933"/>
                  </a:cubicBezTo>
                  <a:lnTo>
                    <a:pt x="898" y="1471"/>
                  </a:lnTo>
                  <a:lnTo>
                    <a:pt x="1219" y="1933"/>
                  </a:lnTo>
                  <a:cubicBezTo>
                    <a:pt x="1260" y="1995"/>
                    <a:pt x="1337" y="2033"/>
                    <a:pt x="1416" y="2033"/>
                  </a:cubicBezTo>
                  <a:cubicBezTo>
                    <a:pt x="1472" y="2033"/>
                    <a:pt x="1530" y="2014"/>
                    <a:pt x="1574" y="1969"/>
                  </a:cubicBezTo>
                  <a:cubicBezTo>
                    <a:pt x="1681" y="1898"/>
                    <a:pt x="1717" y="1720"/>
                    <a:pt x="1645" y="1613"/>
                  </a:cubicBezTo>
                  <a:lnTo>
                    <a:pt x="1219" y="1008"/>
                  </a:lnTo>
                  <a:lnTo>
                    <a:pt x="1645" y="403"/>
                  </a:lnTo>
                  <a:cubicBezTo>
                    <a:pt x="1717" y="297"/>
                    <a:pt x="1681" y="154"/>
                    <a:pt x="1574" y="48"/>
                  </a:cubicBezTo>
                  <a:cubicBezTo>
                    <a:pt x="1536" y="22"/>
                    <a:pt x="1490" y="11"/>
                    <a:pt x="1442" y="11"/>
                  </a:cubicBezTo>
                  <a:cubicBezTo>
                    <a:pt x="1355" y="11"/>
                    <a:pt x="1264" y="50"/>
                    <a:pt x="1219" y="119"/>
                  </a:cubicBezTo>
                  <a:lnTo>
                    <a:pt x="898" y="546"/>
                  </a:lnTo>
                  <a:lnTo>
                    <a:pt x="614" y="119"/>
                  </a:lnTo>
                  <a:cubicBezTo>
                    <a:pt x="551" y="35"/>
                    <a:pt x="467" y="1"/>
                    <a:pt x="3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4152938" y="2463656"/>
              <a:ext cx="34841" cy="41152"/>
            </a:xfrm>
            <a:custGeom>
              <a:rect b="b" l="l" r="r" t="t"/>
              <a:pathLst>
                <a:path extrusionOk="0" h="2041" w="1728">
                  <a:moveTo>
                    <a:pt x="367" y="1"/>
                  </a:moveTo>
                  <a:cubicBezTo>
                    <a:pt x="178" y="1"/>
                    <a:pt x="1" y="202"/>
                    <a:pt x="127" y="403"/>
                  </a:cubicBezTo>
                  <a:lnTo>
                    <a:pt x="554" y="1008"/>
                  </a:lnTo>
                  <a:lnTo>
                    <a:pt x="127" y="1613"/>
                  </a:lnTo>
                  <a:cubicBezTo>
                    <a:pt x="56" y="1720"/>
                    <a:pt x="91" y="1898"/>
                    <a:pt x="198" y="1969"/>
                  </a:cubicBezTo>
                  <a:lnTo>
                    <a:pt x="233" y="1969"/>
                  </a:lnTo>
                  <a:cubicBezTo>
                    <a:pt x="269" y="2004"/>
                    <a:pt x="305" y="2040"/>
                    <a:pt x="376" y="2040"/>
                  </a:cubicBezTo>
                  <a:cubicBezTo>
                    <a:pt x="447" y="2040"/>
                    <a:pt x="518" y="1969"/>
                    <a:pt x="589" y="1933"/>
                  </a:cubicBezTo>
                  <a:lnTo>
                    <a:pt x="1621" y="403"/>
                  </a:lnTo>
                  <a:cubicBezTo>
                    <a:pt x="1728" y="297"/>
                    <a:pt x="1692" y="154"/>
                    <a:pt x="1585" y="48"/>
                  </a:cubicBezTo>
                  <a:cubicBezTo>
                    <a:pt x="1535" y="22"/>
                    <a:pt x="1485" y="11"/>
                    <a:pt x="1436" y="11"/>
                  </a:cubicBezTo>
                  <a:cubicBezTo>
                    <a:pt x="1347" y="11"/>
                    <a:pt x="1263" y="50"/>
                    <a:pt x="1194" y="119"/>
                  </a:cubicBezTo>
                  <a:lnTo>
                    <a:pt x="909" y="546"/>
                  </a:lnTo>
                  <a:lnTo>
                    <a:pt x="589" y="119"/>
                  </a:lnTo>
                  <a:cubicBezTo>
                    <a:pt x="527" y="35"/>
                    <a:pt x="446" y="1"/>
                    <a:pt x="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4121767" y="2468918"/>
              <a:ext cx="31574" cy="29961"/>
            </a:xfrm>
            <a:custGeom>
              <a:rect b="b" l="l" r="r" t="t"/>
              <a:pathLst>
                <a:path extrusionOk="0" h="1486" w="1566">
                  <a:moveTo>
                    <a:pt x="770" y="0"/>
                  </a:moveTo>
                  <a:cubicBezTo>
                    <a:pt x="632" y="0"/>
                    <a:pt x="499" y="71"/>
                    <a:pt x="534" y="214"/>
                  </a:cubicBezTo>
                  <a:lnTo>
                    <a:pt x="534" y="463"/>
                  </a:lnTo>
                  <a:lnTo>
                    <a:pt x="249" y="463"/>
                  </a:lnTo>
                  <a:cubicBezTo>
                    <a:pt x="107" y="463"/>
                    <a:pt x="0" y="605"/>
                    <a:pt x="0" y="747"/>
                  </a:cubicBezTo>
                  <a:cubicBezTo>
                    <a:pt x="0" y="890"/>
                    <a:pt x="107" y="996"/>
                    <a:pt x="249" y="996"/>
                  </a:cubicBezTo>
                  <a:lnTo>
                    <a:pt x="499" y="996"/>
                  </a:lnTo>
                  <a:lnTo>
                    <a:pt x="499" y="1245"/>
                  </a:lnTo>
                  <a:cubicBezTo>
                    <a:pt x="516" y="1405"/>
                    <a:pt x="641" y="1486"/>
                    <a:pt x="765" y="1486"/>
                  </a:cubicBezTo>
                  <a:cubicBezTo>
                    <a:pt x="890" y="1486"/>
                    <a:pt x="1014" y="1405"/>
                    <a:pt x="1032" y="1245"/>
                  </a:cubicBezTo>
                  <a:lnTo>
                    <a:pt x="1032" y="996"/>
                  </a:lnTo>
                  <a:lnTo>
                    <a:pt x="1317" y="996"/>
                  </a:lnTo>
                  <a:cubicBezTo>
                    <a:pt x="1459" y="996"/>
                    <a:pt x="1566" y="890"/>
                    <a:pt x="1566" y="747"/>
                  </a:cubicBezTo>
                  <a:cubicBezTo>
                    <a:pt x="1566" y="605"/>
                    <a:pt x="1459" y="463"/>
                    <a:pt x="1317" y="463"/>
                  </a:cubicBezTo>
                  <a:lnTo>
                    <a:pt x="1032" y="463"/>
                  </a:lnTo>
                  <a:lnTo>
                    <a:pt x="1032" y="214"/>
                  </a:lnTo>
                  <a:cubicBezTo>
                    <a:pt x="1050" y="71"/>
                    <a:pt x="908" y="0"/>
                    <a:pt x="7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4057206" y="2455107"/>
              <a:ext cx="25122" cy="58310"/>
            </a:xfrm>
            <a:custGeom>
              <a:rect b="b" l="l" r="r" t="t"/>
              <a:pathLst>
                <a:path extrusionOk="0" h="2892" w="1246">
                  <a:moveTo>
                    <a:pt x="943" y="0"/>
                  </a:moveTo>
                  <a:cubicBezTo>
                    <a:pt x="872" y="0"/>
                    <a:pt x="801" y="27"/>
                    <a:pt x="747" y="80"/>
                  </a:cubicBezTo>
                  <a:cubicBezTo>
                    <a:pt x="0" y="827"/>
                    <a:pt x="0" y="2037"/>
                    <a:pt x="747" y="2820"/>
                  </a:cubicBezTo>
                  <a:cubicBezTo>
                    <a:pt x="818" y="2855"/>
                    <a:pt x="890" y="2891"/>
                    <a:pt x="961" y="2891"/>
                  </a:cubicBezTo>
                  <a:cubicBezTo>
                    <a:pt x="996" y="2891"/>
                    <a:pt x="1068" y="2855"/>
                    <a:pt x="1139" y="2820"/>
                  </a:cubicBezTo>
                  <a:cubicBezTo>
                    <a:pt x="1210" y="2713"/>
                    <a:pt x="1210" y="2535"/>
                    <a:pt x="1139" y="2428"/>
                  </a:cubicBezTo>
                  <a:cubicBezTo>
                    <a:pt x="569" y="1895"/>
                    <a:pt x="569" y="1005"/>
                    <a:pt x="1139" y="436"/>
                  </a:cubicBezTo>
                  <a:cubicBezTo>
                    <a:pt x="1245" y="329"/>
                    <a:pt x="1245" y="187"/>
                    <a:pt x="1139" y="80"/>
                  </a:cubicBezTo>
                  <a:cubicBezTo>
                    <a:pt x="1085" y="27"/>
                    <a:pt x="1014" y="0"/>
                    <a:pt x="9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4189916" y="2455107"/>
              <a:ext cx="24417" cy="58471"/>
            </a:xfrm>
            <a:custGeom>
              <a:rect b="b" l="l" r="r" t="t"/>
              <a:pathLst>
                <a:path extrusionOk="0" h="2900" w="1211">
                  <a:moveTo>
                    <a:pt x="285" y="0"/>
                  </a:moveTo>
                  <a:cubicBezTo>
                    <a:pt x="223" y="0"/>
                    <a:pt x="161" y="27"/>
                    <a:pt x="107" y="80"/>
                  </a:cubicBezTo>
                  <a:cubicBezTo>
                    <a:pt x="1" y="187"/>
                    <a:pt x="1" y="329"/>
                    <a:pt x="107" y="436"/>
                  </a:cubicBezTo>
                  <a:cubicBezTo>
                    <a:pt x="356" y="685"/>
                    <a:pt x="534" y="1076"/>
                    <a:pt x="534" y="1432"/>
                  </a:cubicBezTo>
                  <a:cubicBezTo>
                    <a:pt x="534" y="1824"/>
                    <a:pt x="356" y="2179"/>
                    <a:pt x="107" y="2428"/>
                  </a:cubicBezTo>
                  <a:cubicBezTo>
                    <a:pt x="1" y="2535"/>
                    <a:pt x="1" y="2713"/>
                    <a:pt x="107" y="2820"/>
                  </a:cubicBezTo>
                  <a:cubicBezTo>
                    <a:pt x="161" y="2873"/>
                    <a:pt x="223" y="2900"/>
                    <a:pt x="285" y="2900"/>
                  </a:cubicBezTo>
                  <a:cubicBezTo>
                    <a:pt x="347" y="2900"/>
                    <a:pt x="410" y="2873"/>
                    <a:pt x="463" y="2820"/>
                  </a:cubicBezTo>
                  <a:cubicBezTo>
                    <a:pt x="1210" y="2037"/>
                    <a:pt x="1210" y="827"/>
                    <a:pt x="463" y="80"/>
                  </a:cubicBezTo>
                  <a:cubicBezTo>
                    <a:pt x="410" y="27"/>
                    <a:pt x="347"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4043576" y="2556424"/>
              <a:ext cx="38752" cy="10787"/>
            </a:xfrm>
            <a:custGeom>
              <a:rect b="b" l="l" r="r" t="t"/>
              <a:pathLst>
                <a:path extrusionOk="0" h="535" w="1922">
                  <a:moveTo>
                    <a:pt x="249" y="1"/>
                  </a:moveTo>
                  <a:cubicBezTo>
                    <a:pt x="107" y="1"/>
                    <a:pt x="0" y="108"/>
                    <a:pt x="0" y="250"/>
                  </a:cubicBezTo>
                  <a:cubicBezTo>
                    <a:pt x="0" y="392"/>
                    <a:pt x="107" y="535"/>
                    <a:pt x="249" y="535"/>
                  </a:cubicBezTo>
                  <a:lnTo>
                    <a:pt x="1637" y="535"/>
                  </a:lnTo>
                  <a:cubicBezTo>
                    <a:pt x="1779" y="535"/>
                    <a:pt x="1921" y="392"/>
                    <a:pt x="1921" y="250"/>
                  </a:cubicBezTo>
                  <a:cubicBezTo>
                    <a:pt x="1921" y="108"/>
                    <a:pt x="1779" y="1"/>
                    <a:pt x="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4096664" y="2556424"/>
              <a:ext cx="81073" cy="10787"/>
            </a:xfrm>
            <a:custGeom>
              <a:rect b="b" l="l" r="r" t="t"/>
              <a:pathLst>
                <a:path extrusionOk="0" h="535" w="4021">
                  <a:moveTo>
                    <a:pt x="285" y="1"/>
                  </a:moveTo>
                  <a:cubicBezTo>
                    <a:pt x="142" y="1"/>
                    <a:pt x="0" y="108"/>
                    <a:pt x="36" y="250"/>
                  </a:cubicBezTo>
                  <a:cubicBezTo>
                    <a:pt x="0" y="392"/>
                    <a:pt x="142" y="535"/>
                    <a:pt x="285" y="535"/>
                  </a:cubicBezTo>
                  <a:lnTo>
                    <a:pt x="3772" y="535"/>
                  </a:lnTo>
                  <a:cubicBezTo>
                    <a:pt x="3914" y="535"/>
                    <a:pt x="4021" y="392"/>
                    <a:pt x="4021" y="250"/>
                  </a:cubicBezTo>
                  <a:cubicBezTo>
                    <a:pt x="4021" y="108"/>
                    <a:pt x="3914" y="1"/>
                    <a:pt x="3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4043012" y="2584369"/>
              <a:ext cx="40023" cy="10847"/>
            </a:xfrm>
            <a:custGeom>
              <a:rect b="b" l="l" r="r" t="t"/>
              <a:pathLst>
                <a:path extrusionOk="0" h="538" w="1985">
                  <a:moveTo>
                    <a:pt x="253" y="1"/>
                  </a:moveTo>
                  <a:cubicBezTo>
                    <a:pt x="0" y="1"/>
                    <a:pt x="0" y="538"/>
                    <a:pt x="253" y="538"/>
                  </a:cubicBezTo>
                  <a:cubicBezTo>
                    <a:pt x="261" y="538"/>
                    <a:pt x="269" y="537"/>
                    <a:pt x="277" y="536"/>
                  </a:cubicBezTo>
                  <a:lnTo>
                    <a:pt x="1665" y="536"/>
                  </a:lnTo>
                  <a:cubicBezTo>
                    <a:pt x="1985" y="501"/>
                    <a:pt x="1985" y="38"/>
                    <a:pt x="1665" y="3"/>
                  </a:cubicBezTo>
                  <a:lnTo>
                    <a:pt x="277" y="3"/>
                  </a:lnTo>
                  <a:cubicBezTo>
                    <a:pt x="269" y="1"/>
                    <a:pt x="261"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4095938" y="2584369"/>
              <a:ext cx="82364" cy="10847"/>
            </a:xfrm>
            <a:custGeom>
              <a:rect b="b" l="l" r="r" t="t"/>
              <a:pathLst>
                <a:path extrusionOk="0" h="538" w="4085">
                  <a:moveTo>
                    <a:pt x="3831" y="1"/>
                  </a:moveTo>
                  <a:cubicBezTo>
                    <a:pt x="3824" y="1"/>
                    <a:pt x="3816" y="1"/>
                    <a:pt x="3808" y="3"/>
                  </a:cubicBezTo>
                  <a:lnTo>
                    <a:pt x="321" y="3"/>
                  </a:lnTo>
                  <a:cubicBezTo>
                    <a:pt x="0" y="38"/>
                    <a:pt x="0" y="501"/>
                    <a:pt x="321" y="536"/>
                  </a:cubicBezTo>
                  <a:lnTo>
                    <a:pt x="3808" y="536"/>
                  </a:lnTo>
                  <a:cubicBezTo>
                    <a:pt x="3816" y="537"/>
                    <a:pt x="3824" y="538"/>
                    <a:pt x="3831" y="538"/>
                  </a:cubicBezTo>
                  <a:cubicBezTo>
                    <a:pt x="4084" y="538"/>
                    <a:pt x="4084" y="1"/>
                    <a:pt x="3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72"/>
          <p:cNvGrpSpPr/>
          <p:nvPr/>
        </p:nvGrpSpPr>
        <p:grpSpPr>
          <a:xfrm>
            <a:off x="4032084" y="1859850"/>
            <a:ext cx="208077" cy="357985"/>
            <a:chOff x="4032084" y="1859850"/>
            <a:chExt cx="208077" cy="357985"/>
          </a:xfrm>
        </p:grpSpPr>
        <p:sp>
          <p:nvSpPr>
            <p:cNvPr id="2785" name="Google Shape;2785;p72"/>
            <p:cNvSpPr/>
            <p:nvPr/>
          </p:nvSpPr>
          <p:spPr>
            <a:xfrm>
              <a:off x="4037104" y="1864870"/>
              <a:ext cx="198036" cy="347239"/>
            </a:xfrm>
            <a:custGeom>
              <a:rect b="b" l="l" r="r" t="t"/>
              <a:pathLst>
                <a:path extrusionOk="0" h="17222" w="9822">
                  <a:moveTo>
                    <a:pt x="712" y="0"/>
                  </a:moveTo>
                  <a:cubicBezTo>
                    <a:pt x="321" y="0"/>
                    <a:pt x="1" y="320"/>
                    <a:pt x="1" y="712"/>
                  </a:cubicBezTo>
                  <a:lnTo>
                    <a:pt x="1" y="16510"/>
                  </a:lnTo>
                  <a:cubicBezTo>
                    <a:pt x="1" y="16901"/>
                    <a:pt x="321" y="17221"/>
                    <a:pt x="712" y="17221"/>
                  </a:cubicBezTo>
                  <a:lnTo>
                    <a:pt x="9110" y="17221"/>
                  </a:lnTo>
                  <a:cubicBezTo>
                    <a:pt x="9501" y="17221"/>
                    <a:pt x="9821" y="16901"/>
                    <a:pt x="9821" y="16545"/>
                  </a:cubicBezTo>
                  <a:lnTo>
                    <a:pt x="9821" y="712"/>
                  </a:lnTo>
                  <a:cubicBezTo>
                    <a:pt x="9821" y="320"/>
                    <a:pt x="9501" y="0"/>
                    <a:pt x="9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4037104" y="1897150"/>
              <a:ext cx="197310" cy="282658"/>
            </a:xfrm>
            <a:custGeom>
              <a:rect b="b" l="l" r="r" t="t"/>
              <a:pathLst>
                <a:path extrusionOk="0" h="14019" w="9786">
                  <a:moveTo>
                    <a:pt x="1" y="0"/>
                  </a:moveTo>
                  <a:lnTo>
                    <a:pt x="1" y="14019"/>
                  </a:lnTo>
                  <a:lnTo>
                    <a:pt x="9786" y="14019"/>
                  </a:lnTo>
                  <a:lnTo>
                    <a:pt x="97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4088055" y="1922252"/>
              <a:ext cx="96135" cy="96155"/>
            </a:xfrm>
            <a:custGeom>
              <a:rect b="b" l="l" r="r" t="t"/>
              <a:pathLst>
                <a:path extrusionOk="0" h="4769" w="4768">
                  <a:moveTo>
                    <a:pt x="712" y="1"/>
                  </a:moveTo>
                  <a:cubicBezTo>
                    <a:pt x="320" y="1"/>
                    <a:pt x="0" y="321"/>
                    <a:pt x="0" y="677"/>
                  </a:cubicBezTo>
                  <a:lnTo>
                    <a:pt x="0" y="4057"/>
                  </a:lnTo>
                  <a:cubicBezTo>
                    <a:pt x="0" y="4448"/>
                    <a:pt x="320" y="4768"/>
                    <a:pt x="712" y="4768"/>
                  </a:cubicBezTo>
                  <a:lnTo>
                    <a:pt x="4056" y="4768"/>
                  </a:lnTo>
                  <a:cubicBezTo>
                    <a:pt x="4448" y="4768"/>
                    <a:pt x="4768" y="4448"/>
                    <a:pt x="4768" y="4057"/>
                  </a:cubicBezTo>
                  <a:lnTo>
                    <a:pt x="4768" y="677"/>
                  </a:lnTo>
                  <a:cubicBezTo>
                    <a:pt x="4768" y="321"/>
                    <a:pt x="4448" y="1"/>
                    <a:pt x="4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4032084" y="1859850"/>
              <a:ext cx="208077" cy="267718"/>
            </a:xfrm>
            <a:custGeom>
              <a:rect b="b" l="l" r="r" t="t"/>
              <a:pathLst>
                <a:path extrusionOk="0" h="13278" w="10320">
                  <a:moveTo>
                    <a:pt x="9394" y="498"/>
                  </a:moveTo>
                  <a:cubicBezTo>
                    <a:pt x="9608" y="498"/>
                    <a:pt x="9821" y="712"/>
                    <a:pt x="9821" y="961"/>
                  </a:cubicBezTo>
                  <a:lnTo>
                    <a:pt x="9821" y="1601"/>
                  </a:lnTo>
                  <a:lnTo>
                    <a:pt x="534" y="1601"/>
                  </a:lnTo>
                  <a:lnTo>
                    <a:pt x="534" y="961"/>
                  </a:lnTo>
                  <a:cubicBezTo>
                    <a:pt x="534" y="712"/>
                    <a:pt x="712" y="498"/>
                    <a:pt x="961" y="498"/>
                  </a:cubicBezTo>
                  <a:close/>
                  <a:moveTo>
                    <a:pt x="961" y="0"/>
                  </a:moveTo>
                  <a:cubicBezTo>
                    <a:pt x="428" y="0"/>
                    <a:pt x="1" y="427"/>
                    <a:pt x="1" y="961"/>
                  </a:cubicBezTo>
                  <a:lnTo>
                    <a:pt x="1" y="13023"/>
                  </a:lnTo>
                  <a:cubicBezTo>
                    <a:pt x="1" y="13150"/>
                    <a:pt x="86" y="13277"/>
                    <a:pt x="206" y="13277"/>
                  </a:cubicBezTo>
                  <a:cubicBezTo>
                    <a:pt x="220" y="13277"/>
                    <a:pt x="235" y="13275"/>
                    <a:pt x="250" y="13272"/>
                  </a:cubicBezTo>
                  <a:cubicBezTo>
                    <a:pt x="265" y="13275"/>
                    <a:pt x="280" y="13277"/>
                    <a:pt x="295" y="13277"/>
                  </a:cubicBezTo>
                  <a:cubicBezTo>
                    <a:pt x="421" y="13277"/>
                    <a:pt x="534" y="13150"/>
                    <a:pt x="534" y="13023"/>
                  </a:cubicBezTo>
                  <a:lnTo>
                    <a:pt x="534" y="2135"/>
                  </a:lnTo>
                  <a:lnTo>
                    <a:pt x="9786" y="2135"/>
                  </a:lnTo>
                  <a:lnTo>
                    <a:pt x="9786" y="4839"/>
                  </a:lnTo>
                  <a:cubicBezTo>
                    <a:pt x="9803" y="4999"/>
                    <a:pt x="9928" y="5079"/>
                    <a:pt x="10052" y="5079"/>
                  </a:cubicBezTo>
                  <a:cubicBezTo>
                    <a:pt x="10177" y="5079"/>
                    <a:pt x="10301" y="4999"/>
                    <a:pt x="10319" y="4839"/>
                  </a:cubicBezTo>
                  <a:lnTo>
                    <a:pt x="10319" y="961"/>
                  </a:lnTo>
                  <a:cubicBezTo>
                    <a:pt x="10319" y="427"/>
                    <a:pt x="9892" y="0"/>
                    <a:pt x="9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4032084" y="1976772"/>
              <a:ext cx="208077" cy="241063"/>
            </a:xfrm>
            <a:custGeom>
              <a:rect b="b" l="l" r="r" t="t"/>
              <a:pathLst>
                <a:path extrusionOk="0" h="11956" w="10320">
                  <a:moveTo>
                    <a:pt x="9786" y="10319"/>
                  </a:moveTo>
                  <a:lnTo>
                    <a:pt x="9786" y="10960"/>
                  </a:lnTo>
                  <a:cubicBezTo>
                    <a:pt x="9786" y="11209"/>
                    <a:pt x="9608" y="11422"/>
                    <a:pt x="9359" y="11422"/>
                  </a:cubicBezTo>
                  <a:lnTo>
                    <a:pt x="961" y="11422"/>
                  </a:lnTo>
                  <a:cubicBezTo>
                    <a:pt x="712" y="11422"/>
                    <a:pt x="499" y="11209"/>
                    <a:pt x="499" y="10960"/>
                  </a:cubicBezTo>
                  <a:lnTo>
                    <a:pt x="499" y="10319"/>
                  </a:lnTo>
                  <a:close/>
                  <a:moveTo>
                    <a:pt x="10070" y="1"/>
                  </a:moveTo>
                  <a:cubicBezTo>
                    <a:pt x="9892" y="1"/>
                    <a:pt x="9786" y="107"/>
                    <a:pt x="9786" y="250"/>
                  </a:cubicBezTo>
                  <a:lnTo>
                    <a:pt x="9786" y="9785"/>
                  </a:lnTo>
                  <a:lnTo>
                    <a:pt x="534" y="9785"/>
                  </a:lnTo>
                  <a:lnTo>
                    <a:pt x="534" y="8469"/>
                  </a:lnTo>
                  <a:cubicBezTo>
                    <a:pt x="534" y="8327"/>
                    <a:pt x="392" y="8220"/>
                    <a:pt x="250" y="8220"/>
                  </a:cubicBezTo>
                  <a:cubicBezTo>
                    <a:pt x="108" y="8220"/>
                    <a:pt x="1" y="8327"/>
                    <a:pt x="1" y="8469"/>
                  </a:cubicBezTo>
                  <a:lnTo>
                    <a:pt x="1" y="10995"/>
                  </a:lnTo>
                  <a:cubicBezTo>
                    <a:pt x="1" y="11529"/>
                    <a:pt x="428" y="11956"/>
                    <a:pt x="961" y="11956"/>
                  </a:cubicBezTo>
                  <a:lnTo>
                    <a:pt x="9359" y="11956"/>
                  </a:lnTo>
                  <a:cubicBezTo>
                    <a:pt x="9892" y="11956"/>
                    <a:pt x="10319" y="11529"/>
                    <a:pt x="10319" y="10995"/>
                  </a:cubicBezTo>
                  <a:lnTo>
                    <a:pt x="10319" y="250"/>
                  </a:lnTo>
                  <a:cubicBezTo>
                    <a:pt x="10319" y="107"/>
                    <a:pt x="10212" y="1"/>
                    <a:pt x="10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4083034" y="1917232"/>
              <a:ext cx="106176" cy="106196"/>
            </a:xfrm>
            <a:custGeom>
              <a:rect b="b" l="l" r="r" t="t"/>
              <a:pathLst>
                <a:path extrusionOk="0" h="5267" w="5266">
                  <a:moveTo>
                    <a:pt x="4305" y="499"/>
                  </a:moveTo>
                  <a:cubicBezTo>
                    <a:pt x="4554" y="499"/>
                    <a:pt x="4768" y="676"/>
                    <a:pt x="4768" y="926"/>
                  </a:cubicBezTo>
                  <a:lnTo>
                    <a:pt x="4768" y="4306"/>
                  </a:lnTo>
                  <a:cubicBezTo>
                    <a:pt x="4768" y="4555"/>
                    <a:pt x="4554" y="4768"/>
                    <a:pt x="4305" y="4768"/>
                  </a:cubicBezTo>
                  <a:lnTo>
                    <a:pt x="961" y="4768"/>
                  </a:lnTo>
                  <a:cubicBezTo>
                    <a:pt x="712" y="4768"/>
                    <a:pt x="498" y="4555"/>
                    <a:pt x="498" y="4306"/>
                  </a:cubicBezTo>
                  <a:lnTo>
                    <a:pt x="498" y="926"/>
                  </a:lnTo>
                  <a:cubicBezTo>
                    <a:pt x="498" y="676"/>
                    <a:pt x="712" y="499"/>
                    <a:pt x="961" y="499"/>
                  </a:cubicBezTo>
                  <a:close/>
                  <a:moveTo>
                    <a:pt x="961" y="0"/>
                  </a:moveTo>
                  <a:cubicBezTo>
                    <a:pt x="427" y="0"/>
                    <a:pt x="0" y="427"/>
                    <a:pt x="0" y="926"/>
                  </a:cubicBezTo>
                  <a:lnTo>
                    <a:pt x="0" y="4306"/>
                  </a:lnTo>
                  <a:cubicBezTo>
                    <a:pt x="0" y="4839"/>
                    <a:pt x="427" y="5266"/>
                    <a:pt x="961" y="5266"/>
                  </a:cubicBezTo>
                  <a:lnTo>
                    <a:pt x="4305" y="5266"/>
                  </a:lnTo>
                  <a:cubicBezTo>
                    <a:pt x="4839" y="5266"/>
                    <a:pt x="5266" y="4839"/>
                    <a:pt x="5266" y="4306"/>
                  </a:cubicBezTo>
                  <a:lnTo>
                    <a:pt x="5266" y="926"/>
                  </a:lnTo>
                  <a:cubicBezTo>
                    <a:pt x="5266" y="427"/>
                    <a:pt x="4839" y="0"/>
                    <a:pt x="43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4100959" y="1946649"/>
              <a:ext cx="69601" cy="46132"/>
            </a:xfrm>
            <a:custGeom>
              <a:rect b="b" l="l" r="r" t="t"/>
              <a:pathLst>
                <a:path extrusionOk="0" h="2288" w="3452">
                  <a:moveTo>
                    <a:pt x="1673" y="0"/>
                  </a:moveTo>
                  <a:cubicBezTo>
                    <a:pt x="1566" y="0"/>
                    <a:pt x="1495" y="71"/>
                    <a:pt x="1424" y="178"/>
                  </a:cubicBezTo>
                  <a:lnTo>
                    <a:pt x="819" y="1495"/>
                  </a:lnTo>
                  <a:lnTo>
                    <a:pt x="534" y="997"/>
                  </a:lnTo>
                  <a:cubicBezTo>
                    <a:pt x="488" y="928"/>
                    <a:pt x="398" y="888"/>
                    <a:pt x="311" y="888"/>
                  </a:cubicBezTo>
                  <a:cubicBezTo>
                    <a:pt x="263" y="888"/>
                    <a:pt x="216" y="900"/>
                    <a:pt x="178" y="925"/>
                  </a:cubicBezTo>
                  <a:cubicBezTo>
                    <a:pt x="36" y="997"/>
                    <a:pt x="1" y="1174"/>
                    <a:pt x="72" y="1281"/>
                  </a:cubicBezTo>
                  <a:lnTo>
                    <a:pt x="641" y="2171"/>
                  </a:lnTo>
                  <a:cubicBezTo>
                    <a:pt x="689" y="2251"/>
                    <a:pt x="766" y="2288"/>
                    <a:pt x="846" y="2288"/>
                  </a:cubicBezTo>
                  <a:cubicBezTo>
                    <a:pt x="943" y="2288"/>
                    <a:pt x="1045" y="2233"/>
                    <a:pt x="1104" y="2135"/>
                  </a:cubicBezTo>
                  <a:lnTo>
                    <a:pt x="1815" y="498"/>
                  </a:lnTo>
                  <a:lnTo>
                    <a:pt x="3167" y="498"/>
                  </a:lnTo>
                  <a:cubicBezTo>
                    <a:pt x="3182" y="502"/>
                    <a:pt x="3197" y="504"/>
                    <a:pt x="3211" y="504"/>
                  </a:cubicBezTo>
                  <a:cubicBezTo>
                    <a:pt x="3331" y="504"/>
                    <a:pt x="3416" y="377"/>
                    <a:pt x="3416" y="249"/>
                  </a:cubicBezTo>
                  <a:lnTo>
                    <a:pt x="3452" y="285"/>
                  </a:lnTo>
                  <a:cubicBezTo>
                    <a:pt x="3452" y="143"/>
                    <a:pt x="3310" y="0"/>
                    <a:pt x="3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4141143" y="1964392"/>
              <a:ext cx="31151" cy="29094"/>
            </a:xfrm>
            <a:custGeom>
              <a:rect b="b" l="l" r="r" t="t"/>
              <a:pathLst>
                <a:path extrusionOk="0" h="1443" w="1545">
                  <a:moveTo>
                    <a:pt x="271" y="1"/>
                  </a:moveTo>
                  <a:cubicBezTo>
                    <a:pt x="205" y="1"/>
                    <a:pt x="142" y="28"/>
                    <a:pt x="107" y="81"/>
                  </a:cubicBezTo>
                  <a:cubicBezTo>
                    <a:pt x="0" y="188"/>
                    <a:pt x="0" y="366"/>
                    <a:pt x="107" y="437"/>
                  </a:cubicBezTo>
                  <a:lnTo>
                    <a:pt x="356" y="721"/>
                  </a:lnTo>
                  <a:lnTo>
                    <a:pt x="107" y="1006"/>
                  </a:lnTo>
                  <a:cubicBezTo>
                    <a:pt x="0" y="1077"/>
                    <a:pt x="0" y="1255"/>
                    <a:pt x="107" y="1362"/>
                  </a:cubicBezTo>
                  <a:cubicBezTo>
                    <a:pt x="142" y="1415"/>
                    <a:pt x="205" y="1442"/>
                    <a:pt x="271" y="1442"/>
                  </a:cubicBezTo>
                  <a:cubicBezTo>
                    <a:pt x="338" y="1442"/>
                    <a:pt x="409" y="1415"/>
                    <a:pt x="463" y="1362"/>
                  </a:cubicBezTo>
                  <a:lnTo>
                    <a:pt x="747" y="1077"/>
                  </a:lnTo>
                  <a:lnTo>
                    <a:pt x="996" y="1362"/>
                  </a:lnTo>
                  <a:cubicBezTo>
                    <a:pt x="1053" y="1419"/>
                    <a:pt x="1115" y="1442"/>
                    <a:pt x="1175" y="1442"/>
                  </a:cubicBezTo>
                  <a:cubicBezTo>
                    <a:pt x="1376" y="1442"/>
                    <a:pt x="1545" y="1171"/>
                    <a:pt x="1352" y="1006"/>
                  </a:cubicBezTo>
                  <a:lnTo>
                    <a:pt x="1103" y="721"/>
                  </a:lnTo>
                  <a:lnTo>
                    <a:pt x="1352" y="437"/>
                  </a:lnTo>
                  <a:cubicBezTo>
                    <a:pt x="1459" y="366"/>
                    <a:pt x="1459" y="188"/>
                    <a:pt x="1352" y="81"/>
                  </a:cubicBezTo>
                  <a:cubicBezTo>
                    <a:pt x="1317" y="28"/>
                    <a:pt x="1254" y="1"/>
                    <a:pt x="1188" y="1"/>
                  </a:cubicBezTo>
                  <a:cubicBezTo>
                    <a:pt x="1121" y="1"/>
                    <a:pt x="1050" y="28"/>
                    <a:pt x="996" y="81"/>
                  </a:cubicBezTo>
                  <a:lnTo>
                    <a:pt x="747" y="366"/>
                  </a:lnTo>
                  <a:lnTo>
                    <a:pt x="463" y="81"/>
                  </a:lnTo>
                  <a:cubicBezTo>
                    <a:pt x="409" y="28"/>
                    <a:pt x="338"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4071542" y="2043227"/>
              <a:ext cx="21070" cy="38490"/>
            </a:xfrm>
            <a:custGeom>
              <a:rect b="b" l="l" r="r" t="t"/>
              <a:pathLst>
                <a:path extrusionOk="0" h="1909" w="1045">
                  <a:moveTo>
                    <a:pt x="656" y="0"/>
                  </a:moveTo>
                  <a:cubicBezTo>
                    <a:pt x="591" y="0"/>
                    <a:pt x="523" y="25"/>
                    <a:pt x="463" y="85"/>
                  </a:cubicBezTo>
                  <a:cubicBezTo>
                    <a:pt x="1" y="547"/>
                    <a:pt x="1" y="1330"/>
                    <a:pt x="463" y="1828"/>
                  </a:cubicBezTo>
                  <a:cubicBezTo>
                    <a:pt x="517" y="1882"/>
                    <a:pt x="588" y="1908"/>
                    <a:pt x="659" y="1908"/>
                  </a:cubicBezTo>
                  <a:cubicBezTo>
                    <a:pt x="730" y="1908"/>
                    <a:pt x="801" y="1882"/>
                    <a:pt x="855" y="1828"/>
                  </a:cubicBezTo>
                  <a:cubicBezTo>
                    <a:pt x="926" y="1722"/>
                    <a:pt x="926" y="1544"/>
                    <a:pt x="855" y="1472"/>
                  </a:cubicBezTo>
                  <a:cubicBezTo>
                    <a:pt x="570" y="1188"/>
                    <a:pt x="570" y="725"/>
                    <a:pt x="855" y="441"/>
                  </a:cubicBezTo>
                  <a:cubicBezTo>
                    <a:pt x="1044" y="251"/>
                    <a:pt x="863" y="0"/>
                    <a:pt x="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4125114" y="2043227"/>
              <a:ext cx="21070" cy="38490"/>
            </a:xfrm>
            <a:custGeom>
              <a:rect b="b" l="l" r="r" t="t"/>
              <a:pathLst>
                <a:path extrusionOk="0" h="1909" w="1045">
                  <a:moveTo>
                    <a:pt x="358" y="0"/>
                  </a:moveTo>
                  <a:cubicBezTo>
                    <a:pt x="161" y="0"/>
                    <a:pt x="1" y="251"/>
                    <a:pt x="190" y="441"/>
                  </a:cubicBezTo>
                  <a:cubicBezTo>
                    <a:pt x="475" y="725"/>
                    <a:pt x="475" y="1188"/>
                    <a:pt x="190" y="1472"/>
                  </a:cubicBezTo>
                  <a:cubicBezTo>
                    <a:pt x="83" y="1544"/>
                    <a:pt x="83" y="1722"/>
                    <a:pt x="190" y="1828"/>
                  </a:cubicBezTo>
                  <a:cubicBezTo>
                    <a:pt x="244" y="1882"/>
                    <a:pt x="306" y="1908"/>
                    <a:pt x="368" y="1908"/>
                  </a:cubicBezTo>
                  <a:cubicBezTo>
                    <a:pt x="430" y="1908"/>
                    <a:pt x="493" y="1882"/>
                    <a:pt x="546" y="1828"/>
                  </a:cubicBezTo>
                  <a:cubicBezTo>
                    <a:pt x="1044" y="1330"/>
                    <a:pt x="1044" y="547"/>
                    <a:pt x="546" y="85"/>
                  </a:cubicBezTo>
                  <a:cubicBezTo>
                    <a:pt x="486" y="25"/>
                    <a:pt x="420" y="0"/>
                    <a:pt x="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4095213" y="2049760"/>
              <a:ext cx="26574" cy="25506"/>
            </a:xfrm>
            <a:custGeom>
              <a:rect b="b" l="l" r="r" t="t"/>
              <a:pathLst>
                <a:path extrusionOk="0" h="1265" w="1318">
                  <a:moveTo>
                    <a:pt x="303" y="1"/>
                  </a:moveTo>
                  <a:cubicBezTo>
                    <a:pt x="232" y="1"/>
                    <a:pt x="161" y="28"/>
                    <a:pt x="108" y="81"/>
                  </a:cubicBezTo>
                  <a:cubicBezTo>
                    <a:pt x="1" y="188"/>
                    <a:pt x="1" y="330"/>
                    <a:pt x="108" y="437"/>
                  </a:cubicBezTo>
                  <a:lnTo>
                    <a:pt x="286" y="615"/>
                  </a:lnTo>
                  <a:lnTo>
                    <a:pt x="108" y="828"/>
                  </a:lnTo>
                  <a:cubicBezTo>
                    <a:pt x="1" y="899"/>
                    <a:pt x="1" y="1077"/>
                    <a:pt x="108" y="1184"/>
                  </a:cubicBezTo>
                  <a:cubicBezTo>
                    <a:pt x="143" y="1220"/>
                    <a:pt x="214" y="1255"/>
                    <a:pt x="286" y="1255"/>
                  </a:cubicBezTo>
                  <a:cubicBezTo>
                    <a:pt x="357" y="1255"/>
                    <a:pt x="428" y="1220"/>
                    <a:pt x="499" y="1184"/>
                  </a:cubicBezTo>
                  <a:lnTo>
                    <a:pt x="677" y="1006"/>
                  </a:lnTo>
                  <a:lnTo>
                    <a:pt x="855" y="1184"/>
                  </a:lnTo>
                  <a:cubicBezTo>
                    <a:pt x="908" y="1237"/>
                    <a:pt x="970" y="1264"/>
                    <a:pt x="1033" y="1264"/>
                  </a:cubicBezTo>
                  <a:cubicBezTo>
                    <a:pt x="1095" y="1264"/>
                    <a:pt x="1157" y="1237"/>
                    <a:pt x="1211" y="1184"/>
                  </a:cubicBezTo>
                  <a:cubicBezTo>
                    <a:pt x="1317" y="1077"/>
                    <a:pt x="1317" y="899"/>
                    <a:pt x="1211" y="828"/>
                  </a:cubicBezTo>
                  <a:lnTo>
                    <a:pt x="1033" y="615"/>
                  </a:lnTo>
                  <a:lnTo>
                    <a:pt x="1211" y="437"/>
                  </a:lnTo>
                  <a:cubicBezTo>
                    <a:pt x="1317" y="330"/>
                    <a:pt x="1317" y="188"/>
                    <a:pt x="1211" y="81"/>
                  </a:cubicBezTo>
                  <a:cubicBezTo>
                    <a:pt x="1157" y="28"/>
                    <a:pt x="1095" y="1"/>
                    <a:pt x="1033" y="1"/>
                  </a:cubicBezTo>
                  <a:cubicBezTo>
                    <a:pt x="970" y="1"/>
                    <a:pt x="908" y="28"/>
                    <a:pt x="855" y="81"/>
                  </a:cubicBezTo>
                  <a:lnTo>
                    <a:pt x="677" y="259"/>
                  </a:lnTo>
                  <a:lnTo>
                    <a:pt x="499" y="81"/>
                  </a:lnTo>
                  <a:cubicBezTo>
                    <a:pt x="446" y="28"/>
                    <a:pt x="374" y="1"/>
                    <a:pt x="3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4187416" y="2047260"/>
              <a:ext cx="11493" cy="29961"/>
            </a:xfrm>
            <a:custGeom>
              <a:rect b="b" l="l" r="r" t="t"/>
              <a:pathLst>
                <a:path extrusionOk="0" h="1486" w="570">
                  <a:moveTo>
                    <a:pt x="285" y="0"/>
                  </a:moveTo>
                  <a:cubicBezTo>
                    <a:pt x="142" y="0"/>
                    <a:pt x="0" y="81"/>
                    <a:pt x="18" y="241"/>
                  </a:cubicBezTo>
                  <a:lnTo>
                    <a:pt x="18" y="1272"/>
                  </a:lnTo>
                  <a:cubicBezTo>
                    <a:pt x="0" y="1415"/>
                    <a:pt x="142" y="1486"/>
                    <a:pt x="285" y="1486"/>
                  </a:cubicBezTo>
                  <a:cubicBezTo>
                    <a:pt x="427" y="1486"/>
                    <a:pt x="569" y="1415"/>
                    <a:pt x="552" y="1272"/>
                  </a:cubicBezTo>
                  <a:lnTo>
                    <a:pt x="552" y="241"/>
                  </a:lnTo>
                  <a:cubicBezTo>
                    <a:pt x="569" y="81"/>
                    <a:pt x="427"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4154047" y="2047804"/>
              <a:ext cx="21534" cy="10767"/>
            </a:xfrm>
            <a:custGeom>
              <a:rect b="b" l="l" r="r" t="t"/>
              <a:pathLst>
                <a:path extrusionOk="0" h="534" w="1068">
                  <a:moveTo>
                    <a:pt x="250" y="0"/>
                  </a:moveTo>
                  <a:cubicBezTo>
                    <a:pt x="107" y="0"/>
                    <a:pt x="1" y="142"/>
                    <a:pt x="1" y="285"/>
                  </a:cubicBezTo>
                  <a:cubicBezTo>
                    <a:pt x="1" y="427"/>
                    <a:pt x="107" y="534"/>
                    <a:pt x="250" y="534"/>
                  </a:cubicBezTo>
                  <a:lnTo>
                    <a:pt x="819" y="534"/>
                  </a:lnTo>
                  <a:cubicBezTo>
                    <a:pt x="961" y="534"/>
                    <a:pt x="1068" y="427"/>
                    <a:pt x="1068" y="285"/>
                  </a:cubicBezTo>
                  <a:cubicBezTo>
                    <a:pt x="1068" y="142"/>
                    <a:pt x="96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4154047" y="2066455"/>
              <a:ext cx="21534" cy="10061"/>
            </a:xfrm>
            <a:custGeom>
              <a:rect b="b" l="l" r="r" t="t"/>
              <a:pathLst>
                <a:path extrusionOk="0" h="499" w="1068">
                  <a:moveTo>
                    <a:pt x="250" y="0"/>
                  </a:moveTo>
                  <a:cubicBezTo>
                    <a:pt x="107" y="0"/>
                    <a:pt x="1" y="107"/>
                    <a:pt x="1" y="249"/>
                  </a:cubicBezTo>
                  <a:cubicBezTo>
                    <a:pt x="1" y="392"/>
                    <a:pt x="107" y="498"/>
                    <a:pt x="250" y="498"/>
                  </a:cubicBezTo>
                  <a:lnTo>
                    <a:pt x="819" y="498"/>
                  </a:lnTo>
                  <a:cubicBezTo>
                    <a:pt x="961" y="498"/>
                    <a:pt x="1068" y="392"/>
                    <a:pt x="1068" y="249"/>
                  </a:cubicBezTo>
                  <a:cubicBezTo>
                    <a:pt x="1068" y="107"/>
                    <a:pt x="961"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4072268" y="2098735"/>
              <a:ext cx="127709" cy="10787"/>
            </a:xfrm>
            <a:custGeom>
              <a:rect b="b" l="l" r="r" t="t"/>
              <a:pathLst>
                <a:path extrusionOk="0" h="535" w="6334">
                  <a:moveTo>
                    <a:pt x="321" y="0"/>
                  </a:moveTo>
                  <a:cubicBezTo>
                    <a:pt x="0" y="0"/>
                    <a:pt x="0" y="534"/>
                    <a:pt x="321" y="534"/>
                  </a:cubicBezTo>
                  <a:lnTo>
                    <a:pt x="5978" y="534"/>
                  </a:lnTo>
                  <a:cubicBezTo>
                    <a:pt x="6334" y="534"/>
                    <a:pt x="6334" y="0"/>
                    <a:pt x="5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4073155" y="2123091"/>
              <a:ext cx="44882" cy="10122"/>
            </a:xfrm>
            <a:custGeom>
              <a:rect b="b" l="l" r="r" t="t"/>
              <a:pathLst>
                <a:path extrusionOk="0" h="502" w="2226">
                  <a:moveTo>
                    <a:pt x="251" y="1"/>
                  </a:moveTo>
                  <a:cubicBezTo>
                    <a:pt x="0" y="1"/>
                    <a:pt x="0" y="502"/>
                    <a:pt x="251" y="502"/>
                  </a:cubicBezTo>
                  <a:cubicBezTo>
                    <a:pt x="260" y="502"/>
                    <a:pt x="268" y="501"/>
                    <a:pt x="277" y="500"/>
                  </a:cubicBezTo>
                  <a:lnTo>
                    <a:pt x="1949" y="500"/>
                  </a:lnTo>
                  <a:cubicBezTo>
                    <a:pt x="1957" y="501"/>
                    <a:pt x="1966" y="502"/>
                    <a:pt x="1974" y="502"/>
                  </a:cubicBezTo>
                  <a:cubicBezTo>
                    <a:pt x="2225" y="502"/>
                    <a:pt x="2225" y="1"/>
                    <a:pt x="1974" y="1"/>
                  </a:cubicBezTo>
                  <a:cubicBezTo>
                    <a:pt x="1966" y="1"/>
                    <a:pt x="1957" y="1"/>
                    <a:pt x="1949" y="2"/>
                  </a:cubicBezTo>
                  <a:lnTo>
                    <a:pt x="277" y="2"/>
                  </a:lnTo>
                  <a:cubicBezTo>
                    <a:pt x="268" y="1"/>
                    <a:pt x="260" y="1"/>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4154208" y="2123091"/>
              <a:ext cx="44176" cy="10122"/>
            </a:xfrm>
            <a:custGeom>
              <a:rect b="b" l="l" r="r" t="t"/>
              <a:pathLst>
                <a:path extrusionOk="0" h="502" w="2191">
                  <a:moveTo>
                    <a:pt x="252" y="1"/>
                  </a:moveTo>
                  <a:cubicBezTo>
                    <a:pt x="1" y="1"/>
                    <a:pt x="1" y="502"/>
                    <a:pt x="252" y="502"/>
                  </a:cubicBezTo>
                  <a:cubicBezTo>
                    <a:pt x="260" y="502"/>
                    <a:pt x="269" y="501"/>
                    <a:pt x="277" y="500"/>
                  </a:cubicBezTo>
                  <a:lnTo>
                    <a:pt x="1914" y="500"/>
                  </a:lnTo>
                  <a:cubicBezTo>
                    <a:pt x="1923" y="501"/>
                    <a:pt x="1931" y="502"/>
                    <a:pt x="1939" y="502"/>
                  </a:cubicBezTo>
                  <a:cubicBezTo>
                    <a:pt x="2190" y="502"/>
                    <a:pt x="2190" y="1"/>
                    <a:pt x="1939" y="1"/>
                  </a:cubicBezTo>
                  <a:cubicBezTo>
                    <a:pt x="1931" y="1"/>
                    <a:pt x="1923" y="1"/>
                    <a:pt x="1914" y="2"/>
                  </a:cubicBezTo>
                  <a:lnTo>
                    <a:pt x="277" y="2"/>
                  </a:lnTo>
                  <a:cubicBezTo>
                    <a:pt x="269" y="1"/>
                    <a:pt x="26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4072268" y="2145371"/>
              <a:ext cx="46656" cy="10767"/>
            </a:xfrm>
            <a:custGeom>
              <a:rect b="b" l="l" r="r" t="t"/>
              <a:pathLst>
                <a:path extrusionOk="0" h="534" w="2314">
                  <a:moveTo>
                    <a:pt x="321" y="0"/>
                  </a:moveTo>
                  <a:cubicBezTo>
                    <a:pt x="0" y="0"/>
                    <a:pt x="0" y="534"/>
                    <a:pt x="321" y="534"/>
                  </a:cubicBezTo>
                  <a:lnTo>
                    <a:pt x="1993" y="534"/>
                  </a:lnTo>
                  <a:cubicBezTo>
                    <a:pt x="2313" y="534"/>
                    <a:pt x="2313"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4152615" y="2145371"/>
              <a:ext cx="47362" cy="10767"/>
            </a:xfrm>
            <a:custGeom>
              <a:rect b="b" l="l" r="r" t="t"/>
              <a:pathLst>
                <a:path extrusionOk="0" h="534" w="2349">
                  <a:moveTo>
                    <a:pt x="356" y="0"/>
                  </a:moveTo>
                  <a:cubicBezTo>
                    <a:pt x="0" y="0"/>
                    <a:pt x="0" y="534"/>
                    <a:pt x="356" y="534"/>
                  </a:cubicBezTo>
                  <a:lnTo>
                    <a:pt x="1993" y="534"/>
                  </a:lnTo>
                  <a:cubicBezTo>
                    <a:pt x="2349" y="534"/>
                    <a:pt x="2349" y="0"/>
                    <a:pt x="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 name="Google Shape;2804;p72"/>
          <p:cNvGrpSpPr/>
          <p:nvPr/>
        </p:nvGrpSpPr>
        <p:grpSpPr>
          <a:xfrm>
            <a:off x="7538444" y="1867583"/>
            <a:ext cx="222775" cy="357280"/>
            <a:chOff x="7538444" y="1867583"/>
            <a:chExt cx="222775" cy="357280"/>
          </a:xfrm>
        </p:grpSpPr>
        <p:sp>
          <p:nvSpPr>
            <p:cNvPr id="2805" name="Google Shape;2805;p72"/>
            <p:cNvSpPr/>
            <p:nvPr/>
          </p:nvSpPr>
          <p:spPr>
            <a:xfrm>
              <a:off x="7543828" y="1907747"/>
              <a:ext cx="211666" cy="276952"/>
            </a:xfrm>
            <a:custGeom>
              <a:rect b="b" l="l" r="r" t="t"/>
              <a:pathLst>
                <a:path extrusionOk="0" h="13736" w="10498">
                  <a:moveTo>
                    <a:pt x="1" y="1"/>
                  </a:moveTo>
                  <a:lnTo>
                    <a:pt x="1" y="13735"/>
                  </a:lnTo>
                  <a:cubicBezTo>
                    <a:pt x="1" y="12739"/>
                    <a:pt x="2349" y="11956"/>
                    <a:pt x="5267" y="11956"/>
                  </a:cubicBezTo>
                  <a:cubicBezTo>
                    <a:pt x="8149" y="11956"/>
                    <a:pt x="10497" y="12739"/>
                    <a:pt x="10497" y="13735"/>
                  </a:cubicBezTo>
                  <a:lnTo>
                    <a:pt x="10497" y="1"/>
                  </a:lnTo>
                  <a:cubicBezTo>
                    <a:pt x="10497" y="997"/>
                    <a:pt x="8149" y="1780"/>
                    <a:pt x="5267" y="1780"/>
                  </a:cubicBezTo>
                  <a:cubicBezTo>
                    <a:pt x="2349" y="1780"/>
                    <a:pt x="1" y="99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7543828" y="1872604"/>
              <a:ext cx="211666" cy="71053"/>
            </a:xfrm>
            <a:custGeom>
              <a:rect b="b" l="l" r="r" t="t"/>
              <a:pathLst>
                <a:path extrusionOk="0" h="3524" w="10498">
                  <a:moveTo>
                    <a:pt x="5267" y="1"/>
                  </a:moveTo>
                  <a:cubicBezTo>
                    <a:pt x="2349" y="1"/>
                    <a:pt x="1" y="783"/>
                    <a:pt x="1" y="1744"/>
                  </a:cubicBezTo>
                  <a:cubicBezTo>
                    <a:pt x="1" y="2740"/>
                    <a:pt x="2349" y="3523"/>
                    <a:pt x="5267" y="3523"/>
                  </a:cubicBezTo>
                  <a:cubicBezTo>
                    <a:pt x="8149" y="3523"/>
                    <a:pt x="10497" y="2740"/>
                    <a:pt x="10497" y="1744"/>
                  </a:cubicBezTo>
                  <a:cubicBezTo>
                    <a:pt x="10497" y="783"/>
                    <a:pt x="8149" y="1"/>
                    <a:pt x="52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7543828" y="2148810"/>
              <a:ext cx="211666" cy="71032"/>
            </a:xfrm>
            <a:custGeom>
              <a:rect b="b" l="l" r="r" t="t"/>
              <a:pathLst>
                <a:path extrusionOk="0" h="3523" w="10498">
                  <a:moveTo>
                    <a:pt x="5267" y="0"/>
                  </a:moveTo>
                  <a:cubicBezTo>
                    <a:pt x="2349" y="0"/>
                    <a:pt x="1" y="783"/>
                    <a:pt x="1" y="1779"/>
                  </a:cubicBezTo>
                  <a:cubicBezTo>
                    <a:pt x="1" y="2740"/>
                    <a:pt x="2349" y="3523"/>
                    <a:pt x="5267" y="3523"/>
                  </a:cubicBezTo>
                  <a:cubicBezTo>
                    <a:pt x="8149" y="3523"/>
                    <a:pt x="10497" y="2740"/>
                    <a:pt x="10497" y="1779"/>
                  </a:cubicBezTo>
                  <a:cubicBezTo>
                    <a:pt x="10497" y="783"/>
                    <a:pt x="8149" y="0"/>
                    <a:pt x="52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7538444" y="1867583"/>
              <a:ext cx="222775" cy="231566"/>
            </a:xfrm>
            <a:custGeom>
              <a:rect b="b" l="l" r="r" t="t"/>
              <a:pathLst>
                <a:path extrusionOk="0" h="11485" w="11049">
                  <a:moveTo>
                    <a:pt x="5534" y="525"/>
                  </a:moveTo>
                  <a:cubicBezTo>
                    <a:pt x="6752" y="525"/>
                    <a:pt x="7971" y="694"/>
                    <a:pt x="9163" y="1032"/>
                  </a:cubicBezTo>
                  <a:cubicBezTo>
                    <a:pt x="9981" y="1317"/>
                    <a:pt x="10515" y="1673"/>
                    <a:pt x="10515" y="2029"/>
                  </a:cubicBezTo>
                  <a:cubicBezTo>
                    <a:pt x="10515" y="2349"/>
                    <a:pt x="9981" y="2740"/>
                    <a:pt x="9163" y="2989"/>
                  </a:cubicBezTo>
                  <a:cubicBezTo>
                    <a:pt x="8060" y="3309"/>
                    <a:pt x="6921" y="3487"/>
                    <a:pt x="5783" y="3487"/>
                  </a:cubicBezTo>
                  <a:lnTo>
                    <a:pt x="5783" y="3167"/>
                  </a:lnTo>
                  <a:cubicBezTo>
                    <a:pt x="5801" y="3007"/>
                    <a:pt x="5658" y="2927"/>
                    <a:pt x="5520" y="2927"/>
                  </a:cubicBezTo>
                  <a:cubicBezTo>
                    <a:pt x="5383" y="2927"/>
                    <a:pt x="5249" y="3007"/>
                    <a:pt x="5285" y="3167"/>
                  </a:cubicBezTo>
                  <a:lnTo>
                    <a:pt x="5285" y="3487"/>
                  </a:lnTo>
                  <a:cubicBezTo>
                    <a:pt x="4111" y="3487"/>
                    <a:pt x="3008" y="3345"/>
                    <a:pt x="1905" y="2989"/>
                  </a:cubicBezTo>
                  <a:cubicBezTo>
                    <a:pt x="1051" y="2740"/>
                    <a:pt x="552" y="2349"/>
                    <a:pt x="552" y="2029"/>
                  </a:cubicBezTo>
                  <a:cubicBezTo>
                    <a:pt x="552" y="1673"/>
                    <a:pt x="1051" y="1317"/>
                    <a:pt x="1905" y="1032"/>
                  </a:cubicBezTo>
                  <a:cubicBezTo>
                    <a:pt x="3097" y="694"/>
                    <a:pt x="4315" y="525"/>
                    <a:pt x="5534" y="525"/>
                  </a:cubicBezTo>
                  <a:close/>
                  <a:moveTo>
                    <a:pt x="5534" y="0"/>
                  </a:moveTo>
                  <a:cubicBezTo>
                    <a:pt x="2865" y="0"/>
                    <a:pt x="19" y="712"/>
                    <a:pt x="19" y="1993"/>
                  </a:cubicBezTo>
                  <a:lnTo>
                    <a:pt x="19" y="11244"/>
                  </a:lnTo>
                  <a:cubicBezTo>
                    <a:pt x="1" y="11404"/>
                    <a:pt x="143" y="11484"/>
                    <a:pt x="286" y="11484"/>
                  </a:cubicBezTo>
                  <a:cubicBezTo>
                    <a:pt x="428" y="11484"/>
                    <a:pt x="570" y="11404"/>
                    <a:pt x="552" y="11244"/>
                  </a:cubicBezTo>
                  <a:lnTo>
                    <a:pt x="552" y="2883"/>
                  </a:lnTo>
                  <a:cubicBezTo>
                    <a:pt x="1478" y="3630"/>
                    <a:pt x="3541" y="4021"/>
                    <a:pt x="5534" y="4021"/>
                  </a:cubicBezTo>
                  <a:cubicBezTo>
                    <a:pt x="7526" y="4021"/>
                    <a:pt x="9590" y="3630"/>
                    <a:pt x="10515" y="2883"/>
                  </a:cubicBezTo>
                  <a:lnTo>
                    <a:pt x="10515" y="7935"/>
                  </a:lnTo>
                  <a:cubicBezTo>
                    <a:pt x="10515" y="8113"/>
                    <a:pt x="10622" y="8220"/>
                    <a:pt x="10764" y="8220"/>
                  </a:cubicBezTo>
                  <a:cubicBezTo>
                    <a:pt x="10907" y="8220"/>
                    <a:pt x="11049" y="8113"/>
                    <a:pt x="11049" y="7935"/>
                  </a:cubicBezTo>
                  <a:lnTo>
                    <a:pt x="11049" y="1993"/>
                  </a:lnTo>
                  <a:cubicBezTo>
                    <a:pt x="11049" y="712"/>
                    <a:pt x="8202" y="0"/>
                    <a:pt x="55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7538444" y="2046929"/>
              <a:ext cx="222070" cy="177934"/>
            </a:xfrm>
            <a:custGeom>
              <a:rect b="b" l="l" r="r" t="t"/>
              <a:pathLst>
                <a:path extrusionOk="0" h="8825" w="11014">
                  <a:moveTo>
                    <a:pt x="10764" y="1"/>
                  </a:moveTo>
                  <a:lnTo>
                    <a:pt x="10764" y="36"/>
                  </a:lnTo>
                  <a:cubicBezTo>
                    <a:pt x="10749" y="32"/>
                    <a:pt x="10735" y="31"/>
                    <a:pt x="10720" y="31"/>
                  </a:cubicBezTo>
                  <a:cubicBezTo>
                    <a:pt x="10601" y="31"/>
                    <a:pt x="10515" y="158"/>
                    <a:pt x="10515" y="285"/>
                  </a:cubicBezTo>
                  <a:lnTo>
                    <a:pt x="10515" y="5943"/>
                  </a:lnTo>
                  <a:cubicBezTo>
                    <a:pt x="10266" y="5765"/>
                    <a:pt x="10017" y="5587"/>
                    <a:pt x="9732" y="5480"/>
                  </a:cubicBezTo>
                  <a:cubicBezTo>
                    <a:pt x="9709" y="5474"/>
                    <a:pt x="9686" y="5472"/>
                    <a:pt x="9665" y="5472"/>
                  </a:cubicBezTo>
                  <a:cubicBezTo>
                    <a:pt x="9422" y="5472"/>
                    <a:pt x="9293" y="5815"/>
                    <a:pt x="9554" y="5978"/>
                  </a:cubicBezTo>
                  <a:cubicBezTo>
                    <a:pt x="10159" y="6227"/>
                    <a:pt x="10515" y="6512"/>
                    <a:pt x="10515" y="6797"/>
                  </a:cubicBezTo>
                  <a:cubicBezTo>
                    <a:pt x="10515" y="7081"/>
                    <a:pt x="9981" y="7508"/>
                    <a:pt x="9163" y="7793"/>
                  </a:cubicBezTo>
                  <a:cubicBezTo>
                    <a:pt x="7971" y="8131"/>
                    <a:pt x="6744" y="8300"/>
                    <a:pt x="5520" y="8300"/>
                  </a:cubicBezTo>
                  <a:cubicBezTo>
                    <a:pt x="4297" y="8300"/>
                    <a:pt x="3079" y="8131"/>
                    <a:pt x="1905" y="7793"/>
                  </a:cubicBezTo>
                  <a:cubicBezTo>
                    <a:pt x="1051" y="7508"/>
                    <a:pt x="552" y="7117"/>
                    <a:pt x="552" y="6797"/>
                  </a:cubicBezTo>
                  <a:cubicBezTo>
                    <a:pt x="552" y="6476"/>
                    <a:pt x="1051" y="6085"/>
                    <a:pt x="1905" y="5800"/>
                  </a:cubicBezTo>
                  <a:cubicBezTo>
                    <a:pt x="2972" y="5480"/>
                    <a:pt x="4111" y="5302"/>
                    <a:pt x="5249" y="5302"/>
                  </a:cubicBezTo>
                  <a:lnTo>
                    <a:pt x="5249" y="5658"/>
                  </a:lnTo>
                  <a:cubicBezTo>
                    <a:pt x="5267" y="5818"/>
                    <a:pt x="5391" y="5898"/>
                    <a:pt x="5516" y="5898"/>
                  </a:cubicBezTo>
                  <a:cubicBezTo>
                    <a:pt x="5641" y="5898"/>
                    <a:pt x="5765" y="5818"/>
                    <a:pt x="5783" y="5658"/>
                  </a:cubicBezTo>
                  <a:lnTo>
                    <a:pt x="5783" y="5302"/>
                  </a:lnTo>
                  <a:cubicBezTo>
                    <a:pt x="6068" y="5302"/>
                    <a:pt x="6352" y="5302"/>
                    <a:pt x="6637" y="5338"/>
                  </a:cubicBezTo>
                  <a:cubicBezTo>
                    <a:pt x="6656" y="5342"/>
                    <a:pt x="6674" y="5345"/>
                    <a:pt x="6691" y="5345"/>
                  </a:cubicBezTo>
                  <a:cubicBezTo>
                    <a:pt x="6805" y="5345"/>
                    <a:pt x="6886" y="5248"/>
                    <a:pt x="6886" y="5124"/>
                  </a:cubicBezTo>
                  <a:cubicBezTo>
                    <a:pt x="6921" y="4982"/>
                    <a:pt x="6815" y="4840"/>
                    <a:pt x="6672" y="4840"/>
                  </a:cubicBezTo>
                  <a:cubicBezTo>
                    <a:pt x="6281" y="4804"/>
                    <a:pt x="5890" y="4804"/>
                    <a:pt x="5534" y="4804"/>
                  </a:cubicBezTo>
                  <a:cubicBezTo>
                    <a:pt x="3541" y="4804"/>
                    <a:pt x="1478" y="5195"/>
                    <a:pt x="552" y="5907"/>
                  </a:cubicBezTo>
                  <a:lnTo>
                    <a:pt x="552" y="3594"/>
                  </a:lnTo>
                  <a:cubicBezTo>
                    <a:pt x="570" y="3452"/>
                    <a:pt x="428" y="3381"/>
                    <a:pt x="286" y="3381"/>
                  </a:cubicBezTo>
                  <a:cubicBezTo>
                    <a:pt x="143" y="3381"/>
                    <a:pt x="1" y="3452"/>
                    <a:pt x="19" y="3594"/>
                  </a:cubicBezTo>
                  <a:lnTo>
                    <a:pt x="19" y="6797"/>
                  </a:lnTo>
                  <a:cubicBezTo>
                    <a:pt x="19" y="8113"/>
                    <a:pt x="2865" y="8825"/>
                    <a:pt x="5534" y="8825"/>
                  </a:cubicBezTo>
                  <a:cubicBezTo>
                    <a:pt x="8202" y="8825"/>
                    <a:pt x="11013" y="8113"/>
                    <a:pt x="11013" y="6797"/>
                  </a:cubicBezTo>
                  <a:lnTo>
                    <a:pt x="11013" y="250"/>
                  </a:lnTo>
                  <a:cubicBezTo>
                    <a:pt x="11013" y="107"/>
                    <a:pt x="10907" y="1"/>
                    <a:pt x="10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7644277" y="1902626"/>
              <a:ext cx="11130" cy="13751"/>
            </a:xfrm>
            <a:custGeom>
              <a:rect b="b" l="l" r="r" t="t"/>
              <a:pathLst>
                <a:path extrusionOk="0" h="682" w="552">
                  <a:moveTo>
                    <a:pt x="240" y="0"/>
                  </a:moveTo>
                  <a:cubicBezTo>
                    <a:pt x="114" y="0"/>
                    <a:pt x="4" y="128"/>
                    <a:pt x="36" y="255"/>
                  </a:cubicBezTo>
                  <a:lnTo>
                    <a:pt x="36" y="468"/>
                  </a:lnTo>
                  <a:cubicBezTo>
                    <a:pt x="0" y="611"/>
                    <a:pt x="134" y="682"/>
                    <a:pt x="271" y="682"/>
                  </a:cubicBezTo>
                  <a:cubicBezTo>
                    <a:pt x="409" y="682"/>
                    <a:pt x="552" y="611"/>
                    <a:pt x="534" y="468"/>
                  </a:cubicBezTo>
                  <a:lnTo>
                    <a:pt x="534" y="255"/>
                  </a:lnTo>
                  <a:cubicBezTo>
                    <a:pt x="534" y="128"/>
                    <a:pt x="448" y="0"/>
                    <a:pt x="329" y="0"/>
                  </a:cubicBezTo>
                  <a:cubicBezTo>
                    <a:pt x="314" y="0"/>
                    <a:pt x="300" y="2"/>
                    <a:pt x="285" y="6"/>
                  </a:cubicBezTo>
                  <a:cubicBezTo>
                    <a:pt x="270" y="2"/>
                    <a:pt x="255" y="0"/>
                    <a:pt x="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7644277" y="2064873"/>
              <a:ext cx="11130" cy="17945"/>
            </a:xfrm>
            <a:custGeom>
              <a:rect b="b" l="l" r="r" t="t"/>
              <a:pathLst>
                <a:path extrusionOk="0" h="890" w="552">
                  <a:moveTo>
                    <a:pt x="271" y="0"/>
                  </a:moveTo>
                  <a:cubicBezTo>
                    <a:pt x="134" y="0"/>
                    <a:pt x="0" y="71"/>
                    <a:pt x="36" y="214"/>
                  </a:cubicBezTo>
                  <a:lnTo>
                    <a:pt x="36" y="676"/>
                  </a:lnTo>
                  <a:cubicBezTo>
                    <a:pt x="0" y="819"/>
                    <a:pt x="134" y="890"/>
                    <a:pt x="271" y="890"/>
                  </a:cubicBezTo>
                  <a:cubicBezTo>
                    <a:pt x="409" y="890"/>
                    <a:pt x="552" y="819"/>
                    <a:pt x="534" y="676"/>
                  </a:cubicBezTo>
                  <a:lnTo>
                    <a:pt x="534" y="214"/>
                  </a:lnTo>
                  <a:cubicBezTo>
                    <a:pt x="552" y="71"/>
                    <a:pt x="409"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7644277" y="1981642"/>
              <a:ext cx="11130" cy="17965"/>
            </a:xfrm>
            <a:custGeom>
              <a:rect b="b" l="l" r="r" t="t"/>
              <a:pathLst>
                <a:path extrusionOk="0" h="891" w="552">
                  <a:moveTo>
                    <a:pt x="271" y="1"/>
                  </a:moveTo>
                  <a:cubicBezTo>
                    <a:pt x="134" y="1"/>
                    <a:pt x="0" y="72"/>
                    <a:pt x="36" y="214"/>
                  </a:cubicBezTo>
                  <a:lnTo>
                    <a:pt x="36" y="677"/>
                  </a:lnTo>
                  <a:cubicBezTo>
                    <a:pt x="0" y="819"/>
                    <a:pt x="134" y="890"/>
                    <a:pt x="271" y="890"/>
                  </a:cubicBezTo>
                  <a:cubicBezTo>
                    <a:pt x="409" y="890"/>
                    <a:pt x="552" y="819"/>
                    <a:pt x="534" y="677"/>
                  </a:cubicBezTo>
                  <a:lnTo>
                    <a:pt x="534" y="214"/>
                  </a:lnTo>
                  <a:cubicBezTo>
                    <a:pt x="552" y="72"/>
                    <a:pt x="409" y="1"/>
                    <a:pt x="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7644277" y="2120098"/>
              <a:ext cx="11130" cy="17965"/>
            </a:xfrm>
            <a:custGeom>
              <a:rect b="b" l="l" r="r" t="t"/>
              <a:pathLst>
                <a:path extrusionOk="0" h="891" w="552">
                  <a:moveTo>
                    <a:pt x="285" y="1"/>
                  </a:moveTo>
                  <a:cubicBezTo>
                    <a:pt x="169" y="1"/>
                    <a:pt x="54" y="72"/>
                    <a:pt x="36" y="214"/>
                  </a:cubicBezTo>
                  <a:lnTo>
                    <a:pt x="36" y="677"/>
                  </a:lnTo>
                  <a:cubicBezTo>
                    <a:pt x="0" y="819"/>
                    <a:pt x="134" y="890"/>
                    <a:pt x="271" y="890"/>
                  </a:cubicBezTo>
                  <a:cubicBezTo>
                    <a:pt x="409" y="890"/>
                    <a:pt x="552" y="819"/>
                    <a:pt x="534" y="677"/>
                  </a:cubicBezTo>
                  <a:lnTo>
                    <a:pt x="534" y="214"/>
                  </a:lnTo>
                  <a:cubicBezTo>
                    <a:pt x="516" y="72"/>
                    <a:pt x="400"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7644983" y="2037069"/>
              <a:ext cx="10061" cy="18308"/>
            </a:xfrm>
            <a:custGeom>
              <a:rect b="b" l="l" r="r" t="t"/>
              <a:pathLst>
                <a:path extrusionOk="0" h="908" w="499">
                  <a:moveTo>
                    <a:pt x="250" y="0"/>
                  </a:moveTo>
                  <a:cubicBezTo>
                    <a:pt x="134" y="0"/>
                    <a:pt x="19" y="80"/>
                    <a:pt x="1" y="241"/>
                  </a:cubicBezTo>
                  <a:lnTo>
                    <a:pt x="1" y="668"/>
                  </a:lnTo>
                  <a:cubicBezTo>
                    <a:pt x="19" y="828"/>
                    <a:pt x="134" y="908"/>
                    <a:pt x="250" y="908"/>
                  </a:cubicBezTo>
                  <a:cubicBezTo>
                    <a:pt x="365" y="908"/>
                    <a:pt x="481" y="828"/>
                    <a:pt x="499" y="668"/>
                  </a:cubicBezTo>
                  <a:lnTo>
                    <a:pt x="499" y="241"/>
                  </a:lnTo>
                  <a:cubicBezTo>
                    <a:pt x="481" y="80"/>
                    <a:pt x="365"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7644983" y="2092314"/>
              <a:ext cx="10061" cy="18308"/>
            </a:xfrm>
            <a:custGeom>
              <a:rect b="b" l="l" r="r" t="t"/>
              <a:pathLst>
                <a:path extrusionOk="0" h="908" w="499">
                  <a:moveTo>
                    <a:pt x="250" y="0"/>
                  </a:moveTo>
                  <a:cubicBezTo>
                    <a:pt x="134" y="0"/>
                    <a:pt x="19" y="80"/>
                    <a:pt x="1" y="240"/>
                  </a:cubicBezTo>
                  <a:lnTo>
                    <a:pt x="1" y="667"/>
                  </a:lnTo>
                  <a:cubicBezTo>
                    <a:pt x="19" y="827"/>
                    <a:pt x="134" y="907"/>
                    <a:pt x="250" y="907"/>
                  </a:cubicBezTo>
                  <a:cubicBezTo>
                    <a:pt x="365" y="907"/>
                    <a:pt x="481" y="827"/>
                    <a:pt x="499" y="667"/>
                  </a:cubicBezTo>
                  <a:lnTo>
                    <a:pt x="499" y="240"/>
                  </a:lnTo>
                  <a:cubicBezTo>
                    <a:pt x="481" y="80"/>
                    <a:pt x="365"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7644277" y="1953859"/>
              <a:ext cx="10767" cy="19195"/>
            </a:xfrm>
            <a:custGeom>
              <a:rect b="b" l="l" r="r" t="t"/>
              <a:pathLst>
                <a:path extrusionOk="0" h="952" w="534">
                  <a:moveTo>
                    <a:pt x="285" y="0"/>
                  </a:moveTo>
                  <a:cubicBezTo>
                    <a:pt x="169" y="0"/>
                    <a:pt x="54" y="80"/>
                    <a:pt x="36" y="240"/>
                  </a:cubicBezTo>
                  <a:lnTo>
                    <a:pt x="36" y="667"/>
                  </a:lnTo>
                  <a:cubicBezTo>
                    <a:pt x="0" y="810"/>
                    <a:pt x="142" y="952"/>
                    <a:pt x="285" y="952"/>
                  </a:cubicBezTo>
                  <a:cubicBezTo>
                    <a:pt x="427" y="952"/>
                    <a:pt x="534" y="810"/>
                    <a:pt x="534" y="667"/>
                  </a:cubicBezTo>
                  <a:lnTo>
                    <a:pt x="534" y="240"/>
                  </a:lnTo>
                  <a:cubicBezTo>
                    <a:pt x="516" y="80"/>
                    <a:pt x="400"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7644983" y="2009084"/>
              <a:ext cx="10061" cy="18489"/>
            </a:xfrm>
            <a:custGeom>
              <a:rect b="b" l="l" r="r" t="t"/>
              <a:pathLst>
                <a:path extrusionOk="0" h="917" w="499">
                  <a:moveTo>
                    <a:pt x="250" y="1"/>
                  </a:moveTo>
                  <a:cubicBezTo>
                    <a:pt x="134" y="1"/>
                    <a:pt x="19" y="81"/>
                    <a:pt x="1" y="241"/>
                  </a:cubicBezTo>
                  <a:lnTo>
                    <a:pt x="1" y="703"/>
                  </a:lnTo>
                  <a:cubicBezTo>
                    <a:pt x="19" y="846"/>
                    <a:pt x="134" y="917"/>
                    <a:pt x="250" y="917"/>
                  </a:cubicBezTo>
                  <a:cubicBezTo>
                    <a:pt x="365" y="917"/>
                    <a:pt x="481" y="846"/>
                    <a:pt x="499" y="703"/>
                  </a:cubicBezTo>
                  <a:lnTo>
                    <a:pt x="499" y="241"/>
                  </a:lnTo>
                  <a:cubicBezTo>
                    <a:pt x="481" y="81"/>
                    <a:pt x="365" y="1"/>
                    <a:pt x="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7644277" y="2174638"/>
              <a:ext cx="14356" cy="15082"/>
            </a:xfrm>
            <a:custGeom>
              <a:rect b="b" l="l" r="r" t="t"/>
              <a:pathLst>
                <a:path extrusionOk="0" h="748" w="712">
                  <a:moveTo>
                    <a:pt x="285" y="0"/>
                  </a:moveTo>
                  <a:cubicBezTo>
                    <a:pt x="142" y="0"/>
                    <a:pt x="0" y="142"/>
                    <a:pt x="36" y="285"/>
                  </a:cubicBezTo>
                  <a:lnTo>
                    <a:pt x="36" y="498"/>
                  </a:lnTo>
                  <a:cubicBezTo>
                    <a:pt x="0" y="640"/>
                    <a:pt x="142" y="747"/>
                    <a:pt x="285" y="747"/>
                  </a:cubicBezTo>
                  <a:lnTo>
                    <a:pt x="498" y="747"/>
                  </a:lnTo>
                  <a:cubicBezTo>
                    <a:pt x="712" y="498"/>
                    <a:pt x="605" y="107"/>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7667222" y="2178933"/>
              <a:ext cx="20102" cy="10787"/>
            </a:xfrm>
            <a:custGeom>
              <a:rect b="b" l="l" r="r" t="t"/>
              <a:pathLst>
                <a:path extrusionOk="0" h="535" w="997">
                  <a:moveTo>
                    <a:pt x="250" y="0"/>
                  </a:moveTo>
                  <a:cubicBezTo>
                    <a:pt x="107" y="0"/>
                    <a:pt x="1" y="143"/>
                    <a:pt x="1" y="285"/>
                  </a:cubicBezTo>
                  <a:cubicBezTo>
                    <a:pt x="1" y="427"/>
                    <a:pt x="107" y="534"/>
                    <a:pt x="250" y="534"/>
                  </a:cubicBezTo>
                  <a:lnTo>
                    <a:pt x="677" y="534"/>
                  </a:lnTo>
                  <a:cubicBezTo>
                    <a:pt x="997" y="534"/>
                    <a:pt x="997" y="0"/>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7718153" y="2178933"/>
              <a:ext cx="22259" cy="10101"/>
            </a:xfrm>
            <a:custGeom>
              <a:rect b="b" l="l" r="r" t="t"/>
              <a:pathLst>
                <a:path extrusionOk="0" h="501" w="1104">
                  <a:moveTo>
                    <a:pt x="357" y="0"/>
                  </a:moveTo>
                  <a:cubicBezTo>
                    <a:pt x="1" y="0"/>
                    <a:pt x="1" y="499"/>
                    <a:pt x="357" y="499"/>
                  </a:cubicBezTo>
                  <a:lnTo>
                    <a:pt x="748" y="499"/>
                  </a:lnTo>
                  <a:cubicBezTo>
                    <a:pt x="760" y="500"/>
                    <a:pt x="771" y="500"/>
                    <a:pt x="781" y="500"/>
                  </a:cubicBezTo>
                  <a:cubicBezTo>
                    <a:pt x="1104" y="500"/>
                    <a:pt x="1093" y="0"/>
                    <a:pt x="7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7691619" y="2178933"/>
              <a:ext cx="22259" cy="10787"/>
            </a:xfrm>
            <a:custGeom>
              <a:rect b="b" l="l" r="r" t="t"/>
              <a:pathLst>
                <a:path extrusionOk="0" h="535" w="1104">
                  <a:moveTo>
                    <a:pt x="356" y="0"/>
                  </a:moveTo>
                  <a:cubicBezTo>
                    <a:pt x="0" y="0"/>
                    <a:pt x="0" y="534"/>
                    <a:pt x="356" y="534"/>
                  </a:cubicBezTo>
                  <a:lnTo>
                    <a:pt x="748" y="534"/>
                  </a:lnTo>
                  <a:cubicBezTo>
                    <a:pt x="1103" y="534"/>
                    <a:pt x="1103" y="0"/>
                    <a:pt x="7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7597641" y="2008801"/>
              <a:ext cx="31574" cy="51777"/>
            </a:xfrm>
            <a:custGeom>
              <a:rect b="b" l="l" r="r" t="t"/>
              <a:pathLst>
                <a:path extrusionOk="0" h="2568" w="1566">
                  <a:moveTo>
                    <a:pt x="231" y="0"/>
                  </a:moveTo>
                  <a:cubicBezTo>
                    <a:pt x="86" y="0"/>
                    <a:pt x="0" y="128"/>
                    <a:pt x="0" y="255"/>
                  </a:cubicBezTo>
                  <a:lnTo>
                    <a:pt x="0" y="2354"/>
                  </a:lnTo>
                  <a:cubicBezTo>
                    <a:pt x="18" y="2497"/>
                    <a:pt x="143" y="2568"/>
                    <a:pt x="267" y="2568"/>
                  </a:cubicBezTo>
                  <a:cubicBezTo>
                    <a:pt x="392" y="2568"/>
                    <a:pt x="516" y="2497"/>
                    <a:pt x="534" y="2354"/>
                  </a:cubicBezTo>
                  <a:lnTo>
                    <a:pt x="534" y="1571"/>
                  </a:lnTo>
                  <a:lnTo>
                    <a:pt x="961" y="1571"/>
                  </a:lnTo>
                  <a:cubicBezTo>
                    <a:pt x="975" y="1565"/>
                    <a:pt x="987" y="1562"/>
                    <a:pt x="998" y="1562"/>
                  </a:cubicBezTo>
                  <a:cubicBezTo>
                    <a:pt x="1045" y="1562"/>
                    <a:pt x="1068" y="1614"/>
                    <a:pt x="1068" y="1643"/>
                  </a:cubicBezTo>
                  <a:lnTo>
                    <a:pt x="1068" y="2354"/>
                  </a:lnTo>
                  <a:cubicBezTo>
                    <a:pt x="1086" y="2497"/>
                    <a:pt x="1201" y="2568"/>
                    <a:pt x="1317" y="2568"/>
                  </a:cubicBezTo>
                  <a:cubicBezTo>
                    <a:pt x="1433" y="2568"/>
                    <a:pt x="1548" y="2497"/>
                    <a:pt x="1566" y="2354"/>
                  </a:cubicBezTo>
                  <a:lnTo>
                    <a:pt x="1566" y="1643"/>
                  </a:lnTo>
                  <a:cubicBezTo>
                    <a:pt x="1566" y="1322"/>
                    <a:pt x="1317" y="1038"/>
                    <a:pt x="961" y="1038"/>
                  </a:cubicBezTo>
                  <a:lnTo>
                    <a:pt x="534" y="1038"/>
                  </a:lnTo>
                  <a:lnTo>
                    <a:pt x="534" y="255"/>
                  </a:lnTo>
                  <a:cubicBezTo>
                    <a:pt x="534" y="128"/>
                    <a:pt x="449" y="0"/>
                    <a:pt x="329" y="0"/>
                  </a:cubicBezTo>
                  <a:cubicBezTo>
                    <a:pt x="315" y="0"/>
                    <a:pt x="300" y="2"/>
                    <a:pt x="285" y="6"/>
                  </a:cubicBezTo>
                  <a:cubicBezTo>
                    <a:pt x="266" y="2"/>
                    <a:pt x="248" y="0"/>
                    <a:pt x="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7689461" y="2124413"/>
              <a:ext cx="32300" cy="45567"/>
            </a:xfrm>
            <a:custGeom>
              <a:rect b="b" l="l" r="r" t="t"/>
              <a:pathLst>
                <a:path extrusionOk="0" h="2260" w="1602">
                  <a:moveTo>
                    <a:pt x="285" y="0"/>
                  </a:moveTo>
                  <a:cubicBezTo>
                    <a:pt x="143" y="0"/>
                    <a:pt x="1" y="107"/>
                    <a:pt x="36" y="249"/>
                  </a:cubicBezTo>
                  <a:lnTo>
                    <a:pt x="36" y="1993"/>
                  </a:lnTo>
                  <a:cubicBezTo>
                    <a:pt x="36" y="2171"/>
                    <a:pt x="161" y="2260"/>
                    <a:pt x="285" y="2260"/>
                  </a:cubicBezTo>
                  <a:cubicBezTo>
                    <a:pt x="410" y="2260"/>
                    <a:pt x="534" y="2171"/>
                    <a:pt x="534" y="1993"/>
                  </a:cubicBezTo>
                  <a:lnTo>
                    <a:pt x="534" y="712"/>
                  </a:lnTo>
                  <a:lnTo>
                    <a:pt x="855" y="712"/>
                  </a:lnTo>
                  <a:cubicBezTo>
                    <a:pt x="961" y="712"/>
                    <a:pt x="1068" y="819"/>
                    <a:pt x="1068" y="961"/>
                  </a:cubicBezTo>
                  <a:cubicBezTo>
                    <a:pt x="1068" y="1103"/>
                    <a:pt x="1175" y="1210"/>
                    <a:pt x="1317" y="1210"/>
                  </a:cubicBezTo>
                  <a:cubicBezTo>
                    <a:pt x="1460" y="1210"/>
                    <a:pt x="1602" y="1103"/>
                    <a:pt x="1602" y="961"/>
                  </a:cubicBezTo>
                  <a:cubicBezTo>
                    <a:pt x="1602" y="534"/>
                    <a:pt x="1246" y="214"/>
                    <a:pt x="855" y="214"/>
                  </a:cubicBezTo>
                  <a:lnTo>
                    <a:pt x="534" y="214"/>
                  </a:lnTo>
                  <a:cubicBezTo>
                    <a:pt x="499" y="72"/>
                    <a:pt x="392"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4" name="Google Shape;2824;p72"/>
          <p:cNvGrpSpPr/>
          <p:nvPr/>
        </p:nvGrpSpPr>
        <p:grpSpPr>
          <a:xfrm>
            <a:off x="3334784" y="3519868"/>
            <a:ext cx="357279" cy="357300"/>
            <a:chOff x="3334784" y="3519868"/>
            <a:chExt cx="357279" cy="357300"/>
          </a:xfrm>
        </p:grpSpPr>
        <p:sp>
          <p:nvSpPr>
            <p:cNvPr id="2825" name="Google Shape;2825;p72"/>
            <p:cNvSpPr/>
            <p:nvPr/>
          </p:nvSpPr>
          <p:spPr>
            <a:xfrm>
              <a:off x="3351277" y="3524909"/>
              <a:ext cx="324294" cy="226001"/>
            </a:xfrm>
            <a:custGeom>
              <a:rect b="b" l="l" r="r" t="t"/>
              <a:pathLst>
                <a:path extrusionOk="0" h="11209" w="16084">
                  <a:moveTo>
                    <a:pt x="1" y="1"/>
                  </a:moveTo>
                  <a:lnTo>
                    <a:pt x="1" y="11209"/>
                  </a:lnTo>
                  <a:lnTo>
                    <a:pt x="16083" y="11209"/>
                  </a:lnTo>
                  <a:lnTo>
                    <a:pt x="160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3339804" y="3750890"/>
              <a:ext cx="347239" cy="28006"/>
            </a:xfrm>
            <a:custGeom>
              <a:rect b="b" l="l" r="r" t="t"/>
              <a:pathLst>
                <a:path extrusionOk="0" h="1389" w="17222">
                  <a:moveTo>
                    <a:pt x="0" y="1"/>
                  </a:moveTo>
                  <a:lnTo>
                    <a:pt x="0" y="1388"/>
                  </a:lnTo>
                  <a:lnTo>
                    <a:pt x="17221" y="1388"/>
                  </a:lnTo>
                  <a:lnTo>
                    <a:pt x="172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3550704" y="3778876"/>
              <a:ext cx="63169" cy="93272"/>
            </a:xfrm>
            <a:custGeom>
              <a:rect b="b" l="l" r="r" t="t"/>
              <a:pathLst>
                <a:path extrusionOk="0" h="4626" w="3133">
                  <a:moveTo>
                    <a:pt x="1" y="0"/>
                  </a:moveTo>
                  <a:lnTo>
                    <a:pt x="1744" y="4626"/>
                  </a:lnTo>
                  <a:lnTo>
                    <a:pt x="3132" y="4626"/>
                  </a:lnTo>
                  <a:lnTo>
                    <a:pt x="13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3412974" y="3778876"/>
              <a:ext cx="63149" cy="93272"/>
            </a:xfrm>
            <a:custGeom>
              <a:rect b="b" l="l" r="r" t="t"/>
              <a:pathLst>
                <a:path extrusionOk="0" h="4626" w="3132">
                  <a:moveTo>
                    <a:pt x="1708" y="0"/>
                  </a:moveTo>
                  <a:lnTo>
                    <a:pt x="0" y="4626"/>
                  </a:lnTo>
                  <a:lnTo>
                    <a:pt x="1388" y="4626"/>
                  </a:lnTo>
                  <a:lnTo>
                    <a:pt x="31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3499068" y="3778876"/>
              <a:ext cx="28711" cy="93272"/>
            </a:xfrm>
            <a:custGeom>
              <a:rect b="b" l="l" r="r" t="t"/>
              <a:pathLst>
                <a:path extrusionOk="0" h="4626" w="1424">
                  <a:moveTo>
                    <a:pt x="0" y="0"/>
                  </a:moveTo>
                  <a:lnTo>
                    <a:pt x="0" y="4626"/>
                  </a:lnTo>
                  <a:lnTo>
                    <a:pt x="1423" y="4626"/>
                  </a:lnTo>
                  <a:lnTo>
                    <a:pt x="14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3334784" y="3519868"/>
              <a:ext cx="357279" cy="357300"/>
            </a:xfrm>
            <a:custGeom>
              <a:rect b="b" l="l" r="r" t="t"/>
              <a:pathLst>
                <a:path extrusionOk="0" h="17721" w="17720">
                  <a:moveTo>
                    <a:pt x="6618" y="13095"/>
                  </a:moveTo>
                  <a:lnTo>
                    <a:pt x="5088" y="17187"/>
                  </a:lnTo>
                  <a:lnTo>
                    <a:pt x="4234" y="17187"/>
                  </a:lnTo>
                  <a:lnTo>
                    <a:pt x="5800" y="13095"/>
                  </a:lnTo>
                  <a:close/>
                  <a:moveTo>
                    <a:pt x="9287" y="13095"/>
                  </a:moveTo>
                  <a:lnTo>
                    <a:pt x="9287" y="17187"/>
                  </a:lnTo>
                  <a:lnTo>
                    <a:pt x="8397" y="17187"/>
                  </a:lnTo>
                  <a:lnTo>
                    <a:pt x="8397" y="13095"/>
                  </a:lnTo>
                  <a:close/>
                  <a:moveTo>
                    <a:pt x="11920" y="13095"/>
                  </a:moveTo>
                  <a:lnTo>
                    <a:pt x="13485" y="17187"/>
                  </a:lnTo>
                  <a:lnTo>
                    <a:pt x="12631" y="17187"/>
                  </a:lnTo>
                  <a:lnTo>
                    <a:pt x="11101" y="13095"/>
                  </a:lnTo>
                  <a:close/>
                  <a:moveTo>
                    <a:pt x="3392" y="0"/>
                  </a:moveTo>
                  <a:cubicBezTo>
                    <a:pt x="3139" y="0"/>
                    <a:pt x="3139" y="537"/>
                    <a:pt x="3392" y="537"/>
                  </a:cubicBezTo>
                  <a:cubicBezTo>
                    <a:pt x="3400" y="537"/>
                    <a:pt x="3408" y="536"/>
                    <a:pt x="3416" y="535"/>
                  </a:cubicBezTo>
                  <a:lnTo>
                    <a:pt x="16652" y="535"/>
                  </a:lnTo>
                  <a:lnTo>
                    <a:pt x="16652" y="11210"/>
                  </a:lnTo>
                  <a:lnTo>
                    <a:pt x="15264" y="11210"/>
                  </a:lnTo>
                  <a:cubicBezTo>
                    <a:pt x="14944" y="11245"/>
                    <a:pt x="14944" y="11672"/>
                    <a:pt x="15264" y="11708"/>
                  </a:cubicBezTo>
                  <a:lnTo>
                    <a:pt x="17221" y="11708"/>
                  </a:lnTo>
                  <a:lnTo>
                    <a:pt x="17221" y="12597"/>
                  </a:lnTo>
                  <a:lnTo>
                    <a:pt x="498" y="12597"/>
                  </a:lnTo>
                  <a:lnTo>
                    <a:pt x="498" y="11708"/>
                  </a:lnTo>
                  <a:lnTo>
                    <a:pt x="14055" y="11708"/>
                  </a:lnTo>
                  <a:cubicBezTo>
                    <a:pt x="14375" y="11672"/>
                    <a:pt x="14375" y="11245"/>
                    <a:pt x="14055" y="11210"/>
                  </a:cubicBezTo>
                  <a:lnTo>
                    <a:pt x="1068" y="11210"/>
                  </a:lnTo>
                  <a:lnTo>
                    <a:pt x="1068" y="535"/>
                  </a:lnTo>
                  <a:lnTo>
                    <a:pt x="2206" y="535"/>
                  </a:lnTo>
                  <a:cubicBezTo>
                    <a:pt x="2526" y="464"/>
                    <a:pt x="2526" y="37"/>
                    <a:pt x="2206" y="2"/>
                  </a:cubicBezTo>
                  <a:lnTo>
                    <a:pt x="819" y="2"/>
                  </a:lnTo>
                  <a:cubicBezTo>
                    <a:pt x="676" y="2"/>
                    <a:pt x="569" y="108"/>
                    <a:pt x="569" y="251"/>
                  </a:cubicBezTo>
                  <a:lnTo>
                    <a:pt x="569" y="11174"/>
                  </a:lnTo>
                  <a:lnTo>
                    <a:pt x="249" y="11174"/>
                  </a:lnTo>
                  <a:cubicBezTo>
                    <a:pt x="107" y="11174"/>
                    <a:pt x="0" y="11316"/>
                    <a:pt x="0" y="11459"/>
                  </a:cubicBezTo>
                  <a:lnTo>
                    <a:pt x="0" y="12846"/>
                  </a:lnTo>
                  <a:cubicBezTo>
                    <a:pt x="0" y="12989"/>
                    <a:pt x="107" y="13095"/>
                    <a:pt x="249" y="13095"/>
                  </a:cubicBezTo>
                  <a:lnTo>
                    <a:pt x="5231" y="13095"/>
                  </a:lnTo>
                  <a:lnTo>
                    <a:pt x="3629" y="17365"/>
                  </a:lnTo>
                  <a:cubicBezTo>
                    <a:pt x="3558" y="17543"/>
                    <a:pt x="3665" y="17721"/>
                    <a:pt x="3843" y="17721"/>
                  </a:cubicBezTo>
                  <a:lnTo>
                    <a:pt x="5266" y="17721"/>
                  </a:lnTo>
                  <a:cubicBezTo>
                    <a:pt x="5373" y="17721"/>
                    <a:pt x="5444" y="17650"/>
                    <a:pt x="5480" y="17543"/>
                  </a:cubicBezTo>
                  <a:lnTo>
                    <a:pt x="7187" y="13095"/>
                  </a:lnTo>
                  <a:lnTo>
                    <a:pt x="7899" y="13095"/>
                  </a:lnTo>
                  <a:lnTo>
                    <a:pt x="7899" y="17472"/>
                  </a:lnTo>
                  <a:cubicBezTo>
                    <a:pt x="7899" y="17614"/>
                    <a:pt x="8006" y="17721"/>
                    <a:pt x="8148" y="17721"/>
                  </a:cubicBezTo>
                  <a:lnTo>
                    <a:pt x="9571" y="17721"/>
                  </a:lnTo>
                  <a:cubicBezTo>
                    <a:pt x="9714" y="17721"/>
                    <a:pt x="9820" y="17614"/>
                    <a:pt x="9820" y="17472"/>
                  </a:cubicBezTo>
                  <a:lnTo>
                    <a:pt x="9820" y="13095"/>
                  </a:lnTo>
                  <a:lnTo>
                    <a:pt x="10532" y="13095"/>
                  </a:lnTo>
                  <a:lnTo>
                    <a:pt x="12204" y="17543"/>
                  </a:lnTo>
                  <a:cubicBezTo>
                    <a:pt x="12276" y="17650"/>
                    <a:pt x="12347" y="17721"/>
                    <a:pt x="12453" y="17721"/>
                  </a:cubicBezTo>
                  <a:lnTo>
                    <a:pt x="13877" y="17721"/>
                  </a:lnTo>
                  <a:cubicBezTo>
                    <a:pt x="14019" y="17721"/>
                    <a:pt x="14126" y="17614"/>
                    <a:pt x="14126" y="17472"/>
                  </a:cubicBezTo>
                  <a:cubicBezTo>
                    <a:pt x="14126" y="17436"/>
                    <a:pt x="14090" y="17401"/>
                    <a:pt x="14090" y="17365"/>
                  </a:cubicBezTo>
                  <a:lnTo>
                    <a:pt x="12489" y="13131"/>
                  </a:lnTo>
                  <a:lnTo>
                    <a:pt x="17470" y="13131"/>
                  </a:lnTo>
                  <a:cubicBezTo>
                    <a:pt x="17613" y="13131"/>
                    <a:pt x="17719" y="12989"/>
                    <a:pt x="17719" y="12846"/>
                  </a:cubicBezTo>
                  <a:lnTo>
                    <a:pt x="17719" y="11459"/>
                  </a:lnTo>
                  <a:cubicBezTo>
                    <a:pt x="17719" y="11316"/>
                    <a:pt x="17613" y="11210"/>
                    <a:pt x="17470" y="11210"/>
                  </a:cubicBezTo>
                  <a:lnTo>
                    <a:pt x="17470" y="11174"/>
                  </a:lnTo>
                  <a:lnTo>
                    <a:pt x="17150" y="11174"/>
                  </a:lnTo>
                  <a:lnTo>
                    <a:pt x="17150" y="251"/>
                  </a:lnTo>
                  <a:cubicBezTo>
                    <a:pt x="17150" y="108"/>
                    <a:pt x="17043" y="2"/>
                    <a:pt x="16901" y="2"/>
                  </a:cubicBezTo>
                  <a:lnTo>
                    <a:pt x="3416" y="2"/>
                  </a:lnTo>
                  <a:cubicBezTo>
                    <a:pt x="3408" y="1"/>
                    <a:pt x="3400" y="0"/>
                    <a:pt x="33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3426927" y="3600035"/>
              <a:ext cx="35970" cy="41111"/>
            </a:xfrm>
            <a:custGeom>
              <a:rect b="b" l="l" r="r" t="t"/>
              <a:pathLst>
                <a:path extrusionOk="0" h="2039" w="1784">
                  <a:moveTo>
                    <a:pt x="370" y="0"/>
                  </a:moveTo>
                  <a:cubicBezTo>
                    <a:pt x="180" y="0"/>
                    <a:pt x="0" y="210"/>
                    <a:pt x="127" y="438"/>
                  </a:cubicBezTo>
                  <a:lnTo>
                    <a:pt x="554" y="1043"/>
                  </a:lnTo>
                  <a:lnTo>
                    <a:pt x="127" y="1612"/>
                  </a:lnTo>
                  <a:cubicBezTo>
                    <a:pt x="56" y="1754"/>
                    <a:pt x="91" y="1897"/>
                    <a:pt x="198" y="2003"/>
                  </a:cubicBezTo>
                  <a:lnTo>
                    <a:pt x="234" y="2003"/>
                  </a:lnTo>
                  <a:cubicBezTo>
                    <a:pt x="269" y="2003"/>
                    <a:pt x="340" y="2039"/>
                    <a:pt x="376" y="2039"/>
                  </a:cubicBezTo>
                  <a:cubicBezTo>
                    <a:pt x="483" y="2039"/>
                    <a:pt x="554" y="2003"/>
                    <a:pt x="589" y="1932"/>
                  </a:cubicBezTo>
                  <a:lnTo>
                    <a:pt x="910" y="1470"/>
                  </a:lnTo>
                  <a:lnTo>
                    <a:pt x="1230" y="1932"/>
                  </a:lnTo>
                  <a:cubicBezTo>
                    <a:pt x="1265" y="2003"/>
                    <a:pt x="1337" y="2039"/>
                    <a:pt x="1443" y="2039"/>
                  </a:cubicBezTo>
                  <a:cubicBezTo>
                    <a:pt x="1479" y="2039"/>
                    <a:pt x="1550" y="2003"/>
                    <a:pt x="1586" y="2003"/>
                  </a:cubicBezTo>
                  <a:cubicBezTo>
                    <a:pt x="1692" y="1897"/>
                    <a:pt x="1728" y="1754"/>
                    <a:pt x="1657" y="1612"/>
                  </a:cubicBezTo>
                  <a:lnTo>
                    <a:pt x="1230" y="1043"/>
                  </a:lnTo>
                  <a:lnTo>
                    <a:pt x="1657" y="438"/>
                  </a:lnTo>
                  <a:cubicBezTo>
                    <a:pt x="1783" y="210"/>
                    <a:pt x="1604" y="0"/>
                    <a:pt x="1413" y="0"/>
                  </a:cubicBezTo>
                  <a:cubicBezTo>
                    <a:pt x="1336" y="0"/>
                    <a:pt x="1256" y="35"/>
                    <a:pt x="1194" y="118"/>
                  </a:cubicBezTo>
                  <a:lnTo>
                    <a:pt x="910" y="580"/>
                  </a:lnTo>
                  <a:lnTo>
                    <a:pt x="589" y="118"/>
                  </a:lnTo>
                  <a:cubicBezTo>
                    <a:pt x="528" y="35"/>
                    <a:pt x="448"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2"/>
            <p:cNvSpPr/>
            <p:nvPr/>
          </p:nvSpPr>
          <p:spPr>
            <a:xfrm>
              <a:off x="3496185" y="3600035"/>
              <a:ext cx="34659" cy="41111"/>
            </a:xfrm>
            <a:custGeom>
              <a:rect b="b" l="l" r="r" t="t"/>
              <a:pathLst>
                <a:path extrusionOk="0" h="2039" w="1719">
                  <a:moveTo>
                    <a:pt x="1342" y="0"/>
                  </a:moveTo>
                  <a:cubicBezTo>
                    <a:pt x="1266" y="0"/>
                    <a:pt x="1191" y="35"/>
                    <a:pt x="1139" y="118"/>
                  </a:cubicBezTo>
                  <a:lnTo>
                    <a:pt x="819" y="580"/>
                  </a:lnTo>
                  <a:lnTo>
                    <a:pt x="499" y="118"/>
                  </a:lnTo>
                  <a:cubicBezTo>
                    <a:pt x="458" y="55"/>
                    <a:pt x="380" y="17"/>
                    <a:pt x="302" y="17"/>
                  </a:cubicBezTo>
                  <a:cubicBezTo>
                    <a:pt x="245" y="17"/>
                    <a:pt x="188" y="37"/>
                    <a:pt x="143" y="82"/>
                  </a:cubicBezTo>
                  <a:cubicBezTo>
                    <a:pt x="36" y="153"/>
                    <a:pt x="1" y="295"/>
                    <a:pt x="72" y="438"/>
                  </a:cubicBezTo>
                  <a:lnTo>
                    <a:pt x="499" y="1043"/>
                  </a:lnTo>
                  <a:lnTo>
                    <a:pt x="72" y="1612"/>
                  </a:lnTo>
                  <a:cubicBezTo>
                    <a:pt x="1" y="1754"/>
                    <a:pt x="36" y="1897"/>
                    <a:pt x="143" y="2003"/>
                  </a:cubicBezTo>
                  <a:cubicBezTo>
                    <a:pt x="214" y="2003"/>
                    <a:pt x="250" y="2039"/>
                    <a:pt x="321" y="2039"/>
                  </a:cubicBezTo>
                  <a:cubicBezTo>
                    <a:pt x="392" y="2039"/>
                    <a:pt x="463" y="2003"/>
                    <a:pt x="535" y="1932"/>
                  </a:cubicBezTo>
                  <a:lnTo>
                    <a:pt x="1566" y="438"/>
                  </a:lnTo>
                  <a:cubicBezTo>
                    <a:pt x="1718" y="210"/>
                    <a:pt x="1528" y="0"/>
                    <a:pt x="1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2"/>
            <p:cNvSpPr/>
            <p:nvPr/>
          </p:nvSpPr>
          <p:spPr>
            <a:xfrm>
              <a:off x="3461747" y="3604551"/>
              <a:ext cx="35184" cy="31393"/>
            </a:xfrm>
            <a:custGeom>
              <a:rect b="b" l="l" r="r" t="t"/>
              <a:pathLst>
                <a:path extrusionOk="0" h="1557" w="1745">
                  <a:moveTo>
                    <a:pt x="855" y="0"/>
                  </a:moveTo>
                  <a:lnTo>
                    <a:pt x="855" y="36"/>
                  </a:lnTo>
                  <a:cubicBezTo>
                    <a:pt x="840" y="32"/>
                    <a:pt x="825" y="30"/>
                    <a:pt x="811" y="30"/>
                  </a:cubicBezTo>
                  <a:cubicBezTo>
                    <a:pt x="691" y="30"/>
                    <a:pt x="606" y="158"/>
                    <a:pt x="606" y="285"/>
                  </a:cubicBezTo>
                  <a:lnTo>
                    <a:pt x="606" y="534"/>
                  </a:lnTo>
                  <a:lnTo>
                    <a:pt x="321" y="534"/>
                  </a:lnTo>
                  <a:cubicBezTo>
                    <a:pt x="1" y="534"/>
                    <a:pt x="1" y="1068"/>
                    <a:pt x="321" y="1068"/>
                  </a:cubicBezTo>
                  <a:lnTo>
                    <a:pt x="606" y="1068"/>
                  </a:lnTo>
                  <a:lnTo>
                    <a:pt x="606" y="1317"/>
                  </a:lnTo>
                  <a:cubicBezTo>
                    <a:pt x="624" y="1477"/>
                    <a:pt x="739" y="1557"/>
                    <a:pt x="859" y="1557"/>
                  </a:cubicBezTo>
                  <a:cubicBezTo>
                    <a:pt x="979" y="1557"/>
                    <a:pt x="1104" y="1477"/>
                    <a:pt x="1140" y="1317"/>
                  </a:cubicBezTo>
                  <a:lnTo>
                    <a:pt x="1140" y="1068"/>
                  </a:lnTo>
                  <a:lnTo>
                    <a:pt x="1389" y="1068"/>
                  </a:lnTo>
                  <a:cubicBezTo>
                    <a:pt x="1744" y="1068"/>
                    <a:pt x="1744" y="534"/>
                    <a:pt x="1389" y="534"/>
                  </a:cubicBezTo>
                  <a:lnTo>
                    <a:pt x="1140" y="534"/>
                  </a:lnTo>
                  <a:lnTo>
                    <a:pt x="1140" y="285"/>
                  </a:lnTo>
                  <a:cubicBezTo>
                    <a:pt x="1140" y="107"/>
                    <a:pt x="997" y="0"/>
                    <a:pt x="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3560039" y="3624633"/>
              <a:ext cx="24417" cy="10787"/>
            </a:xfrm>
            <a:custGeom>
              <a:rect b="b" l="l" r="r" t="t"/>
              <a:pathLst>
                <a:path extrusionOk="0" h="535" w="1211">
                  <a:moveTo>
                    <a:pt x="250" y="1"/>
                  </a:moveTo>
                  <a:cubicBezTo>
                    <a:pt x="107" y="1"/>
                    <a:pt x="1" y="107"/>
                    <a:pt x="1" y="250"/>
                  </a:cubicBezTo>
                  <a:cubicBezTo>
                    <a:pt x="1" y="392"/>
                    <a:pt x="107" y="534"/>
                    <a:pt x="250" y="534"/>
                  </a:cubicBezTo>
                  <a:lnTo>
                    <a:pt x="961" y="534"/>
                  </a:lnTo>
                  <a:cubicBezTo>
                    <a:pt x="1104" y="534"/>
                    <a:pt x="1210" y="392"/>
                    <a:pt x="1210" y="250"/>
                  </a:cubicBezTo>
                  <a:cubicBezTo>
                    <a:pt x="1210" y="107"/>
                    <a:pt x="1104" y="1"/>
                    <a:pt x="9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3560039" y="3605982"/>
              <a:ext cx="24417" cy="10787"/>
            </a:xfrm>
            <a:custGeom>
              <a:rect b="b" l="l" r="r" t="t"/>
              <a:pathLst>
                <a:path extrusionOk="0" h="535" w="1211">
                  <a:moveTo>
                    <a:pt x="250" y="0"/>
                  </a:moveTo>
                  <a:cubicBezTo>
                    <a:pt x="107" y="0"/>
                    <a:pt x="1" y="143"/>
                    <a:pt x="1" y="285"/>
                  </a:cubicBezTo>
                  <a:cubicBezTo>
                    <a:pt x="1" y="427"/>
                    <a:pt x="107" y="534"/>
                    <a:pt x="250" y="534"/>
                  </a:cubicBezTo>
                  <a:lnTo>
                    <a:pt x="961" y="534"/>
                  </a:lnTo>
                  <a:cubicBezTo>
                    <a:pt x="1104" y="534"/>
                    <a:pt x="1210" y="427"/>
                    <a:pt x="1210" y="285"/>
                  </a:cubicBezTo>
                  <a:cubicBezTo>
                    <a:pt x="1210" y="143"/>
                    <a:pt x="1104" y="0"/>
                    <a:pt x="9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3399344" y="3591445"/>
              <a:ext cx="25122" cy="58310"/>
            </a:xfrm>
            <a:custGeom>
              <a:rect b="b" l="l" r="r" t="t"/>
              <a:pathLst>
                <a:path extrusionOk="0" h="2892" w="1246">
                  <a:moveTo>
                    <a:pt x="948" y="1"/>
                  </a:moveTo>
                  <a:cubicBezTo>
                    <a:pt x="881" y="1"/>
                    <a:pt x="819" y="28"/>
                    <a:pt x="783" y="81"/>
                  </a:cubicBezTo>
                  <a:cubicBezTo>
                    <a:pt x="0" y="828"/>
                    <a:pt x="0" y="2073"/>
                    <a:pt x="783" y="2821"/>
                  </a:cubicBezTo>
                  <a:cubicBezTo>
                    <a:pt x="819" y="2856"/>
                    <a:pt x="890" y="2892"/>
                    <a:pt x="961" y="2892"/>
                  </a:cubicBezTo>
                  <a:cubicBezTo>
                    <a:pt x="1032" y="2892"/>
                    <a:pt x="1103" y="2856"/>
                    <a:pt x="1139" y="2821"/>
                  </a:cubicBezTo>
                  <a:cubicBezTo>
                    <a:pt x="1246" y="2714"/>
                    <a:pt x="1246" y="2572"/>
                    <a:pt x="1139" y="2465"/>
                  </a:cubicBezTo>
                  <a:cubicBezTo>
                    <a:pt x="570" y="1896"/>
                    <a:pt x="570" y="1006"/>
                    <a:pt x="1139" y="437"/>
                  </a:cubicBezTo>
                  <a:cubicBezTo>
                    <a:pt x="1246" y="330"/>
                    <a:pt x="1246" y="188"/>
                    <a:pt x="1139" y="81"/>
                  </a:cubicBezTo>
                  <a:cubicBezTo>
                    <a:pt x="1086" y="28"/>
                    <a:pt x="1014" y="1"/>
                    <a:pt x="9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3532054" y="3591445"/>
              <a:ext cx="24417" cy="58310"/>
            </a:xfrm>
            <a:custGeom>
              <a:rect b="b" l="l" r="r" t="t"/>
              <a:pathLst>
                <a:path extrusionOk="0" h="2892" w="1211">
                  <a:moveTo>
                    <a:pt x="272" y="1"/>
                  </a:moveTo>
                  <a:cubicBezTo>
                    <a:pt x="205" y="1"/>
                    <a:pt x="143" y="28"/>
                    <a:pt x="108" y="81"/>
                  </a:cubicBezTo>
                  <a:cubicBezTo>
                    <a:pt x="1" y="188"/>
                    <a:pt x="1" y="330"/>
                    <a:pt x="108" y="437"/>
                  </a:cubicBezTo>
                  <a:cubicBezTo>
                    <a:pt x="641" y="1006"/>
                    <a:pt x="641" y="1896"/>
                    <a:pt x="108" y="2465"/>
                  </a:cubicBezTo>
                  <a:cubicBezTo>
                    <a:pt x="1" y="2572"/>
                    <a:pt x="1" y="2714"/>
                    <a:pt x="108" y="2821"/>
                  </a:cubicBezTo>
                  <a:cubicBezTo>
                    <a:pt x="143" y="2856"/>
                    <a:pt x="214" y="2892"/>
                    <a:pt x="286" y="2892"/>
                  </a:cubicBezTo>
                  <a:cubicBezTo>
                    <a:pt x="357" y="2892"/>
                    <a:pt x="428" y="2856"/>
                    <a:pt x="463" y="2821"/>
                  </a:cubicBezTo>
                  <a:cubicBezTo>
                    <a:pt x="1211" y="2073"/>
                    <a:pt x="1211" y="828"/>
                    <a:pt x="463" y="81"/>
                  </a:cubicBezTo>
                  <a:cubicBezTo>
                    <a:pt x="410" y="28"/>
                    <a:pt x="339"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3591614" y="3600962"/>
              <a:ext cx="31574" cy="40184"/>
            </a:xfrm>
            <a:custGeom>
              <a:rect b="b" l="l" r="r" t="t"/>
              <a:pathLst>
                <a:path extrusionOk="0" h="1993" w="1566">
                  <a:moveTo>
                    <a:pt x="783" y="498"/>
                  </a:moveTo>
                  <a:cubicBezTo>
                    <a:pt x="925" y="498"/>
                    <a:pt x="1032" y="605"/>
                    <a:pt x="1032" y="783"/>
                  </a:cubicBezTo>
                  <a:lnTo>
                    <a:pt x="1032" y="1210"/>
                  </a:lnTo>
                  <a:cubicBezTo>
                    <a:pt x="1032" y="1352"/>
                    <a:pt x="925" y="1459"/>
                    <a:pt x="783" y="1459"/>
                  </a:cubicBezTo>
                  <a:cubicBezTo>
                    <a:pt x="641" y="1459"/>
                    <a:pt x="534" y="1352"/>
                    <a:pt x="534" y="1210"/>
                  </a:cubicBezTo>
                  <a:lnTo>
                    <a:pt x="534" y="783"/>
                  </a:lnTo>
                  <a:cubicBezTo>
                    <a:pt x="534" y="605"/>
                    <a:pt x="641" y="498"/>
                    <a:pt x="783" y="498"/>
                  </a:cubicBezTo>
                  <a:close/>
                  <a:moveTo>
                    <a:pt x="783" y="0"/>
                  </a:moveTo>
                  <a:cubicBezTo>
                    <a:pt x="356" y="0"/>
                    <a:pt x="0" y="321"/>
                    <a:pt x="0" y="783"/>
                  </a:cubicBezTo>
                  <a:lnTo>
                    <a:pt x="0" y="1210"/>
                  </a:lnTo>
                  <a:cubicBezTo>
                    <a:pt x="0" y="1637"/>
                    <a:pt x="356" y="1993"/>
                    <a:pt x="783" y="1993"/>
                  </a:cubicBezTo>
                  <a:cubicBezTo>
                    <a:pt x="1210" y="1993"/>
                    <a:pt x="1566" y="1637"/>
                    <a:pt x="1566" y="1210"/>
                  </a:cubicBezTo>
                  <a:lnTo>
                    <a:pt x="1566" y="783"/>
                  </a:lnTo>
                  <a:cubicBezTo>
                    <a:pt x="1566" y="321"/>
                    <a:pt x="1210" y="0"/>
                    <a:pt x="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3406522" y="3662841"/>
              <a:ext cx="214509" cy="21534"/>
            </a:xfrm>
            <a:custGeom>
              <a:rect b="b" l="l" r="r" t="t"/>
              <a:pathLst>
                <a:path extrusionOk="0" h="1068" w="10639">
                  <a:moveTo>
                    <a:pt x="5280" y="0"/>
                  </a:moveTo>
                  <a:cubicBezTo>
                    <a:pt x="3585" y="0"/>
                    <a:pt x="1886" y="187"/>
                    <a:pt x="214" y="561"/>
                  </a:cubicBezTo>
                  <a:cubicBezTo>
                    <a:pt x="107" y="596"/>
                    <a:pt x="0" y="738"/>
                    <a:pt x="71" y="881"/>
                  </a:cubicBezTo>
                  <a:cubicBezTo>
                    <a:pt x="101" y="999"/>
                    <a:pt x="204" y="1068"/>
                    <a:pt x="319" y="1068"/>
                  </a:cubicBezTo>
                  <a:cubicBezTo>
                    <a:pt x="343" y="1068"/>
                    <a:pt x="367" y="1065"/>
                    <a:pt x="392" y="1059"/>
                  </a:cubicBezTo>
                  <a:cubicBezTo>
                    <a:pt x="2011" y="703"/>
                    <a:pt x="3656" y="525"/>
                    <a:pt x="5297" y="525"/>
                  </a:cubicBezTo>
                  <a:cubicBezTo>
                    <a:pt x="6939" y="525"/>
                    <a:pt x="8575" y="703"/>
                    <a:pt x="10176" y="1059"/>
                  </a:cubicBezTo>
                  <a:lnTo>
                    <a:pt x="10248" y="1059"/>
                  </a:lnTo>
                  <a:cubicBezTo>
                    <a:pt x="10568" y="1059"/>
                    <a:pt x="10639" y="632"/>
                    <a:pt x="10319" y="561"/>
                  </a:cubicBezTo>
                  <a:cubicBezTo>
                    <a:pt x="8664" y="187"/>
                    <a:pt x="6974" y="0"/>
                    <a:pt x="52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72"/>
          <p:cNvGrpSpPr/>
          <p:nvPr/>
        </p:nvGrpSpPr>
        <p:grpSpPr>
          <a:xfrm>
            <a:off x="3333332" y="2936104"/>
            <a:ext cx="359437" cy="357481"/>
            <a:chOff x="3333332" y="2936104"/>
            <a:chExt cx="359437" cy="357481"/>
          </a:xfrm>
        </p:grpSpPr>
        <p:sp>
          <p:nvSpPr>
            <p:cNvPr id="2841" name="Google Shape;2841;p72"/>
            <p:cNvSpPr/>
            <p:nvPr/>
          </p:nvSpPr>
          <p:spPr>
            <a:xfrm>
              <a:off x="3362749" y="2940963"/>
              <a:ext cx="42361" cy="42341"/>
            </a:xfrm>
            <a:custGeom>
              <a:rect b="b" l="l" r="r" t="t"/>
              <a:pathLst>
                <a:path extrusionOk="0" h="2100" w="2101">
                  <a:moveTo>
                    <a:pt x="1033" y="0"/>
                  </a:moveTo>
                  <a:lnTo>
                    <a:pt x="1" y="2099"/>
                  </a:lnTo>
                  <a:lnTo>
                    <a:pt x="2100" y="2099"/>
                  </a:lnTo>
                  <a:lnTo>
                    <a:pt x="10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3644702" y="3093754"/>
              <a:ext cx="42341" cy="42361"/>
            </a:xfrm>
            <a:custGeom>
              <a:rect b="b" l="l" r="r" t="t"/>
              <a:pathLst>
                <a:path extrusionOk="0" h="2101" w="2100">
                  <a:moveTo>
                    <a:pt x="0" y="1"/>
                  </a:moveTo>
                  <a:lnTo>
                    <a:pt x="0" y="2100"/>
                  </a:lnTo>
                  <a:lnTo>
                    <a:pt x="2099" y="10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3334058" y="2936104"/>
              <a:ext cx="358005" cy="357481"/>
            </a:xfrm>
            <a:custGeom>
              <a:rect b="b" l="l" r="r" t="t"/>
              <a:pathLst>
                <a:path extrusionOk="0" h="17730" w="17756">
                  <a:moveTo>
                    <a:pt x="2473" y="1"/>
                  </a:moveTo>
                  <a:cubicBezTo>
                    <a:pt x="2384" y="1"/>
                    <a:pt x="2296" y="45"/>
                    <a:pt x="2242" y="134"/>
                  </a:cubicBezTo>
                  <a:lnTo>
                    <a:pt x="1210" y="2234"/>
                  </a:lnTo>
                  <a:cubicBezTo>
                    <a:pt x="1104" y="2412"/>
                    <a:pt x="1246" y="2625"/>
                    <a:pt x="1424" y="2625"/>
                  </a:cubicBezTo>
                  <a:lnTo>
                    <a:pt x="2207" y="2625"/>
                  </a:lnTo>
                  <a:lnTo>
                    <a:pt x="2207" y="8603"/>
                  </a:lnTo>
                  <a:lnTo>
                    <a:pt x="285" y="8603"/>
                  </a:lnTo>
                  <a:cubicBezTo>
                    <a:pt x="1" y="8638"/>
                    <a:pt x="1" y="9065"/>
                    <a:pt x="285" y="9136"/>
                  </a:cubicBezTo>
                  <a:lnTo>
                    <a:pt x="2207" y="9136"/>
                  </a:lnTo>
                  <a:lnTo>
                    <a:pt x="2207" y="17462"/>
                  </a:lnTo>
                  <a:cubicBezTo>
                    <a:pt x="2207" y="17640"/>
                    <a:pt x="2340" y="17729"/>
                    <a:pt x="2473" y="17729"/>
                  </a:cubicBezTo>
                  <a:cubicBezTo>
                    <a:pt x="2607" y="17729"/>
                    <a:pt x="2740" y="17640"/>
                    <a:pt x="2740" y="17462"/>
                  </a:cubicBezTo>
                  <a:lnTo>
                    <a:pt x="2740" y="9136"/>
                  </a:lnTo>
                  <a:lnTo>
                    <a:pt x="4341" y="9136"/>
                  </a:lnTo>
                  <a:lnTo>
                    <a:pt x="4199" y="9492"/>
                  </a:lnTo>
                  <a:cubicBezTo>
                    <a:pt x="3523" y="11022"/>
                    <a:pt x="3203" y="12694"/>
                    <a:pt x="3203" y="14367"/>
                  </a:cubicBezTo>
                  <a:cubicBezTo>
                    <a:pt x="3203" y="14545"/>
                    <a:pt x="3327" y="14634"/>
                    <a:pt x="3452" y="14634"/>
                  </a:cubicBezTo>
                  <a:cubicBezTo>
                    <a:pt x="3576" y="14634"/>
                    <a:pt x="3701" y="14545"/>
                    <a:pt x="3701" y="14367"/>
                  </a:cubicBezTo>
                  <a:cubicBezTo>
                    <a:pt x="3701" y="12659"/>
                    <a:pt x="4057" y="10986"/>
                    <a:pt x="4768" y="9421"/>
                  </a:cubicBezTo>
                  <a:cubicBezTo>
                    <a:pt x="6974" y="13442"/>
                    <a:pt x="11209" y="15932"/>
                    <a:pt x="15798" y="15932"/>
                  </a:cubicBezTo>
                  <a:cubicBezTo>
                    <a:pt x="16154" y="15932"/>
                    <a:pt x="16154" y="15398"/>
                    <a:pt x="15798" y="15398"/>
                  </a:cubicBezTo>
                  <a:cubicBezTo>
                    <a:pt x="11386" y="15398"/>
                    <a:pt x="7295" y="12979"/>
                    <a:pt x="5195" y="9101"/>
                  </a:cubicBezTo>
                  <a:lnTo>
                    <a:pt x="15158" y="9101"/>
                  </a:lnTo>
                  <a:lnTo>
                    <a:pt x="15158" y="9883"/>
                  </a:lnTo>
                  <a:cubicBezTo>
                    <a:pt x="15158" y="10026"/>
                    <a:pt x="15265" y="10133"/>
                    <a:pt x="15407" y="10168"/>
                  </a:cubicBezTo>
                  <a:cubicBezTo>
                    <a:pt x="15443" y="10168"/>
                    <a:pt x="15478" y="10133"/>
                    <a:pt x="15514" y="10133"/>
                  </a:cubicBezTo>
                  <a:lnTo>
                    <a:pt x="15941" y="9919"/>
                  </a:lnTo>
                  <a:cubicBezTo>
                    <a:pt x="16083" y="9848"/>
                    <a:pt x="16119" y="9706"/>
                    <a:pt x="16048" y="9563"/>
                  </a:cubicBezTo>
                  <a:lnTo>
                    <a:pt x="16048" y="9563"/>
                  </a:lnTo>
                  <a:lnTo>
                    <a:pt x="16048" y="9599"/>
                  </a:lnTo>
                  <a:cubicBezTo>
                    <a:pt x="15995" y="9495"/>
                    <a:pt x="15905" y="9429"/>
                    <a:pt x="15805" y="9429"/>
                  </a:cubicBezTo>
                  <a:cubicBezTo>
                    <a:pt x="15768" y="9429"/>
                    <a:pt x="15730" y="9437"/>
                    <a:pt x="15692" y="9457"/>
                  </a:cubicBezTo>
                  <a:lnTo>
                    <a:pt x="15656" y="9457"/>
                  </a:lnTo>
                  <a:lnTo>
                    <a:pt x="15656" y="8211"/>
                  </a:lnTo>
                  <a:lnTo>
                    <a:pt x="16901" y="8852"/>
                  </a:lnTo>
                  <a:lnTo>
                    <a:pt x="16795" y="8923"/>
                  </a:lnTo>
                  <a:cubicBezTo>
                    <a:pt x="16525" y="8983"/>
                    <a:pt x="16710" y="9397"/>
                    <a:pt x="16903" y="9397"/>
                  </a:cubicBezTo>
                  <a:cubicBezTo>
                    <a:pt x="16939" y="9397"/>
                    <a:pt x="16975" y="9383"/>
                    <a:pt x="17008" y="9350"/>
                  </a:cubicBezTo>
                  <a:lnTo>
                    <a:pt x="17613" y="9065"/>
                  </a:lnTo>
                  <a:cubicBezTo>
                    <a:pt x="17684" y="9030"/>
                    <a:pt x="17755" y="8923"/>
                    <a:pt x="17755" y="8816"/>
                  </a:cubicBezTo>
                  <a:cubicBezTo>
                    <a:pt x="17755" y="8709"/>
                    <a:pt x="17684" y="8638"/>
                    <a:pt x="17613" y="8603"/>
                  </a:cubicBezTo>
                  <a:lnTo>
                    <a:pt x="15514" y="7535"/>
                  </a:lnTo>
                  <a:cubicBezTo>
                    <a:pt x="15478" y="7517"/>
                    <a:pt x="15434" y="7508"/>
                    <a:pt x="15389" y="7508"/>
                  </a:cubicBezTo>
                  <a:cubicBezTo>
                    <a:pt x="15345" y="7508"/>
                    <a:pt x="15300" y="7517"/>
                    <a:pt x="15265" y="7535"/>
                  </a:cubicBezTo>
                  <a:cubicBezTo>
                    <a:pt x="15194" y="7606"/>
                    <a:pt x="15122" y="7677"/>
                    <a:pt x="15122" y="7784"/>
                  </a:cubicBezTo>
                  <a:lnTo>
                    <a:pt x="15122" y="8567"/>
                  </a:lnTo>
                  <a:lnTo>
                    <a:pt x="5160" y="8567"/>
                  </a:lnTo>
                  <a:cubicBezTo>
                    <a:pt x="7279" y="4717"/>
                    <a:pt x="11292" y="2304"/>
                    <a:pt x="15702" y="2304"/>
                  </a:cubicBezTo>
                  <a:cubicBezTo>
                    <a:pt x="15734" y="2304"/>
                    <a:pt x="15766" y="2305"/>
                    <a:pt x="15798" y="2305"/>
                  </a:cubicBezTo>
                  <a:cubicBezTo>
                    <a:pt x="16083" y="2234"/>
                    <a:pt x="16083" y="1807"/>
                    <a:pt x="15798" y="1771"/>
                  </a:cubicBezTo>
                  <a:cubicBezTo>
                    <a:pt x="11209" y="1771"/>
                    <a:pt x="6974" y="4262"/>
                    <a:pt x="4768" y="8282"/>
                  </a:cubicBezTo>
                  <a:cubicBezTo>
                    <a:pt x="4057" y="6717"/>
                    <a:pt x="3701" y="5009"/>
                    <a:pt x="3701" y="3301"/>
                  </a:cubicBezTo>
                  <a:cubicBezTo>
                    <a:pt x="3701" y="3141"/>
                    <a:pt x="3568" y="3061"/>
                    <a:pt x="3434" y="3061"/>
                  </a:cubicBezTo>
                  <a:cubicBezTo>
                    <a:pt x="3301" y="3061"/>
                    <a:pt x="3167" y="3141"/>
                    <a:pt x="3167" y="3301"/>
                  </a:cubicBezTo>
                  <a:cubicBezTo>
                    <a:pt x="3167" y="5009"/>
                    <a:pt x="3523" y="6646"/>
                    <a:pt x="4164" y="8211"/>
                  </a:cubicBezTo>
                  <a:cubicBezTo>
                    <a:pt x="4235" y="8354"/>
                    <a:pt x="4270" y="8460"/>
                    <a:pt x="4341" y="8567"/>
                  </a:cubicBezTo>
                  <a:lnTo>
                    <a:pt x="2705" y="8567"/>
                  </a:lnTo>
                  <a:lnTo>
                    <a:pt x="2705" y="2625"/>
                  </a:lnTo>
                  <a:lnTo>
                    <a:pt x="3523" y="2625"/>
                  </a:lnTo>
                  <a:cubicBezTo>
                    <a:pt x="3701" y="2625"/>
                    <a:pt x="3808" y="2412"/>
                    <a:pt x="3737" y="2234"/>
                  </a:cubicBezTo>
                  <a:lnTo>
                    <a:pt x="3488" y="1736"/>
                  </a:lnTo>
                  <a:cubicBezTo>
                    <a:pt x="3433" y="1670"/>
                    <a:pt x="3365" y="1641"/>
                    <a:pt x="3299" y="1641"/>
                  </a:cubicBezTo>
                  <a:cubicBezTo>
                    <a:pt x="3150" y="1641"/>
                    <a:pt x="3011" y="1787"/>
                    <a:pt x="3061" y="1985"/>
                  </a:cubicBezTo>
                  <a:lnTo>
                    <a:pt x="3096" y="2091"/>
                  </a:lnTo>
                  <a:lnTo>
                    <a:pt x="1851" y="2091"/>
                  </a:lnTo>
                  <a:lnTo>
                    <a:pt x="2491" y="846"/>
                  </a:lnTo>
                  <a:lnTo>
                    <a:pt x="2491" y="882"/>
                  </a:lnTo>
                  <a:cubicBezTo>
                    <a:pt x="2546" y="947"/>
                    <a:pt x="2614" y="976"/>
                    <a:pt x="2681" y="976"/>
                  </a:cubicBezTo>
                  <a:cubicBezTo>
                    <a:pt x="2832" y="976"/>
                    <a:pt x="2978" y="830"/>
                    <a:pt x="2954" y="633"/>
                  </a:cubicBezTo>
                  <a:lnTo>
                    <a:pt x="2705" y="134"/>
                  </a:lnTo>
                  <a:cubicBezTo>
                    <a:pt x="2651" y="45"/>
                    <a:pt x="2562"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3659763" y="3046554"/>
              <a:ext cx="33006" cy="40769"/>
            </a:xfrm>
            <a:custGeom>
              <a:rect b="b" l="l" r="r" t="t"/>
              <a:pathLst>
                <a:path extrusionOk="0" h="2022" w="1637">
                  <a:moveTo>
                    <a:pt x="301" y="0"/>
                  </a:moveTo>
                  <a:cubicBezTo>
                    <a:pt x="245" y="0"/>
                    <a:pt x="187" y="20"/>
                    <a:pt x="143" y="65"/>
                  </a:cubicBezTo>
                  <a:cubicBezTo>
                    <a:pt x="36" y="136"/>
                    <a:pt x="0" y="314"/>
                    <a:pt x="71" y="420"/>
                  </a:cubicBezTo>
                  <a:lnTo>
                    <a:pt x="498" y="1025"/>
                  </a:lnTo>
                  <a:lnTo>
                    <a:pt x="71" y="1630"/>
                  </a:lnTo>
                  <a:cubicBezTo>
                    <a:pt x="0" y="1737"/>
                    <a:pt x="36" y="1915"/>
                    <a:pt x="143" y="1986"/>
                  </a:cubicBezTo>
                  <a:cubicBezTo>
                    <a:pt x="178" y="2022"/>
                    <a:pt x="249" y="2022"/>
                    <a:pt x="285" y="2022"/>
                  </a:cubicBezTo>
                  <a:cubicBezTo>
                    <a:pt x="392" y="2022"/>
                    <a:pt x="463" y="1986"/>
                    <a:pt x="498" y="1915"/>
                  </a:cubicBezTo>
                  <a:lnTo>
                    <a:pt x="819" y="1488"/>
                  </a:lnTo>
                  <a:lnTo>
                    <a:pt x="1139" y="1915"/>
                  </a:lnTo>
                  <a:cubicBezTo>
                    <a:pt x="1174" y="1986"/>
                    <a:pt x="1246" y="2022"/>
                    <a:pt x="1352" y="2022"/>
                  </a:cubicBezTo>
                  <a:cubicBezTo>
                    <a:pt x="1388" y="2022"/>
                    <a:pt x="1459" y="2022"/>
                    <a:pt x="1495" y="1986"/>
                  </a:cubicBezTo>
                  <a:cubicBezTo>
                    <a:pt x="1601" y="1915"/>
                    <a:pt x="1637" y="1737"/>
                    <a:pt x="1566" y="1630"/>
                  </a:cubicBezTo>
                  <a:lnTo>
                    <a:pt x="1139" y="1025"/>
                  </a:lnTo>
                  <a:lnTo>
                    <a:pt x="1566" y="420"/>
                  </a:lnTo>
                  <a:cubicBezTo>
                    <a:pt x="1637" y="314"/>
                    <a:pt x="1601" y="136"/>
                    <a:pt x="1495" y="65"/>
                  </a:cubicBezTo>
                  <a:cubicBezTo>
                    <a:pt x="1435" y="20"/>
                    <a:pt x="1375" y="0"/>
                    <a:pt x="1321" y="0"/>
                  </a:cubicBezTo>
                  <a:cubicBezTo>
                    <a:pt x="1246" y="0"/>
                    <a:pt x="1180" y="38"/>
                    <a:pt x="1139" y="100"/>
                  </a:cubicBezTo>
                  <a:lnTo>
                    <a:pt x="819" y="563"/>
                  </a:lnTo>
                  <a:lnTo>
                    <a:pt x="498" y="100"/>
                  </a:lnTo>
                  <a:cubicBezTo>
                    <a:pt x="457" y="38"/>
                    <a:pt x="380"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3333332" y="2997801"/>
              <a:ext cx="34841" cy="40748"/>
            </a:xfrm>
            <a:custGeom>
              <a:rect b="b" l="l" r="r" t="t"/>
              <a:pathLst>
                <a:path extrusionOk="0" h="2021" w="1728">
                  <a:moveTo>
                    <a:pt x="1364" y="1"/>
                  </a:moveTo>
                  <a:cubicBezTo>
                    <a:pt x="1285" y="1"/>
                    <a:pt x="1203" y="39"/>
                    <a:pt x="1140" y="134"/>
                  </a:cubicBezTo>
                  <a:lnTo>
                    <a:pt x="819" y="561"/>
                  </a:lnTo>
                  <a:lnTo>
                    <a:pt x="535" y="134"/>
                  </a:lnTo>
                  <a:cubicBezTo>
                    <a:pt x="472" y="51"/>
                    <a:pt x="397" y="16"/>
                    <a:pt x="318" y="16"/>
                  </a:cubicBezTo>
                  <a:cubicBezTo>
                    <a:pt x="261" y="16"/>
                    <a:pt x="202" y="34"/>
                    <a:pt x="143" y="63"/>
                  </a:cubicBezTo>
                  <a:cubicBezTo>
                    <a:pt x="37" y="134"/>
                    <a:pt x="1" y="312"/>
                    <a:pt x="108" y="419"/>
                  </a:cubicBezTo>
                  <a:lnTo>
                    <a:pt x="499" y="1024"/>
                  </a:lnTo>
                  <a:lnTo>
                    <a:pt x="108" y="1629"/>
                  </a:lnTo>
                  <a:cubicBezTo>
                    <a:pt x="1" y="1735"/>
                    <a:pt x="37" y="1913"/>
                    <a:pt x="143" y="1985"/>
                  </a:cubicBezTo>
                  <a:lnTo>
                    <a:pt x="179" y="1985"/>
                  </a:lnTo>
                  <a:cubicBezTo>
                    <a:pt x="214" y="2020"/>
                    <a:pt x="286" y="2020"/>
                    <a:pt x="321" y="2020"/>
                  </a:cubicBezTo>
                  <a:cubicBezTo>
                    <a:pt x="392" y="2020"/>
                    <a:pt x="499" y="1985"/>
                    <a:pt x="535" y="1913"/>
                  </a:cubicBezTo>
                  <a:lnTo>
                    <a:pt x="1602" y="419"/>
                  </a:lnTo>
                  <a:cubicBezTo>
                    <a:pt x="1727" y="219"/>
                    <a:pt x="1553" y="1"/>
                    <a:pt x="1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3576532" y="3182711"/>
              <a:ext cx="19396" cy="10787"/>
            </a:xfrm>
            <a:custGeom>
              <a:rect b="b" l="l" r="r" t="t"/>
              <a:pathLst>
                <a:path extrusionOk="0" h="535" w="962">
                  <a:moveTo>
                    <a:pt x="286" y="1"/>
                  </a:moveTo>
                  <a:cubicBezTo>
                    <a:pt x="1" y="36"/>
                    <a:pt x="1" y="499"/>
                    <a:pt x="286" y="535"/>
                  </a:cubicBezTo>
                  <a:lnTo>
                    <a:pt x="641" y="535"/>
                  </a:lnTo>
                  <a:cubicBezTo>
                    <a:pt x="962" y="499"/>
                    <a:pt x="962" y="36"/>
                    <a:pt x="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3575101" y="3164787"/>
              <a:ext cx="21554" cy="10061"/>
            </a:xfrm>
            <a:custGeom>
              <a:rect b="b" l="l" r="r" t="t"/>
              <a:pathLst>
                <a:path extrusionOk="0" h="499" w="1069">
                  <a:moveTo>
                    <a:pt x="357" y="0"/>
                  </a:moveTo>
                  <a:cubicBezTo>
                    <a:pt x="1" y="0"/>
                    <a:pt x="1" y="498"/>
                    <a:pt x="357" y="498"/>
                  </a:cubicBezTo>
                  <a:lnTo>
                    <a:pt x="712" y="498"/>
                  </a:lnTo>
                  <a:cubicBezTo>
                    <a:pt x="1068" y="498"/>
                    <a:pt x="1068" y="0"/>
                    <a:pt x="7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3602018" y="3161903"/>
              <a:ext cx="11493" cy="37159"/>
            </a:xfrm>
            <a:custGeom>
              <a:rect b="b" l="l" r="r" t="t"/>
              <a:pathLst>
                <a:path extrusionOk="0" h="1843" w="570">
                  <a:moveTo>
                    <a:pt x="285" y="1"/>
                  </a:moveTo>
                  <a:cubicBezTo>
                    <a:pt x="142" y="1"/>
                    <a:pt x="0" y="72"/>
                    <a:pt x="18" y="214"/>
                  </a:cubicBezTo>
                  <a:lnTo>
                    <a:pt x="18" y="1602"/>
                  </a:lnTo>
                  <a:cubicBezTo>
                    <a:pt x="0" y="1762"/>
                    <a:pt x="142" y="1842"/>
                    <a:pt x="285" y="1842"/>
                  </a:cubicBezTo>
                  <a:cubicBezTo>
                    <a:pt x="427" y="1842"/>
                    <a:pt x="569" y="1762"/>
                    <a:pt x="552" y="1602"/>
                  </a:cubicBezTo>
                  <a:lnTo>
                    <a:pt x="552" y="214"/>
                  </a:lnTo>
                  <a:cubicBezTo>
                    <a:pt x="569" y="72"/>
                    <a:pt x="427"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3620305" y="3167650"/>
              <a:ext cx="34458" cy="32300"/>
            </a:xfrm>
            <a:custGeom>
              <a:rect b="b" l="l" r="r" t="t"/>
              <a:pathLst>
                <a:path extrusionOk="0" h="1602" w="1709">
                  <a:moveTo>
                    <a:pt x="890" y="534"/>
                  </a:moveTo>
                  <a:cubicBezTo>
                    <a:pt x="961" y="570"/>
                    <a:pt x="1032" y="641"/>
                    <a:pt x="1068" y="712"/>
                  </a:cubicBezTo>
                  <a:cubicBezTo>
                    <a:pt x="1068" y="819"/>
                    <a:pt x="1068" y="890"/>
                    <a:pt x="1032" y="961"/>
                  </a:cubicBezTo>
                  <a:cubicBezTo>
                    <a:pt x="979" y="1041"/>
                    <a:pt x="885" y="1081"/>
                    <a:pt x="812" y="1081"/>
                  </a:cubicBezTo>
                  <a:cubicBezTo>
                    <a:pt x="788" y="1081"/>
                    <a:pt x="765" y="1077"/>
                    <a:pt x="748" y="1068"/>
                  </a:cubicBezTo>
                  <a:cubicBezTo>
                    <a:pt x="641" y="1032"/>
                    <a:pt x="570" y="961"/>
                    <a:pt x="534" y="890"/>
                  </a:cubicBezTo>
                  <a:cubicBezTo>
                    <a:pt x="534" y="783"/>
                    <a:pt x="534" y="712"/>
                    <a:pt x="605" y="641"/>
                  </a:cubicBezTo>
                  <a:cubicBezTo>
                    <a:pt x="641" y="570"/>
                    <a:pt x="712" y="534"/>
                    <a:pt x="819" y="534"/>
                  </a:cubicBezTo>
                  <a:close/>
                  <a:moveTo>
                    <a:pt x="819" y="1"/>
                  </a:moveTo>
                  <a:cubicBezTo>
                    <a:pt x="570" y="1"/>
                    <a:pt x="356" y="143"/>
                    <a:pt x="178" y="321"/>
                  </a:cubicBezTo>
                  <a:cubicBezTo>
                    <a:pt x="36" y="499"/>
                    <a:pt x="0" y="783"/>
                    <a:pt x="72" y="997"/>
                  </a:cubicBezTo>
                  <a:cubicBezTo>
                    <a:pt x="143" y="1282"/>
                    <a:pt x="321" y="1495"/>
                    <a:pt x="605" y="1566"/>
                  </a:cubicBezTo>
                  <a:cubicBezTo>
                    <a:pt x="676" y="1566"/>
                    <a:pt x="748" y="1602"/>
                    <a:pt x="819" y="1602"/>
                  </a:cubicBezTo>
                  <a:cubicBezTo>
                    <a:pt x="1317" y="1602"/>
                    <a:pt x="1708" y="1104"/>
                    <a:pt x="1566" y="605"/>
                  </a:cubicBezTo>
                  <a:cubicBezTo>
                    <a:pt x="1495" y="321"/>
                    <a:pt x="1281" y="107"/>
                    <a:pt x="1032" y="36"/>
                  </a:cubicBezTo>
                  <a:cubicBezTo>
                    <a:pt x="961" y="36"/>
                    <a:pt x="890" y="36"/>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3659763" y="3167650"/>
              <a:ext cx="32300" cy="53108"/>
            </a:xfrm>
            <a:custGeom>
              <a:rect b="b" l="l" r="r" t="t"/>
              <a:pathLst>
                <a:path extrusionOk="0" h="2634" w="1602">
                  <a:moveTo>
                    <a:pt x="890" y="534"/>
                  </a:moveTo>
                  <a:cubicBezTo>
                    <a:pt x="961" y="534"/>
                    <a:pt x="1032" y="605"/>
                    <a:pt x="1068" y="712"/>
                  </a:cubicBezTo>
                  <a:cubicBezTo>
                    <a:pt x="1103" y="783"/>
                    <a:pt x="1068" y="890"/>
                    <a:pt x="1032" y="926"/>
                  </a:cubicBezTo>
                  <a:lnTo>
                    <a:pt x="1032" y="961"/>
                  </a:lnTo>
                  <a:cubicBezTo>
                    <a:pt x="980" y="1013"/>
                    <a:pt x="909" y="1046"/>
                    <a:pt x="833" y="1046"/>
                  </a:cubicBezTo>
                  <a:cubicBezTo>
                    <a:pt x="805" y="1046"/>
                    <a:pt x="776" y="1042"/>
                    <a:pt x="747" y="1032"/>
                  </a:cubicBezTo>
                  <a:cubicBezTo>
                    <a:pt x="463" y="961"/>
                    <a:pt x="498" y="534"/>
                    <a:pt x="819" y="534"/>
                  </a:cubicBezTo>
                  <a:close/>
                  <a:moveTo>
                    <a:pt x="819" y="1"/>
                  </a:moveTo>
                  <a:cubicBezTo>
                    <a:pt x="570" y="1"/>
                    <a:pt x="356" y="107"/>
                    <a:pt x="214" y="321"/>
                  </a:cubicBezTo>
                  <a:cubicBezTo>
                    <a:pt x="36" y="499"/>
                    <a:pt x="0" y="748"/>
                    <a:pt x="71" y="997"/>
                  </a:cubicBezTo>
                  <a:cubicBezTo>
                    <a:pt x="143" y="1353"/>
                    <a:pt x="463" y="1566"/>
                    <a:pt x="819" y="1566"/>
                  </a:cubicBezTo>
                  <a:cubicBezTo>
                    <a:pt x="890" y="1566"/>
                    <a:pt x="997" y="1566"/>
                    <a:pt x="1068" y="1531"/>
                  </a:cubicBezTo>
                  <a:lnTo>
                    <a:pt x="1068" y="1851"/>
                  </a:lnTo>
                  <a:cubicBezTo>
                    <a:pt x="1068" y="1993"/>
                    <a:pt x="961" y="2100"/>
                    <a:pt x="819" y="2100"/>
                  </a:cubicBezTo>
                  <a:cubicBezTo>
                    <a:pt x="463" y="2100"/>
                    <a:pt x="463" y="2634"/>
                    <a:pt x="819" y="2634"/>
                  </a:cubicBezTo>
                  <a:cubicBezTo>
                    <a:pt x="1246" y="2634"/>
                    <a:pt x="1601" y="2278"/>
                    <a:pt x="1601" y="1851"/>
                  </a:cubicBezTo>
                  <a:lnTo>
                    <a:pt x="1601" y="783"/>
                  </a:lnTo>
                  <a:cubicBezTo>
                    <a:pt x="1601" y="712"/>
                    <a:pt x="1601" y="641"/>
                    <a:pt x="1601" y="605"/>
                  </a:cubicBezTo>
                  <a:lnTo>
                    <a:pt x="1566" y="605"/>
                  </a:lnTo>
                  <a:cubicBezTo>
                    <a:pt x="1495" y="321"/>
                    <a:pt x="1281" y="107"/>
                    <a:pt x="1032" y="36"/>
                  </a:cubicBezTo>
                  <a:cubicBezTo>
                    <a:pt x="961" y="1"/>
                    <a:pt x="890"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3538284" y="3160976"/>
              <a:ext cx="34679" cy="38974"/>
            </a:xfrm>
            <a:custGeom>
              <a:rect b="b" l="l" r="r" t="t"/>
              <a:pathLst>
                <a:path extrusionOk="0" h="1933" w="1720">
                  <a:moveTo>
                    <a:pt x="1421" y="0"/>
                  </a:moveTo>
                  <a:cubicBezTo>
                    <a:pt x="1342" y="0"/>
                    <a:pt x="1264" y="35"/>
                    <a:pt x="1222" y="118"/>
                  </a:cubicBezTo>
                  <a:lnTo>
                    <a:pt x="902" y="545"/>
                  </a:lnTo>
                  <a:lnTo>
                    <a:pt x="581" y="118"/>
                  </a:lnTo>
                  <a:cubicBezTo>
                    <a:pt x="522" y="39"/>
                    <a:pt x="446" y="6"/>
                    <a:pt x="372" y="6"/>
                  </a:cubicBezTo>
                  <a:cubicBezTo>
                    <a:pt x="180" y="6"/>
                    <a:pt x="0" y="223"/>
                    <a:pt x="154" y="403"/>
                  </a:cubicBezTo>
                  <a:lnTo>
                    <a:pt x="581" y="972"/>
                  </a:lnTo>
                  <a:lnTo>
                    <a:pt x="154" y="1506"/>
                  </a:lnTo>
                  <a:cubicBezTo>
                    <a:pt x="83" y="1613"/>
                    <a:pt x="83" y="1790"/>
                    <a:pt x="226" y="1862"/>
                  </a:cubicBezTo>
                  <a:cubicBezTo>
                    <a:pt x="261" y="1897"/>
                    <a:pt x="297" y="1933"/>
                    <a:pt x="368" y="1933"/>
                  </a:cubicBezTo>
                  <a:cubicBezTo>
                    <a:pt x="439" y="1933"/>
                    <a:pt x="546" y="1897"/>
                    <a:pt x="581" y="1826"/>
                  </a:cubicBezTo>
                  <a:lnTo>
                    <a:pt x="1115" y="1114"/>
                  </a:lnTo>
                  <a:lnTo>
                    <a:pt x="1613" y="403"/>
                  </a:lnTo>
                  <a:cubicBezTo>
                    <a:pt x="1720" y="296"/>
                    <a:pt x="1684" y="154"/>
                    <a:pt x="1578" y="47"/>
                  </a:cubicBezTo>
                  <a:cubicBezTo>
                    <a:pt x="1533" y="17"/>
                    <a:pt x="1477" y="0"/>
                    <a:pt x="14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2" name="Google Shape;2852;p72"/>
          <p:cNvGrpSpPr/>
          <p:nvPr/>
        </p:nvGrpSpPr>
        <p:grpSpPr>
          <a:xfrm>
            <a:off x="3306879" y="2387119"/>
            <a:ext cx="413170" cy="357239"/>
            <a:chOff x="3306879" y="2387119"/>
            <a:chExt cx="413170" cy="357239"/>
          </a:xfrm>
        </p:grpSpPr>
        <p:sp>
          <p:nvSpPr>
            <p:cNvPr id="2853" name="Google Shape;2853;p72"/>
            <p:cNvSpPr/>
            <p:nvPr/>
          </p:nvSpPr>
          <p:spPr>
            <a:xfrm>
              <a:off x="3308956" y="2428009"/>
              <a:ext cx="296308" cy="311430"/>
            </a:xfrm>
            <a:custGeom>
              <a:rect b="b" l="l" r="r" t="t"/>
              <a:pathLst>
                <a:path extrusionOk="0" h="15446" w="14696">
                  <a:moveTo>
                    <a:pt x="9251" y="1"/>
                  </a:moveTo>
                  <a:cubicBezTo>
                    <a:pt x="3736" y="1"/>
                    <a:pt x="0" y="5587"/>
                    <a:pt x="2100" y="10675"/>
                  </a:cubicBezTo>
                  <a:cubicBezTo>
                    <a:pt x="3389" y="13748"/>
                    <a:pt x="6301" y="15445"/>
                    <a:pt x="9259" y="15445"/>
                  </a:cubicBezTo>
                  <a:cubicBezTo>
                    <a:pt x="11199" y="15445"/>
                    <a:pt x="13159" y="14716"/>
                    <a:pt x="14695" y="13166"/>
                  </a:cubicBezTo>
                  <a:lnTo>
                    <a:pt x="9251" y="7722"/>
                  </a:lnTo>
                  <a:lnTo>
                    <a:pt x="92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3495479" y="2583683"/>
              <a:ext cx="155695" cy="109785"/>
            </a:xfrm>
            <a:custGeom>
              <a:rect b="b" l="l" r="r" t="t"/>
              <a:pathLst>
                <a:path extrusionOk="0" h="5445" w="7722">
                  <a:moveTo>
                    <a:pt x="0" y="1"/>
                  </a:moveTo>
                  <a:lnTo>
                    <a:pt x="5444" y="5445"/>
                  </a:lnTo>
                  <a:cubicBezTo>
                    <a:pt x="6903" y="4022"/>
                    <a:pt x="7721" y="2065"/>
                    <a:pt x="7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3495479" y="2392865"/>
              <a:ext cx="191564" cy="190838"/>
            </a:xfrm>
            <a:custGeom>
              <a:rect b="b" l="l" r="r" t="t"/>
              <a:pathLst>
                <a:path extrusionOk="0" h="9465" w="9501">
                  <a:moveTo>
                    <a:pt x="65" y="0"/>
                  </a:moveTo>
                  <a:cubicBezTo>
                    <a:pt x="44" y="0"/>
                    <a:pt x="22" y="0"/>
                    <a:pt x="0" y="0"/>
                  </a:cubicBezTo>
                  <a:lnTo>
                    <a:pt x="0" y="9465"/>
                  </a:lnTo>
                  <a:lnTo>
                    <a:pt x="9500" y="9465"/>
                  </a:lnTo>
                  <a:cubicBezTo>
                    <a:pt x="9500" y="4256"/>
                    <a:pt x="5266" y="0"/>
                    <a:pt x="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3316839" y="2387119"/>
              <a:ext cx="375224" cy="356997"/>
            </a:xfrm>
            <a:custGeom>
              <a:rect b="b" l="l" r="r" t="t"/>
              <a:pathLst>
                <a:path extrusionOk="0" h="17706" w="18610">
                  <a:moveTo>
                    <a:pt x="12063" y="1104"/>
                  </a:moveTo>
                  <a:lnTo>
                    <a:pt x="12063" y="1104"/>
                  </a:lnTo>
                  <a:cubicBezTo>
                    <a:pt x="14589" y="2064"/>
                    <a:pt x="16581" y="4021"/>
                    <a:pt x="17506" y="6548"/>
                  </a:cubicBezTo>
                  <a:lnTo>
                    <a:pt x="12063" y="1104"/>
                  </a:lnTo>
                  <a:close/>
                  <a:moveTo>
                    <a:pt x="9287" y="535"/>
                  </a:moveTo>
                  <a:cubicBezTo>
                    <a:pt x="9857" y="570"/>
                    <a:pt x="10426" y="641"/>
                    <a:pt x="10995" y="784"/>
                  </a:cubicBezTo>
                  <a:lnTo>
                    <a:pt x="17827" y="7615"/>
                  </a:lnTo>
                  <a:cubicBezTo>
                    <a:pt x="17969" y="8184"/>
                    <a:pt x="18040" y="8754"/>
                    <a:pt x="18076" y="9323"/>
                  </a:cubicBezTo>
                  <a:lnTo>
                    <a:pt x="9287" y="535"/>
                  </a:lnTo>
                  <a:close/>
                  <a:moveTo>
                    <a:pt x="9109" y="7793"/>
                  </a:moveTo>
                  <a:lnTo>
                    <a:pt x="10853" y="9501"/>
                  </a:lnTo>
                  <a:lnTo>
                    <a:pt x="9109" y="9501"/>
                  </a:lnTo>
                  <a:lnTo>
                    <a:pt x="9109" y="7793"/>
                  </a:lnTo>
                  <a:close/>
                  <a:moveTo>
                    <a:pt x="9109" y="3345"/>
                  </a:moveTo>
                  <a:lnTo>
                    <a:pt x="15300" y="9501"/>
                  </a:lnTo>
                  <a:lnTo>
                    <a:pt x="13806" y="9501"/>
                  </a:lnTo>
                  <a:lnTo>
                    <a:pt x="9109" y="4840"/>
                  </a:lnTo>
                  <a:lnTo>
                    <a:pt x="9109" y="3345"/>
                  </a:lnTo>
                  <a:close/>
                  <a:moveTo>
                    <a:pt x="9109" y="1104"/>
                  </a:moveTo>
                  <a:lnTo>
                    <a:pt x="17506" y="9501"/>
                  </a:lnTo>
                  <a:lnTo>
                    <a:pt x="16012" y="9501"/>
                  </a:lnTo>
                  <a:lnTo>
                    <a:pt x="9109" y="2598"/>
                  </a:lnTo>
                  <a:lnTo>
                    <a:pt x="9109" y="1104"/>
                  </a:lnTo>
                  <a:close/>
                  <a:moveTo>
                    <a:pt x="8860" y="1"/>
                  </a:moveTo>
                  <a:cubicBezTo>
                    <a:pt x="8718" y="1"/>
                    <a:pt x="8611" y="108"/>
                    <a:pt x="8611" y="285"/>
                  </a:cubicBezTo>
                  <a:lnTo>
                    <a:pt x="8611" y="1780"/>
                  </a:lnTo>
                  <a:cubicBezTo>
                    <a:pt x="6761" y="1851"/>
                    <a:pt x="4982" y="2563"/>
                    <a:pt x="3594" y="3772"/>
                  </a:cubicBezTo>
                  <a:cubicBezTo>
                    <a:pt x="3416" y="3950"/>
                    <a:pt x="3523" y="4199"/>
                    <a:pt x="3737" y="4235"/>
                  </a:cubicBezTo>
                  <a:cubicBezTo>
                    <a:pt x="3808" y="4235"/>
                    <a:pt x="3879" y="4199"/>
                    <a:pt x="3915" y="4164"/>
                  </a:cubicBezTo>
                  <a:cubicBezTo>
                    <a:pt x="5231" y="3025"/>
                    <a:pt x="6868" y="2349"/>
                    <a:pt x="8611" y="2278"/>
                  </a:cubicBezTo>
                  <a:lnTo>
                    <a:pt x="8611" y="5623"/>
                  </a:lnTo>
                  <a:cubicBezTo>
                    <a:pt x="8611" y="5800"/>
                    <a:pt x="8718" y="5907"/>
                    <a:pt x="8860" y="5907"/>
                  </a:cubicBezTo>
                  <a:cubicBezTo>
                    <a:pt x="9003" y="5907"/>
                    <a:pt x="9109" y="5800"/>
                    <a:pt x="9109" y="5623"/>
                  </a:cubicBezTo>
                  <a:lnTo>
                    <a:pt x="9109" y="5551"/>
                  </a:lnTo>
                  <a:lnTo>
                    <a:pt x="13059" y="9465"/>
                  </a:lnTo>
                  <a:lnTo>
                    <a:pt x="11564" y="9465"/>
                  </a:lnTo>
                  <a:lnTo>
                    <a:pt x="9109" y="7046"/>
                  </a:lnTo>
                  <a:lnTo>
                    <a:pt x="9109" y="6868"/>
                  </a:lnTo>
                  <a:cubicBezTo>
                    <a:pt x="9109" y="6726"/>
                    <a:pt x="9003" y="6619"/>
                    <a:pt x="8860" y="6583"/>
                  </a:cubicBezTo>
                  <a:cubicBezTo>
                    <a:pt x="8718" y="6619"/>
                    <a:pt x="8611" y="6726"/>
                    <a:pt x="8611" y="6868"/>
                  </a:cubicBezTo>
                  <a:lnTo>
                    <a:pt x="8611" y="9750"/>
                  </a:lnTo>
                  <a:cubicBezTo>
                    <a:pt x="8611" y="9821"/>
                    <a:pt x="8611" y="9892"/>
                    <a:pt x="8682" y="9928"/>
                  </a:cubicBezTo>
                  <a:lnTo>
                    <a:pt x="10248" y="11493"/>
                  </a:lnTo>
                  <a:cubicBezTo>
                    <a:pt x="10284" y="11547"/>
                    <a:pt x="10346" y="11573"/>
                    <a:pt x="10412" y="11573"/>
                  </a:cubicBezTo>
                  <a:cubicBezTo>
                    <a:pt x="10479" y="11573"/>
                    <a:pt x="10550" y="11547"/>
                    <a:pt x="10604" y="11493"/>
                  </a:cubicBezTo>
                  <a:cubicBezTo>
                    <a:pt x="10710" y="11387"/>
                    <a:pt x="10710" y="11209"/>
                    <a:pt x="10604" y="11102"/>
                  </a:cubicBezTo>
                  <a:lnTo>
                    <a:pt x="9501" y="9999"/>
                  </a:lnTo>
                  <a:lnTo>
                    <a:pt x="16332" y="9999"/>
                  </a:lnTo>
                  <a:cubicBezTo>
                    <a:pt x="16261" y="11814"/>
                    <a:pt x="15549" y="13521"/>
                    <a:pt x="14304" y="14838"/>
                  </a:cubicBezTo>
                  <a:lnTo>
                    <a:pt x="11493" y="11992"/>
                  </a:lnTo>
                  <a:cubicBezTo>
                    <a:pt x="11440" y="11956"/>
                    <a:pt x="11369" y="11938"/>
                    <a:pt x="11298" y="11938"/>
                  </a:cubicBezTo>
                  <a:cubicBezTo>
                    <a:pt x="11226" y="11938"/>
                    <a:pt x="11155" y="11956"/>
                    <a:pt x="11102" y="11992"/>
                  </a:cubicBezTo>
                  <a:cubicBezTo>
                    <a:pt x="10995" y="12098"/>
                    <a:pt x="10995" y="12276"/>
                    <a:pt x="11102" y="12383"/>
                  </a:cubicBezTo>
                  <a:lnTo>
                    <a:pt x="13948" y="15194"/>
                  </a:lnTo>
                  <a:cubicBezTo>
                    <a:pt x="12493" y="16577"/>
                    <a:pt x="10630" y="17271"/>
                    <a:pt x="8771" y="17271"/>
                  </a:cubicBezTo>
                  <a:cubicBezTo>
                    <a:pt x="6947" y="17271"/>
                    <a:pt x="5128" y="16604"/>
                    <a:pt x="3701" y="15265"/>
                  </a:cubicBezTo>
                  <a:cubicBezTo>
                    <a:pt x="819" y="12561"/>
                    <a:pt x="534" y="8078"/>
                    <a:pt x="3061" y="5053"/>
                  </a:cubicBezTo>
                  <a:cubicBezTo>
                    <a:pt x="3132" y="4947"/>
                    <a:pt x="3132" y="4769"/>
                    <a:pt x="3025" y="4697"/>
                  </a:cubicBezTo>
                  <a:cubicBezTo>
                    <a:pt x="2980" y="4653"/>
                    <a:pt x="2923" y="4633"/>
                    <a:pt x="2866" y="4633"/>
                  </a:cubicBezTo>
                  <a:cubicBezTo>
                    <a:pt x="2788" y="4633"/>
                    <a:pt x="2711" y="4671"/>
                    <a:pt x="2669" y="4733"/>
                  </a:cubicBezTo>
                  <a:cubicBezTo>
                    <a:pt x="1" y="8042"/>
                    <a:pt x="356" y="12845"/>
                    <a:pt x="3523" y="15656"/>
                  </a:cubicBezTo>
                  <a:cubicBezTo>
                    <a:pt x="5049" y="17028"/>
                    <a:pt x="6954" y="17705"/>
                    <a:pt x="8853" y="17705"/>
                  </a:cubicBezTo>
                  <a:cubicBezTo>
                    <a:pt x="10897" y="17705"/>
                    <a:pt x="12933" y="16921"/>
                    <a:pt x="14482" y="15372"/>
                  </a:cubicBezTo>
                  <a:cubicBezTo>
                    <a:pt x="15941" y="13948"/>
                    <a:pt x="16759" y="12027"/>
                    <a:pt x="16830" y="9999"/>
                  </a:cubicBezTo>
                  <a:lnTo>
                    <a:pt x="18360" y="9999"/>
                  </a:lnTo>
                  <a:cubicBezTo>
                    <a:pt x="18503" y="9999"/>
                    <a:pt x="18609" y="9892"/>
                    <a:pt x="18609" y="9750"/>
                  </a:cubicBezTo>
                  <a:cubicBezTo>
                    <a:pt x="18609" y="7153"/>
                    <a:pt x="17578" y="4662"/>
                    <a:pt x="15763" y="2847"/>
                  </a:cubicBezTo>
                  <a:cubicBezTo>
                    <a:pt x="13913" y="1033"/>
                    <a:pt x="11458" y="1"/>
                    <a:pt x="8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3313976" y="2392140"/>
              <a:ext cx="180797" cy="155614"/>
            </a:xfrm>
            <a:custGeom>
              <a:rect b="b" l="l" r="r" t="t"/>
              <a:pathLst>
                <a:path extrusionOk="0" h="7718" w="8967">
                  <a:moveTo>
                    <a:pt x="5124" y="1"/>
                  </a:moveTo>
                  <a:cubicBezTo>
                    <a:pt x="1708" y="1"/>
                    <a:pt x="0" y="4164"/>
                    <a:pt x="2420" y="6583"/>
                  </a:cubicBezTo>
                  <a:cubicBezTo>
                    <a:pt x="3203" y="7367"/>
                    <a:pt x="4166" y="7718"/>
                    <a:pt x="5110" y="7718"/>
                  </a:cubicBezTo>
                  <a:cubicBezTo>
                    <a:pt x="7080" y="7718"/>
                    <a:pt x="8967" y="6189"/>
                    <a:pt x="8967" y="3879"/>
                  </a:cubicBezTo>
                  <a:cubicBezTo>
                    <a:pt x="8967" y="1744"/>
                    <a:pt x="7259" y="1"/>
                    <a:pt x="5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3505520" y="2392140"/>
              <a:ext cx="181523" cy="155614"/>
            </a:xfrm>
            <a:custGeom>
              <a:rect b="b" l="l" r="r" t="t"/>
              <a:pathLst>
                <a:path extrusionOk="0" h="7718" w="9003">
                  <a:moveTo>
                    <a:pt x="5160" y="1"/>
                  </a:moveTo>
                  <a:cubicBezTo>
                    <a:pt x="1708" y="1"/>
                    <a:pt x="0" y="4164"/>
                    <a:pt x="2420" y="6583"/>
                  </a:cubicBezTo>
                  <a:cubicBezTo>
                    <a:pt x="3203" y="7367"/>
                    <a:pt x="4170" y="7718"/>
                    <a:pt x="5118" y="7718"/>
                  </a:cubicBezTo>
                  <a:cubicBezTo>
                    <a:pt x="7099" y="7718"/>
                    <a:pt x="9002" y="6189"/>
                    <a:pt x="9002" y="3879"/>
                  </a:cubicBezTo>
                  <a:cubicBezTo>
                    <a:pt x="9002" y="1744"/>
                    <a:pt x="7259" y="1"/>
                    <a:pt x="5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3313976" y="2584409"/>
              <a:ext cx="180797" cy="154888"/>
            </a:xfrm>
            <a:custGeom>
              <a:rect b="b" l="l" r="r" t="t"/>
              <a:pathLst>
                <a:path extrusionOk="0" h="7682" w="8967">
                  <a:moveTo>
                    <a:pt x="5124" y="1"/>
                  </a:moveTo>
                  <a:cubicBezTo>
                    <a:pt x="1708" y="1"/>
                    <a:pt x="0" y="4128"/>
                    <a:pt x="2420" y="6547"/>
                  </a:cubicBezTo>
                  <a:cubicBezTo>
                    <a:pt x="3203" y="7331"/>
                    <a:pt x="4166" y="7682"/>
                    <a:pt x="5110" y="7682"/>
                  </a:cubicBezTo>
                  <a:cubicBezTo>
                    <a:pt x="7080" y="7682"/>
                    <a:pt x="8967" y="6153"/>
                    <a:pt x="8967" y="3843"/>
                  </a:cubicBezTo>
                  <a:cubicBezTo>
                    <a:pt x="8967" y="1708"/>
                    <a:pt x="7259" y="1"/>
                    <a:pt x="5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3505520" y="2584409"/>
              <a:ext cx="181523" cy="154888"/>
            </a:xfrm>
            <a:custGeom>
              <a:rect b="b" l="l" r="r" t="t"/>
              <a:pathLst>
                <a:path extrusionOk="0" h="7682" w="9003">
                  <a:moveTo>
                    <a:pt x="5160" y="1"/>
                  </a:moveTo>
                  <a:cubicBezTo>
                    <a:pt x="1708" y="1"/>
                    <a:pt x="0" y="4128"/>
                    <a:pt x="2420" y="6547"/>
                  </a:cubicBezTo>
                  <a:cubicBezTo>
                    <a:pt x="3203" y="7331"/>
                    <a:pt x="4170" y="7682"/>
                    <a:pt x="5118" y="7682"/>
                  </a:cubicBezTo>
                  <a:cubicBezTo>
                    <a:pt x="7099" y="7682"/>
                    <a:pt x="9002" y="6153"/>
                    <a:pt x="9002" y="3843"/>
                  </a:cubicBezTo>
                  <a:cubicBezTo>
                    <a:pt x="9002" y="1708"/>
                    <a:pt x="7259" y="1"/>
                    <a:pt x="51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3318271" y="2387119"/>
              <a:ext cx="201625" cy="166079"/>
            </a:xfrm>
            <a:custGeom>
              <a:rect b="b" l="l" r="r" t="t"/>
              <a:pathLst>
                <a:path extrusionOk="0" h="8237" w="10000">
                  <a:moveTo>
                    <a:pt x="4911" y="1"/>
                  </a:moveTo>
                  <a:cubicBezTo>
                    <a:pt x="1993" y="1"/>
                    <a:pt x="1" y="2954"/>
                    <a:pt x="1104" y="5658"/>
                  </a:cubicBezTo>
                  <a:cubicBezTo>
                    <a:pt x="1758" y="7314"/>
                    <a:pt x="3319" y="8236"/>
                    <a:pt x="4913" y="8236"/>
                  </a:cubicBezTo>
                  <a:cubicBezTo>
                    <a:pt x="5922" y="8236"/>
                    <a:pt x="6944" y="7867"/>
                    <a:pt x="7757" y="7081"/>
                  </a:cubicBezTo>
                  <a:cubicBezTo>
                    <a:pt x="7953" y="6886"/>
                    <a:pt x="7776" y="6625"/>
                    <a:pt x="7570" y="6625"/>
                  </a:cubicBezTo>
                  <a:cubicBezTo>
                    <a:pt x="7514" y="6625"/>
                    <a:pt x="7455" y="6644"/>
                    <a:pt x="7402" y="6690"/>
                  </a:cubicBezTo>
                  <a:cubicBezTo>
                    <a:pt x="6644" y="7406"/>
                    <a:pt x="5800" y="7709"/>
                    <a:pt x="4989" y="7709"/>
                  </a:cubicBezTo>
                  <a:cubicBezTo>
                    <a:pt x="2376" y="7709"/>
                    <a:pt x="107" y="4557"/>
                    <a:pt x="2171" y="1922"/>
                  </a:cubicBezTo>
                  <a:cubicBezTo>
                    <a:pt x="2869" y="1028"/>
                    <a:pt x="3914" y="548"/>
                    <a:pt x="4971" y="548"/>
                  </a:cubicBezTo>
                  <a:cubicBezTo>
                    <a:pt x="5639" y="548"/>
                    <a:pt x="6311" y="740"/>
                    <a:pt x="6903" y="1139"/>
                  </a:cubicBezTo>
                  <a:cubicBezTo>
                    <a:pt x="8469" y="2136"/>
                    <a:pt x="8967" y="4164"/>
                    <a:pt x="8078" y="5800"/>
                  </a:cubicBezTo>
                  <a:cubicBezTo>
                    <a:pt x="8006" y="5943"/>
                    <a:pt x="8078" y="6085"/>
                    <a:pt x="8184" y="6156"/>
                  </a:cubicBezTo>
                  <a:cubicBezTo>
                    <a:pt x="8232" y="6180"/>
                    <a:pt x="8279" y="6192"/>
                    <a:pt x="8324" y="6192"/>
                  </a:cubicBezTo>
                  <a:cubicBezTo>
                    <a:pt x="8414" y="6192"/>
                    <a:pt x="8493" y="6144"/>
                    <a:pt x="8540" y="6050"/>
                  </a:cubicBezTo>
                  <a:cubicBezTo>
                    <a:pt x="9999" y="3310"/>
                    <a:pt x="8006" y="36"/>
                    <a:pt x="4911" y="36"/>
                  </a:cubicBezTo>
                  <a:lnTo>
                    <a:pt x="49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3516287" y="2387482"/>
              <a:ext cx="203036" cy="165373"/>
            </a:xfrm>
            <a:custGeom>
              <a:rect b="b" l="l" r="r" t="t"/>
              <a:pathLst>
                <a:path extrusionOk="0" h="8202" w="10070">
                  <a:moveTo>
                    <a:pt x="4612" y="1"/>
                  </a:moveTo>
                  <a:cubicBezTo>
                    <a:pt x="2802" y="1"/>
                    <a:pt x="1113" y="1200"/>
                    <a:pt x="641" y="3114"/>
                  </a:cubicBezTo>
                  <a:cubicBezTo>
                    <a:pt x="0" y="5711"/>
                    <a:pt x="1957" y="8202"/>
                    <a:pt x="4626" y="8202"/>
                  </a:cubicBezTo>
                  <a:cubicBezTo>
                    <a:pt x="8219" y="8202"/>
                    <a:pt x="10070" y="3861"/>
                    <a:pt x="7579" y="1264"/>
                  </a:cubicBezTo>
                  <a:cubicBezTo>
                    <a:pt x="7525" y="1210"/>
                    <a:pt x="7454" y="1184"/>
                    <a:pt x="7383" y="1184"/>
                  </a:cubicBezTo>
                  <a:cubicBezTo>
                    <a:pt x="7312" y="1184"/>
                    <a:pt x="7241" y="1210"/>
                    <a:pt x="7187" y="1264"/>
                  </a:cubicBezTo>
                  <a:cubicBezTo>
                    <a:pt x="7116" y="1335"/>
                    <a:pt x="7116" y="1513"/>
                    <a:pt x="7187" y="1620"/>
                  </a:cubicBezTo>
                  <a:cubicBezTo>
                    <a:pt x="9626" y="4144"/>
                    <a:pt x="7409" y="7685"/>
                    <a:pt x="4642" y="7685"/>
                  </a:cubicBezTo>
                  <a:cubicBezTo>
                    <a:pt x="3938" y="7685"/>
                    <a:pt x="3198" y="7455"/>
                    <a:pt x="2491" y="6921"/>
                  </a:cubicBezTo>
                  <a:cubicBezTo>
                    <a:pt x="996" y="5782"/>
                    <a:pt x="641" y="3719"/>
                    <a:pt x="1637" y="2153"/>
                  </a:cubicBezTo>
                  <a:cubicBezTo>
                    <a:pt x="2307" y="1100"/>
                    <a:pt x="3444" y="514"/>
                    <a:pt x="4615" y="514"/>
                  </a:cubicBezTo>
                  <a:cubicBezTo>
                    <a:pt x="5185" y="514"/>
                    <a:pt x="5762" y="652"/>
                    <a:pt x="6298" y="943"/>
                  </a:cubicBezTo>
                  <a:cubicBezTo>
                    <a:pt x="6325" y="952"/>
                    <a:pt x="6356" y="957"/>
                    <a:pt x="6389" y="957"/>
                  </a:cubicBezTo>
                  <a:cubicBezTo>
                    <a:pt x="6487" y="957"/>
                    <a:pt x="6600" y="917"/>
                    <a:pt x="6654" y="837"/>
                  </a:cubicBezTo>
                  <a:cubicBezTo>
                    <a:pt x="6725" y="694"/>
                    <a:pt x="6654" y="552"/>
                    <a:pt x="6547" y="481"/>
                  </a:cubicBezTo>
                  <a:cubicBezTo>
                    <a:pt x="5920" y="153"/>
                    <a:pt x="5258" y="1"/>
                    <a:pt x="4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3526328" y="2578663"/>
              <a:ext cx="193721" cy="165514"/>
            </a:xfrm>
            <a:custGeom>
              <a:rect b="b" l="l" r="r" t="t"/>
              <a:pathLst>
                <a:path extrusionOk="0" h="8209" w="9608">
                  <a:moveTo>
                    <a:pt x="4128" y="1"/>
                  </a:moveTo>
                  <a:cubicBezTo>
                    <a:pt x="3060" y="1"/>
                    <a:pt x="2028" y="392"/>
                    <a:pt x="1281" y="1139"/>
                  </a:cubicBezTo>
                  <a:cubicBezTo>
                    <a:pt x="1174" y="1246"/>
                    <a:pt x="1174" y="1424"/>
                    <a:pt x="1281" y="1495"/>
                  </a:cubicBezTo>
                  <a:cubicBezTo>
                    <a:pt x="1317" y="1549"/>
                    <a:pt x="1379" y="1575"/>
                    <a:pt x="1446" y="1575"/>
                  </a:cubicBezTo>
                  <a:cubicBezTo>
                    <a:pt x="1512" y="1575"/>
                    <a:pt x="1584" y="1549"/>
                    <a:pt x="1637" y="1495"/>
                  </a:cubicBezTo>
                  <a:cubicBezTo>
                    <a:pt x="2395" y="763"/>
                    <a:pt x="3249" y="452"/>
                    <a:pt x="4073" y="452"/>
                  </a:cubicBezTo>
                  <a:cubicBezTo>
                    <a:pt x="6691" y="452"/>
                    <a:pt x="9004" y="3584"/>
                    <a:pt x="6974" y="6263"/>
                  </a:cubicBezTo>
                  <a:cubicBezTo>
                    <a:pt x="6290" y="7190"/>
                    <a:pt x="5223" y="7679"/>
                    <a:pt x="4137" y="7679"/>
                  </a:cubicBezTo>
                  <a:cubicBezTo>
                    <a:pt x="3472" y="7679"/>
                    <a:pt x="2801" y="7495"/>
                    <a:pt x="2206" y="7117"/>
                  </a:cubicBezTo>
                  <a:cubicBezTo>
                    <a:pt x="605" y="6121"/>
                    <a:pt x="71" y="4093"/>
                    <a:pt x="961" y="2420"/>
                  </a:cubicBezTo>
                  <a:cubicBezTo>
                    <a:pt x="997" y="2314"/>
                    <a:pt x="961" y="2136"/>
                    <a:pt x="819" y="2065"/>
                  </a:cubicBezTo>
                  <a:cubicBezTo>
                    <a:pt x="789" y="2045"/>
                    <a:pt x="753" y="2036"/>
                    <a:pt x="717" y="2036"/>
                  </a:cubicBezTo>
                  <a:cubicBezTo>
                    <a:pt x="624" y="2036"/>
                    <a:pt x="524" y="2094"/>
                    <a:pt x="498" y="2171"/>
                  </a:cubicBezTo>
                  <a:cubicBezTo>
                    <a:pt x="178" y="2776"/>
                    <a:pt x="0" y="3417"/>
                    <a:pt x="0" y="4093"/>
                  </a:cubicBezTo>
                  <a:cubicBezTo>
                    <a:pt x="0" y="6575"/>
                    <a:pt x="2040" y="8208"/>
                    <a:pt x="4153" y="8208"/>
                  </a:cubicBezTo>
                  <a:cubicBezTo>
                    <a:pt x="5160" y="8208"/>
                    <a:pt x="6183" y="7837"/>
                    <a:pt x="7010" y="7010"/>
                  </a:cubicBezTo>
                  <a:cubicBezTo>
                    <a:pt x="9607" y="4413"/>
                    <a:pt x="7757" y="1"/>
                    <a:pt x="41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3306879" y="2578663"/>
              <a:ext cx="203661" cy="165695"/>
            </a:xfrm>
            <a:custGeom>
              <a:rect b="b" l="l" r="r" t="t"/>
              <a:pathLst>
                <a:path extrusionOk="0" h="8218" w="10101">
                  <a:moveTo>
                    <a:pt x="5440" y="1"/>
                  </a:moveTo>
                  <a:cubicBezTo>
                    <a:pt x="5446" y="1"/>
                    <a:pt x="5452" y="1"/>
                    <a:pt x="5458" y="1"/>
                  </a:cubicBezTo>
                  <a:lnTo>
                    <a:pt x="5458" y="1"/>
                  </a:lnTo>
                  <a:cubicBezTo>
                    <a:pt x="5464" y="1"/>
                    <a:pt x="5470" y="1"/>
                    <a:pt x="5476" y="1"/>
                  </a:cubicBezTo>
                  <a:close/>
                  <a:moveTo>
                    <a:pt x="5458" y="1"/>
                  </a:moveTo>
                  <a:cubicBezTo>
                    <a:pt x="1841" y="15"/>
                    <a:pt x="1" y="4346"/>
                    <a:pt x="2523" y="6939"/>
                  </a:cubicBezTo>
                  <a:cubicBezTo>
                    <a:pt x="2576" y="6992"/>
                    <a:pt x="2638" y="7019"/>
                    <a:pt x="2701" y="7019"/>
                  </a:cubicBezTo>
                  <a:cubicBezTo>
                    <a:pt x="2763" y="7019"/>
                    <a:pt x="2825" y="6992"/>
                    <a:pt x="2879" y="6939"/>
                  </a:cubicBezTo>
                  <a:cubicBezTo>
                    <a:pt x="2985" y="6832"/>
                    <a:pt x="2985" y="6690"/>
                    <a:pt x="2879" y="6583"/>
                  </a:cubicBezTo>
                  <a:cubicBezTo>
                    <a:pt x="511" y="4047"/>
                    <a:pt x="2720" y="550"/>
                    <a:pt x="5457" y="550"/>
                  </a:cubicBezTo>
                  <a:cubicBezTo>
                    <a:pt x="6175" y="550"/>
                    <a:pt x="6929" y="791"/>
                    <a:pt x="7646" y="1353"/>
                  </a:cubicBezTo>
                  <a:cubicBezTo>
                    <a:pt x="9141" y="2492"/>
                    <a:pt x="9461" y="4555"/>
                    <a:pt x="8465" y="6085"/>
                  </a:cubicBezTo>
                  <a:cubicBezTo>
                    <a:pt x="7777" y="7129"/>
                    <a:pt x="6646" y="7698"/>
                    <a:pt x="5484" y="7698"/>
                  </a:cubicBezTo>
                  <a:cubicBezTo>
                    <a:pt x="4903" y="7698"/>
                    <a:pt x="4314" y="7556"/>
                    <a:pt x="3768" y="7259"/>
                  </a:cubicBezTo>
                  <a:cubicBezTo>
                    <a:pt x="3738" y="7239"/>
                    <a:pt x="3703" y="7231"/>
                    <a:pt x="3666" y="7231"/>
                  </a:cubicBezTo>
                  <a:cubicBezTo>
                    <a:pt x="3570" y="7231"/>
                    <a:pt x="3464" y="7289"/>
                    <a:pt x="3412" y="7366"/>
                  </a:cubicBezTo>
                  <a:cubicBezTo>
                    <a:pt x="3377" y="7508"/>
                    <a:pt x="3412" y="7651"/>
                    <a:pt x="3519" y="7722"/>
                  </a:cubicBezTo>
                  <a:cubicBezTo>
                    <a:pt x="4149" y="8060"/>
                    <a:pt x="4816" y="8217"/>
                    <a:pt x="5469" y="8217"/>
                  </a:cubicBezTo>
                  <a:cubicBezTo>
                    <a:pt x="7286" y="8217"/>
                    <a:pt x="8990" y="7000"/>
                    <a:pt x="9461" y="5089"/>
                  </a:cubicBezTo>
                  <a:cubicBezTo>
                    <a:pt x="10100" y="2497"/>
                    <a:pt x="8118" y="12"/>
                    <a:pt x="5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3575827" y="2422282"/>
              <a:ext cx="66738" cy="94703"/>
            </a:xfrm>
            <a:custGeom>
              <a:rect b="b" l="l" r="r" t="t"/>
              <a:pathLst>
                <a:path extrusionOk="0" h="4697" w="3310">
                  <a:moveTo>
                    <a:pt x="961" y="0"/>
                  </a:moveTo>
                  <a:cubicBezTo>
                    <a:pt x="427" y="0"/>
                    <a:pt x="0" y="427"/>
                    <a:pt x="0" y="961"/>
                  </a:cubicBezTo>
                  <a:lnTo>
                    <a:pt x="0" y="1281"/>
                  </a:lnTo>
                  <a:cubicBezTo>
                    <a:pt x="18" y="1441"/>
                    <a:pt x="134" y="1521"/>
                    <a:pt x="249" y="1521"/>
                  </a:cubicBezTo>
                  <a:cubicBezTo>
                    <a:pt x="365" y="1521"/>
                    <a:pt x="481" y="1441"/>
                    <a:pt x="498" y="1281"/>
                  </a:cubicBezTo>
                  <a:lnTo>
                    <a:pt x="498" y="961"/>
                  </a:lnTo>
                  <a:cubicBezTo>
                    <a:pt x="498" y="712"/>
                    <a:pt x="712" y="534"/>
                    <a:pt x="961" y="534"/>
                  </a:cubicBezTo>
                  <a:lnTo>
                    <a:pt x="2349" y="534"/>
                  </a:lnTo>
                  <a:cubicBezTo>
                    <a:pt x="2598" y="534"/>
                    <a:pt x="2811" y="712"/>
                    <a:pt x="2811" y="961"/>
                  </a:cubicBezTo>
                  <a:lnTo>
                    <a:pt x="2811" y="1673"/>
                  </a:lnTo>
                  <a:cubicBezTo>
                    <a:pt x="2811" y="1922"/>
                    <a:pt x="2598" y="2100"/>
                    <a:pt x="2349" y="2100"/>
                  </a:cubicBezTo>
                  <a:lnTo>
                    <a:pt x="1317" y="2100"/>
                  </a:lnTo>
                  <a:cubicBezTo>
                    <a:pt x="997" y="2135"/>
                    <a:pt x="997" y="2598"/>
                    <a:pt x="1317" y="2633"/>
                  </a:cubicBezTo>
                  <a:lnTo>
                    <a:pt x="2349" y="2633"/>
                  </a:lnTo>
                  <a:cubicBezTo>
                    <a:pt x="2598" y="2633"/>
                    <a:pt x="2811" y="2847"/>
                    <a:pt x="2811" y="3060"/>
                  </a:cubicBezTo>
                  <a:lnTo>
                    <a:pt x="2811" y="3772"/>
                  </a:lnTo>
                  <a:cubicBezTo>
                    <a:pt x="2811" y="3985"/>
                    <a:pt x="2598" y="4199"/>
                    <a:pt x="2349" y="4199"/>
                  </a:cubicBezTo>
                  <a:lnTo>
                    <a:pt x="961" y="4199"/>
                  </a:lnTo>
                  <a:cubicBezTo>
                    <a:pt x="712" y="4199"/>
                    <a:pt x="498" y="3985"/>
                    <a:pt x="498" y="3772"/>
                  </a:cubicBezTo>
                  <a:lnTo>
                    <a:pt x="498" y="3452"/>
                  </a:lnTo>
                  <a:cubicBezTo>
                    <a:pt x="481" y="3291"/>
                    <a:pt x="365" y="3211"/>
                    <a:pt x="249" y="3211"/>
                  </a:cubicBezTo>
                  <a:cubicBezTo>
                    <a:pt x="134" y="3211"/>
                    <a:pt x="18" y="3291"/>
                    <a:pt x="0" y="3452"/>
                  </a:cubicBezTo>
                  <a:lnTo>
                    <a:pt x="0" y="3772"/>
                  </a:lnTo>
                  <a:cubicBezTo>
                    <a:pt x="0" y="4270"/>
                    <a:pt x="427" y="4697"/>
                    <a:pt x="961" y="4697"/>
                  </a:cubicBezTo>
                  <a:lnTo>
                    <a:pt x="2349" y="4697"/>
                  </a:lnTo>
                  <a:cubicBezTo>
                    <a:pt x="2882" y="4697"/>
                    <a:pt x="3309" y="4270"/>
                    <a:pt x="3309" y="3772"/>
                  </a:cubicBezTo>
                  <a:lnTo>
                    <a:pt x="3309" y="3060"/>
                  </a:lnTo>
                  <a:cubicBezTo>
                    <a:pt x="3309" y="2776"/>
                    <a:pt x="3203" y="2527"/>
                    <a:pt x="3025" y="2349"/>
                  </a:cubicBezTo>
                  <a:cubicBezTo>
                    <a:pt x="3203" y="2171"/>
                    <a:pt x="3309" y="1922"/>
                    <a:pt x="3309" y="1673"/>
                  </a:cubicBezTo>
                  <a:lnTo>
                    <a:pt x="3309" y="961"/>
                  </a:lnTo>
                  <a:cubicBezTo>
                    <a:pt x="3309" y="427"/>
                    <a:pt x="2882" y="0"/>
                    <a:pt x="2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3384283" y="2422282"/>
              <a:ext cx="66738" cy="94703"/>
            </a:xfrm>
            <a:custGeom>
              <a:rect b="b" l="l" r="r" t="t"/>
              <a:pathLst>
                <a:path extrusionOk="0" h="4697" w="3310">
                  <a:moveTo>
                    <a:pt x="961" y="0"/>
                  </a:moveTo>
                  <a:cubicBezTo>
                    <a:pt x="427" y="0"/>
                    <a:pt x="0" y="427"/>
                    <a:pt x="0" y="961"/>
                  </a:cubicBezTo>
                  <a:lnTo>
                    <a:pt x="0" y="1210"/>
                  </a:lnTo>
                  <a:cubicBezTo>
                    <a:pt x="0" y="1352"/>
                    <a:pt x="107" y="1459"/>
                    <a:pt x="249" y="1459"/>
                  </a:cubicBezTo>
                  <a:cubicBezTo>
                    <a:pt x="392" y="1459"/>
                    <a:pt x="534" y="1352"/>
                    <a:pt x="534" y="1210"/>
                  </a:cubicBezTo>
                  <a:lnTo>
                    <a:pt x="534" y="961"/>
                  </a:lnTo>
                  <a:cubicBezTo>
                    <a:pt x="534" y="712"/>
                    <a:pt x="712" y="534"/>
                    <a:pt x="961" y="534"/>
                  </a:cubicBezTo>
                  <a:lnTo>
                    <a:pt x="2349" y="534"/>
                  </a:lnTo>
                  <a:cubicBezTo>
                    <a:pt x="2598" y="534"/>
                    <a:pt x="2811" y="712"/>
                    <a:pt x="2811" y="961"/>
                  </a:cubicBezTo>
                  <a:lnTo>
                    <a:pt x="2811" y="1673"/>
                  </a:lnTo>
                  <a:cubicBezTo>
                    <a:pt x="2811" y="1922"/>
                    <a:pt x="2598" y="2100"/>
                    <a:pt x="2349" y="2100"/>
                  </a:cubicBezTo>
                  <a:lnTo>
                    <a:pt x="961" y="2100"/>
                  </a:lnTo>
                  <a:cubicBezTo>
                    <a:pt x="427" y="2100"/>
                    <a:pt x="0" y="2527"/>
                    <a:pt x="0" y="3060"/>
                  </a:cubicBezTo>
                  <a:lnTo>
                    <a:pt x="0" y="3772"/>
                  </a:lnTo>
                  <a:cubicBezTo>
                    <a:pt x="0" y="4270"/>
                    <a:pt x="427" y="4697"/>
                    <a:pt x="961" y="4697"/>
                  </a:cubicBezTo>
                  <a:lnTo>
                    <a:pt x="2349" y="4697"/>
                  </a:lnTo>
                  <a:cubicBezTo>
                    <a:pt x="2882" y="4697"/>
                    <a:pt x="3309" y="4270"/>
                    <a:pt x="3309" y="3772"/>
                  </a:cubicBezTo>
                  <a:lnTo>
                    <a:pt x="3309" y="3558"/>
                  </a:lnTo>
                  <a:cubicBezTo>
                    <a:pt x="3309" y="3416"/>
                    <a:pt x="3203" y="3274"/>
                    <a:pt x="3060" y="3274"/>
                  </a:cubicBezTo>
                  <a:cubicBezTo>
                    <a:pt x="2918" y="3274"/>
                    <a:pt x="2811" y="3416"/>
                    <a:pt x="2811" y="3558"/>
                  </a:cubicBezTo>
                  <a:lnTo>
                    <a:pt x="2811" y="3772"/>
                  </a:lnTo>
                  <a:cubicBezTo>
                    <a:pt x="2811" y="3985"/>
                    <a:pt x="2598" y="4199"/>
                    <a:pt x="2349" y="4199"/>
                  </a:cubicBezTo>
                  <a:lnTo>
                    <a:pt x="961" y="4199"/>
                  </a:lnTo>
                  <a:cubicBezTo>
                    <a:pt x="712" y="4199"/>
                    <a:pt x="534" y="3985"/>
                    <a:pt x="534" y="3772"/>
                  </a:cubicBezTo>
                  <a:lnTo>
                    <a:pt x="534" y="3060"/>
                  </a:lnTo>
                  <a:cubicBezTo>
                    <a:pt x="534" y="2811"/>
                    <a:pt x="712" y="2598"/>
                    <a:pt x="961" y="2598"/>
                  </a:cubicBezTo>
                  <a:lnTo>
                    <a:pt x="961" y="2633"/>
                  </a:lnTo>
                  <a:lnTo>
                    <a:pt x="2349" y="2633"/>
                  </a:lnTo>
                  <a:cubicBezTo>
                    <a:pt x="2882" y="2633"/>
                    <a:pt x="3309" y="2206"/>
                    <a:pt x="3309" y="1673"/>
                  </a:cubicBezTo>
                  <a:lnTo>
                    <a:pt x="3309" y="961"/>
                  </a:lnTo>
                  <a:cubicBezTo>
                    <a:pt x="3309" y="427"/>
                    <a:pt x="2882" y="0"/>
                    <a:pt x="2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3384283" y="2614532"/>
              <a:ext cx="66738" cy="94723"/>
            </a:xfrm>
            <a:custGeom>
              <a:rect b="b" l="l" r="r" t="t"/>
              <a:pathLst>
                <a:path extrusionOk="0" h="4698" w="3310">
                  <a:moveTo>
                    <a:pt x="249" y="1"/>
                  </a:moveTo>
                  <a:cubicBezTo>
                    <a:pt x="107" y="1"/>
                    <a:pt x="0" y="108"/>
                    <a:pt x="0" y="250"/>
                  </a:cubicBezTo>
                  <a:lnTo>
                    <a:pt x="0" y="1673"/>
                  </a:lnTo>
                  <a:cubicBezTo>
                    <a:pt x="0" y="2207"/>
                    <a:pt x="427" y="2634"/>
                    <a:pt x="961" y="2634"/>
                  </a:cubicBezTo>
                  <a:lnTo>
                    <a:pt x="2349" y="2634"/>
                  </a:lnTo>
                  <a:cubicBezTo>
                    <a:pt x="2598" y="2634"/>
                    <a:pt x="2811" y="2812"/>
                    <a:pt x="2811" y="3061"/>
                  </a:cubicBezTo>
                  <a:lnTo>
                    <a:pt x="2811" y="3772"/>
                  </a:lnTo>
                  <a:cubicBezTo>
                    <a:pt x="2811" y="4022"/>
                    <a:pt x="2598" y="4199"/>
                    <a:pt x="2349" y="4199"/>
                  </a:cubicBezTo>
                  <a:lnTo>
                    <a:pt x="961" y="4199"/>
                  </a:lnTo>
                  <a:cubicBezTo>
                    <a:pt x="712" y="4199"/>
                    <a:pt x="534" y="4022"/>
                    <a:pt x="534" y="3772"/>
                  </a:cubicBezTo>
                  <a:lnTo>
                    <a:pt x="534" y="3523"/>
                  </a:lnTo>
                  <a:cubicBezTo>
                    <a:pt x="534" y="3381"/>
                    <a:pt x="392" y="3274"/>
                    <a:pt x="249" y="3239"/>
                  </a:cubicBezTo>
                  <a:cubicBezTo>
                    <a:pt x="107" y="3239"/>
                    <a:pt x="0" y="3345"/>
                    <a:pt x="0" y="3488"/>
                  </a:cubicBezTo>
                  <a:lnTo>
                    <a:pt x="0" y="3737"/>
                  </a:lnTo>
                  <a:cubicBezTo>
                    <a:pt x="0" y="4271"/>
                    <a:pt x="427" y="4698"/>
                    <a:pt x="961" y="4698"/>
                  </a:cubicBezTo>
                  <a:lnTo>
                    <a:pt x="2349" y="4698"/>
                  </a:lnTo>
                  <a:cubicBezTo>
                    <a:pt x="2882" y="4698"/>
                    <a:pt x="3309" y="4271"/>
                    <a:pt x="3309" y="3737"/>
                  </a:cubicBezTo>
                  <a:lnTo>
                    <a:pt x="3309" y="3061"/>
                  </a:lnTo>
                  <a:cubicBezTo>
                    <a:pt x="3309" y="2527"/>
                    <a:pt x="2882" y="2100"/>
                    <a:pt x="2349" y="2100"/>
                  </a:cubicBezTo>
                  <a:lnTo>
                    <a:pt x="961" y="2100"/>
                  </a:lnTo>
                  <a:cubicBezTo>
                    <a:pt x="712" y="2100"/>
                    <a:pt x="534" y="1887"/>
                    <a:pt x="534" y="1638"/>
                  </a:cubicBezTo>
                  <a:lnTo>
                    <a:pt x="534" y="499"/>
                  </a:lnTo>
                  <a:lnTo>
                    <a:pt x="2811" y="499"/>
                  </a:lnTo>
                  <a:lnTo>
                    <a:pt x="2811" y="1139"/>
                  </a:lnTo>
                  <a:cubicBezTo>
                    <a:pt x="2811" y="1282"/>
                    <a:pt x="2918" y="1424"/>
                    <a:pt x="3060" y="1424"/>
                  </a:cubicBezTo>
                  <a:cubicBezTo>
                    <a:pt x="3203" y="1424"/>
                    <a:pt x="3309" y="1282"/>
                    <a:pt x="3309" y="1139"/>
                  </a:cubicBezTo>
                  <a:lnTo>
                    <a:pt x="3309" y="250"/>
                  </a:lnTo>
                  <a:cubicBezTo>
                    <a:pt x="3309" y="108"/>
                    <a:pt x="3203" y="1"/>
                    <a:pt x="3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3575827" y="2614532"/>
              <a:ext cx="67444" cy="94723"/>
            </a:xfrm>
            <a:custGeom>
              <a:rect b="b" l="l" r="r" t="t"/>
              <a:pathLst>
                <a:path extrusionOk="0" h="4698" w="3345">
                  <a:moveTo>
                    <a:pt x="961" y="1"/>
                  </a:moveTo>
                  <a:cubicBezTo>
                    <a:pt x="427" y="1"/>
                    <a:pt x="0" y="428"/>
                    <a:pt x="0" y="962"/>
                  </a:cubicBezTo>
                  <a:lnTo>
                    <a:pt x="0" y="1211"/>
                  </a:lnTo>
                  <a:cubicBezTo>
                    <a:pt x="18" y="1353"/>
                    <a:pt x="134" y="1424"/>
                    <a:pt x="254" y="1424"/>
                  </a:cubicBezTo>
                  <a:cubicBezTo>
                    <a:pt x="374" y="1424"/>
                    <a:pt x="498" y="1353"/>
                    <a:pt x="534" y="1211"/>
                  </a:cubicBezTo>
                  <a:lnTo>
                    <a:pt x="534" y="962"/>
                  </a:lnTo>
                  <a:cubicBezTo>
                    <a:pt x="534" y="713"/>
                    <a:pt x="712" y="499"/>
                    <a:pt x="961" y="499"/>
                  </a:cubicBezTo>
                  <a:lnTo>
                    <a:pt x="2100" y="499"/>
                  </a:lnTo>
                  <a:cubicBezTo>
                    <a:pt x="2242" y="499"/>
                    <a:pt x="2349" y="570"/>
                    <a:pt x="2455" y="677"/>
                  </a:cubicBezTo>
                  <a:cubicBezTo>
                    <a:pt x="2527" y="784"/>
                    <a:pt x="2562" y="962"/>
                    <a:pt x="2491" y="1068"/>
                  </a:cubicBezTo>
                  <a:lnTo>
                    <a:pt x="2171" y="2100"/>
                  </a:lnTo>
                  <a:lnTo>
                    <a:pt x="1530" y="2100"/>
                  </a:lnTo>
                  <a:cubicBezTo>
                    <a:pt x="1514" y="2096"/>
                    <a:pt x="1500" y="2094"/>
                    <a:pt x="1485" y="2094"/>
                  </a:cubicBezTo>
                  <a:cubicBezTo>
                    <a:pt x="1254" y="2094"/>
                    <a:pt x="1261" y="2600"/>
                    <a:pt x="1507" y="2600"/>
                  </a:cubicBezTo>
                  <a:cubicBezTo>
                    <a:pt x="1514" y="2600"/>
                    <a:pt x="1522" y="2599"/>
                    <a:pt x="1530" y="2598"/>
                  </a:cubicBezTo>
                  <a:lnTo>
                    <a:pt x="1993" y="2598"/>
                  </a:lnTo>
                  <a:lnTo>
                    <a:pt x="1424" y="4377"/>
                  </a:lnTo>
                  <a:cubicBezTo>
                    <a:pt x="1352" y="4484"/>
                    <a:pt x="1459" y="4626"/>
                    <a:pt x="1566" y="4698"/>
                  </a:cubicBezTo>
                  <a:lnTo>
                    <a:pt x="1673" y="4698"/>
                  </a:lnTo>
                  <a:cubicBezTo>
                    <a:pt x="1779" y="4698"/>
                    <a:pt x="1851" y="4626"/>
                    <a:pt x="1922" y="4520"/>
                  </a:cubicBezTo>
                  <a:lnTo>
                    <a:pt x="2562" y="2598"/>
                  </a:lnTo>
                  <a:lnTo>
                    <a:pt x="3025" y="2598"/>
                  </a:lnTo>
                  <a:cubicBezTo>
                    <a:pt x="3345" y="2563"/>
                    <a:pt x="3345" y="2100"/>
                    <a:pt x="3025" y="2065"/>
                  </a:cubicBezTo>
                  <a:lnTo>
                    <a:pt x="2704" y="2065"/>
                  </a:lnTo>
                  <a:lnTo>
                    <a:pt x="2989" y="1246"/>
                  </a:lnTo>
                  <a:cubicBezTo>
                    <a:pt x="3096" y="926"/>
                    <a:pt x="3060" y="606"/>
                    <a:pt x="2882" y="357"/>
                  </a:cubicBezTo>
                  <a:lnTo>
                    <a:pt x="2847" y="392"/>
                  </a:lnTo>
                  <a:cubicBezTo>
                    <a:pt x="2669" y="143"/>
                    <a:pt x="2384" y="1"/>
                    <a:pt x="2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72"/>
          <p:cNvGrpSpPr/>
          <p:nvPr/>
        </p:nvGrpSpPr>
        <p:grpSpPr>
          <a:xfrm>
            <a:off x="3329763" y="1859708"/>
            <a:ext cx="355122" cy="357098"/>
            <a:chOff x="3329763" y="1859708"/>
            <a:chExt cx="355122" cy="357098"/>
          </a:xfrm>
        </p:grpSpPr>
        <p:sp>
          <p:nvSpPr>
            <p:cNvPr id="2870" name="Google Shape;2870;p72"/>
            <p:cNvSpPr/>
            <p:nvPr/>
          </p:nvSpPr>
          <p:spPr>
            <a:xfrm>
              <a:off x="3358455" y="1935237"/>
              <a:ext cx="154969" cy="272476"/>
            </a:xfrm>
            <a:custGeom>
              <a:rect b="b" l="l" r="r" t="t"/>
              <a:pathLst>
                <a:path extrusionOk="0" h="13514" w="7686">
                  <a:moveTo>
                    <a:pt x="5892" y="0"/>
                  </a:moveTo>
                  <a:cubicBezTo>
                    <a:pt x="5272" y="0"/>
                    <a:pt x="4647" y="311"/>
                    <a:pt x="4306" y="993"/>
                  </a:cubicBezTo>
                  <a:cubicBezTo>
                    <a:pt x="3665" y="1064"/>
                    <a:pt x="3131" y="1527"/>
                    <a:pt x="3060" y="2203"/>
                  </a:cubicBezTo>
                  <a:cubicBezTo>
                    <a:pt x="1993" y="2310"/>
                    <a:pt x="1210" y="3199"/>
                    <a:pt x="1210" y="4267"/>
                  </a:cubicBezTo>
                  <a:cubicBezTo>
                    <a:pt x="1210" y="4409"/>
                    <a:pt x="1210" y="4516"/>
                    <a:pt x="1246" y="4622"/>
                  </a:cubicBezTo>
                  <a:cubicBezTo>
                    <a:pt x="0" y="5476"/>
                    <a:pt x="0" y="7291"/>
                    <a:pt x="1246" y="8145"/>
                  </a:cubicBezTo>
                  <a:cubicBezTo>
                    <a:pt x="1210" y="8252"/>
                    <a:pt x="1210" y="8358"/>
                    <a:pt x="1210" y="8501"/>
                  </a:cubicBezTo>
                  <a:cubicBezTo>
                    <a:pt x="1210" y="9533"/>
                    <a:pt x="1993" y="10458"/>
                    <a:pt x="3060" y="10564"/>
                  </a:cubicBezTo>
                  <a:lnTo>
                    <a:pt x="3060" y="10671"/>
                  </a:lnTo>
                  <a:cubicBezTo>
                    <a:pt x="3025" y="11347"/>
                    <a:pt x="3523" y="11917"/>
                    <a:pt x="4163" y="12059"/>
                  </a:cubicBezTo>
                  <a:cubicBezTo>
                    <a:pt x="4337" y="13033"/>
                    <a:pt x="5115" y="13514"/>
                    <a:pt x="5898" y="13514"/>
                  </a:cubicBezTo>
                  <a:cubicBezTo>
                    <a:pt x="6716" y="13514"/>
                    <a:pt x="7540" y="12989"/>
                    <a:pt x="7686" y="11952"/>
                  </a:cubicBezTo>
                  <a:lnTo>
                    <a:pt x="7686" y="1669"/>
                  </a:lnTo>
                  <a:cubicBezTo>
                    <a:pt x="7624" y="611"/>
                    <a:pt x="6762" y="0"/>
                    <a:pt x="58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3513403" y="1933362"/>
              <a:ext cx="154989" cy="277577"/>
            </a:xfrm>
            <a:custGeom>
              <a:rect b="b" l="l" r="r" t="t"/>
              <a:pathLst>
                <a:path extrusionOk="0" h="13767" w="7687">
                  <a:moveTo>
                    <a:pt x="1777" y="0"/>
                  </a:moveTo>
                  <a:cubicBezTo>
                    <a:pt x="887" y="0"/>
                    <a:pt x="1" y="648"/>
                    <a:pt x="1" y="1762"/>
                  </a:cubicBezTo>
                  <a:lnTo>
                    <a:pt x="1" y="12045"/>
                  </a:lnTo>
                  <a:cubicBezTo>
                    <a:pt x="19" y="13188"/>
                    <a:pt x="889" y="13767"/>
                    <a:pt x="1760" y="13767"/>
                  </a:cubicBezTo>
                  <a:cubicBezTo>
                    <a:pt x="2597" y="13767"/>
                    <a:pt x="3436" y="13233"/>
                    <a:pt x="3523" y="12152"/>
                  </a:cubicBezTo>
                  <a:cubicBezTo>
                    <a:pt x="4164" y="12010"/>
                    <a:pt x="4626" y="11440"/>
                    <a:pt x="4626" y="10764"/>
                  </a:cubicBezTo>
                  <a:cubicBezTo>
                    <a:pt x="4626" y="10729"/>
                    <a:pt x="4626" y="10693"/>
                    <a:pt x="4626" y="10657"/>
                  </a:cubicBezTo>
                  <a:cubicBezTo>
                    <a:pt x="5694" y="10551"/>
                    <a:pt x="6477" y="9626"/>
                    <a:pt x="6477" y="8594"/>
                  </a:cubicBezTo>
                  <a:cubicBezTo>
                    <a:pt x="6477" y="8451"/>
                    <a:pt x="6441" y="8345"/>
                    <a:pt x="6441" y="8238"/>
                  </a:cubicBezTo>
                  <a:cubicBezTo>
                    <a:pt x="7686" y="7384"/>
                    <a:pt x="7686" y="5569"/>
                    <a:pt x="6441" y="4715"/>
                  </a:cubicBezTo>
                  <a:cubicBezTo>
                    <a:pt x="6441" y="4609"/>
                    <a:pt x="6477" y="4502"/>
                    <a:pt x="6477" y="4360"/>
                  </a:cubicBezTo>
                  <a:cubicBezTo>
                    <a:pt x="6477" y="3292"/>
                    <a:pt x="5658" y="2403"/>
                    <a:pt x="4626" y="2296"/>
                  </a:cubicBezTo>
                  <a:cubicBezTo>
                    <a:pt x="4520" y="1620"/>
                    <a:pt x="4021" y="1157"/>
                    <a:pt x="3381" y="1086"/>
                  </a:cubicBezTo>
                  <a:cubicBezTo>
                    <a:pt x="3067" y="339"/>
                    <a:pt x="2421" y="0"/>
                    <a:pt x="1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3329763" y="1902171"/>
              <a:ext cx="116237" cy="99724"/>
            </a:xfrm>
            <a:custGeom>
              <a:rect b="b" l="l" r="r" t="t"/>
              <a:pathLst>
                <a:path extrusionOk="0" h="4946" w="5765">
                  <a:moveTo>
                    <a:pt x="3309" y="0"/>
                  </a:moveTo>
                  <a:cubicBezTo>
                    <a:pt x="1103" y="0"/>
                    <a:pt x="0" y="2669"/>
                    <a:pt x="1566" y="4234"/>
                  </a:cubicBezTo>
                  <a:cubicBezTo>
                    <a:pt x="2069" y="4726"/>
                    <a:pt x="2682" y="4946"/>
                    <a:pt x="3282" y="4946"/>
                  </a:cubicBezTo>
                  <a:cubicBezTo>
                    <a:pt x="4551" y="4946"/>
                    <a:pt x="5764" y="3964"/>
                    <a:pt x="5764" y="2491"/>
                  </a:cubicBezTo>
                  <a:cubicBezTo>
                    <a:pt x="5764" y="1103"/>
                    <a:pt x="4661" y="0"/>
                    <a:pt x="33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3563628" y="1902171"/>
              <a:ext cx="116237" cy="99724"/>
            </a:xfrm>
            <a:custGeom>
              <a:rect b="b" l="l" r="r" t="t"/>
              <a:pathLst>
                <a:path extrusionOk="0" h="4946" w="5765">
                  <a:moveTo>
                    <a:pt x="3309" y="0"/>
                  </a:moveTo>
                  <a:cubicBezTo>
                    <a:pt x="1103" y="36"/>
                    <a:pt x="0" y="2669"/>
                    <a:pt x="1566" y="4234"/>
                  </a:cubicBezTo>
                  <a:cubicBezTo>
                    <a:pt x="2069" y="4726"/>
                    <a:pt x="2682" y="4946"/>
                    <a:pt x="3282" y="4946"/>
                  </a:cubicBezTo>
                  <a:cubicBezTo>
                    <a:pt x="4551" y="4946"/>
                    <a:pt x="5765" y="3964"/>
                    <a:pt x="5765" y="2491"/>
                  </a:cubicBezTo>
                  <a:cubicBezTo>
                    <a:pt x="5765" y="1103"/>
                    <a:pt x="4662" y="0"/>
                    <a:pt x="33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3446686" y="1863418"/>
              <a:ext cx="116237" cy="99482"/>
            </a:xfrm>
            <a:custGeom>
              <a:rect b="b" l="l" r="r" t="t"/>
              <a:pathLst>
                <a:path extrusionOk="0" h="4934" w="5765">
                  <a:moveTo>
                    <a:pt x="3310" y="1"/>
                  </a:moveTo>
                  <a:cubicBezTo>
                    <a:pt x="1104" y="1"/>
                    <a:pt x="1" y="2669"/>
                    <a:pt x="1566" y="4199"/>
                  </a:cubicBezTo>
                  <a:cubicBezTo>
                    <a:pt x="2074" y="4707"/>
                    <a:pt x="2693" y="4934"/>
                    <a:pt x="3299" y="4934"/>
                  </a:cubicBezTo>
                  <a:cubicBezTo>
                    <a:pt x="4562" y="4934"/>
                    <a:pt x="5765" y="3947"/>
                    <a:pt x="5765" y="2456"/>
                  </a:cubicBezTo>
                  <a:cubicBezTo>
                    <a:pt x="5765" y="1104"/>
                    <a:pt x="4662" y="1"/>
                    <a:pt x="3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3377286" y="1923684"/>
              <a:ext cx="23872" cy="58128"/>
            </a:xfrm>
            <a:custGeom>
              <a:rect b="b" l="l" r="r" t="t"/>
              <a:pathLst>
                <a:path extrusionOk="0" h="2883" w="1184">
                  <a:moveTo>
                    <a:pt x="899" y="1"/>
                  </a:moveTo>
                  <a:cubicBezTo>
                    <a:pt x="756" y="1"/>
                    <a:pt x="614" y="72"/>
                    <a:pt x="632" y="214"/>
                  </a:cubicBezTo>
                  <a:lnTo>
                    <a:pt x="632" y="321"/>
                  </a:lnTo>
                  <a:cubicBezTo>
                    <a:pt x="632" y="499"/>
                    <a:pt x="490" y="641"/>
                    <a:pt x="312" y="641"/>
                  </a:cubicBezTo>
                  <a:cubicBezTo>
                    <a:pt x="302" y="640"/>
                    <a:pt x="294" y="640"/>
                    <a:pt x="285" y="640"/>
                  </a:cubicBezTo>
                  <a:cubicBezTo>
                    <a:pt x="0" y="640"/>
                    <a:pt x="0" y="1176"/>
                    <a:pt x="285" y="1176"/>
                  </a:cubicBezTo>
                  <a:cubicBezTo>
                    <a:pt x="294" y="1176"/>
                    <a:pt x="302" y="1176"/>
                    <a:pt x="312" y="1175"/>
                  </a:cubicBezTo>
                  <a:cubicBezTo>
                    <a:pt x="418" y="1175"/>
                    <a:pt x="525" y="1139"/>
                    <a:pt x="632" y="1104"/>
                  </a:cubicBezTo>
                  <a:lnTo>
                    <a:pt x="632" y="2598"/>
                  </a:lnTo>
                  <a:cubicBezTo>
                    <a:pt x="632" y="2740"/>
                    <a:pt x="739" y="2883"/>
                    <a:pt x="917" y="2883"/>
                  </a:cubicBezTo>
                  <a:cubicBezTo>
                    <a:pt x="1059" y="2847"/>
                    <a:pt x="1166" y="2740"/>
                    <a:pt x="1166" y="2598"/>
                  </a:cubicBezTo>
                  <a:lnTo>
                    <a:pt x="1166" y="214"/>
                  </a:lnTo>
                  <a:cubicBezTo>
                    <a:pt x="1183" y="72"/>
                    <a:pt x="1041" y="1"/>
                    <a:pt x="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3330469" y="1859708"/>
              <a:ext cx="354416" cy="357098"/>
            </a:xfrm>
            <a:custGeom>
              <a:rect b="b" l="l" r="r" t="t"/>
              <a:pathLst>
                <a:path extrusionOk="0" h="17711" w="17578">
                  <a:moveTo>
                    <a:pt x="11422" y="4028"/>
                  </a:moveTo>
                  <a:cubicBezTo>
                    <a:pt x="11636" y="4134"/>
                    <a:pt x="11849" y="4277"/>
                    <a:pt x="11991" y="4490"/>
                  </a:cubicBezTo>
                  <a:cubicBezTo>
                    <a:pt x="11209" y="4632"/>
                    <a:pt x="10639" y="5309"/>
                    <a:pt x="10639" y="6127"/>
                  </a:cubicBezTo>
                  <a:cubicBezTo>
                    <a:pt x="10622" y="6269"/>
                    <a:pt x="10764" y="6340"/>
                    <a:pt x="10906" y="6340"/>
                  </a:cubicBezTo>
                  <a:cubicBezTo>
                    <a:pt x="11049" y="6340"/>
                    <a:pt x="11191" y="6269"/>
                    <a:pt x="11173" y="6127"/>
                  </a:cubicBezTo>
                  <a:cubicBezTo>
                    <a:pt x="11173" y="5522"/>
                    <a:pt x="11600" y="5024"/>
                    <a:pt x="12169" y="4988"/>
                  </a:cubicBezTo>
                  <a:cubicBezTo>
                    <a:pt x="12383" y="6305"/>
                    <a:pt x="13521" y="7301"/>
                    <a:pt x="14873" y="7301"/>
                  </a:cubicBezTo>
                  <a:lnTo>
                    <a:pt x="15123" y="7301"/>
                  </a:lnTo>
                  <a:cubicBezTo>
                    <a:pt x="15229" y="7515"/>
                    <a:pt x="15265" y="7728"/>
                    <a:pt x="15265" y="7941"/>
                  </a:cubicBezTo>
                  <a:cubicBezTo>
                    <a:pt x="14980" y="7835"/>
                    <a:pt x="14660" y="7764"/>
                    <a:pt x="14340" y="7764"/>
                  </a:cubicBezTo>
                  <a:cubicBezTo>
                    <a:pt x="13735" y="7764"/>
                    <a:pt x="13166" y="7977"/>
                    <a:pt x="12703" y="8404"/>
                  </a:cubicBezTo>
                  <a:cubicBezTo>
                    <a:pt x="12632" y="8511"/>
                    <a:pt x="12632" y="8653"/>
                    <a:pt x="12703" y="8760"/>
                  </a:cubicBezTo>
                  <a:cubicBezTo>
                    <a:pt x="12756" y="8813"/>
                    <a:pt x="12828" y="8840"/>
                    <a:pt x="12899" y="8840"/>
                  </a:cubicBezTo>
                  <a:cubicBezTo>
                    <a:pt x="12970" y="8840"/>
                    <a:pt x="13041" y="8813"/>
                    <a:pt x="13094" y="8760"/>
                  </a:cubicBezTo>
                  <a:cubicBezTo>
                    <a:pt x="13433" y="8441"/>
                    <a:pt x="13884" y="8278"/>
                    <a:pt x="14340" y="8278"/>
                  </a:cubicBezTo>
                  <a:cubicBezTo>
                    <a:pt x="14698" y="8278"/>
                    <a:pt x="15059" y="8379"/>
                    <a:pt x="15372" y="8582"/>
                  </a:cubicBezTo>
                  <a:cubicBezTo>
                    <a:pt x="15407" y="8618"/>
                    <a:pt x="15443" y="8618"/>
                    <a:pt x="15478" y="8653"/>
                  </a:cubicBezTo>
                  <a:cubicBezTo>
                    <a:pt x="15941" y="9009"/>
                    <a:pt x="16190" y="9543"/>
                    <a:pt x="16190" y="10112"/>
                  </a:cubicBezTo>
                  <a:cubicBezTo>
                    <a:pt x="16190" y="10610"/>
                    <a:pt x="15976" y="11073"/>
                    <a:pt x="15656" y="11393"/>
                  </a:cubicBezTo>
                  <a:cubicBezTo>
                    <a:pt x="15478" y="10895"/>
                    <a:pt x="15123" y="10468"/>
                    <a:pt x="14660" y="10183"/>
                  </a:cubicBezTo>
                  <a:cubicBezTo>
                    <a:pt x="14624" y="10159"/>
                    <a:pt x="14581" y="10148"/>
                    <a:pt x="14536" y="10148"/>
                  </a:cubicBezTo>
                  <a:cubicBezTo>
                    <a:pt x="14447" y="10148"/>
                    <a:pt x="14352" y="10195"/>
                    <a:pt x="14304" y="10290"/>
                  </a:cubicBezTo>
                  <a:cubicBezTo>
                    <a:pt x="14233" y="10397"/>
                    <a:pt x="14269" y="10574"/>
                    <a:pt x="14411" y="10646"/>
                  </a:cubicBezTo>
                  <a:cubicBezTo>
                    <a:pt x="14945" y="10966"/>
                    <a:pt x="15300" y="11571"/>
                    <a:pt x="15300" y="12211"/>
                  </a:cubicBezTo>
                  <a:cubicBezTo>
                    <a:pt x="15300" y="13136"/>
                    <a:pt x="14624" y="13919"/>
                    <a:pt x="13699" y="14061"/>
                  </a:cubicBezTo>
                  <a:cubicBezTo>
                    <a:pt x="13343" y="14026"/>
                    <a:pt x="13023" y="13955"/>
                    <a:pt x="12739" y="13777"/>
                  </a:cubicBezTo>
                  <a:cubicBezTo>
                    <a:pt x="12681" y="13738"/>
                    <a:pt x="12625" y="13722"/>
                    <a:pt x="12574" y="13722"/>
                  </a:cubicBezTo>
                  <a:cubicBezTo>
                    <a:pt x="12346" y="13722"/>
                    <a:pt x="12221" y="14058"/>
                    <a:pt x="12454" y="14204"/>
                  </a:cubicBezTo>
                  <a:cubicBezTo>
                    <a:pt x="12739" y="14382"/>
                    <a:pt x="13094" y="14524"/>
                    <a:pt x="13450" y="14560"/>
                  </a:cubicBezTo>
                  <a:cubicBezTo>
                    <a:pt x="13379" y="15022"/>
                    <a:pt x="13023" y="15413"/>
                    <a:pt x="12561" y="15520"/>
                  </a:cubicBezTo>
                  <a:cubicBezTo>
                    <a:pt x="11920" y="15485"/>
                    <a:pt x="11458" y="14986"/>
                    <a:pt x="11458" y="14346"/>
                  </a:cubicBezTo>
                  <a:cubicBezTo>
                    <a:pt x="11422" y="14204"/>
                    <a:pt x="11298" y="14133"/>
                    <a:pt x="11178" y="14133"/>
                  </a:cubicBezTo>
                  <a:cubicBezTo>
                    <a:pt x="11057" y="14133"/>
                    <a:pt x="10942" y="14204"/>
                    <a:pt x="10924" y="14346"/>
                  </a:cubicBezTo>
                  <a:cubicBezTo>
                    <a:pt x="10924" y="15164"/>
                    <a:pt x="11493" y="15876"/>
                    <a:pt x="12276" y="16018"/>
                  </a:cubicBezTo>
                  <a:cubicBezTo>
                    <a:pt x="12112" y="16821"/>
                    <a:pt x="11474" y="17201"/>
                    <a:pt x="10832" y="17201"/>
                  </a:cubicBezTo>
                  <a:cubicBezTo>
                    <a:pt x="10080" y="17201"/>
                    <a:pt x="9323" y="16678"/>
                    <a:pt x="9323" y="15698"/>
                  </a:cubicBezTo>
                  <a:lnTo>
                    <a:pt x="9323" y="12994"/>
                  </a:lnTo>
                  <a:cubicBezTo>
                    <a:pt x="9572" y="13136"/>
                    <a:pt x="9821" y="13243"/>
                    <a:pt x="10106" y="13243"/>
                  </a:cubicBezTo>
                  <a:cubicBezTo>
                    <a:pt x="10461" y="13243"/>
                    <a:pt x="10461" y="12709"/>
                    <a:pt x="10106" y="12709"/>
                  </a:cubicBezTo>
                  <a:cubicBezTo>
                    <a:pt x="9679" y="12709"/>
                    <a:pt x="9323" y="12354"/>
                    <a:pt x="9323" y="11962"/>
                  </a:cubicBezTo>
                  <a:lnTo>
                    <a:pt x="9323" y="10752"/>
                  </a:lnTo>
                  <a:cubicBezTo>
                    <a:pt x="9643" y="10930"/>
                    <a:pt x="9999" y="11037"/>
                    <a:pt x="10355" y="11073"/>
                  </a:cubicBezTo>
                  <a:lnTo>
                    <a:pt x="10390" y="11073"/>
                  </a:lnTo>
                  <a:cubicBezTo>
                    <a:pt x="10497" y="11073"/>
                    <a:pt x="10604" y="11001"/>
                    <a:pt x="10639" y="10859"/>
                  </a:cubicBezTo>
                  <a:cubicBezTo>
                    <a:pt x="10639" y="10717"/>
                    <a:pt x="10533" y="10574"/>
                    <a:pt x="10390" y="10574"/>
                  </a:cubicBezTo>
                  <a:cubicBezTo>
                    <a:pt x="9999" y="10539"/>
                    <a:pt x="9643" y="10361"/>
                    <a:pt x="9323" y="10112"/>
                  </a:cubicBezTo>
                  <a:lnTo>
                    <a:pt x="9323" y="8511"/>
                  </a:lnTo>
                  <a:cubicBezTo>
                    <a:pt x="9572" y="8689"/>
                    <a:pt x="9821" y="8795"/>
                    <a:pt x="10106" y="8795"/>
                  </a:cubicBezTo>
                  <a:cubicBezTo>
                    <a:pt x="10390" y="8724"/>
                    <a:pt x="10390" y="8297"/>
                    <a:pt x="10106" y="8262"/>
                  </a:cubicBezTo>
                  <a:cubicBezTo>
                    <a:pt x="9679" y="8262"/>
                    <a:pt x="9323" y="7906"/>
                    <a:pt x="9323" y="7515"/>
                  </a:cubicBezTo>
                  <a:lnTo>
                    <a:pt x="9323" y="5380"/>
                  </a:lnTo>
                  <a:cubicBezTo>
                    <a:pt x="10212" y="5273"/>
                    <a:pt x="10960" y="4775"/>
                    <a:pt x="11422" y="4028"/>
                  </a:cubicBezTo>
                  <a:close/>
                  <a:moveTo>
                    <a:pt x="6725" y="4028"/>
                  </a:moveTo>
                  <a:cubicBezTo>
                    <a:pt x="7152" y="4775"/>
                    <a:pt x="7935" y="5273"/>
                    <a:pt x="8789" y="5380"/>
                  </a:cubicBezTo>
                  <a:lnTo>
                    <a:pt x="8789" y="7515"/>
                  </a:lnTo>
                  <a:cubicBezTo>
                    <a:pt x="8789" y="7941"/>
                    <a:pt x="8469" y="8262"/>
                    <a:pt x="8042" y="8262"/>
                  </a:cubicBezTo>
                  <a:cubicBezTo>
                    <a:pt x="8034" y="8261"/>
                    <a:pt x="8026" y="8260"/>
                    <a:pt x="8018" y="8260"/>
                  </a:cubicBezTo>
                  <a:cubicBezTo>
                    <a:pt x="7765" y="8260"/>
                    <a:pt x="7765" y="8797"/>
                    <a:pt x="8018" y="8797"/>
                  </a:cubicBezTo>
                  <a:cubicBezTo>
                    <a:pt x="8026" y="8797"/>
                    <a:pt x="8034" y="8796"/>
                    <a:pt x="8042" y="8795"/>
                  </a:cubicBezTo>
                  <a:cubicBezTo>
                    <a:pt x="8327" y="8795"/>
                    <a:pt x="8576" y="8689"/>
                    <a:pt x="8789" y="8546"/>
                  </a:cubicBezTo>
                  <a:lnTo>
                    <a:pt x="8789" y="10112"/>
                  </a:lnTo>
                  <a:cubicBezTo>
                    <a:pt x="8505" y="10361"/>
                    <a:pt x="8113" y="10503"/>
                    <a:pt x="7722" y="10539"/>
                  </a:cubicBezTo>
                  <a:cubicBezTo>
                    <a:pt x="7579" y="10574"/>
                    <a:pt x="7473" y="10681"/>
                    <a:pt x="7508" y="10824"/>
                  </a:cubicBezTo>
                  <a:cubicBezTo>
                    <a:pt x="7508" y="10966"/>
                    <a:pt x="7615" y="11073"/>
                    <a:pt x="7757" y="11073"/>
                  </a:cubicBezTo>
                  <a:lnTo>
                    <a:pt x="7793" y="11073"/>
                  </a:lnTo>
                  <a:cubicBezTo>
                    <a:pt x="8149" y="11037"/>
                    <a:pt x="8469" y="10930"/>
                    <a:pt x="8789" y="10717"/>
                  </a:cubicBezTo>
                  <a:lnTo>
                    <a:pt x="8789" y="11962"/>
                  </a:lnTo>
                  <a:cubicBezTo>
                    <a:pt x="8789" y="12389"/>
                    <a:pt x="8469" y="12709"/>
                    <a:pt x="8042" y="12709"/>
                  </a:cubicBezTo>
                  <a:cubicBezTo>
                    <a:pt x="8034" y="12708"/>
                    <a:pt x="8026" y="12708"/>
                    <a:pt x="8018" y="12708"/>
                  </a:cubicBezTo>
                  <a:cubicBezTo>
                    <a:pt x="7765" y="12708"/>
                    <a:pt x="7765" y="13245"/>
                    <a:pt x="8018" y="13245"/>
                  </a:cubicBezTo>
                  <a:cubicBezTo>
                    <a:pt x="8026" y="13245"/>
                    <a:pt x="8034" y="13244"/>
                    <a:pt x="8042" y="13243"/>
                  </a:cubicBezTo>
                  <a:cubicBezTo>
                    <a:pt x="8327" y="13243"/>
                    <a:pt x="8576" y="13172"/>
                    <a:pt x="8789" y="12994"/>
                  </a:cubicBezTo>
                  <a:lnTo>
                    <a:pt x="8789" y="15698"/>
                  </a:lnTo>
                  <a:cubicBezTo>
                    <a:pt x="8789" y="16550"/>
                    <a:pt x="8117" y="17189"/>
                    <a:pt x="7301" y="17228"/>
                  </a:cubicBezTo>
                  <a:lnTo>
                    <a:pt x="7301" y="17228"/>
                  </a:lnTo>
                  <a:cubicBezTo>
                    <a:pt x="6601" y="17214"/>
                    <a:pt x="5976" y="16720"/>
                    <a:pt x="5836" y="16018"/>
                  </a:cubicBezTo>
                  <a:cubicBezTo>
                    <a:pt x="6654" y="15876"/>
                    <a:pt x="7224" y="15200"/>
                    <a:pt x="7224" y="14382"/>
                  </a:cubicBezTo>
                  <a:cubicBezTo>
                    <a:pt x="7224" y="14204"/>
                    <a:pt x="7090" y="14115"/>
                    <a:pt x="6957" y="14115"/>
                  </a:cubicBezTo>
                  <a:cubicBezTo>
                    <a:pt x="6823" y="14115"/>
                    <a:pt x="6690" y="14204"/>
                    <a:pt x="6690" y="14382"/>
                  </a:cubicBezTo>
                  <a:cubicBezTo>
                    <a:pt x="6766" y="15088"/>
                    <a:pt x="6228" y="15477"/>
                    <a:pt x="5691" y="15477"/>
                  </a:cubicBezTo>
                  <a:cubicBezTo>
                    <a:pt x="5227" y="15477"/>
                    <a:pt x="4763" y="15186"/>
                    <a:pt x="4697" y="14560"/>
                  </a:cubicBezTo>
                  <a:cubicBezTo>
                    <a:pt x="5053" y="14524"/>
                    <a:pt x="5409" y="14417"/>
                    <a:pt x="5694" y="14239"/>
                  </a:cubicBezTo>
                  <a:cubicBezTo>
                    <a:pt x="5836" y="14133"/>
                    <a:pt x="5872" y="13990"/>
                    <a:pt x="5800" y="13848"/>
                  </a:cubicBezTo>
                  <a:cubicBezTo>
                    <a:pt x="5731" y="13779"/>
                    <a:pt x="5648" y="13740"/>
                    <a:pt x="5559" y="13740"/>
                  </a:cubicBezTo>
                  <a:cubicBezTo>
                    <a:pt x="5510" y="13740"/>
                    <a:pt x="5459" y="13752"/>
                    <a:pt x="5409" y="13777"/>
                  </a:cubicBezTo>
                  <a:cubicBezTo>
                    <a:pt x="5122" y="13974"/>
                    <a:pt x="4807" y="14063"/>
                    <a:pt x="4500" y="14063"/>
                  </a:cubicBezTo>
                  <a:cubicBezTo>
                    <a:pt x="3591" y="14063"/>
                    <a:pt x="2750" y="13284"/>
                    <a:pt x="2883" y="12247"/>
                  </a:cubicBezTo>
                  <a:cubicBezTo>
                    <a:pt x="2883" y="11606"/>
                    <a:pt x="3203" y="11001"/>
                    <a:pt x="3772" y="10681"/>
                  </a:cubicBezTo>
                  <a:cubicBezTo>
                    <a:pt x="3984" y="10499"/>
                    <a:pt x="3835" y="10188"/>
                    <a:pt x="3610" y="10188"/>
                  </a:cubicBezTo>
                  <a:cubicBezTo>
                    <a:pt x="3571" y="10188"/>
                    <a:pt x="3530" y="10198"/>
                    <a:pt x="3488" y="10219"/>
                  </a:cubicBezTo>
                  <a:cubicBezTo>
                    <a:pt x="3025" y="10503"/>
                    <a:pt x="2669" y="10930"/>
                    <a:pt x="2491" y="11428"/>
                  </a:cubicBezTo>
                  <a:cubicBezTo>
                    <a:pt x="2171" y="11073"/>
                    <a:pt x="1958" y="10610"/>
                    <a:pt x="1958" y="10148"/>
                  </a:cubicBezTo>
                  <a:cubicBezTo>
                    <a:pt x="1958" y="9578"/>
                    <a:pt x="2207" y="9044"/>
                    <a:pt x="2669" y="8689"/>
                  </a:cubicBezTo>
                  <a:lnTo>
                    <a:pt x="2776" y="8618"/>
                  </a:lnTo>
                  <a:cubicBezTo>
                    <a:pt x="3096" y="8404"/>
                    <a:pt x="3452" y="8297"/>
                    <a:pt x="3808" y="8297"/>
                  </a:cubicBezTo>
                  <a:cubicBezTo>
                    <a:pt x="4270" y="8297"/>
                    <a:pt x="4733" y="8475"/>
                    <a:pt x="5053" y="8795"/>
                  </a:cubicBezTo>
                  <a:cubicBezTo>
                    <a:pt x="5120" y="8862"/>
                    <a:pt x="5192" y="8890"/>
                    <a:pt x="5260" y="8890"/>
                  </a:cubicBezTo>
                  <a:cubicBezTo>
                    <a:pt x="5482" y="8890"/>
                    <a:pt x="5654" y="8595"/>
                    <a:pt x="5409" y="8404"/>
                  </a:cubicBezTo>
                  <a:cubicBezTo>
                    <a:pt x="4982" y="8013"/>
                    <a:pt x="4413" y="7764"/>
                    <a:pt x="3808" y="7764"/>
                  </a:cubicBezTo>
                  <a:cubicBezTo>
                    <a:pt x="3488" y="7764"/>
                    <a:pt x="3167" y="7835"/>
                    <a:pt x="2883" y="7977"/>
                  </a:cubicBezTo>
                  <a:cubicBezTo>
                    <a:pt x="2883" y="7728"/>
                    <a:pt x="2918" y="7515"/>
                    <a:pt x="3025" y="7301"/>
                  </a:cubicBezTo>
                  <a:lnTo>
                    <a:pt x="3274" y="7301"/>
                  </a:lnTo>
                  <a:cubicBezTo>
                    <a:pt x="4626" y="7301"/>
                    <a:pt x="5729" y="6305"/>
                    <a:pt x="5943" y="4988"/>
                  </a:cubicBezTo>
                  <a:cubicBezTo>
                    <a:pt x="6512" y="5059"/>
                    <a:pt x="6975" y="5522"/>
                    <a:pt x="6975" y="6127"/>
                  </a:cubicBezTo>
                  <a:cubicBezTo>
                    <a:pt x="6975" y="6305"/>
                    <a:pt x="7108" y="6394"/>
                    <a:pt x="7241" y="6394"/>
                  </a:cubicBezTo>
                  <a:cubicBezTo>
                    <a:pt x="7375" y="6394"/>
                    <a:pt x="7508" y="6305"/>
                    <a:pt x="7508" y="6127"/>
                  </a:cubicBezTo>
                  <a:cubicBezTo>
                    <a:pt x="7473" y="5309"/>
                    <a:pt x="6903" y="4632"/>
                    <a:pt x="6121" y="4490"/>
                  </a:cubicBezTo>
                  <a:cubicBezTo>
                    <a:pt x="6298" y="4277"/>
                    <a:pt x="6476" y="4134"/>
                    <a:pt x="6725" y="4028"/>
                  </a:cubicBezTo>
                  <a:close/>
                  <a:moveTo>
                    <a:pt x="9657" y="0"/>
                  </a:moveTo>
                  <a:cubicBezTo>
                    <a:pt x="9536" y="0"/>
                    <a:pt x="9425" y="92"/>
                    <a:pt x="9394" y="185"/>
                  </a:cubicBezTo>
                  <a:cubicBezTo>
                    <a:pt x="9358" y="327"/>
                    <a:pt x="9465" y="470"/>
                    <a:pt x="9608" y="505"/>
                  </a:cubicBezTo>
                  <a:cubicBezTo>
                    <a:pt x="12134" y="1181"/>
                    <a:pt x="11671" y="4882"/>
                    <a:pt x="9038" y="4882"/>
                  </a:cubicBezTo>
                  <a:cubicBezTo>
                    <a:pt x="6441" y="4882"/>
                    <a:pt x="5943" y="1181"/>
                    <a:pt x="8505" y="505"/>
                  </a:cubicBezTo>
                  <a:cubicBezTo>
                    <a:pt x="8803" y="439"/>
                    <a:pt x="8699" y="0"/>
                    <a:pt x="8423" y="0"/>
                  </a:cubicBezTo>
                  <a:cubicBezTo>
                    <a:pt x="8404" y="0"/>
                    <a:pt x="8383" y="2"/>
                    <a:pt x="8362" y="7"/>
                  </a:cubicBezTo>
                  <a:cubicBezTo>
                    <a:pt x="7152" y="327"/>
                    <a:pt x="6334" y="1395"/>
                    <a:pt x="6334" y="2640"/>
                  </a:cubicBezTo>
                  <a:cubicBezTo>
                    <a:pt x="6334" y="2960"/>
                    <a:pt x="6370" y="3280"/>
                    <a:pt x="6476" y="3565"/>
                  </a:cubicBezTo>
                  <a:cubicBezTo>
                    <a:pt x="6263" y="3672"/>
                    <a:pt x="6049" y="3814"/>
                    <a:pt x="5907" y="3956"/>
                  </a:cubicBezTo>
                  <a:cubicBezTo>
                    <a:pt x="5592" y="2671"/>
                    <a:pt x="4445" y="1849"/>
                    <a:pt x="3222" y="1849"/>
                  </a:cubicBezTo>
                  <a:cubicBezTo>
                    <a:pt x="2787" y="1849"/>
                    <a:pt x="2342" y="1953"/>
                    <a:pt x="1922" y="2177"/>
                  </a:cubicBezTo>
                  <a:cubicBezTo>
                    <a:pt x="1780" y="2249"/>
                    <a:pt x="1744" y="2426"/>
                    <a:pt x="1815" y="2533"/>
                  </a:cubicBezTo>
                  <a:cubicBezTo>
                    <a:pt x="1863" y="2628"/>
                    <a:pt x="1958" y="2676"/>
                    <a:pt x="2047" y="2676"/>
                  </a:cubicBezTo>
                  <a:cubicBezTo>
                    <a:pt x="2092" y="2676"/>
                    <a:pt x="2136" y="2664"/>
                    <a:pt x="2171" y="2640"/>
                  </a:cubicBezTo>
                  <a:cubicBezTo>
                    <a:pt x="2546" y="2435"/>
                    <a:pt x="2917" y="2345"/>
                    <a:pt x="3268" y="2345"/>
                  </a:cubicBezTo>
                  <a:cubicBezTo>
                    <a:pt x="5053" y="2345"/>
                    <a:pt x="6314" y="4676"/>
                    <a:pt x="4769" y="6162"/>
                  </a:cubicBezTo>
                  <a:cubicBezTo>
                    <a:pt x="4303" y="6602"/>
                    <a:pt x="3776" y="6790"/>
                    <a:pt x="3268" y="6790"/>
                  </a:cubicBezTo>
                  <a:cubicBezTo>
                    <a:pt x="1719" y="6790"/>
                    <a:pt x="344" y="5048"/>
                    <a:pt x="1388" y="3387"/>
                  </a:cubicBezTo>
                  <a:cubicBezTo>
                    <a:pt x="1459" y="3280"/>
                    <a:pt x="1424" y="3103"/>
                    <a:pt x="1282" y="3031"/>
                  </a:cubicBezTo>
                  <a:cubicBezTo>
                    <a:pt x="1244" y="3006"/>
                    <a:pt x="1201" y="2994"/>
                    <a:pt x="1158" y="2994"/>
                  </a:cubicBezTo>
                  <a:cubicBezTo>
                    <a:pt x="1078" y="2994"/>
                    <a:pt x="995" y="3034"/>
                    <a:pt x="926" y="3103"/>
                  </a:cubicBezTo>
                  <a:cubicBezTo>
                    <a:pt x="1" y="4632"/>
                    <a:pt x="748" y="6661"/>
                    <a:pt x="2456" y="7159"/>
                  </a:cubicBezTo>
                  <a:cubicBezTo>
                    <a:pt x="2385" y="7443"/>
                    <a:pt x="2313" y="7728"/>
                    <a:pt x="2313" y="8013"/>
                  </a:cubicBezTo>
                  <a:cubicBezTo>
                    <a:pt x="2313" y="8084"/>
                    <a:pt x="2313" y="8155"/>
                    <a:pt x="2313" y="8226"/>
                  </a:cubicBezTo>
                  <a:lnTo>
                    <a:pt x="2278" y="8262"/>
                  </a:lnTo>
                  <a:cubicBezTo>
                    <a:pt x="1709" y="8724"/>
                    <a:pt x="1388" y="9400"/>
                    <a:pt x="1388" y="10112"/>
                  </a:cubicBezTo>
                  <a:cubicBezTo>
                    <a:pt x="1388" y="10859"/>
                    <a:pt x="1744" y="11535"/>
                    <a:pt x="2313" y="11998"/>
                  </a:cubicBezTo>
                  <a:cubicBezTo>
                    <a:pt x="2313" y="12069"/>
                    <a:pt x="2313" y="12140"/>
                    <a:pt x="2313" y="12211"/>
                  </a:cubicBezTo>
                  <a:cubicBezTo>
                    <a:pt x="2313" y="13314"/>
                    <a:pt x="3061" y="14275"/>
                    <a:pt x="4164" y="14524"/>
                  </a:cubicBezTo>
                  <a:cubicBezTo>
                    <a:pt x="4199" y="15200"/>
                    <a:pt x="4662" y="15769"/>
                    <a:pt x="5302" y="15983"/>
                  </a:cubicBezTo>
                  <a:cubicBezTo>
                    <a:pt x="5448" y="17083"/>
                    <a:pt x="6368" y="17711"/>
                    <a:pt x="7301" y="17711"/>
                  </a:cubicBezTo>
                  <a:cubicBezTo>
                    <a:pt x="7966" y="17711"/>
                    <a:pt x="8638" y="17391"/>
                    <a:pt x="9038" y="16694"/>
                  </a:cubicBezTo>
                  <a:cubicBezTo>
                    <a:pt x="9438" y="17391"/>
                    <a:pt x="10110" y="17711"/>
                    <a:pt x="10778" y="17711"/>
                  </a:cubicBezTo>
                  <a:cubicBezTo>
                    <a:pt x="11715" y="17711"/>
                    <a:pt x="12644" y="17083"/>
                    <a:pt x="12810" y="15983"/>
                  </a:cubicBezTo>
                  <a:cubicBezTo>
                    <a:pt x="13415" y="15769"/>
                    <a:pt x="13877" y="15200"/>
                    <a:pt x="13948" y="14524"/>
                  </a:cubicBezTo>
                  <a:cubicBezTo>
                    <a:pt x="15016" y="14275"/>
                    <a:pt x="15763" y="13314"/>
                    <a:pt x="15763" y="12211"/>
                  </a:cubicBezTo>
                  <a:cubicBezTo>
                    <a:pt x="15763" y="12140"/>
                    <a:pt x="15763" y="12069"/>
                    <a:pt x="15763" y="11998"/>
                  </a:cubicBezTo>
                  <a:cubicBezTo>
                    <a:pt x="16332" y="11535"/>
                    <a:pt x="16688" y="10859"/>
                    <a:pt x="16688" y="10112"/>
                  </a:cubicBezTo>
                  <a:cubicBezTo>
                    <a:pt x="16688" y="9400"/>
                    <a:pt x="16368" y="8724"/>
                    <a:pt x="15799" y="8262"/>
                  </a:cubicBezTo>
                  <a:lnTo>
                    <a:pt x="15763" y="8226"/>
                  </a:lnTo>
                  <a:cubicBezTo>
                    <a:pt x="15763" y="8155"/>
                    <a:pt x="15763" y="8084"/>
                    <a:pt x="15763" y="8013"/>
                  </a:cubicBezTo>
                  <a:cubicBezTo>
                    <a:pt x="15763" y="7728"/>
                    <a:pt x="15727" y="7443"/>
                    <a:pt x="15656" y="7194"/>
                  </a:cubicBezTo>
                  <a:cubicBezTo>
                    <a:pt x="16795" y="6838"/>
                    <a:pt x="17578" y="5807"/>
                    <a:pt x="17578" y="4597"/>
                  </a:cubicBezTo>
                  <a:cubicBezTo>
                    <a:pt x="17578" y="4063"/>
                    <a:pt x="17435" y="3565"/>
                    <a:pt x="17186" y="3138"/>
                  </a:cubicBezTo>
                  <a:cubicBezTo>
                    <a:pt x="17117" y="3069"/>
                    <a:pt x="17034" y="3030"/>
                    <a:pt x="16954" y="3030"/>
                  </a:cubicBezTo>
                  <a:cubicBezTo>
                    <a:pt x="16911" y="3030"/>
                    <a:pt x="16868" y="3042"/>
                    <a:pt x="16830" y="3067"/>
                  </a:cubicBezTo>
                  <a:cubicBezTo>
                    <a:pt x="16688" y="3138"/>
                    <a:pt x="16653" y="3280"/>
                    <a:pt x="16724" y="3423"/>
                  </a:cubicBezTo>
                  <a:cubicBezTo>
                    <a:pt x="16937" y="3779"/>
                    <a:pt x="17079" y="4170"/>
                    <a:pt x="17079" y="4597"/>
                  </a:cubicBezTo>
                  <a:cubicBezTo>
                    <a:pt x="17079" y="5974"/>
                    <a:pt x="15952" y="6827"/>
                    <a:pt x="14810" y="6827"/>
                  </a:cubicBezTo>
                  <a:cubicBezTo>
                    <a:pt x="14093" y="6827"/>
                    <a:pt x="13369" y="6490"/>
                    <a:pt x="12917" y="5735"/>
                  </a:cubicBezTo>
                  <a:cubicBezTo>
                    <a:pt x="11991" y="4145"/>
                    <a:pt x="13251" y="2367"/>
                    <a:pt x="14824" y="2367"/>
                  </a:cubicBezTo>
                  <a:cubicBezTo>
                    <a:pt x="15188" y="2367"/>
                    <a:pt x="15567" y="2462"/>
                    <a:pt x="15941" y="2676"/>
                  </a:cubicBezTo>
                  <a:cubicBezTo>
                    <a:pt x="15971" y="2695"/>
                    <a:pt x="16006" y="2704"/>
                    <a:pt x="16043" y="2704"/>
                  </a:cubicBezTo>
                  <a:cubicBezTo>
                    <a:pt x="16139" y="2704"/>
                    <a:pt x="16245" y="2646"/>
                    <a:pt x="16297" y="2569"/>
                  </a:cubicBezTo>
                  <a:cubicBezTo>
                    <a:pt x="16368" y="2426"/>
                    <a:pt x="16332" y="2284"/>
                    <a:pt x="16190" y="2213"/>
                  </a:cubicBezTo>
                  <a:cubicBezTo>
                    <a:pt x="15799" y="1964"/>
                    <a:pt x="15336" y="1857"/>
                    <a:pt x="14838" y="1857"/>
                  </a:cubicBezTo>
                  <a:cubicBezTo>
                    <a:pt x="13593" y="1857"/>
                    <a:pt x="12490" y="2711"/>
                    <a:pt x="12169" y="3956"/>
                  </a:cubicBezTo>
                  <a:cubicBezTo>
                    <a:pt x="12027" y="3814"/>
                    <a:pt x="11814" y="3672"/>
                    <a:pt x="11600" y="3565"/>
                  </a:cubicBezTo>
                  <a:cubicBezTo>
                    <a:pt x="11707" y="3280"/>
                    <a:pt x="11742" y="2960"/>
                    <a:pt x="11778" y="2640"/>
                  </a:cubicBezTo>
                  <a:cubicBezTo>
                    <a:pt x="11778" y="1395"/>
                    <a:pt x="10924" y="327"/>
                    <a:pt x="9714" y="7"/>
                  </a:cubicBezTo>
                  <a:cubicBezTo>
                    <a:pt x="9695" y="2"/>
                    <a:pt x="9676" y="0"/>
                    <a:pt x="9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3610970" y="1922252"/>
              <a:ext cx="38047" cy="58854"/>
            </a:xfrm>
            <a:custGeom>
              <a:rect b="b" l="l" r="r" t="t"/>
              <a:pathLst>
                <a:path extrusionOk="0" h="2919" w="1887">
                  <a:moveTo>
                    <a:pt x="357" y="1"/>
                  </a:moveTo>
                  <a:cubicBezTo>
                    <a:pt x="214" y="1"/>
                    <a:pt x="108" y="143"/>
                    <a:pt x="108" y="285"/>
                  </a:cubicBezTo>
                  <a:lnTo>
                    <a:pt x="108" y="1104"/>
                  </a:lnTo>
                  <a:cubicBezTo>
                    <a:pt x="108" y="1459"/>
                    <a:pt x="357" y="1708"/>
                    <a:pt x="712" y="1708"/>
                  </a:cubicBezTo>
                  <a:lnTo>
                    <a:pt x="1211" y="1708"/>
                  </a:lnTo>
                  <a:cubicBezTo>
                    <a:pt x="1246" y="1708"/>
                    <a:pt x="1282" y="1780"/>
                    <a:pt x="1282" y="1815"/>
                  </a:cubicBezTo>
                  <a:lnTo>
                    <a:pt x="1282" y="2313"/>
                  </a:lnTo>
                  <a:cubicBezTo>
                    <a:pt x="1282" y="2349"/>
                    <a:pt x="1246" y="2384"/>
                    <a:pt x="1211" y="2384"/>
                  </a:cubicBezTo>
                  <a:lnTo>
                    <a:pt x="357" y="2384"/>
                  </a:lnTo>
                  <a:cubicBezTo>
                    <a:pt x="1" y="2384"/>
                    <a:pt x="1" y="2918"/>
                    <a:pt x="357" y="2918"/>
                  </a:cubicBezTo>
                  <a:lnTo>
                    <a:pt x="1211" y="2918"/>
                  </a:lnTo>
                  <a:cubicBezTo>
                    <a:pt x="1531" y="2918"/>
                    <a:pt x="1815" y="2669"/>
                    <a:pt x="1815" y="2313"/>
                  </a:cubicBezTo>
                  <a:lnTo>
                    <a:pt x="1815" y="1815"/>
                  </a:lnTo>
                  <a:cubicBezTo>
                    <a:pt x="1815" y="1495"/>
                    <a:pt x="1531" y="1210"/>
                    <a:pt x="1211" y="1210"/>
                  </a:cubicBezTo>
                  <a:lnTo>
                    <a:pt x="712" y="1210"/>
                  </a:lnTo>
                  <a:cubicBezTo>
                    <a:pt x="641" y="1210"/>
                    <a:pt x="606" y="1175"/>
                    <a:pt x="606" y="1104"/>
                  </a:cubicBezTo>
                  <a:lnTo>
                    <a:pt x="606" y="534"/>
                  </a:lnTo>
                  <a:lnTo>
                    <a:pt x="1566" y="534"/>
                  </a:lnTo>
                  <a:cubicBezTo>
                    <a:pt x="1887" y="534"/>
                    <a:pt x="1887" y="1"/>
                    <a:pt x="1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3495842" y="1883520"/>
              <a:ext cx="34800" cy="58834"/>
            </a:xfrm>
            <a:custGeom>
              <a:rect b="b" l="l" r="r" t="t"/>
              <a:pathLst>
                <a:path extrusionOk="0" h="2918" w="1726">
                  <a:moveTo>
                    <a:pt x="623" y="0"/>
                  </a:moveTo>
                  <a:cubicBezTo>
                    <a:pt x="267" y="0"/>
                    <a:pt x="18" y="285"/>
                    <a:pt x="18" y="605"/>
                  </a:cubicBezTo>
                  <a:cubicBezTo>
                    <a:pt x="0" y="765"/>
                    <a:pt x="133" y="845"/>
                    <a:pt x="267" y="845"/>
                  </a:cubicBezTo>
                  <a:cubicBezTo>
                    <a:pt x="400" y="845"/>
                    <a:pt x="534" y="765"/>
                    <a:pt x="516" y="605"/>
                  </a:cubicBezTo>
                  <a:cubicBezTo>
                    <a:pt x="516" y="569"/>
                    <a:pt x="552" y="534"/>
                    <a:pt x="623" y="534"/>
                  </a:cubicBezTo>
                  <a:lnTo>
                    <a:pt x="1121" y="534"/>
                  </a:lnTo>
                  <a:cubicBezTo>
                    <a:pt x="1156" y="534"/>
                    <a:pt x="1192" y="569"/>
                    <a:pt x="1192" y="605"/>
                  </a:cubicBezTo>
                  <a:lnTo>
                    <a:pt x="1192" y="1103"/>
                  </a:lnTo>
                  <a:cubicBezTo>
                    <a:pt x="1192" y="1174"/>
                    <a:pt x="1156" y="1210"/>
                    <a:pt x="1121" y="1210"/>
                  </a:cubicBezTo>
                  <a:lnTo>
                    <a:pt x="765" y="1210"/>
                  </a:lnTo>
                  <a:cubicBezTo>
                    <a:pt x="409" y="1210"/>
                    <a:pt x="409" y="1744"/>
                    <a:pt x="765" y="1744"/>
                  </a:cubicBezTo>
                  <a:lnTo>
                    <a:pt x="1121" y="1744"/>
                  </a:lnTo>
                  <a:cubicBezTo>
                    <a:pt x="1156" y="1744"/>
                    <a:pt x="1192" y="1779"/>
                    <a:pt x="1192" y="1815"/>
                  </a:cubicBezTo>
                  <a:lnTo>
                    <a:pt x="1192" y="2313"/>
                  </a:lnTo>
                  <a:cubicBezTo>
                    <a:pt x="1192" y="2342"/>
                    <a:pt x="1169" y="2394"/>
                    <a:pt x="1141" y="2394"/>
                  </a:cubicBezTo>
                  <a:cubicBezTo>
                    <a:pt x="1134" y="2394"/>
                    <a:pt x="1128" y="2391"/>
                    <a:pt x="1121" y="2384"/>
                  </a:cubicBezTo>
                  <a:lnTo>
                    <a:pt x="623" y="2384"/>
                  </a:lnTo>
                  <a:cubicBezTo>
                    <a:pt x="552" y="2384"/>
                    <a:pt x="516" y="2348"/>
                    <a:pt x="516" y="2313"/>
                  </a:cubicBezTo>
                  <a:cubicBezTo>
                    <a:pt x="498" y="2153"/>
                    <a:pt x="383" y="2073"/>
                    <a:pt x="267" y="2073"/>
                  </a:cubicBezTo>
                  <a:cubicBezTo>
                    <a:pt x="151" y="2073"/>
                    <a:pt x="36" y="2153"/>
                    <a:pt x="18" y="2313"/>
                  </a:cubicBezTo>
                  <a:cubicBezTo>
                    <a:pt x="18" y="2633"/>
                    <a:pt x="267" y="2918"/>
                    <a:pt x="623" y="2918"/>
                  </a:cubicBezTo>
                  <a:lnTo>
                    <a:pt x="1121" y="2918"/>
                  </a:lnTo>
                  <a:cubicBezTo>
                    <a:pt x="1441" y="2918"/>
                    <a:pt x="1726" y="2633"/>
                    <a:pt x="1726" y="2313"/>
                  </a:cubicBezTo>
                  <a:lnTo>
                    <a:pt x="1726" y="1815"/>
                  </a:lnTo>
                  <a:cubicBezTo>
                    <a:pt x="1583" y="1601"/>
                    <a:pt x="1583" y="1317"/>
                    <a:pt x="1726" y="1103"/>
                  </a:cubicBezTo>
                  <a:lnTo>
                    <a:pt x="1726" y="605"/>
                  </a:lnTo>
                  <a:cubicBezTo>
                    <a:pt x="1726" y="285"/>
                    <a:pt x="1441" y="0"/>
                    <a:pt x="1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9" name="Google Shape;2879;p72"/>
          <p:cNvGrpSpPr/>
          <p:nvPr/>
        </p:nvGrpSpPr>
        <p:grpSpPr>
          <a:xfrm>
            <a:off x="6973079" y="3493608"/>
            <a:ext cx="271206" cy="357642"/>
            <a:chOff x="6973079" y="3493608"/>
            <a:chExt cx="271206" cy="357642"/>
          </a:xfrm>
        </p:grpSpPr>
        <p:sp>
          <p:nvSpPr>
            <p:cNvPr id="2880" name="Google Shape;2880;p72"/>
            <p:cNvSpPr/>
            <p:nvPr/>
          </p:nvSpPr>
          <p:spPr>
            <a:xfrm>
              <a:off x="6978826" y="3563552"/>
              <a:ext cx="259713" cy="282678"/>
            </a:xfrm>
            <a:custGeom>
              <a:rect b="b" l="l" r="r" t="t"/>
              <a:pathLst>
                <a:path extrusionOk="0" h="14020" w="12881">
                  <a:moveTo>
                    <a:pt x="0" y="1"/>
                  </a:moveTo>
                  <a:lnTo>
                    <a:pt x="0" y="14020"/>
                  </a:lnTo>
                  <a:lnTo>
                    <a:pt x="12881" y="14020"/>
                  </a:lnTo>
                  <a:lnTo>
                    <a:pt x="128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6978826" y="3521230"/>
              <a:ext cx="259713" cy="42341"/>
            </a:xfrm>
            <a:custGeom>
              <a:rect b="b" l="l" r="r" t="t"/>
              <a:pathLst>
                <a:path extrusionOk="0" h="2100" w="12881">
                  <a:moveTo>
                    <a:pt x="0" y="1"/>
                  </a:moveTo>
                  <a:lnTo>
                    <a:pt x="0" y="2100"/>
                  </a:lnTo>
                  <a:lnTo>
                    <a:pt x="12881" y="2100"/>
                  </a:lnTo>
                  <a:lnTo>
                    <a:pt x="128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6973079" y="3493608"/>
              <a:ext cx="270480" cy="253624"/>
            </a:xfrm>
            <a:custGeom>
              <a:rect b="b" l="l" r="r" t="t"/>
              <a:pathLst>
                <a:path extrusionOk="0" h="12579" w="13415">
                  <a:moveTo>
                    <a:pt x="12952" y="1620"/>
                  </a:moveTo>
                  <a:lnTo>
                    <a:pt x="12952" y="3221"/>
                  </a:lnTo>
                  <a:lnTo>
                    <a:pt x="534" y="3221"/>
                  </a:lnTo>
                  <a:lnTo>
                    <a:pt x="534" y="1620"/>
                  </a:lnTo>
                  <a:lnTo>
                    <a:pt x="1709" y="1620"/>
                  </a:lnTo>
                  <a:lnTo>
                    <a:pt x="1709" y="2402"/>
                  </a:lnTo>
                  <a:cubicBezTo>
                    <a:pt x="1726" y="2562"/>
                    <a:pt x="1842" y="2643"/>
                    <a:pt x="1962" y="2643"/>
                  </a:cubicBezTo>
                  <a:cubicBezTo>
                    <a:pt x="2082" y="2643"/>
                    <a:pt x="2207" y="2562"/>
                    <a:pt x="2242" y="2402"/>
                  </a:cubicBezTo>
                  <a:lnTo>
                    <a:pt x="2242" y="1620"/>
                  </a:lnTo>
                  <a:lnTo>
                    <a:pt x="4093" y="1620"/>
                  </a:lnTo>
                  <a:lnTo>
                    <a:pt x="4093" y="2402"/>
                  </a:lnTo>
                  <a:cubicBezTo>
                    <a:pt x="4110" y="2562"/>
                    <a:pt x="4226" y="2643"/>
                    <a:pt x="4346" y="2643"/>
                  </a:cubicBezTo>
                  <a:cubicBezTo>
                    <a:pt x="4466" y="2643"/>
                    <a:pt x="4591" y="2562"/>
                    <a:pt x="4626" y="2402"/>
                  </a:cubicBezTo>
                  <a:lnTo>
                    <a:pt x="4626" y="1620"/>
                  </a:lnTo>
                  <a:lnTo>
                    <a:pt x="6476" y="1620"/>
                  </a:lnTo>
                  <a:lnTo>
                    <a:pt x="6476" y="2402"/>
                  </a:lnTo>
                  <a:cubicBezTo>
                    <a:pt x="6476" y="2545"/>
                    <a:pt x="6583" y="2651"/>
                    <a:pt x="6726" y="2651"/>
                  </a:cubicBezTo>
                  <a:cubicBezTo>
                    <a:pt x="6741" y="2655"/>
                    <a:pt x="6755" y="2657"/>
                    <a:pt x="6769" y="2657"/>
                  </a:cubicBezTo>
                  <a:cubicBezTo>
                    <a:pt x="6890" y="2657"/>
                    <a:pt x="6978" y="2530"/>
                    <a:pt x="7010" y="2402"/>
                  </a:cubicBezTo>
                  <a:lnTo>
                    <a:pt x="7010" y="1620"/>
                  </a:lnTo>
                  <a:lnTo>
                    <a:pt x="8896" y="1620"/>
                  </a:lnTo>
                  <a:lnTo>
                    <a:pt x="8896" y="2402"/>
                  </a:lnTo>
                  <a:cubicBezTo>
                    <a:pt x="8896" y="2580"/>
                    <a:pt x="9020" y="2669"/>
                    <a:pt x="9145" y="2669"/>
                  </a:cubicBezTo>
                  <a:cubicBezTo>
                    <a:pt x="9270" y="2669"/>
                    <a:pt x="9394" y="2580"/>
                    <a:pt x="9394" y="2402"/>
                  </a:cubicBezTo>
                  <a:lnTo>
                    <a:pt x="9394" y="1620"/>
                  </a:lnTo>
                  <a:lnTo>
                    <a:pt x="11244" y="1620"/>
                  </a:lnTo>
                  <a:lnTo>
                    <a:pt x="11244" y="2402"/>
                  </a:lnTo>
                  <a:cubicBezTo>
                    <a:pt x="11244" y="2530"/>
                    <a:pt x="11358" y="2657"/>
                    <a:pt x="11484" y="2657"/>
                  </a:cubicBezTo>
                  <a:cubicBezTo>
                    <a:pt x="11499" y="2657"/>
                    <a:pt x="11514" y="2655"/>
                    <a:pt x="11529" y="2651"/>
                  </a:cubicBezTo>
                  <a:cubicBezTo>
                    <a:pt x="11544" y="2655"/>
                    <a:pt x="11559" y="2657"/>
                    <a:pt x="11573" y="2657"/>
                  </a:cubicBezTo>
                  <a:cubicBezTo>
                    <a:pt x="11693" y="2657"/>
                    <a:pt x="11778" y="2530"/>
                    <a:pt x="11778" y="2402"/>
                  </a:cubicBezTo>
                  <a:lnTo>
                    <a:pt x="11778" y="1620"/>
                  </a:lnTo>
                  <a:close/>
                  <a:moveTo>
                    <a:pt x="9109" y="1"/>
                  </a:moveTo>
                  <a:cubicBezTo>
                    <a:pt x="8985" y="1"/>
                    <a:pt x="8860" y="90"/>
                    <a:pt x="8860" y="268"/>
                  </a:cubicBezTo>
                  <a:lnTo>
                    <a:pt x="8860" y="1086"/>
                  </a:lnTo>
                  <a:lnTo>
                    <a:pt x="7010" y="1086"/>
                  </a:lnTo>
                  <a:lnTo>
                    <a:pt x="7010" y="268"/>
                  </a:lnTo>
                  <a:cubicBezTo>
                    <a:pt x="6975" y="125"/>
                    <a:pt x="6868" y="18"/>
                    <a:pt x="6726" y="18"/>
                  </a:cubicBezTo>
                  <a:cubicBezTo>
                    <a:pt x="6583" y="18"/>
                    <a:pt x="6476" y="125"/>
                    <a:pt x="6476" y="268"/>
                  </a:cubicBezTo>
                  <a:lnTo>
                    <a:pt x="6476" y="1086"/>
                  </a:lnTo>
                  <a:lnTo>
                    <a:pt x="4626" y="1086"/>
                  </a:lnTo>
                  <a:lnTo>
                    <a:pt x="4626" y="268"/>
                  </a:lnTo>
                  <a:cubicBezTo>
                    <a:pt x="4591" y="125"/>
                    <a:pt x="4466" y="54"/>
                    <a:pt x="4346" y="54"/>
                  </a:cubicBezTo>
                  <a:cubicBezTo>
                    <a:pt x="4226" y="54"/>
                    <a:pt x="4110" y="125"/>
                    <a:pt x="4093" y="268"/>
                  </a:cubicBezTo>
                  <a:lnTo>
                    <a:pt x="4093" y="1086"/>
                  </a:lnTo>
                  <a:lnTo>
                    <a:pt x="2207" y="1086"/>
                  </a:lnTo>
                  <a:lnTo>
                    <a:pt x="2207" y="268"/>
                  </a:lnTo>
                  <a:cubicBezTo>
                    <a:pt x="2189" y="125"/>
                    <a:pt x="2064" y="54"/>
                    <a:pt x="1940" y="54"/>
                  </a:cubicBezTo>
                  <a:cubicBezTo>
                    <a:pt x="1815" y="54"/>
                    <a:pt x="1691" y="125"/>
                    <a:pt x="1673" y="268"/>
                  </a:cubicBezTo>
                  <a:lnTo>
                    <a:pt x="1673" y="1086"/>
                  </a:lnTo>
                  <a:lnTo>
                    <a:pt x="250" y="1086"/>
                  </a:lnTo>
                  <a:cubicBezTo>
                    <a:pt x="107" y="1086"/>
                    <a:pt x="1" y="1228"/>
                    <a:pt x="1" y="1371"/>
                  </a:cubicBezTo>
                  <a:lnTo>
                    <a:pt x="1" y="12365"/>
                  </a:lnTo>
                  <a:cubicBezTo>
                    <a:pt x="19" y="12507"/>
                    <a:pt x="143" y="12578"/>
                    <a:pt x="268" y="12578"/>
                  </a:cubicBezTo>
                  <a:cubicBezTo>
                    <a:pt x="392" y="12578"/>
                    <a:pt x="517" y="12507"/>
                    <a:pt x="534" y="12365"/>
                  </a:cubicBezTo>
                  <a:lnTo>
                    <a:pt x="534" y="3719"/>
                  </a:lnTo>
                  <a:lnTo>
                    <a:pt x="12917" y="3719"/>
                  </a:lnTo>
                  <a:lnTo>
                    <a:pt x="12917" y="5711"/>
                  </a:lnTo>
                  <a:cubicBezTo>
                    <a:pt x="12917" y="5871"/>
                    <a:pt x="13041" y="5952"/>
                    <a:pt x="13166" y="5952"/>
                  </a:cubicBezTo>
                  <a:cubicBezTo>
                    <a:pt x="13290" y="5952"/>
                    <a:pt x="13415" y="5871"/>
                    <a:pt x="13415" y="5711"/>
                  </a:cubicBezTo>
                  <a:lnTo>
                    <a:pt x="13415" y="1371"/>
                  </a:lnTo>
                  <a:cubicBezTo>
                    <a:pt x="13415" y="1228"/>
                    <a:pt x="13308" y="1086"/>
                    <a:pt x="13166" y="1086"/>
                  </a:cubicBezTo>
                  <a:lnTo>
                    <a:pt x="11742" y="1086"/>
                  </a:lnTo>
                  <a:lnTo>
                    <a:pt x="11742" y="268"/>
                  </a:lnTo>
                  <a:cubicBezTo>
                    <a:pt x="11742" y="125"/>
                    <a:pt x="11636" y="18"/>
                    <a:pt x="11493" y="18"/>
                  </a:cubicBezTo>
                  <a:cubicBezTo>
                    <a:pt x="11351" y="18"/>
                    <a:pt x="11244" y="125"/>
                    <a:pt x="11244" y="268"/>
                  </a:cubicBezTo>
                  <a:lnTo>
                    <a:pt x="11244" y="1086"/>
                  </a:lnTo>
                  <a:lnTo>
                    <a:pt x="9358" y="1086"/>
                  </a:lnTo>
                  <a:lnTo>
                    <a:pt x="9358" y="268"/>
                  </a:lnTo>
                  <a:cubicBezTo>
                    <a:pt x="9358" y="90"/>
                    <a:pt x="9234" y="1"/>
                    <a:pt x="9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7008243" y="3673316"/>
              <a:ext cx="91840" cy="60286"/>
            </a:xfrm>
            <a:custGeom>
              <a:rect b="b" l="l" r="r" t="t"/>
              <a:pathLst>
                <a:path extrusionOk="0" h="2990" w="4555">
                  <a:moveTo>
                    <a:pt x="2135" y="1"/>
                  </a:moveTo>
                  <a:cubicBezTo>
                    <a:pt x="2028" y="1"/>
                    <a:pt x="1957" y="72"/>
                    <a:pt x="1922" y="143"/>
                  </a:cubicBezTo>
                  <a:lnTo>
                    <a:pt x="1032" y="2171"/>
                  </a:lnTo>
                  <a:lnTo>
                    <a:pt x="498" y="1317"/>
                  </a:lnTo>
                  <a:cubicBezTo>
                    <a:pt x="452" y="1248"/>
                    <a:pt x="377" y="1209"/>
                    <a:pt x="291" y="1209"/>
                  </a:cubicBezTo>
                  <a:cubicBezTo>
                    <a:pt x="243" y="1209"/>
                    <a:pt x="193" y="1221"/>
                    <a:pt x="143" y="1246"/>
                  </a:cubicBezTo>
                  <a:cubicBezTo>
                    <a:pt x="36" y="1317"/>
                    <a:pt x="0" y="1459"/>
                    <a:pt x="71" y="1602"/>
                  </a:cubicBezTo>
                  <a:lnTo>
                    <a:pt x="854" y="2847"/>
                  </a:lnTo>
                  <a:cubicBezTo>
                    <a:pt x="890" y="2918"/>
                    <a:pt x="961" y="2989"/>
                    <a:pt x="1068" y="2989"/>
                  </a:cubicBezTo>
                  <a:cubicBezTo>
                    <a:pt x="1139" y="2954"/>
                    <a:pt x="1246" y="2918"/>
                    <a:pt x="1281" y="2812"/>
                  </a:cubicBezTo>
                  <a:lnTo>
                    <a:pt x="2313" y="499"/>
                  </a:lnTo>
                  <a:lnTo>
                    <a:pt x="4234" y="499"/>
                  </a:lnTo>
                  <a:cubicBezTo>
                    <a:pt x="4555" y="499"/>
                    <a:pt x="4555" y="1"/>
                    <a:pt x="4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2"/>
            <p:cNvSpPr/>
            <p:nvPr/>
          </p:nvSpPr>
          <p:spPr>
            <a:xfrm>
              <a:off x="7061331" y="3697531"/>
              <a:ext cx="39781" cy="36252"/>
            </a:xfrm>
            <a:custGeom>
              <a:rect b="b" l="l" r="r" t="t"/>
              <a:pathLst>
                <a:path extrusionOk="0" h="1798" w="1973">
                  <a:moveTo>
                    <a:pt x="320" y="0"/>
                  </a:moveTo>
                  <a:cubicBezTo>
                    <a:pt x="258" y="0"/>
                    <a:pt x="196" y="27"/>
                    <a:pt x="142" y="81"/>
                  </a:cubicBezTo>
                  <a:cubicBezTo>
                    <a:pt x="36" y="187"/>
                    <a:pt x="36" y="365"/>
                    <a:pt x="142" y="436"/>
                  </a:cubicBezTo>
                  <a:lnTo>
                    <a:pt x="605" y="899"/>
                  </a:lnTo>
                  <a:lnTo>
                    <a:pt x="142" y="1326"/>
                  </a:lnTo>
                  <a:cubicBezTo>
                    <a:pt x="0" y="1504"/>
                    <a:pt x="107" y="1788"/>
                    <a:pt x="320" y="1788"/>
                  </a:cubicBezTo>
                  <a:cubicBezTo>
                    <a:pt x="392" y="1788"/>
                    <a:pt x="463" y="1753"/>
                    <a:pt x="498" y="1717"/>
                  </a:cubicBezTo>
                  <a:lnTo>
                    <a:pt x="961" y="1255"/>
                  </a:lnTo>
                  <a:lnTo>
                    <a:pt x="1388" y="1717"/>
                  </a:lnTo>
                  <a:cubicBezTo>
                    <a:pt x="1444" y="1773"/>
                    <a:pt x="1507" y="1797"/>
                    <a:pt x="1569" y="1797"/>
                  </a:cubicBezTo>
                  <a:cubicBezTo>
                    <a:pt x="1781" y="1797"/>
                    <a:pt x="1972" y="1519"/>
                    <a:pt x="1779" y="1326"/>
                  </a:cubicBezTo>
                  <a:lnTo>
                    <a:pt x="1317" y="899"/>
                  </a:lnTo>
                  <a:lnTo>
                    <a:pt x="1779" y="436"/>
                  </a:lnTo>
                  <a:cubicBezTo>
                    <a:pt x="1850" y="365"/>
                    <a:pt x="1850" y="187"/>
                    <a:pt x="1779" y="81"/>
                  </a:cubicBezTo>
                  <a:cubicBezTo>
                    <a:pt x="1726" y="27"/>
                    <a:pt x="1655" y="0"/>
                    <a:pt x="1584" y="0"/>
                  </a:cubicBezTo>
                  <a:cubicBezTo>
                    <a:pt x="1512" y="0"/>
                    <a:pt x="1441" y="27"/>
                    <a:pt x="1388" y="81"/>
                  </a:cubicBezTo>
                  <a:lnTo>
                    <a:pt x="961" y="508"/>
                  </a:lnTo>
                  <a:lnTo>
                    <a:pt x="498" y="81"/>
                  </a:lnTo>
                  <a:cubicBezTo>
                    <a:pt x="445" y="27"/>
                    <a:pt x="383" y="0"/>
                    <a:pt x="3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2"/>
            <p:cNvSpPr/>
            <p:nvPr/>
          </p:nvSpPr>
          <p:spPr>
            <a:xfrm>
              <a:off x="6973442" y="3628132"/>
              <a:ext cx="270843" cy="223118"/>
            </a:xfrm>
            <a:custGeom>
              <a:rect b="b" l="l" r="r" t="t"/>
              <a:pathLst>
                <a:path extrusionOk="0" h="11066" w="13433">
                  <a:moveTo>
                    <a:pt x="13148" y="0"/>
                  </a:moveTo>
                  <a:cubicBezTo>
                    <a:pt x="13005" y="0"/>
                    <a:pt x="12899" y="107"/>
                    <a:pt x="12899" y="249"/>
                  </a:cubicBezTo>
                  <a:lnTo>
                    <a:pt x="12899" y="10568"/>
                  </a:lnTo>
                  <a:lnTo>
                    <a:pt x="516" y="10568"/>
                  </a:lnTo>
                  <a:lnTo>
                    <a:pt x="516" y="6903"/>
                  </a:lnTo>
                  <a:cubicBezTo>
                    <a:pt x="534" y="6760"/>
                    <a:pt x="401" y="6689"/>
                    <a:pt x="267" y="6689"/>
                  </a:cubicBezTo>
                  <a:cubicBezTo>
                    <a:pt x="134" y="6689"/>
                    <a:pt x="1" y="6760"/>
                    <a:pt x="18" y="6903"/>
                  </a:cubicBezTo>
                  <a:lnTo>
                    <a:pt x="18" y="10817"/>
                  </a:lnTo>
                  <a:cubicBezTo>
                    <a:pt x="18" y="10959"/>
                    <a:pt x="125" y="11066"/>
                    <a:pt x="267" y="11066"/>
                  </a:cubicBezTo>
                  <a:lnTo>
                    <a:pt x="13148" y="11066"/>
                  </a:lnTo>
                  <a:cubicBezTo>
                    <a:pt x="13290" y="11066"/>
                    <a:pt x="13432" y="10959"/>
                    <a:pt x="13432" y="10817"/>
                  </a:cubicBezTo>
                  <a:lnTo>
                    <a:pt x="13432" y="249"/>
                  </a:lnTo>
                  <a:cubicBezTo>
                    <a:pt x="13432" y="107"/>
                    <a:pt x="13290" y="0"/>
                    <a:pt x="131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7102926" y="3670635"/>
              <a:ext cx="110349" cy="136863"/>
            </a:xfrm>
            <a:custGeom>
              <a:rect b="b" l="l" r="r" t="t"/>
              <a:pathLst>
                <a:path extrusionOk="0" h="6788" w="5473">
                  <a:moveTo>
                    <a:pt x="784" y="0"/>
                  </a:moveTo>
                  <a:cubicBezTo>
                    <a:pt x="668" y="0"/>
                    <a:pt x="552" y="80"/>
                    <a:pt x="535" y="240"/>
                  </a:cubicBezTo>
                  <a:lnTo>
                    <a:pt x="535" y="5791"/>
                  </a:lnTo>
                  <a:lnTo>
                    <a:pt x="286" y="5791"/>
                  </a:lnTo>
                  <a:cubicBezTo>
                    <a:pt x="1" y="5827"/>
                    <a:pt x="1" y="6254"/>
                    <a:pt x="286" y="6289"/>
                  </a:cubicBezTo>
                  <a:lnTo>
                    <a:pt x="535" y="6289"/>
                  </a:lnTo>
                  <a:lnTo>
                    <a:pt x="535" y="6538"/>
                  </a:lnTo>
                  <a:cubicBezTo>
                    <a:pt x="535" y="6680"/>
                    <a:pt x="641" y="6787"/>
                    <a:pt x="784" y="6787"/>
                  </a:cubicBezTo>
                  <a:cubicBezTo>
                    <a:pt x="926" y="6787"/>
                    <a:pt x="1033" y="6680"/>
                    <a:pt x="1033" y="6538"/>
                  </a:cubicBezTo>
                  <a:lnTo>
                    <a:pt x="1033" y="6289"/>
                  </a:lnTo>
                  <a:lnTo>
                    <a:pt x="5196" y="6289"/>
                  </a:lnTo>
                  <a:cubicBezTo>
                    <a:pt x="5212" y="6293"/>
                    <a:pt x="5226" y="6295"/>
                    <a:pt x="5241" y="6295"/>
                  </a:cubicBezTo>
                  <a:cubicBezTo>
                    <a:pt x="5472" y="6295"/>
                    <a:pt x="5465" y="5789"/>
                    <a:pt x="5219" y="5789"/>
                  </a:cubicBezTo>
                  <a:cubicBezTo>
                    <a:pt x="5212" y="5789"/>
                    <a:pt x="5204" y="5790"/>
                    <a:pt x="5196" y="5791"/>
                  </a:cubicBezTo>
                  <a:lnTo>
                    <a:pt x="1033" y="5791"/>
                  </a:lnTo>
                  <a:lnTo>
                    <a:pt x="1033" y="240"/>
                  </a:lnTo>
                  <a:cubicBezTo>
                    <a:pt x="1015" y="80"/>
                    <a:pt x="899"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7133775" y="3716363"/>
              <a:ext cx="66738" cy="53108"/>
            </a:xfrm>
            <a:custGeom>
              <a:rect b="b" l="l" r="r" t="t"/>
              <a:pathLst>
                <a:path extrusionOk="0" h="2634" w="3310">
                  <a:moveTo>
                    <a:pt x="250" y="0"/>
                  </a:moveTo>
                  <a:cubicBezTo>
                    <a:pt x="255" y="0"/>
                    <a:pt x="261" y="1"/>
                    <a:pt x="266" y="1"/>
                  </a:cubicBezTo>
                  <a:lnTo>
                    <a:pt x="266" y="1"/>
                  </a:lnTo>
                  <a:cubicBezTo>
                    <a:pt x="272" y="1"/>
                    <a:pt x="279" y="0"/>
                    <a:pt x="285" y="0"/>
                  </a:cubicBezTo>
                  <a:close/>
                  <a:moveTo>
                    <a:pt x="266" y="1"/>
                  </a:moveTo>
                  <a:lnTo>
                    <a:pt x="266" y="1"/>
                  </a:lnTo>
                  <a:cubicBezTo>
                    <a:pt x="100" y="9"/>
                    <a:pt x="1" y="113"/>
                    <a:pt x="1" y="250"/>
                  </a:cubicBezTo>
                  <a:cubicBezTo>
                    <a:pt x="1" y="854"/>
                    <a:pt x="143" y="1388"/>
                    <a:pt x="463" y="1886"/>
                  </a:cubicBezTo>
                  <a:cubicBezTo>
                    <a:pt x="712" y="2384"/>
                    <a:pt x="1184" y="2633"/>
                    <a:pt x="1660" y="2633"/>
                  </a:cubicBezTo>
                  <a:cubicBezTo>
                    <a:pt x="2136" y="2633"/>
                    <a:pt x="2616" y="2384"/>
                    <a:pt x="2883" y="1886"/>
                  </a:cubicBezTo>
                  <a:cubicBezTo>
                    <a:pt x="3168" y="1388"/>
                    <a:pt x="3310" y="854"/>
                    <a:pt x="3310" y="250"/>
                  </a:cubicBezTo>
                  <a:cubicBezTo>
                    <a:pt x="3292" y="107"/>
                    <a:pt x="3176" y="36"/>
                    <a:pt x="3061" y="36"/>
                  </a:cubicBezTo>
                  <a:cubicBezTo>
                    <a:pt x="2945" y="36"/>
                    <a:pt x="2830" y="107"/>
                    <a:pt x="2812" y="250"/>
                  </a:cubicBezTo>
                  <a:cubicBezTo>
                    <a:pt x="2812" y="1246"/>
                    <a:pt x="2278" y="2100"/>
                    <a:pt x="1638" y="2100"/>
                  </a:cubicBezTo>
                  <a:cubicBezTo>
                    <a:pt x="1033" y="2100"/>
                    <a:pt x="499" y="1246"/>
                    <a:pt x="499" y="250"/>
                  </a:cubicBezTo>
                  <a:cubicBezTo>
                    <a:pt x="499" y="113"/>
                    <a:pt x="400" y="9"/>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7008243" y="3601578"/>
              <a:ext cx="33732" cy="55971"/>
            </a:xfrm>
            <a:custGeom>
              <a:rect b="b" l="l" r="r" t="t"/>
              <a:pathLst>
                <a:path extrusionOk="0" h="2776" w="1673">
                  <a:moveTo>
                    <a:pt x="1139" y="1637"/>
                  </a:moveTo>
                  <a:lnTo>
                    <a:pt x="1139" y="2242"/>
                  </a:lnTo>
                  <a:lnTo>
                    <a:pt x="676" y="2242"/>
                  </a:lnTo>
                  <a:cubicBezTo>
                    <a:pt x="605" y="2242"/>
                    <a:pt x="534" y="2171"/>
                    <a:pt x="534" y="2064"/>
                  </a:cubicBezTo>
                  <a:lnTo>
                    <a:pt x="534" y="1780"/>
                  </a:lnTo>
                  <a:cubicBezTo>
                    <a:pt x="534" y="1708"/>
                    <a:pt x="605" y="1637"/>
                    <a:pt x="676" y="1637"/>
                  </a:cubicBezTo>
                  <a:close/>
                  <a:moveTo>
                    <a:pt x="819" y="1"/>
                  </a:moveTo>
                  <a:cubicBezTo>
                    <a:pt x="356" y="1"/>
                    <a:pt x="36" y="356"/>
                    <a:pt x="36" y="783"/>
                  </a:cubicBezTo>
                  <a:cubicBezTo>
                    <a:pt x="36" y="961"/>
                    <a:pt x="160" y="1050"/>
                    <a:pt x="285" y="1050"/>
                  </a:cubicBezTo>
                  <a:cubicBezTo>
                    <a:pt x="409" y="1050"/>
                    <a:pt x="534" y="961"/>
                    <a:pt x="534" y="783"/>
                  </a:cubicBezTo>
                  <a:cubicBezTo>
                    <a:pt x="534" y="641"/>
                    <a:pt x="641" y="534"/>
                    <a:pt x="819" y="534"/>
                  </a:cubicBezTo>
                  <a:lnTo>
                    <a:pt x="854" y="534"/>
                  </a:lnTo>
                  <a:cubicBezTo>
                    <a:pt x="996" y="534"/>
                    <a:pt x="1139" y="677"/>
                    <a:pt x="1139" y="819"/>
                  </a:cubicBezTo>
                  <a:lnTo>
                    <a:pt x="1139" y="1139"/>
                  </a:lnTo>
                  <a:lnTo>
                    <a:pt x="676" y="1104"/>
                  </a:lnTo>
                  <a:cubicBezTo>
                    <a:pt x="320" y="1104"/>
                    <a:pt x="0" y="1424"/>
                    <a:pt x="0" y="1815"/>
                  </a:cubicBezTo>
                  <a:lnTo>
                    <a:pt x="0" y="2100"/>
                  </a:lnTo>
                  <a:cubicBezTo>
                    <a:pt x="0" y="2456"/>
                    <a:pt x="320" y="2776"/>
                    <a:pt x="676" y="2776"/>
                  </a:cubicBezTo>
                  <a:lnTo>
                    <a:pt x="1423" y="2776"/>
                  </a:lnTo>
                  <a:cubicBezTo>
                    <a:pt x="1566" y="2776"/>
                    <a:pt x="1672" y="2634"/>
                    <a:pt x="1672" y="2491"/>
                  </a:cubicBezTo>
                  <a:lnTo>
                    <a:pt x="1672" y="819"/>
                  </a:lnTo>
                  <a:cubicBezTo>
                    <a:pt x="1672" y="392"/>
                    <a:pt x="1281" y="1"/>
                    <a:pt x="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7102220" y="3600852"/>
              <a:ext cx="38752" cy="56697"/>
            </a:xfrm>
            <a:custGeom>
              <a:rect b="b" l="l" r="r" t="t"/>
              <a:pathLst>
                <a:path extrusionOk="0" h="2812" w="1922">
                  <a:moveTo>
                    <a:pt x="819" y="1673"/>
                  </a:moveTo>
                  <a:cubicBezTo>
                    <a:pt x="1210" y="1673"/>
                    <a:pt x="1210" y="2278"/>
                    <a:pt x="819" y="2278"/>
                  </a:cubicBezTo>
                  <a:lnTo>
                    <a:pt x="498" y="2278"/>
                  </a:lnTo>
                  <a:lnTo>
                    <a:pt x="498" y="1673"/>
                  </a:lnTo>
                  <a:close/>
                  <a:moveTo>
                    <a:pt x="249" y="1"/>
                  </a:moveTo>
                  <a:lnTo>
                    <a:pt x="249" y="37"/>
                  </a:lnTo>
                  <a:cubicBezTo>
                    <a:pt x="107" y="37"/>
                    <a:pt x="0" y="143"/>
                    <a:pt x="0" y="286"/>
                  </a:cubicBezTo>
                  <a:lnTo>
                    <a:pt x="0" y="2563"/>
                  </a:lnTo>
                  <a:cubicBezTo>
                    <a:pt x="0" y="2705"/>
                    <a:pt x="107" y="2812"/>
                    <a:pt x="249" y="2812"/>
                  </a:cubicBezTo>
                  <a:lnTo>
                    <a:pt x="819" y="2812"/>
                  </a:lnTo>
                  <a:cubicBezTo>
                    <a:pt x="1922" y="2812"/>
                    <a:pt x="1922" y="1140"/>
                    <a:pt x="819" y="1140"/>
                  </a:cubicBezTo>
                  <a:lnTo>
                    <a:pt x="498" y="1140"/>
                  </a:lnTo>
                  <a:lnTo>
                    <a:pt x="498" y="250"/>
                  </a:lnTo>
                  <a:cubicBezTo>
                    <a:pt x="498" y="108"/>
                    <a:pt x="392"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7176116" y="3608756"/>
              <a:ext cx="33006" cy="48975"/>
            </a:xfrm>
            <a:custGeom>
              <a:rect b="b" l="l" r="r" t="t"/>
              <a:pathLst>
                <a:path extrusionOk="0" h="2429" w="1637">
                  <a:moveTo>
                    <a:pt x="818" y="499"/>
                  </a:moveTo>
                  <a:cubicBezTo>
                    <a:pt x="979" y="499"/>
                    <a:pt x="1139" y="605"/>
                    <a:pt x="1139" y="819"/>
                  </a:cubicBezTo>
                  <a:lnTo>
                    <a:pt x="1139" y="1602"/>
                  </a:lnTo>
                  <a:cubicBezTo>
                    <a:pt x="1121" y="1797"/>
                    <a:pt x="961" y="1895"/>
                    <a:pt x="805" y="1895"/>
                  </a:cubicBezTo>
                  <a:cubicBezTo>
                    <a:pt x="649" y="1895"/>
                    <a:pt x="498" y="1797"/>
                    <a:pt x="498" y="1602"/>
                  </a:cubicBezTo>
                  <a:lnTo>
                    <a:pt x="498" y="819"/>
                  </a:lnTo>
                  <a:cubicBezTo>
                    <a:pt x="498" y="605"/>
                    <a:pt x="658" y="499"/>
                    <a:pt x="818" y="499"/>
                  </a:cubicBezTo>
                  <a:close/>
                  <a:moveTo>
                    <a:pt x="818" y="0"/>
                  </a:moveTo>
                  <a:cubicBezTo>
                    <a:pt x="356" y="0"/>
                    <a:pt x="0" y="356"/>
                    <a:pt x="0" y="819"/>
                  </a:cubicBezTo>
                  <a:lnTo>
                    <a:pt x="0" y="1602"/>
                  </a:lnTo>
                  <a:cubicBezTo>
                    <a:pt x="0" y="2153"/>
                    <a:pt x="409" y="2429"/>
                    <a:pt x="818" y="2429"/>
                  </a:cubicBezTo>
                  <a:cubicBezTo>
                    <a:pt x="1228" y="2429"/>
                    <a:pt x="1637" y="2153"/>
                    <a:pt x="1637" y="1602"/>
                  </a:cubicBezTo>
                  <a:lnTo>
                    <a:pt x="1637" y="819"/>
                  </a:lnTo>
                  <a:cubicBezTo>
                    <a:pt x="1637" y="356"/>
                    <a:pt x="1281" y="0"/>
                    <a:pt x="8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7048407" y="3607324"/>
              <a:ext cx="46656" cy="44136"/>
            </a:xfrm>
            <a:custGeom>
              <a:rect b="b" l="l" r="r" t="t"/>
              <a:pathLst>
                <a:path extrusionOk="0" h="2189" w="2314">
                  <a:moveTo>
                    <a:pt x="1175" y="0"/>
                  </a:moveTo>
                  <a:cubicBezTo>
                    <a:pt x="1033" y="0"/>
                    <a:pt x="890" y="107"/>
                    <a:pt x="890" y="249"/>
                  </a:cubicBezTo>
                  <a:lnTo>
                    <a:pt x="890" y="819"/>
                  </a:lnTo>
                  <a:lnTo>
                    <a:pt x="321" y="819"/>
                  </a:lnTo>
                  <a:cubicBezTo>
                    <a:pt x="1" y="890"/>
                    <a:pt x="1" y="1317"/>
                    <a:pt x="321" y="1352"/>
                  </a:cubicBezTo>
                  <a:lnTo>
                    <a:pt x="890" y="1352"/>
                  </a:lnTo>
                  <a:lnTo>
                    <a:pt x="890" y="1922"/>
                  </a:lnTo>
                  <a:cubicBezTo>
                    <a:pt x="890" y="2099"/>
                    <a:pt x="1024" y="2188"/>
                    <a:pt x="1157" y="2188"/>
                  </a:cubicBezTo>
                  <a:cubicBezTo>
                    <a:pt x="1291" y="2188"/>
                    <a:pt x="1424" y="2099"/>
                    <a:pt x="1424" y="1922"/>
                  </a:cubicBezTo>
                  <a:lnTo>
                    <a:pt x="1424" y="1352"/>
                  </a:lnTo>
                  <a:lnTo>
                    <a:pt x="1993" y="1352"/>
                  </a:lnTo>
                  <a:cubicBezTo>
                    <a:pt x="2313" y="1317"/>
                    <a:pt x="2313" y="890"/>
                    <a:pt x="1993" y="819"/>
                  </a:cubicBezTo>
                  <a:lnTo>
                    <a:pt x="1424" y="819"/>
                  </a:lnTo>
                  <a:lnTo>
                    <a:pt x="1424" y="249"/>
                  </a:lnTo>
                  <a:cubicBezTo>
                    <a:pt x="1424" y="107"/>
                    <a:pt x="1317" y="0"/>
                    <a:pt x="1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7143110" y="3615934"/>
              <a:ext cx="24417" cy="10061"/>
            </a:xfrm>
            <a:custGeom>
              <a:rect b="b" l="l" r="r" t="t"/>
              <a:pathLst>
                <a:path extrusionOk="0" h="499" w="1211">
                  <a:moveTo>
                    <a:pt x="249" y="0"/>
                  </a:moveTo>
                  <a:cubicBezTo>
                    <a:pt x="107" y="0"/>
                    <a:pt x="0" y="107"/>
                    <a:pt x="0" y="249"/>
                  </a:cubicBezTo>
                  <a:cubicBezTo>
                    <a:pt x="0" y="392"/>
                    <a:pt x="107" y="498"/>
                    <a:pt x="249" y="498"/>
                  </a:cubicBezTo>
                  <a:lnTo>
                    <a:pt x="961" y="498"/>
                  </a:lnTo>
                  <a:cubicBezTo>
                    <a:pt x="1103" y="498"/>
                    <a:pt x="1210" y="392"/>
                    <a:pt x="1210" y="249"/>
                  </a:cubicBezTo>
                  <a:cubicBezTo>
                    <a:pt x="1210" y="107"/>
                    <a:pt x="1103" y="0"/>
                    <a:pt x="9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7143110" y="3632427"/>
              <a:ext cx="24417" cy="10787"/>
            </a:xfrm>
            <a:custGeom>
              <a:rect b="b" l="l" r="r" t="t"/>
              <a:pathLst>
                <a:path extrusionOk="0" h="535" w="1211">
                  <a:moveTo>
                    <a:pt x="249" y="1"/>
                  </a:moveTo>
                  <a:cubicBezTo>
                    <a:pt x="107" y="1"/>
                    <a:pt x="0" y="143"/>
                    <a:pt x="0" y="285"/>
                  </a:cubicBezTo>
                  <a:cubicBezTo>
                    <a:pt x="0" y="428"/>
                    <a:pt x="107" y="534"/>
                    <a:pt x="249" y="534"/>
                  </a:cubicBezTo>
                  <a:lnTo>
                    <a:pt x="961" y="534"/>
                  </a:lnTo>
                  <a:cubicBezTo>
                    <a:pt x="1103" y="534"/>
                    <a:pt x="1210" y="428"/>
                    <a:pt x="1210" y="285"/>
                  </a:cubicBezTo>
                  <a:cubicBezTo>
                    <a:pt x="1210" y="143"/>
                    <a:pt x="1103" y="1"/>
                    <a:pt x="9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72"/>
          <p:cNvGrpSpPr/>
          <p:nvPr/>
        </p:nvGrpSpPr>
        <p:grpSpPr>
          <a:xfrm>
            <a:off x="2734304" y="3519788"/>
            <a:ext cx="409662" cy="357501"/>
            <a:chOff x="2734304" y="3519788"/>
            <a:chExt cx="409662" cy="357501"/>
          </a:xfrm>
        </p:grpSpPr>
        <p:sp>
          <p:nvSpPr>
            <p:cNvPr id="2895" name="Google Shape;2895;p72"/>
            <p:cNvSpPr/>
            <p:nvPr/>
          </p:nvSpPr>
          <p:spPr>
            <a:xfrm>
              <a:off x="2739345" y="3524909"/>
              <a:ext cx="181503" cy="155594"/>
            </a:xfrm>
            <a:custGeom>
              <a:rect b="b" l="l" r="r" t="t"/>
              <a:pathLst>
                <a:path extrusionOk="0" h="7717" w="9002">
                  <a:moveTo>
                    <a:pt x="5159" y="1"/>
                  </a:moveTo>
                  <a:cubicBezTo>
                    <a:pt x="1708" y="1"/>
                    <a:pt x="0" y="4164"/>
                    <a:pt x="2420" y="6583"/>
                  </a:cubicBezTo>
                  <a:cubicBezTo>
                    <a:pt x="3202" y="7365"/>
                    <a:pt x="4166" y="7716"/>
                    <a:pt x="5113" y="7716"/>
                  </a:cubicBezTo>
                  <a:cubicBezTo>
                    <a:pt x="7096" y="7716"/>
                    <a:pt x="9002" y="6179"/>
                    <a:pt x="9002" y="3844"/>
                  </a:cubicBezTo>
                  <a:cubicBezTo>
                    <a:pt x="9002" y="1744"/>
                    <a:pt x="7259" y="1"/>
                    <a:pt x="5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2931594" y="3524909"/>
              <a:ext cx="180817" cy="155594"/>
            </a:xfrm>
            <a:custGeom>
              <a:rect b="b" l="l" r="r" t="t"/>
              <a:pathLst>
                <a:path extrusionOk="0" h="7717" w="8968">
                  <a:moveTo>
                    <a:pt x="5124" y="1"/>
                  </a:moveTo>
                  <a:cubicBezTo>
                    <a:pt x="1709" y="1"/>
                    <a:pt x="1" y="4164"/>
                    <a:pt x="2420" y="6583"/>
                  </a:cubicBezTo>
                  <a:cubicBezTo>
                    <a:pt x="3202" y="7365"/>
                    <a:pt x="4163" y="7716"/>
                    <a:pt x="5105" y="7716"/>
                  </a:cubicBezTo>
                  <a:cubicBezTo>
                    <a:pt x="7077" y="7716"/>
                    <a:pt x="8967" y="6179"/>
                    <a:pt x="8967" y="3844"/>
                  </a:cubicBezTo>
                  <a:cubicBezTo>
                    <a:pt x="8967" y="1744"/>
                    <a:pt x="7259" y="1"/>
                    <a:pt x="51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2739345" y="3717179"/>
              <a:ext cx="181503" cy="154888"/>
            </a:xfrm>
            <a:custGeom>
              <a:rect b="b" l="l" r="r" t="t"/>
              <a:pathLst>
                <a:path extrusionOk="0" h="7682" w="9002">
                  <a:moveTo>
                    <a:pt x="5159" y="0"/>
                  </a:moveTo>
                  <a:cubicBezTo>
                    <a:pt x="1708" y="0"/>
                    <a:pt x="0" y="4128"/>
                    <a:pt x="2420" y="6547"/>
                  </a:cubicBezTo>
                  <a:cubicBezTo>
                    <a:pt x="3203" y="7331"/>
                    <a:pt x="4169" y="7681"/>
                    <a:pt x="5118" y="7681"/>
                  </a:cubicBezTo>
                  <a:cubicBezTo>
                    <a:pt x="7099" y="7681"/>
                    <a:pt x="9002" y="6153"/>
                    <a:pt x="9002" y="3843"/>
                  </a:cubicBezTo>
                  <a:cubicBezTo>
                    <a:pt x="9002" y="1708"/>
                    <a:pt x="7259" y="0"/>
                    <a:pt x="5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2931594" y="3717179"/>
              <a:ext cx="180817" cy="154888"/>
            </a:xfrm>
            <a:custGeom>
              <a:rect b="b" l="l" r="r" t="t"/>
              <a:pathLst>
                <a:path extrusionOk="0" h="7682" w="8968">
                  <a:moveTo>
                    <a:pt x="5124" y="0"/>
                  </a:moveTo>
                  <a:cubicBezTo>
                    <a:pt x="1709" y="0"/>
                    <a:pt x="1" y="4128"/>
                    <a:pt x="2420" y="6547"/>
                  </a:cubicBezTo>
                  <a:cubicBezTo>
                    <a:pt x="3204" y="7331"/>
                    <a:pt x="4166" y="7681"/>
                    <a:pt x="5110" y="7681"/>
                  </a:cubicBezTo>
                  <a:cubicBezTo>
                    <a:pt x="7080" y="7681"/>
                    <a:pt x="8967" y="6153"/>
                    <a:pt x="8967" y="3843"/>
                  </a:cubicBezTo>
                  <a:cubicBezTo>
                    <a:pt x="8967" y="1708"/>
                    <a:pt x="7259" y="0"/>
                    <a:pt x="51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2793864" y="3553620"/>
              <a:ext cx="99018" cy="98292"/>
            </a:xfrm>
            <a:custGeom>
              <a:rect b="b" l="l" r="r" t="t"/>
              <a:pathLst>
                <a:path extrusionOk="0" h="4875" w="4911">
                  <a:moveTo>
                    <a:pt x="1922" y="0"/>
                  </a:moveTo>
                  <a:lnTo>
                    <a:pt x="1922" y="1921"/>
                  </a:lnTo>
                  <a:lnTo>
                    <a:pt x="0" y="1921"/>
                  </a:lnTo>
                  <a:lnTo>
                    <a:pt x="0" y="2953"/>
                  </a:lnTo>
                  <a:lnTo>
                    <a:pt x="1922" y="2953"/>
                  </a:lnTo>
                  <a:lnTo>
                    <a:pt x="1922" y="4875"/>
                  </a:lnTo>
                  <a:lnTo>
                    <a:pt x="2989" y="4875"/>
                  </a:lnTo>
                  <a:lnTo>
                    <a:pt x="2989" y="2953"/>
                  </a:lnTo>
                  <a:lnTo>
                    <a:pt x="4910" y="2953"/>
                  </a:lnTo>
                  <a:lnTo>
                    <a:pt x="4910" y="1921"/>
                  </a:lnTo>
                  <a:lnTo>
                    <a:pt x="2989" y="1921"/>
                  </a:lnTo>
                  <a:lnTo>
                    <a:pt x="29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2801022" y="3751616"/>
              <a:ext cx="84683" cy="85388"/>
            </a:xfrm>
            <a:custGeom>
              <a:rect b="b" l="l" r="r" t="t"/>
              <a:pathLst>
                <a:path extrusionOk="0" h="4235" w="4200">
                  <a:moveTo>
                    <a:pt x="748" y="0"/>
                  </a:moveTo>
                  <a:lnTo>
                    <a:pt x="1" y="748"/>
                  </a:lnTo>
                  <a:lnTo>
                    <a:pt x="1353" y="2135"/>
                  </a:lnTo>
                  <a:lnTo>
                    <a:pt x="1" y="3487"/>
                  </a:lnTo>
                  <a:lnTo>
                    <a:pt x="748" y="4234"/>
                  </a:lnTo>
                  <a:lnTo>
                    <a:pt x="2100" y="2882"/>
                  </a:lnTo>
                  <a:lnTo>
                    <a:pt x="3452" y="4234"/>
                  </a:lnTo>
                  <a:lnTo>
                    <a:pt x="4200" y="3487"/>
                  </a:lnTo>
                  <a:lnTo>
                    <a:pt x="2847" y="2135"/>
                  </a:lnTo>
                  <a:lnTo>
                    <a:pt x="4200" y="748"/>
                  </a:lnTo>
                  <a:lnTo>
                    <a:pt x="3452" y="0"/>
                  </a:lnTo>
                  <a:lnTo>
                    <a:pt x="2100" y="1388"/>
                  </a:lnTo>
                  <a:lnTo>
                    <a:pt x="7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2986114" y="3592353"/>
              <a:ext cx="99038" cy="20828"/>
            </a:xfrm>
            <a:custGeom>
              <a:rect b="b" l="l" r="r" t="t"/>
              <a:pathLst>
                <a:path extrusionOk="0" h="1033" w="4912">
                  <a:moveTo>
                    <a:pt x="1" y="0"/>
                  </a:moveTo>
                  <a:lnTo>
                    <a:pt x="1" y="1032"/>
                  </a:lnTo>
                  <a:lnTo>
                    <a:pt x="4911" y="1032"/>
                  </a:lnTo>
                  <a:lnTo>
                    <a:pt x="49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2999744" y="3758794"/>
              <a:ext cx="70327" cy="20808"/>
            </a:xfrm>
            <a:custGeom>
              <a:rect b="b" l="l" r="r" t="t"/>
              <a:pathLst>
                <a:path extrusionOk="0" h="1032" w="3488">
                  <a:moveTo>
                    <a:pt x="1" y="0"/>
                  </a:moveTo>
                  <a:lnTo>
                    <a:pt x="1" y="1032"/>
                  </a:lnTo>
                  <a:lnTo>
                    <a:pt x="3488" y="1032"/>
                  </a:lnTo>
                  <a:lnTo>
                    <a:pt x="34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2999744" y="3808999"/>
              <a:ext cx="70327" cy="21554"/>
            </a:xfrm>
            <a:custGeom>
              <a:rect b="b" l="l" r="r" t="t"/>
              <a:pathLst>
                <a:path extrusionOk="0" h="1069" w="3488">
                  <a:moveTo>
                    <a:pt x="1" y="1"/>
                  </a:moveTo>
                  <a:lnTo>
                    <a:pt x="1" y="1068"/>
                  </a:lnTo>
                  <a:lnTo>
                    <a:pt x="3488" y="1068"/>
                  </a:lnTo>
                  <a:lnTo>
                    <a:pt x="34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2734304" y="3519788"/>
              <a:ext cx="191665" cy="165837"/>
            </a:xfrm>
            <a:custGeom>
              <a:rect b="b" l="l" r="r" t="t"/>
              <a:pathLst>
                <a:path extrusionOk="0" h="8225" w="9506">
                  <a:moveTo>
                    <a:pt x="5362" y="1"/>
                  </a:moveTo>
                  <a:cubicBezTo>
                    <a:pt x="4253" y="1"/>
                    <a:pt x="3128" y="448"/>
                    <a:pt x="2278" y="1429"/>
                  </a:cubicBezTo>
                  <a:cubicBezTo>
                    <a:pt x="1" y="4098"/>
                    <a:pt x="1887" y="8225"/>
                    <a:pt x="5374" y="8225"/>
                  </a:cubicBezTo>
                  <a:lnTo>
                    <a:pt x="5409" y="8225"/>
                  </a:lnTo>
                  <a:cubicBezTo>
                    <a:pt x="7402" y="8225"/>
                    <a:pt x="9110" y="6766"/>
                    <a:pt x="9465" y="4809"/>
                  </a:cubicBezTo>
                  <a:cubicBezTo>
                    <a:pt x="9465" y="4667"/>
                    <a:pt x="9359" y="4524"/>
                    <a:pt x="9252" y="4524"/>
                  </a:cubicBezTo>
                  <a:cubicBezTo>
                    <a:pt x="9233" y="4520"/>
                    <a:pt x="9215" y="4518"/>
                    <a:pt x="9196" y="4518"/>
                  </a:cubicBezTo>
                  <a:cubicBezTo>
                    <a:pt x="9074" y="4518"/>
                    <a:pt x="8963" y="4614"/>
                    <a:pt x="8932" y="4738"/>
                  </a:cubicBezTo>
                  <a:cubicBezTo>
                    <a:pt x="8664" y="6476"/>
                    <a:pt x="7173" y="7743"/>
                    <a:pt x="5430" y="7743"/>
                  </a:cubicBezTo>
                  <a:cubicBezTo>
                    <a:pt x="5317" y="7743"/>
                    <a:pt x="5204" y="7738"/>
                    <a:pt x="5089" y="7727"/>
                  </a:cubicBezTo>
                  <a:cubicBezTo>
                    <a:pt x="3239" y="7584"/>
                    <a:pt x="1780" y="6019"/>
                    <a:pt x="1780" y="4169"/>
                  </a:cubicBezTo>
                  <a:cubicBezTo>
                    <a:pt x="1780" y="2283"/>
                    <a:pt x="3239" y="717"/>
                    <a:pt x="5089" y="575"/>
                  </a:cubicBezTo>
                  <a:cubicBezTo>
                    <a:pt x="5182" y="568"/>
                    <a:pt x="5275" y="565"/>
                    <a:pt x="5368" y="565"/>
                  </a:cubicBezTo>
                  <a:cubicBezTo>
                    <a:pt x="7137" y="565"/>
                    <a:pt x="8661" y="1841"/>
                    <a:pt x="8932" y="3599"/>
                  </a:cubicBezTo>
                  <a:cubicBezTo>
                    <a:pt x="8932" y="3772"/>
                    <a:pt x="9050" y="3848"/>
                    <a:pt x="9175" y="3848"/>
                  </a:cubicBezTo>
                  <a:cubicBezTo>
                    <a:pt x="9334" y="3848"/>
                    <a:pt x="9505" y="3727"/>
                    <a:pt x="9465" y="3528"/>
                  </a:cubicBezTo>
                  <a:cubicBezTo>
                    <a:pt x="9128" y="1323"/>
                    <a:pt x="7268" y="1"/>
                    <a:pt x="5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2925868" y="3519788"/>
              <a:ext cx="191564" cy="165837"/>
            </a:xfrm>
            <a:custGeom>
              <a:rect b="b" l="l" r="r" t="t"/>
              <a:pathLst>
                <a:path extrusionOk="0" h="8225" w="9501">
                  <a:moveTo>
                    <a:pt x="5396" y="1"/>
                  </a:moveTo>
                  <a:cubicBezTo>
                    <a:pt x="4288" y="1"/>
                    <a:pt x="3163" y="448"/>
                    <a:pt x="2313" y="1429"/>
                  </a:cubicBezTo>
                  <a:cubicBezTo>
                    <a:pt x="0" y="4098"/>
                    <a:pt x="1886" y="8225"/>
                    <a:pt x="5408" y="8225"/>
                  </a:cubicBezTo>
                  <a:lnTo>
                    <a:pt x="5444" y="8225"/>
                  </a:lnTo>
                  <a:cubicBezTo>
                    <a:pt x="7436" y="8225"/>
                    <a:pt x="9144" y="6766"/>
                    <a:pt x="9465" y="4809"/>
                  </a:cubicBezTo>
                  <a:cubicBezTo>
                    <a:pt x="9500" y="4667"/>
                    <a:pt x="9393" y="4524"/>
                    <a:pt x="9251" y="4524"/>
                  </a:cubicBezTo>
                  <a:cubicBezTo>
                    <a:pt x="9232" y="4520"/>
                    <a:pt x="9214" y="4518"/>
                    <a:pt x="9197" y="4518"/>
                  </a:cubicBezTo>
                  <a:cubicBezTo>
                    <a:pt x="9082" y="4518"/>
                    <a:pt x="8997" y="4614"/>
                    <a:pt x="8966" y="4738"/>
                  </a:cubicBezTo>
                  <a:cubicBezTo>
                    <a:pt x="8699" y="6476"/>
                    <a:pt x="7207" y="7743"/>
                    <a:pt x="5465" y="7743"/>
                  </a:cubicBezTo>
                  <a:cubicBezTo>
                    <a:pt x="5352" y="7743"/>
                    <a:pt x="5238" y="7738"/>
                    <a:pt x="5124" y="7727"/>
                  </a:cubicBezTo>
                  <a:cubicBezTo>
                    <a:pt x="3273" y="7584"/>
                    <a:pt x="1815" y="6019"/>
                    <a:pt x="1815" y="4169"/>
                  </a:cubicBezTo>
                  <a:cubicBezTo>
                    <a:pt x="1815" y="2283"/>
                    <a:pt x="3273" y="717"/>
                    <a:pt x="5124" y="575"/>
                  </a:cubicBezTo>
                  <a:cubicBezTo>
                    <a:pt x="5217" y="568"/>
                    <a:pt x="5310" y="565"/>
                    <a:pt x="5402" y="565"/>
                  </a:cubicBezTo>
                  <a:cubicBezTo>
                    <a:pt x="7172" y="565"/>
                    <a:pt x="8696" y="1841"/>
                    <a:pt x="8966" y="3599"/>
                  </a:cubicBezTo>
                  <a:cubicBezTo>
                    <a:pt x="8997" y="3723"/>
                    <a:pt x="9082" y="3820"/>
                    <a:pt x="9197" y="3820"/>
                  </a:cubicBezTo>
                  <a:cubicBezTo>
                    <a:pt x="9214" y="3820"/>
                    <a:pt x="9232" y="3818"/>
                    <a:pt x="9251" y="3813"/>
                  </a:cubicBezTo>
                  <a:cubicBezTo>
                    <a:pt x="9393" y="3777"/>
                    <a:pt x="9500" y="3671"/>
                    <a:pt x="9500" y="3528"/>
                  </a:cubicBezTo>
                  <a:cubicBezTo>
                    <a:pt x="9163" y="1323"/>
                    <a:pt x="7303" y="1"/>
                    <a:pt x="5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2952321" y="3711432"/>
              <a:ext cx="191645" cy="165857"/>
            </a:xfrm>
            <a:custGeom>
              <a:rect b="b" l="l" r="r" t="t"/>
              <a:pathLst>
                <a:path extrusionOk="0" h="8226" w="9505">
                  <a:moveTo>
                    <a:pt x="4096" y="1"/>
                  </a:moveTo>
                  <a:cubicBezTo>
                    <a:pt x="2068" y="1"/>
                    <a:pt x="360" y="1460"/>
                    <a:pt x="40" y="3417"/>
                  </a:cubicBezTo>
                  <a:cubicBezTo>
                    <a:pt x="5" y="3559"/>
                    <a:pt x="111" y="3701"/>
                    <a:pt x="254" y="3701"/>
                  </a:cubicBezTo>
                  <a:cubicBezTo>
                    <a:pt x="272" y="3706"/>
                    <a:pt x="290" y="3708"/>
                    <a:pt x="308" y="3708"/>
                  </a:cubicBezTo>
                  <a:cubicBezTo>
                    <a:pt x="423" y="3708"/>
                    <a:pt x="507" y="3611"/>
                    <a:pt x="538" y="3488"/>
                  </a:cubicBezTo>
                  <a:cubicBezTo>
                    <a:pt x="842" y="1731"/>
                    <a:pt x="2332" y="488"/>
                    <a:pt x="4096" y="488"/>
                  </a:cubicBezTo>
                  <a:cubicBezTo>
                    <a:pt x="4190" y="488"/>
                    <a:pt x="4285" y="492"/>
                    <a:pt x="4381" y="499"/>
                  </a:cubicBezTo>
                  <a:cubicBezTo>
                    <a:pt x="6231" y="641"/>
                    <a:pt x="7654" y="2207"/>
                    <a:pt x="7654" y="4057"/>
                  </a:cubicBezTo>
                  <a:cubicBezTo>
                    <a:pt x="7654" y="5943"/>
                    <a:pt x="6231" y="7473"/>
                    <a:pt x="4381" y="7615"/>
                  </a:cubicBezTo>
                  <a:cubicBezTo>
                    <a:pt x="4267" y="7626"/>
                    <a:pt x="4153" y="7631"/>
                    <a:pt x="4041" y="7631"/>
                  </a:cubicBezTo>
                  <a:cubicBezTo>
                    <a:pt x="2301" y="7631"/>
                    <a:pt x="839" y="6364"/>
                    <a:pt x="538" y="4626"/>
                  </a:cubicBezTo>
                  <a:cubicBezTo>
                    <a:pt x="522" y="4484"/>
                    <a:pt x="408" y="4419"/>
                    <a:pt x="292" y="4419"/>
                  </a:cubicBezTo>
                  <a:cubicBezTo>
                    <a:pt x="147" y="4419"/>
                    <a:pt x="1" y="4520"/>
                    <a:pt x="40" y="4697"/>
                  </a:cubicBezTo>
                  <a:cubicBezTo>
                    <a:pt x="355" y="6902"/>
                    <a:pt x="2221" y="8225"/>
                    <a:pt x="4126" y="8225"/>
                  </a:cubicBezTo>
                  <a:cubicBezTo>
                    <a:pt x="5234" y="8225"/>
                    <a:pt x="6355" y="7778"/>
                    <a:pt x="7192" y="6797"/>
                  </a:cubicBezTo>
                  <a:cubicBezTo>
                    <a:pt x="9505" y="4128"/>
                    <a:pt x="7619"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2760778" y="3711432"/>
              <a:ext cx="191645" cy="165857"/>
            </a:xfrm>
            <a:custGeom>
              <a:rect b="b" l="l" r="r" t="t"/>
              <a:pathLst>
                <a:path extrusionOk="0" h="8226" w="9505">
                  <a:moveTo>
                    <a:pt x="4061" y="1"/>
                  </a:moveTo>
                  <a:cubicBezTo>
                    <a:pt x="2068" y="1"/>
                    <a:pt x="360" y="1424"/>
                    <a:pt x="4" y="3417"/>
                  </a:cubicBezTo>
                  <a:cubicBezTo>
                    <a:pt x="4" y="3559"/>
                    <a:pt x="76" y="3666"/>
                    <a:pt x="218" y="3701"/>
                  </a:cubicBezTo>
                  <a:cubicBezTo>
                    <a:pt x="237" y="3706"/>
                    <a:pt x="255" y="3708"/>
                    <a:pt x="274" y="3708"/>
                  </a:cubicBezTo>
                  <a:cubicBezTo>
                    <a:pt x="396" y="3708"/>
                    <a:pt x="507" y="3611"/>
                    <a:pt x="538" y="3488"/>
                  </a:cubicBezTo>
                  <a:cubicBezTo>
                    <a:pt x="808" y="1731"/>
                    <a:pt x="2329" y="488"/>
                    <a:pt x="4065" y="488"/>
                  </a:cubicBezTo>
                  <a:cubicBezTo>
                    <a:pt x="4158" y="488"/>
                    <a:pt x="4251" y="492"/>
                    <a:pt x="4345" y="499"/>
                  </a:cubicBezTo>
                  <a:cubicBezTo>
                    <a:pt x="6196" y="641"/>
                    <a:pt x="7654" y="2207"/>
                    <a:pt x="7654" y="4057"/>
                  </a:cubicBezTo>
                  <a:cubicBezTo>
                    <a:pt x="7654" y="5943"/>
                    <a:pt x="6196" y="7473"/>
                    <a:pt x="4345" y="7615"/>
                  </a:cubicBezTo>
                  <a:cubicBezTo>
                    <a:pt x="4233" y="7626"/>
                    <a:pt x="4121" y="7631"/>
                    <a:pt x="4011" y="7631"/>
                  </a:cubicBezTo>
                  <a:cubicBezTo>
                    <a:pt x="2297" y="7631"/>
                    <a:pt x="806" y="6364"/>
                    <a:pt x="538" y="4626"/>
                  </a:cubicBezTo>
                  <a:cubicBezTo>
                    <a:pt x="506" y="4484"/>
                    <a:pt x="390" y="4419"/>
                    <a:pt x="277" y="4419"/>
                  </a:cubicBezTo>
                  <a:cubicBezTo>
                    <a:pt x="136" y="4419"/>
                    <a:pt x="1" y="4520"/>
                    <a:pt x="40" y="4697"/>
                  </a:cubicBezTo>
                  <a:cubicBezTo>
                    <a:pt x="355" y="6902"/>
                    <a:pt x="2206" y="8225"/>
                    <a:pt x="4110" y="8225"/>
                  </a:cubicBezTo>
                  <a:cubicBezTo>
                    <a:pt x="5217" y="8225"/>
                    <a:pt x="6341" y="7778"/>
                    <a:pt x="7192" y="6797"/>
                  </a:cubicBezTo>
                  <a:cubicBezTo>
                    <a:pt x="9505" y="4128"/>
                    <a:pt x="7619"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2788844" y="3547874"/>
              <a:ext cx="109059" cy="109059"/>
            </a:xfrm>
            <a:custGeom>
              <a:rect b="b" l="l" r="r" t="t"/>
              <a:pathLst>
                <a:path extrusionOk="0" h="5409" w="5409">
                  <a:moveTo>
                    <a:pt x="2953" y="534"/>
                  </a:moveTo>
                  <a:lnTo>
                    <a:pt x="2953" y="2206"/>
                  </a:lnTo>
                  <a:cubicBezTo>
                    <a:pt x="2953" y="2349"/>
                    <a:pt x="3060" y="2455"/>
                    <a:pt x="3202" y="2455"/>
                  </a:cubicBezTo>
                  <a:lnTo>
                    <a:pt x="4875" y="2455"/>
                  </a:lnTo>
                  <a:lnTo>
                    <a:pt x="4875" y="2989"/>
                  </a:lnTo>
                  <a:lnTo>
                    <a:pt x="3202" y="2989"/>
                  </a:lnTo>
                  <a:cubicBezTo>
                    <a:pt x="3060" y="2989"/>
                    <a:pt x="2953" y="3096"/>
                    <a:pt x="2953" y="3238"/>
                  </a:cubicBezTo>
                  <a:lnTo>
                    <a:pt x="2953" y="4911"/>
                  </a:lnTo>
                  <a:lnTo>
                    <a:pt x="2420" y="4911"/>
                  </a:lnTo>
                  <a:lnTo>
                    <a:pt x="2420" y="3238"/>
                  </a:lnTo>
                  <a:cubicBezTo>
                    <a:pt x="2420" y="3096"/>
                    <a:pt x="2313" y="2989"/>
                    <a:pt x="2171" y="2989"/>
                  </a:cubicBezTo>
                  <a:lnTo>
                    <a:pt x="498" y="2989"/>
                  </a:lnTo>
                  <a:lnTo>
                    <a:pt x="498" y="2455"/>
                  </a:lnTo>
                  <a:lnTo>
                    <a:pt x="2171" y="2455"/>
                  </a:lnTo>
                  <a:cubicBezTo>
                    <a:pt x="2313" y="2455"/>
                    <a:pt x="2420" y="2349"/>
                    <a:pt x="2420" y="2206"/>
                  </a:cubicBezTo>
                  <a:lnTo>
                    <a:pt x="2420" y="534"/>
                  </a:lnTo>
                  <a:close/>
                  <a:moveTo>
                    <a:pt x="2171" y="0"/>
                  </a:moveTo>
                  <a:cubicBezTo>
                    <a:pt x="2028" y="0"/>
                    <a:pt x="1921" y="107"/>
                    <a:pt x="1921" y="285"/>
                  </a:cubicBezTo>
                  <a:lnTo>
                    <a:pt x="1921" y="1922"/>
                  </a:lnTo>
                  <a:lnTo>
                    <a:pt x="249" y="1922"/>
                  </a:lnTo>
                  <a:cubicBezTo>
                    <a:pt x="107" y="1922"/>
                    <a:pt x="0" y="2028"/>
                    <a:pt x="0" y="2206"/>
                  </a:cubicBezTo>
                  <a:lnTo>
                    <a:pt x="0" y="3238"/>
                  </a:lnTo>
                  <a:cubicBezTo>
                    <a:pt x="0" y="3381"/>
                    <a:pt x="107" y="3487"/>
                    <a:pt x="249" y="3487"/>
                  </a:cubicBezTo>
                  <a:lnTo>
                    <a:pt x="1921" y="3487"/>
                  </a:lnTo>
                  <a:lnTo>
                    <a:pt x="1921" y="5160"/>
                  </a:lnTo>
                  <a:cubicBezTo>
                    <a:pt x="1921" y="5302"/>
                    <a:pt x="2028" y="5409"/>
                    <a:pt x="2171" y="5409"/>
                  </a:cubicBezTo>
                  <a:lnTo>
                    <a:pt x="3238" y="5409"/>
                  </a:lnTo>
                  <a:cubicBezTo>
                    <a:pt x="3380" y="5409"/>
                    <a:pt x="3487" y="5302"/>
                    <a:pt x="3487" y="5160"/>
                  </a:cubicBezTo>
                  <a:lnTo>
                    <a:pt x="3487" y="3523"/>
                  </a:lnTo>
                  <a:lnTo>
                    <a:pt x="5159" y="3523"/>
                  </a:lnTo>
                  <a:cubicBezTo>
                    <a:pt x="5302" y="3523"/>
                    <a:pt x="5408" y="3416"/>
                    <a:pt x="5408" y="3274"/>
                  </a:cubicBezTo>
                  <a:lnTo>
                    <a:pt x="5408" y="2206"/>
                  </a:lnTo>
                  <a:cubicBezTo>
                    <a:pt x="5408" y="2028"/>
                    <a:pt x="5302" y="1922"/>
                    <a:pt x="5159" y="1922"/>
                  </a:cubicBezTo>
                  <a:lnTo>
                    <a:pt x="3487" y="1922"/>
                  </a:lnTo>
                  <a:lnTo>
                    <a:pt x="3487" y="285"/>
                  </a:lnTo>
                  <a:cubicBezTo>
                    <a:pt x="3487" y="107"/>
                    <a:pt x="3380" y="0"/>
                    <a:pt x="32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2795296" y="3746414"/>
              <a:ext cx="95429" cy="95611"/>
            </a:xfrm>
            <a:custGeom>
              <a:rect b="b" l="l" r="r" t="t"/>
              <a:pathLst>
                <a:path extrusionOk="0" h="4742" w="4733">
                  <a:moveTo>
                    <a:pt x="3736" y="614"/>
                  </a:moveTo>
                  <a:lnTo>
                    <a:pt x="4092" y="1006"/>
                  </a:lnTo>
                  <a:lnTo>
                    <a:pt x="2918" y="2180"/>
                  </a:lnTo>
                  <a:cubicBezTo>
                    <a:pt x="2847" y="2286"/>
                    <a:pt x="2847" y="2429"/>
                    <a:pt x="2918" y="2535"/>
                  </a:cubicBezTo>
                  <a:lnTo>
                    <a:pt x="4092" y="3710"/>
                  </a:lnTo>
                  <a:lnTo>
                    <a:pt x="3736" y="4101"/>
                  </a:lnTo>
                  <a:lnTo>
                    <a:pt x="2562" y="2927"/>
                  </a:lnTo>
                  <a:cubicBezTo>
                    <a:pt x="2509" y="2873"/>
                    <a:pt x="2438" y="2847"/>
                    <a:pt x="2371" y="2847"/>
                  </a:cubicBezTo>
                  <a:cubicBezTo>
                    <a:pt x="2304" y="2847"/>
                    <a:pt x="2242" y="2873"/>
                    <a:pt x="2206" y="2927"/>
                  </a:cubicBezTo>
                  <a:lnTo>
                    <a:pt x="1032" y="4101"/>
                  </a:lnTo>
                  <a:lnTo>
                    <a:pt x="641" y="3710"/>
                  </a:lnTo>
                  <a:lnTo>
                    <a:pt x="1815" y="2535"/>
                  </a:lnTo>
                  <a:cubicBezTo>
                    <a:pt x="1922" y="2429"/>
                    <a:pt x="1922" y="2286"/>
                    <a:pt x="1815" y="2180"/>
                  </a:cubicBezTo>
                  <a:lnTo>
                    <a:pt x="641" y="1006"/>
                  </a:lnTo>
                  <a:lnTo>
                    <a:pt x="1032" y="614"/>
                  </a:lnTo>
                  <a:lnTo>
                    <a:pt x="2206" y="1788"/>
                  </a:lnTo>
                  <a:cubicBezTo>
                    <a:pt x="2242" y="1842"/>
                    <a:pt x="2304" y="1868"/>
                    <a:pt x="2371" y="1868"/>
                  </a:cubicBezTo>
                  <a:cubicBezTo>
                    <a:pt x="2438" y="1868"/>
                    <a:pt x="2509" y="1842"/>
                    <a:pt x="2562" y="1788"/>
                  </a:cubicBezTo>
                  <a:lnTo>
                    <a:pt x="3736" y="614"/>
                  </a:lnTo>
                  <a:close/>
                  <a:moveTo>
                    <a:pt x="3754" y="0"/>
                  </a:moveTo>
                  <a:cubicBezTo>
                    <a:pt x="3683" y="0"/>
                    <a:pt x="3612" y="27"/>
                    <a:pt x="3558" y="80"/>
                  </a:cubicBezTo>
                  <a:lnTo>
                    <a:pt x="2384" y="1255"/>
                  </a:lnTo>
                  <a:lnTo>
                    <a:pt x="1210" y="80"/>
                  </a:lnTo>
                  <a:cubicBezTo>
                    <a:pt x="1157" y="45"/>
                    <a:pt x="1094" y="27"/>
                    <a:pt x="1032" y="27"/>
                  </a:cubicBezTo>
                  <a:cubicBezTo>
                    <a:pt x="970" y="27"/>
                    <a:pt x="908" y="45"/>
                    <a:pt x="854" y="80"/>
                  </a:cubicBezTo>
                  <a:lnTo>
                    <a:pt x="107" y="828"/>
                  </a:lnTo>
                  <a:cubicBezTo>
                    <a:pt x="0" y="934"/>
                    <a:pt x="0" y="1112"/>
                    <a:pt x="107" y="1219"/>
                  </a:cubicBezTo>
                  <a:lnTo>
                    <a:pt x="1281" y="2393"/>
                  </a:lnTo>
                  <a:lnTo>
                    <a:pt x="107" y="3567"/>
                  </a:lnTo>
                  <a:cubicBezTo>
                    <a:pt x="0" y="3638"/>
                    <a:pt x="0" y="3816"/>
                    <a:pt x="107" y="3923"/>
                  </a:cubicBezTo>
                  <a:lnTo>
                    <a:pt x="819" y="4635"/>
                  </a:lnTo>
                  <a:cubicBezTo>
                    <a:pt x="890" y="4706"/>
                    <a:pt x="961" y="4706"/>
                    <a:pt x="1032" y="4741"/>
                  </a:cubicBezTo>
                  <a:cubicBezTo>
                    <a:pt x="1068" y="4706"/>
                    <a:pt x="1139" y="4706"/>
                    <a:pt x="1210" y="4635"/>
                  </a:cubicBezTo>
                  <a:lnTo>
                    <a:pt x="2384" y="3461"/>
                  </a:lnTo>
                  <a:lnTo>
                    <a:pt x="3558" y="4635"/>
                  </a:lnTo>
                  <a:cubicBezTo>
                    <a:pt x="3612" y="4688"/>
                    <a:pt x="3674" y="4715"/>
                    <a:pt x="3736" y="4715"/>
                  </a:cubicBezTo>
                  <a:cubicBezTo>
                    <a:pt x="3799" y="4715"/>
                    <a:pt x="3861" y="4688"/>
                    <a:pt x="3914" y="4635"/>
                  </a:cubicBezTo>
                  <a:lnTo>
                    <a:pt x="4661" y="3923"/>
                  </a:lnTo>
                  <a:cubicBezTo>
                    <a:pt x="4697" y="3852"/>
                    <a:pt x="4733" y="3781"/>
                    <a:pt x="4733" y="3710"/>
                  </a:cubicBezTo>
                  <a:cubicBezTo>
                    <a:pt x="4733" y="3638"/>
                    <a:pt x="4697" y="3603"/>
                    <a:pt x="4661" y="3532"/>
                  </a:cubicBezTo>
                  <a:lnTo>
                    <a:pt x="3487" y="2393"/>
                  </a:lnTo>
                  <a:lnTo>
                    <a:pt x="4661" y="1219"/>
                  </a:lnTo>
                  <a:cubicBezTo>
                    <a:pt x="4697" y="1148"/>
                    <a:pt x="4733" y="1077"/>
                    <a:pt x="4733" y="1006"/>
                  </a:cubicBezTo>
                  <a:cubicBezTo>
                    <a:pt x="4733" y="934"/>
                    <a:pt x="4697" y="899"/>
                    <a:pt x="4661" y="828"/>
                  </a:cubicBezTo>
                  <a:lnTo>
                    <a:pt x="3950" y="80"/>
                  </a:lnTo>
                  <a:cubicBezTo>
                    <a:pt x="3896" y="27"/>
                    <a:pt x="3825" y="0"/>
                    <a:pt x="3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2981093" y="3586606"/>
              <a:ext cx="109079" cy="31595"/>
            </a:xfrm>
            <a:custGeom>
              <a:rect b="b" l="l" r="r" t="t"/>
              <a:pathLst>
                <a:path extrusionOk="0" h="1567" w="5410">
                  <a:moveTo>
                    <a:pt x="4911" y="534"/>
                  </a:moveTo>
                  <a:lnTo>
                    <a:pt x="4911" y="1068"/>
                  </a:lnTo>
                  <a:lnTo>
                    <a:pt x="534" y="1068"/>
                  </a:lnTo>
                  <a:lnTo>
                    <a:pt x="534" y="534"/>
                  </a:lnTo>
                  <a:close/>
                  <a:moveTo>
                    <a:pt x="250" y="1"/>
                  </a:moveTo>
                  <a:cubicBezTo>
                    <a:pt x="108" y="1"/>
                    <a:pt x="1" y="107"/>
                    <a:pt x="1" y="285"/>
                  </a:cubicBezTo>
                  <a:lnTo>
                    <a:pt x="1" y="1317"/>
                  </a:lnTo>
                  <a:cubicBezTo>
                    <a:pt x="1" y="1460"/>
                    <a:pt x="108" y="1566"/>
                    <a:pt x="250" y="1566"/>
                  </a:cubicBezTo>
                  <a:lnTo>
                    <a:pt x="5160" y="1566"/>
                  </a:lnTo>
                  <a:cubicBezTo>
                    <a:pt x="5302" y="1566"/>
                    <a:pt x="5409" y="1460"/>
                    <a:pt x="5409" y="1317"/>
                  </a:cubicBezTo>
                  <a:lnTo>
                    <a:pt x="5409" y="285"/>
                  </a:lnTo>
                  <a:cubicBezTo>
                    <a:pt x="5409" y="107"/>
                    <a:pt x="5302" y="1"/>
                    <a:pt x="51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2994723" y="3753048"/>
              <a:ext cx="81094" cy="31595"/>
            </a:xfrm>
            <a:custGeom>
              <a:rect b="b" l="l" r="r" t="t"/>
              <a:pathLst>
                <a:path extrusionOk="0" h="1567" w="4022">
                  <a:moveTo>
                    <a:pt x="3523" y="534"/>
                  </a:moveTo>
                  <a:lnTo>
                    <a:pt x="3523" y="1068"/>
                  </a:lnTo>
                  <a:lnTo>
                    <a:pt x="535" y="1068"/>
                  </a:lnTo>
                  <a:lnTo>
                    <a:pt x="535" y="534"/>
                  </a:lnTo>
                  <a:close/>
                  <a:moveTo>
                    <a:pt x="285" y="0"/>
                  </a:moveTo>
                  <a:cubicBezTo>
                    <a:pt x="108" y="0"/>
                    <a:pt x="1" y="107"/>
                    <a:pt x="1" y="285"/>
                  </a:cubicBezTo>
                  <a:lnTo>
                    <a:pt x="1" y="1317"/>
                  </a:lnTo>
                  <a:cubicBezTo>
                    <a:pt x="1" y="1459"/>
                    <a:pt x="108" y="1566"/>
                    <a:pt x="285" y="1566"/>
                  </a:cubicBezTo>
                  <a:lnTo>
                    <a:pt x="3772" y="1566"/>
                  </a:lnTo>
                  <a:cubicBezTo>
                    <a:pt x="3915" y="1566"/>
                    <a:pt x="4021" y="1459"/>
                    <a:pt x="4021" y="1317"/>
                  </a:cubicBezTo>
                  <a:lnTo>
                    <a:pt x="4021" y="285"/>
                  </a:lnTo>
                  <a:cubicBezTo>
                    <a:pt x="4021" y="107"/>
                    <a:pt x="3915" y="0"/>
                    <a:pt x="3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2994723" y="3803978"/>
              <a:ext cx="81094" cy="31595"/>
            </a:xfrm>
            <a:custGeom>
              <a:rect b="b" l="l" r="r" t="t"/>
              <a:pathLst>
                <a:path extrusionOk="0" h="1567" w="4022">
                  <a:moveTo>
                    <a:pt x="3488" y="534"/>
                  </a:moveTo>
                  <a:lnTo>
                    <a:pt x="3488" y="1068"/>
                  </a:lnTo>
                  <a:lnTo>
                    <a:pt x="499" y="1068"/>
                  </a:lnTo>
                  <a:lnTo>
                    <a:pt x="499" y="534"/>
                  </a:lnTo>
                  <a:close/>
                  <a:moveTo>
                    <a:pt x="285" y="1"/>
                  </a:moveTo>
                  <a:cubicBezTo>
                    <a:pt x="108" y="1"/>
                    <a:pt x="1" y="107"/>
                    <a:pt x="1" y="250"/>
                  </a:cubicBezTo>
                  <a:lnTo>
                    <a:pt x="1" y="1317"/>
                  </a:lnTo>
                  <a:cubicBezTo>
                    <a:pt x="1" y="1460"/>
                    <a:pt x="108" y="1566"/>
                    <a:pt x="250" y="1566"/>
                  </a:cubicBezTo>
                  <a:lnTo>
                    <a:pt x="3737" y="1566"/>
                  </a:lnTo>
                  <a:cubicBezTo>
                    <a:pt x="3879" y="1566"/>
                    <a:pt x="4021" y="1460"/>
                    <a:pt x="4021" y="1317"/>
                  </a:cubicBezTo>
                  <a:lnTo>
                    <a:pt x="4021" y="250"/>
                  </a:lnTo>
                  <a:cubicBezTo>
                    <a:pt x="4021" y="107"/>
                    <a:pt x="3879" y="1"/>
                    <a:pt x="37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72"/>
          <p:cNvGrpSpPr/>
          <p:nvPr/>
        </p:nvGrpSpPr>
        <p:grpSpPr>
          <a:xfrm>
            <a:off x="2760132" y="2935942"/>
            <a:ext cx="359437" cy="357280"/>
            <a:chOff x="2760132" y="2935942"/>
            <a:chExt cx="359437" cy="357280"/>
          </a:xfrm>
        </p:grpSpPr>
        <p:sp>
          <p:nvSpPr>
            <p:cNvPr id="2914" name="Google Shape;2914;p72"/>
            <p:cNvSpPr/>
            <p:nvPr/>
          </p:nvSpPr>
          <p:spPr>
            <a:xfrm>
              <a:off x="2765153" y="2940963"/>
              <a:ext cx="347259" cy="347239"/>
            </a:xfrm>
            <a:custGeom>
              <a:rect b="b" l="l" r="r" t="t"/>
              <a:pathLst>
                <a:path extrusionOk="0" h="17222" w="17223">
                  <a:moveTo>
                    <a:pt x="17222" y="0"/>
                  </a:moveTo>
                  <a:lnTo>
                    <a:pt x="1" y="17221"/>
                  </a:lnTo>
                  <a:lnTo>
                    <a:pt x="17222" y="17221"/>
                  </a:lnTo>
                  <a:lnTo>
                    <a:pt x="172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2765153" y="3184143"/>
              <a:ext cx="173639" cy="104059"/>
            </a:xfrm>
            <a:custGeom>
              <a:rect b="b" l="l" r="r" t="t"/>
              <a:pathLst>
                <a:path extrusionOk="0" h="5161" w="8612">
                  <a:moveTo>
                    <a:pt x="5196" y="1"/>
                  </a:moveTo>
                  <a:lnTo>
                    <a:pt x="1" y="5160"/>
                  </a:lnTo>
                  <a:lnTo>
                    <a:pt x="8612" y="5160"/>
                  </a:lnTo>
                  <a:cubicBezTo>
                    <a:pt x="8612" y="2919"/>
                    <a:pt x="7259" y="855"/>
                    <a:pt x="5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2760132" y="2935942"/>
              <a:ext cx="359437" cy="357280"/>
            </a:xfrm>
            <a:custGeom>
              <a:rect b="b" l="l" r="r" t="t"/>
              <a:pathLst>
                <a:path extrusionOk="0" h="17720" w="17827">
                  <a:moveTo>
                    <a:pt x="250" y="0"/>
                  </a:moveTo>
                  <a:cubicBezTo>
                    <a:pt x="108" y="0"/>
                    <a:pt x="1" y="107"/>
                    <a:pt x="1" y="285"/>
                  </a:cubicBezTo>
                  <a:lnTo>
                    <a:pt x="1" y="17470"/>
                  </a:lnTo>
                  <a:cubicBezTo>
                    <a:pt x="1" y="17612"/>
                    <a:pt x="108" y="17719"/>
                    <a:pt x="250" y="17719"/>
                  </a:cubicBezTo>
                  <a:lnTo>
                    <a:pt x="17471" y="17719"/>
                  </a:lnTo>
                  <a:cubicBezTo>
                    <a:pt x="17827" y="17719"/>
                    <a:pt x="17827" y="17221"/>
                    <a:pt x="17471" y="17221"/>
                  </a:cubicBezTo>
                  <a:lnTo>
                    <a:pt x="9110" y="17221"/>
                  </a:lnTo>
                  <a:cubicBezTo>
                    <a:pt x="9074" y="15976"/>
                    <a:pt x="8611" y="14766"/>
                    <a:pt x="7829" y="13805"/>
                  </a:cubicBezTo>
                  <a:cubicBezTo>
                    <a:pt x="7773" y="13731"/>
                    <a:pt x="7704" y="13700"/>
                    <a:pt x="7638" y="13700"/>
                  </a:cubicBezTo>
                  <a:cubicBezTo>
                    <a:pt x="7451" y="13700"/>
                    <a:pt x="7280" y="13942"/>
                    <a:pt x="7437" y="14126"/>
                  </a:cubicBezTo>
                  <a:cubicBezTo>
                    <a:pt x="8149" y="15015"/>
                    <a:pt x="8540" y="16083"/>
                    <a:pt x="8611" y="17221"/>
                  </a:cubicBezTo>
                  <a:lnTo>
                    <a:pt x="890" y="17221"/>
                  </a:lnTo>
                  <a:lnTo>
                    <a:pt x="5480" y="12631"/>
                  </a:lnTo>
                  <a:cubicBezTo>
                    <a:pt x="5872" y="12809"/>
                    <a:pt x="6263" y="13023"/>
                    <a:pt x="6619" y="13307"/>
                  </a:cubicBezTo>
                  <a:cubicBezTo>
                    <a:pt x="6654" y="13343"/>
                    <a:pt x="6726" y="13378"/>
                    <a:pt x="6761" y="13378"/>
                  </a:cubicBezTo>
                  <a:cubicBezTo>
                    <a:pt x="6868" y="13378"/>
                    <a:pt x="6939" y="13343"/>
                    <a:pt x="6975" y="13272"/>
                  </a:cubicBezTo>
                  <a:cubicBezTo>
                    <a:pt x="7081" y="13165"/>
                    <a:pt x="7046" y="12987"/>
                    <a:pt x="6939" y="12916"/>
                  </a:cubicBezTo>
                  <a:cubicBezTo>
                    <a:pt x="6619" y="12631"/>
                    <a:pt x="6263" y="12418"/>
                    <a:pt x="5872" y="12240"/>
                  </a:cubicBezTo>
                  <a:lnTo>
                    <a:pt x="10106" y="8006"/>
                  </a:lnTo>
                  <a:cubicBezTo>
                    <a:pt x="10177" y="7899"/>
                    <a:pt x="10177" y="7757"/>
                    <a:pt x="10106" y="7650"/>
                  </a:cubicBezTo>
                  <a:cubicBezTo>
                    <a:pt x="10052" y="7597"/>
                    <a:pt x="9981" y="7570"/>
                    <a:pt x="9910" y="7570"/>
                  </a:cubicBezTo>
                  <a:cubicBezTo>
                    <a:pt x="9839" y="7570"/>
                    <a:pt x="9768" y="7597"/>
                    <a:pt x="9714" y="7650"/>
                  </a:cubicBezTo>
                  <a:lnTo>
                    <a:pt x="535" y="16830"/>
                  </a:lnTo>
                  <a:lnTo>
                    <a:pt x="535" y="285"/>
                  </a:lnTo>
                  <a:cubicBezTo>
                    <a:pt x="535"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2971778" y="2936467"/>
              <a:ext cx="146360" cy="145835"/>
            </a:xfrm>
            <a:custGeom>
              <a:rect b="b" l="l" r="r" t="t"/>
              <a:pathLst>
                <a:path extrusionOk="0" h="7233" w="7259">
                  <a:moveTo>
                    <a:pt x="6974" y="1"/>
                  </a:moveTo>
                  <a:cubicBezTo>
                    <a:pt x="6912" y="1"/>
                    <a:pt x="6850" y="27"/>
                    <a:pt x="6796" y="81"/>
                  </a:cubicBezTo>
                  <a:lnTo>
                    <a:pt x="107" y="6770"/>
                  </a:lnTo>
                  <a:cubicBezTo>
                    <a:pt x="0" y="6877"/>
                    <a:pt x="0" y="7055"/>
                    <a:pt x="107" y="7126"/>
                  </a:cubicBezTo>
                  <a:cubicBezTo>
                    <a:pt x="143" y="7197"/>
                    <a:pt x="214" y="7233"/>
                    <a:pt x="285" y="7233"/>
                  </a:cubicBezTo>
                  <a:lnTo>
                    <a:pt x="285" y="7197"/>
                  </a:lnTo>
                  <a:cubicBezTo>
                    <a:pt x="356" y="7197"/>
                    <a:pt x="427" y="7161"/>
                    <a:pt x="463" y="7126"/>
                  </a:cubicBezTo>
                  <a:lnTo>
                    <a:pt x="7152" y="437"/>
                  </a:lnTo>
                  <a:cubicBezTo>
                    <a:pt x="7259" y="330"/>
                    <a:pt x="7259" y="188"/>
                    <a:pt x="7152" y="81"/>
                  </a:cubicBezTo>
                  <a:cubicBezTo>
                    <a:pt x="7099" y="27"/>
                    <a:pt x="7036" y="1"/>
                    <a:pt x="69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2975367" y="3176259"/>
              <a:ext cx="37321" cy="58854"/>
            </a:xfrm>
            <a:custGeom>
              <a:rect b="b" l="l" r="r" t="t"/>
              <a:pathLst>
                <a:path extrusionOk="0" h="2919" w="1851">
                  <a:moveTo>
                    <a:pt x="356" y="1"/>
                  </a:moveTo>
                  <a:cubicBezTo>
                    <a:pt x="214" y="1"/>
                    <a:pt x="107" y="107"/>
                    <a:pt x="107" y="250"/>
                  </a:cubicBezTo>
                  <a:lnTo>
                    <a:pt x="107" y="1104"/>
                  </a:lnTo>
                  <a:cubicBezTo>
                    <a:pt x="107" y="1459"/>
                    <a:pt x="356" y="1708"/>
                    <a:pt x="712" y="1708"/>
                  </a:cubicBezTo>
                  <a:lnTo>
                    <a:pt x="1210" y="1708"/>
                  </a:lnTo>
                  <a:cubicBezTo>
                    <a:pt x="1245" y="1708"/>
                    <a:pt x="1281" y="1744"/>
                    <a:pt x="1281" y="1815"/>
                  </a:cubicBezTo>
                  <a:lnTo>
                    <a:pt x="1281" y="2278"/>
                  </a:lnTo>
                  <a:cubicBezTo>
                    <a:pt x="1281" y="2349"/>
                    <a:pt x="1245" y="2384"/>
                    <a:pt x="1210" y="2384"/>
                  </a:cubicBezTo>
                  <a:lnTo>
                    <a:pt x="356" y="2384"/>
                  </a:lnTo>
                  <a:cubicBezTo>
                    <a:pt x="0" y="2384"/>
                    <a:pt x="0" y="2918"/>
                    <a:pt x="356" y="2918"/>
                  </a:cubicBezTo>
                  <a:lnTo>
                    <a:pt x="1210" y="2918"/>
                  </a:lnTo>
                  <a:cubicBezTo>
                    <a:pt x="1530" y="2918"/>
                    <a:pt x="1815" y="2634"/>
                    <a:pt x="1815" y="2278"/>
                  </a:cubicBezTo>
                  <a:lnTo>
                    <a:pt x="1815" y="1815"/>
                  </a:lnTo>
                  <a:cubicBezTo>
                    <a:pt x="1815" y="1459"/>
                    <a:pt x="1530" y="1210"/>
                    <a:pt x="1210" y="1210"/>
                  </a:cubicBezTo>
                  <a:lnTo>
                    <a:pt x="712" y="1210"/>
                  </a:lnTo>
                  <a:cubicBezTo>
                    <a:pt x="641" y="1210"/>
                    <a:pt x="605" y="1175"/>
                    <a:pt x="605" y="1104"/>
                  </a:cubicBezTo>
                  <a:lnTo>
                    <a:pt x="605" y="534"/>
                  </a:lnTo>
                  <a:lnTo>
                    <a:pt x="1566" y="534"/>
                  </a:lnTo>
                  <a:cubicBezTo>
                    <a:pt x="1850" y="499"/>
                    <a:pt x="1850" y="36"/>
                    <a:pt x="1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2934115" y="3176622"/>
              <a:ext cx="34800" cy="57584"/>
            </a:xfrm>
            <a:custGeom>
              <a:rect b="b" l="l" r="r" t="t"/>
              <a:pathLst>
                <a:path extrusionOk="0" h="2856" w="1726">
                  <a:moveTo>
                    <a:pt x="254" y="0"/>
                  </a:moveTo>
                  <a:cubicBezTo>
                    <a:pt x="125" y="0"/>
                    <a:pt x="0" y="89"/>
                    <a:pt x="18" y="267"/>
                  </a:cubicBezTo>
                  <a:lnTo>
                    <a:pt x="18" y="1086"/>
                  </a:lnTo>
                  <a:cubicBezTo>
                    <a:pt x="18" y="1441"/>
                    <a:pt x="267" y="1690"/>
                    <a:pt x="623" y="1690"/>
                  </a:cubicBezTo>
                  <a:lnTo>
                    <a:pt x="1192" y="1690"/>
                  </a:lnTo>
                  <a:lnTo>
                    <a:pt x="1192" y="2616"/>
                  </a:lnTo>
                  <a:cubicBezTo>
                    <a:pt x="1210" y="2776"/>
                    <a:pt x="1326" y="2856"/>
                    <a:pt x="1446" y="2856"/>
                  </a:cubicBezTo>
                  <a:cubicBezTo>
                    <a:pt x="1566" y="2856"/>
                    <a:pt x="1690" y="2776"/>
                    <a:pt x="1726" y="2616"/>
                  </a:cubicBezTo>
                  <a:lnTo>
                    <a:pt x="1726" y="232"/>
                  </a:lnTo>
                  <a:cubicBezTo>
                    <a:pt x="1690" y="89"/>
                    <a:pt x="1566" y="18"/>
                    <a:pt x="1446" y="18"/>
                  </a:cubicBezTo>
                  <a:cubicBezTo>
                    <a:pt x="1326" y="18"/>
                    <a:pt x="1210" y="89"/>
                    <a:pt x="1192" y="232"/>
                  </a:cubicBezTo>
                  <a:lnTo>
                    <a:pt x="1192" y="267"/>
                  </a:lnTo>
                  <a:lnTo>
                    <a:pt x="1192" y="1192"/>
                  </a:lnTo>
                  <a:lnTo>
                    <a:pt x="623" y="1192"/>
                  </a:lnTo>
                  <a:cubicBezTo>
                    <a:pt x="552" y="1192"/>
                    <a:pt x="516" y="1157"/>
                    <a:pt x="516" y="1086"/>
                  </a:cubicBezTo>
                  <a:lnTo>
                    <a:pt x="516" y="267"/>
                  </a:lnTo>
                  <a:cubicBezTo>
                    <a:pt x="516" y="89"/>
                    <a:pt x="383" y="0"/>
                    <a:pt x="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3017910" y="3166178"/>
              <a:ext cx="37099" cy="31312"/>
            </a:xfrm>
            <a:custGeom>
              <a:rect b="b" l="l" r="r" t="t"/>
              <a:pathLst>
                <a:path extrusionOk="0" h="1553" w="1840">
                  <a:moveTo>
                    <a:pt x="790" y="545"/>
                  </a:moveTo>
                  <a:cubicBezTo>
                    <a:pt x="915" y="545"/>
                    <a:pt x="1039" y="625"/>
                    <a:pt x="1057" y="785"/>
                  </a:cubicBezTo>
                  <a:cubicBezTo>
                    <a:pt x="1075" y="928"/>
                    <a:pt x="932" y="999"/>
                    <a:pt x="790" y="999"/>
                  </a:cubicBezTo>
                  <a:cubicBezTo>
                    <a:pt x="648" y="999"/>
                    <a:pt x="505" y="928"/>
                    <a:pt x="523" y="785"/>
                  </a:cubicBezTo>
                  <a:cubicBezTo>
                    <a:pt x="541" y="625"/>
                    <a:pt x="665" y="545"/>
                    <a:pt x="790" y="545"/>
                  </a:cubicBezTo>
                  <a:close/>
                  <a:moveTo>
                    <a:pt x="745" y="0"/>
                  </a:moveTo>
                  <a:cubicBezTo>
                    <a:pt x="316" y="0"/>
                    <a:pt x="25" y="344"/>
                    <a:pt x="25" y="785"/>
                  </a:cubicBezTo>
                  <a:cubicBezTo>
                    <a:pt x="1" y="1242"/>
                    <a:pt x="383" y="1552"/>
                    <a:pt x="787" y="1552"/>
                  </a:cubicBezTo>
                  <a:cubicBezTo>
                    <a:pt x="981" y="1552"/>
                    <a:pt x="1180" y="1481"/>
                    <a:pt x="1341" y="1319"/>
                  </a:cubicBezTo>
                  <a:cubicBezTo>
                    <a:pt x="1840" y="821"/>
                    <a:pt x="1484" y="2"/>
                    <a:pt x="808" y="2"/>
                  </a:cubicBezTo>
                  <a:cubicBezTo>
                    <a:pt x="786" y="1"/>
                    <a:pt x="765" y="0"/>
                    <a:pt x="7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 name="Google Shape;2921;p72"/>
          <p:cNvGrpSpPr/>
          <p:nvPr/>
        </p:nvGrpSpPr>
        <p:grpSpPr>
          <a:xfrm>
            <a:off x="2760132" y="2440933"/>
            <a:ext cx="358005" cy="250398"/>
            <a:chOff x="2760132" y="2440933"/>
            <a:chExt cx="358005" cy="250398"/>
          </a:xfrm>
        </p:grpSpPr>
        <p:sp>
          <p:nvSpPr>
            <p:cNvPr id="2922" name="Google Shape;2922;p72"/>
            <p:cNvSpPr/>
            <p:nvPr/>
          </p:nvSpPr>
          <p:spPr>
            <a:xfrm>
              <a:off x="2765153" y="2445953"/>
              <a:ext cx="347259" cy="239631"/>
            </a:xfrm>
            <a:custGeom>
              <a:rect b="b" l="l" r="r" t="t"/>
              <a:pathLst>
                <a:path extrusionOk="0" h="11885" w="17223">
                  <a:moveTo>
                    <a:pt x="1" y="0"/>
                  </a:moveTo>
                  <a:lnTo>
                    <a:pt x="1" y="11884"/>
                  </a:lnTo>
                  <a:lnTo>
                    <a:pt x="17222" y="11884"/>
                  </a:lnTo>
                  <a:lnTo>
                    <a:pt x="172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2786686" y="2467467"/>
              <a:ext cx="304192" cy="197310"/>
            </a:xfrm>
            <a:custGeom>
              <a:rect b="b" l="l" r="r" t="t"/>
              <a:pathLst>
                <a:path extrusionOk="0" h="9786" w="15087">
                  <a:moveTo>
                    <a:pt x="0" y="1"/>
                  </a:moveTo>
                  <a:lnTo>
                    <a:pt x="0" y="9786"/>
                  </a:lnTo>
                  <a:lnTo>
                    <a:pt x="15087" y="9786"/>
                  </a:lnTo>
                  <a:lnTo>
                    <a:pt x="150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2760132" y="2440933"/>
              <a:ext cx="358005" cy="250398"/>
            </a:xfrm>
            <a:custGeom>
              <a:rect b="b" l="l" r="r" t="t"/>
              <a:pathLst>
                <a:path extrusionOk="0" h="12419" w="17756">
                  <a:moveTo>
                    <a:pt x="286" y="0"/>
                  </a:moveTo>
                  <a:cubicBezTo>
                    <a:pt x="143" y="0"/>
                    <a:pt x="1" y="107"/>
                    <a:pt x="1" y="249"/>
                  </a:cubicBezTo>
                  <a:lnTo>
                    <a:pt x="1" y="12169"/>
                  </a:lnTo>
                  <a:cubicBezTo>
                    <a:pt x="1" y="12311"/>
                    <a:pt x="143" y="12418"/>
                    <a:pt x="286" y="12418"/>
                  </a:cubicBezTo>
                  <a:lnTo>
                    <a:pt x="17471" y="12418"/>
                  </a:lnTo>
                  <a:cubicBezTo>
                    <a:pt x="17613" y="12418"/>
                    <a:pt x="17756" y="12311"/>
                    <a:pt x="17756" y="12169"/>
                  </a:cubicBezTo>
                  <a:lnTo>
                    <a:pt x="17756" y="249"/>
                  </a:lnTo>
                  <a:cubicBezTo>
                    <a:pt x="17756" y="107"/>
                    <a:pt x="17613" y="0"/>
                    <a:pt x="17471" y="0"/>
                  </a:cubicBezTo>
                  <a:lnTo>
                    <a:pt x="3701" y="0"/>
                  </a:lnTo>
                  <a:cubicBezTo>
                    <a:pt x="3559" y="0"/>
                    <a:pt x="3452" y="107"/>
                    <a:pt x="3452" y="249"/>
                  </a:cubicBezTo>
                  <a:cubicBezTo>
                    <a:pt x="3452" y="392"/>
                    <a:pt x="3559" y="498"/>
                    <a:pt x="3701" y="534"/>
                  </a:cubicBezTo>
                  <a:lnTo>
                    <a:pt x="17222" y="534"/>
                  </a:lnTo>
                  <a:lnTo>
                    <a:pt x="17222" y="11884"/>
                  </a:lnTo>
                  <a:lnTo>
                    <a:pt x="535" y="11884"/>
                  </a:lnTo>
                  <a:lnTo>
                    <a:pt x="535" y="534"/>
                  </a:lnTo>
                  <a:lnTo>
                    <a:pt x="2492" y="534"/>
                  </a:lnTo>
                  <a:cubicBezTo>
                    <a:pt x="2634" y="498"/>
                    <a:pt x="2741" y="392"/>
                    <a:pt x="2741" y="249"/>
                  </a:cubicBezTo>
                  <a:cubicBezTo>
                    <a:pt x="2741" y="107"/>
                    <a:pt x="2634" y="0"/>
                    <a:pt x="2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2780940" y="2462446"/>
              <a:ext cx="315684" cy="207351"/>
            </a:xfrm>
            <a:custGeom>
              <a:rect b="b" l="l" r="r" t="t"/>
              <a:pathLst>
                <a:path extrusionOk="0" h="10284" w="15657">
                  <a:moveTo>
                    <a:pt x="285" y="1"/>
                  </a:moveTo>
                  <a:cubicBezTo>
                    <a:pt x="107" y="1"/>
                    <a:pt x="1" y="108"/>
                    <a:pt x="1" y="250"/>
                  </a:cubicBezTo>
                  <a:lnTo>
                    <a:pt x="1" y="10035"/>
                  </a:lnTo>
                  <a:cubicBezTo>
                    <a:pt x="1" y="10177"/>
                    <a:pt x="107" y="10284"/>
                    <a:pt x="285" y="10284"/>
                  </a:cubicBezTo>
                  <a:lnTo>
                    <a:pt x="12668" y="10284"/>
                  </a:lnTo>
                  <a:cubicBezTo>
                    <a:pt x="12810" y="10284"/>
                    <a:pt x="12917" y="10177"/>
                    <a:pt x="12917" y="10035"/>
                  </a:cubicBezTo>
                  <a:cubicBezTo>
                    <a:pt x="12917" y="9892"/>
                    <a:pt x="12810" y="9785"/>
                    <a:pt x="12668" y="9785"/>
                  </a:cubicBezTo>
                  <a:lnTo>
                    <a:pt x="534" y="9785"/>
                  </a:lnTo>
                  <a:lnTo>
                    <a:pt x="534" y="499"/>
                  </a:lnTo>
                  <a:lnTo>
                    <a:pt x="15123" y="499"/>
                  </a:lnTo>
                  <a:lnTo>
                    <a:pt x="15123" y="9785"/>
                  </a:lnTo>
                  <a:lnTo>
                    <a:pt x="13877" y="9785"/>
                  </a:lnTo>
                  <a:cubicBezTo>
                    <a:pt x="13735" y="9785"/>
                    <a:pt x="13628" y="9892"/>
                    <a:pt x="13628" y="10035"/>
                  </a:cubicBezTo>
                  <a:cubicBezTo>
                    <a:pt x="13628" y="10177"/>
                    <a:pt x="13735" y="10284"/>
                    <a:pt x="13877" y="10284"/>
                  </a:cubicBezTo>
                  <a:lnTo>
                    <a:pt x="15407" y="10284"/>
                  </a:lnTo>
                  <a:cubicBezTo>
                    <a:pt x="15550" y="10284"/>
                    <a:pt x="15656" y="10177"/>
                    <a:pt x="15656" y="10035"/>
                  </a:cubicBezTo>
                  <a:lnTo>
                    <a:pt x="15656" y="250"/>
                  </a:lnTo>
                  <a:cubicBezTo>
                    <a:pt x="15656" y="108"/>
                    <a:pt x="15550" y="1"/>
                    <a:pt x="154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2809631" y="2530595"/>
              <a:ext cx="47362" cy="80489"/>
            </a:xfrm>
            <a:custGeom>
              <a:rect b="b" l="l" r="r" t="t"/>
              <a:pathLst>
                <a:path extrusionOk="0" h="3992" w="2349">
                  <a:moveTo>
                    <a:pt x="286" y="1"/>
                  </a:moveTo>
                  <a:cubicBezTo>
                    <a:pt x="143" y="1"/>
                    <a:pt x="1" y="108"/>
                    <a:pt x="1" y="250"/>
                  </a:cubicBezTo>
                  <a:lnTo>
                    <a:pt x="1" y="3737"/>
                  </a:lnTo>
                  <a:cubicBezTo>
                    <a:pt x="1" y="3864"/>
                    <a:pt x="115" y="3992"/>
                    <a:pt x="241" y="3992"/>
                  </a:cubicBezTo>
                  <a:cubicBezTo>
                    <a:pt x="256" y="3992"/>
                    <a:pt x="271" y="3990"/>
                    <a:pt x="286" y="3986"/>
                  </a:cubicBezTo>
                  <a:lnTo>
                    <a:pt x="2029" y="3986"/>
                  </a:lnTo>
                  <a:cubicBezTo>
                    <a:pt x="2039" y="3987"/>
                    <a:pt x="2049" y="3988"/>
                    <a:pt x="2059" y="3988"/>
                  </a:cubicBezTo>
                  <a:cubicBezTo>
                    <a:pt x="2349" y="3988"/>
                    <a:pt x="2339" y="3488"/>
                    <a:pt x="2029" y="3488"/>
                  </a:cubicBezTo>
                  <a:lnTo>
                    <a:pt x="570" y="3488"/>
                  </a:lnTo>
                  <a:lnTo>
                    <a:pt x="570" y="2243"/>
                  </a:lnTo>
                  <a:lnTo>
                    <a:pt x="1317" y="2243"/>
                  </a:lnTo>
                  <a:cubicBezTo>
                    <a:pt x="1638" y="2243"/>
                    <a:pt x="1638" y="1744"/>
                    <a:pt x="1317" y="1744"/>
                  </a:cubicBezTo>
                  <a:lnTo>
                    <a:pt x="570" y="1744"/>
                  </a:lnTo>
                  <a:lnTo>
                    <a:pt x="570" y="499"/>
                  </a:lnTo>
                  <a:lnTo>
                    <a:pt x="2029" y="499"/>
                  </a:lnTo>
                  <a:cubicBezTo>
                    <a:pt x="2171" y="499"/>
                    <a:pt x="2278" y="392"/>
                    <a:pt x="2278" y="250"/>
                  </a:cubicBezTo>
                  <a:cubicBezTo>
                    <a:pt x="2278" y="108"/>
                    <a:pt x="2171" y="1"/>
                    <a:pt x="2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2859151" y="2557149"/>
              <a:ext cx="30869" cy="10061"/>
            </a:xfrm>
            <a:custGeom>
              <a:rect b="b" l="l" r="r" t="t"/>
              <a:pathLst>
                <a:path extrusionOk="0" h="499" w="1531">
                  <a:moveTo>
                    <a:pt x="320" y="0"/>
                  </a:moveTo>
                  <a:cubicBezTo>
                    <a:pt x="0" y="36"/>
                    <a:pt x="0" y="463"/>
                    <a:pt x="320" y="499"/>
                  </a:cubicBezTo>
                  <a:lnTo>
                    <a:pt x="1245" y="499"/>
                  </a:lnTo>
                  <a:cubicBezTo>
                    <a:pt x="1530" y="463"/>
                    <a:pt x="1530" y="36"/>
                    <a:pt x="1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2860582" y="2574368"/>
              <a:ext cx="28711" cy="10787"/>
            </a:xfrm>
            <a:custGeom>
              <a:rect b="b" l="l" r="r" t="t"/>
              <a:pathLst>
                <a:path extrusionOk="0" h="535" w="1424">
                  <a:moveTo>
                    <a:pt x="249" y="0"/>
                  </a:moveTo>
                  <a:cubicBezTo>
                    <a:pt x="107" y="0"/>
                    <a:pt x="0" y="107"/>
                    <a:pt x="0" y="249"/>
                  </a:cubicBezTo>
                  <a:cubicBezTo>
                    <a:pt x="0" y="392"/>
                    <a:pt x="107" y="534"/>
                    <a:pt x="249" y="534"/>
                  </a:cubicBezTo>
                  <a:lnTo>
                    <a:pt x="1174" y="534"/>
                  </a:lnTo>
                  <a:cubicBezTo>
                    <a:pt x="1317" y="534"/>
                    <a:pt x="1423" y="392"/>
                    <a:pt x="1423" y="249"/>
                  </a:cubicBezTo>
                  <a:cubicBezTo>
                    <a:pt x="1423" y="107"/>
                    <a:pt x="1317" y="0"/>
                    <a:pt x="1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2900040" y="2545193"/>
              <a:ext cx="66738" cy="65891"/>
            </a:xfrm>
            <a:custGeom>
              <a:rect b="b" l="l" r="r" t="t"/>
              <a:pathLst>
                <a:path extrusionOk="0" h="3268" w="3310">
                  <a:moveTo>
                    <a:pt x="970" y="0"/>
                  </a:moveTo>
                  <a:cubicBezTo>
                    <a:pt x="475" y="0"/>
                    <a:pt x="0" y="380"/>
                    <a:pt x="0" y="949"/>
                  </a:cubicBezTo>
                  <a:lnTo>
                    <a:pt x="0" y="3013"/>
                  </a:lnTo>
                  <a:cubicBezTo>
                    <a:pt x="18" y="3173"/>
                    <a:pt x="142" y="3253"/>
                    <a:pt x="267" y="3253"/>
                  </a:cubicBezTo>
                  <a:cubicBezTo>
                    <a:pt x="392" y="3253"/>
                    <a:pt x="516" y="3173"/>
                    <a:pt x="534" y="3013"/>
                  </a:cubicBezTo>
                  <a:lnTo>
                    <a:pt x="534" y="949"/>
                  </a:lnTo>
                  <a:cubicBezTo>
                    <a:pt x="534" y="665"/>
                    <a:pt x="756" y="522"/>
                    <a:pt x="979" y="522"/>
                  </a:cubicBezTo>
                  <a:cubicBezTo>
                    <a:pt x="1201" y="522"/>
                    <a:pt x="1423" y="665"/>
                    <a:pt x="1423" y="949"/>
                  </a:cubicBezTo>
                  <a:lnTo>
                    <a:pt x="1423" y="3013"/>
                  </a:lnTo>
                  <a:cubicBezTo>
                    <a:pt x="1423" y="3140"/>
                    <a:pt x="1509" y="3268"/>
                    <a:pt x="1629" y="3268"/>
                  </a:cubicBezTo>
                  <a:cubicBezTo>
                    <a:pt x="1643" y="3268"/>
                    <a:pt x="1657" y="3266"/>
                    <a:pt x="1672" y="3262"/>
                  </a:cubicBezTo>
                  <a:cubicBezTo>
                    <a:pt x="1687" y="3266"/>
                    <a:pt x="1702" y="3268"/>
                    <a:pt x="1716" y="3268"/>
                  </a:cubicBezTo>
                  <a:cubicBezTo>
                    <a:pt x="1836" y="3268"/>
                    <a:pt x="1922" y="3140"/>
                    <a:pt x="1922" y="3013"/>
                  </a:cubicBezTo>
                  <a:lnTo>
                    <a:pt x="1922" y="949"/>
                  </a:lnTo>
                  <a:cubicBezTo>
                    <a:pt x="1922" y="665"/>
                    <a:pt x="2144" y="522"/>
                    <a:pt x="2366" y="522"/>
                  </a:cubicBezTo>
                  <a:cubicBezTo>
                    <a:pt x="2589" y="522"/>
                    <a:pt x="2811" y="665"/>
                    <a:pt x="2811" y="949"/>
                  </a:cubicBezTo>
                  <a:lnTo>
                    <a:pt x="2811" y="3013"/>
                  </a:lnTo>
                  <a:cubicBezTo>
                    <a:pt x="2811" y="3140"/>
                    <a:pt x="2925" y="3268"/>
                    <a:pt x="3051" y="3268"/>
                  </a:cubicBezTo>
                  <a:cubicBezTo>
                    <a:pt x="3066" y="3268"/>
                    <a:pt x="3081" y="3266"/>
                    <a:pt x="3096" y="3262"/>
                  </a:cubicBezTo>
                  <a:lnTo>
                    <a:pt x="3060" y="3262"/>
                  </a:lnTo>
                  <a:cubicBezTo>
                    <a:pt x="3202" y="3262"/>
                    <a:pt x="3309" y="3155"/>
                    <a:pt x="3309" y="3013"/>
                  </a:cubicBezTo>
                  <a:lnTo>
                    <a:pt x="3309" y="949"/>
                  </a:lnTo>
                  <a:cubicBezTo>
                    <a:pt x="3309" y="380"/>
                    <a:pt x="2835" y="0"/>
                    <a:pt x="2350" y="0"/>
                  </a:cubicBezTo>
                  <a:cubicBezTo>
                    <a:pt x="2107" y="0"/>
                    <a:pt x="1862" y="95"/>
                    <a:pt x="1672" y="309"/>
                  </a:cubicBezTo>
                  <a:cubicBezTo>
                    <a:pt x="1471" y="95"/>
                    <a:pt x="1218" y="0"/>
                    <a:pt x="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2981819" y="2545314"/>
              <a:ext cx="45930" cy="66012"/>
            </a:xfrm>
            <a:custGeom>
              <a:rect b="b" l="l" r="r" t="t"/>
              <a:pathLst>
                <a:path extrusionOk="0" h="3274" w="2278">
                  <a:moveTo>
                    <a:pt x="1139" y="0"/>
                  </a:moveTo>
                  <a:cubicBezTo>
                    <a:pt x="570" y="0"/>
                    <a:pt x="0" y="374"/>
                    <a:pt x="0" y="1121"/>
                  </a:cubicBezTo>
                  <a:lnTo>
                    <a:pt x="0" y="2153"/>
                  </a:lnTo>
                  <a:cubicBezTo>
                    <a:pt x="0" y="2900"/>
                    <a:pt x="570" y="3274"/>
                    <a:pt x="1139" y="3274"/>
                  </a:cubicBezTo>
                  <a:cubicBezTo>
                    <a:pt x="1708" y="3274"/>
                    <a:pt x="2278" y="2900"/>
                    <a:pt x="2278" y="2153"/>
                  </a:cubicBezTo>
                  <a:cubicBezTo>
                    <a:pt x="2278" y="1975"/>
                    <a:pt x="2144" y="1886"/>
                    <a:pt x="2011" y="1886"/>
                  </a:cubicBezTo>
                  <a:cubicBezTo>
                    <a:pt x="1877" y="1886"/>
                    <a:pt x="1744" y="1975"/>
                    <a:pt x="1744" y="2153"/>
                  </a:cubicBezTo>
                  <a:cubicBezTo>
                    <a:pt x="1726" y="2527"/>
                    <a:pt x="1441" y="2713"/>
                    <a:pt x="1152" y="2713"/>
                  </a:cubicBezTo>
                  <a:cubicBezTo>
                    <a:pt x="863" y="2713"/>
                    <a:pt x="570" y="2527"/>
                    <a:pt x="534" y="2153"/>
                  </a:cubicBezTo>
                  <a:lnTo>
                    <a:pt x="534" y="1121"/>
                  </a:lnTo>
                  <a:cubicBezTo>
                    <a:pt x="534" y="801"/>
                    <a:pt x="783" y="516"/>
                    <a:pt x="1139" y="516"/>
                  </a:cubicBezTo>
                  <a:cubicBezTo>
                    <a:pt x="1495" y="516"/>
                    <a:pt x="1744" y="801"/>
                    <a:pt x="1744" y="1121"/>
                  </a:cubicBezTo>
                  <a:cubicBezTo>
                    <a:pt x="1744" y="1299"/>
                    <a:pt x="1877" y="1388"/>
                    <a:pt x="2011" y="1388"/>
                  </a:cubicBezTo>
                  <a:cubicBezTo>
                    <a:pt x="2144" y="1388"/>
                    <a:pt x="2278" y="1299"/>
                    <a:pt x="2278" y="1121"/>
                  </a:cubicBezTo>
                  <a:cubicBezTo>
                    <a:pt x="2278" y="374"/>
                    <a:pt x="1708" y="0"/>
                    <a:pt x="11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3033475" y="2504787"/>
              <a:ext cx="34458" cy="58834"/>
            </a:xfrm>
            <a:custGeom>
              <a:rect b="b" l="l" r="r" t="t"/>
              <a:pathLst>
                <a:path extrusionOk="0" h="2918" w="1709">
                  <a:moveTo>
                    <a:pt x="605" y="0"/>
                  </a:moveTo>
                  <a:cubicBezTo>
                    <a:pt x="285" y="0"/>
                    <a:pt x="0" y="285"/>
                    <a:pt x="0" y="605"/>
                  </a:cubicBezTo>
                  <a:cubicBezTo>
                    <a:pt x="18" y="765"/>
                    <a:pt x="134" y="845"/>
                    <a:pt x="254" y="845"/>
                  </a:cubicBezTo>
                  <a:cubicBezTo>
                    <a:pt x="374" y="845"/>
                    <a:pt x="498" y="765"/>
                    <a:pt x="534" y="605"/>
                  </a:cubicBezTo>
                  <a:cubicBezTo>
                    <a:pt x="534" y="569"/>
                    <a:pt x="569" y="534"/>
                    <a:pt x="605" y="534"/>
                  </a:cubicBezTo>
                  <a:lnTo>
                    <a:pt x="1103" y="534"/>
                  </a:lnTo>
                  <a:cubicBezTo>
                    <a:pt x="1139" y="534"/>
                    <a:pt x="1174" y="569"/>
                    <a:pt x="1174" y="605"/>
                  </a:cubicBezTo>
                  <a:lnTo>
                    <a:pt x="1174" y="1103"/>
                  </a:lnTo>
                  <a:cubicBezTo>
                    <a:pt x="1174" y="1174"/>
                    <a:pt x="1139" y="1210"/>
                    <a:pt x="1103" y="1210"/>
                  </a:cubicBezTo>
                  <a:lnTo>
                    <a:pt x="605" y="1210"/>
                  </a:lnTo>
                  <a:cubicBezTo>
                    <a:pt x="285" y="1210"/>
                    <a:pt x="0" y="1459"/>
                    <a:pt x="0" y="1815"/>
                  </a:cubicBezTo>
                  <a:lnTo>
                    <a:pt x="0" y="2313"/>
                  </a:lnTo>
                  <a:cubicBezTo>
                    <a:pt x="0" y="2633"/>
                    <a:pt x="285" y="2918"/>
                    <a:pt x="605" y="2918"/>
                  </a:cubicBezTo>
                  <a:lnTo>
                    <a:pt x="1103" y="2918"/>
                  </a:lnTo>
                  <a:cubicBezTo>
                    <a:pt x="1423" y="2918"/>
                    <a:pt x="1708" y="2633"/>
                    <a:pt x="1708" y="2313"/>
                  </a:cubicBezTo>
                  <a:cubicBezTo>
                    <a:pt x="1708" y="2170"/>
                    <a:pt x="1601" y="2028"/>
                    <a:pt x="1459" y="2028"/>
                  </a:cubicBezTo>
                  <a:cubicBezTo>
                    <a:pt x="1317" y="2028"/>
                    <a:pt x="1174" y="2170"/>
                    <a:pt x="1174" y="2313"/>
                  </a:cubicBezTo>
                  <a:cubicBezTo>
                    <a:pt x="1174" y="2348"/>
                    <a:pt x="1139" y="2384"/>
                    <a:pt x="1103" y="2384"/>
                  </a:cubicBezTo>
                  <a:lnTo>
                    <a:pt x="605" y="2384"/>
                  </a:lnTo>
                  <a:cubicBezTo>
                    <a:pt x="569" y="2384"/>
                    <a:pt x="534" y="2348"/>
                    <a:pt x="534" y="2313"/>
                  </a:cubicBezTo>
                  <a:lnTo>
                    <a:pt x="534" y="1815"/>
                  </a:lnTo>
                  <a:cubicBezTo>
                    <a:pt x="534" y="1744"/>
                    <a:pt x="569" y="1708"/>
                    <a:pt x="605" y="1708"/>
                  </a:cubicBezTo>
                  <a:lnTo>
                    <a:pt x="1103" y="1708"/>
                  </a:lnTo>
                  <a:cubicBezTo>
                    <a:pt x="1423" y="1708"/>
                    <a:pt x="1708" y="1459"/>
                    <a:pt x="1708" y="1103"/>
                  </a:cubicBezTo>
                  <a:lnTo>
                    <a:pt x="1708" y="605"/>
                  </a:lnTo>
                  <a:cubicBezTo>
                    <a:pt x="1708" y="285"/>
                    <a:pt x="142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2" name="Google Shape;2932;p72"/>
          <p:cNvGrpSpPr/>
          <p:nvPr/>
        </p:nvGrpSpPr>
        <p:grpSpPr>
          <a:xfrm>
            <a:off x="2760132" y="1874911"/>
            <a:ext cx="357300" cy="327137"/>
            <a:chOff x="2760132" y="1874911"/>
            <a:chExt cx="357300" cy="327137"/>
          </a:xfrm>
        </p:grpSpPr>
        <p:sp>
          <p:nvSpPr>
            <p:cNvPr id="2933" name="Google Shape;2933;p72"/>
            <p:cNvSpPr/>
            <p:nvPr/>
          </p:nvSpPr>
          <p:spPr>
            <a:xfrm>
              <a:off x="2765153" y="1880637"/>
              <a:ext cx="99038" cy="315684"/>
            </a:xfrm>
            <a:custGeom>
              <a:rect b="b" l="l" r="r" t="t"/>
              <a:pathLst>
                <a:path extrusionOk="0" h="15657" w="4912">
                  <a:moveTo>
                    <a:pt x="2065" y="1"/>
                  </a:moveTo>
                  <a:cubicBezTo>
                    <a:pt x="1673" y="1"/>
                    <a:pt x="1389" y="321"/>
                    <a:pt x="1389" y="712"/>
                  </a:cubicBezTo>
                  <a:lnTo>
                    <a:pt x="1389" y="6263"/>
                  </a:lnTo>
                  <a:lnTo>
                    <a:pt x="250" y="7330"/>
                  </a:lnTo>
                  <a:cubicBezTo>
                    <a:pt x="108" y="7437"/>
                    <a:pt x="1" y="7651"/>
                    <a:pt x="1" y="7829"/>
                  </a:cubicBezTo>
                  <a:cubicBezTo>
                    <a:pt x="1" y="8042"/>
                    <a:pt x="108" y="8220"/>
                    <a:pt x="250" y="8327"/>
                  </a:cubicBezTo>
                  <a:lnTo>
                    <a:pt x="1389" y="9394"/>
                  </a:lnTo>
                  <a:lnTo>
                    <a:pt x="1389" y="14980"/>
                  </a:lnTo>
                  <a:cubicBezTo>
                    <a:pt x="1389" y="15336"/>
                    <a:pt x="1709" y="15656"/>
                    <a:pt x="2065" y="15656"/>
                  </a:cubicBezTo>
                  <a:lnTo>
                    <a:pt x="4911" y="15656"/>
                  </a:lnTo>
                  <a:lnTo>
                    <a:pt x="4911" y="14269"/>
                  </a:lnTo>
                  <a:lnTo>
                    <a:pt x="2776" y="14269"/>
                  </a:lnTo>
                  <a:lnTo>
                    <a:pt x="2776" y="9074"/>
                  </a:lnTo>
                  <a:cubicBezTo>
                    <a:pt x="2776" y="8896"/>
                    <a:pt x="2670" y="8718"/>
                    <a:pt x="2527" y="8576"/>
                  </a:cubicBezTo>
                  <a:lnTo>
                    <a:pt x="1744" y="7829"/>
                  </a:lnTo>
                  <a:lnTo>
                    <a:pt x="2527" y="7081"/>
                  </a:lnTo>
                  <a:cubicBezTo>
                    <a:pt x="2670" y="6939"/>
                    <a:pt x="2776" y="6761"/>
                    <a:pt x="2776" y="6583"/>
                  </a:cubicBezTo>
                  <a:lnTo>
                    <a:pt x="2776" y="1388"/>
                  </a:lnTo>
                  <a:lnTo>
                    <a:pt x="4911" y="1388"/>
                  </a:lnTo>
                  <a:lnTo>
                    <a:pt x="49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3013373" y="1880637"/>
              <a:ext cx="99038" cy="315684"/>
            </a:xfrm>
            <a:custGeom>
              <a:rect b="b" l="l" r="r" t="t"/>
              <a:pathLst>
                <a:path extrusionOk="0" h="15657" w="4912">
                  <a:moveTo>
                    <a:pt x="1" y="1"/>
                  </a:moveTo>
                  <a:lnTo>
                    <a:pt x="1" y="1388"/>
                  </a:lnTo>
                  <a:lnTo>
                    <a:pt x="2136" y="1388"/>
                  </a:lnTo>
                  <a:lnTo>
                    <a:pt x="2136" y="6583"/>
                  </a:lnTo>
                  <a:cubicBezTo>
                    <a:pt x="2136" y="6761"/>
                    <a:pt x="2243" y="6939"/>
                    <a:pt x="2385" y="7081"/>
                  </a:cubicBezTo>
                  <a:lnTo>
                    <a:pt x="3168" y="7829"/>
                  </a:lnTo>
                  <a:lnTo>
                    <a:pt x="2385" y="8576"/>
                  </a:lnTo>
                  <a:cubicBezTo>
                    <a:pt x="2243" y="8718"/>
                    <a:pt x="2136" y="8896"/>
                    <a:pt x="2136" y="9074"/>
                  </a:cubicBezTo>
                  <a:lnTo>
                    <a:pt x="2136" y="14269"/>
                  </a:lnTo>
                  <a:lnTo>
                    <a:pt x="1" y="14269"/>
                  </a:lnTo>
                  <a:lnTo>
                    <a:pt x="1" y="15656"/>
                  </a:lnTo>
                  <a:lnTo>
                    <a:pt x="2847" y="15656"/>
                  </a:lnTo>
                  <a:cubicBezTo>
                    <a:pt x="3239" y="15656"/>
                    <a:pt x="3559" y="15336"/>
                    <a:pt x="3559" y="14980"/>
                  </a:cubicBezTo>
                  <a:lnTo>
                    <a:pt x="3559" y="9394"/>
                  </a:lnTo>
                  <a:lnTo>
                    <a:pt x="4698" y="8327"/>
                  </a:lnTo>
                  <a:cubicBezTo>
                    <a:pt x="4840" y="8220"/>
                    <a:pt x="4911" y="8042"/>
                    <a:pt x="4911" y="7829"/>
                  </a:cubicBezTo>
                  <a:cubicBezTo>
                    <a:pt x="4911" y="7651"/>
                    <a:pt x="4840" y="7437"/>
                    <a:pt x="4698" y="7330"/>
                  </a:cubicBezTo>
                  <a:lnTo>
                    <a:pt x="3559" y="6263"/>
                  </a:lnTo>
                  <a:lnTo>
                    <a:pt x="3559" y="712"/>
                  </a:lnTo>
                  <a:cubicBezTo>
                    <a:pt x="3559" y="321"/>
                    <a:pt x="3239" y="1"/>
                    <a:pt x="28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2851247" y="1936608"/>
              <a:ext cx="172208" cy="204468"/>
            </a:xfrm>
            <a:custGeom>
              <a:rect b="b" l="l" r="r" t="t"/>
              <a:pathLst>
                <a:path extrusionOk="0" h="10141" w="8541">
                  <a:moveTo>
                    <a:pt x="855" y="0"/>
                  </a:moveTo>
                  <a:cubicBezTo>
                    <a:pt x="321" y="0"/>
                    <a:pt x="1" y="534"/>
                    <a:pt x="214" y="996"/>
                  </a:cubicBezTo>
                  <a:lnTo>
                    <a:pt x="2313" y="5053"/>
                  </a:lnTo>
                  <a:lnTo>
                    <a:pt x="214" y="9109"/>
                  </a:lnTo>
                  <a:cubicBezTo>
                    <a:pt x="1" y="9607"/>
                    <a:pt x="321" y="10141"/>
                    <a:pt x="855" y="10141"/>
                  </a:cubicBezTo>
                  <a:lnTo>
                    <a:pt x="7828" y="10141"/>
                  </a:lnTo>
                  <a:cubicBezTo>
                    <a:pt x="8220" y="10141"/>
                    <a:pt x="8540" y="9820"/>
                    <a:pt x="8540" y="9429"/>
                  </a:cubicBezTo>
                  <a:lnTo>
                    <a:pt x="8540" y="7081"/>
                  </a:lnTo>
                  <a:lnTo>
                    <a:pt x="7152" y="7081"/>
                  </a:lnTo>
                  <a:lnTo>
                    <a:pt x="7152" y="8717"/>
                  </a:lnTo>
                  <a:lnTo>
                    <a:pt x="1958" y="8717"/>
                  </a:lnTo>
                  <a:lnTo>
                    <a:pt x="3737" y="5337"/>
                  </a:lnTo>
                  <a:cubicBezTo>
                    <a:pt x="3808" y="5159"/>
                    <a:pt x="3808" y="4946"/>
                    <a:pt x="3737" y="4768"/>
                  </a:cubicBezTo>
                  <a:lnTo>
                    <a:pt x="1958" y="1388"/>
                  </a:lnTo>
                  <a:lnTo>
                    <a:pt x="7117" y="1388"/>
                  </a:lnTo>
                  <a:lnTo>
                    <a:pt x="7117" y="2989"/>
                  </a:lnTo>
                  <a:lnTo>
                    <a:pt x="8540" y="2989"/>
                  </a:lnTo>
                  <a:lnTo>
                    <a:pt x="8540" y="676"/>
                  </a:lnTo>
                  <a:cubicBezTo>
                    <a:pt x="8540" y="285"/>
                    <a:pt x="8220" y="0"/>
                    <a:pt x="7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3008353" y="1874911"/>
              <a:ext cx="109079" cy="326431"/>
            </a:xfrm>
            <a:custGeom>
              <a:rect b="b" l="l" r="r" t="t"/>
              <a:pathLst>
                <a:path extrusionOk="0" h="16190" w="5410">
                  <a:moveTo>
                    <a:pt x="250" y="0"/>
                  </a:moveTo>
                  <a:cubicBezTo>
                    <a:pt x="108" y="0"/>
                    <a:pt x="1" y="143"/>
                    <a:pt x="1" y="285"/>
                  </a:cubicBezTo>
                  <a:lnTo>
                    <a:pt x="1" y="1672"/>
                  </a:lnTo>
                  <a:cubicBezTo>
                    <a:pt x="1" y="1815"/>
                    <a:pt x="108" y="1922"/>
                    <a:pt x="250" y="1922"/>
                  </a:cubicBezTo>
                  <a:lnTo>
                    <a:pt x="2136" y="1922"/>
                  </a:lnTo>
                  <a:lnTo>
                    <a:pt x="2136" y="6867"/>
                  </a:lnTo>
                  <a:cubicBezTo>
                    <a:pt x="2136" y="7116"/>
                    <a:pt x="2242" y="7365"/>
                    <a:pt x="2456" y="7543"/>
                  </a:cubicBezTo>
                  <a:lnTo>
                    <a:pt x="3061" y="8113"/>
                  </a:lnTo>
                  <a:lnTo>
                    <a:pt x="2456" y="8646"/>
                  </a:lnTo>
                  <a:cubicBezTo>
                    <a:pt x="2242" y="8860"/>
                    <a:pt x="2136" y="9109"/>
                    <a:pt x="2136" y="9358"/>
                  </a:cubicBezTo>
                  <a:lnTo>
                    <a:pt x="2136" y="14304"/>
                  </a:lnTo>
                  <a:lnTo>
                    <a:pt x="250" y="14304"/>
                  </a:lnTo>
                  <a:cubicBezTo>
                    <a:pt x="235" y="14300"/>
                    <a:pt x="220" y="14298"/>
                    <a:pt x="206" y="14298"/>
                  </a:cubicBezTo>
                  <a:cubicBezTo>
                    <a:pt x="86" y="14298"/>
                    <a:pt x="1" y="14425"/>
                    <a:pt x="1" y="14553"/>
                  </a:cubicBezTo>
                  <a:lnTo>
                    <a:pt x="1" y="15940"/>
                  </a:lnTo>
                  <a:cubicBezTo>
                    <a:pt x="1" y="16083"/>
                    <a:pt x="108" y="16189"/>
                    <a:pt x="250" y="16189"/>
                  </a:cubicBezTo>
                  <a:lnTo>
                    <a:pt x="3096" y="16189"/>
                  </a:lnTo>
                  <a:cubicBezTo>
                    <a:pt x="3630" y="16189"/>
                    <a:pt x="4057" y="15762"/>
                    <a:pt x="4057" y="15264"/>
                  </a:cubicBezTo>
                  <a:lnTo>
                    <a:pt x="4057" y="9785"/>
                  </a:lnTo>
                  <a:lnTo>
                    <a:pt x="5125" y="8824"/>
                  </a:lnTo>
                  <a:cubicBezTo>
                    <a:pt x="5302" y="8646"/>
                    <a:pt x="5409" y="8397"/>
                    <a:pt x="5409" y="8113"/>
                  </a:cubicBezTo>
                  <a:cubicBezTo>
                    <a:pt x="5409" y="7864"/>
                    <a:pt x="5302" y="7579"/>
                    <a:pt x="5125" y="7401"/>
                  </a:cubicBezTo>
                  <a:lnTo>
                    <a:pt x="4057" y="6440"/>
                  </a:lnTo>
                  <a:lnTo>
                    <a:pt x="4057" y="5480"/>
                  </a:lnTo>
                  <a:cubicBezTo>
                    <a:pt x="4057" y="5302"/>
                    <a:pt x="3915" y="5195"/>
                    <a:pt x="3772" y="5195"/>
                  </a:cubicBezTo>
                  <a:cubicBezTo>
                    <a:pt x="3630" y="5195"/>
                    <a:pt x="3523" y="5302"/>
                    <a:pt x="3523" y="5480"/>
                  </a:cubicBezTo>
                  <a:lnTo>
                    <a:pt x="3523" y="6547"/>
                  </a:lnTo>
                  <a:cubicBezTo>
                    <a:pt x="3523" y="6618"/>
                    <a:pt x="3559" y="6689"/>
                    <a:pt x="3595" y="6761"/>
                  </a:cubicBezTo>
                  <a:lnTo>
                    <a:pt x="4733" y="7792"/>
                  </a:lnTo>
                  <a:cubicBezTo>
                    <a:pt x="4840" y="7864"/>
                    <a:pt x="4875" y="8006"/>
                    <a:pt x="4875" y="8113"/>
                  </a:cubicBezTo>
                  <a:cubicBezTo>
                    <a:pt x="4875" y="8255"/>
                    <a:pt x="4840" y="8362"/>
                    <a:pt x="4733" y="8433"/>
                  </a:cubicBezTo>
                  <a:lnTo>
                    <a:pt x="3595" y="9500"/>
                  </a:lnTo>
                  <a:cubicBezTo>
                    <a:pt x="3559" y="9536"/>
                    <a:pt x="3523" y="9607"/>
                    <a:pt x="3523" y="9678"/>
                  </a:cubicBezTo>
                  <a:lnTo>
                    <a:pt x="3523" y="15264"/>
                  </a:lnTo>
                  <a:cubicBezTo>
                    <a:pt x="3523" y="15513"/>
                    <a:pt x="3310" y="15691"/>
                    <a:pt x="3061" y="15691"/>
                  </a:cubicBezTo>
                  <a:lnTo>
                    <a:pt x="499" y="15691"/>
                  </a:lnTo>
                  <a:lnTo>
                    <a:pt x="499" y="14802"/>
                  </a:lnTo>
                  <a:lnTo>
                    <a:pt x="2385" y="14802"/>
                  </a:lnTo>
                  <a:cubicBezTo>
                    <a:pt x="2527" y="14802"/>
                    <a:pt x="2634" y="14695"/>
                    <a:pt x="2634" y="14553"/>
                  </a:cubicBezTo>
                  <a:lnTo>
                    <a:pt x="2634" y="9358"/>
                  </a:lnTo>
                  <a:cubicBezTo>
                    <a:pt x="2634" y="9251"/>
                    <a:pt x="2669" y="9144"/>
                    <a:pt x="2776" y="9038"/>
                  </a:cubicBezTo>
                  <a:lnTo>
                    <a:pt x="3595" y="8290"/>
                  </a:lnTo>
                  <a:cubicBezTo>
                    <a:pt x="3666" y="8255"/>
                    <a:pt x="3666" y="8184"/>
                    <a:pt x="3666" y="8113"/>
                  </a:cubicBezTo>
                  <a:cubicBezTo>
                    <a:pt x="3666" y="8041"/>
                    <a:pt x="3666" y="7970"/>
                    <a:pt x="3595" y="7935"/>
                  </a:cubicBezTo>
                  <a:lnTo>
                    <a:pt x="2776" y="7187"/>
                  </a:lnTo>
                  <a:cubicBezTo>
                    <a:pt x="2705" y="7081"/>
                    <a:pt x="2634" y="6974"/>
                    <a:pt x="2634" y="6867"/>
                  </a:cubicBezTo>
                  <a:lnTo>
                    <a:pt x="2634" y="1672"/>
                  </a:lnTo>
                  <a:cubicBezTo>
                    <a:pt x="2634" y="1530"/>
                    <a:pt x="2527" y="1423"/>
                    <a:pt x="2385" y="1423"/>
                  </a:cubicBezTo>
                  <a:lnTo>
                    <a:pt x="499" y="1423"/>
                  </a:lnTo>
                  <a:lnTo>
                    <a:pt x="499" y="534"/>
                  </a:lnTo>
                  <a:lnTo>
                    <a:pt x="3096" y="534"/>
                  </a:lnTo>
                  <a:cubicBezTo>
                    <a:pt x="3345" y="534"/>
                    <a:pt x="3523" y="747"/>
                    <a:pt x="3523" y="961"/>
                  </a:cubicBezTo>
                  <a:lnTo>
                    <a:pt x="3523" y="4234"/>
                  </a:lnTo>
                  <a:cubicBezTo>
                    <a:pt x="3523" y="4377"/>
                    <a:pt x="3666" y="4483"/>
                    <a:pt x="3808" y="4483"/>
                  </a:cubicBezTo>
                  <a:cubicBezTo>
                    <a:pt x="3950" y="4483"/>
                    <a:pt x="4057" y="4377"/>
                    <a:pt x="4057" y="4234"/>
                  </a:cubicBezTo>
                  <a:lnTo>
                    <a:pt x="4057" y="961"/>
                  </a:lnTo>
                  <a:cubicBezTo>
                    <a:pt x="4057" y="463"/>
                    <a:pt x="3630" y="36"/>
                    <a:pt x="3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2760132" y="1875617"/>
              <a:ext cx="109079" cy="326431"/>
            </a:xfrm>
            <a:custGeom>
              <a:rect b="b" l="l" r="r" t="t"/>
              <a:pathLst>
                <a:path extrusionOk="0" h="16190" w="5410">
                  <a:moveTo>
                    <a:pt x="2314" y="1"/>
                  </a:moveTo>
                  <a:cubicBezTo>
                    <a:pt x="1780" y="1"/>
                    <a:pt x="1353" y="428"/>
                    <a:pt x="1353" y="961"/>
                  </a:cubicBezTo>
                  <a:lnTo>
                    <a:pt x="1353" y="6405"/>
                  </a:lnTo>
                  <a:lnTo>
                    <a:pt x="321" y="7366"/>
                  </a:lnTo>
                  <a:cubicBezTo>
                    <a:pt x="108" y="7579"/>
                    <a:pt x="1" y="7829"/>
                    <a:pt x="1" y="8078"/>
                  </a:cubicBezTo>
                  <a:cubicBezTo>
                    <a:pt x="1" y="8362"/>
                    <a:pt x="108" y="8611"/>
                    <a:pt x="321" y="8789"/>
                  </a:cubicBezTo>
                  <a:lnTo>
                    <a:pt x="1353" y="9750"/>
                  </a:lnTo>
                  <a:lnTo>
                    <a:pt x="1353" y="10746"/>
                  </a:lnTo>
                  <a:cubicBezTo>
                    <a:pt x="1335" y="10888"/>
                    <a:pt x="1477" y="10960"/>
                    <a:pt x="1620" y="10960"/>
                  </a:cubicBezTo>
                  <a:cubicBezTo>
                    <a:pt x="1762" y="10960"/>
                    <a:pt x="1904" y="10888"/>
                    <a:pt x="1887" y="10746"/>
                  </a:cubicBezTo>
                  <a:lnTo>
                    <a:pt x="1887" y="9643"/>
                  </a:lnTo>
                  <a:cubicBezTo>
                    <a:pt x="1887" y="9572"/>
                    <a:pt x="1851" y="9501"/>
                    <a:pt x="1815" y="9465"/>
                  </a:cubicBezTo>
                  <a:lnTo>
                    <a:pt x="677" y="8398"/>
                  </a:lnTo>
                  <a:cubicBezTo>
                    <a:pt x="570" y="8327"/>
                    <a:pt x="535" y="8220"/>
                    <a:pt x="535" y="8078"/>
                  </a:cubicBezTo>
                  <a:cubicBezTo>
                    <a:pt x="535" y="7971"/>
                    <a:pt x="570" y="7829"/>
                    <a:pt x="677" y="7757"/>
                  </a:cubicBezTo>
                  <a:lnTo>
                    <a:pt x="1815" y="6726"/>
                  </a:lnTo>
                  <a:cubicBezTo>
                    <a:pt x="1851" y="6654"/>
                    <a:pt x="1887" y="6583"/>
                    <a:pt x="1887" y="6512"/>
                  </a:cubicBezTo>
                  <a:lnTo>
                    <a:pt x="1887" y="961"/>
                  </a:lnTo>
                  <a:cubicBezTo>
                    <a:pt x="1887" y="712"/>
                    <a:pt x="2100" y="499"/>
                    <a:pt x="2314" y="499"/>
                  </a:cubicBezTo>
                  <a:lnTo>
                    <a:pt x="4911" y="499"/>
                  </a:lnTo>
                  <a:lnTo>
                    <a:pt x="4911" y="1388"/>
                  </a:lnTo>
                  <a:lnTo>
                    <a:pt x="3025" y="1388"/>
                  </a:lnTo>
                  <a:cubicBezTo>
                    <a:pt x="2847" y="1388"/>
                    <a:pt x="2741" y="1495"/>
                    <a:pt x="2741" y="1637"/>
                  </a:cubicBezTo>
                  <a:lnTo>
                    <a:pt x="2741" y="6832"/>
                  </a:lnTo>
                  <a:cubicBezTo>
                    <a:pt x="2741" y="6939"/>
                    <a:pt x="2705" y="7081"/>
                    <a:pt x="2598" y="7152"/>
                  </a:cubicBezTo>
                  <a:lnTo>
                    <a:pt x="1815" y="7900"/>
                  </a:lnTo>
                  <a:cubicBezTo>
                    <a:pt x="1744" y="7935"/>
                    <a:pt x="1709" y="8006"/>
                    <a:pt x="1709" y="8078"/>
                  </a:cubicBezTo>
                  <a:cubicBezTo>
                    <a:pt x="1709" y="8149"/>
                    <a:pt x="1744" y="8220"/>
                    <a:pt x="1815" y="8291"/>
                  </a:cubicBezTo>
                  <a:lnTo>
                    <a:pt x="2598" y="9003"/>
                  </a:lnTo>
                  <a:cubicBezTo>
                    <a:pt x="2705" y="9109"/>
                    <a:pt x="2741" y="9216"/>
                    <a:pt x="2741" y="9359"/>
                  </a:cubicBezTo>
                  <a:lnTo>
                    <a:pt x="2741" y="14518"/>
                  </a:lnTo>
                  <a:cubicBezTo>
                    <a:pt x="2741" y="14660"/>
                    <a:pt x="2847" y="14767"/>
                    <a:pt x="3025" y="14767"/>
                  </a:cubicBezTo>
                  <a:lnTo>
                    <a:pt x="4875" y="14767"/>
                  </a:lnTo>
                  <a:lnTo>
                    <a:pt x="4875" y="15656"/>
                  </a:lnTo>
                  <a:lnTo>
                    <a:pt x="2314" y="15656"/>
                  </a:lnTo>
                  <a:cubicBezTo>
                    <a:pt x="2065" y="15656"/>
                    <a:pt x="1851" y="15478"/>
                    <a:pt x="1851" y="15229"/>
                  </a:cubicBezTo>
                  <a:lnTo>
                    <a:pt x="1851" y="11956"/>
                  </a:lnTo>
                  <a:cubicBezTo>
                    <a:pt x="1869" y="11814"/>
                    <a:pt x="1735" y="11742"/>
                    <a:pt x="1602" y="11742"/>
                  </a:cubicBezTo>
                  <a:cubicBezTo>
                    <a:pt x="1469" y="11742"/>
                    <a:pt x="1335" y="11814"/>
                    <a:pt x="1353" y="11956"/>
                  </a:cubicBezTo>
                  <a:lnTo>
                    <a:pt x="1353" y="15229"/>
                  </a:lnTo>
                  <a:cubicBezTo>
                    <a:pt x="1353" y="15763"/>
                    <a:pt x="1780" y="16190"/>
                    <a:pt x="2314" y="16190"/>
                  </a:cubicBezTo>
                  <a:lnTo>
                    <a:pt x="5125" y="16190"/>
                  </a:lnTo>
                  <a:cubicBezTo>
                    <a:pt x="5267" y="16190"/>
                    <a:pt x="5409" y="16083"/>
                    <a:pt x="5409" y="15941"/>
                  </a:cubicBezTo>
                  <a:lnTo>
                    <a:pt x="5409" y="14518"/>
                  </a:lnTo>
                  <a:cubicBezTo>
                    <a:pt x="5409" y="14375"/>
                    <a:pt x="5267" y="14269"/>
                    <a:pt x="5125" y="14269"/>
                  </a:cubicBezTo>
                  <a:lnTo>
                    <a:pt x="3274" y="14269"/>
                  </a:lnTo>
                  <a:lnTo>
                    <a:pt x="3274" y="9323"/>
                  </a:lnTo>
                  <a:cubicBezTo>
                    <a:pt x="3274" y="9074"/>
                    <a:pt x="3168" y="8825"/>
                    <a:pt x="2990" y="8647"/>
                  </a:cubicBezTo>
                  <a:lnTo>
                    <a:pt x="2385" y="8078"/>
                  </a:lnTo>
                  <a:lnTo>
                    <a:pt x="2990" y="7508"/>
                  </a:lnTo>
                  <a:cubicBezTo>
                    <a:pt x="3168" y="7330"/>
                    <a:pt x="3274" y="7081"/>
                    <a:pt x="3274" y="6832"/>
                  </a:cubicBezTo>
                  <a:lnTo>
                    <a:pt x="3274" y="1887"/>
                  </a:lnTo>
                  <a:lnTo>
                    <a:pt x="5160" y="1887"/>
                  </a:lnTo>
                  <a:cubicBezTo>
                    <a:pt x="5175" y="1890"/>
                    <a:pt x="5190" y="1892"/>
                    <a:pt x="5204" y="1892"/>
                  </a:cubicBezTo>
                  <a:cubicBezTo>
                    <a:pt x="5324" y="1892"/>
                    <a:pt x="5409" y="1765"/>
                    <a:pt x="5409" y="1637"/>
                  </a:cubicBezTo>
                  <a:lnTo>
                    <a:pt x="5409" y="250"/>
                  </a:lnTo>
                  <a:cubicBezTo>
                    <a:pt x="5409" y="108"/>
                    <a:pt x="5302" y="1"/>
                    <a:pt x="51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2844795" y="1930822"/>
              <a:ext cx="183680" cy="214610"/>
            </a:xfrm>
            <a:custGeom>
              <a:rect b="b" l="l" r="r" t="t"/>
              <a:pathLst>
                <a:path extrusionOk="0" h="10644" w="9110">
                  <a:moveTo>
                    <a:pt x="4211" y="1"/>
                  </a:moveTo>
                  <a:cubicBezTo>
                    <a:pt x="3958" y="1"/>
                    <a:pt x="3958" y="538"/>
                    <a:pt x="4211" y="538"/>
                  </a:cubicBezTo>
                  <a:cubicBezTo>
                    <a:pt x="4218" y="538"/>
                    <a:pt x="4226" y="537"/>
                    <a:pt x="4235" y="536"/>
                  </a:cubicBezTo>
                  <a:lnTo>
                    <a:pt x="8148" y="536"/>
                  </a:lnTo>
                  <a:cubicBezTo>
                    <a:pt x="8398" y="536"/>
                    <a:pt x="8611" y="714"/>
                    <a:pt x="8611" y="963"/>
                  </a:cubicBezTo>
                  <a:lnTo>
                    <a:pt x="8611" y="3027"/>
                  </a:lnTo>
                  <a:lnTo>
                    <a:pt x="7721" y="3027"/>
                  </a:lnTo>
                  <a:lnTo>
                    <a:pt x="7721" y="1675"/>
                  </a:lnTo>
                  <a:cubicBezTo>
                    <a:pt x="7686" y="1532"/>
                    <a:pt x="7579" y="1426"/>
                    <a:pt x="7437" y="1426"/>
                  </a:cubicBezTo>
                  <a:lnTo>
                    <a:pt x="2278" y="1426"/>
                  </a:lnTo>
                  <a:cubicBezTo>
                    <a:pt x="2064" y="1426"/>
                    <a:pt x="1957" y="1639"/>
                    <a:pt x="2064" y="1782"/>
                  </a:cubicBezTo>
                  <a:lnTo>
                    <a:pt x="3843" y="5162"/>
                  </a:lnTo>
                  <a:cubicBezTo>
                    <a:pt x="3879" y="5268"/>
                    <a:pt x="3879" y="5411"/>
                    <a:pt x="3843" y="5517"/>
                  </a:cubicBezTo>
                  <a:lnTo>
                    <a:pt x="2064" y="8898"/>
                  </a:lnTo>
                  <a:cubicBezTo>
                    <a:pt x="1957" y="9076"/>
                    <a:pt x="2064" y="9289"/>
                    <a:pt x="2278" y="9289"/>
                  </a:cubicBezTo>
                  <a:lnTo>
                    <a:pt x="7472" y="9289"/>
                  </a:lnTo>
                  <a:cubicBezTo>
                    <a:pt x="7615" y="9289"/>
                    <a:pt x="7721" y="9147"/>
                    <a:pt x="7721" y="9004"/>
                  </a:cubicBezTo>
                  <a:lnTo>
                    <a:pt x="7721" y="7617"/>
                  </a:lnTo>
                  <a:lnTo>
                    <a:pt x="8611" y="7617"/>
                  </a:lnTo>
                  <a:lnTo>
                    <a:pt x="8611" y="9716"/>
                  </a:lnTo>
                  <a:cubicBezTo>
                    <a:pt x="8611" y="9965"/>
                    <a:pt x="8433" y="10179"/>
                    <a:pt x="8184" y="10179"/>
                  </a:cubicBezTo>
                  <a:lnTo>
                    <a:pt x="1175" y="10179"/>
                  </a:lnTo>
                  <a:cubicBezTo>
                    <a:pt x="1032" y="10179"/>
                    <a:pt x="890" y="10072"/>
                    <a:pt x="783" y="9965"/>
                  </a:cubicBezTo>
                  <a:cubicBezTo>
                    <a:pt x="712" y="9823"/>
                    <a:pt x="712" y="9680"/>
                    <a:pt x="783" y="9538"/>
                  </a:cubicBezTo>
                  <a:lnTo>
                    <a:pt x="2882" y="5482"/>
                  </a:lnTo>
                  <a:cubicBezTo>
                    <a:pt x="2918" y="5411"/>
                    <a:pt x="2918" y="5304"/>
                    <a:pt x="2882" y="5233"/>
                  </a:cubicBezTo>
                  <a:lnTo>
                    <a:pt x="783" y="1177"/>
                  </a:lnTo>
                  <a:cubicBezTo>
                    <a:pt x="712" y="1034"/>
                    <a:pt x="712" y="892"/>
                    <a:pt x="783" y="750"/>
                  </a:cubicBezTo>
                  <a:cubicBezTo>
                    <a:pt x="890" y="607"/>
                    <a:pt x="1032" y="536"/>
                    <a:pt x="1175" y="536"/>
                  </a:cubicBezTo>
                  <a:lnTo>
                    <a:pt x="3025" y="536"/>
                  </a:lnTo>
                  <a:cubicBezTo>
                    <a:pt x="3345" y="501"/>
                    <a:pt x="3345" y="74"/>
                    <a:pt x="3025" y="38"/>
                  </a:cubicBezTo>
                  <a:lnTo>
                    <a:pt x="1175" y="38"/>
                  </a:lnTo>
                  <a:cubicBezTo>
                    <a:pt x="854" y="38"/>
                    <a:pt x="534" y="180"/>
                    <a:pt x="356" y="465"/>
                  </a:cubicBezTo>
                  <a:cubicBezTo>
                    <a:pt x="178" y="750"/>
                    <a:pt x="143" y="1070"/>
                    <a:pt x="321" y="1390"/>
                  </a:cubicBezTo>
                  <a:lnTo>
                    <a:pt x="2349" y="5340"/>
                  </a:lnTo>
                  <a:lnTo>
                    <a:pt x="321" y="9289"/>
                  </a:lnTo>
                  <a:cubicBezTo>
                    <a:pt x="0" y="9930"/>
                    <a:pt x="463" y="10641"/>
                    <a:pt x="1175" y="10641"/>
                  </a:cubicBezTo>
                  <a:lnTo>
                    <a:pt x="8148" y="10641"/>
                  </a:lnTo>
                  <a:cubicBezTo>
                    <a:pt x="8168" y="10642"/>
                    <a:pt x="8187" y="10643"/>
                    <a:pt x="8206" y="10643"/>
                  </a:cubicBezTo>
                  <a:cubicBezTo>
                    <a:pt x="8713" y="10643"/>
                    <a:pt x="9109" y="10196"/>
                    <a:pt x="9109" y="9716"/>
                  </a:cubicBezTo>
                  <a:lnTo>
                    <a:pt x="9109" y="7368"/>
                  </a:lnTo>
                  <a:cubicBezTo>
                    <a:pt x="9109" y="7225"/>
                    <a:pt x="9002" y="7083"/>
                    <a:pt x="8860" y="7083"/>
                  </a:cubicBezTo>
                  <a:lnTo>
                    <a:pt x="7437" y="7083"/>
                  </a:lnTo>
                  <a:cubicBezTo>
                    <a:pt x="7294" y="7083"/>
                    <a:pt x="7188" y="7225"/>
                    <a:pt x="7188" y="7368"/>
                  </a:cubicBezTo>
                  <a:lnTo>
                    <a:pt x="7188" y="8755"/>
                  </a:lnTo>
                  <a:lnTo>
                    <a:pt x="2705" y="8755"/>
                  </a:lnTo>
                  <a:lnTo>
                    <a:pt x="4270" y="5767"/>
                  </a:lnTo>
                  <a:cubicBezTo>
                    <a:pt x="4412" y="5482"/>
                    <a:pt x="4412" y="5197"/>
                    <a:pt x="4270" y="4913"/>
                  </a:cubicBezTo>
                  <a:lnTo>
                    <a:pt x="2705" y="1924"/>
                  </a:lnTo>
                  <a:lnTo>
                    <a:pt x="7223" y="1924"/>
                  </a:lnTo>
                  <a:lnTo>
                    <a:pt x="7223" y="3276"/>
                  </a:lnTo>
                  <a:cubicBezTo>
                    <a:pt x="7223" y="3418"/>
                    <a:pt x="7330" y="3525"/>
                    <a:pt x="7472" y="3525"/>
                  </a:cubicBezTo>
                  <a:lnTo>
                    <a:pt x="8860" y="3525"/>
                  </a:lnTo>
                  <a:cubicBezTo>
                    <a:pt x="9002" y="3525"/>
                    <a:pt x="9109" y="3418"/>
                    <a:pt x="9109" y="3276"/>
                  </a:cubicBezTo>
                  <a:lnTo>
                    <a:pt x="9109" y="963"/>
                  </a:lnTo>
                  <a:cubicBezTo>
                    <a:pt x="9109" y="429"/>
                    <a:pt x="8682" y="2"/>
                    <a:pt x="8148" y="2"/>
                  </a:cubicBezTo>
                  <a:lnTo>
                    <a:pt x="4235" y="2"/>
                  </a:lnTo>
                  <a:cubicBezTo>
                    <a:pt x="4226" y="1"/>
                    <a:pt x="4218" y="1"/>
                    <a:pt x="42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9" name="Google Shape;2939;p72"/>
          <p:cNvGrpSpPr/>
          <p:nvPr/>
        </p:nvGrpSpPr>
        <p:grpSpPr>
          <a:xfrm>
            <a:off x="6922500" y="2934199"/>
            <a:ext cx="428110" cy="356413"/>
            <a:chOff x="6922500" y="2934199"/>
            <a:chExt cx="428110" cy="356413"/>
          </a:xfrm>
        </p:grpSpPr>
        <p:sp>
          <p:nvSpPr>
            <p:cNvPr id="2940" name="Google Shape;2940;p72"/>
            <p:cNvSpPr/>
            <p:nvPr/>
          </p:nvSpPr>
          <p:spPr>
            <a:xfrm>
              <a:off x="6922500" y="2938816"/>
              <a:ext cx="406053" cy="347037"/>
            </a:xfrm>
            <a:custGeom>
              <a:rect b="b" l="l" r="r" t="t"/>
              <a:pathLst>
                <a:path extrusionOk="0" h="17212" w="20139">
                  <a:moveTo>
                    <a:pt x="11528" y="1"/>
                  </a:moveTo>
                  <a:cubicBezTo>
                    <a:pt x="3843" y="1"/>
                    <a:pt x="0" y="9252"/>
                    <a:pt x="5444" y="14660"/>
                  </a:cubicBezTo>
                  <a:cubicBezTo>
                    <a:pt x="7195" y="16423"/>
                    <a:pt x="9350" y="17212"/>
                    <a:pt x="11464" y="17212"/>
                  </a:cubicBezTo>
                  <a:cubicBezTo>
                    <a:pt x="15878" y="17212"/>
                    <a:pt x="20115" y="13772"/>
                    <a:pt x="20139" y="8575"/>
                  </a:cubicBezTo>
                  <a:cubicBezTo>
                    <a:pt x="20139" y="3843"/>
                    <a:pt x="16261" y="1"/>
                    <a:pt x="115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7238627" y="3012530"/>
              <a:ext cx="16049" cy="13388"/>
            </a:xfrm>
            <a:custGeom>
              <a:rect b="b" l="l" r="r" t="t"/>
              <a:pathLst>
                <a:path extrusionOk="0" h="664" w="796">
                  <a:moveTo>
                    <a:pt x="524" y="0"/>
                  </a:moveTo>
                  <a:cubicBezTo>
                    <a:pt x="457" y="0"/>
                    <a:pt x="386" y="27"/>
                    <a:pt x="332" y="81"/>
                  </a:cubicBezTo>
                  <a:lnTo>
                    <a:pt x="190" y="223"/>
                  </a:lnTo>
                  <a:cubicBezTo>
                    <a:pt x="1" y="412"/>
                    <a:pt x="161" y="663"/>
                    <a:pt x="358" y="663"/>
                  </a:cubicBezTo>
                  <a:cubicBezTo>
                    <a:pt x="420" y="663"/>
                    <a:pt x="486" y="638"/>
                    <a:pt x="546" y="579"/>
                  </a:cubicBezTo>
                  <a:lnTo>
                    <a:pt x="688" y="436"/>
                  </a:lnTo>
                  <a:cubicBezTo>
                    <a:pt x="795" y="330"/>
                    <a:pt x="795" y="187"/>
                    <a:pt x="688" y="81"/>
                  </a:cubicBezTo>
                  <a:cubicBezTo>
                    <a:pt x="653" y="27"/>
                    <a:pt x="590" y="0"/>
                    <a:pt x="5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7067831" y="3180222"/>
              <a:ext cx="19679" cy="16352"/>
            </a:xfrm>
            <a:custGeom>
              <a:rect b="b" l="l" r="r" t="t"/>
              <a:pathLst>
                <a:path extrusionOk="0" h="811" w="976">
                  <a:moveTo>
                    <a:pt x="678" y="0"/>
                  </a:moveTo>
                  <a:cubicBezTo>
                    <a:pt x="611" y="0"/>
                    <a:pt x="549" y="18"/>
                    <a:pt x="513" y="54"/>
                  </a:cubicBezTo>
                  <a:lnTo>
                    <a:pt x="193" y="374"/>
                  </a:lnTo>
                  <a:cubicBezTo>
                    <a:pt x="1" y="539"/>
                    <a:pt x="190" y="810"/>
                    <a:pt x="401" y="810"/>
                  </a:cubicBezTo>
                  <a:cubicBezTo>
                    <a:pt x="464" y="810"/>
                    <a:pt x="528" y="787"/>
                    <a:pt x="584" y="730"/>
                  </a:cubicBezTo>
                  <a:lnTo>
                    <a:pt x="869" y="445"/>
                  </a:lnTo>
                  <a:cubicBezTo>
                    <a:pt x="976" y="338"/>
                    <a:pt x="976" y="161"/>
                    <a:pt x="869" y="54"/>
                  </a:cubicBezTo>
                  <a:cubicBezTo>
                    <a:pt x="816" y="18"/>
                    <a:pt x="744" y="0"/>
                    <a:pt x="6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7088921" y="3161027"/>
              <a:ext cx="17239" cy="16170"/>
            </a:xfrm>
            <a:custGeom>
              <a:rect b="b" l="l" r="r" t="t"/>
              <a:pathLst>
                <a:path extrusionOk="0" h="802" w="855">
                  <a:moveTo>
                    <a:pt x="570" y="1"/>
                  </a:moveTo>
                  <a:cubicBezTo>
                    <a:pt x="508" y="1"/>
                    <a:pt x="446" y="27"/>
                    <a:pt x="392" y="81"/>
                  </a:cubicBezTo>
                  <a:lnTo>
                    <a:pt x="108" y="365"/>
                  </a:lnTo>
                  <a:cubicBezTo>
                    <a:pt x="1" y="472"/>
                    <a:pt x="1" y="650"/>
                    <a:pt x="108" y="721"/>
                  </a:cubicBezTo>
                  <a:cubicBezTo>
                    <a:pt x="143" y="775"/>
                    <a:pt x="205" y="801"/>
                    <a:pt x="272" y="801"/>
                  </a:cubicBezTo>
                  <a:cubicBezTo>
                    <a:pt x="339" y="801"/>
                    <a:pt x="410" y="775"/>
                    <a:pt x="463" y="721"/>
                  </a:cubicBezTo>
                  <a:lnTo>
                    <a:pt x="748" y="437"/>
                  </a:lnTo>
                  <a:cubicBezTo>
                    <a:pt x="855" y="330"/>
                    <a:pt x="855" y="187"/>
                    <a:pt x="748" y="81"/>
                  </a:cubicBezTo>
                  <a:cubicBezTo>
                    <a:pt x="695" y="27"/>
                    <a:pt x="632"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7106140" y="3141994"/>
              <a:ext cx="21029" cy="16372"/>
            </a:xfrm>
            <a:custGeom>
              <a:rect b="b" l="l" r="r" t="t"/>
              <a:pathLst>
                <a:path extrusionOk="0" h="812" w="1043">
                  <a:moveTo>
                    <a:pt x="663" y="0"/>
                  </a:moveTo>
                  <a:cubicBezTo>
                    <a:pt x="595" y="0"/>
                    <a:pt x="525" y="29"/>
                    <a:pt x="463" y="100"/>
                  </a:cubicBezTo>
                  <a:lnTo>
                    <a:pt x="463" y="64"/>
                  </a:lnTo>
                  <a:lnTo>
                    <a:pt x="179" y="384"/>
                  </a:lnTo>
                  <a:cubicBezTo>
                    <a:pt x="1" y="527"/>
                    <a:pt x="143" y="811"/>
                    <a:pt x="357" y="811"/>
                  </a:cubicBezTo>
                  <a:cubicBezTo>
                    <a:pt x="428" y="811"/>
                    <a:pt x="499" y="811"/>
                    <a:pt x="534" y="740"/>
                  </a:cubicBezTo>
                  <a:lnTo>
                    <a:pt x="855" y="455"/>
                  </a:lnTo>
                  <a:cubicBezTo>
                    <a:pt x="1042" y="268"/>
                    <a:pt x="867"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7125213" y="3123001"/>
              <a:ext cx="18973" cy="16876"/>
            </a:xfrm>
            <a:custGeom>
              <a:rect b="b" l="l" r="r" t="t"/>
              <a:pathLst>
                <a:path extrusionOk="0" h="837" w="941">
                  <a:moveTo>
                    <a:pt x="656" y="1"/>
                  </a:moveTo>
                  <a:cubicBezTo>
                    <a:pt x="594" y="1"/>
                    <a:pt x="531" y="28"/>
                    <a:pt x="478" y="81"/>
                  </a:cubicBezTo>
                  <a:lnTo>
                    <a:pt x="193" y="366"/>
                  </a:lnTo>
                  <a:cubicBezTo>
                    <a:pt x="0" y="558"/>
                    <a:pt x="170" y="837"/>
                    <a:pt x="373" y="837"/>
                  </a:cubicBezTo>
                  <a:cubicBezTo>
                    <a:pt x="431" y="837"/>
                    <a:pt x="493" y="813"/>
                    <a:pt x="549" y="757"/>
                  </a:cubicBezTo>
                  <a:lnTo>
                    <a:pt x="834" y="437"/>
                  </a:lnTo>
                  <a:cubicBezTo>
                    <a:pt x="941" y="366"/>
                    <a:pt x="941" y="188"/>
                    <a:pt x="834" y="81"/>
                  </a:cubicBezTo>
                  <a:cubicBezTo>
                    <a:pt x="780" y="28"/>
                    <a:pt x="718" y="1"/>
                    <a:pt x="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7164974" y="3084994"/>
              <a:ext cx="17239" cy="16876"/>
            </a:xfrm>
            <a:custGeom>
              <a:rect b="b" l="l" r="r" t="t"/>
              <a:pathLst>
                <a:path extrusionOk="0" h="837" w="855">
                  <a:moveTo>
                    <a:pt x="570" y="0"/>
                  </a:moveTo>
                  <a:cubicBezTo>
                    <a:pt x="507" y="0"/>
                    <a:pt x="445" y="27"/>
                    <a:pt x="392" y="80"/>
                  </a:cubicBezTo>
                  <a:lnTo>
                    <a:pt x="107" y="400"/>
                  </a:lnTo>
                  <a:cubicBezTo>
                    <a:pt x="0" y="472"/>
                    <a:pt x="0" y="649"/>
                    <a:pt x="107" y="756"/>
                  </a:cubicBezTo>
                  <a:cubicBezTo>
                    <a:pt x="143" y="810"/>
                    <a:pt x="205" y="836"/>
                    <a:pt x="272" y="836"/>
                  </a:cubicBezTo>
                  <a:cubicBezTo>
                    <a:pt x="338" y="836"/>
                    <a:pt x="410" y="810"/>
                    <a:pt x="463" y="756"/>
                  </a:cubicBezTo>
                  <a:lnTo>
                    <a:pt x="748" y="436"/>
                  </a:lnTo>
                  <a:cubicBezTo>
                    <a:pt x="854" y="365"/>
                    <a:pt x="854" y="187"/>
                    <a:pt x="748" y="80"/>
                  </a:cubicBezTo>
                  <a:cubicBezTo>
                    <a:pt x="694" y="27"/>
                    <a:pt x="632"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7181830" y="3066324"/>
              <a:ext cx="19033" cy="16594"/>
            </a:xfrm>
            <a:custGeom>
              <a:rect b="b" l="l" r="r" t="t"/>
              <a:pathLst>
                <a:path extrusionOk="0" h="823" w="944">
                  <a:moveTo>
                    <a:pt x="659" y="1"/>
                  </a:moveTo>
                  <a:cubicBezTo>
                    <a:pt x="597" y="1"/>
                    <a:pt x="534" y="28"/>
                    <a:pt x="481" y="81"/>
                  </a:cubicBezTo>
                  <a:lnTo>
                    <a:pt x="196" y="366"/>
                  </a:lnTo>
                  <a:cubicBezTo>
                    <a:pt x="1" y="561"/>
                    <a:pt x="178" y="823"/>
                    <a:pt x="384" y="823"/>
                  </a:cubicBezTo>
                  <a:cubicBezTo>
                    <a:pt x="440" y="823"/>
                    <a:pt x="499" y="803"/>
                    <a:pt x="552" y="757"/>
                  </a:cubicBezTo>
                  <a:lnTo>
                    <a:pt x="837" y="437"/>
                  </a:lnTo>
                  <a:cubicBezTo>
                    <a:pt x="943" y="330"/>
                    <a:pt x="943" y="188"/>
                    <a:pt x="837" y="81"/>
                  </a:cubicBezTo>
                  <a:cubicBezTo>
                    <a:pt x="783" y="28"/>
                    <a:pt x="721" y="1"/>
                    <a:pt x="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7202275" y="3046968"/>
              <a:ext cx="17965" cy="16695"/>
            </a:xfrm>
            <a:custGeom>
              <a:rect b="b" l="l" r="r" t="t"/>
              <a:pathLst>
                <a:path extrusionOk="0" h="828" w="891">
                  <a:moveTo>
                    <a:pt x="592" y="0"/>
                  </a:moveTo>
                  <a:cubicBezTo>
                    <a:pt x="525" y="0"/>
                    <a:pt x="463" y="27"/>
                    <a:pt x="428" y="80"/>
                  </a:cubicBezTo>
                  <a:lnTo>
                    <a:pt x="107" y="401"/>
                  </a:lnTo>
                  <a:cubicBezTo>
                    <a:pt x="1" y="507"/>
                    <a:pt x="1" y="650"/>
                    <a:pt x="107" y="756"/>
                  </a:cubicBezTo>
                  <a:cubicBezTo>
                    <a:pt x="143" y="792"/>
                    <a:pt x="214" y="828"/>
                    <a:pt x="285" y="828"/>
                  </a:cubicBezTo>
                  <a:cubicBezTo>
                    <a:pt x="356" y="828"/>
                    <a:pt x="428" y="792"/>
                    <a:pt x="463" y="756"/>
                  </a:cubicBezTo>
                  <a:lnTo>
                    <a:pt x="783" y="472"/>
                  </a:lnTo>
                  <a:cubicBezTo>
                    <a:pt x="890" y="365"/>
                    <a:pt x="890" y="187"/>
                    <a:pt x="783" y="80"/>
                  </a:cubicBezTo>
                  <a:cubicBezTo>
                    <a:pt x="730" y="27"/>
                    <a:pt x="659" y="0"/>
                    <a:pt x="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7221651" y="3028318"/>
              <a:ext cx="17239" cy="16332"/>
            </a:xfrm>
            <a:custGeom>
              <a:rect b="b" l="l" r="r" t="t"/>
              <a:pathLst>
                <a:path extrusionOk="0" h="810" w="855">
                  <a:moveTo>
                    <a:pt x="570" y="0"/>
                  </a:moveTo>
                  <a:cubicBezTo>
                    <a:pt x="507" y="0"/>
                    <a:pt x="445" y="27"/>
                    <a:pt x="392" y="80"/>
                  </a:cubicBezTo>
                  <a:lnTo>
                    <a:pt x="107" y="365"/>
                  </a:lnTo>
                  <a:cubicBezTo>
                    <a:pt x="0" y="472"/>
                    <a:pt x="0" y="650"/>
                    <a:pt x="107" y="756"/>
                  </a:cubicBezTo>
                  <a:cubicBezTo>
                    <a:pt x="143" y="792"/>
                    <a:pt x="205" y="810"/>
                    <a:pt x="272" y="810"/>
                  </a:cubicBezTo>
                  <a:cubicBezTo>
                    <a:pt x="338" y="810"/>
                    <a:pt x="409" y="792"/>
                    <a:pt x="463" y="756"/>
                  </a:cubicBezTo>
                  <a:lnTo>
                    <a:pt x="748" y="436"/>
                  </a:lnTo>
                  <a:cubicBezTo>
                    <a:pt x="854" y="329"/>
                    <a:pt x="854" y="187"/>
                    <a:pt x="748" y="80"/>
                  </a:cubicBezTo>
                  <a:cubicBezTo>
                    <a:pt x="694" y="27"/>
                    <a:pt x="632"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7053778" y="3198953"/>
              <a:ext cx="16755" cy="13388"/>
            </a:xfrm>
            <a:custGeom>
              <a:rect b="b" l="l" r="r" t="t"/>
              <a:pathLst>
                <a:path extrusionOk="0" h="664" w="831">
                  <a:moveTo>
                    <a:pt x="458" y="1"/>
                  </a:moveTo>
                  <a:cubicBezTo>
                    <a:pt x="398" y="1"/>
                    <a:pt x="336" y="26"/>
                    <a:pt x="285" y="85"/>
                  </a:cubicBezTo>
                  <a:lnTo>
                    <a:pt x="107" y="228"/>
                  </a:lnTo>
                  <a:cubicBezTo>
                    <a:pt x="0" y="335"/>
                    <a:pt x="0" y="477"/>
                    <a:pt x="107" y="584"/>
                  </a:cubicBezTo>
                  <a:cubicBezTo>
                    <a:pt x="160" y="637"/>
                    <a:pt x="232" y="664"/>
                    <a:pt x="303" y="664"/>
                  </a:cubicBezTo>
                  <a:cubicBezTo>
                    <a:pt x="374" y="664"/>
                    <a:pt x="445" y="637"/>
                    <a:pt x="499" y="584"/>
                  </a:cubicBezTo>
                  <a:lnTo>
                    <a:pt x="641" y="441"/>
                  </a:lnTo>
                  <a:cubicBezTo>
                    <a:pt x="830" y="252"/>
                    <a:pt x="649"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7015046" y="2973959"/>
              <a:ext cx="278363" cy="277476"/>
            </a:xfrm>
            <a:custGeom>
              <a:rect b="b" l="l" r="r" t="t"/>
              <a:pathLst>
                <a:path extrusionOk="0" h="13762" w="13806">
                  <a:moveTo>
                    <a:pt x="6920" y="1"/>
                  </a:moveTo>
                  <a:cubicBezTo>
                    <a:pt x="6778" y="1"/>
                    <a:pt x="6636" y="72"/>
                    <a:pt x="6654" y="214"/>
                  </a:cubicBezTo>
                  <a:lnTo>
                    <a:pt x="6654" y="6619"/>
                  </a:lnTo>
                  <a:lnTo>
                    <a:pt x="285" y="6619"/>
                  </a:lnTo>
                  <a:cubicBezTo>
                    <a:pt x="107" y="6619"/>
                    <a:pt x="0" y="6726"/>
                    <a:pt x="0" y="6868"/>
                  </a:cubicBezTo>
                  <a:cubicBezTo>
                    <a:pt x="0" y="7010"/>
                    <a:pt x="107" y="7117"/>
                    <a:pt x="285" y="7117"/>
                  </a:cubicBezTo>
                  <a:lnTo>
                    <a:pt x="6654" y="7117"/>
                  </a:lnTo>
                  <a:lnTo>
                    <a:pt x="6654" y="13522"/>
                  </a:lnTo>
                  <a:cubicBezTo>
                    <a:pt x="6671" y="13682"/>
                    <a:pt x="6787" y="13762"/>
                    <a:pt x="6903" y="13762"/>
                  </a:cubicBezTo>
                  <a:cubicBezTo>
                    <a:pt x="7018" y="13762"/>
                    <a:pt x="7134" y="13682"/>
                    <a:pt x="7152" y="13522"/>
                  </a:cubicBezTo>
                  <a:lnTo>
                    <a:pt x="7152" y="7117"/>
                  </a:lnTo>
                  <a:lnTo>
                    <a:pt x="13556" y="7117"/>
                  </a:lnTo>
                  <a:cubicBezTo>
                    <a:pt x="13699" y="7117"/>
                    <a:pt x="13805" y="7010"/>
                    <a:pt x="13805" y="6868"/>
                  </a:cubicBezTo>
                  <a:cubicBezTo>
                    <a:pt x="13805" y="6726"/>
                    <a:pt x="13699" y="6619"/>
                    <a:pt x="13556" y="6619"/>
                  </a:cubicBezTo>
                  <a:lnTo>
                    <a:pt x="7187" y="6619"/>
                  </a:lnTo>
                  <a:lnTo>
                    <a:pt x="7187" y="214"/>
                  </a:lnTo>
                  <a:cubicBezTo>
                    <a:pt x="7205" y="72"/>
                    <a:pt x="7063" y="1"/>
                    <a:pt x="69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7259476" y="3051242"/>
              <a:ext cx="35809" cy="41152"/>
            </a:xfrm>
            <a:custGeom>
              <a:rect b="b" l="l" r="r" t="t"/>
              <a:pathLst>
                <a:path extrusionOk="0" h="2041" w="1776">
                  <a:moveTo>
                    <a:pt x="377" y="0"/>
                  </a:moveTo>
                  <a:cubicBezTo>
                    <a:pt x="190" y="0"/>
                    <a:pt x="1" y="210"/>
                    <a:pt x="152" y="438"/>
                  </a:cubicBezTo>
                  <a:lnTo>
                    <a:pt x="188" y="438"/>
                  </a:lnTo>
                  <a:lnTo>
                    <a:pt x="579" y="1043"/>
                  </a:lnTo>
                  <a:lnTo>
                    <a:pt x="188" y="1612"/>
                  </a:lnTo>
                  <a:cubicBezTo>
                    <a:pt x="46" y="1790"/>
                    <a:pt x="188" y="2039"/>
                    <a:pt x="401" y="2039"/>
                  </a:cubicBezTo>
                  <a:cubicBezTo>
                    <a:pt x="473" y="2039"/>
                    <a:pt x="544" y="2003"/>
                    <a:pt x="579" y="1932"/>
                  </a:cubicBezTo>
                  <a:lnTo>
                    <a:pt x="900" y="1470"/>
                  </a:lnTo>
                  <a:lnTo>
                    <a:pt x="1220" y="1932"/>
                  </a:lnTo>
                  <a:cubicBezTo>
                    <a:pt x="1266" y="2001"/>
                    <a:pt x="1356" y="2040"/>
                    <a:pt x="1443" y="2040"/>
                  </a:cubicBezTo>
                  <a:cubicBezTo>
                    <a:pt x="1491" y="2040"/>
                    <a:pt x="1538" y="2028"/>
                    <a:pt x="1576" y="2003"/>
                  </a:cubicBezTo>
                  <a:cubicBezTo>
                    <a:pt x="1682" y="1896"/>
                    <a:pt x="1718" y="1754"/>
                    <a:pt x="1647" y="1612"/>
                  </a:cubicBezTo>
                  <a:lnTo>
                    <a:pt x="1220" y="1043"/>
                  </a:lnTo>
                  <a:lnTo>
                    <a:pt x="1647" y="438"/>
                  </a:lnTo>
                  <a:cubicBezTo>
                    <a:pt x="1776" y="231"/>
                    <a:pt x="1606" y="7"/>
                    <a:pt x="1421" y="7"/>
                  </a:cubicBezTo>
                  <a:cubicBezTo>
                    <a:pt x="1351" y="7"/>
                    <a:pt x="1279" y="39"/>
                    <a:pt x="1220" y="117"/>
                  </a:cubicBezTo>
                  <a:lnTo>
                    <a:pt x="900" y="580"/>
                  </a:lnTo>
                  <a:lnTo>
                    <a:pt x="579" y="117"/>
                  </a:lnTo>
                  <a:cubicBezTo>
                    <a:pt x="528" y="35"/>
                    <a:pt x="453" y="0"/>
                    <a:pt x="3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7173583" y="2973738"/>
              <a:ext cx="33026" cy="40426"/>
            </a:xfrm>
            <a:custGeom>
              <a:rect b="b" l="l" r="r" t="t"/>
              <a:pathLst>
                <a:path extrusionOk="0" h="2005" w="1638">
                  <a:moveTo>
                    <a:pt x="317" y="1"/>
                  </a:moveTo>
                  <a:cubicBezTo>
                    <a:pt x="261" y="1"/>
                    <a:pt x="202" y="18"/>
                    <a:pt x="143" y="48"/>
                  </a:cubicBezTo>
                  <a:cubicBezTo>
                    <a:pt x="36" y="119"/>
                    <a:pt x="0" y="297"/>
                    <a:pt x="107" y="403"/>
                  </a:cubicBezTo>
                  <a:lnTo>
                    <a:pt x="499" y="1008"/>
                  </a:lnTo>
                  <a:lnTo>
                    <a:pt x="107" y="1613"/>
                  </a:lnTo>
                  <a:cubicBezTo>
                    <a:pt x="0" y="1720"/>
                    <a:pt x="36" y="1898"/>
                    <a:pt x="143" y="1969"/>
                  </a:cubicBezTo>
                  <a:cubicBezTo>
                    <a:pt x="214" y="2005"/>
                    <a:pt x="249" y="2005"/>
                    <a:pt x="321" y="2005"/>
                  </a:cubicBezTo>
                  <a:cubicBezTo>
                    <a:pt x="392" y="2005"/>
                    <a:pt x="463" y="1969"/>
                    <a:pt x="534" y="1898"/>
                  </a:cubicBezTo>
                  <a:lnTo>
                    <a:pt x="1566" y="403"/>
                  </a:lnTo>
                  <a:cubicBezTo>
                    <a:pt x="1637" y="297"/>
                    <a:pt x="1637" y="119"/>
                    <a:pt x="1495" y="48"/>
                  </a:cubicBezTo>
                  <a:cubicBezTo>
                    <a:pt x="1451" y="18"/>
                    <a:pt x="1394" y="1"/>
                    <a:pt x="1338" y="1"/>
                  </a:cubicBezTo>
                  <a:cubicBezTo>
                    <a:pt x="1259" y="1"/>
                    <a:pt x="1181" y="35"/>
                    <a:pt x="1139" y="119"/>
                  </a:cubicBezTo>
                  <a:lnTo>
                    <a:pt x="819" y="546"/>
                  </a:lnTo>
                  <a:lnTo>
                    <a:pt x="534" y="119"/>
                  </a:lnTo>
                  <a:cubicBezTo>
                    <a:pt x="472" y="35"/>
                    <a:pt x="397" y="1"/>
                    <a:pt x="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6955486" y="2934199"/>
              <a:ext cx="395125" cy="356413"/>
            </a:xfrm>
            <a:custGeom>
              <a:rect b="b" l="l" r="r" t="t"/>
              <a:pathLst>
                <a:path extrusionOk="0" h="17677" w="19597">
                  <a:moveTo>
                    <a:pt x="9897" y="0"/>
                  </a:moveTo>
                  <a:cubicBezTo>
                    <a:pt x="7303" y="0"/>
                    <a:pt x="4734" y="1130"/>
                    <a:pt x="2990" y="3289"/>
                  </a:cubicBezTo>
                  <a:cubicBezTo>
                    <a:pt x="1" y="6990"/>
                    <a:pt x="499" y="12398"/>
                    <a:pt x="4093" y="15529"/>
                  </a:cubicBezTo>
                  <a:cubicBezTo>
                    <a:pt x="5763" y="16968"/>
                    <a:pt x="7825" y="17676"/>
                    <a:pt x="9878" y="17676"/>
                  </a:cubicBezTo>
                  <a:cubicBezTo>
                    <a:pt x="12244" y="17676"/>
                    <a:pt x="14599" y="16736"/>
                    <a:pt x="16332" y="14889"/>
                  </a:cubicBezTo>
                  <a:cubicBezTo>
                    <a:pt x="19596" y="11412"/>
                    <a:pt x="19500" y="5991"/>
                    <a:pt x="16149" y="2608"/>
                  </a:cubicBezTo>
                  <a:lnTo>
                    <a:pt x="16149" y="2608"/>
                  </a:lnTo>
                  <a:cubicBezTo>
                    <a:pt x="16151" y="2610"/>
                    <a:pt x="16153" y="2612"/>
                    <a:pt x="16155" y="2613"/>
                  </a:cubicBezTo>
                  <a:lnTo>
                    <a:pt x="16119" y="2578"/>
                  </a:lnTo>
                  <a:lnTo>
                    <a:pt x="16119" y="2578"/>
                  </a:lnTo>
                  <a:cubicBezTo>
                    <a:pt x="16129" y="2588"/>
                    <a:pt x="16139" y="2598"/>
                    <a:pt x="16149" y="2608"/>
                  </a:cubicBezTo>
                  <a:lnTo>
                    <a:pt x="16149" y="2608"/>
                  </a:lnTo>
                  <a:cubicBezTo>
                    <a:pt x="16096" y="2558"/>
                    <a:pt x="16028" y="2533"/>
                    <a:pt x="15959" y="2533"/>
                  </a:cubicBezTo>
                  <a:cubicBezTo>
                    <a:pt x="15888" y="2533"/>
                    <a:pt x="15816" y="2560"/>
                    <a:pt x="15763" y="2613"/>
                  </a:cubicBezTo>
                  <a:cubicBezTo>
                    <a:pt x="15656" y="2685"/>
                    <a:pt x="15656" y="2863"/>
                    <a:pt x="15763" y="2969"/>
                  </a:cubicBezTo>
                  <a:cubicBezTo>
                    <a:pt x="18930" y="6136"/>
                    <a:pt x="19001" y="11224"/>
                    <a:pt x="15941" y="14462"/>
                  </a:cubicBezTo>
                  <a:cubicBezTo>
                    <a:pt x="14325" y="16211"/>
                    <a:pt x="12119" y="17097"/>
                    <a:pt x="9899" y="17097"/>
                  </a:cubicBezTo>
                  <a:cubicBezTo>
                    <a:pt x="7966" y="17097"/>
                    <a:pt x="6022" y="16425"/>
                    <a:pt x="4448" y="15067"/>
                  </a:cubicBezTo>
                  <a:cubicBezTo>
                    <a:pt x="1104" y="12113"/>
                    <a:pt x="641" y="7061"/>
                    <a:pt x="3452" y="3610"/>
                  </a:cubicBezTo>
                  <a:cubicBezTo>
                    <a:pt x="5088" y="1581"/>
                    <a:pt x="7483" y="527"/>
                    <a:pt x="9901" y="527"/>
                  </a:cubicBezTo>
                  <a:cubicBezTo>
                    <a:pt x="11637" y="527"/>
                    <a:pt x="13386" y="1071"/>
                    <a:pt x="14874" y="2186"/>
                  </a:cubicBezTo>
                  <a:cubicBezTo>
                    <a:pt x="14922" y="2218"/>
                    <a:pt x="14984" y="2236"/>
                    <a:pt x="15045" y="2236"/>
                  </a:cubicBezTo>
                  <a:cubicBezTo>
                    <a:pt x="15119" y="2236"/>
                    <a:pt x="15190" y="2210"/>
                    <a:pt x="15229" y="2151"/>
                  </a:cubicBezTo>
                  <a:cubicBezTo>
                    <a:pt x="15336" y="2009"/>
                    <a:pt x="15301" y="1866"/>
                    <a:pt x="15194" y="1759"/>
                  </a:cubicBezTo>
                  <a:cubicBezTo>
                    <a:pt x="13609" y="575"/>
                    <a:pt x="11747" y="0"/>
                    <a:pt x="9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7169994" y="3128203"/>
              <a:ext cx="124846" cy="123233"/>
            </a:xfrm>
            <a:custGeom>
              <a:rect b="b" l="l" r="r" t="t"/>
              <a:pathLst>
                <a:path extrusionOk="0" h="6112" w="6192">
                  <a:moveTo>
                    <a:pt x="5871" y="1"/>
                  </a:moveTo>
                  <a:cubicBezTo>
                    <a:pt x="2633" y="1"/>
                    <a:pt x="0" y="2634"/>
                    <a:pt x="0" y="5872"/>
                  </a:cubicBezTo>
                  <a:cubicBezTo>
                    <a:pt x="18" y="6032"/>
                    <a:pt x="143" y="6112"/>
                    <a:pt x="267" y="6112"/>
                  </a:cubicBezTo>
                  <a:cubicBezTo>
                    <a:pt x="392" y="6112"/>
                    <a:pt x="516" y="6032"/>
                    <a:pt x="534" y="5872"/>
                  </a:cubicBezTo>
                  <a:cubicBezTo>
                    <a:pt x="534" y="2918"/>
                    <a:pt x="2918" y="535"/>
                    <a:pt x="5871" y="535"/>
                  </a:cubicBezTo>
                  <a:cubicBezTo>
                    <a:pt x="6192" y="499"/>
                    <a:pt x="6192" y="36"/>
                    <a:pt x="5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7013594" y="2973959"/>
              <a:ext cx="125209" cy="122709"/>
            </a:xfrm>
            <a:custGeom>
              <a:rect b="b" l="l" r="r" t="t"/>
              <a:pathLst>
                <a:path extrusionOk="0" h="6086" w="6210">
                  <a:moveTo>
                    <a:pt x="5925" y="1"/>
                  </a:moveTo>
                  <a:cubicBezTo>
                    <a:pt x="5783" y="1"/>
                    <a:pt x="5640" y="72"/>
                    <a:pt x="5658" y="214"/>
                  </a:cubicBezTo>
                  <a:cubicBezTo>
                    <a:pt x="5658" y="3168"/>
                    <a:pt x="3274" y="5552"/>
                    <a:pt x="321" y="5552"/>
                  </a:cubicBezTo>
                  <a:cubicBezTo>
                    <a:pt x="1" y="5552"/>
                    <a:pt x="1" y="6085"/>
                    <a:pt x="321" y="6085"/>
                  </a:cubicBezTo>
                  <a:lnTo>
                    <a:pt x="357" y="6085"/>
                  </a:lnTo>
                  <a:cubicBezTo>
                    <a:pt x="3559" y="6085"/>
                    <a:pt x="6192" y="3452"/>
                    <a:pt x="6192" y="214"/>
                  </a:cubicBezTo>
                  <a:cubicBezTo>
                    <a:pt x="6210" y="72"/>
                    <a:pt x="6067" y="1"/>
                    <a:pt x="5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7" name="Google Shape;2957;p72"/>
          <p:cNvGrpSpPr/>
          <p:nvPr/>
        </p:nvGrpSpPr>
        <p:grpSpPr>
          <a:xfrm>
            <a:off x="2145338" y="3552169"/>
            <a:ext cx="357279" cy="292013"/>
            <a:chOff x="2145338" y="3552169"/>
            <a:chExt cx="357279" cy="292013"/>
          </a:xfrm>
        </p:grpSpPr>
        <p:sp>
          <p:nvSpPr>
            <p:cNvPr id="2958" name="Google Shape;2958;p72"/>
            <p:cNvSpPr/>
            <p:nvPr/>
          </p:nvSpPr>
          <p:spPr>
            <a:xfrm>
              <a:off x="2150358" y="3557189"/>
              <a:ext cx="173619" cy="282678"/>
            </a:xfrm>
            <a:custGeom>
              <a:rect b="b" l="l" r="r" t="t"/>
              <a:pathLst>
                <a:path extrusionOk="0" h="14020" w="8611">
                  <a:moveTo>
                    <a:pt x="712" y="1"/>
                  </a:moveTo>
                  <a:cubicBezTo>
                    <a:pt x="320" y="1"/>
                    <a:pt x="0" y="321"/>
                    <a:pt x="0" y="713"/>
                  </a:cubicBezTo>
                  <a:lnTo>
                    <a:pt x="0" y="13308"/>
                  </a:lnTo>
                  <a:cubicBezTo>
                    <a:pt x="0" y="13700"/>
                    <a:pt x="320" y="14020"/>
                    <a:pt x="712" y="14020"/>
                  </a:cubicBezTo>
                  <a:lnTo>
                    <a:pt x="8611" y="14020"/>
                  </a:lnTo>
                  <a:lnTo>
                    <a:pt x="86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2171871" y="3578723"/>
              <a:ext cx="152106" cy="239631"/>
            </a:xfrm>
            <a:custGeom>
              <a:rect b="b" l="l" r="r" t="t"/>
              <a:pathLst>
                <a:path extrusionOk="0" h="11885" w="7544">
                  <a:moveTo>
                    <a:pt x="1" y="0"/>
                  </a:moveTo>
                  <a:lnTo>
                    <a:pt x="1" y="11884"/>
                  </a:lnTo>
                  <a:lnTo>
                    <a:pt x="7544" y="11884"/>
                  </a:lnTo>
                  <a:lnTo>
                    <a:pt x="75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2323957" y="3557189"/>
              <a:ext cx="174345" cy="282678"/>
            </a:xfrm>
            <a:custGeom>
              <a:rect b="b" l="l" r="r" t="t"/>
              <a:pathLst>
                <a:path extrusionOk="0" h="14020" w="8647">
                  <a:moveTo>
                    <a:pt x="1" y="1"/>
                  </a:moveTo>
                  <a:lnTo>
                    <a:pt x="1" y="14020"/>
                  </a:lnTo>
                  <a:lnTo>
                    <a:pt x="7935" y="14020"/>
                  </a:lnTo>
                  <a:cubicBezTo>
                    <a:pt x="8327" y="14020"/>
                    <a:pt x="8647" y="13700"/>
                    <a:pt x="8647" y="13308"/>
                  </a:cubicBezTo>
                  <a:lnTo>
                    <a:pt x="8647" y="713"/>
                  </a:lnTo>
                  <a:cubicBezTo>
                    <a:pt x="8647" y="321"/>
                    <a:pt x="8327" y="1"/>
                    <a:pt x="7935" y="1"/>
                  </a:cubicBezTo>
                  <a:close/>
                </a:path>
              </a:pathLst>
            </a:custGeom>
            <a:solidFill>
              <a:srgbClr val="6DF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2323957" y="3578723"/>
              <a:ext cx="152106" cy="239631"/>
            </a:xfrm>
            <a:custGeom>
              <a:rect b="b" l="l" r="r" t="t"/>
              <a:pathLst>
                <a:path extrusionOk="0" h="11885" w="7544">
                  <a:moveTo>
                    <a:pt x="1" y="0"/>
                  </a:moveTo>
                  <a:lnTo>
                    <a:pt x="1" y="11884"/>
                  </a:lnTo>
                  <a:lnTo>
                    <a:pt x="7544" y="11884"/>
                  </a:lnTo>
                  <a:lnTo>
                    <a:pt x="75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2336881" y="3670543"/>
              <a:ext cx="33732" cy="55971"/>
            </a:xfrm>
            <a:custGeom>
              <a:rect b="b" l="l" r="r" t="t"/>
              <a:pathLst>
                <a:path extrusionOk="0" h="2776" w="1673">
                  <a:moveTo>
                    <a:pt x="1139" y="1637"/>
                  </a:moveTo>
                  <a:lnTo>
                    <a:pt x="1139" y="2242"/>
                  </a:lnTo>
                  <a:lnTo>
                    <a:pt x="676" y="2242"/>
                  </a:lnTo>
                  <a:cubicBezTo>
                    <a:pt x="605" y="2242"/>
                    <a:pt x="534" y="2171"/>
                    <a:pt x="534" y="2100"/>
                  </a:cubicBezTo>
                  <a:lnTo>
                    <a:pt x="534" y="1815"/>
                  </a:lnTo>
                  <a:cubicBezTo>
                    <a:pt x="534" y="1709"/>
                    <a:pt x="605" y="1637"/>
                    <a:pt x="676" y="1637"/>
                  </a:cubicBezTo>
                  <a:close/>
                  <a:moveTo>
                    <a:pt x="783" y="1"/>
                  </a:moveTo>
                  <a:cubicBezTo>
                    <a:pt x="356" y="1"/>
                    <a:pt x="0" y="356"/>
                    <a:pt x="0" y="783"/>
                  </a:cubicBezTo>
                  <a:cubicBezTo>
                    <a:pt x="0" y="961"/>
                    <a:pt x="134" y="1050"/>
                    <a:pt x="267" y="1050"/>
                  </a:cubicBezTo>
                  <a:cubicBezTo>
                    <a:pt x="400" y="1050"/>
                    <a:pt x="534" y="961"/>
                    <a:pt x="534" y="783"/>
                  </a:cubicBezTo>
                  <a:cubicBezTo>
                    <a:pt x="534" y="641"/>
                    <a:pt x="641" y="499"/>
                    <a:pt x="783" y="499"/>
                  </a:cubicBezTo>
                  <a:cubicBezTo>
                    <a:pt x="996" y="499"/>
                    <a:pt x="1139" y="677"/>
                    <a:pt x="1139" y="855"/>
                  </a:cubicBezTo>
                  <a:lnTo>
                    <a:pt x="1139" y="1139"/>
                  </a:lnTo>
                  <a:lnTo>
                    <a:pt x="676" y="1139"/>
                  </a:lnTo>
                  <a:cubicBezTo>
                    <a:pt x="320" y="1139"/>
                    <a:pt x="0" y="1424"/>
                    <a:pt x="0" y="1815"/>
                  </a:cubicBezTo>
                  <a:lnTo>
                    <a:pt x="0" y="2100"/>
                  </a:lnTo>
                  <a:cubicBezTo>
                    <a:pt x="0" y="2456"/>
                    <a:pt x="320" y="2776"/>
                    <a:pt x="712" y="2776"/>
                  </a:cubicBezTo>
                  <a:lnTo>
                    <a:pt x="1423" y="2776"/>
                  </a:lnTo>
                  <a:cubicBezTo>
                    <a:pt x="1566" y="2776"/>
                    <a:pt x="1672" y="2669"/>
                    <a:pt x="1672" y="2527"/>
                  </a:cubicBezTo>
                  <a:lnTo>
                    <a:pt x="1672" y="855"/>
                  </a:lnTo>
                  <a:cubicBezTo>
                    <a:pt x="1672" y="392"/>
                    <a:pt x="1281" y="1"/>
                    <a:pt x="7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2430133" y="3670180"/>
              <a:ext cx="33732" cy="55669"/>
            </a:xfrm>
            <a:custGeom>
              <a:rect b="b" l="l" r="r" t="t"/>
              <a:pathLst>
                <a:path extrusionOk="0" h="2761" w="1673">
                  <a:moveTo>
                    <a:pt x="855" y="1655"/>
                  </a:moveTo>
                  <a:cubicBezTo>
                    <a:pt x="997" y="1655"/>
                    <a:pt x="1139" y="1798"/>
                    <a:pt x="1139" y="1976"/>
                  </a:cubicBezTo>
                  <a:cubicBezTo>
                    <a:pt x="1139" y="2154"/>
                    <a:pt x="997" y="2296"/>
                    <a:pt x="855" y="2296"/>
                  </a:cubicBezTo>
                  <a:lnTo>
                    <a:pt x="534" y="2296"/>
                  </a:lnTo>
                  <a:lnTo>
                    <a:pt x="534" y="1655"/>
                  </a:lnTo>
                  <a:close/>
                  <a:moveTo>
                    <a:pt x="268" y="1"/>
                  </a:moveTo>
                  <a:cubicBezTo>
                    <a:pt x="134" y="1"/>
                    <a:pt x="1" y="90"/>
                    <a:pt x="1" y="268"/>
                  </a:cubicBezTo>
                  <a:lnTo>
                    <a:pt x="1" y="2509"/>
                  </a:lnTo>
                  <a:cubicBezTo>
                    <a:pt x="1" y="2652"/>
                    <a:pt x="107" y="2758"/>
                    <a:pt x="285" y="2758"/>
                  </a:cubicBezTo>
                  <a:lnTo>
                    <a:pt x="855" y="2758"/>
                  </a:lnTo>
                  <a:cubicBezTo>
                    <a:pt x="873" y="2760"/>
                    <a:pt x="891" y="2761"/>
                    <a:pt x="909" y="2761"/>
                  </a:cubicBezTo>
                  <a:cubicBezTo>
                    <a:pt x="1314" y="2761"/>
                    <a:pt x="1673" y="2384"/>
                    <a:pt x="1673" y="1976"/>
                  </a:cubicBezTo>
                  <a:cubicBezTo>
                    <a:pt x="1673" y="1513"/>
                    <a:pt x="1282" y="1122"/>
                    <a:pt x="855" y="1122"/>
                  </a:cubicBezTo>
                  <a:lnTo>
                    <a:pt x="855" y="1157"/>
                  </a:lnTo>
                  <a:lnTo>
                    <a:pt x="534" y="1157"/>
                  </a:lnTo>
                  <a:lnTo>
                    <a:pt x="534" y="268"/>
                  </a:lnTo>
                  <a:cubicBezTo>
                    <a:pt x="534" y="90"/>
                    <a:pt x="401"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2377045" y="3677176"/>
              <a:ext cx="45769" cy="42886"/>
            </a:xfrm>
            <a:custGeom>
              <a:rect b="b" l="l" r="r" t="t"/>
              <a:pathLst>
                <a:path extrusionOk="0" h="2127" w="2270">
                  <a:moveTo>
                    <a:pt x="1157" y="1"/>
                  </a:moveTo>
                  <a:cubicBezTo>
                    <a:pt x="1015" y="1"/>
                    <a:pt x="872" y="81"/>
                    <a:pt x="890" y="241"/>
                  </a:cubicBezTo>
                  <a:lnTo>
                    <a:pt x="890" y="810"/>
                  </a:lnTo>
                  <a:lnTo>
                    <a:pt x="321" y="810"/>
                  </a:lnTo>
                  <a:cubicBezTo>
                    <a:pt x="1" y="846"/>
                    <a:pt x="1" y="1273"/>
                    <a:pt x="321" y="1308"/>
                  </a:cubicBezTo>
                  <a:lnTo>
                    <a:pt x="890" y="1308"/>
                  </a:lnTo>
                  <a:lnTo>
                    <a:pt x="890" y="1913"/>
                  </a:lnTo>
                  <a:cubicBezTo>
                    <a:pt x="872" y="2056"/>
                    <a:pt x="1015" y="2127"/>
                    <a:pt x="1157" y="2127"/>
                  </a:cubicBezTo>
                  <a:cubicBezTo>
                    <a:pt x="1299" y="2127"/>
                    <a:pt x="1442" y="2056"/>
                    <a:pt x="1424" y="1913"/>
                  </a:cubicBezTo>
                  <a:lnTo>
                    <a:pt x="1424" y="1308"/>
                  </a:lnTo>
                  <a:lnTo>
                    <a:pt x="1993" y="1308"/>
                  </a:lnTo>
                  <a:cubicBezTo>
                    <a:pt x="2002" y="1309"/>
                    <a:pt x="2010" y="1310"/>
                    <a:pt x="2018" y="1310"/>
                  </a:cubicBezTo>
                  <a:cubicBezTo>
                    <a:pt x="2269" y="1310"/>
                    <a:pt x="2269" y="809"/>
                    <a:pt x="2018" y="809"/>
                  </a:cubicBezTo>
                  <a:cubicBezTo>
                    <a:pt x="2010" y="809"/>
                    <a:pt x="2002" y="809"/>
                    <a:pt x="1993" y="810"/>
                  </a:cubicBezTo>
                  <a:lnTo>
                    <a:pt x="1424" y="810"/>
                  </a:lnTo>
                  <a:lnTo>
                    <a:pt x="1424" y="241"/>
                  </a:lnTo>
                  <a:cubicBezTo>
                    <a:pt x="1442" y="81"/>
                    <a:pt x="1299" y="1"/>
                    <a:pt x="1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2145338" y="3552169"/>
              <a:ext cx="357279" cy="292013"/>
            </a:xfrm>
            <a:custGeom>
              <a:rect b="b" l="l" r="r" t="t"/>
              <a:pathLst>
                <a:path extrusionOk="0" h="14483" w="17720">
                  <a:moveTo>
                    <a:pt x="8611" y="499"/>
                  </a:moveTo>
                  <a:lnTo>
                    <a:pt x="8611" y="1033"/>
                  </a:lnTo>
                  <a:lnTo>
                    <a:pt x="1281" y="1033"/>
                  </a:lnTo>
                  <a:cubicBezTo>
                    <a:pt x="1139" y="1033"/>
                    <a:pt x="1032" y="1175"/>
                    <a:pt x="1032" y="1317"/>
                  </a:cubicBezTo>
                  <a:lnTo>
                    <a:pt x="1032" y="2527"/>
                  </a:lnTo>
                  <a:cubicBezTo>
                    <a:pt x="1032" y="2669"/>
                    <a:pt x="1139" y="2776"/>
                    <a:pt x="1281" y="2776"/>
                  </a:cubicBezTo>
                  <a:cubicBezTo>
                    <a:pt x="1459" y="2776"/>
                    <a:pt x="1566" y="2669"/>
                    <a:pt x="1566" y="2527"/>
                  </a:cubicBezTo>
                  <a:lnTo>
                    <a:pt x="1566" y="1566"/>
                  </a:lnTo>
                  <a:lnTo>
                    <a:pt x="8611" y="1566"/>
                  </a:lnTo>
                  <a:lnTo>
                    <a:pt x="8611" y="12917"/>
                  </a:lnTo>
                  <a:lnTo>
                    <a:pt x="1566" y="12917"/>
                  </a:lnTo>
                  <a:lnTo>
                    <a:pt x="1566" y="3772"/>
                  </a:lnTo>
                  <a:cubicBezTo>
                    <a:pt x="1566" y="3595"/>
                    <a:pt x="1459" y="3488"/>
                    <a:pt x="1317" y="3488"/>
                  </a:cubicBezTo>
                  <a:cubicBezTo>
                    <a:pt x="1174" y="3488"/>
                    <a:pt x="1067" y="3595"/>
                    <a:pt x="1067" y="3772"/>
                  </a:cubicBezTo>
                  <a:lnTo>
                    <a:pt x="1067" y="13201"/>
                  </a:lnTo>
                  <a:cubicBezTo>
                    <a:pt x="1067" y="13344"/>
                    <a:pt x="1174" y="13486"/>
                    <a:pt x="1317" y="13486"/>
                  </a:cubicBezTo>
                  <a:lnTo>
                    <a:pt x="8611" y="13486"/>
                  </a:lnTo>
                  <a:lnTo>
                    <a:pt x="8611" y="13984"/>
                  </a:lnTo>
                  <a:lnTo>
                    <a:pt x="961" y="13984"/>
                  </a:lnTo>
                  <a:cubicBezTo>
                    <a:pt x="712" y="13984"/>
                    <a:pt x="498" y="13771"/>
                    <a:pt x="498" y="13557"/>
                  </a:cubicBezTo>
                  <a:lnTo>
                    <a:pt x="534" y="13557"/>
                  </a:lnTo>
                  <a:lnTo>
                    <a:pt x="534" y="962"/>
                  </a:lnTo>
                  <a:cubicBezTo>
                    <a:pt x="534" y="712"/>
                    <a:pt x="712" y="499"/>
                    <a:pt x="961" y="499"/>
                  </a:cubicBezTo>
                  <a:close/>
                  <a:moveTo>
                    <a:pt x="16759" y="535"/>
                  </a:moveTo>
                  <a:cubicBezTo>
                    <a:pt x="17008" y="535"/>
                    <a:pt x="17221" y="712"/>
                    <a:pt x="17221" y="962"/>
                  </a:cubicBezTo>
                  <a:lnTo>
                    <a:pt x="17221" y="13557"/>
                  </a:lnTo>
                  <a:cubicBezTo>
                    <a:pt x="17221" y="13771"/>
                    <a:pt x="17008" y="13984"/>
                    <a:pt x="16759" y="13984"/>
                  </a:cubicBezTo>
                  <a:lnTo>
                    <a:pt x="9144" y="13984"/>
                  </a:lnTo>
                  <a:lnTo>
                    <a:pt x="9144" y="13450"/>
                  </a:lnTo>
                  <a:lnTo>
                    <a:pt x="16438" y="13450"/>
                  </a:lnTo>
                  <a:cubicBezTo>
                    <a:pt x="16581" y="13450"/>
                    <a:pt x="16687" y="13344"/>
                    <a:pt x="16687" y="13201"/>
                  </a:cubicBezTo>
                  <a:lnTo>
                    <a:pt x="16687" y="11031"/>
                  </a:lnTo>
                  <a:cubicBezTo>
                    <a:pt x="16687" y="10871"/>
                    <a:pt x="16554" y="10791"/>
                    <a:pt x="16421" y="10791"/>
                  </a:cubicBezTo>
                  <a:cubicBezTo>
                    <a:pt x="16287" y="10791"/>
                    <a:pt x="16154" y="10871"/>
                    <a:pt x="16154" y="11031"/>
                  </a:cubicBezTo>
                  <a:lnTo>
                    <a:pt x="16154" y="12952"/>
                  </a:lnTo>
                  <a:lnTo>
                    <a:pt x="9144" y="12952"/>
                  </a:lnTo>
                  <a:lnTo>
                    <a:pt x="9144" y="1566"/>
                  </a:lnTo>
                  <a:lnTo>
                    <a:pt x="16154" y="1566"/>
                  </a:lnTo>
                  <a:lnTo>
                    <a:pt x="16154" y="9821"/>
                  </a:lnTo>
                  <a:cubicBezTo>
                    <a:pt x="16154" y="9999"/>
                    <a:pt x="16287" y="10088"/>
                    <a:pt x="16421" y="10088"/>
                  </a:cubicBezTo>
                  <a:cubicBezTo>
                    <a:pt x="16554" y="10088"/>
                    <a:pt x="16687" y="9999"/>
                    <a:pt x="16687" y="9821"/>
                  </a:cubicBezTo>
                  <a:lnTo>
                    <a:pt x="16687" y="1317"/>
                  </a:lnTo>
                  <a:cubicBezTo>
                    <a:pt x="16687" y="1175"/>
                    <a:pt x="16545" y="1068"/>
                    <a:pt x="16403" y="1068"/>
                  </a:cubicBezTo>
                  <a:lnTo>
                    <a:pt x="9144" y="1068"/>
                  </a:lnTo>
                  <a:lnTo>
                    <a:pt x="9144" y="535"/>
                  </a:lnTo>
                  <a:close/>
                  <a:moveTo>
                    <a:pt x="961" y="1"/>
                  </a:moveTo>
                  <a:cubicBezTo>
                    <a:pt x="427" y="1"/>
                    <a:pt x="0" y="428"/>
                    <a:pt x="0" y="962"/>
                  </a:cubicBezTo>
                  <a:lnTo>
                    <a:pt x="0" y="13557"/>
                  </a:lnTo>
                  <a:cubicBezTo>
                    <a:pt x="0" y="14055"/>
                    <a:pt x="427" y="14482"/>
                    <a:pt x="961" y="14482"/>
                  </a:cubicBezTo>
                  <a:lnTo>
                    <a:pt x="16759" y="14482"/>
                  </a:lnTo>
                  <a:cubicBezTo>
                    <a:pt x="17292" y="14482"/>
                    <a:pt x="17719" y="14055"/>
                    <a:pt x="17719" y="13522"/>
                  </a:cubicBezTo>
                  <a:lnTo>
                    <a:pt x="17719" y="962"/>
                  </a:lnTo>
                  <a:cubicBezTo>
                    <a:pt x="17719" y="428"/>
                    <a:pt x="17292" y="1"/>
                    <a:pt x="16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2185501" y="3693468"/>
              <a:ext cx="124685" cy="10122"/>
            </a:xfrm>
            <a:custGeom>
              <a:rect b="b" l="l" r="r" t="t"/>
              <a:pathLst>
                <a:path extrusionOk="0" h="502" w="6184">
                  <a:moveTo>
                    <a:pt x="5932" y="1"/>
                  </a:moveTo>
                  <a:cubicBezTo>
                    <a:pt x="5924" y="1"/>
                    <a:pt x="5916" y="1"/>
                    <a:pt x="5907" y="2"/>
                  </a:cubicBezTo>
                  <a:lnTo>
                    <a:pt x="285" y="2"/>
                  </a:lnTo>
                  <a:cubicBezTo>
                    <a:pt x="1" y="38"/>
                    <a:pt x="1" y="465"/>
                    <a:pt x="285" y="500"/>
                  </a:cubicBezTo>
                  <a:lnTo>
                    <a:pt x="5907" y="500"/>
                  </a:lnTo>
                  <a:cubicBezTo>
                    <a:pt x="5916" y="501"/>
                    <a:pt x="5924" y="502"/>
                    <a:pt x="5932" y="502"/>
                  </a:cubicBezTo>
                  <a:cubicBezTo>
                    <a:pt x="6183" y="502"/>
                    <a:pt x="6183" y="1"/>
                    <a:pt x="5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2271595" y="3711432"/>
              <a:ext cx="32300" cy="53108"/>
            </a:xfrm>
            <a:custGeom>
              <a:rect b="b" l="l" r="r" t="t"/>
              <a:pathLst>
                <a:path extrusionOk="0" h="2634" w="1602">
                  <a:moveTo>
                    <a:pt x="570" y="1"/>
                  </a:moveTo>
                  <a:cubicBezTo>
                    <a:pt x="249" y="1"/>
                    <a:pt x="0" y="250"/>
                    <a:pt x="0" y="535"/>
                  </a:cubicBezTo>
                  <a:lnTo>
                    <a:pt x="0" y="1033"/>
                  </a:lnTo>
                  <a:cubicBezTo>
                    <a:pt x="0" y="1317"/>
                    <a:pt x="249" y="1566"/>
                    <a:pt x="570" y="1566"/>
                  </a:cubicBezTo>
                  <a:lnTo>
                    <a:pt x="1032" y="1566"/>
                  </a:lnTo>
                  <a:lnTo>
                    <a:pt x="1032" y="1602"/>
                  </a:lnTo>
                  <a:lnTo>
                    <a:pt x="1032" y="2100"/>
                  </a:lnTo>
                  <a:lnTo>
                    <a:pt x="570" y="2100"/>
                  </a:lnTo>
                  <a:cubicBezTo>
                    <a:pt x="587" y="1940"/>
                    <a:pt x="445" y="1860"/>
                    <a:pt x="303" y="1860"/>
                  </a:cubicBezTo>
                  <a:cubicBezTo>
                    <a:pt x="160" y="1860"/>
                    <a:pt x="18" y="1940"/>
                    <a:pt x="36" y="2100"/>
                  </a:cubicBezTo>
                  <a:cubicBezTo>
                    <a:pt x="36" y="2385"/>
                    <a:pt x="285" y="2634"/>
                    <a:pt x="570" y="2634"/>
                  </a:cubicBezTo>
                  <a:lnTo>
                    <a:pt x="1068" y="2634"/>
                  </a:lnTo>
                  <a:cubicBezTo>
                    <a:pt x="1352" y="2634"/>
                    <a:pt x="1601" y="2385"/>
                    <a:pt x="1601" y="2100"/>
                  </a:cubicBezTo>
                  <a:lnTo>
                    <a:pt x="1601" y="1602"/>
                  </a:lnTo>
                  <a:cubicBezTo>
                    <a:pt x="1601" y="1282"/>
                    <a:pt x="1352" y="1068"/>
                    <a:pt x="1068" y="1068"/>
                  </a:cubicBezTo>
                  <a:lnTo>
                    <a:pt x="570" y="1068"/>
                  </a:lnTo>
                  <a:cubicBezTo>
                    <a:pt x="534" y="1033"/>
                    <a:pt x="534" y="1033"/>
                    <a:pt x="570" y="1033"/>
                  </a:cubicBezTo>
                  <a:lnTo>
                    <a:pt x="570" y="535"/>
                  </a:lnTo>
                  <a:lnTo>
                    <a:pt x="1032" y="535"/>
                  </a:lnTo>
                  <a:cubicBezTo>
                    <a:pt x="1050" y="695"/>
                    <a:pt x="1174" y="775"/>
                    <a:pt x="1299" y="775"/>
                  </a:cubicBezTo>
                  <a:cubicBezTo>
                    <a:pt x="1424" y="775"/>
                    <a:pt x="1548" y="695"/>
                    <a:pt x="1566" y="535"/>
                  </a:cubicBezTo>
                  <a:cubicBezTo>
                    <a:pt x="1566" y="250"/>
                    <a:pt x="1317" y="1"/>
                    <a:pt x="10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2192679" y="3711614"/>
              <a:ext cx="31574" cy="52745"/>
            </a:xfrm>
            <a:custGeom>
              <a:rect b="b" l="l" r="r" t="t"/>
              <a:pathLst>
                <a:path extrusionOk="0" h="2616" w="1566">
                  <a:moveTo>
                    <a:pt x="783" y="1"/>
                  </a:moveTo>
                  <a:cubicBezTo>
                    <a:pt x="392" y="1"/>
                    <a:pt x="0" y="259"/>
                    <a:pt x="0" y="775"/>
                  </a:cubicBezTo>
                  <a:lnTo>
                    <a:pt x="0" y="1842"/>
                  </a:lnTo>
                  <a:cubicBezTo>
                    <a:pt x="0" y="2358"/>
                    <a:pt x="392" y="2616"/>
                    <a:pt x="783" y="2616"/>
                  </a:cubicBezTo>
                  <a:cubicBezTo>
                    <a:pt x="1175" y="2616"/>
                    <a:pt x="1566" y="2358"/>
                    <a:pt x="1566" y="1842"/>
                  </a:cubicBezTo>
                  <a:cubicBezTo>
                    <a:pt x="1566" y="1664"/>
                    <a:pt x="1441" y="1575"/>
                    <a:pt x="1317" y="1575"/>
                  </a:cubicBezTo>
                  <a:cubicBezTo>
                    <a:pt x="1192" y="1575"/>
                    <a:pt x="1068" y="1664"/>
                    <a:pt x="1068" y="1842"/>
                  </a:cubicBezTo>
                  <a:cubicBezTo>
                    <a:pt x="1050" y="2020"/>
                    <a:pt x="908" y="2109"/>
                    <a:pt x="774" y="2109"/>
                  </a:cubicBezTo>
                  <a:cubicBezTo>
                    <a:pt x="641" y="2109"/>
                    <a:pt x="516" y="2020"/>
                    <a:pt x="534" y="1842"/>
                  </a:cubicBezTo>
                  <a:lnTo>
                    <a:pt x="534" y="775"/>
                  </a:lnTo>
                  <a:cubicBezTo>
                    <a:pt x="534" y="632"/>
                    <a:pt x="641" y="526"/>
                    <a:pt x="783" y="526"/>
                  </a:cubicBezTo>
                  <a:cubicBezTo>
                    <a:pt x="926" y="526"/>
                    <a:pt x="1068" y="632"/>
                    <a:pt x="1068" y="775"/>
                  </a:cubicBezTo>
                  <a:cubicBezTo>
                    <a:pt x="1050" y="952"/>
                    <a:pt x="1175" y="1041"/>
                    <a:pt x="1304" y="1041"/>
                  </a:cubicBezTo>
                  <a:cubicBezTo>
                    <a:pt x="1433" y="1041"/>
                    <a:pt x="1566" y="952"/>
                    <a:pt x="1566" y="775"/>
                  </a:cubicBezTo>
                  <a:cubicBezTo>
                    <a:pt x="1566" y="259"/>
                    <a:pt x="1175" y="1"/>
                    <a:pt x="7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2232137" y="3711432"/>
              <a:ext cx="31574" cy="51858"/>
            </a:xfrm>
            <a:custGeom>
              <a:rect b="b" l="l" r="r" t="t"/>
              <a:pathLst>
                <a:path extrusionOk="0" h="2572" w="1566">
                  <a:moveTo>
                    <a:pt x="783" y="535"/>
                  </a:moveTo>
                  <a:cubicBezTo>
                    <a:pt x="925" y="535"/>
                    <a:pt x="1032" y="641"/>
                    <a:pt x="1032" y="784"/>
                  </a:cubicBezTo>
                  <a:lnTo>
                    <a:pt x="1032" y="1851"/>
                  </a:lnTo>
                  <a:cubicBezTo>
                    <a:pt x="1068" y="1993"/>
                    <a:pt x="925" y="2100"/>
                    <a:pt x="783" y="2100"/>
                  </a:cubicBezTo>
                  <a:cubicBezTo>
                    <a:pt x="641" y="2100"/>
                    <a:pt x="534" y="1993"/>
                    <a:pt x="534" y="1851"/>
                  </a:cubicBezTo>
                  <a:lnTo>
                    <a:pt x="534" y="784"/>
                  </a:lnTo>
                  <a:cubicBezTo>
                    <a:pt x="534" y="641"/>
                    <a:pt x="641" y="535"/>
                    <a:pt x="783" y="535"/>
                  </a:cubicBezTo>
                  <a:close/>
                  <a:moveTo>
                    <a:pt x="783" y="1"/>
                  </a:moveTo>
                  <a:cubicBezTo>
                    <a:pt x="356" y="1"/>
                    <a:pt x="0" y="357"/>
                    <a:pt x="0" y="784"/>
                  </a:cubicBezTo>
                  <a:lnTo>
                    <a:pt x="0" y="1851"/>
                  </a:lnTo>
                  <a:cubicBezTo>
                    <a:pt x="36" y="2331"/>
                    <a:pt x="410" y="2571"/>
                    <a:pt x="783" y="2571"/>
                  </a:cubicBezTo>
                  <a:cubicBezTo>
                    <a:pt x="1157" y="2571"/>
                    <a:pt x="1530" y="2331"/>
                    <a:pt x="1566" y="1851"/>
                  </a:cubicBezTo>
                  <a:lnTo>
                    <a:pt x="1566" y="784"/>
                  </a:lnTo>
                  <a:cubicBezTo>
                    <a:pt x="1566" y="357"/>
                    <a:pt x="1210" y="1"/>
                    <a:pt x="7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2203446" y="3632516"/>
              <a:ext cx="31574" cy="53108"/>
            </a:xfrm>
            <a:custGeom>
              <a:rect b="b" l="l" r="r" t="t"/>
              <a:pathLst>
                <a:path extrusionOk="0" h="2634" w="1566">
                  <a:moveTo>
                    <a:pt x="569" y="1"/>
                  </a:moveTo>
                  <a:cubicBezTo>
                    <a:pt x="249" y="1"/>
                    <a:pt x="0" y="250"/>
                    <a:pt x="0" y="535"/>
                  </a:cubicBezTo>
                  <a:lnTo>
                    <a:pt x="0" y="1033"/>
                  </a:lnTo>
                  <a:cubicBezTo>
                    <a:pt x="0" y="1317"/>
                    <a:pt x="249" y="1566"/>
                    <a:pt x="569" y="1566"/>
                  </a:cubicBezTo>
                  <a:lnTo>
                    <a:pt x="1068" y="1566"/>
                  </a:lnTo>
                  <a:lnTo>
                    <a:pt x="1068" y="2065"/>
                  </a:lnTo>
                  <a:cubicBezTo>
                    <a:pt x="1068" y="2065"/>
                    <a:pt x="1068" y="2100"/>
                    <a:pt x="1032" y="2100"/>
                  </a:cubicBezTo>
                  <a:lnTo>
                    <a:pt x="534" y="2100"/>
                  </a:lnTo>
                  <a:cubicBezTo>
                    <a:pt x="534" y="1922"/>
                    <a:pt x="400" y="1833"/>
                    <a:pt x="267" y="1833"/>
                  </a:cubicBezTo>
                  <a:cubicBezTo>
                    <a:pt x="134" y="1833"/>
                    <a:pt x="0" y="1922"/>
                    <a:pt x="0" y="2100"/>
                  </a:cubicBezTo>
                  <a:cubicBezTo>
                    <a:pt x="0" y="2385"/>
                    <a:pt x="249" y="2634"/>
                    <a:pt x="569" y="2634"/>
                  </a:cubicBezTo>
                  <a:lnTo>
                    <a:pt x="1032" y="2634"/>
                  </a:lnTo>
                  <a:cubicBezTo>
                    <a:pt x="1352" y="2634"/>
                    <a:pt x="1566" y="2385"/>
                    <a:pt x="1566" y="2100"/>
                  </a:cubicBezTo>
                  <a:lnTo>
                    <a:pt x="1566" y="1602"/>
                  </a:lnTo>
                  <a:cubicBezTo>
                    <a:pt x="1566" y="1282"/>
                    <a:pt x="1352" y="1068"/>
                    <a:pt x="1032" y="1068"/>
                  </a:cubicBezTo>
                  <a:lnTo>
                    <a:pt x="569" y="1068"/>
                  </a:lnTo>
                  <a:lnTo>
                    <a:pt x="569" y="1033"/>
                  </a:lnTo>
                  <a:lnTo>
                    <a:pt x="569" y="535"/>
                  </a:lnTo>
                  <a:lnTo>
                    <a:pt x="1068" y="535"/>
                  </a:lnTo>
                  <a:cubicBezTo>
                    <a:pt x="1068" y="713"/>
                    <a:pt x="1192" y="801"/>
                    <a:pt x="1317" y="801"/>
                  </a:cubicBezTo>
                  <a:cubicBezTo>
                    <a:pt x="1441" y="801"/>
                    <a:pt x="1566" y="713"/>
                    <a:pt x="1566" y="535"/>
                  </a:cubicBezTo>
                  <a:cubicBezTo>
                    <a:pt x="1566" y="250"/>
                    <a:pt x="1352" y="1"/>
                    <a:pt x="10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2242904" y="3633242"/>
              <a:ext cx="10061" cy="52382"/>
            </a:xfrm>
            <a:custGeom>
              <a:rect b="b" l="l" r="r" t="t"/>
              <a:pathLst>
                <a:path extrusionOk="0" h="2598" w="499">
                  <a:moveTo>
                    <a:pt x="249" y="0"/>
                  </a:moveTo>
                  <a:cubicBezTo>
                    <a:pt x="133" y="0"/>
                    <a:pt x="18" y="72"/>
                    <a:pt x="0" y="214"/>
                  </a:cubicBezTo>
                  <a:lnTo>
                    <a:pt x="0" y="2313"/>
                  </a:lnTo>
                  <a:cubicBezTo>
                    <a:pt x="0" y="2456"/>
                    <a:pt x="107" y="2598"/>
                    <a:pt x="249" y="2598"/>
                  </a:cubicBezTo>
                  <a:cubicBezTo>
                    <a:pt x="391" y="2598"/>
                    <a:pt x="498" y="2456"/>
                    <a:pt x="498" y="2313"/>
                  </a:cubicBezTo>
                  <a:lnTo>
                    <a:pt x="498" y="214"/>
                  </a:lnTo>
                  <a:cubicBezTo>
                    <a:pt x="480" y="72"/>
                    <a:pt x="365"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2260828" y="3632516"/>
              <a:ext cx="31937" cy="53108"/>
            </a:xfrm>
            <a:custGeom>
              <a:rect b="b" l="l" r="r" t="t"/>
              <a:pathLst>
                <a:path extrusionOk="0" h="2634" w="1584">
                  <a:moveTo>
                    <a:pt x="285" y="1"/>
                  </a:moveTo>
                  <a:cubicBezTo>
                    <a:pt x="143" y="1"/>
                    <a:pt x="1" y="108"/>
                    <a:pt x="1" y="250"/>
                  </a:cubicBezTo>
                  <a:lnTo>
                    <a:pt x="1" y="2349"/>
                  </a:lnTo>
                  <a:cubicBezTo>
                    <a:pt x="1" y="2492"/>
                    <a:pt x="143" y="2634"/>
                    <a:pt x="285" y="2634"/>
                  </a:cubicBezTo>
                  <a:cubicBezTo>
                    <a:pt x="428" y="2634"/>
                    <a:pt x="534" y="2492"/>
                    <a:pt x="534" y="2349"/>
                  </a:cubicBezTo>
                  <a:lnTo>
                    <a:pt x="534" y="1424"/>
                  </a:lnTo>
                  <a:lnTo>
                    <a:pt x="1068" y="2314"/>
                  </a:lnTo>
                  <a:lnTo>
                    <a:pt x="1068" y="2385"/>
                  </a:lnTo>
                  <a:cubicBezTo>
                    <a:pt x="1050" y="2527"/>
                    <a:pt x="1184" y="2598"/>
                    <a:pt x="1317" y="2598"/>
                  </a:cubicBezTo>
                  <a:cubicBezTo>
                    <a:pt x="1451" y="2598"/>
                    <a:pt x="1584" y="2527"/>
                    <a:pt x="1566" y="2385"/>
                  </a:cubicBezTo>
                  <a:lnTo>
                    <a:pt x="1566" y="286"/>
                  </a:lnTo>
                  <a:cubicBezTo>
                    <a:pt x="1548" y="125"/>
                    <a:pt x="1433" y="45"/>
                    <a:pt x="1317" y="45"/>
                  </a:cubicBezTo>
                  <a:cubicBezTo>
                    <a:pt x="1201" y="45"/>
                    <a:pt x="1086" y="125"/>
                    <a:pt x="1068" y="286"/>
                  </a:cubicBezTo>
                  <a:lnTo>
                    <a:pt x="1068" y="1282"/>
                  </a:lnTo>
                  <a:lnTo>
                    <a:pt x="534" y="392"/>
                  </a:lnTo>
                  <a:lnTo>
                    <a:pt x="534" y="250"/>
                  </a:lnTo>
                  <a:cubicBezTo>
                    <a:pt x="534" y="108"/>
                    <a:pt x="42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3" name="Google Shape;2973;p72"/>
          <p:cNvSpPr/>
          <p:nvPr/>
        </p:nvSpPr>
        <p:spPr>
          <a:xfrm>
            <a:off x="2448783" y="3059317"/>
            <a:ext cx="49519" cy="42603"/>
          </a:xfrm>
          <a:custGeom>
            <a:rect b="b" l="l" r="r" t="t"/>
            <a:pathLst>
              <a:path extrusionOk="0" h="2113" w="2456">
                <a:moveTo>
                  <a:pt x="1388" y="1"/>
                </a:moveTo>
                <a:cubicBezTo>
                  <a:pt x="463" y="1"/>
                  <a:pt x="1" y="1140"/>
                  <a:pt x="641" y="1816"/>
                </a:cubicBezTo>
                <a:cubicBezTo>
                  <a:pt x="858" y="2021"/>
                  <a:pt x="1121" y="2113"/>
                  <a:pt x="1380" y="2113"/>
                </a:cubicBezTo>
                <a:cubicBezTo>
                  <a:pt x="1929" y="2113"/>
                  <a:pt x="2456" y="1697"/>
                  <a:pt x="2456" y="1068"/>
                </a:cubicBezTo>
                <a:cubicBezTo>
                  <a:pt x="2456" y="499"/>
                  <a:pt x="1958" y="1"/>
                  <a:pt x="13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4" name="Google Shape;2974;p72"/>
          <p:cNvGrpSpPr/>
          <p:nvPr/>
        </p:nvGrpSpPr>
        <p:grpSpPr>
          <a:xfrm>
            <a:off x="2134813" y="2937192"/>
            <a:ext cx="367804" cy="356775"/>
            <a:chOff x="2134813" y="2937192"/>
            <a:chExt cx="367804" cy="356775"/>
          </a:xfrm>
        </p:grpSpPr>
        <p:sp>
          <p:nvSpPr>
            <p:cNvPr id="2975" name="Google Shape;2975;p72"/>
            <p:cNvSpPr/>
            <p:nvPr/>
          </p:nvSpPr>
          <p:spPr>
            <a:xfrm>
              <a:off x="2163988" y="2961750"/>
              <a:ext cx="319979" cy="304917"/>
            </a:xfrm>
            <a:custGeom>
              <a:rect b="b" l="l" r="r" t="t"/>
              <a:pathLst>
                <a:path extrusionOk="0" h="15123" w="15870">
                  <a:moveTo>
                    <a:pt x="7935" y="1"/>
                  </a:moveTo>
                  <a:lnTo>
                    <a:pt x="0" y="5801"/>
                  </a:lnTo>
                  <a:lnTo>
                    <a:pt x="3025" y="15123"/>
                  </a:lnTo>
                  <a:lnTo>
                    <a:pt x="12845" y="15123"/>
                  </a:lnTo>
                  <a:lnTo>
                    <a:pt x="15869" y="5801"/>
                  </a:lnTo>
                  <a:lnTo>
                    <a:pt x="79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2213487" y="3014132"/>
              <a:ext cx="220981" cy="210214"/>
            </a:xfrm>
            <a:custGeom>
              <a:rect b="b" l="l" r="r" t="t"/>
              <a:pathLst>
                <a:path extrusionOk="0" h="10426" w="10960">
                  <a:moveTo>
                    <a:pt x="5480" y="0"/>
                  </a:moveTo>
                  <a:lnTo>
                    <a:pt x="0" y="3985"/>
                  </a:lnTo>
                  <a:lnTo>
                    <a:pt x="2100" y="10425"/>
                  </a:lnTo>
                  <a:lnTo>
                    <a:pt x="8860" y="10425"/>
                  </a:lnTo>
                  <a:lnTo>
                    <a:pt x="10959" y="3985"/>
                  </a:lnTo>
                  <a:lnTo>
                    <a:pt x="54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2295992" y="2940963"/>
              <a:ext cx="49519" cy="42583"/>
            </a:xfrm>
            <a:custGeom>
              <a:rect b="b" l="l" r="r" t="t"/>
              <a:pathLst>
                <a:path extrusionOk="0" h="2112" w="2456">
                  <a:moveTo>
                    <a:pt x="1423" y="0"/>
                  </a:moveTo>
                  <a:cubicBezTo>
                    <a:pt x="463" y="0"/>
                    <a:pt x="0" y="1139"/>
                    <a:pt x="676" y="1815"/>
                  </a:cubicBezTo>
                  <a:cubicBezTo>
                    <a:pt x="881" y="2020"/>
                    <a:pt x="1137" y="2112"/>
                    <a:pt x="1390" y="2112"/>
                  </a:cubicBezTo>
                  <a:cubicBezTo>
                    <a:pt x="1929" y="2112"/>
                    <a:pt x="2455" y="1697"/>
                    <a:pt x="2455" y="1068"/>
                  </a:cubicBezTo>
                  <a:cubicBezTo>
                    <a:pt x="2455" y="498"/>
                    <a:pt x="1993" y="0"/>
                    <a:pt x="1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2143886" y="3059317"/>
              <a:ext cx="49519" cy="42603"/>
            </a:xfrm>
            <a:custGeom>
              <a:rect b="b" l="l" r="r" t="t"/>
              <a:pathLst>
                <a:path extrusionOk="0" h="2113" w="2456">
                  <a:moveTo>
                    <a:pt x="1389" y="1"/>
                  </a:moveTo>
                  <a:cubicBezTo>
                    <a:pt x="463" y="1"/>
                    <a:pt x="1" y="1140"/>
                    <a:pt x="641" y="1816"/>
                  </a:cubicBezTo>
                  <a:cubicBezTo>
                    <a:pt x="858" y="2021"/>
                    <a:pt x="1121" y="2113"/>
                    <a:pt x="1380" y="2113"/>
                  </a:cubicBezTo>
                  <a:cubicBezTo>
                    <a:pt x="1930" y="2113"/>
                    <a:pt x="2456" y="1697"/>
                    <a:pt x="2456" y="1068"/>
                  </a:cubicBezTo>
                  <a:cubicBezTo>
                    <a:pt x="2456" y="499"/>
                    <a:pt x="1958" y="1"/>
                    <a:pt x="1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2392832" y="3245840"/>
              <a:ext cx="49519" cy="42361"/>
            </a:xfrm>
            <a:custGeom>
              <a:rect b="b" l="l" r="r" t="t"/>
              <a:pathLst>
                <a:path extrusionOk="0" h="2101" w="2456">
                  <a:moveTo>
                    <a:pt x="1424" y="1"/>
                  </a:moveTo>
                  <a:cubicBezTo>
                    <a:pt x="499" y="1"/>
                    <a:pt x="0" y="1139"/>
                    <a:pt x="677" y="1780"/>
                  </a:cubicBezTo>
                  <a:cubicBezTo>
                    <a:pt x="898" y="2001"/>
                    <a:pt x="1164" y="2100"/>
                    <a:pt x="1423" y="2100"/>
                  </a:cubicBezTo>
                  <a:cubicBezTo>
                    <a:pt x="1956" y="2100"/>
                    <a:pt x="2456" y="1679"/>
                    <a:pt x="2456" y="1033"/>
                  </a:cubicBezTo>
                  <a:cubicBezTo>
                    <a:pt x="2456" y="463"/>
                    <a:pt x="1993" y="1"/>
                    <a:pt x="1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2198425" y="3245840"/>
              <a:ext cx="49519" cy="42361"/>
            </a:xfrm>
            <a:custGeom>
              <a:rect b="b" l="l" r="r" t="t"/>
              <a:pathLst>
                <a:path extrusionOk="0" h="2101" w="2456">
                  <a:moveTo>
                    <a:pt x="1423" y="1"/>
                  </a:moveTo>
                  <a:cubicBezTo>
                    <a:pt x="463" y="1"/>
                    <a:pt x="0" y="1139"/>
                    <a:pt x="676" y="1780"/>
                  </a:cubicBezTo>
                  <a:cubicBezTo>
                    <a:pt x="885" y="2001"/>
                    <a:pt x="1148" y="2100"/>
                    <a:pt x="1407" y="2100"/>
                  </a:cubicBezTo>
                  <a:cubicBezTo>
                    <a:pt x="1939" y="2100"/>
                    <a:pt x="2455" y="1679"/>
                    <a:pt x="2455" y="1033"/>
                  </a:cubicBezTo>
                  <a:cubicBezTo>
                    <a:pt x="2455" y="463"/>
                    <a:pt x="1993" y="1"/>
                    <a:pt x="1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2207740" y="3009475"/>
              <a:ext cx="232453" cy="221324"/>
            </a:xfrm>
            <a:custGeom>
              <a:rect b="b" l="l" r="r" t="t"/>
              <a:pathLst>
                <a:path extrusionOk="0" h="10977" w="11529">
                  <a:moveTo>
                    <a:pt x="5769" y="0"/>
                  </a:moveTo>
                  <a:cubicBezTo>
                    <a:pt x="5711" y="0"/>
                    <a:pt x="5658" y="18"/>
                    <a:pt x="5622" y="53"/>
                  </a:cubicBezTo>
                  <a:lnTo>
                    <a:pt x="143" y="4074"/>
                  </a:lnTo>
                  <a:cubicBezTo>
                    <a:pt x="36" y="4110"/>
                    <a:pt x="1" y="4252"/>
                    <a:pt x="36" y="4359"/>
                  </a:cubicBezTo>
                  <a:lnTo>
                    <a:pt x="2135" y="10799"/>
                  </a:lnTo>
                  <a:cubicBezTo>
                    <a:pt x="2171" y="10906"/>
                    <a:pt x="2278" y="10977"/>
                    <a:pt x="2385" y="10977"/>
                  </a:cubicBezTo>
                  <a:lnTo>
                    <a:pt x="9145" y="10977"/>
                  </a:lnTo>
                  <a:cubicBezTo>
                    <a:pt x="9252" y="10977"/>
                    <a:pt x="9358" y="10906"/>
                    <a:pt x="9394" y="10799"/>
                  </a:cubicBezTo>
                  <a:lnTo>
                    <a:pt x="11493" y="4359"/>
                  </a:lnTo>
                  <a:cubicBezTo>
                    <a:pt x="11529" y="4252"/>
                    <a:pt x="11493" y="4110"/>
                    <a:pt x="11386" y="4074"/>
                  </a:cubicBezTo>
                  <a:lnTo>
                    <a:pt x="9999" y="3042"/>
                  </a:lnTo>
                  <a:cubicBezTo>
                    <a:pt x="9939" y="2998"/>
                    <a:pt x="9880" y="2978"/>
                    <a:pt x="9823" y="2978"/>
                  </a:cubicBezTo>
                  <a:cubicBezTo>
                    <a:pt x="9744" y="2978"/>
                    <a:pt x="9669" y="3016"/>
                    <a:pt x="9607" y="3078"/>
                  </a:cubicBezTo>
                  <a:cubicBezTo>
                    <a:pt x="9536" y="3220"/>
                    <a:pt x="9572" y="3362"/>
                    <a:pt x="9679" y="3469"/>
                  </a:cubicBezTo>
                  <a:lnTo>
                    <a:pt x="10960" y="4359"/>
                  </a:lnTo>
                  <a:lnTo>
                    <a:pt x="8967" y="10443"/>
                  </a:lnTo>
                  <a:lnTo>
                    <a:pt x="2562" y="10443"/>
                  </a:lnTo>
                  <a:lnTo>
                    <a:pt x="605" y="4323"/>
                  </a:lnTo>
                  <a:lnTo>
                    <a:pt x="5765" y="587"/>
                  </a:lnTo>
                  <a:lnTo>
                    <a:pt x="8682" y="2722"/>
                  </a:lnTo>
                  <a:cubicBezTo>
                    <a:pt x="8737" y="2770"/>
                    <a:pt x="8795" y="2790"/>
                    <a:pt x="8850" y="2790"/>
                  </a:cubicBezTo>
                  <a:cubicBezTo>
                    <a:pt x="9079" y="2790"/>
                    <a:pt x="9261" y="2439"/>
                    <a:pt x="9003" y="2295"/>
                  </a:cubicBezTo>
                  <a:lnTo>
                    <a:pt x="5943" y="53"/>
                  </a:lnTo>
                  <a:cubicBezTo>
                    <a:pt x="5889" y="18"/>
                    <a:pt x="5827" y="0"/>
                    <a:pt x="5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2134813" y="2937192"/>
              <a:ext cx="367804" cy="356775"/>
            </a:xfrm>
            <a:custGeom>
              <a:rect b="b" l="l" r="r" t="t"/>
              <a:pathLst>
                <a:path extrusionOk="0" h="17695" w="18242">
                  <a:moveTo>
                    <a:pt x="9364" y="453"/>
                  </a:moveTo>
                  <a:cubicBezTo>
                    <a:pt x="9772" y="453"/>
                    <a:pt x="10164" y="772"/>
                    <a:pt x="10164" y="1255"/>
                  </a:cubicBezTo>
                  <a:cubicBezTo>
                    <a:pt x="10164" y="1682"/>
                    <a:pt x="9809" y="2037"/>
                    <a:pt x="9382" y="2037"/>
                  </a:cubicBezTo>
                  <a:cubicBezTo>
                    <a:pt x="8670" y="2037"/>
                    <a:pt x="8314" y="1183"/>
                    <a:pt x="8812" y="685"/>
                  </a:cubicBezTo>
                  <a:cubicBezTo>
                    <a:pt x="8973" y="525"/>
                    <a:pt x="9170" y="453"/>
                    <a:pt x="9364" y="453"/>
                  </a:cubicBezTo>
                  <a:close/>
                  <a:moveTo>
                    <a:pt x="1857" y="6324"/>
                  </a:moveTo>
                  <a:cubicBezTo>
                    <a:pt x="2050" y="6324"/>
                    <a:pt x="2248" y="6396"/>
                    <a:pt x="2408" y="6556"/>
                  </a:cubicBezTo>
                  <a:cubicBezTo>
                    <a:pt x="2906" y="7054"/>
                    <a:pt x="2550" y="7908"/>
                    <a:pt x="1839" y="7908"/>
                  </a:cubicBezTo>
                  <a:cubicBezTo>
                    <a:pt x="1412" y="7908"/>
                    <a:pt x="1056" y="7552"/>
                    <a:pt x="1056" y="7125"/>
                  </a:cubicBezTo>
                  <a:cubicBezTo>
                    <a:pt x="1056" y="6643"/>
                    <a:pt x="1448" y="6324"/>
                    <a:pt x="1857" y="6324"/>
                  </a:cubicBezTo>
                  <a:close/>
                  <a:moveTo>
                    <a:pt x="16943" y="6324"/>
                  </a:moveTo>
                  <a:cubicBezTo>
                    <a:pt x="17137" y="6324"/>
                    <a:pt x="17334" y="6396"/>
                    <a:pt x="17494" y="6556"/>
                  </a:cubicBezTo>
                  <a:cubicBezTo>
                    <a:pt x="17992" y="7054"/>
                    <a:pt x="17636" y="7908"/>
                    <a:pt x="16960" y="7908"/>
                  </a:cubicBezTo>
                  <a:cubicBezTo>
                    <a:pt x="16498" y="7908"/>
                    <a:pt x="16142" y="7552"/>
                    <a:pt x="16142" y="7125"/>
                  </a:cubicBezTo>
                  <a:cubicBezTo>
                    <a:pt x="16142" y="6643"/>
                    <a:pt x="16535" y="6324"/>
                    <a:pt x="16943" y="6324"/>
                  </a:cubicBezTo>
                  <a:close/>
                  <a:moveTo>
                    <a:pt x="4560" y="15575"/>
                  </a:moveTo>
                  <a:cubicBezTo>
                    <a:pt x="4968" y="15575"/>
                    <a:pt x="5361" y="15894"/>
                    <a:pt x="5361" y="16376"/>
                  </a:cubicBezTo>
                  <a:cubicBezTo>
                    <a:pt x="5361" y="16803"/>
                    <a:pt x="5005" y="17159"/>
                    <a:pt x="4578" y="17159"/>
                  </a:cubicBezTo>
                  <a:cubicBezTo>
                    <a:pt x="3867" y="17159"/>
                    <a:pt x="3511" y="16305"/>
                    <a:pt x="4009" y="15807"/>
                  </a:cubicBezTo>
                  <a:cubicBezTo>
                    <a:pt x="4169" y="15647"/>
                    <a:pt x="4367" y="15575"/>
                    <a:pt x="4560" y="15575"/>
                  </a:cubicBezTo>
                  <a:close/>
                  <a:moveTo>
                    <a:pt x="14203" y="15575"/>
                  </a:moveTo>
                  <a:cubicBezTo>
                    <a:pt x="14611" y="15575"/>
                    <a:pt x="15003" y="15894"/>
                    <a:pt x="15003" y="16376"/>
                  </a:cubicBezTo>
                  <a:cubicBezTo>
                    <a:pt x="15003" y="16803"/>
                    <a:pt x="14648" y="17159"/>
                    <a:pt x="14221" y="17159"/>
                  </a:cubicBezTo>
                  <a:cubicBezTo>
                    <a:pt x="13509" y="17159"/>
                    <a:pt x="13153" y="16305"/>
                    <a:pt x="13651" y="15807"/>
                  </a:cubicBezTo>
                  <a:cubicBezTo>
                    <a:pt x="13812" y="15647"/>
                    <a:pt x="14009" y="15575"/>
                    <a:pt x="14203" y="15575"/>
                  </a:cubicBezTo>
                  <a:close/>
                  <a:moveTo>
                    <a:pt x="9382" y="0"/>
                  </a:moveTo>
                  <a:cubicBezTo>
                    <a:pt x="8750" y="0"/>
                    <a:pt x="8119" y="418"/>
                    <a:pt x="8065" y="1255"/>
                  </a:cubicBezTo>
                  <a:cubicBezTo>
                    <a:pt x="8065" y="1432"/>
                    <a:pt x="8136" y="1610"/>
                    <a:pt x="8208" y="1788"/>
                  </a:cubicBezTo>
                  <a:lnTo>
                    <a:pt x="5468" y="3781"/>
                  </a:lnTo>
                  <a:lnTo>
                    <a:pt x="5148" y="3389"/>
                  </a:lnTo>
                  <a:cubicBezTo>
                    <a:pt x="5086" y="3327"/>
                    <a:pt x="5011" y="3289"/>
                    <a:pt x="4939" y="3289"/>
                  </a:cubicBezTo>
                  <a:cubicBezTo>
                    <a:pt x="4887" y="3289"/>
                    <a:pt x="4836" y="3309"/>
                    <a:pt x="4792" y="3354"/>
                  </a:cubicBezTo>
                  <a:cubicBezTo>
                    <a:pt x="4685" y="3425"/>
                    <a:pt x="4649" y="3603"/>
                    <a:pt x="4756" y="3710"/>
                  </a:cubicBezTo>
                  <a:lnTo>
                    <a:pt x="5041" y="4065"/>
                  </a:lnTo>
                  <a:lnTo>
                    <a:pt x="4614" y="4386"/>
                  </a:lnTo>
                  <a:cubicBezTo>
                    <a:pt x="4472" y="4457"/>
                    <a:pt x="4472" y="4635"/>
                    <a:pt x="4543" y="4741"/>
                  </a:cubicBezTo>
                  <a:cubicBezTo>
                    <a:pt x="4578" y="4813"/>
                    <a:pt x="4685" y="4848"/>
                    <a:pt x="4756" y="4848"/>
                  </a:cubicBezTo>
                  <a:cubicBezTo>
                    <a:pt x="4827" y="4848"/>
                    <a:pt x="4863" y="4848"/>
                    <a:pt x="4899" y="4813"/>
                  </a:cubicBezTo>
                  <a:lnTo>
                    <a:pt x="5361" y="4492"/>
                  </a:lnTo>
                  <a:lnTo>
                    <a:pt x="5575" y="4777"/>
                  </a:lnTo>
                  <a:cubicBezTo>
                    <a:pt x="5646" y="4813"/>
                    <a:pt x="5717" y="4848"/>
                    <a:pt x="5788" y="4848"/>
                  </a:cubicBezTo>
                  <a:cubicBezTo>
                    <a:pt x="5859" y="4848"/>
                    <a:pt x="5895" y="4848"/>
                    <a:pt x="5966" y="4813"/>
                  </a:cubicBezTo>
                  <a:cubicBezTo>
                    <a:pt x="6037" y="4706"/>
                    <a:pt x="6073" y="4564"/>
                    <a:pt x="6002" y="4457"/>
                  </a:cubicBezTo>
                  <a:lnTo>
                    <a:pt x="5788" y="4208"/>
                  </a:lnTo>
                  <a:lnTo>
                    <a:pt x="8492" y="2215"/>
                  </a:lnTo>
                  <a:cubicBezTo>
                    <a:pt x="8741" y="2464"/>
                    <a:pt x="9061" y="2589"/>
                    <a:pt x="9382" y="2589"/>
                  </a:cubicBezTo>
                  <a:cubicBezTo>
                    <a:pt x="9702" y="2589"/>
                    <a:pt x="10022" y="2464"/>
                    <a:pt x="10271" y="2215"/>
                  </a:cubicBezTo>
                  <a:lnTo>
                    <a:pt x="13011" y="4208"/>
                  </a:lnTo>
                  <a:lnTo>
                    <a:pt x="12797" y="4457"/>
                  </a:lnTo>
                  <a:cubicBezTo>
                    <a:pt x="12691" y="4564"/>
                    <a:pt x="12726" y="4741"/>
                    <a:pt x="12833" y="4813"/>
                  </a:cubicBezTo>
                  <a:cubicBezTo>
                    <a:pt x="12869" y="4848"/>
                    <a:pt x="12940" y="4884"/>
                    <a:pt x="12975" y="4884"/>
                  </a:cubicBezTo>
                  <a:cubicBezTo>
                    <a:pt x="13082" y="4884"/>
                    <a:pt x="13153" y="4848"/>
                    <a:pt x="13189" y="4777"/>
                  </a:cubicBezTo>
                  <a:lnTo>
                    <a:pt x="13438" y="4492"/>
                  </a:lnTo>
                  <a:lnTo>
                    <a:pt x="15929" y="6343"/>
                  </a:lnTo>
                  <a:cubicBezTo>
                    <a:pt x="15359" y="7054"/>
                    <a:pt x="15715" y="8157"/>
                    <a:pt x="16640" y="8406"/>
                  </a:cubicBezTo>
                  <a:lnTo>
                    <a:pt x="15644" y="11395"/>
                  </a:lnTo>
                  <a:lnTo>
                    <a:pt x="15253" y="11253"/>
                  </a:lnTo>
                  <a:cubicBezTo>
                    <a:pt x="15228" y="11247"/>
                    <a:pt x="15204" y="11244"/>
                    <a:pt x="15180" y="11244"/>
                  </a:cubicBezTo>
                  <a:cubicBezTo>
                    <a:pt x="15065" y="11244"/>
                    <a:pt x="14962" y="11313"/>
                    <a:pt x="14932" y="11431"/>
                  </a:cubicBezTo>
                  <a:cubicBezTo>
                    <a:pt x="14861" y="11537"/>
                    <a:pt x="14932" y="11680"/>
                    <a:pt x="15075" y="11751"/>
                  </a:cubicBezTo>
                  <a:lnTo>
                    <a:pt x="15502" y="11893"/>
                  </a:lnTo>
                  <a:lnTo>
                    <a:pt x="14470" y="15060"/>
                  </a:lnTo>
                  <a:cubicBezTo>
                    <a:pt x="14401" y="15050"/>
                    <a:pt x="14333" y="15045"/>
                    <a:pt x="14265" y="15045"/>
                  </a:cubicBezTo>
                  <a:cubicBezTo>
                    <a:pt x="13632" y="15045"/>
                    <a:pt x="13068" y="15481"/>
                    <a:pt x="12940" y="16092"/>
                  </a:cubicBezTo>
                  <a:lnTo>
                    <a:pt x="9666" y="16092"/>
                  </a:lnTo>
                  <a:lnTo>
                    <a:pt x="9666" y="15736"/>
                  </a:lnTo>
                  <a:cubicBezTo>
                    <a:pt x="9684" y="15594"/>
                    <a:pt x="9542" y="15522"/>
                    <a:pt x="9399" y="15522"/>
                  </a:cubicBezTo>
                  <a:cubicBezTo>
                    <a:pt x="9257" y="15522"/>
                    <a:pt x="9115" y="15594"/>
                    <a:pt x="9133" y="15736"/>
                  </a:cubicBezTo>
                  <a:lnTo>
                    <a:pt x="9133" y="16092"/>
                  </a:lnTo>
                  <a:lnTo>
                    <a:pt x="5859" y="16092"/>
                  </a:lnTo>
                  <a:cubicBezTo>
                    <a:pt x="5698" y="15481"/>
                    <a:pt x="5160" y="15045"/>
                    <a:pt x="4533" y="15045"/>
                  </a:cubicBezTo>
                  <a:cubicBezTo>
                    <a:pt x="4466" y="15045"/>
                    <a:pt x="4398" y="15050"/>
                    <a:pt x="4329" y="15060"/>
                  </a:cubicBezTo>
                  <a:lnTo>
                    <a:pt x="3297" y="11893"/>
                  </a:lnTo>
                  <a:lnTo>
                    <a:pt x="3724" y="11751"/>
                  </a:lnTo>
                  <a:cubicBezTo>
                    <a:pt x="3867" y="11680"/>
                    <a:pt x="3938" y="11537"/>
                    <a:pt x="3867" y="11395"/>
                  </a:cubicBezTo>
                  <a:cubicBezTo>
                    <a:pt x="3841" y="11291"/>
                    <a:pt x="3738" y="11225"/>
                    <a:pt x="3643" y="11225"/>
                  </a:cubicBezTo>
                  <a:cubicBezTo>
                    <a:pt x="3609" y="11225"/>
                    <a:pt x="3575" y="11234"/>
                    <a:pt x="3546" y="11253"/>
                  </a:cubicBezTo>
                  <a:lnTo>
                    <a:pt x="3119" y="11395"/>
                  </a:lnTo>
                  <a:lnTo>
                    <a:pt x="2159" y="8406"/>
                  </a:lnTo>
                  <a:cubicBezTo>
                    <a:pt x="2728" y="8228"/>
                    <a:pt x="3155" y="7730"/>
                    <a:pt x="3155" y="7125"/>
                  </a:cubicBezTo>
                  <a:cubicBezTo>
                    <a:pt x="3155" y="6841"/>
                    <a:pt x="3048" y="6556"/>
                    <a:pt x="2870" y="6307"/>
                  </a:cubicBezTo>
                  <a:lnTo>
                    <a:pt x="3938" y="5524"/>
                  </a:lnTo>
                  <a:cubicBezTo>
                    <a:pt x="4045" y="5453"/>
                    <a:pt x="4080" y="5275"/>
                    <a:pt x="3973" y="5168"/>
                  </a:cubicBezTo>
                  <a:cubicBezTo>
                    <a:pt x="3932" y="5106"/>
                    <a:pt x="3855" y="5068"/>
                    <a:pt x="3776" y="5068"/>
                  </a:cubicBezTo>
                  <a:cubicBezTo>
                    <a:pt x="3720" y="5068"/>
                    <a:pt x="3662" y="5088"/>
                    <a:pt x="3618" y="5133"/>
                  </a:cubicBezTo>
                  <a:lnTo>
                    <a:pt x="2443" y="5987"/>
                  </a:lnTo>
                  <a:cubicBezTo>
                    <a:pt x="2266" y="5880"/>
                    <a:pt x="2052" y="5809"/>
                    <a:pt x="1839" y="5809"/>
                  </a:cubicBezTo>
                  <a:cubicBezTo>
                    <a:pt x="1827" y="5809"/>
                    <a:pt x="1815" y="5808"/>
                    <a:pt x="1803" y="5808"/>
                  </a:cubicBezTo>
                  <a:cubicBezTo>
                    <a:pt x="199" y="5808"/>
                    <a:pt x="0" y="8194"/>
                    <a:pt x="1625" y="8406"/>
                  </a:cubicBezTo>
                  <a:lnTo>
                    <a:pt x="2657" y="11573"/>
                  </a:lnTo>
                  <a:lnTo>
                    <a:pt x="2266" y="11715"/>
                  </a:lnTo>
                  <a:cubicBezTo>
                    <a:pt x="1981" y="11822"/>
                    <a:pt x="2052" y="12213"/>
                    <a:pt x="2337" y="12213"/>
                  </a:cubicBezTo>
                  <a:lnTo>
                    <a:pt x="2443" y="12213"/>
                  </a:lnTo>
                  <a:lnTo>
                    <a:pt x="2799" y="12071"/>
                  </a:lnTo>
                  <a:lnTo>
                    <a:pt x="3831" y="15273"/>
                  </a:lnTo>
                  <a:cubicBezTo>
                    <a:pt x="3048" y="15771"/>
                    <a:pt x="3048" y="16910"/>
                    <a:pt x="3831" y="17444"/>
                  </a:cubicBezTo>
                  <a:cubicBezTo>
                    <a:pt x="4055" y="17604"/>
                    <a:pt x="4307" y="17677"/>
                    <a:pt x="4557" y="17677"/>
                  </a:cubicBezTo>
                  <a:cubicBezTo>
                    <a:pt x="5141" y="17677"/>
                    <a:pt x="5710" y="17274"/>
                    <a:pt x="5859" y="16625"/>
                  </a:cubicBezTo>
                  <a:lnTo>
                    <a:pt x="9133" y="16625"/>
                  </a:lnTo>
                  <a:lnTo>
                    <a:pt x="9133" y="17017"/>
                  </a:lnTo>
                  <a:cubicBezTo>
                    <a:pt x="9150" y="17159"/>
                    <a:pt x="9266" y="17230"/>
                    <a:pt x="9382" y="17230"/>
                  </a:cubicBezTo>
                  <a:cubicBezTo>
                    <a:pt x="9497" y="17230"/>
                    <a:pt x="9613" y="17159"/>
                    <a:pt x="9631" y="17017"/>
                  </a:cubicBezTo>
                  <a:lnTo>
                    <a:pt x="9631" y="16625"/>
                  </a:lnTo>
                  <a:lnTo>
                    <a:pt x="12904" y="16625"/>
                  </a:lnTo>
                  <a:cubicBezTo>
                    <a:pt x="13053" y="17351"/>
                    <a:pt x="13629" y="17695"/>
                    <a:pt x="14202" y="17695"/>
                  </a:cubicBezTo>
                  <a:cubicBezTo>
                    <a:pt x="14864" y="17695"/>
                    <a:pt x="15521" y="17235"/>
                    <a:pt x="15502" y="16376"/>
                  </a:cubicBezTo>
                  <a:cubicBezTo>
                    <a:pt x="15502" y="15949"/>
                    <a:pt x="15288" y="15522"/>
                    <a:pt x="14932" y="15273"/>
                  </a:cubicBezTo>
                  <a:lnTo>
                    <a:pt x="15964" y="12071"/>
                  </a:lnTo>
                  <a:lnTo>
                    <a:pt x="16320" y="12213"/>
                  </a:lnTo>
                  <a:lnTo>
                    <a:pt x="16427" y="12213"/>
                  </a:lnTo>
                  <a:cubicBezTo>
                    <a:pt x="16711" y="12213"/>
                    <a:pt x="16783" y="11822"/>
                    <a:pt x="16498" y="11715"/>
                  </a:cubicBezTo>
                  <a:lnTo>
                    <a:pt x="16106" y="11573"/>
                  </a:lnTo>
                  <a:lnTo>
                    <a:pt x="17138" y="8406"/>
                  </a:lnTo>
                  <a:cubicBezTo>
                    <a:pt x="17779" y="8300"/>
                    <a:pt x="18241" y="7766"/>
                    <a:pt x="18241" y="7125"/>
                  </a:cubicBezTo>
                  <a:cubicBezTo>
                    <a:pt x="18241" y="6414"/>
                    <a:pt x="17672" y="5809"/>
                    <a:pt x="16960" y="5809"/>
                  </a:cubicBezTo>
                  <a:cubicBezTo>
                    <a:pt x="16711" y="5809"/>
                    <a:pt x="16533" y="5880"/>
                    <a:pt x="16320" y="5987"/>
                  </a:cubicBezTo>
                  <a:lnTo>
                    <a:pt x="13723" y="4101"/>
                  </a:lnTo>
                  <a:lnTo>
                    <a:pt x="14043" y="3710"/>
                  </a:lnTo>
                  <a:cubicBezTo>
                    <a:pt x="14200" y="3526"/>
                    <a:pt x="14009" y="3284"/>
                    <a:pt x="13813" y="3284"/>
                  </a:cubicBezTo>
                  <a:cubicBezTo>
                    <a:pt x="13743" y="3284"/>
                    <a:pt x="13672" y="3315"/>
                    <a:pt x="13616" y="3389"/>
                  </a:cubicBezTo>
                  <a:lnTo>
                    <a:pt x="13331" y="3781"/>
                  </a:lnTo>
                  <a:lnTo>
                    <a:pt x="10591" y="1788"/>
                  </a:lnTo>
                  <a:cubicBezTo>
                    <a:pt x="10663" y="1610"/>
                    <a:pt x="10698" y="1432"/>
                    <a:pt x="10698" y="1255"/>
                  </a:cubicBezTo>
                  <a:cubicBezTo>
                    <a:pt x="10645" y="418"/>
                    <a:pt x="10013" y="0"/>
                    <a:pt x="9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3" name="Google Shape;2983;p72"/>
          <p:cNvGrpSpPr/>
          <p:nvPr/>
        </p:nvGrpSpPr>
        <p:grpSpPr>
          <a:xfrm>
            <a:off x="2145338" y="2387099"/>
            <a:ext cx="357279" cy="357300"/>
            <a:chOff x="2145338" y="2387099"/>
            <a:chExt cx="357279" cy="357300"/>
          </a:xfrm>
        </p:grpSpPr>
        <p:sp>
          <p:nvSpPr>
            <p:cNvPr id="2984" name="Google Shape;2984;p72"/>
            <p:cNvSpPr/>
            <p:nvPr/>
          </p:nvSpPr>
          <p:spPr>
            <a:xfrm>
              <a:off x="2150358" y="2392865"/>
              <a:ext cx="347239" cy="28006"/>
            </a:xfrm>
            <a:custGeom>
              <a:rect b="b" l="l" r="r" t="t"/>
              <a:pathLst>
                <a:path extrusionOk="0" h="1389" w="17222">
                  <a:moveTo>
                    <a:pt x="0" y="0"/>
                  </a:moveTo>
                  <a:lnTo>
                    <a:pt x="0" y="1388"/>
                  </a:lnTo>
                  <a:lnTo>
                    <a:pt x="17221" y="1388"/>
                  </a:lnTo>
                  <a:lnTo>
                    <a:pt x="172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2207902" y="2387099"/>
              <a:ext cx="294715" cy="38793"/>
            </a:xfrm>
            <a:custGeom>
              <a:rect b="b" l="l" r="r" t="t"/>
              <a:pathLst>
                <a:path extrusionOk="0" h="1924" w="14617">
                  <a:moveTo>
                    <a:pt x="254" y="0"/>
                  </a:moveTo>
                  <a:cubicBezTo>
                    <a:pt x="1" y="0"/>
                    <a:pt x="1" y="537"/>
                    <a:pt x="254" y="537"/>
                  </a:cubicBezTo>
                  <a:cubicBezTo>
                    <a:pt x="261" y="537"/>
                    <a:pt x="269" y="537"/>
                    <a:pt x="277" y="536"/>
                  </a:cubicBezTo>
                  <a:lnTo>
                    <a:pt x="14118" y="536"/>
                  </a:lnTo>
                  <a:lnTo>
                    <a:pt x="14118" y="1425"/>
                  </a:lnTo>
                  <a:lnTo>
                    <a:pt x="12126" y="1425"/>
                  </a:lnTo>
                  <a:cubicBezTo>
                    <a:pt x="11983" y="1425"/>
                    <a:pt x="11877" y="1532"/>
                    <a:pt x="11877" y="1674"/>
                  </a:cubicBezTo>
                  <a:cubicBezTo>
                    <a:pt x="11877" y="1816"/>
                    <a:pt x="11983" y="1923"/>
                    <a:pt x="12126" y="1923"/>
                  </a:cubicBezTo>
                  <a:lnTo>
                    <a:pt x="14367" y="1923"/>
                  </a:lnTo>
                  <a:cubicBezTo>
                    <a:pt x="14510" y="1923"/>
                    <a:pt x="14616" y="1816"/>
                    <a:pt x="14616" y="1674"/>
                  </a:cubicBezTo>
                  <a:lnTo>
                    <a:pt x="14616" y="286"/>
                  </a:lnTo>
                  <a:cubicBezTo>
                    <a:pt x="14616" y="144"/>
                    <a:pt x="14510" y="2"/>
                    <a:pt x="14367" y="2"/>
                  </a:cubicBezTo>
                  <a:lnTo>
                    <a:pt x="277" y="2"/>
                  </a:lnTo>
                  <a:cubicBezTo>
                    <a:pt x="269" y="1"/>
                    <a:pt x="261" y="0"/>
                    <a:pt x="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2261736" y="2677641"/>
              <a:ext cx="19759" cy="10847"/>
            </a:xfrm>
            <a:custGeom>
              <a:rect b="b" l="l" r="r" t="t"/>
              <a:pathLst>
                <a:path extrusionOk="0" h="538" w="980">
                  <a:moveTo>
                    <a:pt x="285" y="0"/>
                  </a:moveTo>
                  <a:cubicBezTo>
                    <a:pt x="0" y="0"/>
                    <a:pt x="0" y="537"/>
                    <a:pt x="285" y="537"/>
                  </a:cubicBezTo>
                  <a:cubicBezTo>
                    <a:pt x="293" y="537"/>
                    <a:pt x="302" y="537"/>
                    <a:pt x="311" y="536"/>
                  </a:cubicBezTo>
                  <a:lnTo>
                    <a:pt x="703" y="536"/>
                  </a:lnTo>
                  <a:cubicBezTo>
                    <a:pt x="711" y="537"/>
                    <a:pt x="719" y="537"/>
                    <a:pt x="727" y="537"/>
                  </a:cubicBezTo>
                  <a:cubicBezTo>
                    <a:pt x="980" y="537"/>
                    <a:pt x="980" y="0"/>
                    <a:pt x="727" y="0"/>
                  </a:cubicBezTo>
                  <a:cubicBezTo>
                    <a:pt x="719" y="0"/>
                    <a:pt x="711" y="1"/>
                    <a:pt x="703" y="2"/>
                  </a:cubicBezTo>
                  <a:lnTo>
                    <a:pt x="311" y="2"/>
                  </a:lnTo>
                  <a:cubicBezTo>
                    <a:pt x="302" y="1"/>
                    <a:pt x="293"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2235726" y="2677681"/>
              <a:ext cx="20102" cy="10767"/>
            </a:xfrm>
            <a:custGeom>
              <a:rect b="b" l="l" r="r" t="t"/>
              <a:pathLst>
                <a:path extrusionOk="0" h="534" w="997">
                  <a:moveTo>
                    <a:pt x="285" y="0"/>
                  </a:moveTo>
                  <a:cubicBezTo>
                    <a:pt x="0" y="71"/>
                    <a:pt x="0" y="498"/>
                    <a:pt x="285" y="534"/>
                  </a:cubicBezTo>
                  <a:lnTo>
                    <a:pt x="712" y="534"/>
                  </a:lnTo>
                  <a:cubicBezTo>
                    <a:pt x="997" y="498"/>
                    <a:pt x="997" y="71"/>
                    <a:pt x="7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2209172" y="2677641"/>
              <a:ext cx="20667" cy="10847"/>
            </a:xfrm>
            <a:custGeom>
              <a:rect b="b" l="l" r="r" t="t"/>
              <a:pathLst>
                <a:path extrusionOk="0" h="538" w="1025">
                  <a:moveTo>
                    <a:pt x="772" y="0"/>
                  </a:moveTo>
                  <a:cubicBezTo>
                    <a:pt x="764" y="0"/>
                    <a:pt x="756" y="1"/>
                    <a:pt x="748" y="2"/>
                  </a:cubicBezTo>
                  <a:lnTo>
                    <a:pt x="321" y="2"/>
                  </a:lnTo>
                  <a:cubicBezTo>
                    <a:pt x="1" y="73"/>
                    <a:pt x="1" y="500"/>
                    <a:pt x="321" y="536"/>
                  </a:cubicBezTo>
                  <a:lnTo>
                    <a:pt x="748" y="536"/>
                  </a:lnTo>
                  <a:cubicBezTo>
                    <a:pt x="756" y="537"/>
                    <a:pt x="764" y="537"/>
                    <a:pt x="772" y="537"/>
                  </a:cubicBezTo>
                  <a:cubicBezTo>
                    <a:pt x="1025" y="537"/>
                    <a:pt x="1025"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2287382" y="2677681"/>
              <a:ext cx="20808" cy="10767"/>
            </a:xfrm>
            <a:custGeom>
              <a:rect b="b" l="l" r="r" t="t"/>
              <a:pathLst>
                <a:path extrusionOk="0" h="534" w="1032">
                  <a:moveTo>
                    <a:pt x="320" y="0"/>
                  </a:moveTo>
                  <a:cubicBezTo>
                    <a:pt x="0" y="71"/>
                    <a:pt x="0" y="498"/>
                    <a:pt x="320" y="534"/>
                  </a:cubicBezTo>
                  <a:lnTo>
                    <a:pt x="712" y="534"/>
                  </a:lnTo>
                  <a:cubicBezTo>
                    <a:pt x="1032" y="498"/>
                    <a:pt x="1032" y="71"/>
                    <a:pt x="7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2311174" y="2673709"/>
              <a:ext cx="18549" cy="14739"/>
            </a:xfrm>
            <a:custGeom>
              <a:rect b="b" l="l" r="r" t="t"/>
              <a:pathLst>
                <a:path extrusionOk="0" h="731" w="920">
                  <a:moveTo>
                    <a:pt x="516" y="0"/>
                  </a:moveTo>
                  <a:cubicBezTo>
                    <a:pt x="139" y="0"/>
                    <a:pt x="0" y="601"/>
                    <a:pt x="421" y="731"/>
                  </a:cubicBezTo>
                  <a:lnTo>
                    <a:pt x="635" y="731"/>
                  </a:lnTo>
                  <a:cubicBezTo>
                    <a:pt x="777" y="731"/>
                    <a:pt x="919" y="624"/>
                    <a:pt x="919" y="482"/>
                  </a:cubicBezTo>
                  <a:lnTo>
                    <a:pt x="919" y="268"/>
                  </a:lnTo>
                  <a:cubicBezTo>
                    <a:pt x="919" y="126"/>
                    <a:pt x="777" y="19"/>
                    <a:pt x="635" y="19"/>
                  </a:cubicBezTo>
                  <a:cubicBezTo>
                    <a:pt x="593" y="6"/>
                    <a:pt x="553" y="0"/>
                    <a:pt x="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2318574" y="2542975"/>
              <a:ext cx="11513" cy="17783"/>
            </a:xfrm>
            <a:custGeom>
              <a:rect b="b" l="l" r="r" t="t"/>
              <a:pathLst>
                <a:path extrusionOk="0" h="882" w="571">
                  <a:moveTo>
                    <a:pt x="272" y="1"/>
                  </a:moveTo>
                  <a:cubicBezTo>
                    <a:pt x="152" y="1"/>
                    <a:pt x="36" y="81"/>
                    <a:pt x="19" y="241"/>
                  </a:cubicBezTo>
                  <a:lnTo>
                    <a:pt x="19" y="668"/>
                  </a:lnTo>
                  <a:cubicBezTo>
                    <a:pt x="1" y="810"/>
                    <a:pt x="143" y="881"/>
                    <a:pt x="285" y="881"/>
                  </a:cubicBezTo>
                  <a:cubicBezTo>
                    <a:pt x="428" y="881"/>
                    <a:pt x="570" y="810"/>
                    <a:pt x="552" y="668"/>
                  </a:cubicBezTo>
                  <a:lnTo>
                    <a:pt x="552" y="241"/>
                  </a:lnTo>
                  <a:cubicBezTo>
                    <a:pt x="517" y="81"/>
                    <a:pt x="392"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2318574" y="2569529"/>
              <a:ext cx="11513" cy="17057"/>
            </a:xfrm>
            <a:custGeom>
              <a:rect b="b" l="l" r="r" t="t"/>
              <a:pathLst>
                <a:path extrusionOk="0" h="846" w="571">
                  <a:moveTo>
                    <a:pt x="285" y="0"/>
                  </a:moveTo>
                  <a:cubicBezTo>
                    <a:pt x="143" y="0"/>
                    <a:pt x="1" y="80"/>
                    <a:pt x="19" y="240"/>
                  </a:cubicBezTo>
                  <a:lnTo>
                    <a:pt x="19" y="632"/>
                  </a:lnTo>
                  <a:cubicBezTo>
                    <a:pt x="1" y="774"/>
                    <a:pt x="143" y="845"/>
                    <a:pt x="285" y="845"/>
                  </a:cubicBezTo>
                  <a:cubicBezTo>
                    <a:pt x="428" y="845"/>
                    <a:pt x="570" y="774"/>
                    <a:pt x="552" y="632"/>
                  </a:cubicBezTo>
                  <a:lnTo>
                    <a:pt x="552" y="240"/>
                  </a:lnTo>
                  <a:cubicBezTo>
                    <a:pt x="570" y="80"/>
                    <a:pt x="4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2318937" y="2595176"/>
              <a:ext cx="10787" cy="17945"/>
            </a:xfrm>
            <a:custGeom>
              <a:rect b="b" l="l" r="r" t="t"/>
              <a:pathLst>
                <a:path extrusionOk="0" h="890" w="535">
                  <a:moveTo>
                    <a:pt x="250" y="0"/>
                  </a:moveTo>
                  <a:cubicBezTo>
                    <a:pt x="107" y="0"/>
                    <a:pt x="1" y="107"/>
                    <a:pt x="1" y="249"/>
                  </a:cubicBezTo>
                  <a:lnTo>
                    <a:pt x="1" y="676"/>
                  </a:lnTo>
                  <a:cubicBezTo>
                    <a:pt x="18" y="819"/>
                    <a:pt x="134" y="890"/>
                    <a:pt x="254" y="890"/>
                  </a:cubicBezTo>
                  <a:cubicBezTo>
                    <a:pt x="374" y="890"/>
                    <a:pt x="499" y="819"/>
                    <a:pt x="534" y="676"/>
                  </a:cubicBezTo>
                  <a:lnTo>
                    <a:pt x="534" y="249"/>
                  </a:lnTo>
                  <a:cubicBezTo>
                    <a:pt x="499"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2318937" y="2516966"/>
              <a:ext cx="10787" cy="17783"/>
            </a:xfrm>
            <a:custGeom>
              <a:rect b="b" l="l" r="r" t="t"/>
              <a:pathLst>
                <a:path extrusionOk="0" h="882" w="535">
                  <a:moveTo>
                    <a:pt x="254" y="1"/>
                  </a:moveTo>
                  <a:cubicBezTo>
                    <a:pt x="134" y="1"/>
                    <a:pt x="18" y="72"/>
                    <a:pt x="1" y="214"/>
                  </a:cubicBezTo>
                  <a:lnTo>
                    <a:pt x="1" y="641"/>
                  </a:lnTo>
                  <a:cubicBezTo>
                    <a:pt x="18" y="801"/>
                    <a:pt x="134" y="882"/>
                    <a:pt x="254" y="882"/>
                  </a:cubicBezTo>
                  <a:cubicBezTo>
                    <a:pt x="374" y="882"/>
                    <a:pt x="499" y="801"/>
                    <a:pt x="534" y="641"/>
                  </a:cubicBezTo>
                  <a:lnTo>
                    <a:pt x="534" y="214"/>
                  </a:lnTo>
                  <a:cubicBezTo>
                    <a:pt x="499" y="72"/>
                    <a:pt x="374" y="1"/>
                    <a:pt x="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2318574" y="2491158"/>
              <a:ext cx="11513" cy="17057"/>
            </a:xfrm>
            <a:custGeom>
              <a:rect b="b" l="l" r="r" t="t"/>
              <a:pathLst>
                <a:path extrusionOk="0" h="846" w="571">
                  <a:moveTo>
                    <a:pt x="285" y="0"/>
                  </a:moveTo>
                  <a:cubicBezTo>
                    <a:pt x="143" y="0"/>
                    <a:pt x="1" y="71"/>
                    <a:pt x="19" y="214"/>
                  </a:cubicBezTo>
                  <a:lnTo>
                    <a:pt x="19" y="605"/>
                  </a:lnTo>
                  <a:cubicBezTo>
                    <a:pt x="36" y="765"/>
                    <a:pt x="152" y="845"/>
                    <a:pt x="272" y="845"/>
                  </a:cubicBezTo>
                  <a:cubicBezTo>
                    <a:pt x="392" y="845"/>
                    <a:pt x="517" y="765"/>
                    <a:pt x="552" y="605"/>
                  </a:cubicBezTo>
                  <a:lnTo>
                    <a:pt x="552" y="214"/>
                  </a:lnTo>
                  <a:cubicBezTo>
                    <a:pt x="570" y="71"/>
                    <a:pt x="4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2318574" y="2464604"/>
              <a:ext cx="11513" cy="17239"/>
            </a:xfrm>
            <a:custGeom>
              <a:rect b="b" l="l" r="r" t="t"/>
              <a:pathLst>
                <a:path extrusionOk="0" h="855" w="571">
                  <a:moveTo>
                    <a:pt x="285" y="1"/>
                  </a:moveTo>
                  <a:cubicBezTo>
                    <a:pt x="143" y="1"/>
                    <a:pt x="1" y="72"/>
                    <a:pt x="19" y="214"/>
                  </a:cubicBezTo>
                  <a:lnTo>
                    <a:pt x="19" y="641"/>
                  </a:lnTo>
                  <a:cubicBezTo>
                    <a:pt x="1" y="783"/>
                    <a:pt x="143" y="854"/>
                    <a:pt x="285" y="854"/>
                  </a:cubicBezTo>
                  <a:cubicBezTo>
                    <a:pt x="428" y="854"/>
                    <a:pt x="570" y="783"/>
                    <a:pt x="552" y="641"/>
                  </a:cubicBezTo>
                  <a:lnTo>
                    <a:pt x="552" y="214"/>
                  </a:lnTo>
                  <a:cubicBezTo>
                    <a:pt x="570" y="72"/>
                    <a:pt x="42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2290951" y="2622436"/>
              <a:ext cx="190132" cy="105470"/>
            </a:xfrm>
            <a:custGeom>
              <a:rect b="b" l="l" r="r" t="t"/>
              <a:pathLst>
                <a:path extrusionOk="0" h="5231" w="9430">
                  <a:moveTo>
                    <a:pt x="1642" y="0"/>
                  </a:moveTo>
                  <a:cubicBezTo>
                    <a:pt x="1522" y="0"/>
                    <a:pt x="1406" y="71"/>
                    <a:pt x="1389" y="214"/>
                  </a:cubicBezTo>
                  <a:lnTo>
                    <a:pt x="1389" y="819"/>
                  </a:lnTo>
                  <a:lnTo>
                    <a:pt x="250" y="819"/>
                  </a:lnTo>
                  <a:cubicBezTo>
                    <a:pt x="108" y="854"/>
                    <a:pt x="1" y="961"/>
                    <a:pt x="1" y="1103"/>
                  </a:cubicBezTo>
                  <a:cubicBezTo>
                    <a:pt x="1" y="1246"/>
                    <a:pt x="108" y="1352"/>
                    <a:pt x="286" y="1352"/>
                  </a:cubicBezTo>
                  <a:cubicBezTo>
                    <a:pt x="641" y="1352"/>
                    <a:pt x="997" y="1317"/>
                    <a:pt x="1389" y="1317"/>
                  </a:cubicBezTo>
                  <a:lnTo>
                    <a:pt x="1389" y="1922"/>
                  </a:lnTo>
                  <a:cubicBezTo>
                    <a:pt x="1371" y="2082"/>
                    <a:pt x="1513" y="2162"/>
                    <a:pt x="1655" y="2162"/>
                  </a:cubicBezTo>
                  <a:cubicBezTo>
                    <a:pt x="1798" y="2162"/>
                    <a:pt x="1940" y="2082"/>
                    <a:pt x="1922" y="1922"/>
                  </a:cubicBezTo>
                  <a:lnTo>
                    <a:pt x="1922" y="1317"/>
                  </a:lnTo>
                  <a:cubicBezTo>
                    <a:pt x="6263" y="1352"/>
                    <a:pt x="8896" y="2349"/>
                    <a:pt x="8896" y="3025"/>
                  </a:cubicBezTo>
                  <a:cubicBezTo>
                    <a:pt x="8896" y="3274"/>
                    <a:pt x="8505" y="3701"/>
                    <a:pt x="7331" y="4056"/>
                  </a:cubicBezTo>
                  <a:cubicBezTo>
                    <a:pt x="5943" y="4448"/>
                    <a:pt x="4484" y="4661"/>
                    <a:pt x="3025" y="4733"/>
                  </a:cubicBezTo>
                  <a:cubicBezTo>
                    <a:pt x="2883" y="4733"/>
                    <a:pt x="2776" y="4839"/>
                    <a:pt x="2776" y="4982"/>
                  </a:cubicBezTo>
                  <a:cubicBezTo>
                    <a:pt x="2776" y="5124"/>
                    <a:pt x="2919" y="5231"/>
                    <a:pt x="3061" y="5231"/>
                  </a:cubicBezTo>
                  <a:cubicBezTo>
                    <a:pt x="4555" y="5195"/>
                    <a:pt x="6050" y="4946"/>
                    <a:pt x="7509" y="4555"/>
                  </a:cubicBezTo>
                  <a:cubicBezTo>
                    <a:pt x="8789" y="4163"/>
                    <a:pt x="9430" y="3630"/>
                    <a:pt x="9430" y="3025"/>
                  </a:cubicBezTo>
                  <a:cubicBezTo>
                    <a:pt x="9430" y="2420"/>
                    <a:pt x="8612" y="1815"/>
                    <a:pt x="7046" y="1388"/>
                  </a:cubicBezTo>
                  <a:cubicBezTo>
                    <a:pt x="5461" y="1025"/>
                    <a:pt x="3877" y="815"/>
                    <a:pt x="2292" y="815"/>
                  </a:cubicBezTo>
                  <a:cubicBezTo>
                    <a:pt x="2169" y="815"/>
                    <a:pt x="2046" y="816"/>
                    <a:pt x="1922" y="819"/>
                  </a:cubicBezTo>
                  <a:lnTo>
                    <a:pt x="1922" y="214"/>
                  </a:lnTo>
                  <a:cubicBezTo>
                    <a:pt x="1887" y="71"/>
                    <a:pt x="1762" y="0"/>
                    <a:pt x="16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2145338" y="2387119"/>
              <a:ext cx="288404" cy="357280"/>
            </a:xfrm>
            <a:custGeom>
              <a:rect b="b" l="l" r="r" t="t"/>
              <a:pathLst>
                <a:path extrusionOk="0" h="17720" w="14304">
                  <a:moveTo>
                    <a:pt x="1352" y="13895"/>
                  </a:moveTo>
                  <a:cubicBezTo>
                    <a:pt x="1744" y="13895"/>
                    <a:pt x="2135" y="14162"/>
                    <a:pt x="2135" y="14696"/>
                  </a:cubicBezTo>
                  <a:cubicBezTo>
                    <a:pt x="2135" y="14874"/>
                    <a:pt x="2099" y="15051"/>
                    <a:pt x="1993" y="15194"/>
                  </a:cubicBezTo>
                  <a:cubicBezTo>
                    <a:pt x="1744" y="15016"/>
                    <a:pt x="1601" y="14838"/>
                    <a:pt x="1601" y="14696"/>
                  </a:cubicBezTo>
                  <a:cubicBezTo>
                    <a:pt x="1601" y="14518"/>
                    <a:pt x="1477" y="14429"/>
                    <a:pt x="1352" y="14429"/>
                  </a:cubicBezTo>
                  <a:cubicBezTo>
                    <a:pt x="1228" y="14429"/>
                    <a:pt x="1103" y="14518"/>
                    <a:pt x="1103" y="14696"/>
                  </a:cubicBezTo>
                  <a:cubicBezTo>
                    <a:pt x="1103" y="14980"/>
                    <a:pt x="1245" y="15265"/>
                    <a:pt x="1494" y="15478"/>
                  </a:cubicBezTo>
                  <a:lnTo>
                    <a:pt x="1352" y="15478"/>
                  </a:lnTo>
                  <a:cubicBezTo>
                    <a:pt x="925" y="15478"/>
                    <a:pt x="569" y="15123"/>
                    <a:pt x="569" y="14696"/>
                  </a:cubicBezTo>
                  <a:cubicBezTo>
                    <a:pt x="569" y="14162"/>
                    <a:pt x="961" y="13895"/>
                    <a:pt x="1352" y="13895"/>
                  </a:cubicBezTo>
                  <a:close/>
                  <a:moveTo>
                    <a:pt x="249" y="1"/>
                  </a:moveTo>
                  <a:cubicBezTo>
                    <a:pt x="107" y="1"/>
                    <a:pt x="0" y="143"/>
                    <a:pt x="0" y="285"/>
                  </a:cubicBezTo>
                  <a:lnTo>
                    <a:pt x="0" y="1673"/>
                  </a:lnTo>
                  <a:cubicBezTo>
                    <a:pt x="0" y="1815"/>
                    <a:pt x="107" y="1922"/>
                    <a:pt x="249" y="1922"/>
                  </a:cubicBezTo>
                  <a:lnTo>
                    <a:pt x="8397" y="1922"/>
                  </a:lnTo>
                  <a:lnTo>
                    <a:pt x="1779" y="13450"/>
                  </a:lnTo>
                  <a:cubicBezTo>
                    <a:pt x="1648" y="13412"/>
                    <a:pt x="1517" y="13394"/>
                    <a:pt x="1388" y="13394"/>
                  </a:cubicBezTo>
                  <a:cubicBezTo>
                    <a:pt x="682" y="13394"/>
                    <a:pt x="66" y="13943"/>
                    <a:pt x="36" y="14696"/>
                  </a:cubicBezTo>
                  <a:cubicBezTo>
                    <a:pt x="36" y="15407"/>
                    <a:pt x="641" y="15977"/>
                    <a:pt x="1352" y="16012"/>
                  </a:cubicBezTo>
                  <a:cubicBezTo>
                    <a:pt x="1601" y="16012"/>
                    <a:pt x="1815" y="15941"/>
                    <a:pt x="2028" y="15799"/>
                  </a:cubicBezTo>
                  <a:cubicBezTo>
                    <a:pt x="2491" y="16048"/>
                    <a:pt x="2989" y="16226"/>
                    <a:pt x="3487" y="16332"/>
                  </a:cubicBezTo>
                  <a:cubicBezTo>
                    <a:pt x="5053" y="16724"/>
                    <a:pt x="6654" y="16902"/>
                    <a:pt x="8290" y="16937"/>
                  </a:cubicBezTo>
                  <a:lnTo>
                    <a:pt x="7899" y="17293"/>
                  </a:lnTo>
                  <a:cubicBezTo>
                    <a:pt x="7828" y="17400"/>
                    <a:pt x="7828" y="17578"/>
                    <a:pt x="7899" y="17649"/>
                  </a:cubicBezTo>
                  <a:cubicBezTo>
                    <a:pt x="7970" y="17720"/>
                    <a:pt x="8041" y="17720"/>
                    <a:pt x="8113" y="17720"/>
                  </a:cubicBezTo>
                  <a:cubicBezTo>
                    <a:pt x="8184" y="17720"/>
                    <a:pt x="8219" y="17720"/>
                    <a:pt x="8290" y="17649"/>
                  </a:cubicBezTo>
                  <a:lnTo>
                    <a:pt x="9073" y="16866"/>
                  </a:lnTo>
                  <a:cubicBezTo>
                    <a:pt x="9180" y="16759"/>
                    <a:pt x="9180" y="16581"/>
                    <a:pt x="9073" y="16475"/>
                  </a:cubicBezTo>
                  <a:lnTo>
                    <a:pt x="8290" y="15692"/>
                  </a:lnTo>
                  <a:cubicBezTo>
                    <a:pt x="8227" y="15610"/>
                    <a:pt x="8152" y="15577"/>
                    <a:pt x="8080" y="15577"/>
                  </a:cubicBezTo>
                  <a:cubicBezTo>
                    <a:pt x="7870" y="15577"/>
                    <a:pt x="7687" y="15862"/>
                    <a:pt x="7899" y="16048"/>
                  </a:cubicBezTo>
                  <a:lnTo>
                    <a:pt x="8255" y="16404"/>
                  </a:lnTo>
                  <a:cubicBezTo>
                    <a:pt x="5515" y="16332"/>
                    <a:pt x="3487" y="15905"/>
                    <a:pt x="2420" y="15407"/>
                  </a:cubicBezTo>
                  <a:cubicBezTo>
                    <a:pt x="2526" y="15265"/>
                    <a:pt x="2597" y="15123"/>
                    <a:pt x="2633" y="14945"/>
                  </a:cubicBezTo>
                  <a:lnTo>
                    <a:pt x="2669" y="14945"/>
                  </a:lnTo>
                  <a:cubicBezTo>
                    <a:pt x="2677" y="14946"/>
                    <a:pt x="2685" y="14946"/>
                    <a:pt x="2692" y="14946"/>
                  </a:cubicBezTo>
                  <a:cubicBezTo>
                    <a:pt x="2945" y="14946"/>
                    <a:pt x="2945" y="14409"/>
                    <a:pt x="2692" y="14409"/>
                  </a:cubicBezTo>
                  <a:cubicBezTo>
                    <a:pt x="2685" y="14409"/>
                    <a:pt x="2677" y="14410"/>
                    <a:pt x="2669" y="14411"/>
                  </a:cubicBezTo>
                  <a:lnTo>
                    <a:pt x="2633" y="14411"/>
                  </a:lnTo>
                  <a:cubicBezTo>
                    <a:pt x="2597" y="14269"/>
                    <a:pt x="2526" y="14091"/>
                    <a:pt x="2420" y="13948"/>
                  </a:cubicBezTo>
                  <a:cubicBezTo>
                    <a:pt x="3096" y="13664"/>
                    <a:pt x="3772" y="13486"/>
                    <a:pt x="4483" y="13344"/>
                  </a:cubicBezTo>
                  <a:cubicBezTo>
                    <a:pt x="4626" y="13308"/>
                    <a:pt x="4732" y="13201"/>
                    <a:pt x="4697" y="13059"/>
                  </a:cubicBezTo>
                  <a:cubicBezTo>
                    <a:pt x="4666" y="12935"/>
                    <a:pt x="4554" y="12839"/>
                    <a:pt x="4432" y="12839"/>
                  </a:cubicBezTo>
                  <a:cubicBezTo>
                    <a:pt x="4414" y="12839"/>
                    <a:pt x="4395" y="12841"/>
                    <a:pt x="4377" y="12845"/>
                  </a:cubicBezTo>
                  <a:cubicBezTo>
                    <a:pt x="3700" y="12952"/>
                    <a:pt x="3024" y="13166"/>
                    <a:pt x="2384" y="13415"/>
                  </a:cubicBezTo>
                  <a:lnTo>
                    <a:pt x="8611" y="2634"/>
                  </a:lnTo>
                  <a:lnTo>
                    <a:pt x="8611" y="3167"/>
                  </a:lnTo>
                  <a:cubicBezTo>
                    <a:pt x="8628" y="3328"/>
                    <a:pt x="8753" y="3408"/>
                    <a:pt x="8877" y="3408"/>
                  </a:cubicBezTo>
                  <a:cubicBezTo>
                    <a:pt x="9002" y="3408"/>
                    <a:pt x="9127" y="3328"/>
                    <a:pt x="9144" y="3167"/>
                  </a:cubicBezTo>
                  <a:lnTo>
                    <a:pt x="9144" y="1958"/>
                  </a:lnTo>
                  <a:lnTo>
                    <a:pt x="14019" y="1958"/>
                  </a:lnTo>
                  <a:cubicBezTo>
                    <a:pt x="14161" y="1958"/>
                    <a:pt x="14304" y="1815"/>
                    <a:pt x="14304" y="1673"/>
                  </a:cubicBezTo>
                  <a:cubicBezTo>
                    <a:pt x="14304" y="1531"/>
                    <a:pt x="14161" y="1424"/>
                    <a:pt x="14019" y="1424"/>
                  </a:cubicBezTo>
                  <a:lnTo>
                    <a:pt x="534" y="1424"/>
                  </a:lnTo>
                  <a:lnTo>
                    <a:pt x="534" y="535"/>
                  </a:lnTo>
                  <a:lnTo>
                    <a:pt x="2170" y="535"/>
                  </a:lnTo>
                  <a:cubicBezTo>
                    <a:pt x="2491" y="499"/>
                    <a:pt x="2491" y="36"/>
                    <a:pt x="2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2339381" y="2511421"/>
              <a:ext cx="32663" cy="52201"/>
            </a:xfrm>
            <a:custGeom>
              <a:rect b="b" l="l" r="r" t="t"/>
              <a:pathLst>
                <a:path extrusionOk="0" h="2589" w="1620">
                  <a:moveTo>
                    <a:pt x="285" y="0"/>
                  </a:moveTo>
                  <a:cubicBezTo>
                    <a:pt x="143" y="0"/>
                    <a:pt x="1" y="80"/>
                    <a:pt x="18" y="240"/>
                  </a:cubicBezTo>
                  <a:lnTo>
                    <a:pt x="18" y="2304"/>
                  </a:lnTo>
                  <a:cubicBezTo>
                    <a:pt x="1" y="2464"/>
                    <a:pt x="143" y="2544"/>
                    <a:pt x="285" y="2544"/>
                  </a:cubicBezTo>
                  <a:cubicBezTo>
                    <a:pt x="428" y="2544"/>
                    <a:pt x="570" y="2464"/>
                    <a:pt x="552" y="2304"/>
                  </a:cubicBezTo>
                  <a:lnTo>
                    <a:pt x="552" y="1521"/>
                  </a:lnTo>
                  <a:lnTo>
                    <a:pt x="1015" y="1521"/>
                  </a:lnTo>
                  <a:cubicBezTo>
                    <a:pt x="1050" y="1521"/>
                    <a:pt x="1086" y="1557"/>
                    <a:pt x="1086" y="1628"/>
                  </a:cubicBezTo>
                  <a:lnTo>
                    <a:pt x="1086" y="2304"/>
                  </a:lnTo>
                  <a:cubicBezTo>
                    <a:pt x="1086" y="2446"/>
                    <a:pt x="1193" y="2589"/>
                    <a:pt x="1335" y="2589"/>
                  </a:cubicBezTo>
                  <a:lnTo>
                    <a:pt x="1335" y="2553"/>
                  </a:lnTo>
                  <a:cubicBezTo>
                    <a:pt x="1350" y="2557"/>
                    <a:pt x="1365" y="2559"/>
                    <a:pt x="1380" y="2559"/>
                  </a:cubicBezTo>
                  <a:cubicBezTo>
                    <a:pt x="1506" y="2559"/>
                    <a:pt x="1620" y="2431"/>
                    <a:pt x="1620" y="2304"/>
                  </a:cubicBezTo>
                  <a:lnTo>
                    <a:pt x="1620" y="1628"/>
                  </a:lnTo>
                  <a:cubicBezTo>
                    <a:pt x="1620" y="1272"/>
                    <a:pt x="1335" y="988"/>
                    <a:pt x="1015" y="988"/>
                  </a:cubicBezTo>
                  <a:lnTo>
                    <a:pt x="552" y="988"/>
                  </a:lnTo>
                  <a:lnTo>
                    <a:pt x="552" y="240"/>
                  </a:lnTo>
                  <a:cubicBezTo>
                    <a:pt x="570" y="80"/>
                    <a:pt x="4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2253650" y="2620278"/>
              <a:ext cx="31595" cy="45930"/>
            </a:xfrm>
            <a:custGeom>
              <a:rect b="b" l="l" r="r" t="t"/>
              <a:pathLst>
                <a:path extrusionOk="0" h="2278" w="1567">
                  <a:moveTo>
                    <a:pt x="250" y="1"/>
                  </a:moveTo>
                  <a:cubicBezTo>
                    <a:pt x="108" y="1"/>
                    <a:pt x="1" y="143"/>
                    <a:pt x="1" y="285"/>
                  </a:cubicBezTo>
                  <a:lnTo>
                    <a:pt x="1" y="2029"/>
                  </a:lnTo>
                  <a:cubicBezTo>
                    <a:pt x="1" y="2171"/>
                    <a:pt x="108" y="2278"/>
                    <a:pt x="250" y="2278"/>
                  </a:cubicBezTo>
                  <a:cubicBezTo>
                    <a:pt x="392" y="2278"/>
                    <a:pt x="534" y="2171"/>
                    <a:pt x="534" y="2029"/>
                  </a:cubicBezTo>
                  <a:lnTo>
                    <a:pt x="534" y="748"/>
                  </a:lnTo>
                  <a:lnTo>
                    <a:pt x="819" y="748"/>
                  </a:lnTo>
                  <a:cubicBezTo>
                    <a:pt x="961" y="748"/>
                    <a:pt x="1068" y="854"/>
                    <a:pt x="1068" y="961"/>
                  </a:cubicBezTo>
                  <a:cubicBezTo>
                    <a:pt x="1050" y="1139"/>
                    <a:pt x="1175" y="1228"/>
                    <a:pt x="1304" y="1228"/>
                  </a:cubicBezTo>
                  <a:cubicBezTo>
                    <a:pt x="1433" y="1228"/>
                    <a:pt x="1566" y="1139"/>
                    <a:pt x="1566" y="961"/>
                  </a:cubicBezTo>
                  <a:cubicBezTo>
                    <a:pt x="1566" y="570"/>
                    <a:pt x="1246" y="214"/>
                    <a:pt x="819" y="214"/>
                  </a:cubicBezTo>
                  <a:lnTo>
                    <a:pt x="499" y="214"/>
                  </a:lnTo>
                  <a:cubicBezTo>
                    <a:pt x="499" y="107"/>
                    <a:pt x="392" y="1"/>
                    <a:pt x="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72"/>
          <p:cNvGrpSpPr/>
          <p:nvPr/>
        </p:nvGrpSpPr>
        <p:grpSpPr>
          <a:xfrm>
            <a:off x="2159673" y="1860011"/>
            <a:ext cx="329314" cy="357824"/>
            <a:chOff x="2159673" y="1860011"/>
            <a:chExt cx="329314" cy="357824"/>
          </a:xfrm>
        </p:grpSpPr>
        <p:sp>
          <p:nvSpPr>
            <p:cNvPr id="3002" name="Google Shape;3002;p72"/>
            <p:cNvSpPr/>
            <p:nvPr/>
          </p:nvSpPr>
          <p:spPr>
            <a:xfrm>
              <a:off x="2164694" y="1864870"/>
              <a:ext cx="159284" cy="276932"/>
            </a:xfrm>
            <a:custGeom>
              <a:rect b="b" l="l" r="r" t="t"/>
              <a:pathLst>
                <a:path extrusionOk="0" h="13735" w="7900">
                  <a:moveTo>
                    <a:pt x="7900" y="0"/>
                  </a:moveTo>
                  <a:lnTo>
                    <a:pt x="1" y="13734"/>
                  </a:lnTo>
                  <a:lnTo>
                    <a:pt x="1" y="13734"/>
                  </a:lnTo>
                  <a:lnTo>
                    <a:pt x="7900" y="10212"/>
                  </a:lnTo>
                  <a:lnTo>
                    <a:pt x="79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2323957" y="1864870"/>
              <a:ext cx="159284" cy="347239"/>
            </a:xfrm>
            <a:custGeom>
              <a:rect b="b" l="l" r="r" t="t"/>
              <a:pathLst>
                <a:path extrusionOk="0" h="17222" w="7900">
                  <a:moveTo>
                    <a:pt x="1" y="0"/>
                  </a:moveTo>
                  <a:lnTo>
                    <a:pt x="1" y="17221"/>
                  </a:lnTo>
                  <a:lnTo>
                    <a:pt x="7900" y="13734"/>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2164694" y="2070749"/>
              <a:ext cx="159284" cy="141359"/>
            </a:xfrm>
            <a:custGeom>
              <a:rect b="b" l="l" r="r" t="t"/>
              <a:pathLst>
                <a:path extrusionOk="0" h="7011" w="7900">
                  <a:moveTo>
                    <a:pt x="7900" y="1"/>
                  </a:moveTo>
                  <a:lnTo>
                    <a:pt x="1" y="3523"/>
                  </a:lnTo>
                  <a:lnTo>
                    <a:pt x="7900" y="7010"/>
                  </a:lnTo>
                  <a:lnTo>
                    <a:pt x="7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2159673" y="1860011"/>
              <a:ext cx="329314" cy="357824"/>
            </a:xfrm>
            <a:custGeom>
              <a:rect b="b" l="l" r="r" t="t"/>
              <a:pathLst>
                <a:path extrusionOk="0" h="17747" w="16333">
                  <a:moveTo>
                    <a:pt x="8166" y="1"/>
                  </a:moveTo>
                  <a:cubicBezTo>
                    <a:pt x="8078" y="1"/>
                    <a:pt x="7989" y="45"/>
                    <a:pt x="7935" y="134"/>
                  </a:cubicBezTo>
                  <a:lnTo>
                    <a:pt x="3879" y="7108"/>
                  </a:lnTo>
                  <a:cubicBezTo>
                    <a:pt x="3808" y="7250"/>
                    <a:pt x="3843" y="7393"/>
                    <a:pt x="3986" y="7464"/>
                  </a:cubicBezTo>
                  <a:cubicBezTo>
                    <a:pt x="4021" y="7500"/>
                    <a:pt x="4057" y="7500"/>
                    <a:pt x="4092" y="7500"/>
                  </a:cubicBezTo>
                  <a:cubicBezTo>
                    <a:pt x="4199" y="7500"/>
                    <a:pt x="4270" y="7464"/>
                    <a:pt x="4342" y="7393"/>
                  </a:cubicBezTo>
                  <a:lnTo>
                    <a:pt x="7900" y="1237"/>
                  </a:lnTo>
                  <a:lnTo>
                    <a:pt x="7900" y="10275"/>
                  </a:lnTo>
                  <a:lnTo>
                    <a:pt x="7864" y="10275"/>
                  </a:lnTo>
                  <a:cubicBezTo>
                    <a:pt x="7722" y="10346"/>
                    <a:pt x="7651" y="10488"/>
                    <a:pt x="7722" y="10631"/>
                  </a:cubicBezTo>
                  <a:cubicBezTo>
                    <a:pt x="7757" y="10702"/>
                    <a:pt x="7828" y="10773"/>
                    <a:pt x="7900" y="10773"/>
                  </a:cubicBezTo>
                  <a:lnTo>
                    <a:pt x="7900" y="17035"/>
                  </a:lnTo>
                  <a:lnTo>
                    <a:pt x="2136" y="14509"/>
                  </a:lnTo>
                  <a:lnTo>
                    <a:pt x="3772" y="13797"/>
                  </a:lnTo>
                  <a:cubicBezTo>
                    <a:pt x="3843" y="13726"/>
                    <a:pt x="3915" y="13655"/>
                    <a:pt x="3915" y="13548"/>
                  </a:cubicBezTo>
                  <a:cubicBezTo>
                    <a:pt x="3915" y="13442"/>
                    <a:pt x="3843" y="13335"/>
                    <a:pt x="3737" y="13299"/>
                  </a:cubicBezTo>
                  <a:lnTo>
                    <a:pt x="2918" y="12979"/>
                  </a:lnTo>
                  <a:cubicBezTo>
                    <a:pt x="2954" y="12908"/>
                    <a:pt x="2954" y="12837"/>
                    <a:pt x="2918" y="12765"/>
                  </a:cubicBezTo>
                  <a:cubicBezTo>
                    <a:pt x="2866" y="12661"/>
                    <a:pt x="2776" y="12595"/>
                    <a:pt x="2676" y="12595"/>
                  </a:cubicBezTo>
                  <a:cubicBezTo>
                    <a:pt x="2639" y="12595"/>
                    <a:pt x="2601" y="12604"/>
                    <a:pt x="2563" y="12623"/>
                  </a:cubicBezTo>
                  <a:lnTo>
                    <a:pt x="2207" y="12801"/>
                  </a:lnTo>
                  <a:cubicBezTo>
                    <a:pt x="2171" y="12801"/>
                    <a:pt x="2100" y="12872"/>
                    <a:pt x="2064" y="12943"/>
                  </a:cubicBezTo>
                  <a:cubicBezTo>
                    <a:pt x="2029" y="13050"/>
                    <a:pt x="2100" y="13228"/>
                    <a:pt x="2207" y="13264"/>
                  </a:cubicBezTo>
                  <a:lnTo>
                    <a:pt x="2989" y="13548"/>
                  </a:lnTo>
                  <a:lnTo>
                    <a:pt x="1495" y="14224"/>
                  </a:lnTo>
                  <a:lnTo>
                    <a:pt x="606" y="13833"/>
                  </a:lnTo>
                  <a:lnTo>
                    <a:pt x="3737" y="8425"/>
                  </a:lnTo>
                  <a:cubicBezTo>
                    <a:pt x="3884" y="8204"/>
                    <a:pt x="3692" y="8000"/>
                    <a:pt x="3501" y="8000"/>
                  </a:cubicBezTo>
                  <a:cubicBezTo>
                    <a:pt x="3415" y="8000"/>
                    <a:pt x="3329" y="8041"/>
                    <a:pt x="3274" y="8140"/>
                  </a:cubicBezTo>
                  <a:lnTo>
                    <a:pt x="36" y="13833"/>
                  </a:lnTo>
                  <a:cubicBezTo>
                    <a:pt x="1" y="13904"/>
                    <a:pt x="1" y="13975"/>
                    <a:pt x="1" y="14046"/>
                  </a:cubicBezTo>
                  <a:cubicBezTo>
                    <a:pt x="36" y="14118"/>
                    <a:pt x="72" y="14189"/>
                    <a:pt x="143" y="14224"/>
                  </a:cubicBezTo>
                  <a:lnTo>
                    <a:pt x="8042" y="17711"/>
                  </a:lnTo>
                  <a:cubicBezTo>
                    <a:pt x="8078" y="17711"/>
                    <a:pt x="8113" y="17747"/>
                    <a:pt x="8149" y="17747"/>
                  </a:cubicBezTo>
                  <a:cubicBezTo>
                    <a:pt x="8184" y="17747"/>
                    <a:pt x="8220" y="17711"/>
                    <a:pt x="8255" y="17711"/>
                  </a:cubicBezTo>
                  <a:lnTo>
                    <a:pt x="16154" y="14224"/>
                  </a:lnTo>
                  <a:cubicBezTo>
                    <a:pt x="16226" y="14189"/>
                    <a:pt x="16297" y="14118"/>
                    <a:pt x="16297" y="14046"/>
                  </a:cubicBezTo>
                  <a:cubicBezTo>
                    <a:pt x="16332" y="13975"/>
                    <a:pt x="16332" y="13904"/>
                    <a:pt x="16297" y="13833"/>
                  </a:cubicBezTo>
                  <a:lnTo>
                    <a:pt x="13023" y="8176"/>
                  </a:lnTo>
                  <a:cubicBezTo>
                    <a:pt x="12979" y="8076"/>
                    <a:pt x="12897" y="8035"/>
                    <a:pt x="12812" y="8035"/>
                  </a:cubicBezTo>
                  <a:cubicBezTo>
                    <a:pt x="12622" y="8035"/>
                    <a:pt x="12413" y="8239"/>
                    <a:pt x="12561" y="8460"/>
                  </a:cubicBezTo>
                  <a:lnTo>
                    <a:pt x="15692" y="13868"/>
                  </a:lnTo>
                  <a:lnTo>
                    <a:pt x="14802" y="14260"/>
                  </a:lnTo>
                  <a:lnTo>
                    <a:pt x="13308" y="13584"/>
                  </a:lnTo>
                  <a:lnTo>
                    <a:pt x="14091" y="13299"/>
                  </a:lnTo>
                  <a:cubicBezTo>
                    <a:pt x="14197" y="13264"/>
                    <a:pt x="14269" y="13121"/>
                    <a:pt x="14233" y="12979"/>
                  </a:cubicBezTo>
                  <a:cubicBezTo>
                    <a:pt x="14197" y="12908"/>
                    <a:pt x="14162" y="12837"/>
                    <a:pt x="14091" y="12837"/>
                  </a:cubicBezTo>
                  <a:lnTo>
                    <a:pt x="13735" y="12659"/>
                  </a:lnTo>
                  <a:cubicBezTo>
                    <a:pt x="13701" y="12650"/>
                    <a:pt x="13668" y="12646"/>
                    <a:pt x="13635" y="12646"/>
                  </a:cubicBezTo>
                  <a:cubicBezTo>
                    <a:pt x="13529" y="12646"/>
                    <a:pt x="13433" y="12692"/>
                    <a:pt x="13379" y="12801"/>
                  </a:cubicBezTo>
                  <a:cubicBezTo>
                    <a:pt x="13344" y="12872"/>
                    <a:pt x="13344" y="12943"/>
                    <a:pt x="13379" y="13015"/>
                  </a:cubicBezTo>
                  <a:lnTo>
                    <a:pt x="12561" y="13335"/>
                  </a:lnTo>
                  <a:cubicBezTo>
                    <a:pt x="12454" y="13370"/>
                    <a:pt x="12383" y="13477"/>
                    <a:pt x="12383" y="13584"/>
                  </a:cubicBezTo>
                  <a:cubicBezTo>
                    <a:pt x="12383" y="13691"/>
                    <a:pt x="12454" y="13797"/>
                    <a:pt x="12525" y="13833"/>
                  </a:cubicBezTo>
                  <a:lnTo>
                    <a:pt x="14162" y="14545"/>
                  </a:lnTo>
                  <a:lnTo>
                    <a:pt x="8398" y="17071"/>
                  </a:lnTo>
                  <a:lnTo>
                    <a:pt x="8398" y="10809"/>
                  </a:lnTo>
                  <a:cubicBezTo>
                    <a:pt x="8469" y="10773"/>
                    <a:pt x="8540" y="10737"/>
                    <a:pt x="8576" y="10666"/>
                  </a:cubicBezTo>
                  <a:cubicBezTo>
                    <a:pt x="8647" y="10524"/>
                    <a:pt x="8576" y="10382"/>
                    <a:pt x="8433" y="10310"/>
                  </a:cubicBezTo>
                  <a:lnTo>
                    <a:pt x="8398" y="10310"/>
                  </a:lnTo>
                  <a:lnTo>
                    <a:pt x="8398" y="1237"/>
                  </a:lnTo>
                  <a:lnTo>
                    <a:pt x="11956" y="7393"/>
                  </a:lnTo>
                  <a:cubicBezTo>
                    <a:pt x="12002" y="7462"/>
                    <a:pt x="12092" y="7501"/>
                    <a:pt x="12179" y="7501"/>
                  </a:cubicBezTo>
                  <a:cubicBezTo>
                    <a:pt x="12227" y="7501"/>
                    <a:pt x="12274" y="7489"/>
                    <a:pt x="12312" y="7464"/>
                  </a:cubicBezTo>
                  <a:cubicBezTo>
                    <a:pt x="12454" y="7393"/>
                    <a:pt x="12490" y="7250"/>
                    <a:pt x="12418" y="7108"/>
                  </a:cubicBezTo>
                  <a:lnTo>
                    <a:pt x="8398" y="134"/>
                  </a:lnTo>
                  <a:cubicBezTo>
                    <a:pt x="8344" y="45"/>
                    <a:pt x="8255" y="1"/>
                    <a:pt x="8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2246473" y="2094380"/>
              <a:ext cx="20586" cy="13690"/>
            </a:xfrm>
            <a:custGeom>
              <a:rect b="b" l="l" r="r" t="t"/>
              <a:pathLst>
                <a:path extrusionOk="0" h="679" w="1021">
                  <a:moveTo>
                    <a:pt x="669" y="1"/>
                  </a:moveTo>
                  <a:cubicBezTo>
                    <a:pt x="627" y="1"/>
                    <a:pt x="582" y="12"/>
                    <a:pt x="535" y="38"/>
                  </a:cubicBezTo>
                  <a:lnTo>
                    <a:pt x="179" y="181"/>
                  </a:lnTo>
                  <a:cubicBezTo>
                    <a:pt x="37" y="252"/>
                    <a:pt x="1" y="394"/>
                    <a:pt x="37" y="537"/>
                  </a:cubicBezTo>
                  <a:cubicBezTo>
                    <a:pt x="72" y="608"/>
                    <a:pt x="179" y="679"/>
                    <a:pt x="286" y="679"/>
                  </a:cubicBezTo>
                  <a:cubicBezTo>
                    <a:pt x="321" y="679"/>
                    <a:pt x="357" y="679"/>
                    <a:pt x="392" y="643"/>
                  </a:cubicBezTo>
                  <a:lnTo>
                    <a:pt x="748" y="501"/>
                  </a:lnTo>
                  <a:cubicBezTo>
                    <a:pt x="1021" y="380"/>
                    <a:pt x="907" y="1"/>
                    <a:pt x="6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2178323" y="2124765"/>
              <a:ext cx="20747" cy="13448"/>
            </a:xfrm>
            <a:custGeom>
              <a:rect b="b" l="l" r="r" t="t"/>
              <a:pathLst>
                <a:path extrusionOk="0" h="667" w="1029">
                  <a:moveTo>
                    <a:pt x="647" y="1"/>
                  </a:moveTo>
                  <a:cubicBezTo>
                    <a:pt x="612" y="1"/>
                    <a:pt x="574" y="8"/>
                    <a:pt x="534" y="26"/>
                  </a:cubicBezTo>
                  <a:lnTo>
                    <a:pt x="179" y="168"/>
                  </a:lnTo>
                  <a:cubicBezTo>
                    <a:pt x="36" y="239"/>
                    <a:pt x="1" y="382"/>
                    <a:pt x="36" y="524"/>
                  </a:cubicBezTo>
                  <a:cubicBezTo>
                    <a:pt x="108" y="595"/>
                    <a:pt x="179" y="666"/>
                    <a:pt x="285" y="666"/>
                  </a:cubicBezTo>
                  <a:lnTo>
                    <a:pt x="392" y="666"/>
                  </a:lnTo>
                  <a:lnTo>
                    <a:pt x="748" y="524"/>
                  </a:lnTo>
                  <a:cubicBezTo>
                    <a:pt x="1029" y="399"/>
                    <a:pt x="899"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2267280" y="2084339"/>
              <a:ext cx="22642" cy="13690"/>
            </a:xfrm>
            <a:custGeom>
              <a:rect b="b" l="l" r="r" t="t"/>
              <a:pathLst>
                <a:path extrusionOk="0" h="679" w="1123">
                  <a:moveTo>
                    <a:pt x="775" y="0"/>
                  </a:moveTo>
                  <a:cubicBezTo>
                    <a:pt x="734" y="0"/>
                    <a:pt x="689" y="12"/>
                    <a:pt x="641" y="38"/>
                  </a:cubicBezTo>
                  <a:lnTo>
                    <a:pt x="285" y="181"/>
                  </a:lnTo>
                  <a:cubicBezTo>
                    <a:pt x="1" y="287"/>
                    <a:pt x="72" y="679"/>
                    <a:pt x="392" y="679"/>
                  </a:cubicBezTo>
                  <a:cubicBezTo>
                    <a:pt x="428" y="679"/>
                    <a:pt x="463" y="679"/>
                    <a:pt x="463" y="643"/>
                  </a:cubicBezTo>
                  <a:lnTo>
                    <a:pt x="819" y="501"/>
                  </a:lnTo>
                  <a:cubicBezTo>
                    <a:pt x="1122" y="380"/>
                    <a:pt x="1012" y="0"/>
                    <a:pt x="7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2223528" y="2104925"/>
              <a:ext cx="19396" cy="13206"/>
            </a:xfrm>
            <a:custGeom>
              <a:rect b="b" l="l" r="r" t="t"/>
              <a:pathLst>
                <a:path extrusionOk="0" h="655" w="962">
                  <a:moveTo>
                    <a:pt x="634" y="1"/>
                  </a:moveTo>
                  <a:cubicBezTo>
                    <a:pt x="601" y="1"/>
                    <a:pt x="568" y="5"/>
                    <a:pt x="534" y="14"/>
                  </a:cubicBezTo>
                  <a:lnTo>
                    <a:pt x="178" y="156"/>
                  </a:lnTo>
                  <a:cubicBezTo>
                    <a:pt x="72" y="227"/>
                    <a:pt x="0" y="369"/>
                    <a:pt x="72" y="512"/>
                  </a:cubicBezTo>
                  <a:cubicBezTo>
                    <a:pt x="107" y="583"/>
                    <a:pt x="178" y="654"/>
                    <a:pt x="285" y="654"/>
                  </a:cubicBezTo>
                  <a:lnTo>
                    <a:pt x="392" y="654"/>
                  </a:lnTo>
                  <a:lnTo>
                    <a:pt x="748" y="512"/>
                  </a:lnTo>
                  <a:cubicBezTo>
                    <a:pt x="890" y="441"/>
                    <a:pt x="961" y="298"/>
                    <a:pt x="890" y="156"/>
                  </a:cubicBezTo>
                  <a:cubicBezTo>
                    <a:pt x="836" y="47"/>
                    <a:pt x="740"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2290245" y="2074298"/>
              <a:ext cx="22017" cy="13690"/>
            </a:xfrm>
            <a:custGeom>
              <a:rect b="b" l="l" r="r" t="t"/>
              <a:pathLst>
                <a:path extrusionOk="0" h="679" w="1092">
                  <a:moveTo>
                    <a:pt x="739" y="0"/>
                  </a:moveTo>
                  <a:cubicBezTo>
                    <a:pt x="698" y="0"/>
                    <a:pt x="653" y="12"/>
                    <a:pt x="605" y="38"/>
                  </a:cubicBezTo>
                  <a:lnTo>
                    <a:pt x="249" y="181"/>
                  </a:lnTo>
                  <a:cubicBezTo>
                    <a:pt x="0" y="287"/>
                    <a:pt x="72" y="679"/>
                    <a:pt x="356" y="679"/>
                  </a:cubicBezTo>
                  <a:cubicBezTo>
                    <a:pt x="392" y="679"/>
                    <a:pt x="427" y="679"/>
                    <a:pt x="463" y="643"/>
                  </a:cubicBezTo>
                  <a:lnTo>
                    <a:pt x="819" y="501"/>
                  </a:lnTo>
                  <a:cubicBezTo>
                    <a:pt x="1091" y="380"/>
                    <a:pt x="977" y="0"/>
                    <a:pt x="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2449529" y="2124019"/>
              <a:ext cx="20808" cy="14013"/>
            </a:xfrm>
            <a:custGeom>
              <a:rect b="b" l="l" r="r" t="t"/>
              <a:pathLst>
                <a:path extrusionOk="0" h="695" w="1032">
                  <a:moveTo>
                    <a:pt x="344" y="0"/>
                  </a:moveTo>
                  <a:cubicBezTo>
                    <a:pt x="103" y="0"/>
                    <a:pt x="1" y="366"/>
                    <a:pt x="248" y="490"/>
                  </a:cubicBezTo>
                  <a:lnTo>
                    <a:pt x="640" y="668"/>
                  </a:lnTo>
                  <a:cubicBezTo>
                    <a:pt x="640" y="686"/>
                    <a:pt x="658" y="694"/>
                    <a:pt x="680" y="694"/>
                  </a:cubicBezTo>
                  <a:cubicBezTo>
                    <a:pt x="702" y="694"/>
                    <a:pt x="729" y="686"/>
                    <a:pt x="747" y="668"/>
                  </a:cubicBezTo>
                  <a:cubicBezTo>
                    <a:pt x="818" y="668"/>
                    <a:pt x="924" y="632"/>
                    <a:pt x="960" y="525"/>
                  </a:cubicBezTo>
                  <a:cubicBezTo>
                    <a:pt x="1031" y="383"/>
                    <a:pt x="960" y="241"/>
                    <a:pt x="818" y="170"/>
                  </a:cubicBezTo>
                  <a:lnTo>
                    <a:pt x="462" y="27"/>
                  </a:lnTo>
                  <a:cubicBezTo>
                    <a:pt x="420" y="9"/>
                    <a:pt x="381" y="0"/>
                    <a:pt x="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2359826" y="2084520"/>
              <a:ext cx="19396" cy="13368"/>
            </a:xfrm>
            <a:custGeom>
              <a:rect b="b" l="l" r="r" t="t"/>
              <a:pathLst>
                <a:path extrusionOk="0" h="663" w="962">
                  <a:moveTo>
                    <a:pt x="310" y="1"/>
                  </a:moveTo>
                  <a:cubicBezTo>
                    <a:pt x="211" y="1"/>
                    <a:pt x="123" y="59"/>
                    <a:pt x="72" y="136"/>
                  </a:cubicBezTo>
                  <a:cubicBezTo>
                    <a:pt x="1" y="278"/>
                    <a:pt x="72" y="421"/>
                    <a:pt x="214" y="492"/>
                  </a:cubicBezTo>
                  <a:lnTo>
                    <a:pt x="570" y="634"/>
                  </a:lnTo>
                  <a:cubicBezTo>
                    <a:pt x="610" y="654"/>
                    <a:pt x="650" y="663"/>
                    <a:pt x="688" y="663"/>
                  </a:cubicBezTo>
                  <a:cubicBezTo>
                    <a:pt x="786" y="663"/>
                    <a:pt x="875" y="604"/>
                    <a:pt x="926" y="527"/>
                  </a:cubicBezTo>
                  <a:cubicBezTo>
                    <a:pt x="961" y="385"/>
                    <a:pt x="890" y="243"/>
                    <a:pt x="784" y="172"/>
                  </a:cubicBezTo>
                  <a:lnTo>
                    <a:pt x="428" y="29"/>
                  </a:lnTo>
                  <a:cubicBezTo>
                    <a:pt x="388" y="9"/>
                    <a:pt x="348"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2337587" y="2074479"/>
              <a:ext cx="20707" cy="13327"/>
            </a:xfrm>
            <a:custGeom>
              <a:rect b="b" l="l" r="r" t="t"/>
              <a:pathLst>
                <a:path extrusionOk="0" h="661" w="1027">
                  <a:moveTo>
                    <a:pt x="274" y="1"/>
                  </a:moveTo>
                  <a:cubicBezTo>
                    <a:pt x="176" y="1"/>
                    <a:pt x="88" y="59"/>
                    <a:pt x="36" y="136"/>
                  </a:cubicBezTo>
                  <a:cubicBezTo>
                    <a:pt x="1" y="278"/>
                    <a:pt x="36" y="421"/>
                    <a:pt x="179" y="492"/>
                  </a:cubicBezTo>
                  <a:lnTo>
                    <a:pt x="534" y="634"/>
                  </a:lnTo>
                  <a:cubicBezTo>
                    <a:pt x="576" y="653"/>
                    <a:pt x="616" y="661"/>
                    <a:pt x="654" y="661"/>
                  </a:cubicBezTo>
                  <a:cubicBezTo>
                    <a:pt x="901" y="661"/>
                    <a:pt x="1026" y="295"/>
                    <a:pt x="748" y="172"/>
                  </a:cubicBezTo>
                  <a:lnTo>
                    <a:pt x="392" y="29"/>
                  </a:lnTo>
                  <a:cubicBezTo>
                    <a:pt x="352" y="9"/>
                    <a:pt x="313"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2405736" y="2103917"/>
              <a:ext cx="18691" cy="14033"/>
            </a:xfrm>
            <a:custGeom>
              <a:rect b="b" l="l" r="r" t="t"/>
              <a:pathLst>
                <a:path extrusionOk="0" h="696" w="927">
                  <a:moveTo>
                    <a:pt x="279" y="0"/>
                  </a:moveTo>
                  <a:cubicBezTo>
                    <a:pt x="179" y="0"/>
                    <a:pt x="89" y="66"/>
                    <a:pt x="37" y="170"/>
                  </a:cubicBezTo>
                  <a:cubicBezTo>
                    <a:pt x="1" y="313"/>
                    <a:pt x="37" y="455"/>
                    <a:pt x="179" y="526"/>
                  </a:cubicBezTo>
                  <a:lnTo>
                    <a:pt x="535" y="668"/>
                  </a:lnTo>
                  <a:cubicBezTo>
                    <a:pt x="552" y="686"/>
                    <a:pt x="570" y="695"/>
                    <a:pt x="588" y="695"/>
                  </a:cubicBezTo>
                  <a:cubicBezTo>
                    <a:pt x="606" y="695"/>
                    <a:pt x="624" y="686"/>
                    <a:pt x="641" y="668"/>
                  </a:cubicBezTo>
                  <a:cubicBezTo>
                    <a:pt x="748" y="668"/>
                    <a:pt x="855" y="633"/>
                    <a:pt x="890" y="526"/>
                  </a:cubicBezTo>
                  <a:cubicBezTo>
                    <a:pt x="926" y="384"/>
                    <a:pt x="890" y="242"/>
                    <a:pt x="748" y="170"/>
                  </a:cubicBezTo>
                  <a:lnTo>
                    <a:pt x="392" y="28"/>
                  </a:lnTo>
                  <a:cubicBezTo>
                    <a:pt x="354" y="9"/>
                    <a:pt x="316"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2380876" y="2094380"/>
              <a:ext cx="21312" cy="13690"/>
            </a:xfrm>
            <a:custGeom>
              <a:rect b="b" l="l" r="r" t="t"/>
              <a:pathLst>
                <a:path extrusionOk="0" h="679" w="1057">
                  <a:moveTo>
                    <a:pt x="353" y="1"/>
                  </a:moveTo>
                  <a:cubicBezTo>
                    <a:pt x="115" y="1"/>
                    <a:pt x="1" y="380"/>
                    <a:pt x="273" y="501"/>
                  </a:cubicBezTo>
                  <a:lnTo>
                    <a:pt x="665" y="643"/>
                  </a:lnTo>
                  <a:cubicBezTo>
                    <a:pt x="665" y="679"/>
                    <a:pt x="700" y="679"/>
                    <a:pt x="736" y="679"/>
                  </a:cubicBezTo>
                  <a:cubicBezTo>
                    <a:pt x="843" y="679"/>
                    <a:pt x="949" y="608"/>
                    <a:pt x="985" y="537"/>
                  </a:cubicBezTo>
                  <a:cubicBezTo>
                    <a:pt x="1056" y="394"/>
                    <a:pt x="985" y="252"/>
                    <a:pt x="843" y="181"/>
                  </a:cubicBezTo>
                  <a:lnTo>
                    <a:pt x="487" y="38"/>
                  </a:lnTo>
                  <a:cubicBezTo>
                    <a:pt x="439" y="12"/>
                    <a:pt x="394" y="1"/>
                    <a:pt x="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72"/>
          <p:cNvGrpSpPr/>
          <p:nvPr/>
        </p:nvGrpSpPr>
        <p:grpSpPr>
          <a:xfrm>
            <a:off x="6862940" y="2374420"/>
            <a:ext cx="476662" cy="356775"/>
            <a:chOff x="6862940" y="2374420"/>
            <a:chExt cx="476662" cy="356775"/>
          </a:xfrm>
        </p:grpSpPr>
        <p:sp>
          <p:nvSpPr>
            <p:cNvPr id="3017" name="Google Shape;3017;p72"/>
            <p:cNvSpPr/>
            <p:nvPr/>
          </p:nvSpPr>
          <p:spPr>
            <a:xfrm>
              <a:off x="6868968" y="2378916"/>
              <a:ext cx="405347" cy="347037"/>
            </a:xfrm>
            <a:custGeom>
              <a:rect b="b" l="l" r="r" t="t"/>
              <a:pathLst>
                <a:path extrusionOk="0" h="17212" w="20104">
                  <a:moveTo>
                    <a:pt x="11529" y="1"/>
                  </a:moveTo>
                  <a:cubicBezTo>
                    <a:pt x="3843" y="1"/>
                    <a:pt x="1" y="9252"/>
                    <a:pt x="5445" y="14660"/>
                  </a:cubicBezTo>
                  <a:cubicBezTo>
                    <a:pt x="7196" y="16423"/>
                    <a:pt x="9351" y="17212"/>
                    <a:pt x="11463" y="17212"/>
                  </a:cubicBezTo>
                  <a:cubicBezTo>
                    <a:pt x="15874" y="17212"/>
                    <a:pt x="20104" y="13772"/>
                    <a:pt x="20104" y="8575"/>
                  </a:cubicBezTo>
                  <a:cubicBezTo>
                    <a:pt x="20104" y="3843"/>
                    <a:pt x="16261" y="1"/>
                    <a:pt x="115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6957220" y="2495839"/>
              <a:ext cx="287699" cy="112668"/>
            </a:xfrm>
            <a:custGeom>
              <a:rect b="b" l="l" r="r" t="t"/>
              <a:pathLst>
                <a:path extrusionOk="0" h="5588" w="14269">
                  <a:moveTo>
                    <a:pt x="2749" y="0"/>
                  </a:moveTo>
                  <a:cubicBezTo>
                    <a:pt x="1247" y="0"/>
                    <a:pt x="0" y="1267"/>
                    <a:pt x="0" y="2776"/>
                  </a:cubicBezTo>
                  <a:lnTo>
                    <a:pt x="1388" y="2776"/>
                  </a:lnTo>
                  <a:cubicBezTo>
                    <a:pt x="1388" y="2029"/>
                    <a:pt x="2028" y="1389"/>
                    <a:pt x="2811" y="1389"/>
                  </a:cubicBezTo>
                  <a:cubicBezTo>
                    <a:pt x="3629" y="1389"/>
                    <a:pt x="4768" y="2100"/>
                    <a:pt x="6191" y="3026"/>
                  </a:cubicBezTo>
                  <a:lnTo>
                    <a:pt x="6761" y="3381"/>
                  </a:lnTo>
                  <a:lnTo>
                    <a:pt x="7330" y="3737"/>
                  </a:lnTo>
                  <a:cubicBezTo>
                    <a:pt x="9002" y="4805"/>
                    <a:pt x="10212" y="5587"/>
                    <a:pt x="11457" y="5587"/>
                  </a:cubicBezTo>
                  <a:cubicBezTo>
                    <a:pt x="13023" y="5587"/>
                    <a:pt x="14268" y="4342"/>
                    <a:pt x="14268" y="2812"/>
                  </a:cubicBezTo>
                  <a:lnTo>
                    <a:pt x="12916" y="2776"/>
                  </a:lnTo>
                  <a:cubicBezTo>
                    <a:pt x="12880" y="3559"/>
                    <a:pt x="12276" y="4200"/>
                    <a:pt x="11493" y="4200"/>
                  </a:cubicBezTo>
                  <a:cubicBezTo>
                    <a:pt x="10674" y="4200"/>
                    <a:pt x="9536" y="3453"/>
                    <a:pt x="8113" y="2563"/>
                  </a:cubicBezTo>
                  <a:cubicBezTo>
                    <a:pt x="7935" y="2456"/>
                    <a:pt x="7721" y="2314"/>
                    <a:pt x="7543" y="2207"/>
                  </a:cubicBezTo>
                  <a:lnTo>
                    <a:pt x="6974" y="1851"/>
                  </a:lnTo>
                  <a:cubicBezTo>
                    <a:pt x="5302" y="784"/>
                    <a:pt x="4056" y="1"/>
                    <a:pt x="2811" y="1"/>
                  </a:cubicBezTo>
                  <a:cubicBezTo>
                    <a:pt x="2790" y="1"/>
                    <a:pt x="2770" y="0"/>
                    <a:pt x="27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6957220" y="2495859"/>
              <a:ext cx="288404" cy="113354"/>
            </a:xfrm>
            <a:custGeom>
              <a:rect b="b" l="l" r="r" t="t"/>
              <a:pathLst>
                <a:path extrusionOk="0" h="5622" w="14304">
                  <a:moveTo>
                    <a:pt x="11493" y="0"/>
                  </a:moveTo>
                  <a:cubicBezTo>
                    <a:pt x="10247" y="0"/>
                    <a:pt x="9002" y="783"/>
                    <a:pt x="7330" y="1850"/>
                  </a:cubicBezTo>
                  <a:lnTo>
                    <a:pt x="6761" y="2206"/>
                  </a:lnTo>
                  <a:cubicBezTo>
                    <a:pt x="6583" y="2349"/>
                    <a:pt x="6369" y="2455"/>
                    <a:pt x="6191" y="2598"/>
                  </a:cubicBezTo>
                  <a:cubicBezTo>
                    <a:pt x="4768" y="3487"/>
                    <a:pt x="3629" y="4199"/>
                    <a:pt x="2811" y="4199"/>
                  </a:cubicBezTo>
                  <a:cubicBezTo>
                    <a:pt x="2028" y="4199"/>
                    <a:pt x="1423" y="3594"/>
                    <a:pt x="1423" y="2811"/>
                  </a:cubicBezTo>
                  <a:lnTo>
                    <a:pt x="0" y="2811"/>
                  </a:lnTo>
                  <a:cubicBezTo>
                    <a:pt x="0" y="4341"/>
                    <a:pt x="1246" y="5622"/>
                    <a:pt x="2811" y="5622"/>
                  </a:cubicBezTo>
                  <a:cubicBezTo>
                    <a:pt x="4021" y="5622"/>
                    <a:pt x="5266" y="4839"/>
                    <a:pt x="6938" y="3772"/>
                  </a:cubicBezTo>
                  <a:lnTo>
                    <a:pt x="7508" y="3416"/>
                  </a:lnTo>
                  <a:lnTo>
                    <a:pt x="8077" y="3060"/>
                  </a:lnTo>
                  <a:cubicBezTo>
                    <a:pt x="9500" y="2135"/>
                    <a:pt x="10639" y="1423"/>
                    <a:pt x="11457" y="1423"/>
                  </a:cubicBezTo>
                  <a:cubicBezTo>
                    <a:pt x="11478" y="1422"/>
                    <a:pt x="11499" y="1422"/>
                    <a:pt x="11519" y="1422"/>
                  </a:cubicBezTo>
                  <a:cubicBezTo>
                    <a:pt x="12274" y="1422"/>
                    <a:pt x="12881" y="2048"/>
                    <a:pt x="12916" y="2775"/>
                  </a:cubicBezTo>
                  <a:lnTo>
                    <a:pt x="14304" y="2775"/>
                  </a:lnTo>
                  <a:cubicBezTo>
                    <a:pt x="14304" y="1246"/>
                    <a:pt x="13058" y="0"/>
                    <a:pt x="114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6862940" y="2374420"/>
              <a:ext cx="476662" cy="356775"/>
            </a:xfrm>
            <a:custGeom>
              <a:rect b="b" l="l" r="r" t="t"/>
              <a:pathLst>
                <a:path extrusionOk="0" h="17695" w="23641">
                  <a:moveTo>
                    <a:pt x="11804" y="1"/>
                  </a:moveTo>
                  <a:cubicBezTo>
                    <a:pt x="9898" y="1"/>
                    <a:pt x="7986" y="614"/>
                    <a:pt x="6384" y="1860"/>
                  </a:cubicBezTo>
                  <a:cubicBezTo>
                    <a:pt x="6242" y="1967"/>
                    <a:pt x="6242" y="2109"/>
                    <a:pt x="6313" y="2216"/>
                  </a:cubicBezTo>
                  <a:cubicBezTo>
                    <a:pt x="6382" y="2285"/>
                    <a:pt x="6466" y="2324"/>
                    <a:pt x="6545" y="2324"/>
                  </a:cubicBezTo>
                  <a:cubicBezTo>
                    <a:pt x="6589" y="2324"/>
                    <a:pt x="6631" y="2312"/>
                    <a:pt x="6669" y="2287"/>
                  </a:cubicBezTo>
                  <a:cubicBezTo>
                    <a:pt x="8163" y="1113"/>
                    <a:pt x="9942" y="508"/>
                    <a:pt x="11828" y="508"/>
                  </a:cubicBezTo>
                  <a:cubicBezTo>
                    <a:pt x="15777" y="508"/>
                    <a:pt x="19193" y="3283"/>
                    <a:pt x="19976" y="7197"/>
                  </a:cubicBezTo>
                  <a:cubicBezTo>
                    <a:pt x="20759" y="11076"/>
                    <a:pt x="18695" y="14990"/>
                    <a:pt x="15066" y="16519"/>
                  </a:cubicBezTo>
                  <a:cubicBezTo>
                    <a:pt x="14002" y="16974"/>
                    <a:pt x="12891" y="17191"/>
                    <a:pt x="11794" y="17191"/>
                  </a:cubicBezTo>
                  <a:cubicBezTo>
                    <a:pt x="9111" y="17191"/>
                    <a:pt x="6516" y="15890"/>
                    <a:pt x="4925" y="13566"/>
                  </a:cubicBezTo>
                  <a:cubicBezTo>
                    <a:pt x="2684" y="10293"/>
                    <a:pt x="3039" y="5881"/>
                    <a:pt x="5815" y="3034"/>
                  </a:cubicBezTo>
                  <a:cubicBezTo>
                    <a:pt x="5922" y="2928"/>
                    <a:pt x="5922" y="2750"/>
                    <a:pt x="5815" y="2679"/>
                  </a:cubicBezTo>
                  <a:cubicBezTo>
                    <a:pt x="5761" y="2625"/>
                    <a:pt x="5690" y="2599"/>
                    <a:pt x="5624" y="2599"/>
                  </a:cubicBezTo>
                  <a:cubicBezTo>
                    <a:pt x="5557" y="2599"/>
                    <a:pt x="5495" y="2625"/>
                    <a:pt x="5459" y="2679"/>
                  </a:cubicBezTo>
                  <a:cubicBezTo>
                    <a:pt x="0" y="8315"/>
                    <a:pt x="4005" y="17694"/>
                    <a:pt x="11811" y="17694"/>
                  </a:cubicBezTo>
                  <a:cubicBezTo>
                    <a:pt x="11840" y="17694"/>
                    <a:pt x="11870" y="17694"/>
                    <a:pt x="11899" y="17694"/>
                  </a:cubicBezTo>
                  <a:cubicBezTo>
                    <a:pt x="19762" y="17587"/>
                    <a:pt x="23641" y="8087"/>
                    <a:pt x="18090" y="2536"/>
                  </a:cubicBezTo>
                  <a:lnTo>
                    <a:pt x="18090" y="2536"/>
                  </a:lnTo>
                  <a:lnTo>
                    <a:pt x="18090" y="2607"/>
                  </a:lnTo>
                  <a:cubicBezTo>
                    <a:pt x="16364" y="881"/>
                    <a:pt x="14088" y="1"/>
                    <a:pt x="1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6954336" y="2490838"/>
              <a:ext cx="180091" cy="123394"/>
            </a:xfrm>
            <a:custGeom>
              <a:rect b="b" l="l" r="r" t="t"/>
              <a:pathLst>
                <a:path extrusionOk="0" h="6120" w="8932">
                  <a:moveTo>
                    <a:pt x="2954" y="1921"/>
                  </a:moveTo>
                  <a:cubicBezTo>
                    <a:pt x="3595" y="1921"/>
                    <a:pt x="4448" y="2420"/>
                    <a:pt x="5516" y="3060"/>
                  </a:cubicBezTo>
                  <a:cubicBezTo>
                    <a:pt x="4448" y="3736"/>
                    <a:pt x="3595" y="4199"/>
                    <a:pt x="2954" y="4199"/>
                  </a:cubicBezTo>
                  <a:cubicBezTo>
                    <a:pt x="2314" y="4199"/>
                    <a:pt x="1816" y="3701"/>
                    <a:pt x="1816" y="3060"/>
                  </a:cubicBezTo>
                  <a:cubicBezTo>
                    <a:pt x="1816" y="2420"/>
                    <a:pt x="2314" y="1921"/>
                    <a:pt x="2954" y="1921"/>
                  </a:cubicBezTo>
                  <a:close/>
                  <a:moveTo>
                    <a:pt x="2954" y="0"/>
                  </a:moveTo>
                  <a:cubicBezTo>
                    <a:pt x="1317" y="71"/>
                    <a:pt x="1" y="1423"/>
                    <a:pt x="1" y="3060"/>
                  </a:cubicBezTo>
                  <a:cubicBezTo>
                    <a:pt x="1" y="4697"/>
                    <a:pt x="1317" y="6049"/>
                    <a:pt x="2954" y="6120"/>
                  </a:cubicBezTo>
                  <a:cubicBezTo>
                    <a:pt x="3666" y="6084"/>
                    <a:pt x="4342" y="5907"/>
                    <a:pt x="4982" y="5551"/>
                  </a:cubicBezTo>
                  <a:cubicBezTo>
                    <a:pt x="5230" y="5427"/>
                    <a:pt x="5101" y="5061"/>
                    <a:pt x="4852" y="5061"/>
                  </a:cubicBezTo>
                  <a:cubicBezTo>
                    <a:pt x="4815" y="5061"/>
                    <a:pt x="4775" y="5070"/>
                    <a:pt x="4733" y="5088"/>
                  </a:cubicBezTo>
                  <a:cubicBezTo>
                    <a:pt x="4199" y="5408"/>
                    <a:pt x="3595" y="5551"/>
                    <a:pt x="2954" y="5586"/>
                  </a:cubicBezTo>
                  <a:cubicBezTo>
                    <a:pt x="2912" y="5588"/>
                    <a:pt x="2870" y="5589"/>
                    <a:pt x="2828" y="5589"/>
                  </a:cubicBezTo>
                  <a:cubicBezTo>
                    <a:pt x="1460" y="5589"/>
                    <a:pt x="321" y="4475"/>
                    <a:pt x="321" y="3060"/>
                  </a:cubicBezTo>
                  <a:cubicBezTo>
                    <a:pt x="321" y="1645"/>
                    <a:pt x="1460" y="531"/>
                    <a:pt x="2828" y="531"/>
                  </a:cubicBezTo>
                  <a:cubicBezTo>
                    <a:pt x="2870" y="531"/>
                    <a:pt x="2912" y="532"/>
                    <a:pt x="2954" y="534"/>
                  </a:cubicBezTo>
                  <a:cubicBezTo>
                    <a:pt x="4093" y="534"/>
                    <a:pt x="5231" y="1245"/>
                    <a:pt x="6832" y="2242"/>
                  </a:cubicBezTo>
                  <a:lnTo>
                    <a:pt x="6797" y="2242"/>
                  </a:lnTo>
                  <a:lnTo>
                    <a:pt x="6228" y="2598"/>
                  </a:lnTo>
                  <a:lnTo>
                    <a:pt x="6014" y="2740"/>
                  </a:lnTo>
                  <a:cubicBezTo>
                    <a:pt x="4769" y="1957"/>
                    <a:pt x="3772" y="1423"/>
                    <a:pt x="2954" y="1423"/>
                  </a:cubicBezTo>
                  <a:cubicBezTo>
                    <a:pt x="748" y="1423"/>
                    <a:pt x="748" y="4732"/>
                    <a:pt x="2954" y="4732"/>
                  </a:cubicBezTo>
                  <a:cubicBezTo>
                    <a:pt x="3844" y="4732"/>
                    <a:pt x="5018" y="3985"/>
                    <a:pt x="6512" y="3060"/>
                  </a:cubicBezTo>
                  <a:cubicBezTo>
                    <a:pt x="6690" y="2918"/>
                    <a:pt x="8434" y="1815"/>
                    <a:pt x="8789" y="1601"/>
                  </a:cubicBezTo>
                  <a:cubicBezTo>
                    <a:pt x="8896" y="1530"/>
                    <a:pt x="8932" y="1388"/>
                    <a:pt x="8861" y="1245"/>
                  </a:cubicBezTo>
                  <a:cubicBezTo>
                    <a:pt x="8815" y="1177"/>
                    <a:pt x="8739" y="1137"/>
                    <a:pt x="8653" y="1137"/>
                  </a:cubicBezTo>
                  <a:cubicBezTo>
                    <a:pt x="8606" y="1137"/>
                    <a:pt x="8555" y="1149"/>
                    <a:pt x="8505" y="1174"/>
                  </a:cubicBezTo>
                  <a:cubicBezTo>
                    <a:pt x="8113" y="1388"/>
                    <a:pt x="7722" y="1601"/>
                    <a:pt x="7331" y="1886"/>
                  </a:cubicBezTo>
                  <a:lnTo>
                    <a:pt x="7295" y="1921"/>
                  </a:lnTo>
                  <a:lnTo>
                    <a:pt x="7224" y="1886"/>
                  </a:lnTo>
                  <a:cubicBezTo>
                    <a:pt x="5516" y="783"/>
                    <a:pt x="4271" y="0"/>
                    <a:pt x="2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7067690" y="2490778"/>
              <a:ext cx="184386" cy="122810"/>
            </a:xfrm>
            <a:custGeom>
              <a:rect b="b" l="l" r="r" t="t"/>
              <a:pathLst>
                <a:path extrusionOk="0" h="6091" w="9145">
                  <a:moveTo>
                    <a:pt x="5978" y="1924"/>
                  </a:moveTo>
                  <a:cubicBezTo>
                    <a:pt x="6619" y="1924"/>
                    <a:pt x="7117" y="2423"/>
                    <a:pt x="7117" y="3063"/>
                  </a:cubicBezTo>
                  <a:cubicBezTo>
                    <a:pt x="7117" y="3704"/>
                    <a:pt x="6619" y="4202"/>
                    <a:pt x="5978" y="4202"/>
                  </a:cubicBezTo>
                  <a:cubicBezTo>
                    <a:pt x="5373" y="4202"/>
                    <a:pt x="4519" y="3739"/>
                    <a:pt x="3452" y="3063"/>
                  </a:cubicBezTo>
                  <a:cubicBezTo>
                    <a:pt x="4519" y="2423"/>
                    <a:pt x="5373" y="1924"/>
                    <a:pt x="5978" y="1924"/>
                  </a:cubicBezTo>
                  <a:close/>
                  <a:moveTo>
                    <a:pt x="6106" y="0"/>
                  </a:moveTo>
                  <a:cubicBezTo>
                    <a:pt x="6064" y="0"/>
                    <a:pt x="6021" y="1"/>
                    <a:pt x="5978" y="3"/>
                  </a:cubicBezTo>
                  <a:cubicBezTo>
                    <a:pt x="5267" y="3"/>
                    <a:pt x="4591" y="181"/>
                    <a:pt x="3950" y="537"/>
                  </a:cubicBezTo>
                  <a:cubicBezTo>
                    <a:pt x="3808" y="608"/>
                    <a:pt x="3772" y="750"/>
                    <a:pt x="3843" y="893"/>
                  </a:cubicBezTo>
                  <a:cubicBezTo>
                    <a:pt x="3869" y="970"/>
                    <a:pt x="3969" y="1028"/>
                    <a:pt x="4076" y="1028"/>
                  </a:cubicBezTo>
                  <a:cubicBezTo>
                    <a:pt x="4117" y="1028"/>
                    <a:pt x="4159" y="1019"/>
                    <a:pt x="4199" y="999"/>
                  </a:cubicBezTo>
                  <a:cubicBezTo>
                    <a:pt x="4733" y="715"/>
                    <a:pt x="5338" y="537"/>
                    <a:pt x="5978" y="501"/>
                  </a:cubicBezTo>
                  <a:cubicBezTo>
                    <a:pt x="6019" y="499"/>
                    <a:pt x="6060" y="498"/>
                    <a:pt x="6101" y="498"/>
                  </a:cubicBezTo>
                  <a:cubicBezTo>
                    <a:pt x="7470" y="498"/>
                    <a:pt x="8611" y="1645"/>
                    <a:pt x="8611" y="3027"/>
                  </a:cubicBezTo>
                  <a:cubicBezTo>
                    <a:pt x="8611" y="4464"/>
                    <a:pt x="7438" y="5590"/>
                    <a:pt x="6043" y="5590"/>
                  </a:cubicBezTo>
                  <a:cubicBezTo>
                    <a:pt x="6022" y="5590"/>
                    <a:pt x="6000" y="5590"/>
                    <a:pt x="5978" y="5589"/>
                  </a:cubicBezTo>
                  <a:cubicBezTo>
                    <a:pt x="4840" y="5589"/>
                    <a:pt x="3665" y="4878"/>
                    <a:pt x="2100" y="3881"/>
                  </a:cubicBezTo>
                  <a:lnTo>
                    <a:pt x="2136" y="3881"/>
                  </a:lnTo>
                  <a:lnTo>
                    <a:pt x="2705" y="3526"/>
                  </a:lnTo>
                  <a:lnTo>
                    <a:pt x="2740" y="3526"/>
                  </a:lnTo>
                  <a:lnTo>
                    <a:pt x="2954" y="3383"/>
                  </a:lnTo>
                  <a:cubicBezTo>
                    <a:pt x="4199" y="4130"/>
                    <a:pt x="5195" y="4700"/>
                    <a:pt x="5978" y="4700"/>
                  </a:cubicBezTo>
                  <a:cubicBezTo>
                    <a:pt x="8220" y="4700"/>
                    <a:pt x="8220" y="1391"/>
                    <a:pt x="5978" y="1391"/>
                  </a:cubicBezTo>
                  <a:cubicBezTo>
                    <a:pt x="5089" y="1391"/>
                    <a:pt x="3915" y="2138"/>
                    <a:pt x="2420" y="3063"/>
                  </a:cubicBezTo>
                  <a:cubicBezTo>
                    <a:pt x="2242" y="3170"/>
                    <a:pt x="534" y="4273"/>
                    <a:pt x="179" y="4486"/>
                  </a:cubicBezTo>
                  <a:cubicBezTo>
                    <a:pt x="36" y="4557"/>
                    <a:pt x="1" y="4735"/>
                    <a:pt x="72" y="4842"/>
                  </a:cubicBezTo>
                  <a:cubicBezTo>
                    <a:pt x="107" y="4913"/>
                    <a:pt x="214" y="4984"/>
                    <a:pt x="285" y="4984"/>
                  </a:cubicBezTo>
                  <a:cubicBezTo>
                    <a:pt x="356" y="4984"/>
                    <a:pt x="392" y="4949"/>
                    <a:pt x="428" y="4949"/>
                  </a:cubicBezTo>
                  <a:cubicBezTo>
                    <a:pt x="783" y="4735"/>
                    <a:pt x="1175" y="4486"/>
                    <a:pt x="1602" y="4202"/>
                  </a:cubicBezTo>
                  <a:lnTo>
                    <a:pt x="1637" y="4166"/>
                  </a:lnTo>
                  <a:lnTo>
                    <a:pt x="1673" y="4202"/>
                  </a:lnTo>
                  <a:cubicBezTo>
                    <a:pt x="3416" y="5305"/>
                    <a:pt x="4662" y="6087"/>
                    <a:pt x="5978" y="6087"/>
                  </a:cubicBezTo>
                  <a:cubicBezTo>
                    <a:pt x="6021" y="6089"/>
                    <a:pt x="6064" y="6090"/>
                    <a:pt x="6106" y="6090"/>
                  </a:cubicBezTo>
                  <a:cubicBezTo>
                    <a:pt x="7791" y="6090"/>
                    <a:pt x="9145" y="4728"/>
                    <a:pt x="9145" y="3027"/>
                  </a:cubicBezTo>
                  <a:cubicBezTo>
                    <a:pt x="9145" y="1362"/>
                    <a:pt x="7791" y="0"/>
                    <a:pt x="6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 name="Google Shape;3023;p72"/>
          <p:cNvGrpSpPr/>
          <p:nvPr/>
        </p:nvGrpSpPr>
        <p:grpSpPr>
          <a:xfrm>
            <a:off x="6917689" y="1859333"/>
            <a:ext cx="317821" cy="357380"/>
            <a:chOff x="6917689" y="1859333"/>
            <a:chExt cx="317821" cy="357380"/>
          </a:xfrm>
        </p:grpSpPr>
        <p:sp>
          <p:nvSpPr>
            <p:cNvPr id="3024" name="Google Shape;3024;p72"/>
            <p:cNvSpPr/>
            <p:nvPr/>
          </p:nvSpPr>
          <p:spPr>
            <a:xfrm>
              <a:off x="6924141" y="1864354"/>
              <a:ext cx="304917" cy="307075"/>
            </a:xfrm>
            <a:custGeom>
              <a:rect b="b" l="l" r="r" t="t"/>
              <a:pathLst>
                <a:path extrusionOk="0" h="15230" w="15123">
                  <a:moveTo>
                    <a:pt x="7544" y="1"/>
                  </a:moveTo>
                  <a:lnTo>
                    <a:pt x="0" y="15229"/>
                  </a:lnTo>
                  <a:cubicBezTo>
                    <a:pt x="499" y="14375"/>
                    <a:pt x="3701" y="13735"/>
                    <a:pt x="7544" y="13735"/>
                  </a:cubicBezTo>
                  <a:cubicBezTo>
                    <a:pt x="11386" y="13735"/>
                    <a:pt x="14624" y="14375"/>
                    <a:pt x="15122" y="15229"/>
                  </a:cubicBezTo>
                  <a:lnTo>
                    <a:pt x="75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6921983" y="2140560"/>
              <a:ext cx="308506" cy="71032"/>
            </a:xfrm>
            <a:custGeom>
              <a:rect b="b" l="l" r="r" t="t"/>
              <a:pathLst>
                <a:path extrusionOk="0" h="3523" w="15301">
                  <a:moveTo>
                    <a:pt x="7651" y="0"/>
                  </a:moveTo>
                  <a:cubicBezTo>
                    <a:pt x="3452" y="0"/>
                    <a:pt x="1" y="783"/>
                    <a:pt x="1" y="1779"/>
                  </a:cubicBezTo>
                  <a:cubicBezTo>
                    <a:pt x="1" y="2740"/>
                    <a:pt x="3417" y="3523"/>
                    <a:pt x="7651" y="3523"/>
                  </a:cubicBezTo>
                  <a:cubicBezTo>
                    <a:pt x="11885" y="3523"/>
                    <a:pt x="15301" y="2740"/>
                    <a:pt x="15301" y="1779"/>
                  </a:cubicBezTo>
                  <a:cubicBezTo>
                    <a:pt x="15301" y="783"/>
                    <a:pt x="11885" y="0"/>
                    <a:pt x="7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6917689" y="2009403"/>
              <a:ext cx="317821" cy="207311"/>
            </a:xfrm>
            <a:custGeom>
              <a:rect b="b" l="l" r="r" t="t"/>
              <a:pathLst>
                <a:path extrusionOk="0" h="10282" w="15763">
                  <a:moveTo>
                    <a:pt x="11638" y="1"/>
                  </a:moveTo>
                  <a:cubicBezTo>
                    <a:pt x="11450" y="1"/>
                    <a:pt x="11202" y="201"/>
                    <a:pt x="11351" y="350"/>
                  </a:cubicBezTo>
                  <a:lnTo>
                    <a:pt x="14766" y="7217"/>
                  </a:lnTo>
                  <a:cubicBezTo>
                    <a:pt x="13770" y="6825"/>
                    <a:pt x="12703" y="6576"/>
                    <a:pt x="11600" y="6470"/>
                  </a:cubicBezTo>
                  <a:cubicBezTo>
                    <a:pt x="11588" y="6468"/>
                    <a:pt x="11577" y="6468"/>
                    <a:pt x="11566" y="6468"/>
                  </a:cubicBezTo>
                  <a:cubicBezTo>
                    <a:pt x="11240" y="6468"/>
                    <a:pt x="11184" y="6969"/>
                    <a:pt x="11528" y="7003"/>
                  </a:cubicBezTo>
                  <a:cubicBezTo>
                    <a:pt x="14268" y="7323"/>
                    <a:pt x="15264" y="7964"/>
                    <a:pt x="15264" y="8284"/>
                  </a:cubicBezTo>
                  <a:cubicBezTo>
                    <a:pt x="15264" y="8462"/>
                    <a:pt x="14837" y="8889"/>
                    <a:pt x="13236" y="9245"/>
                  </a:cubicBezTo>
                  <a:cubicBezTo>
                    <a:pt x="11493" y="9601"/>
                    <a:pt x="9678" y="9779"/>
                    <a:pt x="7899" y="9779"/>
                  </a:cubicBezTo>
                  <a:cubicBezTo>
                    <a:pt x="6120" y="9779"/>
                    <a:pt x="4306" y="9601"/>
                    <a:pt x="2562" y="9245"/>
                  </a:cubicBezTo>
                  <a:cubicBezTo>
                    <a:pt x="961" y="8889"/>
                    <a:pt x="534" y="8462"/>
                    <a:pt x="534" y="8284"/>
                  </a:cubicBezTo>
                  <a:cubicBezTo>
                    <a:pt x="534" y="8071"/>
                    <a:pt x="961" y="7644"/>
                    <a:pt x="2562" y="7288"/>
                  </a:cubicBezTo>
                  <a:cubicBezTo>
                    <a:pt x="4234" y="6932"/>
                    <a:pt x="5942" y="6790"/>
                    <a:pt x="7650" y="6790"/>
                  </a:cubicBezTo>
                  <a:lnTo>
                    <a:pt x="7650" y="7181"/>
                  </a:lnTo>
                  <a:cubicBezTo>
                    <a:pt x="7650" y="7323"/>
                    <a:pt x="7757" y="7430"/>
                    <a:pt x="7899" y="7430"/>
                  </a:cubicBezTo>
                  <a:cubicBezTo>
                    <a:pt x="8077" y="7430"/>
                    <a:pt x="8184" y="7323"/>
                    <a:pt x="8184" y="7181"/>
                  </a:cubicBezTo>
                  <a:lnTo>
                    <a:pt x="8184" y="6790"/>
                  </a:lnTo>
                  <a:lnTo>
                    <a:pt x="8824" y="6790"/>
                  </a:lnTo>
                  <a:cubicBezTo>
                    <a:pt x="9145" y="6754"/>
                    <a:pt x="9145" y="6292"/>
                    <a:pt x="8824" y="6256"/>
                  </a:cubicBezTo>
                  <a:lnTo>
                    <a:pt x="7899" y="6256"/>
                  </a:lnTo>
                  <a:cubicBezTo>
                    <a:pt x="6049" y="6256"/>
                    <a:pt x="4234" y="6398"/>
                    <a:pt x="2420" y="6790"/>
                  </a:cubicBezTo>
                  <a:cubicBezTo>
                    <a:pt x="1957" y="6896"/>
                    <a:pt x="1459" y="7039"/>
                    <a:pt x="997" y="7217"/>
                  </a:cubicBezTo>
                  <a:lnTo>
                    <a:pt x="2491" y="4264"/>
                  </a:lnTo>
                  <a:cubicBezTo>
                    <a:pt x="2562" y="4121"/>
                    <a:pt x="2491" y="3979"/>
                    <a:pt x="2384" y="3908"/>
                  </a:cubicBezTo>
                  <a:cubicBezTo>
                    <a:pt x="2344" y="3888"/>
                    <a:pt x="2305" y="3879"/>
                    <a:pt x="2267" y="3879"/>
                  </a:cubicBezTo>
                  <a:cubicBezTo>
                    <a:pt x="2168" y="3879"/>
                    <a:pt x="2080" y="3938"/>
                    <a:pt x="2028" y="4014"/>
                  </a:cubicBezTo>
                  <a:lnTo>
                    <a:pt x="36" y="7999"/>
                  </a:lnTo>
                  <a:cubicBezTo>
                    <a:pt x="0" y="8071"/>
                    <a:pt x="0" y="8177"/>
                    <a:pt x="0" y="8284"/>
                  </a:cubicBezTo>
                  <a:cubicBezTo>
                    <a:pt x="0" y="8889"/>
                    <a:pt x="819" y="9387"/>
                    <a:pt x="2420" y="9779"/>
                  </a:cubicBezTo>
                  <a:cubicBezTo>
                    <a:pt x="4082" y="10104"/>
                    <a:pt x="5744" y="10281"/>
                    <a:pt x="7407" y="10281"/>
                  </a:cubicBezTo>
                  <a:cubicBezTo>
                    <a:pt x="7559" y="10281"/>
                    <a:pt x="7711" y="10280"/>
                    <a:pt x="7864" y="10277"/>
                  </a:cubicBezTo>
                  <a:cubicBezTo>
                    <a:pt x="8019" y="10280"/>
                    <a:pt x="8174" y="10281"/>
                    <a:pt x="8329" y="10281"/>
                  </a:cubicBezTo>
                  <a:cubicBezTo>
                    <a:pt x="10018" y="10281"/>
                    <a:pt x="11681" y="10104"/>
                    <a:pt x="13343" y="9779"/>
                  </a:cubicBezTo>
                  <a:cubicBezTo>
                    <a:pt x="14944" y="9423"/>
                    <a:pt x="15763" y="8889"/>
                    <a:pt x="15763" y="8284"/>
                  </a:cubicBezTo>
                  <a:cubicBezTo>
                    <a:pt x="15763" y="8177"/>
                    <a:pt x="15727" y="8035"/>
                    <a:pt x="15656" y="7928"/>
                  </a:cubicBezTo>
                  <a:lnTo>
                    <a:pt x="15691" y="7928"/>
                  </a:lnTo>
                  <a:lnTo>
                    <a:pt x="11813" y="136"/>
                  </a:lnTo>
                  <a:cubicBezTo>
                    <a:pt x="11791" y="39"/>
                    <a:pt x="11721" y="1"/>
                    <a:pt x="11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6967893" y="1859333"/>
              <a:ext cx="179507" cy="216525"/>
            </a:xfrm>
            <a:custGeom>
              <a:rect b="b" l="l" r="r" t="t"/>
              <a:pathLst>
                <a:path extrusionOk="0" h="10739" w="8903">
                  <a:moveTo>
                    <a:pt x="5374" y="0"/>
                  </a:moveTo>
                  <a:cubicBezTo>
                    <a:pt x="5294" y="0"/>
                    <a:pt x="5214" y="36"/>
                    <a:pt x="5160" y="107"/>
                  </a:cubicBezTo>
                  <a:lnTo>
                    <a:pt x="72" y="10354"/>
                  </a:lnTo>
                  <a:cubicBezTo>
                    <a:pt x="1" y="10461"/>
                    <a:pt x="37" y="10639"/>
                    <a:pt x="179" y="10710"/>
                  </a:cubicBezTo>
                  <a:cubicBezTo>
                    <a:pt x="209" y="10730"/>
                    <a:pt x="244" y="10739"/>
                    <a:pt x="281" y="10739"/>
                  </a:cubicBezTo>
                  <a:cubicBezTo>
                    <a:pt x="377" y="10739"/>
                    <a:pt x="483" y="10680"/>
                    <a:pt x="535" y="10604"/>
                  </a:cubicBezTo>
                  <a:lnTo>
                    <a:pt x="5125" y="1353"/>
                  </a:lnTo>
                  <a:lnTo>
                    <a:pt x="5125" y="1744"/>
                  </a:lnTo>
                  <a:cubicBezTo>
                    <a:pt x="5125" y="1886"/>
                    <a:pt x="5231" y="1993"/>
                    <a:pt x="5374" y="1993"/>
                  </a:cubicBezTo>
                  <a:cubicBezTo>
                    <a:pt x="5516" y="1993"/>
                    <a:pt x="5623" y="1886"/>
                    <a:pt x="5658" y="1744"/>
                  </a:cubicBezTo>
                  <a:lnTo>
                    <a:pt x="5658" y="1353"/>
                  </a:lnTo>
                  <a:lnTo>
                    <a:pt x="8327" y="6690"/>
                  </a:lnTo>
                  <a:cubicBezTo>
                    <a:pt x="8348" y="6787"/>
                    <a:pt x="8416" y="6825"/>
                    <a:pt x="8494" y="6825"/>
                  </a:cubicBezTo>
                  <a:cubicBezTo>
                    <a:pt x="8672" y="6825"/>
                    <a:pt x="8902" y="6625"/>
                    <a:pt x="8754" y="6476"/>
                  </a:cubicBezTo>
                  <a:lnTo>
                    <a:pt x="5587" y="107"/>
                  </a:lnTo>
                  <a:cubicBezTo>
                    <a:pt x="5534" y="36"/>
                    <a:pt x="5454" y="0"/>
                    <a:pt x="5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7071206" y="1959057"/>
              <a:ext cx="10061" cy="18670"/>
            </a:xfrm>
            <a:custGeom>
              <a:rect b="b" l="l" r="r" t="t"/>
              <a:pathLst>
                <a:path extrusionOk="0" h="926" w="499">
                  <a:moveTo>
                    <a:pt x="250" y="0"/>
                  </a:moveTo>
                  <a:cubicBezTo>
                    <a:pt x="107" y="0"/>
                    <a:pt x="1" y="107"/>
                    <a:pt x="1" y="249"/>
                  </a:cubicBezTo>
                  <a:lnTo>
                    <a:pt x="1" y="676"/>
                  </a:lnTo>
                  <a:cubicBezTo>
                    <a:pt x="1" y="819"/>
                    <a:pt x="107" y="925"/>
                    <a:pt x="250" y="925"/>
                  </a:cubicBezTo>
                  <a:cubicBezTo>
                    <a:pt x="392" y="925"/>
                    <a:pt x="499" y="819"/>
                    <a:pt x="499" y="676"/>
                  </a:cubicBezTo>
                  <a:lnTo>
                    <a:pt x="499" y="249"/>
                  </a:lnTo>
                  <a:cubicBezTo>
                    <a:pt x="499"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7071206" y="2037126"/>
              <a:ext cx="10061" cy="18187"/>
            </a:xfrm>
            <a:custGeom>
              <a:rect b="b" l="l" r="r" t="t"/>
              <a:pathLst>
                <a:path extrusionOk="0" h="902" w="499">
                  <a:moveTo>
                    <a:pt x="206" y="1"/>
                  </a:moveTo>
                  <a:cubicBezTo>
                    <a:pt x="86" y="1"/>
                    <a:pt x="1" y="128"/>
                    <a:pt x="1" y="256"/>
                  </a:cubicBezTo>
                  <a:lnTo>
                    <a:pt x="1" y="647"/>
                  </a:lnTo>
                  <a:cubicBezTo>
                    <a:pt x="1" y="789"/>
                    <a:pt x="107" y="896"/>
                    <a:pt x="250" y="896"/>
                  </a:cubicBezTo>
                  <a:cubicBezTo>
                    <a:pt x="265" y="900"/>
                    <a:pt x="279" y="902"/>
                    <a:pt x="293" y="902"/>
                  </a:cubicBezTo>
                  <a:cubicBezTo>
                    <a:pt x="413" y="902"/>
                    <a:pt x="499" y="774"/>
                    <a:pt x="499" y="647"/>
                  </a:cubicBezTo>
                  <a:lnTo>
                    <a:pt x="499" y="256"/>
                  </a:lnTo>
                  <a:cubicBezTo>
                    <a:pt x="499" y="113"/>
                    <a:pt x="392" y="6"/>
                    <a:pt x="250" y="6"/>
                  </a:cubicBezTo>
                  <a:cubicBezTo>
                    <a:pt x="235" y="3"/>
                    <a:pt x="220" y="1"/>
                    <a:pt x="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7071206" y="1984885"/>
              <a:ext cx="10061" cy="18670"/>
            </a:xfrm>
            <a:custGeom>
              <a:rect b="b" l="l" r="r" t="t"/>
              <a:pathLst>
                <a:path extrusionOk="0" h="926" w="499">
                  <a:moveTo>
                    <a:pt x="250" y="0"/>
                  </a:moveTo>
                  <a:cubicBezTo>
                    <a:pt x="107" y="0"/>
                    <a:pt x="1" y="107"/>
                    <a:pt x="1" y="285"/>
                  </a:cubicBezTo>
                  <a:lnTo>
                    <a:pt x="1" y="676"/>
                  </a:lnTo>
                  <a:cubicBezTo>
                    <a:pt x="1" y="818"/>
                    <a:pt x="107" y="925"/>
                    <a:pt x="250" y="925"/>
                  </a:cubicBezTo>
                  <a:cubicBezTo>
                    <a:pt x="392" y="925"/>
                    <a:pt x="499" y="818"/>
                    <a:pt x="499" y="676"/>
                  </a:cubicBezTo>
                  <a:lnTo>
                    <a:pt x="499" y="285"/>
                  </a:lnTo>
                  <a:cubicBezTo>
                    <a:pt x="499"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7071206" y="2088903"/>
              <a:ext cx="10787" cy="18670"/>
            </a:xfrm>
            <a:custGeom>
              <a:rect b="b" l="l" r="r" t="t"/>
              <a:pathLst>
                <a:path extrusionOk="0" h="926" w="535">
                  <a:moveTo>
                    <a:pt x="250" y="0"/>
                  </a:moveTo>
                  <a:cubicBezTo>
                    <a:pt x="107" y="0"/>
                    <a:pt x="1" y="107"/>
                    <a:pt x="1" y="249"/>
                  </a:cubicBezTo>
                  <a:lnTo>
                    <a:pt x="1" y="676"/>
                  </a:lnTo>
                  <a:cubicBezTo>
                    <a:pt x="1" y="819"/>
                    <a:pt x="107" y="925"/>
                    <a:pt x="250" y="925"/>
                  </a:cubicBezTo>
                  <a:cubicBezTo>
                    <a:pt x="392" y="925"/>
                    <a:pt x="499" y="819"/>
                    <a:pt x="499" y="676"/>
                  </a:cubicBezTo>
                  <a:lnTo>
                    <a:pt x="499" y="249"/>
                  </a:lnTo>
                  <a:cubicBezTo>
                    <a:pt x="534"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7071206" y="2114732"/>
              <a:ext cx="10061" cy="18670"/>
            </a:xfrm>
            <a:custGeom>
              <a:rect b="b" l="l" r="r" t="t"/>
              <a:pathLst>
                <a:path extrusionOk="0" h="926" w="499">
                  <a:moveTo>
                    <a:pt x="250" y="0"/>
                  </a:moveTo>
                  <a:cubicBezTo>
                    <a:pt x="107" y="0"/>
                    <a:pt x="1" y="107"/>
                    <a:pt x="1" y="249"/>
                  </a:cubicBezTo>
                  <a:lnTo>
                    <a:pt x="1" y="676"/>
                  </a:lnTo>
                  <a:cubicBezTo>
                    <a:pt x="1" y="819"/>
                    <a:pt x="107" y="925"/>
                    <a:pt x="250" y="925"/>
                  </a:cubicBezTo>
                  <a:cubicBezTo>
                    <a:pt x="392" y="925"/>
                    <a:pt x="499" y="819"/>
                    <a:pt x="499" y="676"/>
                  </a:cubicBezTo>
                  <a:lnTo>
                    <a:pt x="499" y="249"/>
                  </a:lnTo>
                  <a:cubicBezTo>
                    <a:pt x="499"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7071206" y="2063075"/>
              <a:ext cx="10061" cy="18670"/>
            </a:xfrm>
            <a:custGeom>
              <a:rect b="b" l="l" r="r" t="t"/>
              <a:pathLst>
                <a:path extrusionOk="0" h="926" w="499">
                  <a:moveTo>
                    <a:pt x="250" y="0"/>
                  </a:moveTo>
                  <a:cubicBezTo>
                    <a:pt x="107" y="0"/>
                    <a:pt x="1" y="107"/>
                    <a:pt x="1" y="249"/>
                  </a:cubicBezTo>
                  <a:lnTo>
                    <a:pt x="1" y="676"/>
                  </a:lnTo>
                  <a:cubicBezTo>
                    <a:pt x="1" y="819"/>
                    <a:pt x="107" y="925"/>
                    <a:pt x="250" y="925"/>
                  </a:cubicBezTo>
                  <a:cubicBezTo>
                    <a:pt x="392" y="925"/>
                    <a:pt x="499" y="819"/>
                    <a:pt x="499" y="676"/>
                  </a:cubicBezTo>
                  <a:lnTo>
                    <a:pt x="499" y="249"/>
                  </a:lnTo>
                  <a:cubicBezTo>
                    <a:pt x="499"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7071206" y="2010693"/>
              <a:ext cx="10787" cy="18691"/>
            </a:xfrm>
            <a:custGeom>
              <a:rect b="b" l="l" r="r" t="t"/>
              <a:pathLst>
                <a:path extrusionOk="0" h="927" w="535">
                  <a:moveTo>
                    <a:pt x="250" y="1"/>
                  </a:moveTo>
                  <a:cubicBezTo>
                    <a:pt x="107" y="1"/>
                    <a:pt x="1" y="108"/>
                    <a:pt x="1" y="250"/>
                  </a:cubicBezTo>
                  <a:lnTo>
                    <a:pt x="1" y="677"/>
                  </a:lnTo>
                  <a:cubicBezTo>
                    <a:pt x="1" y="819"/>
                    <a:pt x="107" y="926"/>
                    <a:pt x="250" y="926"/>
                  </a:cubicBezTo>
                  <a:cubicBezTo>
                    <a:pt x="392" y="926"/>
                    <a:pt x="499" y="819"/>
                    <a:pt x="499" y="677"/>
                  </a:cubicBezTo>
                  <a:lnTo>
                    <a:pt x="499" y="286"/>
                  </a:lnTo>
                  <a:cubicBezTo>
                    <a:pt x="534" y="108"/>
                    <a:pt x="392" y="1"/>
                    <a:pt x="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7071206" y="1933229"/>
              <a:ext cx="10787" cy="18670"/>
            </a:xfrm>
            <a:custGeom>
              <a:rect b="b" l="l" r="r" t="t"/>
              <a:pathLst>
                <a:path extrusionOk="0" h="926" w="535">
                  <a:moveTo>
                    <a:pt x="250" y="0"/>
                  </a:moveTo>
                  <a:cubicBezTo>
                    <a:pt x="107" y="0"/>
                    <a:pt x="1" y="107"/>
                    <a:pt x="1" y="249"/>
                  </a:cubicBezTo>
                  <a:lnTo>
                    <a:pt x="1" y="676"/>
                  </a:lnTo>
                  <a:cubicBezTo>
                    <a:pt x="1" y="819"/>
                    <a:pt x="107" y="925"/>
                    <a:pt x="250" y="925"/>
                  </a:cubicBezTo>
                  <a:cubicBezTo>
                    <a:pt x="392" y="925"/>
                    <a:pt x="499" y="819"/>
                    <a:pt x="499" y="676"/>
                  </a:cubicBezTo>
                  <a:lnTo>
                    <a:pt x="499" y="249"/>
                  </a:lnTo>
                  <a:cubicBezTo>
                    <a:pt x="534" y="107"/>
                    <a:pt x="392" y="0"/>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7071206" y="2166388"/>
              <a:ext cx="13650" cy="15082"/>
            </a:xfrm>
            <a:custGeom>
              <a:rect b="b" l="l" r="r" t="t"/>
              <a:pathLst>
                <a:path extrusionOk="0" h="748" w="677">
                  <a:moveTo>
                    <a:pt x="250" y="0"/>
                  </a:moveTo>
                  <a:cubicBezTo>
                    <a:pt x="107" y="0"/>
                    <a:pt x="1" y="142"/>
                    <a:pt x="1" y="285"/>
                  </a:cubicBezTo>
                  <a:lnTo>
                    <a:pt x="1" y="498"/>
                  </a:lnTo>
                  <a:cubicBezTo>
                    <a:pt x="1" y="640"/>
                    <a:pt x="107" y="747"/>
                    <a:pt x="250" y="747"/>
                  </a:cubicBezTo>
                  <a:lnTo>
                    <a:pt x="463" y="747"/>
                  </a:lnTo>
                  <a:cubicBezTo>
                    <a:pt x="677" y="498"/>
                    <a:pt x="570" y="107"/>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7118547" y="2170683"/>
              <a:ext cx="18691" cy="10787"/>
            </a:xfrm>
            <a:custGeom>
              <a:rect b="b" l="l" r="r" t="t"/>
              <a:pathLst>
                <a:path extrusionOk="0" h="535" w="927">
                  <a:moveTo>
                    <a:pt x="250" y="0"/>
                  </a:moveTo>
                  <a:cubicBezTo>
                    <a:pt x="108" y="0"/>
                    <a:pt x="1" y="143"/>
                    <a:pt x="1" y="285"/>
                  </a:cubicBezTo>
                  <a:cubicBezTo>
                    <a:pt x="1" y="427"/>
                    <a:pt x="108" y="534"/>
                    <a:pt x="250" y="534"/>
                  </a:cubicBezTo>
                  <a:lnTo>
                    <a:pt x="677" y="534"/>
                  </a:lnTo>
                  <a:cubicBezTo>
                    <a:pt x="819" y="534"/>
                    <a:pt x="926" y="427"/>
                    <a:pt x="926" y="285"/>
                  </a:cubicBezTo>
                  <a:cubicBezTo>
                    <a:pt x="926" y="143"/>
                    <a:pt x="819" y="0"/>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7092719" y="2170683"/>
              <a:ext cx="18691" cy="10787"/>
            </a:xfrm>
            <a:custGeom>
              <a:rect b="b" l="l" r="r" t="t"/>
              <a:pathLst>
                <a:path extrusionOk="0" h="535" w="927">
                  <a:moveTo>
                    <a:pt x="286" y="0"/>
                  </a:moveTo>
                  <a:cubicBezTo>
                    <a:pt x="108" y="0"/>
                    <a:pt x="1" y="143"/>
                    <a:pt x="1" y="285"/>
                  </a:cubicBezTo>
                  <a:cubicBezTo>
                    <a:pt x="1" y="427"/>
                    <a:pt x="108" y="534"/>
                    <a:pt x="286" y="534"/>
                  </a:cubicBezTo>
                  <a:lnTo>
                    <a:pt x="677" y="534"/>
                  </a:lnTo>
                  <a:cubicBezTo>
                    <a:pt x="819" y="534"/>
                    <a:pt x="926" y="427"/>
                    <a:pt x="926" y="285"/>
                  </a:cubicBezTo>
                  <a:cubicBezTo>
                    <a:pt x="926" y="143"/>
                    <a:pt x="819" y="0"/>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7169498" y="2170683"/>
              <a:ext cx="18670" cy="10182"/>
            </a:xfrm>
            <a:custGeom>
              <a:rect b="b" l="l" r="r" t="t"/>
              <a:pathLst>
                <a:path extrusionOk="0" h="505" w="926">
                  <a:moveTo>
                    <a:pt x="285" y="0"/>
                  </a:moveTo>
                  <a:cubicBezTo>
                    <a:pt x="107" y="0"/>
                    <a:pt x="0" y="107"/>
                    <a:pt x="0" y="250"/>
                  </a:cubicBezTo>
                  <a:cubicBezTo>
                    <a:pt x="0" y="377"/>
                    <a:pt x="86" y="504"/>
                    <a:pt x="231" y="504"/>
                  </a:cubicBezTo>
                  <a:cubicBezTo>
                    <a:pt x="248" y="504"/>
                    <a:pt x="266" y="502"/>
                    <a:pt x="285" y="499"/>
                  </a:cubicBezTo>
                  <a:lnTo>
                    <a:pt x="676" y="499"/>
                  </a:lnTo>
                  <a:cubicBezTo>
                    <a:pt x="691" y="502"/>
                    <a:pt x="706" y="504"/>
                    <a:pt x="720" y="504"/>
                  </a:cubicBezTo>
                  <a:cubicBezTo>
                    <a:pt x="840" y="504"/>
                    <a:pt x="925" y="377"/>
                    <a:pt x="925" y="250"/>
                  </a:cubicBezTo>
                  <a:cubicBezTo>
                    <a:pt x="925" y="107"/>
                    <a:pt x="819" y="0"/>
                    <a:pt x="6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7195326" y="2170683"/>
              <a:ext cx="18670" cy="10182"/>
            </a:xfrm>
            <a:custGeom>
              <a:rect b="b" l="l" r="r" t="t"/>
              <a:pathLst>
                <a:path extrusionOk="0" h="505" w="926">
                  <a:moveTo>
                    <a:pt x="249" y="0"/>
                  </a:moveTo>
                  <a:cubicBezTo>
                    <a:pt x="107" y="0"/>
                    <a:pt x="0" y="107"/>
                    <a:pt x="0" y="250"/>
                  </a:cubicBezTo>
                  <a:cubicBezTo>
                    <a:pt x="0" y="377"/>
                    <a:pt x="85" y="504"/>
                    <a:pt x="205" y="504"/>
                  </a:cubicBezTo>
                  <a:cubicBezTo>
                    <a:pt x="219" y="504"/>
                    <a:pt x="234" y="502"/>
                    <a:pt x="249" y="499"/>
                  </a:cubicBezTo>
                  <a:lnTo>
                    <a:pt x="676" y="499"/>
                  </a:lnTo>
                  <a:cubicBezTo>
                    <a:pt x="818" y="499"/>
                    <a:pt x="925" y="392"/>
                    <a:pt x="925" y="250"/>
                  </a:cubicBezTo>
                  <a:cubicBezTo>
                    <a:pt x="925" y="107"/>
                    <a:pt x="818" y="0"/>
                    <a:pt x="6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7144376" y="2170683"/>
              <a:ext cx="18670" cy="10182"/>
            </a:xfrm>
            <a:custGeom>
              <a:rect b="b" l="l" r="r" t="t"/>
              <a:pathLst>
                <a:path extrusionOk="0" h="505" w="926">
                  <a:moveTo>
                    <a:pt x="250" y="0"/>
                  </a:moveTo>
                  <a:cubicBezTo>
                    <a:pt x="108" y="0"/>
                    <a:pt x="1" y="107"/>
                    <a:pt x="1" y="250"/>
                  </a:cubicBezTo>
                  <a:cubicBezTo>
                    <a:pt x="1" y="377"/>
                    <a:pt x="86" y="504"/>
                    <a:pt x="206" y="504"/>
                  </a:cubicBezTo>
                  <a:cubicBezTo>
                    <a:pt x="220" y="504"/>
                    <a:pt x="235" y="502"/>
                    <a:pt x="250" y="499"/>
                  </a:cubicBezTo>
                  <a:lnTo>
                    <a:pt x="641" y="499"/>
                  </a:lnTo>
                  <a:cubicBezTo>
                    <a:pt x="784" y="499"/>
                    <a:pt x="926" y="392"/>
                    <a:pt x="926" y="250"/>
                  </a:cubicBezTo>
                  <a:cubicBezTo>
                    <a:pt x="926" y="107"/>
                    <a:pt x="784" y="0"/>
                    <a:pt x="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7031748" y="2008012"/>
              <a:ext cx="31595" cy="52927"/>
            </a:xfrm>
            <a:custGeom>
              <a:rect b="b" l="l" r="r" t="t"/>
              <a:pathLst>
                <a:path extrusionOk="0" h="2625" w="1567">
                  <a:moveTo>
                    <a:pt x="267" y="1"/>
                  </a:moveTo>
                  <a:cubicBezTo>
                    <a:pt x="143" y="1"/>
                    <a:pt x="18" y="81"/>
                    <a:pt x="1" y="241"/>
                  </a:cubicBezTo>
                  <a:lnTo>
                    <a:pt x="1" y="2340"/>
                  </a:lnTo>
                  <a:cubicBezTo>
                    <a:pt x="18" y="2500"/>
                    <a:pt x="143" y="2580"/>
                    <a:pt x="267" y="2580"/>
                  </a:cubicBezTo>
                  <a:cubicBezTo>
                    <a:pt x="392" y="2580"/>
                    <a:pt x="517" y="2500"/>
                    <a:pt x="534" y="2340"/>
                  </a:cubicBezTo>
                  <a:lnTo>
                    <a:pt x="534" y="1557"/>
                  </a:lnTo>
                  <a:lnTo>
                    <a:pt x="961" y="1557"/>
                  </a:lnTo>
                  <a:cubicBezTo>
                    <a:pt x="1032" y="1557"/>
                    <a:pt x="1068" y="1593"/>
                    <a:pt x="1068" y="1664"/>
                  </a:cubicBezTo>
                  <a:lnTo>
                    <a:pt x="1068" y="2340"/>
                  </a:lnTo>
                  <a:cubicBezTo>
                    <a:pt x="1068" y="2518"/>
                    <a:pt x="1175" y="2625"/>
                    <a:pt x="1317" y="2625"/>
                  </a:cubicBezTo>
                  <a:lnTo>
                    <a:pt x="1317" y="2589"/>
                  </a:lnTo>
                  <a:cubicBezTo>
                    <a:pt x="1459" y="2589"/>
                    <a:pt x="1566" y="2482"/>
                    <a:pt x="1566" y="2340"/>
                  </a:cubicBezTo>
                  <a:lnTo>
                    <a:pt x="1566" y="1628"/>
                  </a:lnTo>
                  <a:cubicBezTo>
                    <a:pt x="1566" y="1308"/>
                    <a:pt x="1317" y="1024"/>
                    <a:pt x="961" y="1024"/>
                  </a:cubicBezTo>
                  <a:lnTo>
                    <a:pt x="534" y="1024"/>
                  </a:lnTo>
                  <a:lnTo>
                    <a:pt x="534" y="241"/>
                  </a:lnTo>
                  <a:cubicBezTo>
                    <a:pt x="517" y="81"/>
                    <a:pt x="392"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7109595" y="2112191"/>
              <a:ext cx="31937" cy="44156"/>
            </a:xfrm>
            <a:custGeom>
              <a:rect b="b" l="l" r="r" t="t"/>
              <a:pathLst>
                <a:path extrusionOk="0" h="2190" w="1584">
                  <a:moveTo>
                    <a:pt x="262" y="1"/>
                  </a:moveTo>
                  <a:cubicBezTo>
                    <a:pt x="138" y="1"/>
                    <a:pt x="18" y="82"/>
                    <a:pt x="18" y="233"/>
                  </a:cubicBezTo>
                  <a:lnTo>
                    <a:pt x="18" y="1976"/>
                  </a:lnTo>
                  <a:cubicBezTo>
                    <a:pt x="0" y="2119"/>
                    <a:pt x="142" y="2190"/>
                    <a:pt x="285" y="2190"/>
                  </a:cubicBezTo>
                  <a:cubicBezTo>
                    <a:pt x="427" y="2190"/>
                    <a:pt x="569" y="2119"/>
                    <a:pt x="552" y="1976"/>
                  </a:cubicBezTo>
                  <a:lnTo>
                    <a:pt x="552" y="695"/>
                  </a:lnTo>
                  <a:lnTo>
                    <a:pt x="836" y="695"/>
                  </a:lnTo>
                  <a:cubicBezTo>
                    <a:pt x="979" y="695"/>
                    <a:pt x="1050" y="802"/>
                    <a:pt x="1050" y="945"/>
                  </a:cubicBezTo>
                  <a:cubicBezTo>
                    <a:pt x="1068" y="1087"/>
                    <a:pt x="1192" y="1158"/>
                    <a:pt x="1317" y="1158"/>
                  </a:cubicBezTo>
                  <a:cubicBezTo>
                    <a:pt x="1441" y="1158"/>
                    <a:pt x="1566" y="1087"/>
                    <a:pt x="1583" y="945"/>
                  </a:cubicBezTo>
                  <a:cubicBezTo>
                    <a:pt x="1583" y="518"/>
                    <a:pt x="1263" y="197"/>
                    <a:pt x="836" y="197"/>
                  </a:cubicBezTo>
                  <a:lnTo>
                    <a:pt x="516" y="197"/>
                  </a:lnTo>
                  <a:cubicBezTo>
                    <a:pt x="483" y="64"/>
                    <a:pt x="371" y="1"/>
                    <a:pt x="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72"/>
          <p:cNvGrpSpPr/>
          <p:nvPr/>
        </p:nvGrpSpPr>
        <p:grpSpPr>
          <a:xfrm>
            <a:off x="1636698" y="3519889"/>
            <a:ext cx="199447" cy="357279"/>
            <a:chOff x="1636698" y="3519889"/>
            <a:chExt cx="199447" cy="357279"/>
          </a:xfrm>
        </p:grpSpPr>
        <p:sp>
          <p:nvSpPr>
            <p:cNvPr id="3045" name="Google Shape;3045;p72"/>
            <p:cNvSpPr/>
            <p:nvPr/>
          </p:nvSpPr>
          <p:spPr>
            <a:xfrm>
              <a:off x="1729244" y="3711432"/>
              <a:ext cx="55971" cy="160715"/>
            </a:xfrm>
            <a:custGeom>
              <a:rect b="b" l="l" r="r" t="t"/>
              <a:pathLst>
                <a:path extrusionOk="0" h="7971" w="2776">
                  <a:moveTo>
                    <a:pt x="0" y="1"/>
                  </a:moveTo>
                  <a:lnTo>
                    <a:pt x="0" y="7971"/>
                  </a:lnTo>
                  <a:lnTo>
                    <a:pt x="2775" y="7971"/>
                  </a:lnTo>
                  <a:lnTo>
                    <a:pt x="27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1729244" y="3567250"/>
              <a:ext cx="55971" cy="56677"/>
            </a:xfrm>
            <a:custGeom>
              <a:rect b="b" l="l" r="r" t="t"/>
              <a:pathLst>
                <a:path extrusionOk="0" h="2811" w="2776">
                  <a:moveTo>
                    <a:pt x="0" y="0"/>
                  </a:moveTo>
                  <a:lnTo>
                    <a:pt x="0" y="2811"/>
                  </a:lnTo>
                  <a:lnTo>
                    <a:pt x="2775" y="2811"/>
                  </a:lnTo>
                  <a:lnTo>
                    <a:pt x="27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1641719" y="3524909"/>
              <a:ext cx="188701" cy="42361"/>
            </a:xfrm>
            <a:custGeom>
              <a:rect b="b" l="l" r="r" t="t"/>
              <a:pathLst>
                <a:path extrusionOk="0" h="2101" w="9359">
                  <a:moveTo>
                    <a:pt x="1530" y="1"/>
                  </a:moveTo>
                  <a:lnTo>
                    <a:pt x="0" y="1282"/>
                  </a:lnTo>
                  <a:lnTo>
                    <a:pt x="0" y="2100"/>
                  </a:lnTo>
                  <a:lnTo>
                    <a:pt x="9358" y="2100"/>
                  </a:lnTo>
                  <a:lnTo>
                    <a:pt x="93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1641719" y="3623201"/>
              <a:ext cx="189407" cy="87546"/>
            </a:xfrm>
            <a:custGeom>
              <a:rect b="b" l="l" r="r" t="t"/>
              <a:pathLst>
                <a:path extrusionOk="0" h="4342" w="9394">
                  <a:moveTo>
                    <a:pt x="9394" y="0"/>
                  </a:moveTo>
                  <a:lnTo>
                    <a:pt x="0" y="36"/>
                  </a:lnTo>
                  <a:lnTo>
                    <a:pt x="0" y="1068"/>
                  </a:lnTo>
                  <a:lnTo>
                    <a:pt x="1566" y="2455"/>
                  </a:lnTo>
                  <a:lnTo>
                    <a:pt x="4341" y="2455"/>
                  </a:lnTo>
                  <a:lnTo>
                    <a:pt x="4341" y="4341"/>
                  </a:lnTo>
                  <a:lnTo>
                    <a:pt x="7152" y="4341"/>
                  </a:lnTo>
                  <a:lnTo>
                    <a:pt x="7152" y="2455"/>
                  </a:lnTo>
                  <a:lnTo>
                    <a:pt x="8184" y="2455"/>
                  </a:lnTo>
                  <a:lnTo>
                    <a:pt x="8184" y="1424"/>
                  </a:lnTo>
                  <a:lnTo>
                    <a:pt x="9394" y="1424"/>
                  </a:lnTo>
                  <a:lnTo>
                    <a:pt x="93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1636698" y="3519889"/>
              <a:ext cx="199447" cy="357279"/>
            </a:xfrm>
            <a:custGeom>
              <a:rect b="b" l="l" r="r" t="t"/>
              <a:pathLst>
                <a:path extrusionOk="0" h="17720" w="9892">
                  <a:moveTo>
                    <a:pt x="7152" y="2634"/>
                  </a:moveTo>
                  <a:lnTo>
                    <a:pt x="7152" y="4911"/>
                  </a:lnTo>
                  <a:lnTo>
                    <a:pt x="4875" y="4911"/>
                  </a:lnTo>
                  <a:lnTo>
                    <a:pt x="4875" y="2634"/>
                  </a:lnTo>
                  <a:close/>
                  <a:moveTo>
                    <a:pt x="1815" y="1"/>
                  </a:moveTo>
                  <a:cubicBezTo>
                    <a:pt x="1744" y="1"/>
                    <a:pt x="1673" y="1"/>
                    <a:pt x="1637" y="36"/>
                  </a:cubicBezTo>
                  <a:lnTo>
                    <a:pt x="107" y="1317"/>
                  </a:lnTo>
                  <a:cubicBezTo>
                    <a:pt x="36" y="1353"/>
                    <a:pt x="0" y="1424"/>
                    <a:pt x="0" y="1495"/>
                  </a:cubicBezTo>
                  <a:lnTo>
                    <a:pt x="0" y="2349"/>
                  </a:lnTo>
                  <a:cubicBezTo>
                    <a:pt x="0" y="2491"/>
                    <a:pt x="107" y="2598"/>
                    <a:pt x="249" y="2598"/>
                  </a:cubicBezTo>
                  <a:lnTo>
                    <a:pt x="1673" y="2598"/>
                  </a:lnTo>
                  <a:cubicBezTo>
                    <a:pt x="2028" y="2598"/>
                    <a:pt x="2028" y="2100"/>
                    <a:pt x="1673" y="2100"/>
                  </a:cubicBezTo>
                  <a:lnTo>
                    <a:pt x="498" y="2100"/>
                  </a:lnTo>
                  <a:lnTo>
                    <a:pt x="498" y="1637"/>
                  </a:lnTo>
                  <a:lnTo>
                    <a:pt x="1886" y="534"/>
                  </a:lnTo>
                  <a:lnTo>
                    <a:pt x="9358" y="534"/>
                  </a:lnTo>
                  <a:lnTo>
                    <a:pt x="9358" y="2100"/>
                  </a:lnTo>
                  <a:lnTo>
                    <a:pt x="2918" y="2100"/>
                  </a:lnTo>
                  <a:cubicBezTo>
                    <a:pt x="2562" y="2100"/>
                    <a:pt x="2562" y="2634"/>
                    <a:pt x="2918" y="2634"/>
                  </a:cubicBezTo>
                  <a:lnTo>
                    <a:pt x="4306" y="2634"/>
                  </a:lnTo>
                  <a:lnTo>
                    <a:pt x="4306" y="4911"/>
                  </a:lnTo>
                  <a:lnTo>
                    <a:pt x="2953" y="4911"/>
                  </a:lnTo>
                  <a:cubicBezTo>
                    <a:pt x="2669" y="4946"/>
                    <a:pt x="2669" y="5409"/>
                    <a:pt x="2953" y="5445"/>
                  </a:cubicBezTo>
                  <a:lnTo>
                    <a:pt x="9358" y="5445"/>
                  </a:lnTo>
                  <a:lnTo>
                    <a:pt x="9358" y="6334"/>
                  </a:lnTo>
                  <a:lnTo>
                    <a:pt x="8433" y="6334"/>
                  </a:lnTo>
                  <a:cubicBezTo>
                    <a:pt x="8291" y="6334"/>
                    <a:pt x="8184" y="6441"/>
                    <a:pt x="8184" y="6583"/>
                  </a:cubicBezTo>
                  <a:lnTo>
                    <a:pt x="8184" y="7366"/>
                  </a:lnTo>
                  <a:lnTo>
                    <a:pt x="7365" y="7366"/>
                  </a:lnTo>
                  <a:cubicBezTo>
                    <a:pt x="7223" y="7366"/>
                    <a:pt x="7116" y="7473"/>
                    <a:pt x="7116" y="7615"/>
                  </a:cubicBezTo>
                  <a:lnTo>
                    <a:pt x="7116" y="9252"/>
                  </a:lnTo>
                  <a:lnTo>
                    <a:pt x="4839" y="9252"/>
                  </a:lnTo>
                  <a:lnTo>
                    <a:pt x="4839" y="7579"/>
                  </a:lnTo>
                  <a:cubicBezTo>
                    <a:pt x="4839" y="7437"/>
                    <a:pt x="4732" y="7330"/>
                    <a:pt x="4590" y="7330"/>
                  </a:cubicBezTo>
                  <a:lnTo>
                    <a:pt x="1886" y="7330"/>
                  </a:lnTo>
                  <a:lnTo>
                    <a:pt x="498" y="6085"/>
                  </a:lnTo>
                  <a:lnTo>
                    <a:pt x="498" y="5409"/>
                  </a:lnTo>
                  <a:lnTo>
                    <a:pt x="1744" y="5409"/>
                  </a:lnTo>
                  <a:cubicBezTo>
                    <a:pt x="2028" y="5338"/>
                    <a:pt x="2028" y="4911"/>
                    <a:pt x="1744" y="4875"/>
                  </a:cubicBezTo>
                  <a:lnTo>
                    <a:pt x="249" y="4875"/>
                  </a:lnTo>
                  <a:cubicBezTo>
                    <a:pt x="107" y="4875"/>
                    <a:pt x="0" y="4982"/>
                    <a:pt x="0" y="5124"/>
                  </a:cubicBezTo>
                  <a:lnTo>
                    <a:pt x="0" y="6192"/>
                  </a:lnTo>
                  <a:cubicBezTo>
                    <a:pt x="0" y="6263"/>
                    <a:pt x="36" y="6334"/>
                    <a:pt x="71" y="6370"/>
                  </a:cubicBezTo>
                  <a:lnTo>
                    <a:pt x="1601" y="7757"/>
                  </a:lnTo>
                  <a:cubicBezTo>
                    <a:pt x="1673" y="7828"/>
                    <a:pt x="1708" y="7828"/>
                    <a:pt x="1779" y="7828"/>
                  </a:cubicBezTo>
                  <a:lnTo>
                    <a:pt x="4306" y="7828"/>
                  </a:lnTo>
                  <a:lnTo>
                    <a:pt x="4306" y="17435"/>
                  </a:lnTo>
                  <a:cubicBezTo>
                    <a:pt x="4306" y="17578"/>
                    <a:pt x="4448" y="17720"/>
                    <a:pt x="4590" y="17720"/>
                  </a:cubicBezTo>
                  <a:lnTo>
                    <a:pt x="7365" y="17720"/>
                  </a:lnTo>
                  <a:cubicBezTo>
                    <a:pt x="7508" y="17720"/>
                    <a:pt x="7650" y="17578"/>
                    <a:pt x="7650" y="17435"/>
                  </a:cubicBezTo>
                  <a:lnTo>
                    <a:pt x="7650" y="12312"/>
                  </a:lnTo>
                  <a:cubicBezTo>
                    <a:pt x="7632" y="12169"/>
                    <a:pt x="7508" y="12098"/>
                    <a:pt x="7383" y="12098"/>
                  </a:cubicBezTo>
                  <a:cubicBezTo>
                    <a:pt x="7259" y="12098"/>
                    <a:pt x="7134" y="12169"/>
                    <a:pt x="7116" y="12312"/>
                  </a:cubicBezTo>
                  <a:lnTo>
                    <a:pt x="7116" y="17222"/>
                  </a:lnTo>
                  <a:lnTo>
                    <a:pt x="4839" y="17222"/>
                  </a:lnTo>
                  <a:lnTo>
                    <a:pt x="4839" y="9750"/>
                  </a:lnTo>
                  <a:lnTo>
                    <a:pt x="7152" y="9750"/>
                  </a:lnTo>
                  <a:lnTo>
                    <a:pt x="7152" y="11066"/>
                  </a:lnTo>
                  <a:cubicBezTo>
                    <a:pt x="7116" y="11226"/>
                    <a:pt x="7250" y="11307"/>
                    <a:pt x="7388" y="11307"/>
                  </a:cubicBezTo>
                  <a:cubicBezTo>
                    <a:pt x="7526" y="11307"/>
                    <a:pt x="7668" y="11226"/>
                    <a:pt x="7650" y="11066"/>
                  </a:cubicBezTo>
                  <a:lnTo>
                    <a:pt x="7650" y="7828"/>
                  </a:lnTo>
                  <a:lnTo>
                    <a:pt x="8433" y="7828"/>
                  </a:lnTo>
                  <a:cubicBezTo>
                    <a:pt x="8575" y="7828"/>
                    <a:pt x="8718" y="7722"/>
                    <a:pt x="8718" y="7579"/>
                  </a:cubicBezTo>
                  <a:lnTo>
                    <a:pt x="8718" y="6797"/>
                  </a:lnTo>
                  <a:lnTo>
                    <a:pt x="9643" y="6797"/>
                  </a:lnTo>
                  <a:cubicBezTo>
                    <a:pt x="9785" y="6797"/>
                    <a:pt x="9892" y="6690"/>
                    <a:pt x="9892" y="6548"/>
                  </a:cubicBezTo>
                  <a:lnTo>
                    <a:pt x="9892" y="5124"/>
                  </a:lnTo>
                  <a:cubicBezTo>
                    <a:pt x="9892" y="4982"/>
                    <a:pt x="9785" y="4875"/>
                    <a:pt x="9643" y="4875"/>
                  </a:cubicBezTo>
                  <a:lnTo>
                    <a:pt x="7650" y="4875"/>
                  </a:lnTo>
                  <a:lnTo>
                    <a:pt x="7650" y="2598"/>
                  </a:lnTo>
                  <a:lnTo>
                    <a:pt x="9607" y="2598"/>
                  </a:lnTo>
                  <a:cubicBezTo>
                    <a:pt x="9749" y="2598"/>
                    <a:pt x="9892" y="2491"/>
                    <a:pt x="9892" y="2349"/>
                  </a:cubicBezTo>
                  <a:lnTo>
                    <a:pt x="9892" y="250"/>
                  </a:lnTo>
                  <a:cubicBezTo>
                    <a:pt x="9892" y="107"/>
                    <a:pt x="9749" y="1"/>
                    <a:pt x="9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1745011" y="3580154"/>
              <a:ext cx="24417" cy="10787"/>
            </a:xfrm>
            <a:custGeom>
              <a:rect b="b" l="l" r="r" t="t"/>
              <a:pathLst>
                <a:path extrusionOk="0" h="535" w="1211">
                  <a:moveTo>
                    <a:pt x="250" y="1"/>
                  </a:moveTo>
                  <a:cubicBezTo>
                    <a:pt x="108" y="1"/>
                    <a:pt x="1" y="143"/>
                    <a:pt x="1" y="285"/>
                  </a:cubicBezTo>
                  <a:cubicBezTo>
                    <a:pt x="1" y="427"/>
                    <a:pt x="108" y="534"/>
                    <a:pt x="250" y="534"/>
                  </a:cubicBezTo>
                  <a:lnTo>
                    <a:pt x="962" y="534"/>
                  </a:lnTo>
                  <a:cubicBezTo>
                    <a:pt x="1104" y="534"/>
                    <a:pt x="1211" y="427"/>
                    <a:pt x="1211" y="285"/>
                  </a:cubicBezTo>
                  <a:cubicBezTo>
                    <a:pt x="1211" y="143"/>
                    <a:pt x="1104" y="1"/>
                    <a:pt x="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1744305" y="3598805"/>
              <a:ext cx="26554" cy="10787"/>
            </a:xfrm>
            <a:custGeom>
              <a:rect b="b" l="l" r="r" t="t"/>
              <a:pathLst>
                <a:path extrusionOk="0" h="535" w="1317">
                  <a:moveTo>
                    <a:pt x="285" y="1"/>
                  </a:moveTo>
                  <a:cubicBezTo>
                    <a:pt x="0" y="36"/>
                    <a:pt x="0" y="463"/>
                    <a:pt x="285" y="534"/>
                  </a:cubicBezTo>
                  <a:lnTo>
                    <a:pt x="997" y="534"/>
                  </a:lnTo>
                  <a:cubicBezTo>
                    <a:pt x="1317" y="463"/>
                    <a:pt x="1317" y="36"/>
                    <a:pt x="9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1744305" y="3724357"/>
              <a:ext cx="26554" cy="10061"/>
            </a:xfrm>
            <a:custGeom>
              <a:rect b="b" l="l" r="r" t="t"/>
              <a:pathLst>
                <a:path extrusionOk="0" h="499" w="1317">
                  <a:moveTo>
                    <a:pt x="285" y="0"/>
                  </a:moveTo>
                  <a:cubicBezTo>
                    <a:pt x="0" y="36"/>
                    <a:pt x="0" y="463"/>
                    <a:pt x="285" y="498"/>
                  </a:cubicBezTo>
                  <a:lnTo>
                    <a:pt x="997" y="498"/>
                  </a:lnTo>
                  <a:cubicBezTo>
                    <a:pt x="1317" y="463"/>
                    <a:pt x="1317" y="36"/>
                    <a:pt x="9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1743580" y="3742281"/>
              <a:ext cx="28006" cy="10787"/>
            </a:xfrm>
            <a:custGeom>
              <a:rect b="b" l="l" r="r" t="t"/>
              <a:pathLst>
                <a:path extrusionOk="0" h="535" w="1389">
                  <a:moveTo>
                    <a:pt x="321" y="1"/>
                  </a:moveTo>
                  <a:cubicBezTo>
                    <a:pt x="1" y="1"/>
                    <a:pt x="1" y="534"/>
                    <a:pt x="321" y="534"/>
                  </a:cubicBezTo>
                  <a:lnTo>
                    <a:pt x="1033" y="534"/>
                  </a:lnTo>
                  <a:cubicBezTo>
                    <a:pt x="1388" y="534"/>
                    <a:pt x="1388" y="1"/>
                    <a:pt x="1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1744305" y="3760931"/>
              <a:ext cx="26554" cy="10787"/>
            </a:xfrm>
            <a:custGeom>
              <a:rect b="b" l="l" r="r" t="t"/>
              <a:pathLst>
                <a:path extrusionOk="0" h="535" w="1317">
                  <a:moveTo>
                    <a:pt x="285" y="1"/>
                  </a:moveTo>
                  <a:cubicBezTo>
                    <a:pt x="0" y="36"/>
                    <a:pt x="0" y="463"/>
                    <a:pt x="285" y="535"/>
                  </a:cubicBezTo>
                  <a:lnTo>
                    <a:pt x="997" y="535"/>
                  </a:lnTo>
                  <a:cubicBezTo>
                    <a:pt x="1317" y="463"/>
                    <a:pt x="1317" y="36"/>
                    <a:pt x="9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1744305" y="3786054"/>
              <a:ext cx="26554" cy="10767"/>
            </a:xfrm>
            <a:custGeom>
              <a:rect b="b" l="l" r="r" t="t"/>
              <a:pathLst>
                <a:path extrusionOk="0" h="534" w="1317">
                  <a:moveTo>
                    <a:pt x="285" y="0"/>
                  </a:moveTo>
                  <a:cubicBezTo>
                    <a:pt x="0" y="36"/>
                    <a:pt x="0" y="498"/>
                    <a:pt x="285" y="534"/>
                  </a:cubicBezTo>
                  <a:lnTo>
                    <a:pt x="997" y="534"/>
                  </a:lnTo>
                  <a:cubicBezTo>
                    <a:pt x="1317" y="498"/>
                    <a:pt x="1317" y="36"/>
                    <a:pt x="9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6" name="Google Shape;3056;p72"/>
          <p:cNvGrpSpPr/>
          <p:nvPr/>
        </p:nvGrpSpPr>
        <p:grpSpPr>
          <a:xfrm>
            <a:off x="997486" y="3519889"/>
            <a:ext cx="257576" cy="357279"/>
            <a:chOff x="997486" y="3519889"/>
            <a:chExt cx="257576" cy="357279"/>
          </a:xfrm>
        </p:grpSpPr>
        <p:sp>
          <p:nvSpPr>
            <p:cNvPr id="3057" name="Google Shape;3057;p72"/>
            <p:cNvSpPr/>
            <p:nvPr/>
          </p:nvSpPr>
          <p:spPr>
            <a:xfrm>
              <a:off x="1027629" y="3524909"/>
              <a:ext cx="198016" cy="347239"/>
            </a:xfrm>
            <a:custGeom>
              <a:rect b="b" l="l" r="r" t="t"/>
              <a:pathLst>
                <a:path extrusionOk="0" h="17222" w="9821">
                  <a:moveTo>
                    <a:pt x="712" y="1"/>
                  </a:moveTo>
                  <a:cubicBezTo>
                    <a:pt x="320" y="1"/>
                    <a:pt x="0" y="321"/>
                    <a:pt x="36" y="712"/>
                  </a:cubicBezTo>
                  <a:lnTo>
                    <a:pt x="36" y="16510"/>
                  </a:lnTo>
                  <a:cubicBezTo>
                    <a:pt x="36" y="16902"/>
                    <a:pt x="320" y="17222"/>
                    <a:pt x="712" y="17222"/>
                  </a:cubicBezTo>
                  <a:lnTo>
                    <a:pt x="9109" y="17222"/>
                  </a:lnTo>
                  <a:cubicBezTo>
                    <a:pt x="9500" y="17222"/>
                    <a:pt x="9820" y="16902"/>
                    <a:pt x="9820" y="16510"/>
                  </a:cubicBezTo>
                  <a:lnTo>
                    <a:pt x="9820" y="712"/>
                  </a:lnTo>
                  <a:cubicBezTo>
                    <a:pt x="9820" y="321"/>
                    <a:pt x="9500" y="1"/>
                    <a:pt x="9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1028335" y="3557189"/>
              <a:ext cx="197310" cy="281973"/>
            </a:xfrm>
            <a:custGeom>
              <a:rect b="b" l="l" r="r" t="t"/>
              <a:pathLst>
                <a:path extrusionOk="0" h="13985" w="9786">
                  <a:moveTo>
                    <a:pt x="1" y="1"/>
                  </a:moveTo>
                  <a:lnTo>
                    <a:pt x="1" y="13984"/>
                  </a:lnTo>
                  <a:lnTo>
                    <a:pt x="9785" y="13984"/>
                  </a:lnTo>
                  <a:lnTo>
                    <a:pt x="97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1054889" y="3711432"/>
              <a:ext cx="194427" cy="93998"/>
            </a:xfrm>
            <a:custGeom>
              <a:rect b="b" l="l" r="r" t="t"/>
              <a:pathLst>
                <a:path extrusionOk="0" h="4662" w="9643">
                  <a:moveTo>
                    <a:pt x="712" y="1"/>
                  </a:moveTo>
                  <a:cubicBezTo>
                    <a:pt x="320" y="1"/>
                    <a:pt x="0" y="285"/>
                    <a:pt x="0" y="677"/>
                  </a:cubicBezTo>
                  <a:lnTo>
                    <a:pt x="0" y="2990"/>
                  </a:lnTo>
                  <a:cubicBezTo>
                    <a:pt x="0" y="3381"/>
                    <a:pt x="320" y="3701"/>
                    <a:pt x="712" y="3701"/>
                  </a:cubicBezTo>
                  <a:lnTo>
                    <a:pt x="5444" y="3701"/>
                  </a:lnTo>
                  <a:lnTo>
                    <a:pt x="7401" y="4662"/>
                  </a:lnTo>
                  <a:lnTo>
                    <a:pt x="7401" y="3701"/>
                  </a:lnTo>
                  <a:lnTo>
                    <a:pt x="8967" y="3701"/>
                  </a:lnTo>
                  <a:cubicBezTo>
                    <a:pt x="9322" y="3701"/>
                    <a:pt x="9643" y="3381"/>
                    <a:pt x="9643" y="2990"/>
                  </a:cubicBezTo>
                  <a:lnTo>
                    <a:pt x="9643" y="677"/>
                  </a:lnTo>
                  <a:cubicBezTo>
                    <a:pt x="9643" y="285"/>
                    <a:pt x="9322" y="1"/>
                    <a:pt x="89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1002507" y="3598099"/>
              <a:ext cx="194447" cy="94703"/>
            </a:xfrm>
            <a:custGeom>
              <a:rect b="b" l="l" r="r" t="t"/>
              <a:pathLst>
                <a:path extrusionOk="0" h="4697" w="9644">
                  <a:moveTo>
                    <a:pt x="712" y="0"/>
                  </a:moveTo>
                  <a:cubicBezTo>
                    <a:pt x="321" y="0"/>
                    <a:pt x="1" y="320"/>
                    <a:pt x="1" y="712"/>
                  </a:cubicBezTo>
                  <a:lnTo>
                    <a:pt x="1" y="3024"/>
                  </a:lnTo>
                  <a:cubicBezTo>
                    <a:pt x="1" y="3416"/>
                    <a:pt x="321" y="3736"/>
                    <a:pt x="712" y="3736"/>
                  </a:cubicBezTo>
                  <a:lnTo>
                    <a:pt x="2242" y="3736"/>
                  </a:lnTo>
                  <a:lnTo>
                    <a:pt x="2242" y="4697"/>
                  </a:lnTo>
                  <a:lnTo>
                    <a:pt x="4199" y="3736"/>
                  </a:lnTo>
                  <a:lnTo>
                    <a:pt x="8967" y="3736"/>
                  </a:lnTo>
                  <a:cubicBezTo>
                    <a:pt x="9358" y="3736"/>
                    <a:pt x="9643" y="3416"/>
                    <a:pt x="9643" y="3024"/>
                  </a:cubicBezTo>
                  <a:lnTo>
                    <a:pt x="9643" y="712"/>
                  </a:lnTo>
                  <a:cubicBezTo>
                    <a:pt x="9643" y="320"/>
                    <a:pt x="9358" y="0"/>
                    <a:pt x="89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997486" y="3519889"/>
              <a:ext cx="233179" cy="243220"/>
            </a:xfrm>
            <a:custGeom>
              <a:rect b="b" l="l" r="r" t="t"/>
              <a:pathLst>
                <a:path extrusionOk="0" h="12063" w="11565">
                  <a:moveTo>
                    <a:pt x="10604" y="534"/>
                  </a:moveTo>
                  <a:cubicBezTo>
                    <a:pt x="10853" y="534"/>
                    <a:pt x="11066" y="712"/>
                    <a:pt x="11066" y="961"/>
                  </a:cubicBezTo>
                  <a:lnTo>
                    <a:pt x="11066" y="1602"/>
                  </a:lnTo>
                  <a:lnTo>
                    <a:pt x="1780" y="1602"/>
                  </a:lnTo>
                  <a:lnTo>
                    <a:pt x="1780" y="961"/>
                  </a:lnTo>
                  <a:cubicBezTo>
                    <a:pt x="1780" y="712"/>
                    <a:pt x="1958" y="534"/>
                    <a:pt x="2207" y="534"/>
                  </a:cubicBezTo>
                  <a:close/>
                  <a:moveTo>
                    <a:pt x="9216" y="4164"/>
                  </a:moveTo>
                  <a:cubicBezTo>
                    <a:pt x="9465" y="4164"/>
                    <a:pt x="9679" y="4342"/>
                    <a:pt x="9679" y="4591"/>
                  </a:cubicBezTo>
                  <a:lnTo>
                    <a:pt x="9679" y="6903"/>
                  </a:lnTo>
                  <a:cubicBezTo>
                    <a:pt x="9679" y="7152"/>
                    <a:pt x="9465" y="7330"/>
                    <a:pt x="9216" y="7330"/>
                  </a:cubicBezTo>
                  <a:lnTo>
                    <a:pt x="4448" y="7330"/>
                  </a:lnTo>
                  <a:cubicBezTo>
                    <a:pt x="4413" y="7330"/>
                    <a:pt x="4377" y="7366"/>
                    <a:pt x="4342" y="7366"/>
                  </a:cubicBezTo>
                  <a:lnTo>
                    <a:pt x="2740" y="8149"/>
                  </a:lnTo>
                  <a:lnTo>
                    <a:pt x="2740" y="7615"/>
                  </a:lnTo>
                  <a:cubicBezTo>
                    <a:pt x="2740" y="7473"/>
                    <a:pt x="2634" y="7330"/>
                    <a:pt x="2491" y="7330"/>
                  </a:cubicBezTo>
                  <a:lnTo>
                    <a:pt x="961" y="7330"/>
                  </a:lnTo>
                  <a:cubicBezTo>
                    <a:pt x="712" y="7330"/>
                    <a:pt x="499" y="7152"/>
                    <a:pt x="499" y="6903"/>
                  </a:cubicBezTo>
                  <a:lnTo>
                    <a:pt x="534" y="6903"/>
                  </a:lnTo>
                  <a:lnTo>
                    <a:pt x="534" y="4591"/>
                  </a:lnTo>
                  <a:cubicBezTo>
                    <a:pt x="534" y="4342"/>
                    <a:pt x="712" y="4164"/>
                    <a:pt x="961" y="4164"/>
                  </a:cubicBezTo>
                  <a:close/>
                  <a:moveTo>
                    <a:pt x="2207" y="1"/>
                  </a:moveTo>
                  <a:cubicBezTo>
                    <a:pt x="1673" y="1"/>
                    <a:pt x="1246" y="428"/>
                    <a:pt x="1246" y="961"/>
                  </a:cubicBezTo>
                  <a:lnTo>
                    <a:pt x="1246" y="3630"/>
                  </a:lnTo>
                  <a:lnTo>
                    <a:pt x="961" y="3630"/>
                  </a:lnTo>
                  <a:cubicBezTo>
                    <a:pt x="428" y="3630"/>
                    <a:pt x="1" y="4057"/>
                    <a:pt x="1" y="4591"/>
                  </a:cubicBezTo>
                  <a:lnTo>
                    <a:pt x="1" y="6903"/>
                  </a:lnTo>
                  <a:cubicBezTo>
                    <a:pt x="1" y="7402"/>
                    <a:pt x="428" y="7864"/>
                    <a:pt x="961" y="7864"/>
                  </a:cubicBezTo>
                  <a:lnTo>
                    <a:pt x="1246" y="7864"/>
                  </a:lnTo>
                  <a:lnTo>
                    <a:pt x="1246" y="11814"/>
                  </a:lnTo>
                  <a:cubicBezTo>
                    <a:pt x="1246" y="11956"/>
                    <a:pt x="1353" y="12063"/>
                    <a:pt x="1531" y="12063"/>
                  </a:cubicBezTo>
                  <a:cubicBezTo>
                    <a:pt x="1673" y="12063"/>
                    <a:pt x="1780" y="11956"/>
                    <a:pt x="1780" y="11814"/>
                  </a:cubicBezTo>
                  <a:lnTo>
                    <a:pt x="1780" y="7864"/>
                  </a:lnTo>
                  <a:lnTo>
                    <a:pt x="2207" y="7864"/>
                  </a:lnTo>
                  <a:lnTo>
                    <a:pt x="2207" y="8576"/>
                  </a:lnTo>
                  <a:cubicBezTo>
                    <a:pt x="2242" y="8718"/>
                    <a:pt x="2349" y="8825"/>
                    <a:pt x="2491" y="8825"/>
                  </a:cubicBezTo>
                  <a:lnTo>
                    <a:pt x="2598" y="8825"/>
                  </a:lnTo>
                  <a:lnTo>
                    <a:pt x="4484" y="7864"/>
                  </a:lnTo>
                  <a:lnTo>
                    <a:pt x="9181" y="7864"/>
                  </a:lnTo>
                  <a:cubicBezTo>
                    <a:pt x="9714" y="7864"/>
                    <a:pt x="10141" y="7437"/>
                    <a:pt x="10141" y="6903"/>
                  </a:cubicBezTo>
                  <a:lnTo>
                    <a:pt x="10141" y="4591"/>
                  </a:lnTo>
                  <a:cubicBezTo>
                    <a:pt x="10141" y="4057"/>
                    <a:pt x="9714" y="3630"/>
                    <a:pt x="9181" y="3630"/>
                  </a:cubicBezTo>
                  <a:lnTo>
                    <a:pt x="1780" y="3630"/>
                  </a:lnTo>
                  <a:lnTo>
                    <a:pt x="1780" y="2136"/>
                  </a:lnTo>
                  <a:lnTo>
                    <a:pt x="11031" y="2136"/>
                  </a:lnTo>
                  <a:lnTo>
                    <a:pt x="11031" y="5658"/>
                  </a:lnTo>
                  <a:cubicBezTo>
                    <a:pt x="11031" y="5800"/>
                    <a:pt x="11173" y="5907"/>
                    <a:pt x="11315" y="5907"/>
                  </a:cubicBezTo>
                  <a:cubicBezTo>
                    <a:pt x="11458" y="5907"/>
                    <a:pt x="11564" y="5800"/>
                    <a:pt x="11564" y="5658"/>
                  </a:cubicBezTo>
                  <a:lnTo>
                    <a:pt x="11564" y="961"/>
                  </a:lnTo>
                  <a:cubicBezTo>
                    <a:pt x="11564" y="428"/>
                    <a:pt x="11137" y="1"/>
                    <a:pt x="10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1079991" y="3727583"/>
              <a:ext cx="19396" cy="38389"/>
            </a:xfrm>
            <a:custGeom>
              <a:rect b="b" l="l" r="r" t="t"/>
              <a:pathLst>
                <a:path extrusionOk="0" h="1904" w="962">
                  <a:moveTo>
                    <a:pt x="676" y="0"/>
                  </a:moveTo>
                  <a:cubicBezTo>
                    <a:pt x="614" y="0"/>
                    <a:pt x="552" y="18"/>
                    <a:pt x="499" y="54"/>
                  </a:cubicBezTo>
                  <a:cubicBezTo>
                    <a:pt x="0" y="552"/>
                    <a:pt x="0" y="1335"/>
                    <a:pt x="499" y="1833"/>
                  </a:cubicBezTo>
                  <a:cubicBezTo>
                    <a:pt x="534" y="1868"/>
                    <a:pt x="605" y="1904"/>
                    <a:pt x="676" y="1904"/>
                  </a:cubicBezTo>
                  <a:cubicBezTo>
                    <a:pt x="748" y="1904"/>
                    <a:pt x="819" y="1868"/>
                    <a:pt x="854" y="1833"/>
                  </a:cubicBezTo>
                  <a:cubicBezTo>
                    <a:pt x="961" y="1726"/>
                    <a:pt x="961" y="1548"/>
                    <a:pt x="854" y="1441"/>
                  </a:cubicBezTo>
                  <a:cubicBezTo>
                    <a:pt x="570" y="1157"/>
                    <a:pt x="570" y="730"/>
                    <a:pt x="854" y="445"/>
                  </a:cubicBezTo>
                  <a:cubicBezTo>
                    <a:pt x="961" y="338"/>
                    <a:pt x="961" y="160"/>
                    <a:pt x="854" y="54"/>
                  </a:cubicBezTo>
                  <a:cubicBezTo>
                    <a:pt x="801" y="18"/>
                    <a:pt x="739" y="0"/>
                    <a:pt x="6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1101727" y="3733510"/>
              <a:ext cx="29215" cy="26191"/>
            </a:xfrm>
            <a:custGeom>
              <a:rect b="b" l="l" r="r" t="t"/>
              <a:pathLst>
                <a:path extrusionOk="0" h="1299" w="1449">
                  <a:moveTo>
                    <a:pt x="385" y="1"/>
                  </a:moveTo>
                  <a:cubicBezTo>
                    <a:pt x="177" y="1"/>
                    <a:pt x="0" y="286"/>
                    <a:pt x="239" y="471"/>
                  </a:cubicBezTo>
                  <a:lnTo>
                    <a:pt x="417" y="649"/>
                  </a:lnTo>
                  <a:lnTo>
                    <a:pt x="239" y="827"/>
                  </a:lnTo>
                  <a:cubicBezTo>
                    <a:pt x="132" y="934"/>
                    <a:pt x="132" y="1112"/>
                    <a:pt x="239" y="1219"/>
                  </a:cubicBezTo>
                  <a:cubicBezTo>
                    <a:pt x="275" y="1272"/>
                    <a:pt x="337" y="1299"/>
                    <a:pt x="404" y="1299"/>
                  </a:cubicBezTo>
                  <a:cubicBezTo>
                    <a:pt x="470" y="1299"/>
                    <a:pt x="541" y="1272"/>
                    <a:pt x="595" y="1219"/>
                  </a:cubicBezTo>
                  <a:lnTo>
                    <a:pt x="773" y="1005"/>
                  </a:lnTo>
                  <a:lnTo>
                    <a:pt x="986" y="1219"/>
                  </a:lnTo>
                  <a:cubicBezTo>
                    <a:pt x="1022" y="1254"/>
                    <a:pt x="1093" y="1290"/>
                    <a:pt x="1164" y="1290"/>
                  </a:cubicBezTo>
                  <a:cubicBezTo>
                    <a:pt x="1235" y="1290"/>
                    <a:pt x="1271" y="1254"/>
                    <a:pt x="1342" y="1219"/>
                  </a:cubicBezTo>
                  <a:cubicBezTo>
                    <a:pt x="1449" y="1112"/>
                    <a:pt x="1449" y="934"/>
                    <a:pt x="1342" y="827"/>
                  </a:cubicBezTo>
                  <a:lnTo>
                    <a:pt x="1164" y="649"/>
                  </a:lnTo>
                  <a:lnTo>
                    <a:pt x="1342" y="471"/>
                  </a:lnTo>
                  <a:cubicBezTo>
                    <a:pt x="1449" y="365"/>
                    <a:pt x="1449" y="187"/>
                    <a:pt x="1342" y="116"/>
                  </a:cubicBezTo>
                  <a:cubicBezTo>
                    <a:pt x="1289" y="62"/>
                    <a:pt x="1217" y="35"/>
                    <a:pt x="1151" y="35"/>
                  </a:cubicBezTo>
                  <a:cubicBezTo>
                    <a:pt x="1084" y="35"/>
                    <a:pt x="1022" y="62"/>
                    <a:pt x="986" y="116"/>
                  </a:cubicBezTo>
                  <a:lnTo>
                    <a:pt x="773" y="293"/>
                  </a:lnTo>
                  <a:lnTo>
                    <a:pt x="595" y="116"/>
                  </a:lnTo>
                  <a:cubicBezTo>
                    <a:pt x="531" y="34"/>
                    <a:pt x="457" y="1"/>
                    <a:pt x="3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1135942" y="3730809"/>
              <a:ext cx="32300" cy="31595"/>
            </a:xfrm>
            <a:custGeom>
              <a:rect b="b" l="l" r="r" t="t"/>
              <a:pathLst>
                <a:path extrusionOk="0" h="1567" w="1602">
                  <a:moveTo>
                    <a:pt x="784" y="0"/>
                  </a:moveTo>
                  <a:cubicBezTo>
                    <a:pt x="641" y="0"/>
                    <a:pt x="534" y="107"/>
                    <a:pt x="534" y="250"/>
                  </a:cubicBezTo>
                  <a:lnTo>
                    <a:pt x="534" y="534"/>
                  </a:lnTo>
                  <a:lnTo>
                    <a:pt x="285" y="534"/>
                  </a:lnTo>
                  <a:cubicBezTo>
                    <a:pt x="143" y="534"/>
                    <a:pt x="1" y="641"/>
                    <a:pt x="1" y="783"/>
                  </a:cubicBezTo>
                  <a:cubicBezTo>
                    <a:pt x="1" y="926"/>
                    <a:pt x="143" y="1032"/>
                    <a:pt x="285" y="1032"/>
                  </a:cubicBezTo>
                  <a:lnTo>
                    <a:pt x="534" y="1032"/>
                  </a:lnTo>
                  <a:lnTo>
                    <a:pt x="534" y="1317"/>
                  </a:lnTo>
                  <a:cubicBezTo>
                    <a:pt x="534" y="1459"/>
                    <a:pt x="641" y="1566"/>
                    <a:pt x="784" y="1566"/>
                  </a:cubicBezTo>
                  <a:cubicBezTo>
                    <a:pt x="926" y="1566"/>
                    <a:pt x="1068" y="1459"/>
                    <a:pt x="1068" y="1317"/>
                  </a:cubicBezTo>
                  <a:lnTo>
                    <a:pt x="1068" y="1032"/>
                  </a:lnTo>
                  <a:lnTo>
                    <a:pt x="1317" y="1032"/>
                  </a:lnTo>
                  <a:cubicBezTo>
                    <a:pt x="1460" y="1032"/>
                    <a:pt x="1566" y="926"/>
                    <a:pt x="1602" y="783"/>
                  </a:cubicBezTo>
                  <a:cubicBezTo>
                    <a:pt x="1566" y="641"/>
                    <a:pt x="1460" y="534"/>
                    <a:pt x="1317" y="534"/>
                  </a:cubicBezTo>
                  <a:lnTo>
                    <a:pt x="1068" y="534"/>
                  </a:lnTo>
                  <a:lnTo>
                    <a:pt x="1068" y="250"/>
                  </a:lnTo>
                  <a:cubicBezTo>
                    <a:pt x="1068" y="107"/>
                    <a:pt x="926"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1204817" y="3727583"/>
              <a:ext cx="19396" cy="38389"/>
            </a:xfrm>
            <a:custGeom>
              <a:rect b="b" l="l" r="r" t="t"/>
              <a:pathLst>
                <a:path extrusionOk="0" h="1904" w="962">
                  <a:moveTo>
                    <a:pt x="272" y="0"/>
                  </a:moveTo>
                  <a:cubicBezTo>
                    <a:pt x="205" y="0"/>
                    <a:pt x="143" y="18"/>
                    <a:pt x="107" y="54"/>
                  </a:cubicBezTo>
                  <a:cubicBezTo>
                    <a:pt x="1" y="160"/>
                    <a:pt x="1" y="338"/>
                    <a:pt x="107" y="445"/>
                  </a:cubicBezTo>
                  <a:cubicBezTo>
                    <a:pt x="356" y="730"/>
                    <a:pt x="356" y="1157"/>
                    <a:pt x="107" y="1441"/>
                  </a:cubicBezTo>
                  <a:cubicBezTo>
                    <a:pt x="1" y="1548"/>
                    <a:pt x="1" y="1726"/>
                    <a:pt x="107" y="1833"/>
                  </a:cubicBezTo>
                  <a:cubicBezTo>
                    <a:pt x="143" y="1868"/>
                    <a:pt x="214" y="1904"/>
                    <a:pt x="285" y="1904"/>
                  </a:cubicBezTo>
                  <a:cubicBezTo>
                    <a:pt x="356" y="1904"/>
                    <a:pt x="428" y="1868"/>
                    <a:pt x="463" y="1833"/>
                  </a:cubicBezTo>
                  <a:cubicBezTo>
                    <a:pt x="961" y="1335"/>
                    <a:pt x="961" y="552"/>
                    <a:pt x="463" y="54"/>
                  </a:cubicBezTo>
                  <a:cubicBezTo>
                    <a:pt x="410" y="18"/>
                    <a:pt x="339"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1172033" y="3733208"/>
              <a:ext cx="30566" cy="25949"/>
            </a:xfrm>
            <a:custGeom>
              <a:rect b="b" l="l" r="r" t="t"/>
              <a:pathLst>
                <a:path extrusionOk="0" h="1287" w="1516">
                  <a:moveTo>
                    <a:pt x="1107" y="1"/>
                  </a:moveTo>
                  <a:cubicBezTo>
                    <a:pt x="1041" y="1"/>
                    <a:pt x="973" y="28"/>
                    <a:pt x="915" y="95"/>
                  </a:cubicBezTo>
                  <a:lnTo>
                    <a:pt x="737" y="308"/>
                  </a:lnTo>
                  <a:lnTo>
                    <a:pt x="524" y="95"/>
                  </a:lnTo>
                  <a:cubicBezTo>
                    <a:pt x="470" y="49"/>
                    <a:pt x="413" y="29"/>
                    <a:pt x="359" y="29"/>
                  </a:cubicBezTo>
                  <a:cubicBezTo>
                    <a:pt x="161" y="29"/>
                    <a:pt x="0" y="291"/>
                    <a:pt x="168" y="486"/>
                  </a:cubicBezTo>
                  <a:lnTo>
                    <a:pt x="381" y="664"/>
                  </a:lnTo>
                  <a:lnTo>
                    <a:pt x="168" y="842"/>
                  </a:lnTo>
                  <a:cubicBezTo>
                    <a:pt x="61" y="949"/>
                    <a:pt x="61" y="1127"/>
                    <a:pt x="168" y="1234"/>
                  </a:cubicBezTo>
                  <a:cubicBezTo>
                    <a:pt x="221" y="1269"/>
                    <a:pt x="292" y="1287"/>
                    <a:pt x="363" y="1287"/>
                  </a:cubicBezTo>
                  <a:cubicBezTo>
                    <a:pt x="435" y="1287"/>
                    <a:pt x="506" y="1269"/>
                    <a:pt x="559" y="1234"/>
                  </a:cubicBezTo>
                  <a:lnTo>
                    <a:pt x="1271" y="486"/>
                  </a:lnTo>
                  <a:cubicBezTo>
                    <a:pt x="1516" y="296"/>
                    <a:pt x="1323" y="1"/>
                    <a:pt x="1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1022589" y="3653223"/>
              <a:ext cx="232474" cy="223945"/>
            </a:xfrm>
            <a:custGeom>
              <a:rect b="b" l="l" r="r" t="t"/>
              <a:pathLst>
                <a:path extrusionOk="0" h="11107" w="11530">
                  <a:moveTo>
                    <a:pt x="9786" y="9506"/>
                  </a:moveTo>
                  <a:lnTo>
                    <a:pt x="9786" y="10146"/>
                  </a:lnTo>
                  <a:cubicBezTo>
                    <a:pt x="9786" y="10395"/>
                    <a:pt x="9608" y="10573"/>
                    <a:pt x="9359" y="10573"/>
                  </a:cubicBezTo>
                  <a:lnTo>
                    <a:pt x="962" y="10573"/>
                  </a:lnTo>
                  <a:cubicBezTo>
                    <a:pt x="713" y="10573"/>
                    <a:pt x="535" y="10395"/>
                    <a:pt x="535" y="10146"/>
                  </a:cubicBezTo>
                  <a:lnTo>
                    <a:pt x="535" y="9506"/>
                  </a:lnTo>
                  <a:close/>
                  <a:moveTo>
                    <a:pt x="10114" y="0"/>
                  </a:moveTo>
                  <a:cubicBezTo>
                    <a:pt x="10100" y="0"/>
                    <a:pt x="10085" y="2"/>
                    <a:pt x="10070" y="6"/>
                  </a:cubicBezTo>
                  <a:cubicBezTo>
                    <a:pt x="9928" y="6"/>
                    <a:pt x="9786" y="112"/>
                    <a:pt x="9786" y="255"/>
                  </a:cubicBezTo>
                  <a:lnTo>
                    <a:pt x="9786" y="2603"/>
                  </a:lnTo>
                  <a:lnTo>
                    <a:pt x="5694" y="2603"/>
                  </a:lnTo>
                  <a:cubicBezTo>
                    <a:pt x="5338" y="2603"/>
                    <a:pt x="5338" y="3137"/>
                    <a:pt x="5694" y="3137"/>
                  </a:cubicBezTo>
                  <a:lnTo>
                    <a:pt x="10569" y="3137"/>
                  </a:lnTo>
                  <a:cubicBezTo>
                    <a:pt x="10782" y="3137"/>
                    <a:pt x="10995" y="3315"/>
                    <a:pt x="10995" y="3564"/>
                  </a:cubicBezTo>
                  <a:lnTo>
                    <a:pt x="10995" y="5877"/>
                  </a:lnTo>
                  <a:cubicBezTo>
                    <a:pt x="10995" y="6126"/>
                    <a:pt x="10782" y="6339"/>
                    <a:pt x="10569" y="6339"/>
                  </a:cubicBezTo>
                  <a:lnTo>
                    <a:pt x="9003" y="6339"/>
                  </a:lnTo>
                  <a:cubicBezTo>
                    <a:pt x="8861" y="6339"/>
                    <a:pt x="8754" y="6446"/>
                    <a:pt x="8754" y="6588"/>
                  </a:cubicBezTo>
                  <a:lnTo>
                    <a:pt x="8754" y="7157"/>
                  </a:lnTo>
                  <a:lnTo>
                    <a:pt x="7188" y="6375"/>
                  </a:lnTo>
                  <a:cubicBezTo>
                    <a:pt x="7117" y="6339"/>
                    <a:pt x="7082" y="6339"/>
                    <a:pt x="7046" y="6339"/>
                  </a:cubicBezTo>
                  <a:lnTo>
                    <a:pt x="2314" y="6339"/>
                  </a:lnTo>
                  <a:cubicBezTo>
                    <a:pt x="2065" y="6339"/>
                    <a:pt x="1851" y="6126"/>
                    <a:pt x="1851" y="5877"/>
                  </a:cubicBezTo>
                  <a:lnTo>
                    <a:pt x="1851" y="3564"/>
                  </a:lnTo>
                  <a:cubicBezTo>
                    <a:pt x="1851" y="3315"/>
                    <a:pt x="2065" y="3137"/>
                    <a:pt x="2314" y="3137"/>
                  </a:cubicBezTo>
                  <a:lnTo>
                    <a:pt x="4449" y="3137"/>
                  </a:lnTo>
                  <a:cubicBezTo>
                    <a:pt x="4804" y="3137"/>
                    <a:pt x="4804" y="2603"/>
                    <a:pt x="4449" y="2603"/>
                  </a:cubicBezTo>
                  <a:lnTo>
                    <a:pt x="2314" y="2603"/>
                  </a:lnTo>
                  <a:cubicBezTo>
                    <a:pt x="1780" y="2603"/>
                    <a:pt x="1353" y="3030"/>
                    <a:pt x="1353" y="3564"/>
                  </a:cubicBezTo>
                  <a:lnTo>
                    <a:pt x="1353" y="5877"/>
                  </a:lnTo>
                  <a:cubicBezTo>
                    <a:pt x="1353" y="6410"/>
                    <a:pt x="1780" y="6837"/>
                    <a:pt x="2314" y="6837"/>
                  </a:cubicBezTo>
                  <a:lnTo>
                    <a:pt x="7010" y="6837"/>
                  </a:lnTo>
                  <a:lnTo>
                    <a:pt x="8896" y="7798"/>
                  </a:lnTo>
                  <a:cubicBezTo>
                    <a:pt x="8932" y="7816"/>
                    <a:pt x="8976" y="7825"/>
                    <a:pt x="9021" y="7825"/>
                  </a:cubicBezTo>
                  <a:cubicBezTo>
                    <a:pt x="9065" y="7825"/>
                    <a:pt x="9110" y="7816"/>
                    <a:pt x="9145" y="7798"/>
                  </a:cubicBezTo>
                  <a:cubicBezTo>
                    <a:pt x="9216" y="7762"/>
                    <a:pt x="9288" y="7656"/>
                    <a:pt x="9252" y="7584"/>
                  </a:cubicBezTo>
                  <a:lnTo>
                    <a:pt x="9252" y="6837"/>
                  </a:lnTo>
                  <a:lnTo>
                    <a:pt x="9786" y="6837"/>
                  </a:lnTo>
                  <a:lnTo>
                    <a:pt x="9786" y="8972"/>
                  </a:lnTo>
                  <a:lnTo>
                    <a:pt x="535" y="8972"/>
                  </a:lnTo>
                  <a:lnTo>
                    <a:pt x="535" y="6410"/>
                  </a:lnTo>
                  <a:cubicBezTo>
                    <a:pt x="535" y="6268"/>
                    <a:pt x="428" y="6126"/>
                    <a:pt x="286" y="6126"/>
                  </a:cubicBezTo>
                  <a:cubicBezTo>
                    <a:pt x="108" y="6126"/>
                    <a:pt x="1" y="6268"/>
                    <a:pt x="1" y="6410"/>
                  </a:cubicBezTo>
                  <a:lnTo>
                    <a:pt x="1" y="10146"/>
                  </a:lnTo>
                  <a:cubicBezTo>
                    <a:pt x="1" y="10680"/>
                    <a:pt x="428" y="11107"/>
                    <a:pt x="962" y="11107"/>
                  </a:cubicBezTo>
                  <a:lnTo>
                    <a:pt x="9359" y="11107"/>
                  </a:lnTo>
                  <a:cubicBezTo>
                    <a:pt x="9892" y="11107"/>
                    <a:pt x="10319" y="10680"/>
                    <a:pt x="10319" y="10146"/>
                  </a:cubicBezTo>
                  <a:lnTo>
                    <a:pt x="10319" y="6837"/>
                  </a:lnTo>
                  <a:lnTo>
                    <a:pt x="10569" y="6837"/>
                  </a:lnTo>
                  <a:cubicBezTo>
                    <a:pt x="11067" y="6837"/>
                    <a:pt x="11529" y="6410"/>
                    <a:pt x="11529" y="5877"/>
                  </a:cubicBezTo>
                  <a:lnTo>
                    <a:pt x="11529" y="3564"/>
                  </a:lnTo>
                  <a:cubicBezTo>
                    <a:pt x="11494" y="3030"/>
                    <a:pt x="11067" y="2603"/>
                    <a:pt x="10569" y="2603"/>
                  </a:cubicBezTo>
                  <a:lnTo>
                    <a:pt x="10319" y="2603"/>
                  </a:lnTo>
                  <a:lnTo>
                    <a:pt x="10319" y="255"/>
                  </a:lnTo>
                  <a:cubicBezTo>
                    <a:pt x="10319" y="128"/>
                    <a:pt x="10234" y="0"/>
                    <a:pt x="101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1038376" y="3629653"/>
              <a:ext cx="36615" cy="10787"/>
            </a:xfrm>
            <a:custGeom>
              <a:rect b="b" l="l" r="r" t="t"/>
              <a:pathLst>
                <a:path extrusionOk="0" h="535" w="1816">
                  <a:moveTo>
                    <a:pt x="357" y="1"/>
                  </a:moveTo>
                  <a:cubicBezTo>
                    <a:pt x="1" y="1"/>
                    <a:pt x="1" y="534"/>
                    <a:pt x="357" y="534"/>
                  </a:cubicBezTo>
                  <a:lnTo>
                    <a:pt x="1460" y="534"/>
                  </a:lnTo>
                  <a:cubicBezTo>
                    <a:pt x="1815" y="534"/>
                    <a:pt x="1815" y="1"/>
                    <a:pt x="1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1081423" y="3629653"/>
              <a:ext cx="36615" cy="10787"/>
            </a:xfrm>
            <a:custGeom>
              <a:rect b="b" l="l" r="r" t="t"/>
              <a:pathLst>
                <a:path extrusionOk="0" h="535" w="1816">
                  <a:moveTo>
                    <a:pt x="356" y="1"/>
                  </a:moveTo>
                  <a:cubicBezTo>
                    <a:pt x="1" y="1"/>
                    <a:pt x="1" y="534"/>
                    <a:pt x="356" y="534"/>
                  </a:cubicBezTo>
                  <a:lnTo>
                    <a:pt x="1495" y="534"/>
                  </a:lnTo>
                  <a:cubicBezTo>
                    <a:pt x="1815" y="534"/>
                    <a:pt x="1815" y="1"/>
                    <a:pt x="1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1125196" y="3629653"/>
              <a:ext cx="36595" cy="10787"/>
            </a:xfrm>
            <a:custGeom>
              <a:rect b="b" l="l" r="r" t="t"/>
              <a:pathLst>
                <a:path extrusionOk="0" h="535" w="1815">
                  <a:moveTo>
                    <a:pt x="356" y="1"/>
                  </a:moveTo>
                  <a:cubicBezTo>
                    <a:pt x="0" y="1"/>
                    <a:pt x="0" y="534"/>
                    <a:pt x="356" y="534"/>
                  </a:cubicBezTo>
                  <a:lnTo>
                    <a:pt x="1459" y="534"/>
                  </a:lnTo>
                  <a:cubicBezTo>
                    <a:pt x="1815" y="534"/>
                    <a:pt x="1815" y="1"/>
                    <a:pt x="1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72"/>
          <p:cNvGrpSpPr/>
          <p:nvPr/>
        </p:nvGrpSpPr>
        <p:grpSpPr>
          <a:xfrm>
            <a:off x="947057" y="2987584"/>
            <a:ext cx="357280" cy="257576"/>
            <a:chOff x="947057" y="2987584"/>
            <a:chExt cx="357280" cy="257576"/>
          </a:xfrm>
        </p:grpSpPr>
        <p:sp>
          <p:nvSpPr>
            <p:cNvPr id="3072" name="Google Shape;3072;p72"/>
            <p:cNvSpPr/>
            <p:nvPr/>
          </p:nvSpPr>
          <p:spPr>
            <a:xfrm>
              <a:off x="970953" y="2991167"/>
              <a:ext cx="309938" cy="218824"/>
            </a:xfrm>
            <a:custGeom>
              <a:rect b="b" l="l" r="r" t="t"/>
              <a:pathLst>
                <a:path extrusionOk="0" h="10853" w="15372">
                  <a:moveTo>
                    <a:pt x="676" y="1"/>
                  </a:moveTo>
                  <a:cubicBezTo>
                    <a:pt x="320" y="1"/>
                    <a:pt x="0" y="321"/>
                    <a:pt x="0" y="712"/>
                  </a:cubicBezTo>
                  <a:lnTo>
                    <a:pt x="0" y="10853"/>
                  </a:lnTo>
                  <a:lnTo>
                    <a:pt x="15371" y="10853"/>
                  </a:lnTo>
                  <a:lnTo>
                    <a:pt x="15371" y="677"/>
                  </a:lnTo>
                  <a:cubicBezTo>
                    <a:pt x="15371" y="321"/>
                    <a:pt x="15086" y="1"/>
                    <a:pt x="14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952302" y="3209971"/>
              <a:ext cx="347239" cy="28732"/>
            </a:xfrm>
            <a:custGeom>
              <a:rect b="b" l="l" r="r" t="t"/>
              <a:pathLst>
                <a:path extrusionOk="0" h="1425" w="17222">
                  <a:moveTo>
                    <a:pt x="0" y="1"/>
                  </a:moveTo>
                  <a:lnTo>
                    <a:pt x="0" y="712"/>
                  </a:lnTo>
                  <a:cubicBezTo>
                    <a:pt x="36" y="1104"/>
                    <a:pt x="320" y="1389"/>
                    <a:pt x="712" y="1389"/>
                  </a:cubicBezTo>
                  <a:lnTo>
                    <a:pt x="16545" y="1389"/>
                  </a:lnTo>
                  <a:lnTo>
                    <a:pt x="16545" y="1424"/>
                  </a:lnTo>
                  <a:cubicBezTo>
                    <a:pt x="16901" y="1424"/>
                    <a:pt x="17221" y="1104"/>
                    <a:pt x="17221" y="712"/>
                  </a:cubicBezTo>
                  <a:lnTo>
                    <a:pt x="172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991760" y="3012701"/>
              <a:ext cx="268323" cy="175777"/>
            </a:xfrm>
            <a:custGeom>
              <a:rect b="b" l="l" r="r" t="t"/>
              <a:pathLst>
                <a:path extrusionOk="0" h="8718" w="13308">
                  <a:moveTo>
                    <a:pt x="0" y="0"/>
                  </a:moveTo>
                  <a:lnTo>
                    <a:pt x="0" y="8717"/>
                  </a:lnTo>
                  <a:lnTo>
                    <a:pt x="13307" y="8717"/>
                  </a:lnTo>
                  <a:lnTo>
                    <a:pt x="133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1021883" y="3058611"/>
              <a:ext cx="84662" cy="84662"/>
            </a:xfrm>
            <a:custGeom>
              <a:rect b="b" l="l" r="r" t="t"/>
              <a:pathLst>
                <a:path extrusionOk="0" h="4199" w="4199">
                  <a:moveTo>
                    <a:pt x="0" y="0"/>
                  </a:moveTo>
                  <a:lnTo>
                    <a:pt x="0" y="4199"/>
                  </a:lnTo>
                  <a:lnTo>
                    <a:pt x="4199" y="4199"/>
                  </a:lnTo>
                  <a:lnTo>
                    <a:pt x="41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1091464" y="3047138"/>
              <a:ext cx="25848" cy="22763"/>
            </a:xfrm>
            <a:custGeom>
              <a:rect b="b" l="l" r="r" t="t"/>
              <a:pathLst>
                <a:path extrusionOk="0" h="1129" w="1282">
                  <a:moveTo>
                    <a:pt x="748" y="0"/>
                  </a:moveTo>
                  <a:cubicBezTo>
                    <a:pt x="250" y="0"/>
                    <a:pt x="1" y="605"/>
                    <a:pt x="321" y="961"/>
                  </a:cubicBezTo>
                  <a:cubicBezTo>
                    <a:pt x="437" y="1076"/>
                    <a:pt x="579" y="1128"/>
                    <a:pt x="718" y="1128"/>
                  </a:cubicBezTo>
                  <a:cubicBezTo>
                    <a:pt x="1006" y="1128"/>
                    <a:pt x="1282" y="905"/>
                    <a:pt x="1282" y="569"/>
                  </a:cubicBezTo>
                  <a:cubicBezTo>
                    <a:pt x="1282" y="249"/>
                    <a:pt x="1033" y="0"/>
                    <a:pt x="748" y="0"/>
                  </a:cubicBezTo>
                  <a:close/>
                </a:path>
              </a:pathLst>
            </a:custGeom>
            <a:solidFill>
              <a:srgbClr val="FB95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1006822" y="3047138"/>
              <a:ext cx="25848" cy="22763"/>
            </a:xfrm>
            <a:custGeom>
              <a:rect b="b" l="l" r="r" t="t"/>
              <a:pathLst>
                <a:path extrusionOk="0" h="1129" w="1282">
                  <a:moveTo>
                    <a:pt x="747" y="0"/>
                  </a:moveTo>
                  <a:cubicBezTo>
                    <a:pt x="249" y="0"/>
                    <a:pt x="0" y="605"/>
                    <a:pt x="320" y="961"/>
                  </a:cubicBezTo>
                  <a:cubicBezTo>
                    <a:pt x="436" y="1076"/>
                    <a:pt x="578" y="1128"/>
                    <a:pt x="717" y="1128"/>
                  </a:cubicBezTo>
                  <a:cubicBezTo>
                    <a:pt x="1006" y="1128"/>
                    <a:pt x="1281" y="905"/>
                    <a:pt x="1281" y="569"/>
                  </a:cubicBezTo>
                  <a:cubicBezTo>
                    <a:pt x="1281" y="249"/>
                    <a:pt x="1032" y="0"/>
                    <a:pt x="747" y="0"/>
                  </a:cubicBezTo>
                  <a:close/>
                </a:path>
              </a:pathLst>
            </a:custGeom>
            <a:solidFill>
              <a:srgbClr val="FB95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1091464" y="3131781"/>
              <a:ext cx="25848" cy="22763"/>
            </a:xfrm>
            <a:custGeom>
              <a:rect b="b" l="l" r="r" t="t"/>
              <a:pathLst>
                <a:path extrusionOk="0" h="1129" w="1282">
                  <a:moveTo>
                    <a:pt x="748" y="1"/>
                  </a:moveTo>
                  <a:cubicBezTo>
                    <a:pt x="250" y="1"/>
                    <a:pt x="1" y="605"/>
                    <a:pt x="321" y="961"/>
                  </a:cubicBezTo>
                  <a:cubicBezTo>
                    <a:pt x="437" y="1077"/>
                    <a:pt x="579" y="1129"/>
                    <a:pt x="718" y="1129"/>
                  </a:cubicBezTo>
                  <a:cubicBezTo>
                    <a:pt x="1006" y="1129"/>
                    <a:pt x="1282" y="906"/>
                    <a:pt x="1282" y="570"/>
                  </a:cubicBezTo>
                  <a:cubicBezTo>
                    <a:pt x="1282" y="250"/>
                    <a:pt x="1033" y="1"/>
                    <a:pt x="748" y="1"/>
                  </a:cubicBezTo>
                  <a:close/>
                </a:path>
              </a:pathLst>
            </a:custGeom>
            <a:solidFill>
              <a:srgbClr val="FB95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1006822" y="3131781"/>
              <a:ext cx="25848" cy="22763"/>
            </a:xfrm>
            <a:custGeom>
              <a:rect b="b" l="l" r="r" t="t"/>
              <a:pathLst>
                <a:path extrusionOk="0" h="1129" w="1282">
                  <a:moveTo>
                    <a:pt x="747" y="1"/>
                  </a:moveTo>
                  <a:cubicBezTo>
                    <a:pt x="249" y="1"/>
                    <a:pt x="0" y="605"/>
                    <a:pt x="320" y="961"/>
                  </a:cubicBezTo>
                  <a:cubicBezTo>
                    <a:pt x="436" y="1077"/>
                    <a:pt x="578" y="1129"/>
                    <a:pt x="717" y="1129"/>
                  </a:cubicBezTo>
                  <a:cubicBezTo>
                    <a:pt x="1006" y="1129"/>
                    <a:pt x="1281" y="906"/>
                    <a:pt x="1281" y="570"/>
                  </a:cubicBezTo>
                  <a:cubicBezTo>
                    <a:pt x="1281" y="250"/>
                    <a:pt x="1032" y="1"/>
                    <a:pt x="747" y="1"/>
                  </a:cubicBezTo>
                  <a:close/>
                </a:path>
              </a:pathLst>
            </a:custGeom>
            <a:solidFill>
              <a:srgbClr val="FB95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947057" y="2987584"/>
              <a:ext cx="357280" cy="257576"/>
            </a:xfrm>
            <a:custGeom>
              <a:rect b="b" l="l" r="r" t="t"/>
              <a:pathLst>
                <a:path extrusionOk="0" h="12775" w="17720">
                  <a:moveTo>
                    <a:pt x="17186" y="11351"/>
                  </a:moveTo>
                  <a:lnTo>
                    <a:pt x="17221" y="11813"/>
                  </a:lnTo>
                  <a:cubicBezTo>
                    <a:pt x="17221" y="12063"/>
                    <a:pt x="17008" y="12240"/>
                    <a:pt x="16759" y="12240"/>
                  </a:cubicBezTo>
                  <a:lnTo>
                    <a:pt x="961" y="12240"/>
                  </a:lnTo>
                  <a:cubicBezTo>
                    <a:pt x="712" y="12240"/>
                    <a:pt x="498" y="12063"/>
                    <a:pt x="498" y="11813"/>
                  </a:cubicBezTo>
                  <a:lnTo>
                    <a:pt x="498" y="11351"/>
                  </a:lnTo>
                  <a:close/>
                  <a:moveTo>
                    <a:pt x="1886" y="1"/>
                  </a:moveTo>
                  <a:cubicBezTo>
                    <a:pt x="1352" y="1"/>
                    <a:pt x="925" y="428"/>
                    <a:pt x="925" y="961"/>
                  </a:cubicBezTo>
                  <a:lnTo>
                    <a:pt x="925" y="10853"/>
                  </a:lnTo>
                  <a:lnTo>
                    <a:pt x="249" y="10853"/>
                  </a:lnTo>
                  <a:cubicBezTo>
                    <a:pt x="107" y="10853"/>
                    <a:pt x="0" y="10960"/>
                    <a:pt x="0" y="11102"/>
                  </a:cubicBezTo>
                  <a:lnTo>
                    <a:pt x="0" y="11813"/>
                  </a:lnTo>
                  <a:cubicBezTo>
                    <a:pt x="0" y="12347"/>
                    <a:pt x="427" y="12774"/>
                    <a:pt x="961" y="12774"/>
                  </a:cubicBezTo>
                  <a:lnTo>
                    <a:pt x="16794" y="12774"/>
                  </a:lnTo>
                  <a:cubicBezTo>
                    <a:pt x="17292" y="12774"/>
                    <a:pt x="17719" y="12347"/>
                    <a:pt x="17719" y="11813"/>
                  </a:cubicBezTo>
                  <a:lnTo>
                    <a:pt x="17719" y="11102"/>
                  </a:lnTo>
                  <a:cubicBezTo>
                    <a:pt x="17719" y="10960"/>
                    <a:pt x="17613" y="10853"/>
                    <a:pt x="17470" y="10853"/>
                  </a:cubicBezTo>
                  <a:lnTo>
                    <a:pt x="16830" y="10853"/>
                  </a:lnTo>
                  <a:lnTo>
                    <a:pt x="16830" y="3488"/>
                  </a:lnTo>
                  <a:cubicBezTo>
                    <a:pt x="16830" y="3310"/>
                    <a:pt x="16696" y="3221"/>
                    <a:pt x="16563" y="3221"/>
                  </a:cubicBezTo>
                  <a:cubicBezTo>
                    <a:pt x="16429" y="3221"/>
                    <a:pt x="16296" y="3310"/>
                    <a:pt x="16296" y="3488"/>
                  </a:cubicBezTo>
                  <a:lnTo>
                    <a:pt x="16296" y="10853"/>
                  </a:lnTo>
                  <a:lnTo>
                    <a:pt x="1423" y="10853"/>
                  </a:lnTo>
                  <a:lnTo>
                    <a:pt x="1423" y="961"/>
                  </a:lnTo>
                  <a:cubicBezTo>
                    <a:pt x="1423" y="712"/>
                    <a:pt x="1637" y="499"/>
                    <a:pt x="1886" y="499"/>
                  </a:cubicBezTo>
                  <a:lnTo>
                    <a:pt x="15869" y="499"/>
                  </a:lnTo>
                  <a:cubicBezTo>
                    <a:pt x="16118" y="499"/>
                    <a:pt x="16296" y="712"/>
                    <a:pt x="16296" y="961"/>
                  </a:cubicBezTo>
                  <a:lnTo>
                    <a:pt x="16296" y="2242"/>
                  </a:lnTo>
                  <a:cubicBezTo>
                    <a:pt x="16296" y="2420"/>
                    <a:pt x="16429" y="2509"/>
                    <a:pt x="16563" y="2509"/>
                  </a:cubicBezTo>
                  <a:cubicBezTo>
                    <a:pt x="16696" y="2509"/>
                    <a:pt x="16830" y="2420"/>
                    <a:pt x="16830" y="2242"/>
                  </a:cubicBezTo>
                  <a:lnTo>
                    <a:pt x="16830" y="961"/>
                  </a:lnTo>
                  <a:cubicBezTo>
                    <a:pt x="16830" y="428"/>
                    <a:pt x="16403" y="1"/>
                    <a:pt x="158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986720" y="3006955"/>
              <a:ext cx="279089" cy="186543"/>
            </a:xfrm>
            <a:custGeom>
              <a:rect b="b" l="l" r="r" t="t"/>
              <a:pathLst>
                <a:path extrusionOk="0" h="9252" w="13842">
                  <a:moveTo>
                    <a:pt x="250" y="1"/>
                  </a:moveTo>
                  <a:cubicBezTo>
                    <a:pt x="108" y="1"/>
                    <a:pt x="1" y="143"/>
                    <a:pt x="1" y="285"/>
                  </a:cubicBezTo>
                  <a:lnTo>
                    <a:pt x="1" y="4377"/>
                  </a:lnTo>
                  <a:cubicBezTo>
                    <a:pt x="1" y="4519"/>
                    <a:pt x="108" y="4662"/>
                    <a:pt x="250" y="4662"/>
                  </a:cubicBezTo>
                  <a:cubicBezTo>
                    <a:pt x="392" y="4662"/>
                    <a:pt x="535" y="4519"/>
                    <a:pt x="535" y="4377"/>
                  </a:cubicBezTo>
                  <a:lnTo>
                    <a:pt x="535" y="570"/>
                  </a:lnTo>
                  <a:lnTo>
                    <a:pt x="13308" y="570"/>
                  </a:lnTo>
                  <a:lnTo>
                    <a:pt x="13308" y="8789"/>
                  </a:lnTo>
                  <a:lnTo>
                    <a:pt x="535" y="8789"/>
                  </a:lnTo>
                  <a:lnTo>
                    <a:pt x="535" y="5658"/>
                  </a:lnTo>
                  <a:cubicBezTo>
                    <a:pt x="535" y="5516"/>
                    <a:pt x="392" y="5409"/>
                    <a:pt x="250" y="5409"/>
                  </a:cubicBezTo>
                  <a:lnTo>
                    <a:pt x="250" y="5373"/>
                  </a:lnTo>
                  <a:cubicBezTo>
                    <a:pt x="108" y="5373"/>
                    <a:pt x="1" y="5480"/>
                    <a:pt x="1" y="5622"/>
                  </a:cubicBezTo>
                  <a:lnTo>
                    <a:pt x="1" y="9002"/>
                  </a:lnTo>
                  <a:cubicBezTo>
                    <a:pt x="1" y="9145"/>
                    <a:pt x="108" y="9252"/>
                    <a:pt x="250" y="9252"/>
                  </a:cubicBezTo>
                  <a:lnTo>
                    <a:pt x="13593" y="9252"/>
                  </a:lnTo>
                  <a:cubicBezTo>
                    <a:pt x="13735" y="9252"/>
                    <a:pt x="13842" y="9145"/>
                    <a:pt x="13842" y="9002"/>
                  </a:cubicBezTo>
                  <a:lnTo>
                    <a:pt x="13842" y="285"/>
                  </a:lnTo>
                  <a:cubicBezTo>
                    <a:pt x="13842" y="143"/>
                    <a:pt x="13735" y="1"/>
                    <a:pt x="13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1001075" y="3041654"/>
              <a:ext cx="128193" cy="118072"/>
            </a:xfrm>
            <a:custGeom>
              <a:rect b="b" l="l" r="r" t="t"/>
              <a:pathLst>
                <a:path extrusionOk="0" h="5856" w="6358">
                  <a:moveTo>
                    <a:pt x="1032" y="521"/>
                  </a:moveTo>
                  <a:cubicBezTo>
                    <a:pt x="1281" y="521"/>
                    <a:pt x="1424" y="841"/>
                    <a:pt x="1246" y="1055"/>
                  </a:cubicBezTo>
                  <a:cubicBezTo>
                    <a:pt x="1180" y="1110"/>
                    <a:pt x="1103" y="1134"/>
                    <a:pt x="1029" y="1134"/>
                  </a:cubicBezTo>
                  <a:cubicBezTo>
                    <a:pt x="865" y="1134"/>
                    <a:pt x="712" y="1013"/>
                    <a:pt x="712" y="841"/>
                  </a:cubicBezTo>
                  <a:cubicBezTo>
                    <a:pt x="712" y="663"/>
                    <a:pt x="855" y="521"/>
                    <a:pt x="1032" y="521"/>
                  </a:cubicBezTo>
                  <a:close/>
                  <a:moveTo>
                    <a:pt x="5231" y="521"/>
                  </a:moveTo>
                  <a:cubicBezTo>
                    <a:pt x="5480" y="521"/>
                    <a:pt x="5622" y="841"/>
                    <a:pt x="5444" y="1055"/>
                  </a:cubicBezTo>
                  <a:cubicBezTo>
                    <a:pt x="5378" y="1110"/>
                    <a:pt x="5302" y="1134"/>
                    <a:pt x="5228" y="1134"/>
                  </a:cubicBezTo>
                  <a:cubicBezTo>
                    <a:pt x="5063" y="1134"/>
                    <a:pt x="4911" y="1013"/>
                    <a:pt x="4911" y="841"/>
                  </a:cubicBezTo>
                  <a:cubicBezTo>
                    <a:pt x="4911" y="663"/>
                    <a:pt x="5053" y="521"/>
                    <a:pt x="5231" y="521"/>
                  </a:cubicBezTo>
                  <a:close/>
                  <a:moveTo>
                    <a:pt x="4448" y="1090"/>
                  </a:moveTo>
                  <a:cubicBezTo>
                    <a:pt x="4519" y="1339"/>
                    <a:pt x="4697" y="1517"/>
                    <a:pt x="4946" y="1589"/>
                  </a:cubicBezTo>
                  <a:lnTo>
                    <a:pt x="4946" y="4257"/>
                  </a:lnTo>
                  <a:cubicBezTo>
                    <a:pt x="4697" y="4328"/>
                    <a:pt x="4519" y="4506"/>
                    <a:pt x="4448" y="4755"/>
                  </a:cubicBezTo>
                  <a:lnTo>
                    <a:pt x="1815" y="4755"/>
                  </a:lnTo>
                  <a:cubicBezTo>
                    <a:pt x="1708" y="4542"/>
                    <a:pt x="1531" y="4328"/>
                    <a:pt x="1317" y="4257"/>
                  </a:cubicBezTo>
                  <a:lnTo>
                    <a:pt x="1317" y="1589"/>
                  </a:lnTo>
                  <a:cubicBezTo>
                    <a:pt x="1531" y="1517"/>
                    <a:pt x="1744" y="1339"/>
                    <a:pt x="1815" y="1090"/>
                  </a:cubicBezTo>
                  <a:close/>
                  <a:moveTo>
                    <a:pt x="1015" y="4773"/>
                  </a:moveTo>
                  <a:cubicBezTo>
                    <a:pt x="1157" y="4773"/>
                    <a:pt x="1299" y="4862"/>
                    <a:pt x="1317" y="5040"/>
                  </a:cubicBezTo>
                  <a:cubicBezTo>
                    <a:pt x="1317" y="5182"/>
                    <a:pt x="1175" y="5325"/>
                    <a:pt x="1032" y="5325"/>
                  </a:cubicBezTo>
                  <a:cubicBezTo>
                    <a:pt x="855" y="5325"/>
                    <a:pt x="712" y="5182"/>
                    <a:pt x="712" y="5040"/>
                  </a:cubicBezTo>
                  <a:cubicBezTo>
                    <a:pt x="730" y="4862"/>
                    <a:pt x="872" y="4773"/>
                    <a:pt x="1015" y="4773"/>
                  </a:cubicBezTo>
                  <a:close/>
                  <a:moveTo>
                    <a:pt x="5213" y="4720"/>
                  </a:moveTo>
                  <a:cubicBezTo>
                    <a:pt x="5364" y="4720"/>
                    <a:pt x="5516" y="4826"/>
                    <a:pt x="5516" y="5040"/>
                  </a:cubicBezTo>
                  <a:cubicBezTo>
                    <a:pt x="5516" y="5182"/>
                    <a:pt x="5373" y="5325"/>
                    <a:pt x="5231" y="5325"/>
                  </a:cubicBezTo>
                  <a:cubicBezTo>
                    <a:pt x="5053" y="5325"/>
                    <a:pt x="4911" y="5182"/>
                    <a:pt x="4911" y="5040"/>
                  </a:cubicBezTo>
                  <a:cubicBezTo>
                    <a:pt x="4911" y="4826"/>
                    <a:pt x="5062" y="4720"/>
                    <a:pt x="5213" y="4720"/>
                  </a:cubicBezTo>
                  <a:close/>
                  <a:moveTo>
                    <a:pt x="1019" y="0"/>
                  </a:moveTo>
                  <a:cubicBezTo>
                    <a:pt x="813" y="0"/>
                    <a:pt x="602" y="75"/>
                    <a:pt x="428" y="236"/>
                  </a:cubicBezTo>
                  <a:cubicBezTo>
                    <a:pt x="1" y="663"/>
                    <a:pt x="178" y="1411"/>
                    <a:pt x="748" y="1589"/>
                  </a:cubicBezTo>
                  <a:lnTo>
                    <a:pt x="748" y="4257"/>
                  </a:lnTo>
                  <a:cubicBezTo>
                    <a:pt x="428" y="4364"/>
                    <a:pt x="214" y="4684"/>
                    <a:pt x="214" y="5040"/>
                  </a:cubicBezTo>
                  <a:cubicBezTo>
                    <a:pt x="194" y="5561"/>
                    <a:pt x="602" y="5856"/>
                    <a:pt x="1020" y="5856"/>
                  </a:cubicBezTo>
                  <a:cubicBezTo>
                    <a:pt x="1345" y="5856"/>
                    <a:pt x="1675" y="5678"/>
                    <a:pt x="1815" y="5289"/>
                  </a:cubicBezTo>
                  <a:lnTo>
                    <a:pt x="4448" y="5289"/>
                  </a:lnTo>
                  <a:cubicBezTo>
                    <a:pt x="4559" y="5643"/>
                    <a:pt x="4890" y="5846"/>
                    <a:pt x="5227" y="5846"/>
                  </a:cubicBezTo>
                  <a:cubicBezTo>
                    <a:pt x="5432" y="5846"/>
                    <a:pt x="5639" y="5771"/>
                    <a:pt x="5800" y="5609"/>
                  </a:cubicBezTo>
                  <a:cubicBezTo>
                    <a:pt x="6227" y="5182"/>
                    <a:pt x="6049" y="4435"/>
                    <a:pt x="5480" y="4257"/>
                  </a:cubicBezTo>
                  <a:lnTo>
                    <a:pt x="5480" y="1589"/>
                  </a:lnTo>
                  <a:cubicBezTo>
                    <a:pt x="6358" y="1308"/>
                    <a:pt x="6162" y="22"/>
                    <a:pt x="5268" y="22"/>
                  </a:cubicBezTo>
                  <a:cubicBezTo>
                    <a:pt x="5255" y="22"/>
                    <a:pt x="5243" y="23"/>
                    <a:pt x="5231" y="23"/>
                  </a:cubicBezTo>
                  <a:cubicBezTo>
                    <a:pt x="4875" y="23"/>
                    <a:pt x="4555" y="236"/>
                    <a:pt x="4448" y="557"/>
                  </a:cubicBezTo>
                  <a:lnTo>
                    <a:pt x="1815" y="557"/>
                  </a:lnTo>
                  <a:cubicBezTo>
                    <a:pt x="1682" y="203"/>
                    <a:pt x="1357" y="0"/>
                    <a:pt x="10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1129490" y="3052865"/>
              <a:ext cx="31937" cy="48813"/>
            </a:xfrm>
            <a:custGeom>
              <a:rect b="b" l="l" r="r" t="t"/>
              <a:pathLst>
                <a:path extrusionOk="0" h="2421" w="1584">
                  <a:moveTo>
                    <a:pt x="250" y="1"/>
                  </a:moveTo>
                  <a:cubicBezTo>
                    <a:pt x="256" y="1"/>
                    <a:pt x="262" y="1"/>
                    <a:pt x="269" y="1"/>
                  </a:cubicBezTo>
                  <a:lnTo>
                    <a:pt x="269" y="1"/>
                  </a:lnTo>
                  <a:cubicBezTo>
                    <a:pt x="274" y="1"/>
                    <a:pt x="280" y="1"/>
                    <a:pt x="285" y="1"/>
                  </a:cubicBezTo>
                  <a:close/>
                  <a:moveTo>
                    <a:pt x="269" y="1"/>
                  </a:moveTo>
                  <a:cubicBezTo>
                    <a:pt x="101" y="10"/>
                    <a:pt x="1" y="147"/>
                    <a:pt x="1" y="285"/>
                  </a:cubicBezTo>
                  <a:lnTo>
                    <a:pt x="1" y="819"/>
                  </a:lnTo>
                  <a:cubicBezTo>
                    <a:pt x="1" y="1175"/>
                    <a:pt x="285" y="1460"/>
                    <a:pt x="641" y="1460"/>
                  </a:cubicBezTo>
                  <a:lnTo>
                    <a:pt x="1068" y="1460"/>
                  </a:lnTo>
                  <a:lnTo>
                    <a:pt x="1068" y="2207"/>
                  </a:lnTo>
                  <a:cubicBezTo>
                    <a:pt x="1086" y="2349"/>
                    <a:pt x="1201" y="2420"/>
                    <a:pt x="1317" y="2420"/>
                  </a:cubicBezTo>
                  <a:cubicBezTo>
                    <a:pt x="1433" y="2420"/>
                    <a:pt x="1548" y="2349"/>
                    <a:pt x="1566" y="2207"/>
                  </a:cubicBezTo>
                  <a:lnTo>
                    <a:pt x="1566" y="285"/>
                  </a:lnTo>
                  <a:cubicBezTo>
                    <a:pt x="1584" y="125"/>
                    <a:pt x="1450" y="45"/>
                    <a:pt x="1317" y="45"/>
                  </a:cubicBezTo>
                  <a:cubicBezTo>
                    <a:pt x="1184" y="45"/>
                    <a:pt x="1050" y="125"/>
                    <a:pt x="1068" y="285"/>
                  </a:cubicBezTo>
                  <a:lnTo>
                    <a:pt x="1068" y="961"/>
                  </a:lnTo>
                  <a:lnTo>
                    <a:pt x="641" y="961"/>
                  </a:lnTo>
                  <a:cubicBezTo>
                    <a:pt x="570" y="961"/>
                    <a:pt x="534" y="890"/>
                    <a:pt x="534" y="819"/>
                  </a:cubicBezTo>
                  <a:lnTo>
                    <a:pt x="534" y="250"/>
                  </a:lnTo>
                  <a:cubicBezTo>
                    <a:pt x="534" y="113"/>
                    <a:pt x="435" y="8"/>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1209132" y="3052844"/>
              <a:ext cx="33732" cy="49539"/>
            </a:xfrm>
            <a:custGeom>
              <a:rect b="b" l="l" r="r" t="t"/>
              <a:pathLst>
                <a:path extrusionOk="0" h="2457" w="1673">
                  <a:moveTo>
                    <a:pt x="1411" y="0"/>
                  </a:moveTo>
                  <a:cubicBezTo>
                    <a:pt x="1404" y="0"/>
                    <a:pt x="1396" y="1"/>
                    <a:pt x="1388" y="2"/>
                  </a:cubicBezTo>
                  <a:lnTo>
                    <a:pt x="676" y="2"/>
                  </a:lnTo>
                  <a:cubicBezTo>
                    <a:pt x="356" y="2"/>
                    <a:pt x="71" y="286"/>
                    <a:pt x="71" y="607"/>
                  </a:cubicBezTo>
                  <a:lnTo>
                    <a:pt x="71" y="891"/>
                  </a:lnTo>
                  <a:cubicBezTo>
                    <a:pt x="71" y="1211"/>
                    <a:pt x="356" y="1496"/>
                    <a:pt x="676" y="1496"/>
                  </a:cubicBezTo>
                  <a:lnTo>
                    <a:pt x="1032" y="1496"/>
                  </a:lnTo>
                  <a:cubicBezTo>
                    <a:pt x="1103" y="1496"/>
                    <a:pt x="1139" y="1532"/>
                    <a:pt x="1139" y="1603"/>
                  </a:cubicBezTo>
                  <a:lnTo>
                    <a:pt x="1139" y="1852"/>
                  </a:lnTo>
                  <a:cubicBezTo>
                    <a:pt x="1139" y="1887"/>
                    <a:pt x="1103" y="1923"/>
                    <a:pt x="1032" y="1923"/>
                  </a:cubicBezTo>
                  <a:lnTo>
                    <a:pt x="356" y="1923"/>
                  </a:lnTo>
                  <a:cubicBezTo>
                    <a:pt x="0" y="1923"/>
                    <a:pt x="0" y="2457"/>
                    <a:pt x="356" y="2457"/>
                  </a:cubicBezTo>
                  <a:lnTo>
                    <a:pt x="1067" y="2457"/>
                  </a:lnTo>
                  <a:cubicBezTo>
                    <a:pt x="1388" y="2457"/>
                    <a:pt x="1672" y="2172"/>
                    <a:pt x="1672" y="1852"/>
                  </a:cubicBezTo>
                  <a:lnTo>
                    <a:pt x="1672" y="1603"/>
                  </a:lnTo>
                  <a:cubicBezTo>
                    <a:pt x="1637" y="1247"/>
                    <a:pt x="1388" y="998"/>
                    <a:pt x="1032" y="962"/>
                  </a:cubicBezTo>
                  <a:lnTo>
                    <a:pt x="676" y="962"/>
                  </a:lnTo>
                  <a:cubicBezTo>
                    <a:pt x="640" y="962"/>
                    <a:pt x="605" y="927"/>
                    <a:pt x="605" y="891"/>
                  </a:cubicBezTo>
                  <a:lnTo>
                    <a:pt x="605" y="607"/>
                  </a:lnTo>
                  <a:cubicBezTo>
                    <a:pt x="605" y="571"/>
                    <a:pt x="640" y="535"/>
                    <a:pt x="676" y="535"/>
                  </a:cubicBezTo>
                  <a:lnTo>
                    <a:pt x="1388" y="535"/>
                  </a:lnTo>
                  <a:cubicBezTo>
                    <a:pt x="1396" y="536"/>
                    <a:pt x="1404" y="537"/>
                    <a:pt x="1411" y="537"/>
                  </a:cubicBezTo>
                  <a:cubicBezTo>
                    <a:pt x="1664" y="537"/>
                    <a:pt x="1664"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1167779" y="3060587"/>
              <a:ext cx="38006" cy="34619"/>
            </a:xfrm>
            <a:custGeom>
              <a:rect b="b" l="l" r="r" t="t"/>
              <a:pathLst>
                <a:path extrusionOk="0" h="1717" w="1885">
                  <a:moveTo>
                    <a:pt x="1517" y="0"/>
                  </a:moveTo>
                  <a:cubicBezTo>
                    <a:pt x="1455" y="0"/>
                    <a:pt x="1393" y="27"/>
                    <a:pt x="1339" y="80"/>
                  </a:cubicBezTo>
                  <a:lnTo>
                    <a:pt x="912" y="472"/>
                  </a:lnTo>
                  <a:lnTo>
                    <a:pt x="521" y="80"/>
                  </a:lnTo>
                  <a:cubicBezTo>
                    <a:pt x="464" y="31"/>
                    <a:pt x="403" y="10"/>
                    <a:pt x="345" y="10"/>
                  </a:cubicBezTo>
                  <a:cubicBezTo>
                    <a:pt x="153" y="10"/>
                    <a:pt x="1" y="244"/>
                    <a:pt x="165" y="436"/>
                  </a:cubicBezTo>
                  <a:lnTo>
                    <a:pt x="557" y="863"/>
                  </a:lnTo>
                  <a:lnTo>
                    <a:pt x="165" y="1254"/>
                  </a:lnTo>
                  <a:cubicBezTo>
                    <a:pt x="58" y="1361"/>
                    <a:pt x="58" y="1539"/>
                    <a:pt x="165" y="1610"/>
                  </a:cubicBezTo>
                  <a:cubicBezTo>
                    <a:pt x="201" y="1681"/>
                    <a:pt x="272" y="1717"/>
                    <a:pt x="343" y="1717"/>
                  </a:cubicBezTo>
                  <a:cubicBezTo>
                    <a:pt x="414" y="1717"/>
                    <a:pt x="450" y="1681"/>
                    <a:pt x="521" y="1610"/>
                  </a:cubicBezTo>
                  <a:lnTo>
                    <a:pt x="912" y="1219"/>
                  </a:lnTo>
                  <a:lnTo>
                    <a:pt x="1339" y="1610"/>
                  </a:lnTo>
                  <a:cubicBezTo>
                    <a:pt x="1399" y="1670"/>
                    <a:pt x="1465" y="1695"/>
                    <a:pt x="1527" y="1695"/>
                  </a:cubicBezTo>
                  <a:cubicBezTo>
                    <a:pt x="1724" y="1695"/>
                    <a:pt x="1885" y="1444"/>
                    <a:pt x="1695" y="1254"/>
                  </a:cubicBezTo>
                  <a:lnTo>
                    <a:pt x="1304" y="863"/>
                  </a:lnTo>
                  <a:lnTo>
                    <a:pt x="1695" y="436"/>
                  </a:lnTo>
                  <a:cubicBezTo>
                    <a:pt x="1802" y="329"/>
                    <a:pt x="1802" y="187"/>
                    <a:pt x="1695" y="80"/>
                  </a:cubicBezTo>
                  <a:cubicBezTo>
                    <a:pt x="1642" y="27"/>
                    <a:pt x="1580" y="0"/>
                    <a:pt x="1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1128764" y="3109521"/>
              <a:ext cx="114644" cy="10827"/>
            </a:xfrm>
            <a:custGeom>
              <a:rect b="b" l="l" r="r" t="t"/>
              <a:pathLst>
                <a:path extrusionOk="0" h="537" w="5686">
                  <a:moveTo>
                    <a:pt x="5433" y="0"/>
                  </a:moveTo>
                  <a:cubicBezTo>
                    <a:pt x="5425" y="0"/>
                    <a:pt x="5417" y="1"/>
                    <a:pt x="5409" y="2"/>
                  </a:cubicBezTo>
                  <a:lnTo>
                    <a:pt x="321" y="2"/>
                  </a:lnTo>
                  <a:cubicBezTo>
                    <a:pt x="1" y="37"/>
                    <a:pt x="1" y="464"/>
                    <a:pt x="321" y="535"/>
                  </a:cubicBezTo>
                  <a:lnTo>
                    <a:pt x="5409" y="535"/>
                  </a:lnTo>
                  <a:cubicBezTo>
                    <a:pt x="5417" y="536"/>
                    <a:pt x="5425" y="537"/>
                    <a:pt x="5433" y="537"/>
                  </a:cubicBezTo>
                  <a:cubicBezTo>
                    <a:pt x="5686" y="537"/>
                    <a:pt x="5686" y="0"/>
                    <a:pt x="5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1144552" y="3129623"/>
              <a:ext cx="82525" cy="10787"/>
            </a:xfrm>
            <a:custGeom>
              <a:rect b="b" l="l" r="r" t="t"/>
              <a:pathLst>
                <a:path extrusionOk="0" h="535" w="4093">
                  <a:moveTo>
                    <a:pt x="321" y="1"/>
                  </a:moveTo>
                  <a:cubicBezTo>
                    <a:pt x="1" y="36"/>
                    <a:pt x="1" y="499"/>
                    <a:pt x="321" y="535"/>
                  </a:cubicBezTo>
                  <a:lnTo>
                    <a:pt x="3808" y="535"/>
                  </a:lnTo>
                  <a:cubicBezTo>
                    <a:pt x="4093" y="499"/>
                    <a:pt x="4093" y="36"/>
                    <a:pt x="38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72"/>
          <p:cNvGrpSpPr/>
          <p:nvPr/>
        </p:nvGrpSpPr>
        <p:grpSpPr>
          <a:xfrm>
            <a:off x="1572843" y="2935942"/>
            <a:ext cx="327157" cy="357985"/>
            <a:chOff x="1572843" y="2935942"/>
            <a:chExt cx="327157" cy="357985"/>
          </a:xfrm>
        </p:grpSpPr>
        <p:sp>
          <p:nvSpPr>
            <p:cNvPr id="3089" name="Google Shape;3089;p72"/>
            <p:cNvSpPr/>
            <p:nvPr/>
          </p:nvSpPr>
          <p:spPr>
            <a:xfrm>
              <a:off x="1604418" y="2941668"/>
              <a:ext cx="230296" cy="197230"/>
            </a:xfrm>
            <a:custGeom>
              <a:rect b="b" l="l" r="r" t="t"/>
              <a:pathLst>
                <a:path extrusionOk="0" h="9782" w="11422">
                  <a:moveTo>
                    <a:pt x="6547" y="1"/>
                  </a:moveTo>
                  <a:cubicBezTo>
                    <a:pt x="2171" y="1"/>
                    <a:pt x="0" y="5267"/>
                    <a:pt x="3096" y="8327"/>
                  </a:cubicBezTo>
                  <a:cubicBezTo>
                    <a:pt x="4089" y="9331"/>
                    <a:pt x="5314" y="9781"/>
                    <a:pt x="6516" y="9781"/>
                  </a:cubicBezTo>
                  <a:cubicBezTo>
                    <a:pt x="9019" y="9781"/>
                    <a:pt x="11422" y="7831"/>
                    <a:pt x="11422" y="4875"/>
                  </a:cubicBezTo>
                  <a:cubicBezTo>
                    <a:pt x="11422" y="2171"/>
                    <a:pt x="9251" y="1"/>
                    <a:pt x="6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1693375" y="2978263"/>
              <a:ext cx="85388" cy="122689"/>
            </a:xfrm>
            <a:custGeom>
              <a:rect b="b" l="l" r="r" t="t"/>
              <a:pathLst>
                <a:path extrusionOk="0" h="6085" w="4235">
                  <a:moveTo>
                    <a:pt x="890" y="0"/>
                  </a:moveTo>
                  <a:cubicBezTo>
                    <a:pt x="392" y="0"/>
                    <a:pt x="0" y="427"/>
                    <a:pt x="0" y="890"/>
                  </a:cubicBezTo>
                  <a:lnTo>
                    <a:pt x="0" y="5195"/>
                  </a:lnTo>
                  <a:cubicBezTo>
                    <a:pt x="0" y="5693"/>
                    <a:pt x="392" y="6085"/>
                    <a:pt x="890" y="6085"/>
                  </a:cubicBezTo>
                  <a:lnTo>
                    <a:pt x="3345" y="6085"/>
                  </a:lnTo>
                  <a:cubicBezTo>
                    <a:pt x="3843" y="6085"/>
                    <a:pt x="4234" y="5693"/>
                    <a:pt x="4234" y="5195"/>
                  </a:cubicBezTo>
                  <a:lnTo>
                    <a:pt x="4234" y="3807"/>
                  </a:lnTo>
                  <a:cubicBezTo>
                    <a:pt x="4234" y="3309"/>
                    <a:pt x="3843" y="2918"/>
                    <a:pt x="3345" y="2918"/>
                  </a:cubicBezTo>
                  <a:lnTo>
                    <a:pt x="2099" y="2918"/>
                  </a:lnTo>
                  <a:lnTo>
                    <a:pt x="2099" y="3950"/>
                  </a:lnTo>
                  <a:lnTo>
                    <a:pt x="3202" y="3950"/>
                  </a:lnTo>
                  <a:lnTo>
                    <a:pt x="3202" y="5017"/>
                  </a:lnTo>
                  <a:lnTo>
                    <a:pt x="1103" y="5017"/>
                  </a:lnTo>
                  <a:lnTo>
                    <a:pt x="1103" y="1103"/>
                  </a:lnTo>
                  <a:lnTo>
                    <a:pt x="3202" y="1103"/>
                  </a:lnTo>
                  <a:lnTo>
                    <a:pt x="3202" y="1886"/>
                  </a:lnTo>
                  <a:lnTo>
                    <a:pt x="4234" y="1886"/>
                  </a:lnTo>
                  <a:lnTo>
                    <a:pt x="4234" y="890"/>
                  </a:lnTo>
                  <a:cubicBezTo>
                    <a:pt x="4234" y="427"/>
                    <a:pt x="3843" y="0"/>
                    <a:pt x="3345" y="0"/>
                  </a:cubicBezTo>
                  <a:close/>
                </a:path>
              </a:pathLst>
            </a:custGeom>
            <a:solidFill>
              <a:srgbClr val="E5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1686903" y="3161903"/>
              <a:ext cx="99038" cy="125572"/>
            </a:xfrm>
            <a:custGeom>
              <a:rect b="b" l="l" r="r" t="t"/>
              <a:pathLst>
                <a:path extrusionOk="0" h="6228" w="4912">
                  <a:moveTo>
                    <a:pt x="1389" y="1"/>
                  </a:moveTo>
                  <a:lnTo>
                    <a:pt x="1389" y="3096"/>
                  </a:lnTo>
                  <a:lnTo>
                    <a:pt x="1" y="3096"/>
                  </a:lnTo>
                  <a:lnTo>
                    <a:pt x="2456" y="6228"/>
                  </a:lnTo>
                  <a:lnTo>
                    <a:pt x="4911" y="3096"/>
                  </a:lnTo>
                  <a:lnTo>
                    <a:pt x="3488" y="3096"/>
                  </a:lnTo>
                  <a:lnTo>
                    <a:pt x="34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1795236" y="3128918"/>
              <a:ext cx="99018" cy="127004"/>
            </a:xfrm>
            <a:custGeom>
              <a:rect b="b" l="l" r="r" t="t"/>
              <a:pathLst>
                <a:path extrusionOk="0" h="6299" w="4911">
                  <a:moveTo>
                    <a:pt x="1424" y="0"/>
                  </a:moveTo>
                  <a:lnTo>
                    <a:pt x="1424" y="3131"/>
                  </a:lnTo>
                  <a:lnTo>
                    <a:pt x="1" y="3131"/>
                  </a:lnTo>
                  <a:lnTo>
                    <a:pt x="2456" y="6298"/>
                  </a:lnTo>
                  <a:lnTo>
                    <a:pt x="4911" y="3131"/>
                  </a:lnTo>
                  <a:lnTo>
                    <a:pt x="3523" y="3131"/>
                  </a:lnTo>
                  <a:lnTo>
                    <a:pt x="35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1578590" y="3128918"/>
              <a:ext cx="98292" cy="127004"/>
            </a:xfrm>
            <a:custGeom>
              <a:rect b="b" l="l" r="r" t="t"/>
              <a:pathLst>
                <a:path extrusionOk="0" h="6299" w="4875">
                  <a:moveTo>
                    <a:pt x="1388" y="0"/>
                  </a:moveTo>
                  <a:lnTo>
                    <a:pt x="1388" y="3131"/>
                  </a:lnTo>
                  <a:lnTo>
                    <a:pt x="0" y="3131"/>
                  </a:lnTo>
                  <a:lnTo>
                    <a:pt x="2420" y="6298"/>
                  </a:lnTo>
                  <a:lnTo>
                    <a:pt x="4875" y="3131"/>
                  </a:lnTo>
                  <a:lnTo>
                    <a:pt x="3487" y="3131"/>
                  </a:lnTo>
                  <a:lnTo>
                    <a:pt x="34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1632383" y="2935942"/>
              <a:ext cx="228885" cy="208057"/>
            </a:xfrm>
            <a:custGeom>
              <a:rect b="b" l="l" r="r" t="t"/>
              <a:pathLst>
                <a:path extrusionOk="0" h="10319" w="11352">
                  <a:moveTo>
                    <a:pt x="5160" y="0"/>
                  </a:moveTo>
                  <a:cubicBezTo>
                    <a:pt x="3986" y="0"/>
                    <a:pt x="2883" y="356"/>
                    <a:pt x="1993" y="1067"/>
                  </a:cubicBezTo>
                  <a:cubicBezTo>
                    <a:pt x="1763" y="1240"/>
                    <a:pt x="1929" y="1553"/>
                    <a:pt x="2151" y="1553"/>
                  </a:cubicBezTo>
                  <a:cubicBezTo>
                    <a:pt x="2203" y="1553"/>
                    <a:pt x="2259" y="1535"/>
                    <a:pt x="2313" y="1494"/>
                  </a:cubicBezTo>
                  <a:cubicBezTo>
                    <a:pt x="3132" y="854"/>
                    <a:pt x="4128" y="498"/>
                    <a:pt x="5160" y="498"/>
                  </a:cubicBezTo>
                  <a:cubicBezTo>
                    <a:pt x="9287" y="498"/>
                    <a:pt x="11351" y="5515"/>
                    <a:pt x="8433" y="8433"/>
                  </a:cubicBezTo>
                  <a:cubicBezTo>
                    <a:pt x="7490" y="9377"/>
                    <a:pt x="6326" y="9799"/>
                    <a:pt x="5184" y="9799"/>
                  </a:cubicBezTo>
                  <a:cubicBezTo>
                    <a:pt x="2795" y="9799"/>
                    <a:pt x="499" y="7951"/>
                    <a:pt x="499" y="5159"/>
                  </a:cubicBezTo>
                  <a:cubicBezTo>
                    <a:pt x="499" y="4127"/>
                    <a:pt x="855" y="3131"/>
                    <a:pt x="1495" y="2313"/>
                  </a:cubicBezTo>
                  <a:cubicBezTo>
                    <a:pt x="1650" y="2107"/>
                    <a:pt x="1468" y="1882"/>
                    <a:pt x="1275" y="1882"/>
                  </a:cubicBezTo>
                  <a:cubicBezTo>
                    <a:pt x="1202" y="1882"/>
                    <a:pt x="1127" y="1914"/>
                    <a:pt x="1068" y="1993"/>
                  </a:cubicBezTo>
                  <a:cubicBezTo>
                    <a:pt x="357" y="2882"/>
                    <a:pt x="1" y="3985"/>
                    <a:pt x="1" y="5159"/>
                  </a:cubicBezTo>
                  <a:cubicBezTo>
                    <a:pt x="1" y="8006"/>
                    <a:pt x="2313" y="10283"/>
                    <a:pt x="5160" y="10318"/>
                  </a:cubicBezTo>
                  <a:cubicBezTo>
                    <a:pt x="8006" y="10318"/>
                    <a:pt x="10284" y="8006"/>
                    <a:pt x="10284" y="5159"/>
                  </a:cubicBezTo>
                  <a:cubicBezTo>
                    <a:pt x="10284" y="2313"/>
                    <a:pt x="8006" y="0"/>
                    <a:pt x="5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1688354" y="2973949"/>
              <a:ext cx="95429" cy="132024"/>
            </a:xfrm>
            <a:custGeom>
              <a:rect b="b" l="l" r="r" t="t"/>
              <a:pathLst>
                <a:path extrusionOk="0" h="6548" w="4733">
                  <a:moveTo>
                    <a:pt x="3594" y="535"/>
                  </a:moveTo>
                  <a:cubicBezTo>
                    <a:pt x="3950" y="535"/>
                    <a:pt x="4199" y="784"/>
                    <a:pt x="4199" y="1139"/>
                  </a:cubicBezTo>
                  <a:lnTo>
                    <a:pt x="4199" y="1887"/>
                  </a:lnTo>
                  <a:lnTo>
                    <a:pt x="3700" y="1887"/>
                  </a:lnTo>
                  <a:lnTo>
                    <a:pt x="3700" y="1317"/>
                  </a:lnTo>
                  <a:cubicBezTo>
                    <a:pt x="3665" y="1139"/>
                    <a:pt x="3558" y="1033"/>
                    <a:pt x="3416" y="1033"/>
                  </a:cubicBezTo>
                  <a:lnTo>
                    <a:pt x="1317" y="1068"/>
                  </a:lnTo>
                  <a:cubicBezTo>
                    <a:pt x="1174" y="1068"/>
                    <a:pt x="1067" y="1175"/>
                    <a:pt x="1067" y="1317"/>
                  </a:cubicBezTo>
                  <a:lnTo>
                    <a:pt x="1067" y="5231"/>
                  </a:lnTo>
                  <a:cubicBezTo>
                    <a:pt x="1067" y="5374"/>
                    <a:pt x="1174" y="5516"/>
                    <a:pt x="1317" y="5516"/>
                  </a:cubicBezTo>
                  <a:lnTo>
                    <a:pt x="3416" y="5516"/>
                  </a:lnTo>
                  <a:cubicBezTo>
                    <a:pt x="3558" y="5516"/>
                    <a:pt x="3665" y="5374"/>
                    <a:pt x="3665" y="5231"/>
                  </a:cubicBezTo>
                  <a:lnTo>
                    <a:pt x="3665" y="4164"/>
                  </a:lnTo>
                  <a:cubicBezTo>
                    <a:pt x="3665" y="4021"/>
                    <a:pt x="3558" y="3915"/>
                    <a:pt x="3416" y="3915"/>
                  </a:cubicBezTo>
                  <a:lnTo>
                    <a:pt x="2597" y="3915"/>
                  </a:lnTo>
                  <a:lnTo>
                    <a:pt x="2597" y="3381"/>
                  </a:lnTo>
                  <a:lnTo>
                    <a:pt x="3594" y="3381"/>
                  </a:lnTo>
                  <a:cubicBezTo>
                    <a:pt x="3950" y="3381"/>
                    <a:pt x="4199" y="3666"/>
                    <a:pt x="4199" y="3986"/>
                  </a:cubicBezTo>
                  <a:lnTo>
                    <a:pt x="4199" y="5409"/>
                  </a:lnTo>
                  <a:cubicBezTo>
                    <a:pt x="4199" y="5765"/>
                    <a:pt x="3950" y="6050"/>
                    <a:pt x="3594" y="6050"/>
                  </a:cubicBezTo>
                  <a:lnTo>
                    <a:pt x="1139" y="6050"/>
                  </a:lnTo>
                  <a:cubicBezTo>
                    <a:pt x="818" y="6050"/>
                    <a:pt x="534" y="5765"/>
                    <a:pt x="534" y="5409"/>
                  </a:cubicBezTo>
                  <a:lnTo>
                    <a:pt x="534" y="1139"/>
                  </a:lnTo>
                  <a:cubicBezTo>
                    <a:pt x="534" y="784"/>
                    <a:pt x="818" y="535"/>
                    <a:pt x="1139" y="535"/>
                  </a:cubicBezTo>
                  <a:close/>
                  <a:moveTo>
                    <a:pt x="1139" y="1"/>
                  </a:moveTo>
                  <a:cubicBezTo>
                    <a:pt x="534" y="1"/>
                    <a:pt x="0" y="499"/>
                    <a:pt x="0" y="1139"/>
                  </a:cubicBezTo>
                  <a:lnTo>
                    <a:pt x="0" y="5409"/>
                  </a:lnTo>
                  <a:cubicBezTo>
                    <a:pt x="0" y="6050"/>
                    <a:pt x="534" y="6548"/>
                    <a:pt x="1139" y="6548"/>
                  </a:cubicBezTo>
                  <a:lnTo>
                    <a:pt x="3594" y="6548"/>
                  </a:lnTo>
                  <a:cubicBezTo>
                    <a:pt x="4234" y="6548"/>
                    <a:pt x="4732" y="6050"/>
                    <a:pt x="4732" y="5409"/>
                  </a:cubicBezTo>
                  <a:lnTo>
                    <a:pt x="4732" y="3986"/>
                  </a:lnTo>
                  <a:cubicBezTo>
                    <a:pt x="4732" y="3381"/>
                    <a:pt x="4234" y="2847"/>
                    <a:pt x="3594" y="2847"/>
                  </a:cubicBezTo>
                  <a:lnTo>
                    <a:pt x="2348" y="2847"/>
                  </a:lnTo>
                  <a:cubicBezTo>
                    <a:pt x="2206" y="2883"/>
                    <a:pt x="2099" y="2990"/>
                    <a:pt x="2099" y="3132"/>
                  </a:cubicBezTo>
                  <a:lnTo>
                    <a:pt x="2099" y="4164"/>
                  </a:lnTo>
                  <a:cubicBezTo>
                    <a:pt x="2099" y="4306"/>
                    <a:pt x="2206" y="4448"/>
                    <a:pt x="2348" y="4448"/>
                  </a:cubicBezTo>
                  <a:lnTo>
                    <a:pt x="3167" y="4448"/>
                  </a:lnTo>
                  <a:lnTo>
                    <a:pt x="3167" y="4982"/>
                  </a:lnTo>
                  <a:lnTo>
                    <a:pt x="1601" y="4982"/>
                  </a:lnTo>
                  <a:lnTo>
                    <a:pt x="1601" y="1566"/>
                  </a:lnTo>
                  <a:lnTo>
                    <a:pt x="3167" y="1566"/>
                  </a:lnTo>
                  <a:lnTo>
                    <a:pt x="3167" y="2136"/>
                  </a:lnTo>
                  <a:cubicBezTo>
                    <a:pt x="3167" y="2278"/>
                    <a:pt x="3273" y="2385"/>
                    <a:pt x="3451" y="2385"/>
                  </a:cubicBezTo>
                  <a:lnTo>
                    <a:pt x="4483" y="2385"/>
                  </a:lnTo>
                  <a:cubicBezTo>
                    <a:pt x="4626" y="2385"/>
                    <a:pt x="4732" y="2278"/>
                    <a:pt x="4732" y="2136"/>
                  </a:cubicBezTo>
                  <a:lnTo>
                    <a:pt x="4732" y="1139"/>
                  </a:lnTo>
                  <a:cubicBezTo>
                    <a:pt x="4732" y="499"/>
                    <a:pt x="4234" y="1"/>
                    <a:pt x="3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1681177" y="3156177"/>
              <a:ext cx="111216" cy="137750"/>
            </a:xfrm>
            <a:custGeom>
              <a:rect b="b" l="l" r="r" t="t"/>
              <a:pathLst>
                <a:path extrusionOk="0" h="6832" w="5516">
                  <a:moveTo>
                    <a:pt x="3523" y="498"/>
                  </a:moveTo>
                  <a:lnTo>
                    <a:pt x="3523" y="3380"/>
                  </a:lnTo>
                  <a:cubicBezTo>
                    <a:pt x="3523" y="3523"/>
                    <a:pt x="3629" y="3630"/>
                    <a:pt x="3772" y="3630"/>
                  </a:cubicBezTo>
                  <a:lnTo>
                    <a:pt x="4661" y="3630"/>
                  </a:lnTo>
                  <a:lnTo>
                    <a:pt x="2740" y="6120"/>
                  </a:lnTo>
                  <a:lnTo>
                    <a:pt x="819" y="3665"/>
                  </a:lnTo>
                  <a:lnTo>
                    <a:pt x="1673" y="3665"/>
                  </a:lnTo>
                  <a:cubicBezTo>
                    <a:pt x="1815" y="3665"/>
                    <a:pt x="1957" y="3558"/>
                    <a:pt x="1957" y="3380"/>
                  </a:cubicBezTo>
                  <a:lnTo>
                    <a:pt x="1957" y="498"/>
                  </a:lnTo>
                  <a:close/>
                  <a:moveTo>
                    <a:pt x="1673" y="0"/>
                  </a:moveTo>
                  <a:cubicBezTo>
                    <a:pt x="1530" y="0"/>
                    <a:pt x="1423" y="107"/>
                    <a:pt x="1423" y="285"/>
                  </a:cubicBezTo>
                  <a:lnTo>
                    <a:pt x="1423" y="3167"/>
                  </a:lnTo>
                  <a:lnTo>
                    <a:pt x="285" y="3167"/>
                  </a:lnTo>
                  <a:cubicBezTo>
                    <a:pt x="178" y="3167"/>
                    <a:pt x="107" y="3203"/>
                    <a:pt x="36" y="3309"/>
                  </a:cubicBezTo>
                  <a:cubicBezTo>
                    <a:pt x="0" y="3380"/>
                    <a:pt x="0" y="3487"/>
                    <a:pt x="71" y="3558"/>
                  </a:cubicBezTo>
                  <a:lnTo>
                    <a:pt x="2526" y="6725"/>
                  </a:lnTo>
                  <a:cubicBezTo>
                    <a:pt x="2580" y="6796"/>
                    <a:pt x="2660" y="6832"/>
                    <a:pt x="2736" y="6832"/>
                  </a:cubicBezTo>
                  <a:cubicBezTo>
                    <a:pt x="2811" y="6832"/>
                    <a:pt x="2882" y="6796"/>
                    <a:pt x="2918" y="6725"/>
                  </a:cubicBezTo>
                  <a:lnTo>
                    <a:pt x="5373" y="3558"/>
                  </a:lnTo>
                  <a:cubicBezTo>
                    <a:pt x="5515" y="3380"/>
                    <a:pt x="5373" y="3131"/>
                    <a:pt x="5159" y="3131"/>
                  </a:cubicBezTo>
                  <a:lnTo>
                    <a:pt x="4056" y="3131"/>
                  </a:lnTo>
                  <a:lnTo>
                    <a:pt x="4056" y="285"/>
                  </a:lnTo>
                  <a:cubicBezTo>
                    <a:pt x="4056" y="107"/>
                    <a:pt x="3914" y="0"/>
                    <a:pt x="3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1789490" y="3123897"/>
              <a:ext cx="110511" cy="137045"/>
            </a:xfrm>
            <a:custGeom>
              <a:rect b="b" l="l" r="r" t="t"/>
              <a:pathLst>
                <a:path extrusionOk="0" h="6797" w="5481">
                  <a:moveTo>
                    <a:pt x="1709" y="0"/>
                  </a:moveTo>
                  <a:cubicBezTo>
                    <a:pt x="1531" y="0"/>
                    <a:pt x="1424" y="107"/>
                    <a:pt x="1424" y="249"/>
                  </a:cubicBezTo>
                  <a:lnTo>
                    <a:pt x="1424" y="3131"/>
                  </a:lnTo>
                  <a:lnTo>
                    <a:pt x="286" y="3131"/>
                  </a:lnTo>
                  <a:cubicBezTo>
                    <a:pt x="179" y="3131"/>
                    <a:pt x="108" y="3167"/>
                    <a:pt x="72" y="3274"/>
                  </a:cubicBezTo>
                  <a:cubicBezTo>
                    <a:pt x="1" y="3345"/>
                    <a:pt x="37" y="3452"/>
                    <a:pt x="72" y="3558"/>
                  </a:cubicBezTo>
                  <a:lnTo>
                    <a:pt x="2527" y="6689"/>
                  </a:lnTo>
                  <a:cubicBezTo>
                    <a:pt x="2581" y="6761"/>
                    <a:pt x="2661" y="6796"/>
                    <a:pt x="2741" y="6796"/>
                  </a:cubicBezTo>
                  <a:cubicBezTo>
                    <a:pt x="2821" y="6796"/>
                    <a:pt x="2901" y="6761"/>
                    <a:pt x="2954" y="6689"/>
                  </a:cubicBezTo>
                  <a:lnTo>
                    <a:pt x="5409" y="3558"/>
                  </a:lnTo>
                  <a:cubicBezTo>
                    <a:pt x="5445" y="3452"/>
                    <a:pt x="5480" y="3345"/>
                    <a:pt x="5409" y="3274"/>
                  </a:cubicBezTo>
                  <a:cubicBezTo>
                    <a:pt x="5374" y="3202"/>
                    <a:pt x="5302" y="3131"/>
                    <a:pt x="5196" y="3131"/>
                  </a:cubicBezTo>
                  <a:lnTo>
                    <a:pt x="4057" y="3131"/>
                  </a:lnTo>
                  <a:lnTo>
                    <a:pt x="4057" y="2455"/>
                  </a:lnTo>
                  <a:cubicBezTo>
                    <a:pt x="4057" y="2277"/>
                    <a:pt x="3924" y="2188"/>
                    <a:pt x="3790" y="2188"/>
                  </a:cubicBezTo>
                  <a:cubicBezTo>
                    <a:pt x="3657" y="2188"/>
                    <a:pt x="3523" y="2277"/>
                    <a:pt x="3523" y="2455"/>
                  </a:cubicBezTo>
                  <a:lnTo>
                    <a:pt x="3523" y="3380"/>
                  </a:lnTo>
                  <a:cubicBezTo>
                    <a:pt x="3523" y="3523"/>
                    <a:pt x="3630" y="3665"/>
                    <a:pt x="3808" y="3665"/>
                  </a:cubicBezTo>
                  <a:lnTo>
                    <a:pt x="4662" y="3665"/>
                  </a:lnTo>
                  <a:lnTo>
                    <a:pt x="2741" y="6120"/>
                  </a:lnTo>
                  <a:lnTo>
                    <a:pt x="819" y="3665"/>
                  </a:lnTo>
                  <a:lnTo>
                    <a:pt x="1709" y="3665"/>
                  </a:lnTo>
                  <a:cubicBezTo>
                    <a:pt x="1851" y="3665"/>
                    <a:pt x="1958" y="3523"/>
                    <a:pt x="1958" y="3380"/>
                  </a:cubicBezTo>
                  <a:lnTo>
                    <a:pt x="1958" y="498"/>
                  </a:lnTo>
                  <a:lnTo>
                    <a:pt x="3559" y="498"/>
                  </a:lnTo>
                  <a:lnTo>
                    <a:pt x="3559" y="1210"/>
                  </a:lnTo>
                  <a:cubicBezTo>
                    <a:pt x="3559" y="1388"/>
                    <a:pt x="3684" y="1477"/>
                    <a:pt x="3808" y="1477"/>
                  </a:cubicBezTo>
                  <a:cubicBezTo>
                    <a:pt x="3933" y="1477"/>
                    <a:pt x="4057" y="1388"/>
                    <a:pt x="4057" y="1210"/>
                  </a:cubicBezTo>
                  <a:lnTo>
                    <a:pt x="4057" y="249"/>
                  </a:lnTo>
                  <a:cubicBezTo>
                    <a:pt x="4057" y="107"/>
                    <a:pt x="3950" y="0"/>
                    <a:pt x="3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1572843" y="3123897"/>
              <a:ext cx="109785" cy="137045"/>
            </a:xfrm>
            <a:custGeom>
              <a:rect b="b" l="l" r="r" t="t"/>
              <a:pathLst>
                <a:path extrusionOk="0" h="6797" w="5445">
                  <a:moveTo>
                    <a:pt x="1673" y="0"/>
                  </a:moveTo>
                  <a:cubicBezTo>
                    <a:pt x="1531" y="0"/>
                    <a:pt x="1424" y="107"/>
                    <a:pt x="1424" y="249"/>
                  </a:cubicBezTo>
                  <a:lnTo>
                    <a:pt x="1424" y="1210"/>
                  </a:lnTo>
                  <a:cubicBezTo>
                    <a:pt x="1442" y="1370"/>
                    <a:pt x="1557" y="1450"/>
                    <a:pt x="1673" y="1450"/>
                  </a:cubicBezTo>
                  <a:cubicBezTo>
                    <a:pt x="1788" y="1450"/>
                    <a:pt x="1904" y="1370"/>
                    <a:pt x="1922" y="1210"/>
                  </a:cubicBezTo>
                  <a:lnTo>
                    <a:pt x="1922" y="498"/>
                  </a:lnTo>
                  <a:lnTo>
                    <a:pt x="3523" y="498"/>
                  </a:lnTo>
                  <a:lnTo>
                    <a:pt x="3523" y="3380"/>
                  </a:lnTo>
                  <a:cubicBezTo>
                    <a:pt x="3523" y="3523"/>
                    <a:pt x="3630" y="3665"/>
                    <a:pt x="3772" y="3665"/>
                  </a:cubicBezTo>
                  <a:lnTo>
                    <a:pt x="4626" y="3665"/>
                  </a:lnTo>
                  <a:lnTo>
                    <a:pt x="2740" y="6120"/>
                  </a:lnTo>
                  <a:lnTo>
                    <a:pt x="783" y="3665"/>
                  </a:lnTo>
                  <a:lnTo>
                    <a:pt x="1673" y="3665"/>
                  </a:lnTo>
                  <a:cubicBezTo>
                    <a:pt x="1815" y="3665"/>
                    <a:pt x="1957" y="3523"/>
                    <a:pt x="1957" y="3380"/>
                  </a:cubicBezTo>
                  <a:lnTo>
                    <a:pt x="1957" y="2455"/>
                  </a:lnTo>
                  <a:cubicBezTo>
                    <a:pt x="1940" y="2295"/>
                    <a:pt x="1815" y="2215"/>
                    <a:pt x="1691" y="2215"/>
                  </a:cubicBezTo>
                  <a:cubicBezTo>
                    <a:pt x="1566" y="2215"/>
                    <a:pt x="1442" y="2295"/>
                    <a:pt x="1424" y="2455"/>
                  </a:cubicBezTo>
                  <a:lnTo>
                    <a:pt x="1424" y="3131"/>
                  </a:lnTo>
                  <a:lnTo>
                    <a:pt x="285" y="3131"/>
                  </a:lnTo>
                  <a:cubicBezTo>
                    <a:pt x="178" y="3131"/>
                    <a:pt x="107" y="3167"/>
                    <a:pt x="72" y="3274"/>
                  </a:cubicBezTo>
                  <a:cubicBezTo>
                    <a:pt x="1" y="3380"/>
                    <a:pt x="36" y="3452"/>
                    <a:pt x="72" y="3558"/>
                  </a:cubicBezTo>
                  <a:lnTo>
                    <a:pt x="2527" y="6689"/>
                  </a:lnTo>
                  <a:cubicBezTo>
                    <a:pt x="2580" y="6761"/>
                    <a:pt x="2660" y="6796"/>
                    <a:pt x="2740" y="6796"/>
                  </a:cubicBezTo>
                  <a:cubicBezTo>
                    <a:pt x="2820" y="6796"/>
                    <a:pt x="2900" y="6761"/>
                    <a:pt x="2954" y="6689"/>
                  </a:cubicBezTo>
                  <a:lnTo>
                    <a:pt x="5373" y="3558"/>
                  </a:lnTo>
                  <a:cubicBezTo>
                    <a:pt x="5444" y="3452"/>
                    <a:pt x="5444" y="3345"/>
                    <a:pt x="5409" y="3274"/>
                  </a:cubicBezTo>
                  <a:cubicBezTo>
                    <a:pt x="5373" y="3202"/>
                    <a:pt x="5266" y="3131"/>
                    <a:pt x="5160" y="3131"/>
                  </a:cubicBezTo>
                  <a:lnTo>
                    <a:pt x="4021" y="3131"/>
                  </a:lnTo>
                  <a:lnTo>
                    <a:pt x="4021" y="249"/>
                  </a:lnTo>
                  <a:cubicBezTo>
                    <a:pt x="4021" y="107"/>
                    <a:pt x="3914" y="0"/>
                    <a:pt x="3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72"/>
          <p:cNvGrpSpPr/>
          <p:nvPr/>
        </p:nvGrpSpPr>
        <p:grpSpPr>
          <a:xfrm>
            <a:off x="1499613" y="2386978"/>
            <a:ext cx="473557" cy="357521"/>
            <a:chOff x="1499613" y="2386978"/>
            <a:chExt cx="473557" cy="357521"/>
          </a:xfrm>
        </p:grpSpPr>
        <p:sp>
          <p:nvSpPr>
            <p:cNvPr id="3100" name="Google Shape;3100;p72"/>
            <p:cNvSpPr/>
            <p:nvPr/>
          </p:nvSpPr>
          <p:spPr>
            <a:xfrm>
              <a:off x="1503968" y="2392140"/>
              <a:ext cx="405347" cy="347440"/>
            </a:xfrm>
            <a:custGeom>
              <a:rect b="b" l="l" r="r" t="t"/>
              <a:pathLst>
                <a:path extrusionOk="0" h="17232" w="20104">
                  <a:moveTo>
                    <a:pt x="11529" y="1"/>
                  </a:moveTo>
                  <a:cubicBezTo>
                    <a:pt x="3843" y="1"/>
                    <a:pt x="1" y="9287"/>
                    <a:pt x="5445" y="14696"/>
                  </a:cubicBezTo>
                  <a:cubicBezTo>
                    <a:pt x="7196" y="16447"/>
                    <a:pt x="9350" y="17232"/>
                    <a:pt x="11462" y="17232"/>
                  </a:cubicBezTo>
                  <a:cubicBezTo>
                    <a:pt x="15874" y="17232"/>
                    <a:pt x="20104" y="13808"/>
                    <a:pt x="20104" y="8611"/>
                  </a:cubicBezTo>
                  <a:cubicBezTo>
                    <a:pt x="20104" y="3879"/>
                    <a:pt x="16261" y="1"/>
                    <a:pt x="115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1562803" y="2509808"/>
              <a:ext cx="346513" cy="112648"/>
            </a:xfrm>
            <a:custGeom>
              <a:rect b="b" l="l" r="r" t="t"/>
              <a:pathLst>
                <a:path extrusionOk="0" h="5587" w="17186">
                  <a:moveTo>
                    <a:pt x="8611" y="0"/>
                  </a:moveTo>
                  <a:cubicBezTo>
                    <a:pt x="3843" y="0"/>
                    <a:pt x="0" y="1245"/>
                    <a:pt x="0" y="2775"/>
                  </a:cubicBezTo>
                  <a:cubicBezTo>
                    <a:pt x="0" y="4341"/>
                    <a:pt x="3843" y="5586"/>
                    <a:pt x="8611" y="5586"/>
                  </a:cubicBezTo>
                  <a:cubicBezTo>
                    <a:pt x="13343" y="5586"/>
                    <a:pt x="17186" y="4341"/>
                    <a:pt x="17186" y="2775"/>
                  </a:cubicBezTo>
                  <a:cubicBezTo>
                    <a:pt x="17186" y="1245"/>
                    <a:pt x="13343" y="0"/>
                    <a:pt x="86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1679745" y="2392140"/>
              <a:ext cx="113354" cy="347239"/>
            </a:xfrm>
            <a:custGeom>
              <a:rect b="b" l="l" r="r" t="t"/>
              <a:pathLst>
                <a:path extrusionOk="0" h="17222" w="5622">
                  <a:moveTo>
                    <a:pt x="2811" y="1"/>
                  </a:moveTo>
                  <a:cubicBezTo>
                    <a:pt x="1245" y="1"/>
                    <a:pt x="0" y="3879"/>
                    <a:pt x="0" y="8611"/>
                  </a:cubicBezTo>
                  <a:cubicBezTo>
                    <a:pt x="0" y="13379"/>
                    <a:pt x="1245" y="17222"/>
                    <a:pt x="2811" y="17222"/>
                  </a:cubicBezTo>
                  <a:cubicBezTo>
                    <a:pt x="4341" y="17222"/>
                    <a:pt x="5586" y="13379"/>
                    <a:pt x="5586" y="8611"/>
                  </a:cubicBezTo>
                  <a:cubicBezTo>
                    <a:pt x="5622" y="6548"/>
                    <a:pt x="5337" y="4520"/>
                    <a:pt x="4768" y="2527"/>
                  </a:cubicBezTo>
                  <a:cubicBezTo>
                    <a:pt x="4270" y="890"/>
                    <a:pt x="3558" y="1"/>
                    <a:pt x="2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1679019" y="2509344"/>
              <a:ext cx="114805" cy="113636"/>
            </a:xfrm>
            <a:custGeom>
              <a:rect b="b" l="l" r="r" t="t"/>
              <a:pathLst>
                <a:path extrusionOk="0" h="5636" w="5694">
                  <a:moveTo>
                    <a:pt x="2725" y="1"/>
                  </a:moveTo>
                  <a:cubicBezTo>
                    <a:pt x="1876" y="1"/>
                    <a:pt x="1027" y="45"/>
                    <a:pt x="178" y="130"/>
                  </a:cubicBezTo>
                  <a:cubicBezTo>
                    <a:pt x="0" y="1909"/>
                    <a:pt x="0" y="3724"/>
                    <a:pt x="178" y="5503"/>
                  </a:cubicBezTo>
                  <a:cubicBezTo>
                    <a:pt x="1068" y="5591"/>
                    <a:pt x="1957" y="5636"/>
                    <a:pt x="2847" y="5636"/>
                  </a:cubicBezTo>
                  <a:cubicBezTo>
                    <a:pt x="3736" y="5636"/>
                    <a:pt x="4626" y="5591"/>
                    <a:pt x="5516" y="5503"/>
                  </a:cubicBezTo>
                  <a:cubicBezTo>
                    <a:pt x="5693" y="3724"/>
                    <a:pt x="5693" y="1909"/>
                    <a:pt x="5516" y="165"/>
                  </a:cubicBezTo>
                  <a:cubicBezTo>
                    <a:pt x="4585" y="54"/>
                    <a:pt x="3655"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1707710" y="2544951"/>
              <a:ext cx="49519" cy="42341"/>
            </a:xfrm>
            <a:custGeom>
              <a:rect b="b" l="l" r="r" t="t"/>
              <a:pathLst>
                <a:path extrusionOk="0" h="2100" w="2456">
                  <a:moveTo>
                    <a:pt x="1424" y="1"/>
                  </a:moveTo>
                  <a:cubicBezTo>
                    <a:pt x="463" y="1"/>
                    <a:pt x="1" y="1139"/>
                    <a:pt x="677" y="1780"/>
                  </a:cubicBezTo>
                  <a:cubicBezTo>
                    <a:pt x="886" y="2001"/>
                    <a:pt x="1149" y="2100"/>
                    <a:pt x="1407" y="2100"/>
                  </a:cubicBezTo>
                  <a:cubicBezTo>
                    <a:pt x="1940" y="2100"/>
                    <a:pt x="2456" y="1679"/>
                    <a:pt x="2456" y="1032"/>
                  </a:cubicBezTo>
                  <a:cubicBezTo>
                    <a:pt x="2456" y="463"/>
                    <a:pt x="1993" y="1"/>
                    <a:pt x="14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1499613" y="2386978"/>
              <a:ext cx="473557" cy="357521"/>
            </a:xfrm>
            <a:custGeom>
              <a:rect b="b" l="l" r="r" t="t"/>
              <a:pathLst>
                <a:path extrusionOk="0" h="17732" w="23487">
                  <a:moveTo>
                    <a:pt x="12884" y="613"/>
                  </a:moveTo>
                  <a:lnTo>
                    <a:pt x="12884" y="613"/>
                  </a:lnTo>
                  <a:cubicBezTo>
                    <a:pt x="16584" y="1146"/>
                    <a:pt x="19502" y="4028"/>
                    <a:pt x="20000" y="7729"/>
                  </a:cubicBezTo>
                  <a:cubicBezTo>
                    <a:pt x="19964" y="7693"/>
                    <a:pt x="19893" y="7622"/>
                    <a:pt x="19822" y="7587"/>
                  </a:cubicBezTo>
                  <a:cubicBezTo>
                    <a:pt x="19253" y="7160"/>
                    <a:pt x="18612" y="6839"/>
                    <a:pt x="17900" y="6661"/>
                  </a:cubicBezTo>
                  <a:cubicBezTo>
                    <a:pt x="16833" y="6306"/>
                    <a:pt x="15766" y="6092"/>
                    <a:pt x="14663" y="5985"/>
                  </a:cubicBezTo>
                  <a:cubicBezTo>
                    <a:pt x="14520" y="4882"/>
                    <a:pt x="14307" y="3779"/>
                    <a:pt x="13987" y="2712"/>
                  </a:cubicBezTo>
                  <a:lnTo>
                    <a:pt x="13951" y="2712"/>
                  </a:lnTo>
                  <a:cubicBezTo>
                    <a:pt x="13773" y="2036"/>
                    <a:pt x="13453" y="1360"/>
                    <a:pt x="13061" y="791"/>
                  </a:cubicBezTo>
                  <a:cubicBezTo>
                    <a:pt x="12990" y="719"/>
                    <a:pt x="12955" y="684"/>
                    <a:pt x="12884" y="613"/>
                  </a:cubicBezTo>
                  <a:close/>
                  <a:moveTo>
                    <a:pt x="11406" y="6338"/>
                  </a:moveTo>
                  <a:cubicBezTo>
                    <a:pt x="11519" y="6338"/>
                    <a:pt x="11632" y="6339"/>
                    <a:pt x="11745" y="6341"/>
                  </a:cubicBezTo>
                  <a:cubicBezTo>
                    <a:pt x="12563" y="6341"/>
                    <a:pt x="13382" y="6377"/>
                    <a:pt x="14164" y="6484"/>
                  </a:cubicBezTo>
                  <a:cubicBezTo>
                    <a:pt x="14236" y="7160"/>
                    <a:pt x="14271" y="7871"/>
                    <a:pt x="14271" y="8618"/>
                  </a:cubicBezTo>
                  <a:lnTo>
                    <a:pt x="13026" y="8618"/>
                  </a:lnTo>
                  <a:cubicBezTo>
                    <a:pt x="12884" y="7925"/>
                    <a:pt x="12305" y="7578"/>
                    <a:pt x="11732" y="7578"/>
                  </a:cubicBezTo>
                  <a:cubicBezTo>
                    <a:pt x="11158" y="7578"/>
                    <a:pt x="10589" y="7925"/>
                    <a:pt x="10464" y="8618"/>
                  </a:cubicBezTo>
                  <a:lnTo>
                    <a:pt x="9183" y="8618"/>
                  </a:lnTo>
                  <a:cubicBezTo>
                    <a:pt x="9183" y="8512"/>
                    <a:pt x="9076" y="8440"/>
                    <a:pt x="8934" y="8440"/>
                  </a:cubicBezTo>
                  <a:cubicBezTo>
                    <a:pt x="8920" y="8436"/>
                    <a:pt x="8905" y="8433"/>
                    <a:pt x="8891" y="8433"/>
                  </a:cubicBezTo>
                  <a:cubicBezTo>
                    <a:pt x="8800" y="8433"/>
                    <a:pt x="8716" y="8526"/>
                    <a:pt x="8685" y="8618"/>
                  </a:cubicBezTo>
                  <a:lnTo>
                    <a:pt x="3455" y="8618"/>
                  </a:lnTo>
                  <a:cubicBezTo>
                    <a:pt x="3668" y="8120"/>
                    <a:pt x="4486" y="7587"/>
                    <a:pt x="5732" y="7160"/>
                  </a:cubicBezTo>
                  <a:cubicBezTo>
                    <a:pt x="7580" y="6622"/>
                    <a:pt x="9491" y="6338"/>
                    <a:pt x="11406" y="6338"/>
                  </a:cubicBezTo>
                  <a:close/>
                  <a:moveTo>
                    <a:pt x="14698" y="6519"/>
                  </a:moveTo>
                  <a:lnTo>
                    <a:pt x="14698" y="6519"/>
                  </a:lnTo>
                  <a:cubicBezTo>
                    <a:pt x="15730" y="6626"/>
                    <a:pt x="16726" y="6839"/>
                    <a:pt x="17723" y="7160"/>
                  </a:cubicBezTo>
                  <a:cubicBezTo>
                    <a:pt x="19003" y="7551"/>
                    <a:pt x="19822" y="8085"/>
                    <a:pt x="20035" y="8618"/>
                  </a:cubicBezTo>
                  <a:lnTo>
                    <a:pt x="14769" y="8618"/>
                  </a:lnTo>
                  <a:cubicBezTo>
                    <a:pt x="14769" y="7907"/>
                    <a:pt x="14734" y="7195"/>
                    <a:pt x="14698" y="6519"/>
                  </a:cubicBezTo>
                  <a:close/>
                  <a:moveTo>
                    <a:pt x="11727" y="8066"/>
                  </a:moveTo>
                  <a:cubicBezTo>
                    <a:pt x="11921" y="8066"/>
                    <a:pt x="12118" y="8138"/>
                    <a:pt x="12279" y="8298"/>
                  </a:cubicBezTo>
                  <a:cubicBezTo>
                    <a:pt x="12812" y="8796"/>
                    <a:pt x="12457" y="9650"/>
                    <a:pt x="11745" y="9650"/>
                  </a:cubicBezTo>
                  <a:cubicBezTo>
                    <a:pt x="11282" y="9650"/>
                    <a:pt x="10962" y="9294"/>
                    <a:pt x="10927" y="8867"/>
                  </a:cubicBezTo>
                  <a:cubicBezTo>
                    <a:pt x="10927" y="8385"/>
                    <a:pt x="11319" y="8066"/>
                    <a:pt x="11727" y="8066"/>
                  </a:cubicBezTo>
                  <a:close/>
                  <a:moveTo>
                    <a:pt x="14271" y="9152"/>
                  </a:moveTo>
                  <a:cubicBezTo>
                    <a:pt x="14271" y="9864"/>
                    <a:pt x="14236" y="10611"/>
                    <a:pt x="14164" y="11287"/>
                  </a:cubicBezTo>
                  <a:cubicBezTo>
                    <a:pt x="13382" y="11394"/>
                    <a:pt x="12563" y="11429"/>
                    <a:pt x="11745" y="11429"/>
                  </a:cubicBezTo>
                  <a:cubicBezTo>
                    <a:pt x="11630" y="11431"/>
                    <a:pt x="11515" y="11432"/>
                    <a:pt x="11401" y="11432"/>
                  </a:cubicBezTo>
                  <a:cubicBezTo>
                    <a:pt x="9459" y="11432"/>
                    <a:pt x="7580" y="11148"/>
                    <a:pt x="5732" y="10611"/>
                  </a:cubicBezTo>
                  <a:cubicBezTo>
                    <a:pt x="4486" y="10184"/>
                    <a:pt x="3668" y="9650"/>
                    <a:pt x="3455" y="9152"/>
                  </a:cubicBezTo>
                  <a:lnTo>
                    <a:pt x="8685" y="9152"/>
                  </a:lnTo>
                  <a:cubicBezTo>
                    <a:pt x="8721" y="9259"/>
                    <a:pt x="8827" y="9330"/>
                    <a:pt x="8934" y="9330"/>
                  </a:cubicBezTo>
                  <a:cubicBezTo>
                    <a:pt x="9041" y="9330"/>
                    <a:pt x="9148" y="9259"/>
                    <a:pt x="9183" y="9152"/>
                  </a:cubicBezTo>
                  <a:lnTo>
                    <a:pt x="10464" y="9152"/>
                  </a:lnTo>
                  <a:cubicBezTo>
                    <a:pt x="10589" y="9846"/>
                    <a:pt x="11158" y="10193"/>
                    <a:pt x="11732" y="10193"/>
                  </a:cubicBezTo>
                  <a:cubicBezTo>
                    <a:pt x="12305" y="10193"/>
                    <a:pt x="12884" y="9846"/>
                    <a:pt x="13026" y="9152"/>
                  </a:cubicBezTo>
                  <a:close/>
                  <a:moveTo>
                    <a:pt x="20035" y="9152"/>
                  </a:moveTo>
                  <a:cubicBezTo>
                    <a:pt x="19822" y="9721"/>
                    <a:pt x="18932" y="10255"/>
                    <a:pt x="17545" y="10682"/>
                  </a:cubicBezTo>
                  <a:cubicBezTo>
                    <a:pt x="17260" y="10753"/>
                    <a:pt x="17331" y="11180"/>
                    <a:pt x="17616" y="11180"/>
                  </a:cubicBezTo>
                  <a:lnTo>
                    <a:pt x="17723" y="11180"/>
                  </a:lnTo>
                  <a:cubicBezTo>
                    <a:pt x="18541" y="10967"/>
                    <a:pt x="19324" y="10575"/>
                    <a:pt x="20000" y="10042"/>
                  </a:cubicBezTo>
                  <a:lnTo>
                    <a:pt x="20000" y="10042"/>
                  </a:lnTo>
                  <a:cubicBezTo>
                    <a:pt x="19466" y="13742"/>
                    <a:pt x="16584" y="16624"/>
                    <a:pt x="12884" y="17158"/>
                  </a:cubicBezTo>
                  <a:cubicBezTo>
                    <a:pt x="12919" y="17087"/>
                    <a:pt x="12990" y="17051"/>
                    <a:pt x="13026" y="16980"/>
                  </a:cubicBezTo>
                  <a:cubicBezTo>
                    <a:pt x="13453" y="16375"/>
                    <a:pt x="13773" y="15734"/>
                    <a:pt x="13951" y="15058"/>
                  </a:cubicBezTo>
                  <a:cubicBezTo>
                    <a:pt x="14271" y="13991"/>
                    <a:pt x="14520" y="12888"/>
                    <a:pt x="14627" y="11785"/>
                  </a:cubicBezTo>
                  <a:cubicBezTo>
                    <a:pt x="15267" y="11714"/>
                    <a:pt x="15908" y="11607"/>
                    <a:pt x="16477" y="11500"/>
                  </a:cubicBezTo>
                  <a:cubicBezTo>
                    <a:pt x="16620" y="11465"/>
                    <a:pt x="16726" y="11322"/>
                    <a:pt x="16691" y="11180"/>
                  </a:cubicBezTo>
                  <a:cubicBezTo>
                    <a:pt x="16655" y="11038"/>
                    <a:pt x="16513" y="10967"/>
                    <a:pt x="16370" y="10967"/>
                  </a:cubicBezTo>
                  <a:cubicBezTo>
                    <a:pt x="15837" y="11109"/>
                    <a:pt x="15267" y="11180"/>
                    <a:pt x="14698" y="11251"/>
                  </a:cubicBezTo>
                  <a:cubicBezTo>
                    <a:pt x="14734" y="10575"/>
                    <a:pt x="14769" y="9864"/>
                    <a:pt x="14769" y="9152"/>
                  </a:cubicBezTo>
                  <a:close/>
                  <a:moveTo>
                    <a:pt x="3455" y="10042"/>
                  </a:moveTo>
                  <a:lnTo>
                    <a:pt x="3633" y="10184"/>
                  </a:lnTo>
                  <a:cubicBezTo>
                    <a:pt x="4237" y="10611"/>
                    <a:pt x="4878" y="10896"/>
                    <a:pt x="5554" y="11109"/>
                  </a:cubicBezTo>
                  <a:cubicBezTo>
                    <a:pt x="6621" y="11429"/>
                    <a:pt x="7724" y="11678"/>
                    <a:pt x="8863" y="11785"/>
                  </a:cubicBezTo>
                  <a:cubicBezTo>
                    <a:pt x="8863" y="11821"/>
                    <a:pt x="8863" y="11856"/>
                    <a:pt x="8863" y="11892"/>
                  </a:cubicBezTo>
                  <a:cubicBezTo>
                    <a:pt x="8863" y="12034"/>
                    <a:pt x="8898" y="12176"/>
                    <a:pt x="8898" y="12319"/>
                  </a:cubicBezTo>
                  <a:cubicBezTo>
                    <a:pt x="8934" y="12425"/>
                    <a:pt x="9041" y="12532"/>
                    <a:pt x="9148" y="12532"/>
                  </a:cubicBezTo>
                  <a:lnTo>
                    <a:pt x="9183" y="12532"/>
                  </a:lnTo>
                  <a:cubicBezTo>
                    <a:pt x="9325" y="12497"/>
                    <a:pt x="9432" y="12390"/>
                    <a:pt x="9432" y="12248"/>
                  </a:cubicBezTo>
                  <a:cubicBezTo>
                    <a:pt x="9432" y="12105"/>
                    <a:pt x="9397" y="11963"/>
                    <a:pt x="9361" y="11856"/>
                  </a:cubicBezTo>
                  <a:lnTo>
                    <a:pt x="9361" y="11856"/>
                  </a:lnTo>
                  <a:cubicBezTo>
                    <a:pt x="10144" y="11892"/>
                    <a:pt x="10927" y="11963"/>
                    <a:pt x="11745" y="11963"/>
                  </a:cubicBezTo>
                  <a:cubicBezTo>
                    <a:pt x="12528" y="11963"/>
                    <a:pt x="13346" y="11927"/>
                    <a:pt x="14093" y="11856"/>
                  </a:cubicBezTo>
                  <a:lnTo>
                    <a:pt x="14093" y="11856"/>
                  </a:lnTo>
                  <a:cubicBezTo>
                    <a:pt x="13987" y="12888"/>
                    <a:pt x="13773" y="13884"/>
                    <a:pt x="13453" y="14881"/>
                  </a:cubicBezTo>
                  <a:cubicBezTo>
                    <a:pt x="12990" y="16375"/>
                    <a:pt x="12350" y="17229"/>
                    <a:pt x="11745" y="17229"/>
                  </a:cubicBezTo>
                  <a:cubicBezTo>
                    <a:pt x="7582" y="17229"/>
                    <a:pt x="4059" y="14169"/>
                    <a:pt x="3455" y="10042"/>
                  </a:cubicBezTo>
                  <a:close/>
                  <a:moveTo>
                    <a:pt x="11720" y="0"/>
                  </a:moveTo>
                  <a:cubicBezTo>
                    <a:pt x="9683" y="0"/>
                    <a:pt x="7642" y="698"/>
                    <a:pt x="5981" y="2107"/>
                  </a:cubicBezTo>
                  <a:cubicBezTo>
                    <a:pt x="5874" y="2214"/>
                    <a:pt x="5874" y="2392"/>
                    <a:pt x="5945" y="2498"/>
                  </a:cubicBezTo>
                  <a:cubicBezTo>
                    <a:pt x="6004" y="2557"/>
                    <a:pt x="6084" y="2584"/>
                    <a:pt x="6163" y="2584"/>
                  </a:cubicBezTo>
                  <a:cubicBezTo>
                    <a:pt x="6226" y="2584"/>
                    <a:pt x="6289" y="2566"/>
                    <a:pt x="6337" y="2534"/>
                  </a:cubicBezTo>
                  <a:cubicBezTo>
                    <a:pt x="7831" y="1218"/>
                    <a:pt x="9752" y="542"/>
                    <a:pt x="11709" y="542"/>
                  </a:cubicBezTo>
                  <a:cubicBezTo>
                    <a:pt x="12350" y="542"/>
                    <a:pt x="12990" y="1431"/>
                    <a:pt x="13453" y="2854"/>
                  </a:cubicBezTo>
                  <a:cubicBezTo>
                    <a:pt x="13773" y="3851"/>
                    <a:pt x="13987" y="4882"/>
                    <a:pt x="14093" y="5914"/>
                  </a:cubicBezTo>
                  <a:cubicBezTo>
                    <a:pt x="13346" y="5843"/>
                    <a:pt x="12528" y="5807"/>
                    <a:pt x="11709" y="5807"/>
                  </a:cubicBezTo>
                  <a:cubicBezTo>
                    <a:pt x="10927" y="5807"/>
                    <a:pt x="10108" y="5843"/>
                    <a:pt x="9361" y="5914"/>
                  </a:cubicBezTo>
                  <a:cubicBezTo>
                    <a:pt x="9361" y="5807"/>
                    <a:pt x="9397" y="5665"/>
                    <a:pt x="9397" y="5523"/>
                  </a:cubicBezTo>
                  <a:cubicBezTo>
                    <a:pt x="9432" y="5381"/>
                    <a:pt x="9325" y="5274"/>
                    <a:pt x="9183" y="5238"/>
                  </a:cubicBezTo>
                  <a:cubicBezTo>
                    <a:pt x="9164" y="5234"/>
                    <a:pt x="9146" y="5231"/>
                    <a:pt x="9129" y="5231"/>
                  </a:cubicBezTo>
                  <a:cubicBezTo>
                    <a:pt x="9014" y="5231"/>
                    <a:pt x="8929" y="5328"/>
                    <a:pt x="8898" y="5452"/>
                  </a:cubicBezTo>
                  <a:cubicBezTo>
                    <a:pt x="8863" y="5594"/>
                    <a:pt x="8863" y="5736"/>
                    <a:pt x="8827" y="5879"/>
                  </a:cubicBezTo>
                  <a:cubicBezTo>
                    <a:pt x="8827" y="5914"/>
                    <a:pt x="8827" y="5950"/>
                    <a:pt x="8827" y="5985"/>
                  </a:cubicBezTo>
                  <a:cubicBezTo>
                    <a:pt x="7724" y="6092"/>
                    <a:pt x="6621" y="6306"/>
                    <a:pt x="5554" y="6661"/>
                  </a:cubicBezTo>
                  <a:cubicBezTo>
                    <a:pt x="4878" y="6839"/>
                    <a:pt x="4237" y="7160"/>
                    <a:pt x="3633" y="7587"/>
                  </a:cubicBezTo>
                  <a:lnTo>
                    <a:pt x="3455" y="7729"/>
                  </a:lnTo>
                  <a:cubicBezTo>
                    <a:pt x="3668" y="6092"/>
                    <a:pt x="4380" y="4562"/>
                    <a:pt x="5483" y="3352"/>
                  </a:cubicBezTo>
                  <a:cubicBezTo>
                    <a:pt x="5642" y="3140"/>
                    <a:pt x="5464" y="2907"/>
                    <a:pt x="5275" y="2907"/>
                  </a:cubicBezTo>
                  <a:cubicBezTo>
                    <a:pt x="5211" y="2907"/>
                    <a:pt x="5145" y="2934"/>
                    <a:pt x="5091" y="2997"/>
                  </a:cubicBezTo>
                  <a:cubicBezTo>
                    <a:pt x="1" y="8719"/>
                    <a:pt x="4124" y="17732"/>
                    <a:pt x="11686" y="17732"/>
                  </a:cubicBezTo>
                  <a:cubicBezTo>
                    <a:pt x="11788" y="17732"/>
                    <a:pt x="11891" y="17730"/>
                    <a:pt x="11994" y="17727"/>
                  </a:cubicBezTo>
                  <a:cubicBezTo>
                    <a:pt x="19751" y="17514"/>
                    <a:pt x="23487" y="8120"/>
                    <a:pt x="17972" y="2605"/>
                  </a:cubicBezTo>
                  <a:lnTo>
                    <a:pt x="18007" y="2605"/>
                  </a:lnTo>
                  <a:cubicBezTo>
                    <a:pt x="16278" y="876"/>
                    <a:pt x="14002" y="0"/>
                    <a:pt x="11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1674725" y="2524143"/>
              <a:ext cx="11493" cy="19396"/>
            </a:xfrm>
            <a:custGeom>
              <a:rect b="b" l="l" r="r" t="t"/>
              <a:pathLst>
                <a:path extrusionOk="0" h="962" w="570">
                  <a:moveTo>
                    <a:pt x="320" y="1"/>
                  </a:moveTo>
                  <a:cubicBezTo>
                    <a:pt x="178" y="1"/>
                    <a:pt x="36" y="107"/>
                    <a:pt x="36" y="250"/>
                  </a:cubicBezTo>
                  <a:cubicBezTo>
                    <a:pt x="36" y="392"/>
                    <a:pt x="36" y="534"/>
                    <a:pt x="0" y="677"/>
                  </a:cubicBezTo>
                  <a:cubicBezTo>
                    <a:pt x="0" y="819"/>
                    <a:pt x="107" y="926"/>
                    <a:pt x="249" y="961"/>
                  </a:cubicBezTo>
                  <a:lnTo>
                    <a:pt x="285" y="961"/>
                  </a:lnTo>
                  <a:cubicBezTo>
                    <a:pt x="427" y="961"/>
                    <a:pt x="534" y="855"/>
                    <a:pt x="534" y="712"/>
                  </a:cubicBezTo>
                  <a:lnTo>
                    <a:pt x="569" y="285"/>
                  </a:lnTo>
                  <a:cubicBezTo>
                    <a:pt x="569" y="143"/>
                    <a:pt x="463" y="36"/>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1675430" y="2588704"/>
              <a:ext cx="10787" cy="18691"/>
            </a:xfrm>
            <a:custGeom>
              <a:rect b="b" l="l" r="r" t="t"/>
              <a:pathLst>
                <a:path extrusionOk="0" h="927" w="535">
                  <a:moveTo>
                    <a:pt x="250" y="1"/>
                  </a:moveTo>
                  <a:cubicBezTo>
                    <a:pt x="107" y="1"/>
                    <a:pt x="1" y="108"/>
                    <a:pt x="1" y="286"/>
                  </a:cubicBezTo>
                  <a:cubicBezTo>
                    <a:pt x="1" y="392"/>
                    <a:pt x="1" y="535"/>
                    <a:pt x="1" y="677"/>
                  </a:cubicBezTo>
                  <a:cubicBezTo>
                    <a:pt x="36" y="819"/>
                    <a:pt x="143" y="926"/>
                    <a:pt x="285" y="926"/>
                  </a:cubicBezTo>
                  <a:cubicBezTo>
                    <a:pt x="428" y="926"/>
                    <a:pt x="534" y="784"/>
                    <a:pt x="499" y="641"/>
                  </a:cubicBezTo>
                  <a:lnTo>
                    <a:pt x="499" y="250"/>
                  </a:lnTo>
                  <a:cubicBezTo>
                    <a:pt x="499" y="108"/>
                    <a:pt x="392" y="1"/>
                    <a:pt x="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1702367" y="2712461"/>
              <a:ext cx="16856" cy="17602"/>
            </a:xfrm>
            <a:custGeom>
              <a:rect b="b" l="l" r="r" t="t"/>
              <a:pathLst>
                <a:path extrusionOk="0" h="873" w="836">
                  <a:moveTo>
                    <a:pt x="340" y="1"/>
                  </a:moveTo>
                  <a:cubicBezTo>
                    <a:pt x="167" y="1"/>
                    <a:pt x="0" y="188"/>
                    <a:pt x="123" y="410"/>
                  </a:cubicBezTo>
                  <a:cubicBezTo>
                    <a:pt x="195" y="517"/>
                    <a:pt x="266" y="659"/>
                    <a:pt x="337" y="766"/>
                  </a:cubicBezTo>
                  <a:cubicBezTo>
                    <a:pt x="408" y="837"/>
                    <a:pt x="479" y="872"/>
                    <a:pt x="550" y="872"/>
                  </a:cubicBezTo>
                  <a:cubicBezTo>
                    <a:pt x="622" y="872"/>
                    <a:pt x="657" y="872"/>
                    <a:pt x="728" y="837"/>
                  </a:cubicBezTo>
                  <a:cubicBezTo>
                    <a:pt x="799" y="730"/>
                    <a:pt x="835" y="588"/>
                    <a:pt x="764" y="481"/>
                  </a:cubicBezTo>
                  <a:cubicBezTo>
                    <a:pt x="693" y="374"/>
                    <a:pt x="622" y="268"/>
                    <a:pt x="550" y="161"/>
                  </a:cubicBezTo>
                  <a:lnTo>
                    <a:pt x="550" y="125"/>
                  </a:lnTo>
                  <a:cubicBezTo>
                    <a:pt x="496" y="38"/>
                    <a:pt x="417" y="1"/>
                    <a:pt x="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1682608" y="2460753"/>
              <a:ext cx="13489" cy="18933"/>
            </a:xfrm>
            <a:custGeom>
              <a:rect b="b" l="l" r="r" t="t"/>
              <a:pathLst>
                <a:path extrusionOk="0" h="939" w="669">
                  <a:moveTo>
                    <a:pt x="352" y="1"/>
                  </a:moveTo>
                  <a:cubicBezTo>
                    <a:pt x="243" y="1"/>
                    <a:pt x="136" y="60"/>
                    <a:pt x="107" y="192"/>
                  </a:cubicBezTo>
                  <a:lnTo>
                    <a:pt x="107" y="227"/>
                  </a:lnTo>
                  <a:cubicBezTo>
                    <a:pt x="72" y="334"/>
                    <a:pt x="72" y="476"/>
                    <a:pt x="36" y="619"/>
                  </a:cubicBezTo>
                  <a:cubicBezTo>
                    <a:pt x="0" y="761"/>
                    <a:pt x="72" y="903"/>
                    <a:pt x="214" y="939"/>
                  </a:cubicBezTo>
                  <a:lnTo>
                    <a:pt x="285" y="939"/>
                  </a:lnTo>
                  <a:cubicBezTo>
                    <a:pt x="392" y="939"/>
                    <a:pt x="499" y="832"/>
                    <a:pt x="534" y="725"/>
                  </a:cubicBezTo>
                  <a:cubicBezTo>
                    <a:pt x="570" y="583"/>
                    <a:pt x="605" y="441"/>
                    <a:pt x="605" y="334"/>
                  </a:cubicBezTo>
                  <a:cubicBezTo>
                    <a:pt x="668" y="124"/>
                    <a:pt x="508" y="1"/>
                    <a:pt x="3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1681661" y="2651429"/>
              <a:ext cx="13872" cy="19800"/>
            </a:xfrm>
            <a:custGeom>
              <a:rect b="b" l="l" r="r" t="t"/>
              <a:pathLst>
                <a:path extrusionOk="0" h="982" w="688">
                  <a:moveTo>
                    <a:pt x="333" y="0"/>
                  </a:moveTo>
                  <a:cubicBezTo>
                    <a:pt x="170" y="0"/>
                    <a:pt x="0" y="135"/>
                    <a:pt x="83" y="341"/>
                  </a:cubicBezTo>
                  <a:cubicBezTo>
                    <a:pt x="83" y="484"/>
                    <a:pt x="119" y="626"/>
                    <a:pt x="154" y="768"/>
                  </a:cubicBezTo>
                  <a:cubicBezTo>
                    <a:pt x="190" y="875"/>
                    <a:pt x="296" y="946"/>
                    <a:pt x="403" y="982"/>
                  </a:cubicBezTo>
                  <a:lnTo>
                    <a:pt x="474" y="982"/>
                  </a:lnTo>
                  <a:cubicBezTo>
                    <a:pt x="617" y="946"/>
                    <a:pt x="688" y="804"/>
                    <a:pt x="652" y="662"/>
                  </a:cubicBezTo>
                  <a:cubicBezTo>
                    <a:pt x="652" y="519"/>
                    <a:pt x="617" y="377"/>
                    <a:pt x="581" y="235"/>
                  </a:cubicBezTo>
                  <a:cubicBezTo>
                    <a:pt x="566" y="70"/>
                    <a:pt x="451" y="0"/>
                    <a:pt x="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1702690" y="2401697"/>
              <a:ext cx="18227" cy="17723"/>
            </a:xfrm>
            <a:custGeom>
              <a:rect b="b" l="l" r="r" t="t"/>
              <a:pathLst>
                <a:path extrusionOk="0" h="879" w="904">
                  <a:moveTo>
                    <a:pt x="523" y="1"/>
                  </a:moveTo>
                  <a:cubicBezTo>
                    <a:pt x="452" y="1"/>
                    <a:pt x="378" y="29"/>
                    <a:pt x="321" y="96"/>
                  </a:cubicBezTo>
                  <a:cubicBezTo>
                    <a:pt x="250" y="238"/>
                    <a:pt x="143" y="345"/>
                    <a:pt x="72" y="488"/>
                  </a:cubicBezTo>
                  <a:cubicBezTo>
                    <a:pt x="1" y="594"/>
                    <a:pt x="72" y="772"/>
                    <a:pt x="179" y="843"/>
                  </a:cubicBezTo>
                  <a:cubicBezTo>
                    <a:pt x="214" y="843"/>
                    <a:pt x="250" y="879"/>
                    <a:pt x="321" y="879"/>
                  </a:cubicBezTo>
                  <a:cubicBezTo>
                    <a:pt x="392" y="879"/>
                    <a:pt x="499" y="808"/>
                    <a:pt x="534" y="737"/>
                  </a:cubicBezTo>
                  <a:cubicBezTo>
                    <a:pt x="606" y="630"/>
                    <a:pt x="677" y="523"/>
                    <a:pt x="748" y="416"/>
                  </a:cubicBezTo>
                  <a:cubicBezTo>
                    <a:pt x="904" y="209"/>
                    <a:pt x="718" y="1"/>
                    <a:pt x="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1690492" y="2429985"/>
              <a:ext cx="14376" cy="18146"/>
            </a:xfrm>
            <a:custGeom>
              <a:rect b="b" l="l" r="r" t="t"/>
              <a:pathLst>
                <a:path extrusionOk="0" h="900" w="713">
                  <a:moveTo>
                    <a:pt x="439" y="1"/>
                  </a:moveTo>
                  <a:cubicBezTo>
                    <a:pt x="335" y="1"/>
                    <a:pt x="208" y="70"/>
                    <a:pt x="179" y="188"/>
                  </a:cubicBezTo>
                  <a:cubicBezTo>
                    <a:pt x="143" y="294"/>
                    <a:pt x="72" y="437"/>
                    <a:pt x="36" y="579"/>
                  </a:cubicBezTo>
                  <a:cubicBezTo>
                    <a:pt x="1" y="721"/>
                    <a:pt x="72" y="864"/>
                    <a:pt x="214" y="899"/>
                  </a:cubicBezTo>
                  <a:lnTo>
                    <a:pt x="285" y="899"/>
                  </a:lnTo>
                  <a:cubicBezTo>
                    <a:pt x="392" y="899"/>
                    <a:pt x="499" y="828"/>
                    <a:pt x="535" y="721"/>
                  </a:cubicBezTo>
                  <a:cubicBezTo>
                    <a:pt x="570" y="579"/>
                    <a:pt x="606" y="472"/>
                    <a:pt x="677" y="330"/>
                  </a:cubicBezTo>
                  <a:cubicBezTo>
                    <a:pt x="712" y="223"/>
                    <a:pt x="641" y="81"/>
                    <a:pt x="499" y="10"/>
                  </a:cubicBezTo>
                  <a:cubicBezTo>
                    <a:pt x="481" y="4"/>
                    <a:pt x="460"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1690492" y="2683226"/>
              <a:ext cx="14376" cy="18670"/>
            </a:xfrm>
            <a:custGeom>
              <a:rect b="b" l="l" r="r" t="t"/>
              <a:pathLst>
                <a:path extrusionOk="0" h="926" w="713">
                  <a:moveTo>
                    <a:pt x="287" y="1"/>
                  </a:moveTo>
                  <a:cubicBezTo>
                    <a:pt x="263" y="1"/>
                    <a:pt x="239" y="4"/>
                    <a:pt x="214" y="10"/>
                  </a:cubicBezTo>
                  <a:cubicBezTo>
                    <a:pt x="72" y="45"/>
                    <a:pt x="1" y="223"/>
                    <a:pt x="36" y="330"/>
                  </a:cubicBezTo>
                  <a:cubicBezTo>
                    <a:pt x="72" y="472"/>
                    <a:pt x="143" y="615"/>
                    <a:pt x="179" y="757"/>
                  </a:cubicBezTo>
                  <a:cubicBezTo>
                    <a:pt x="214" y="864"/>
                    <a:pt x="321" y="899"/>
                    <a:pt x="428" y="899"/>
                  </a:cubicBezTo>
                  <a:cubicBezTo>
                    <a:pt x="446" y="917"/>
                    <a:pt x="463" y="926"/>
                    <a:pt x="477" y="926"/>
                  </a:cubicBezTo>
                  <a:cubicBezTo>
                    <a:pt x="490" y="926"/>
                    <a:pt x="499" y="917"/>
                    <a:pt x="499" y="899"/>
                  </a:cubicBezTo>
                  <a:cubicBezTo>
                    <a:pt x="641" y="864"/>
                    <a:pt x="712" y="721"/>
                    <a:pt x="677" y="579"/>
                  </a:cubicBezTo>
                  <a:cubicBezTo>
                    <a:pt x="606" y="437"/>
                    <a:pt x="570" y="330"/>
                    <a:pt x="535" y="188"/>
                  </a:cubicBezTo>
                  <a:cubicBezTo>
                    <a:pt x="505" y="70"/>
                    <a:pt x="402" y="1"/>
                    <a:pt x="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72"/>
          <p:cNvGrpSpPr/>
          <p:nvPr/>
        </p:nvGrpSpPr>
        <p:grpSpPr>
          <a:xfrm>
            <a:off x="1556351" y="1861079"/>
            <a:ext cx="358005" cy="353892"/>
            <a:chOff x="1556351" y="1861079"/>
            <a:chExt cx="358005" cy="353892"/>
          </a:xfrm>
        </p:grpSpPr>
        <p:sp>
          <p:nvSpPr>
            <p:cNvPr id="3115" name="Google Shape;3115;p72"/>
            <p:cNvSpPr/>
            <p:nvPr/>
          </p:nvSpPr>
          <p:spPr>
            <a:xfrm>
              <a:off x="1562803" y="1867007"/>
              <a:ext cx="346513" cy="343650"/>
            </a:xfrm>
            <a:custGeom>
              <a:rect b="b" l="l" r="r" t="t"/>
              <a:pathLst>
                <a:path extrusionOk="0" h="17044" w="17186">
                  <a:moveTo>
                    <a:pt x="0" y="1"/>
                  </a:moveTo>
                  <a:lnTo>
                    <a:pt x="14090" y="17044"/>
                  </a:lnTo>
                  <a:lnTo>
                    <a:pt x="17186" y="4164"/>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1562803" y="1867007"/>
              <a:ext cx="70327" cy="55991"/>
            </a:xfrm>
            <a:custGeom>
              <a:rect b="b" l="l" r="r" t="t"/>
              <a:pathLst>
                <a:path extrusionOk="0" h="2777" w="3488">
                  <a:moveTo>
                    <a:pt x="0" y="1"/>
                  </a:moveTo>
                  <a:lnTo>
                    <a:pt x="2278" y="2776"/>
                  </a:lnTo>
                  <a:cubicBezTo>
                    <a:pt x="2882" y="2278"/>
                    <a:pt x="3309" y="1602"/>
                    <a:pt x="3487" y="855"/>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1800982" y="2137749"/>
              <a:ext cx="63149" cy="72908"/>
            </a:xfrm>
            <a:custGeom>
              <a:rect b="b" l="l" r="r" t="t"/>
              <a:pathLst>
                <a:path extrusionOk="0" h="3616" w="3132">
                  <a:moveTo>
                    <a:pt x="2297" y="0"/>
                  </a:moveTo>
                  <a:cubicBezTo>
                    <a:pt x="1461" y="0"/>
                    <a:pt x="641" y="280"/>
                    <a:pt x="0" y="841"/>
                  </a:cubicBezTo>
                  <a:lnTo>
                    <a:pt x="2277" y="3616"/>
                  </a:lnTo>
                  <a:lnTo>
                    <a:pt x="3131" y="93"/>
                  </a:lnTo>
                  <a:cubicBezTo>
                    <a:pt x="2856" y="31"/>
                    <a:pt x="2575" y="0"/>
                    <a:pt x="2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1683314" y="1927273"/>
              <a:ext cx="208077" cy="178176"/>
            </a:xfrm>
            <a:custGeom>
              <a:rect b="b" l="l" r="r" t="t"/>
              <a:pathLst>
                <a:path extrusionOk="0" h="8837" w="10320">
                  <a:moveTo>
                    <a:pt x="5907" y="1"/>
                  </a:moveTo>
                  <a:cubicBezTo>
                    <a:pt x="1994" y="1"/>
                    <a:pt x="1" y="4768"/>
                    <a:pt x="2776" y="7544"/>
                  </a:cubicBezTo>
                  <a:cubicBezTo>
                    <a:pt x="3670" y="8437"/>
                    <a:pt x="4770" y="8837"/>
                    <a:pt x="5851" y="8837"/>
                  </a:cubicBezTo>
                  <a:cubicBezTo>
                    <a:pt x="8128" y="8837"/>
                    <a:pt x="10319" y="7066"/>
                    <a:pt x="10319" y="4413"/>
                  </a:cubicBezTo>
                  <a:cubicBezTo>
                    <a:pt x="10319" y="1993"/>
                    <a:pt x="8327" y="1"/>
                    <a:pt x="5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1556351" y="1861079"/>
              <a:ext cx="358005" cy="353892"/>
            </a:xfrm>
            <a:custGeom>
              <a:rect b="b" l="l" r="r" t="t"/>
              <a:pathLst>
                <a:path extrusionOk="0" h="17552" w="17756">
                  <a:moveTo>
                    <a:pt x="1032" y="722"/>
                  </a:moveTo>
                  <a:lnTo>
                    <a:pt x="3523" y="1327"/>
                  </a:lnTo>
                  <a:cubicBezTo>
                    <a:pt x="3345" y="1825"/>
                    <a:pt x="3060" y="2323"/>
                    <a:pt x="2669" y="2679"/>
                  </a:cubicBezTo>
                  <a:lnTo>
                    <a:pt x="1032" y="722"/>
                  </a:lnTo>
                  <a:close/>
                  <a:moveTo>
                    <a:pt x="15264" y="4173"/>
                  </a:moveTo>
                  <a:lnTo>
                    <a:pt x="17221" y="4636"/>
                  </a:lnTo>
                  <a:lnTo>
                    <a:pt x="16759" y="6593"/>
                  </a:lnTo>
                  <a:cubicBezTo>
                    <a:pt x="16652" y="6130"/>
                    <a:pt x="16474" y="5667"/>
                    <a:pt x="16225" y="5241"/>
                  </a:cubicBezTo>
                  <a:cubicBezTo>
                    <a:pt x="15940" y="4849"/>
                    <a:pt x="15656" y="4493"/>
                    <a:pt x="15264" y="4173"/>
                  </a:cubicBezTo>
                  <a:close/>
                  <a:moveTo>
                    <a:pt x="12274" y="3549"/>
                  </a:moveTo>
                  <a:cubicBezTo>
                    <a:pt x="12498" y="3549"/>
                    <a:pt x="12724" y="3567"/>
                    <a:pt x="12952" y="3604"/>
                  </a:cubicBezTo>
                  <a:cubicBezTo>
                    <a:pt x="12952" y="3746"/>
                    <a:pt x="13023" y="3853"/>
                    <a:pt x="13165" y="3853"/>
                  </a:cubicBezTo>
                  <a:lnTo>
                    <a:pt x="13201" y="3853"/>
                  </a:lnTo>
                  <a:cubicBezTo>
                    <a:pt x="13307" y="3853"/>
                    <a:pt x="13379" y="3817"/>
                    <a:pt x="13450" y="3711"/>
                  </a:cubicBezTo>
                  <a:cubicBezTo>
                    <a:pt x="15442" y="4351"/>
                    <a:pt x="16688" y="6344"/>
                    <a:pt x="16296" y="8407"/>
                  </a:cubicBezTo>
                  <a:cubicBezTo>
                    <a:pt x="16012" y="8407"/>
                    <a:pt x="15940" y="8799"/>
                    <a:pt x="16189" y="8905"/>
                  </a:cubicBezTo>
                  <a:cubicBezTo>
                    <a:pt x="15656" y="10649"/>
                    <a:pt x="14055" y="11823"/>
                    <a:pt x="12240" y="11823"/>
                  </a:cubicBezTo>
                  <a:lnTo>
                    <a:pt x="12240" y="11859"/>
                  </a:lnTo>
                  <a:cubicBezTo>
                    <a:pt x="11884" y="11859"/>
                    <a:pt x="11564" y="11823"/>
                    <a:pt x="11244" y="11716"/>
                  </a:cubicBezTo>
                  <a:cubicBezTo>
                    <a:pt x="9073" y="11183"/>
                    <a:pt x="7721" y="9048"/>
                    <a:pt x="8184" y="6842"/>
                  </a:cubicBezTo>
                  <a:cubicBezTo>
                    <a:pt x="8599" y="4895"/>
                    <a:pt x="10330" y="3549"/>
                    <a:pt x="12274" y="3549"/>
                  </a:cubicBezTo>
                  <a:close/>
                  <a:moveTo>
                    <a:pt x="14454" y="13986"/>
                  </a:moveTo>
                  <a:cubicBezTo>
                    <a:pt x="14630" y="13986"/>
                    <a:pt x="14805" y="14000"/>
                    <a:pt x="14980" y="14029"/>
                  </a:cubicBezTo>
                  <a:lnTo>
                    <a:pt x="14944" y="14029"/>
                  </a:lnTo>
                  <a:lnTo>
                    <a:pt x="14304" y="16769"/>
                  </a:lnTo>
                  <a:lnTo>
                    <a:pt x="12525" y="14598"/>
                  </a:lnTo>
                  <a:cubicBezTo>
                    <a:pt x="13091" y="14202"/>
                    <a:pt x="13770" y="13986"/>
                    <a:pt x="14454" y="13986"/>
                  </a:cubicBezTo>
                  <a:close/>
                  <a:moveTo>
                    <a:pt x="297" y="1"/>
                  </a:moveTo>
                  <a:cubicBezTo>
                    <a:pt x="211" y="1"/>
                    <a:pt x="129" y="59"/>
                    <a:pt x="71" y="117"/>
                  </a:cubicBezTo>
                  <a:cubicBezTo>
                    <a:pt x="0" y="224"/>
                    <a:pt x="0" y="330"/>
                    <a:pt x="71" y="437"/>
                  </a:cubicBezTo>
                  <a:lnTo>
                    <a:pt x="2384" y="3212"/>
                  </a:lnTo>
                  <a:lnTo>
                    <a:pt x="14161" y="17445"/>
                  </a:lnTo>
                  <a:cubicBezTo>
                    <a:pt x="14197" y="17516"/>
                    <a:pt x="14268" y="17551"/>
                    <a:pt x="14375" y="17551"/>
                  </a:cubicBezTo>
                  <a:lnTo>
                    <a:pt x="14410" y="17551"/>
                  </a:lnTo>
                  <a:cubicBezTo>
                    <a:pt x="14517" y="17551"/>
                    <a:pt x="14588" y="17445"/>
                    <a:pt x="14624" y="17374"/>
                  </a:cubicBezTo>
                  <a:lnTo>
                    <a:pt x="15620" y="13282"/>
                  </a:lnTo>
                  <a:cubicBezTo>
                    <a:pt x="15656" y="13139"/>
                    <a:pt x="15549" y="12997"/>
                    <a:pt x="15407" y="12962"/>
                  </a:cubicBezTo>
                  <a:cubicBezTo>
                    <a:pt x="15388" y="12957"/>
                    <a:pt x="15369" y="12955"/>
                    <a:pt x="15350" y="12955"/>
                  </a:cubicBezTo>
                  <a:cubicBezTo>
                    <a:pt x="15228" y="12955"/>
                    <a:pt x="15117" y="13047"/>
                    <a:pt x="15086" y="13139"/>
                  </a:cubicBezTo>
                  <a:lnTo>
                    <a:pt x="15015" y="13495"/>
                  </a:lnTo>
                  <a:cubicBezTo>
                    <a:pt x="14796" y="13458"/>
                    <a:pt x="14578" y="13439"/>
                    <a:pt x="14360" y="13439"/>
                  </a:cubicBezTo>
                  <a:cubicBezTo>
                    <a:pt x="13554" y="13439"/>
                    <a:pt x="12770" y="13695"/>
                    <a:pt x="12098" y="14171"/>
                  </a:cubicBezTo>
                  <a:lnTo>
                    <a:pt x="10283" y="11965"/>
                  </a:lnTo>
                  <a:lnTo>
                    <a:pt x="10283" y="11965"/>
                  </a:lnTo>
                  <a:cubicBezTo>
                    <a:pt x="10532" y="12072"/>
                    <a:pt x="10781" y="12143"/>
                    <a:pt x="11066" y="12214"/>
                  </a:cubicBezTo>
                  <a:cubicBezTo>
                    <a:pt x="11439" y="12310"/>
                    <a:pt x="11817" y="12357"/>
                    <a:pt x="12192" y="12357"/>
                  </a:cubicBezTo>
                  <a:cubicBezTo>
                    <a:pt x="13212" y="12357"/>
                    <a:pt x="14209" y="12011"/>
                    <a:pt x="15015" y="11360"/>
                  </a:cubicBezTo>
                  <a:cubicBezTo>
                    <a:pt x="15264" y="11183"/>
                    <a:pt x="15478" y="10969"/>
                    <a:pt x="15691" y="10720"/>
                  </a:cubicBezTo>
                  <a:lnTo>
                    <a:pt x="15691" y="10720"/>
                  </a:lnTo>
                  <a:lnTo>
                    <a:pt x="15371" y="11965"/>
                  </a:lnTo>
                  <a:cubicBezTo>
                    <a:pt x="15371" y="12108"/>
                    <a:pt x="15442" y="12250"/>
                    <a:pt x="15585" y="12286"/>
                  </a:cubicBezTo>
                  <a:lnTo>
                    <a:pt x="15656" y="12286"/>
                  </a:lnTo>
                  <a:cubicBezTo>
                    <a:pt x="15762" y="12286"/>
                    <a:pt x="15869" y="12214"/>
                    <a:pt x="15905" y="12072"/>
                  </a:cubicBezTo>
                  <a:lnTo>
                    <a:pt x="16688" y="8763"/>
                  </a:lnTo>
                  <a:lnTo>
                    <a:pt x="17719" y="4493"/>
                  </a:lnTo>
                  <a:cubicBezTo>
                    <a:pt x="17755" y="4422"/>
                    <a:pt x="17719" y="4351"/>
                    <a:pt x="17684" y="4280"/>
                  </a:cubicBezTo>
                  <a:lnTo>
                    <a:pt x="17684" y="4280"/>
                  </a:lnTo>
                  <a:lnTo>
                    <a:pt x="17755" y="4315"/>
                  </a:lnTo>
                  <a:cubicBezTo>
                    <a:pt x="17719" y="4244"/>
                    <a:pt x="17648" y="4209"/>
                    <a:pt x="17577" y="4209"/>
                  </a:cubicBezTo>
                  <a:lnTo>
                    <a:pt x="7721" y="1789"/>
                  </a:lnTo>
                  <a:cubicBezTo>
                    <a:pt x="7708" y="1788"/>
                    <a:pt x="7696" y="1787"/>
                    <a:pt x="7684" y="1787"/>
                  </a:cubicBezTo>
                  <a:cubicBezTo>
                    <a:pt x="7393" y="1787"/>
                    <a:pt x="7306" y="2185"/>
                    <a:pt x="7579" y="2287"/>
                  </a:cubicBezTo>
                  <a:lnTo>
                    <a:pt x="11101" y="3141"/>
                  </a:lnTo>
                  <a:cubicBezTo>
                    <a:pt x="10461" y="3284"/>
                    <a:pt x="9856" y="3604"/>
                    <a:pt x="9322" y="3995"/>
                  </a:cubicBezTo>
                  <a:cubicBezTo>
                    <a:pt x="7899" y="5098"/>
                    <a:pt x="7223" y="6948"/>
                    <a:pt x="7650" y="8727"/>
                  </a:cubicBezTo>
                  <a:lnTo>
                    <a:pt x="2953" y="3070"/>
                  </a:lnTo>
                  <a:cubicBezTo>
                    <a:pt x="3416" y="2608"/>
                    <a:pt x="3772" y="2038"/>
                    <a:pt x="3985" y="1433"/>
                  </a:cubicBezTo>
                  <a:lnTo>
                    <a:pt x="6369" y="2003"/>
                  </a:lnTo>
                  <a:cubicBezTo>
                    <a:pt x="6393" y="2007"/>
                    <a:pt x="6415" y="2010"/>
                    <a:pt x="6437" y="2010"/>
                  </a:cubicBezTo>
                  <a:cubicBezTo>
                    <a:pt x="6737" y="2010"/>
                    <a:pt x="6810" y="1571"/>
                    <a:pt x="6511" y="1505"/>
                  </a:cubicBezTo>
                  <a:lnTo>
                    <a:pt x="356" y="10"/>
                  </a:lnTo>
                  <a:cubicBezTo>
                    <a:pt x="336" y="4"/>
                    <a:pt x="317" y="1"/>
                    <a:pt x="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1809592" y="1948665"/>
              <a:ext cx="13650" cy="19517"/>
            </a:xfrm>
            <a:custGeom>
              <a:rect b="b" l="l" r="r" t="t"/>
              <a:pathLst>
                <a:path extrusionOk="0" h="968" w="677">
                  <a:moveTo>
                    <a:pt x="407" y="0"/>
                  </a:moveTo>
                  <a:cubicBezTo>
                    <a:pt x="285" y="0"/>
                    <a:pt x="173" y="97"/>
                    <a:pt x="143" y="220"/>
                  </a:cubicBezTo>
                  <a:lnTo>
                    <a:pt x="36" y="647"/>
                  </a:lnTo>
                  <a:cubicBezTo>
                    <a:pt x="0" y="790"/>
                    <a:pt x="71" y="932"/>
                    <a:pt x="214" y="968"/>
                  </a:cubicBezTo>
                  <a:lnTo>
                    <a:pt x="285" y="968"/>
                  </a:lnTo>
                  <a:cubicBezTo>
                    <a:pt x="392" y="968"/>
                    <a:pt x="498" y="897"/>
                    <a:pt x="534" y="754"/>
                  </a:cubicBezTo>
                  <a:lnTo>
                    <a:pt x="641" y="327"/>
                  </a:lnTo>
                  <a:cubicBezTo>
                    <a:pt x="676" y="185"/>
                    <a:pt x="570" y="43"/>
                    <a:pt x="463" y="7"/>
                  </a:cubicBezTo>
                  <a:cubicBezTo>
                    <a:pt x="444" y="2"/>
                    <a:pt x="425" y="0"/>
                    <a:pt x="4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1802414" y="1977498"/>
              <a:ext cx="13650" cy="19376"/>
            </a:xfrm>
            <a:custGeom>
              <a:rect b="b" l="l" r="r" t="t"/>
              <a:pathLst>
                <a:path extrusionOk="0" h="961" w="677">
                  <a:moveTo>
                    <a:pt x="463" y="0"/>
                  </a:moveTo>
                  <a:cubicBezTo>
                    <a:pt x="321" y="0"/>
                    <a:pt x="178" y="71"/>
                    <a:pt x="143" y="214"/>
                  </a:cubicBezTo>
                  <a:lnTo>
                    <a:pt x="36" y="641"/>
                  </a:lnTo>
                  <a:cubicBezTo>
                    <a:pt x="0" y="783"/>
                    <a:pt x="72" y="925"/>
                    <a:pt x="214" y="961"/>
                  </a:cubicBezTo>
                  <a:lnTo>
                    <a:pt x="285" y="961"/>
                  </a:lnTo>
                  <a:cubicBezTo>
                    <a:pt x="392" y="961"/>
                    <a:pt x="499" y="890"/>
                    <a:pt x="534" y="783"/>
                  </a:cubicBezTo>
                  <a:lnTo>
                    <a:pt x="641" y="320"/>
                  </a:lnTo>
                  <a:cubicBezTo>
                    <a:pt x="676" y="178"/>
                    <a:pt x="605" y="36"/>
                    <a:pt x="4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1796667" y="2007439"/>
              <a:ext cx="15082" cy="15263"/>
            </a:xfrm>
            <a:custGeom>
              <a:rect b="b" l="l" r="r" t="t"/>
              <a:pathLst>
                <a:path extrusionOk="0" h="757" w="748">
                  <a:moveTo>
                    <a:pt x="319" y="1"/>
                  </a:moveTo>
                  <a:cubicBezTo>
                    <a:pt x="204" y="1"/>
                    <a:pt x="101" y="70"/>
                    <a:pt x="72" y="188"/>
                  </a:cubicBezTo>
                  <a:lnTo>
                    <a:pt x="36" y="401"/>
                  </a:lnTo>
                  <a:cubicBezTo>
                    <a:pt x="1" y="543"/>
                    <a:pt x="72" y="686"/>
                    <a:pt x="214" y="721"/>
                  </a:cubicBezTo>
                  <a:lnTo>
                    <a:pt x="428" y="757"/>
                  </a:lnTo>
                  <a:lnTo>
                    <a:pt x="463" y="757"/>
                  </a:lnTo>
                  <a:cubicBezTo>
                    <a:pt x="606" y="757"/>
                    <a:pt x="712" y="686"/>
                    <a:pt x="712" y="543"/>
                  </a:cubicBezTo>
                  <a:cubicBezTo>
                    <a:pt x="748" y="437"/>
                    <a:pt x="712" y="294"/>
                    <a:pt x="570" y="259"/>
                  </a:cubicBezTo>
                  <a:cubicBezTo>
                    <a:pt x="606" y="152"/>
                    <a:pt x="499" y="45"/>
                    <a:pt x="392" y="10"/>
                  </a:cubicBezTo>
                  <a:cubicBezTo>
                    <a:pt x="368" y="4"/>
                    <a:pt x="343"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1848586" y="2024073"/>
              <a:ext cx="23913" cy="12299"/>
            </a:xfrm>
            <a:custGeom>
              <a:rect b="b" l="l" r="r" t="t"/>
              <a:pathLst>
                <a:path extrusionOk="0" h="610" w="1186">
                  <a:moveTo>
                    <a:pt x="377" y="1"/>
                  </a:moveTo>
                  <a:cubicBezTo>
                    <a:pt x="87" y="1"/>
                    <a:pt x="0" y="399"/>
                    <a:pt x="308" y="501"/>
                  </a:cubicBezTo>
                  <a:lnTo>
                    <a:pt x="735" y="608"/>
                  </a:lnTo>
                  <a:lnTo>
                    <a:pt x="806" y="608"/>
                  </a:lnTo>
                  <a:cubicBezTo>
                    <a:pt x="817" y="609"/>
                    <a:pt x="828" y="610"/>
                    <a:pt x="838" y="610"/>
                  </a:cubicBezTo>
                  <a:cubicBezTo>
                    <a:pt x="1131" y="610"/>
                    <a:pt x="1185" y="144"/>
                    <a:pt x="842" y="110"/>
                  </a:cubicBezTo>
                  <a:lnTo>
                    <a:pt x="877" y="110"/>
                  </a:lnTo>
                  <a:lnTo>
                    <a:pt x="415" y="3"/>
                  </a:lnTo>
                  <a:cubicBezTo>
                    <a:pt x="402" y="2"/>
                    <a:pt x="389" y="1"/>
                    <a:pt x="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1820338" y="2016815"/>
              <a:ext cx="20828" cy="13065"/>
            </a:xfrm>
            <a:custGeom>
              <a:rect b="b" l="l" r="r" t="t"/>
              <a:pathLst>
                <a:path extrusionOk="0" h="648" w="1033">
                  <a:moveTo>
                    <a:pt x="301" y="0"/>
                  </a:moveTo>
                  <a:cubicBezTo>
                    <a:pt x="179" y="0"/>
                    <a:pt x="67" y="97"/>
                    <a:pt x="37" y="221"/>
                  </a:cubicBezTo>
                  <a:cubicBezTo>
                    <a:pt x="1" y="363"/>
                    <a:pt x="108" y="505"/>
                    <a:pt x="250" y="541"/>
                  </a:cubicBezTo>
                  <a:lnTo>
                    <a:pt x="677" y="648"/>
                  </a:lnTo>
                  <a:lnTo>
                    <a:pt x="748" y="648"/>
                  </a:lnTo>
                  <a:cubicBezTo>
                    <a:pt x="855" y="648"/>
                    <a:pt x="962" y="541"/>
                    <a:pt x="997" y="434"/>
                  </a:cubicBezTo>
                  <a:cubicBezTo>
                    <a:pt x="1033" y="292"/>
                    <a:pt x="962" y="149"/>
                    <a:pt x="819" y="114"/>
                  </a:cubicBezTo>
                  <a:lnTo>
                    <a:pt x="357" y="7"/>
                  </a:lnTo>
                  <a:cubicBezTo>
                    <a:pt x="338" y="2"/>
                    <a:pt x="319"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72"/>
          <p:cNvGrpSpPr/>
          <p:nvPr/>
        </p:nvGrpSpPr>
        <p:grpSpPr>
          <a:xfrm>
            <a:off x="914276" y="2387220"/>
            <a:ext cx="390991" cy="357360"/>
            <a:chOff x="914276" y="2387220"/>
            <a:chExt cx="390991" cy="357360"/>
          </a:xfrm>
        </p:grpSpPr>
        <p:sp>
          <p:nvSpPr>
            <p:cNvPr id="3126" name="Google Shape;3126;p72"/>
            <p:cNvSpPr/>
            <p:nvPr/>
          </p:nvSpPr>
          <p:spPr>
            <a:xfrm>
              <a:off x="1122312" y="2562170"/>
              <a:ext cx="72484" cy="72484"/>
            </a:xfrm>
            <a:custGeom>
              <a:rect b="b" l="l" r="r" t="t"/>
              <a:pathLst>
                <a:path extrusionOk="0" h="3595" w="3595">
                  <a:moveTo>
                    <a:pt x="1531" y="1"/>
                  </a:moveTo>
                  <a:lnTo>
                    <a:pt x="1" y="1495"/>
                  </a:lnTo>
                  <a:lnTo>
                    <a:pt x="2136" y="3594"/>
                  </a:lnTo>
                  <a:lnTo>
                    <a:pt x="3594" y="2100"/>
                  </a:lnTo>
                  <a:lnTo>
                    <a:pt x="15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1159613" y="2599471"/>
              <a:ext cx="139928" cy="139908"/>
            </a:xfrm>
            <a:custGeom>
              <a:rect b="b" l="l" r="r" t="t"/>
              <a:pathLst>
                <a:path extrusionOk="0" h="6939" w="6940">
                  <a:moveTo>
                    <a:pt x="1993" y="1"/>
                  </a:moveTo>
                  <a:lnTo>
                    <a:pt x="1" y="1993"/>
                  </a:lnTo>
                  <a:lnTo>
                    <a:pt x="4947" y="6939"/>
                  </a:lnTo>
                  <a:lnTo>
                    <a:pt x="6939" y="4946"/>
                  </a:lnTo>
                  <a:lnTo>
                    <a:pt x="19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914276" y="2392140"/>
              <a:ext cx="264028" cy="226284"/>
            </a:xfrm>
            <a:custGeom>
              <a:rect b="b" l="l" r="r" t="t"/>
              <a:pathLst>
                <a:path extrusionOk="0" h="11223" w="13095">
                  <a:moveTo>
                    <a:pt x="7508" y="1"/>
                  </a:moveTo>
                  <a:cubicBezTo>
                    <a:pt x="2527" y="1"/>
                    <a:pt x="0" y="6050"/>
                    <a:pt x="3523" y="9572"/>
                  </a:cubicBezTo>
                  <a:cubicBezTo>
                    <a:pt x="4663" y="10712"/>
                    <a:pt x="6067" y="11222"/>
                    <a:pt x="7445" y="11222"/>
                  </a:cubicBezTo>
                  <a:cubicBezTo>
                    <a:pt x="10326" y="11222"/>
                    <a:pt x="13094" y="8992"/>
                    <a:pt x="13094" y="5623"/>
                  </a:cubicBezTo>
                  <a:cubicBezTo>
                    <a:pt x="13094" y="2527"/>
                    <a:pt x="10568" y="1"/>
                    <a:pt x="7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975247" y="2415105"/>
              <a:ext cx="218824" cy="203238"/>
            </a:xfrm>
            <a:custGeom>
              <a:rect b="b" l="l" r="r" t="t"/>
              <a:pathLst>
                <a:path extrusionOk="0" h="10080" w="10853">
                  <a:moveTo>
                    <a:pt x="7828" y="0"/>
                  </a:moveTo>
                  <a:cubicBezTo>
                    <a:pt x="9465" y="2206"/>
                    <a:pt x="9252" y="5338"/>
                    <a:pt x="7295" y="7295"/>
                  </a:cubicBezTo>
                  <a:cubicBezTo>
                    <a:pt x="6215" y="8375"/>
                    <a:pt x="4777" y="8924"/>
                    <a:pt x="3335" y="8924"/>
                  </a:cubicBezTo>
                  <a:cubicBezTo>
                    <a:pt x="2163" y="8924"/>
                    <a:pt x="989" y="8562"/>
                    <a:pt x="1" y="7828"/>
                  </a:cubicBezTo>
                  <a:lnTo>
                    <a:pt x="1" y="7828"/>
                  </a:lnTo>
                  <a:cubicBezTo>
                    <a:pt x="1102" y="9316"/>
                    <a:pt x="2780" y="10080"/>
                    <a:pt x="4472" y="10080"/>
                  </a:cubicBezTo>
                  <a:cubicBezTo>
                    <a:pt x="5895" y="10080"/>
                    <a:pt x="7328" y="9539"/>
                    <a:pt x="8433" y="8433"/>
                  </a:cubicBezTo>
                  <a:cubicBezTo>
                    <a:pt x="10853" y="6014"/>
                    <a:pt x="10568" y="2029"/>
                    <a:pt x="7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942967" y="2413673"/>
              <a:ext cx="213803" cy="183680"/>
            </a:xfrm>
            <a:custGeom>
              <a:rect b="b" l="l" r="r" t="t"/>
              <a:pathLst>
                <a:path extrusionOk="0" h="9110" w="10604">
                  <a:moveTo>
                    <a:pt x="6085" y="0"/>
                  </a:moveTo>
                  <a:cubicBezTo>
                    <a:pt x="2029" y="0"/>
                    <a:pt x="1" y="4910"/>
                    <a:pt x="2847" y="7757"/>
                  </a:cubicBezTo>
                  <a:cubicBezTo>
                    <a:pt x="3782" y="8692"/>
                    <a:pt x="4926" y="9110"/>
                    <a:pt x="6046" y="9110"/>
                  </a:cubicBezTo>
                  <a:cubicBezTo>
                    <a:pt x="8378" y="9110"/>
                    <a:pt x="10604" y="7295"/>
                    <a:pt x="10604" y="4555"/>
                  </a:cubicBezTo>
                  <a:cubicBezTo>
                    <a:pt x="10604" y="2028"/>
                    <a:pt x="8576" y="0"/>
                    <a:pt x="60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1018294" y="2461015"/>
              <a:ext cx="93998" cy="88271"/>
            </a:xfrm>
            <a:custGeom>
              <a:rect b="b" l="l" r="r" t="t"/>
              <a:pathLst>
                <a:path extrusionOk="0" h="4378" w="4662">
                  <a:moveTo>
                    <a:pt x="1" y="1"/>
                  </a:moveTo>
                  <a:lnTo>
                    <a:pt x="1495" y="2207"/>
                  </a:lnTo>
                  <a:lnTo>
                    <a:pt x="1" y="4377"/>
                  </a:lnTo>
                  <a:lnTo>
                    <a:pt x="1708" y="4377"/>
                  </a:lnTo>
                  <a:lnTo>
                    <a:pt x="2349" y="3452"/>
                  </a:lnTo>
                  <a:lnTo>
                    <a:pt x="2989" y="4377"/>
                  </a:lnTo>
                  <a:lnTo>
                    <a:pt x="4662" y="4377"/>
                  </a:lnTo>
                  <a:lnTo>
                    <a:pt x="3167" y="2207"/>
                  </a:lnTo>
                  <a:lnTo>
                    <a:pt x="4662" y="1"/>
                  </a:lnTo>
                  <a:lnTo>
                    <a:pt x="2989" y="1"/>
                  </a:lnTo>
                  <a:lnTo>
                    <a:pt x="2349" y="961"/>
                  </a:lnTo>
                  <a:lnTo>
                    <a:pt x="17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935789" y="2387220"/>
              <a:ext cx="369478" cy="357360"/>
            </a:xfrm>
            <a:custGeom>
              <a:rect b="b" l="l" r="r" t="t"/>
              <a:pathLst>
                <a:path extrusionOk="0" h="17724" w="18325">
                  <a:moveTo>
                    <a:pt x="6462" y="510"/>
                  </a:moveTo>
                  <a:cubicBezTo>
                    <a:pt x="7776" y="510"/>
                    <a:pt x="9117" y="1000"/>
                    <a:pt x="10212" y="2095"/>
                  </a:cubicBezTo>
                  <a:cubicBezTo>
                    <a:pt x="13557" y="5440"/>
                    <a:pt x="11173" y="11204"/>
                    <a:pt x="6441" y="11204"/>
                  </a:cubicBezTo>
                  <a:cubicBezTo>
                    <a:pt x="3488" y="11204"/>
                    <a:pt x="1104" y="8820"/>
                    <a:pt x="1104" y="5867"/>
                  </a:cubicBezTo>
                  <a:cubicBezTo>
                    <a:pt x="1104" y="2644"/>
                    <a:pt x="3722" y="510"/>
                    <a:pt x="6462" y="510"/>
                  </a:cubicBezTo>
                  <a:close/>
                  <a:moveTo>
                    <a:pt x="11102" y="9389"/>
                  </a:moveTo>
                  <a:lnTo>
                    <a:pt x="12490" y="10777"/>
                  </a:lnTo>
                  <a:lnTo>
                    <a:pt x="11387" y="11915"/>
                  </a:lnTo>
                  <a:lnTo>
                    <a:pt x="9999" y="10528"/>
                  </a:lnTo>
                  <a:cubicBezTo>
                    <a:pt x="10390" y="10207"/>
                    <a:pt x="10782" y="9816"/>
                    <a:pt x="11102" y="9389"/>
                  </a:cubicBezTo>
                  <a:close/>
                  <a:moveTo>
                    <a:pt x="6427" y="0"/>
                  </a:moveTo>
                  <a:cubicBezTo>
                    <a:pt x="4927" y="0"/>
                    <a:pt x="3427" y="574"/>
                    <a:pt x="2278" y="1704"/>
                  </a:cubicBezTo>
                  <a:cubicBezTo>
                    <a:pt x="179" y="3839"/>
                    <a:pt x="1" y="7183"/>
                    <a:pt x="1851" y="9496"/>
                  </a:cubicBezTo>
                  <a:cubicBezTo>
                    <a:pt x="2994" y="10947"/>
                    <a:pt x="4695" y="11719"/>
                    <a:pt x="6423" y="11719"/>
                  </a:cubicBezTo>
                  <a:cubicBezTo>
                    <a:pt x="7492" y="11719"/>
                    <a:pt x="8571" y="11424"/>
                    <a:pt x="9536" y="10812"/>
                  </a:cubicBezTo>
                  <a:lnTo>
                    <a:pt x="10995" y="12271"/>
                  </a:lnTo>
                  <a:lnTo>
                    <a:pt x="10924" y="12342"/>
                  </a:lnTo>
                  <a:cubicBezTo>
                    <a:pt x="10817" y="12449"/>
                    <a:pt x="10817" y="12591"/>
                    <a:pt x="10924" y="12698"/>
                  </a:cubicBezTo>
                  <a:lnTo>
                    <a:pt x="15870" y="17644"/>
                  </a:lnTo>
                  <a:cubicBezTo>
                    <a:pt x="15923" y="17697"/>
                    <a:pt x="15994" y="17724"/>
                    <a:pt x="16065" y="17724"/>
                  </a:cubicBezTo>
                  <a:cubicBezTo>
                    <a:pt x="16137" y="17724"/>
                    <a:pt x="16208" y="17697"/>
                    <a:pt x="16261" y="17644"/>
                  </a:cubicBezTo>
                  <a:lnTo>
                    <a:pt x="18218" y="15687"/>
                  </a:lnTo>
                  <a:cubicBezTo>
                    <a:pt x="18325" y="15580"/>
                    <a:pt x="18325" y="15402"/>
                    <a:pt x="18218" y="15296"/>
                  </a:cubicBezTo>
                  <a:lnTo>
                    <a:pt x="15336" y="12413"/>
                  </a:lnTo>
                  <a:cubicBezTo>
                    <a:pt x="15279" y="12364"/>
                    <a:pt x="15218" y="12344"/>
                    <a:pt x="15160" y="12344"/>
                  </a:cubicBezTo>
                  <a:cubicBezTo>
                    <a:pt x="14966" y="12344"/>
                    <a:pt x="14808" y="12578"/>
                    <a:pt x="14945" y="12769"/>
                  </a:cubicBezTo>
                  <a:lnTo>
                    <a:pt x="17684" y="15473"/>
                  </a:lnTo>
                  <a:lnTo>
                    <a:pt x="16048" y="17110"/>
                  </a:lnTo>
                  <a:lnTo>
                    <a:pt x="11493" y="12520"/>
                  </a:lnTo>
                  <a:lnTo>
                    <a:pt x="13094" y="10919"/>
                  </a:lnTo>
                  <a:lnTo>
                    <a:pt x="14091" y="11915"/>
                  </a:lnTo>
                  <a:cubicBezTo>
                    <a:pt x="14144" y="11961"/>
                    <a:pt x="14203" y="11981"/>
                    <a:pt x="14259" y="11981"/>
                  </a:cubicBezTo>
                  <a:cubicBezTo>
                    <a:pt x="14465" y="11981"/>
                    <a:pt x="14642" y="11719"/>
                    <a:pt x="14447" y="11524"/>
                  </a:cubicBezTo>
                  <a:lnTo>
                    <a:pt x="13272" y="10350"/>
                  </a:lnTo>
                  <a:cubicBezTo>
                    <a:pt x="13219" y="10296"/>
                    <a:pt x="13157" y="10270"/>
                    <a:pt x="13094" y="10270"/>
                  </a:cubicBezTo>
                  <a:cubicBezTo>
                    <a:pt x="13032" y="10270"/>
                    <a:pt x="12970" y="10296"/>
                    <a:pt x="12917" y="10350"/>
                  </a:cubicBezTo>
                  <a:lnTo>
                    <a:pt x="12845" y="10421"/>
                  </a:lnTo>
                  <a:lnTo>
                    <a:pt x="11387" y="8962"/>
                  </a:lnTo>
                  <a:cubicBezTo>
                    <a:pt x="12952" y="6436"/>
                    <a:pt x="12418" y="3127"/>
                    <a:pt x="10070" y="1277"/>
                  </a:cubicBezTo>
                  <a:cubicBezTo>
                    <a:pt x="9002" y="422"/>
                    <a:pt x="7714" y="0"/>
                    <a:pt x="6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936575" y="2407927"/>
              <a:ext cx="263242" cy="194568"/>
            </a:xfrm>
            <a:custGeom>
              <a:rect b="b" l="l" r="r" t="t"/>
              <a:pathLst>
                <a:path extrusionOk="0" h="9650" w="13056">
                  <a:moveTo>
                    <a:pt x="6402" y="1"/>
                  </a:moveTo>
                  <a:lnTo>
                    <a:pt x="6402" y="36"/>
                  </a:lnTo>
                  <a:cubicBezTo>
                    <a:pt x="6353" y="35"/>
                    <a:pt x="6304" y="34"/>
                    <a:pt x="6256" y="34"/>
                  </a:cubicBezTo>
                  <a:cubicBezTo>
                    <a:pt x="5241" y="34"/>
                    <a:pt x="4264" y="387"/>
                    <a:pt x="3449" y="1032"/>
                  </a:cubicBezTo>
                  <a:cubicBezTo>
                    <a:pt x="3222" y="1203"/>
                    <a:pt x="3379" y="1486"/>
                    <a:pt x="3596" y="1486"/>
                  </a:cubicBezTo>
                  <a:cubicBezTo>
                    <a:pt x="3652" y="1486"/>
                    <a:pt x="3711" y="1467"/>
                    <a:pt x="3769" y="1424"/>
                  </a:cubicBezTo>
                  <a:cubicBezTo>
                    <a:pt x="4516" y="855"/>
                    <a:pt x="5441" y="534"/>
                    <a:pt x="6402" y="534"/>
                  </a:cubicBezTo>
                  <a:cubicBezTo>
                    <a:pt x="10209" y="534"/>
                    <a:pt x="12130" y="5160"/>
                    <a:pt x="9426" y="7864"/>
                  </a:cubicBezTo>
                  <a:cubicBezTo>
                    <a:pt x="8552" y="8738"/>
                    <a:pt x="7477" y="9129"/>
                    <a:pt x="6423" y="9129"/>
                  </a:cubicBezTo>
                  <a:cubicBezTo>
                    <a:pt x="4215" y="9129"/>
                    <a:pt x="2097" y="7416"/>
                    <a:pt x="2097" y="4840"/>
                  </a:cubicBezTo>
                  <a:cubicBezTo>
                    <a:pt x="2097" y="3879"/>
                    <a:pt x="2381" y="2989"/>
                    <a:pt x="2950" y="2242"/>
                  </a:cubicBezTo>
                  <a:cubicBezTo>
                    <a:pt x="3080" y="2034"/>
                    <a:pt x="2926" y="1826"/>
                    <a:pt x="2750" y="1826"/>
                  </a:cubicBezTo>
                  <a:cubicBezTo>
                    <a:pt x="2685" y="1826"/>
                    <a:pt x="2617" y="1855"/>
                    <a:pt x="2559" y="1922"/>
                  </a:cubicBezTo>
                  <a:cubicBezTo>
                    <a:pt x="1" y="5313"/>
                    <a:pt x="2715" y="9649"/>
                    <a:pt x="6335" y="9649"/>
                  </a:cubicBezTo>
                  <a:cubicBezTo>
                    <a:pt x="7045" y="9649"/>
                    <a:pt x="7790" y="9483"/>
                    <a:pt x="8537" y="9109"/>
                  </a:cubicBezTo>
                  <a:cubicBezTo>
                    <a:pt x="13055" y="6832"/>
                    <a:pt x="11454" y="1"/>
                    <a:pt x="6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1012548" y="2455268"/>
              <a:ext cx="106196" cy="99038"/>
            </a:xfrm>
            <a:custGeom>
              <a:rect b="b" l="l" r="r" t="t"/>
              <a:pathLst>
                <a:path extrusionOk="0" h="4912" w="5267">
                  <a:moveTo>
                    <a:pt x="4448" y="535"/>
                  </a:moveTo>
                  <a:lnTo>
                    <a:pt x="3239" y="2314"/>
                  </a:lnTo>
                  <a:cubicBezTo>
                    <a:pt x="3203" y="2420"/>
                    <a:pt x="3203" y="2527"/>
                    <a:pt x="3239" y="2598"/>
                  </a:cubicBezTo>
                  <a:lnTo>
                    <a:pt x="4448" y="4377"/>
                  </a:lnTo>
                  <a:lnTo>
                    <a:pt x="3417" y="4377"/>
                  </a:lnTo>
                  <a:lnTo>
                    <a:pt x="2847" y="3559"/>
                  </a:lnTo>
                  <a:cubicBezTo>
                    <a:pt x="2776" y="3488"/>
                    <a:pt x="2705" y="3452"/>
                    <a:pt x="2634" y="3452"/>
                  </a:cubicBezTo>
                  <a:cubicBezTo>
                    <a:pt x="2527" y="3452"/>
                    <a:pt x="2456" y="3488"/>
                    <a:pt x="2420" y="3559"/>
                  </a:cubicBezTo>
                  <a:lnTo>
                    <a:pt x="1851" y="4377"/>
                  </a:lnTo>
                  <a:lnTo>
                    <a:pt x="784" y="4377"/>
                  </a:lnTo>
                  <a:lnTo>
                    <a:pt x="1993" y="2598"/>
                  </a:lnTo>
                  <a:cubicBezTo>
                    <a:pt x="2065" y="2527"/>
                    <a:pt x="2065" y="2420"/>
                    <a:pt x="1993" y="2314"/>
                  </a:cubicBezTo>
                  <a:lnTo>
                    <a:pt x="784" y="535"/>
                  </a:lnTo>
                  <a:lnTo>
                    <a:pt x="1851" y="535"/>
                  </a:lnTo>
                  <a:lnTo>
                    <a:pt x="2420" y="1389"/>
                  </a:lnTo>
                  <a:cubicBezTo>
                    <a:pt x="2456" y="1460"/>
                    <a:pt x="2527" y="1495"/>
                    <a:pt x="2634" y="1495"/>
                  </a:cubicBezTo>
                  <a:cubicBezTo>
                    <a:pt x="2705" y="1495"/>
                    <a:pt x="2776" y="1460"/>
                    <a:pt x="2847" y="1389"/>
                  </a:cubicBezTo>
                  <a:lnTo>
                    <a:pt x="3417" y="535"/>
                  </a:lnTo>
                  <a:close/>
                  <a:moveTo>
                    <a:pt x="286" y="1"/>
                  </a:moveTo>
                  <a:cubicBezTo>
                    <a:pt x="179" y="1"/>
                    <a:pt x="108" y="72"/>
                    <a:pt x="72" y="143"/>
                  </a:cubicBezTo>
                  <a:cubicBezTo>
                    <a:pt x="1" y="250"/>
                    <a:pt x="1" y="321"/>
                    <a:pt x="72" y="428"/>
                  </a:cubicBezTo>
                  <a:lnTo>
                    <a:pt x="1460" y="2456"/>
                  </a:lnTo>
                  <a:lnTo>
                    <a:pt x="72" y="4520"/>
                  </a:lnTo>
                  <a:cubicBezTo>
                    <a:pt x="1" y="4591"/>
                    <a:pt x="1" y="4698"/>
                    <a:pt x="72" y="4804"/>
                  </a:cubicBezTo>
                  <a:cubicBezTo>
                    <a:pt x="108" y="4876"/>
                    <a:pt x="179" y="4911"/>
                    <a:pt x="286" y="4911"/>
                  </a:cubicBezTo>
                  <a:lnTo>
                    <a:pt x="1993" y="4911"/>
                  </a:lnTo>
                  <a:cubicBezTo>
                    <a:pt x="2065" y="4911"/>
                    <a:pt x="2136" y="4876"/>
                    <a:pt x="2207" y="4804"/>
                  </a:cubicBezTo>
                  <a:lnTo>
                    <a:pt x="2634" y="4164"/>
                  </a:lnTo>
                  <a:lnTo>
                    <a:pt x="3096" y="4804"/>
                  </a:lnTo>
                  <a:cubicBezTo>
                    <a:pt x="3132" y="4876"/>
                    <a:pt x="3203" y="4911"/>
                    <a:pt x="3310" y="4911"/>
                  </a:cubicBezTo>
                  <a:lnTo>
                    <a:pt x="4982" y="4911"/>
                  </a:lnTo>
                  <a:cubicBezTo>
                    <a:pt x="5125" y="4911"/>
                    <a:pt x="5267" y="4804"/>
                    <a:pt x="5231" y="4662"/>
                  </a:cubicBezTo>
                  <a:cubicBezTo>
                    <a:pt x="5231" y="4626"/>
                    <a:pt x="5231" y="4555"/>
                    <a:pt x="5196" y="4520"/>
                  </a:cubicBezTo>
                  <a:lnTo>
                    <a:pt x="3808" y="2456"/>
                  </a:lnTo>
                  <a:lnTo>
                    <a:pt x="5196" y="428"/>
                  </a:lnTo>
                  <a:cubicBezTo>
                    <a:pt x="5267" y="321"/>
                    <a:pt x="5267" y="250"/>
                    <a:pt x="5196" y="143"/>
                  </a:cubicBezTo>
                  <a:cubicBezTo>
                    <a:pt x="5160" y="72"/>
                    <a:pt x="5053" y="1"/>
                    <a:pt x="4982" y="1"/>
                  </a:cubicBezTo>
                  <a:lnTo>
                    <a:pt x="3274" y="1"/>
                  </a:lnTo>
                  <a:cubicBezTo>
                    <a:pt x="3203" y="1"/>
                    <a:pt x="3132" y="37"/>
                    <a:pt x="3061" y="108"/>
                  </a:cubicBezTo>
                  <a:lnTo>
                    <a:pt x="2634" y="748"/>
                  </a:lnTo>
                  <a:lnTo>
                    <a:pt x="2171" y="108"/>
                  </a:lnTo>
                  <a:cubicBezTo>
                    <a:pt x="2136" y="72"/>
                    <a:pt x="2065" y="1"/>
                    <a:pt x="19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8" name="Shape 3138"/>
        <p:cNvGrpSpPr/>
        <p:nvPr/>
      </p:nvGrpSpPr>
      <p:grpSpPr>
        <a:xfrm>
          <a:off x="0" y="0"/>
          <a:ext cx="0" cy="0"/>
          <a:chOff x="0" y="0"/>
          <a:chExt cx="0" cy="0"/>
        </a:xfrm>
      </p:grpSpPr>
      <p:sp>
        <p:nvSpPr>
          <p:cNvPr id="3139" name="Google Shape;3139;p73"/>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ALTERNATIVE RESOURCES</a:t>
            </a:r>
            <a:endParaRPr b="1" sz="3600">
              <a:latin typeface="Patrick Hand"/>
              <a:ea typeface="Patrick Hand"/>
              <a:cs typeface="Patrick Hand"/>
              <a:sym typeface="Patrick Hand"/>
            </a:endParaRPr>
          </a:p>
        </p:txBody>
      </p:sp>
      <p:sp>
        <p:nvSpPr>
          <p:cNvPr id="3140" name="Google Shape;3140;p73"/>
          <p:cNvSpPr txBox="1"/>
          <p:nvPr/>
        </p:nvSpPr>
        <p:spPr>
          <a:xfrm>
            <a:off x="739075" y="1447050"/>
            <a:ext cx="7676700" cy="953400"/>
          </a:xfrm>
          <a:prstGeom prst="rect">
            <a:avLst/>
          </a:prstGeom>
          <a:noFill/>
          <a:ln>
            <a:noFill/>
          </a:ln>
        </p:spPr>
        <p:txBody>
          <a:bodyPr anchorCtr="0" anchor="t" bIns="91425" lIns="91425" spcFirstLastPara="1" rIns="91425" wrap="square" tIns="91425">
            <a:noAutofit/>
          </a:bodyPr>
          <a:lstStyle/>
          <a:p>
            <a:pPr indent="0" lvl="0" marL="0" marR="50800" rtl="0" algn="l">
              <a:spcBef>
                <a:spcPts val="0"/>
              </a:spcBef>
              <a:spcAft>
                <a:spcPts val="0"/>
              </a:spcAft>
              <a:buClr>
                <a:srgbClr val="FFFFFF"/>
              </a:buClr>
              <a:buSzPts val="1100"/>
              <a:buFont typeface="Arial"/>
              <a:buNone/>
            </a:pPr>
            <a:r>
              <a:rPr lang="en" sz="1300">
                <a:solidFill>
                  <a:schemeClr val="dk2"/>
                </a:solidFill>
                <a:latin typeface="Barlow Medium"/>
                <a:ea typeface="Barlow Medium"/>
                <a:cs typeface="Barlow Medium"/>
                <a:sym typeface="Barlow Medium"/>
              </a:rPr>
              <a:t>Here’s an assortment of alternative resources whose style fits the one of this template.</a:t>
            </a:r>
            <a:endParaRPr sz="1300">
              <a:solidFill>
                <a:schemeClr val="dk2"/>
              </a:solidFill>
              <a:latin typeface="Barlow Medium"/>
              <a:ea typeface="Barlow Medium"/>
              <a:cs typeface="Barlow Medium"/>
              <a:sym typeface="Barlow Medium"/>
            </a:endParaRPr>
          </a:p>
          <a:p>
            <a:pPr indent="0" lvl="0" marL="0" rtl="0" algn="l">
              <a:spcBef>
                <a:spcPts val="0"/>
              </a:spcBef>
              <a:spcAft>
                <a:spcPts val="0"/>
              </a:spcAft>
              <a:buNone/>
            </a:pPr>
            <a:r>
              <a:t/>
            </a:r>
            <a:endParaRPr>
              <a:solidFill>
                <a:schemeClr val="dk2"/>
              </a:solidFill>
              <a:latin typeface="Barlow Medium"/>
              <a:ea typeface="Barlow Medium"/>
              <a:cs typeface="Barlow Medium"/>
              <a:sym typeface="Barlow Medium"/>
            </a:endParaRPr>
          </a:p>
          <a:p>
            <a:pPr indent="-311150" lvl="0" marL="457200" marR="50800" rtl="0" algn="l">
              <a:lnSpc>
                <a:spcPct val="100000"/>
              </a:lnSpc>
              <a:spcBef>
                <a:spcPts val="0"/>
              </a:spcBef>
              <a:spcAft>
                <a:spcPts val="0"/>
              </a:spcAft>
              <a:buClr>
                <a:schemeClr val="dk2"/>
              </a:buClr>
              <a:buSzPts val="1300"/>
              <a:buFont typeface="Barlow Medium"/>
              <a:buChar char="●"/>
            </a:pPr>
            <a:r>
              <a:rPr lang="en" sz="1300">
                <a:solidFill>
                  <a:schemeClr val="hlink"/>
                </a:solidFill>
                <a:uFill>
                  <a:noFill/>
                </a:uFill>
                <a:latin typeface="Barlow Medium"/>
                <a:ea typeface="Barlow Medium"/>
                <a:cs typeface="Barlow Medium"/>
                <a:sym typeface="Barlow Medium"/>
                <a:hlinkClick r:id="rId3"/>
              </a:rPr>
              <a:t>Back to school background with empty space</a:t>
            </a:r>
            <a:endParaRPr sz="1300">
              <a:solidFill>
                <a:schemeClr val="dk2"/>
              </a:solidFill>
              <a:latin typeface="Barlow Medium"/>
              <a:ea typeface="Barlow Medium"/>
              <a:cs typeface="Barlow Medium"/>
              <a:sym typeface="Barlow Medium"/>
            </a:endParaRPr>
          </a:p>
        </p:txBody>
      </p:sp>
      <p:sp>
        <p:nvSpPr>
          <p:cNvPr id="3141" name="Google Shape;3141;p73"/>
          <p:cNvSpPr/>
          <p:nvPr/>
        </p:nvSpPr>
        <p:spPr>
          <a:xfrm>
            <a:off x="4828012" y="3746452"/>
            <a:ext cx="1086348" cy="771130"/>
          </a:xfrm>
          <a:custGeom>
            <a:rect b="b" l="l" r="r" t="t"/>
            <a:pathLst>
              <a:path extrusionOk="0" h="45294" w="63809">
                <a:moveTo>
                  <a:pt x="57141" y="7238"/>
                </a:moveTo>
                <a:cubicBezTo>
                  <a:pt x="57541" y="7238"/>
                  <a:pt x="57806" y="7851"/>
                  <a:pt x="57375" y="8111"/>
                </a:cubicBezTo>
                <a:cubicBezTo>
                  <a:pt x="54583" y="9806"/>
                  <a:pt x="51816" y="11540"/>
                  <a:pt x="49050" y="13273"/>
                </a:cubicBezTo>
                <a:cubicBezTo>
                  <a:pt x="36299" y="21267"/>
                  <a:pt x="23645" y="29417"/>
                  <a:pt x="10867" y="37367"/>
                </a:cubicBezTo>
                <a:cubicBezTo>
                  <a:pt x="10785" y="37417"/>
                  <a:pt x="10705" y="37439"/>
                  <a:pt x="10630" y="37439"/>
                </a:cubicBezTo>
                <a:cubicBezTo>
                  <a:pt x="10233" y="37439"/>
                  <a:pt x="9971" y="36829"/>
                  <a:pt x="10398" y="36564"/>
                </a:cubicBezTo>
                <a:cubicBezTo>
                  <a:pt x="13377" y="34710"/>
                  <a:pt x="16349" y="32844"/>
                  <a:pt x="19311" y="30964"/>
                </a:cubicBezTo>
                <a:cubicBezTo>
                  <a:pt x="31827" y="23058"/>
                  <a:pt x="44252" y="14991"/>
                  <a:pt x="56906" y="7308"/>
                </a:cubicBezTo>
                <a:cubicBezTo>
                  <a:pt x="56987" y="7259"/>
                  <a:pt x="57066" y="7238"/>
                  <a:pt x="57141" y="7238"/>
                </a:cubicBezTo>
                <a:close/>
                <a:moveTo>
                  <a:pt x="5974" y="37793"/>
                </a:moveTo>
                <a:cubicBezTo>
                  <a:pt x="6571" y="37793"/>
                  <a:pt x="7157" y="38174"/>
                  <a:pt x="7412" y="38745"/>
                </a:cubicBezTo>
                <a:cubicBezTo>
                  <a:pt x="7743" y="39480"/>
                  <a:pt x="7395" y="40276"/>
                  <a:pt x="6720" y="40668"/>
                </a:cubicBezTo>
                <a:cubicBezTo>
                  <a:pt x="6478" y="40809"/>
                  <a:pt x="6234" y="40873"/>
                  <a:pt x="5998" y="40873"/>
                </a:cubicBezTo>
                <a:cubicBezTo>
                  <a:pt x="5529" y="40873"/>
                  <a:pt x="5095" y="40618"/>
                  <a:pt x="4779" y="40208"/>
                </a:cubicBezTo>
                <a:cubicBezTo>
                  <a:pt x="4749" y="40177"/>
                  <a:pt x="4723" y="40141"/>
                  <a:pt x="4701" y="40102"/>
                </a:cubicBezTo>
                <a:cubicBezTo>
                  <a:pt x="4663" y="40047"/>
                  <a:pt x="4636" y="39984"/>
                  <a:pt x="4626" y="39920"/>
                </a:cubicBezTo>
                <a:cubicBezTo>
                  <a:pt x="4365" y="39231"/>
                  <a:pt x="4607" y="38406"/>
                  <a:pt x="5250" y="38002"/>
                </a:cubicBezTo>
                <a:cubicBezTo>
                  <a:pt x="5478" y="37858"/>
                  <a:pt x="5727" y="37793"/>
                  <a:pt x="5974" y="37793"/>
                </a:cubicBezTo>
                <a:close/>
                <a:moveTo>
                  <a:pt x="58324" y="0"/>
                </a:moveTo>
                <a:cubicBezTo>
                  <a:pt x="57163" y="721"/>
                  <a:pt x="56003" y="1445"/>
                  <a:pt x="54844" y="2170"/>
                </a:cubicBezTo>
                <a:cubicBezTo>
                  <a:pt x="55379" y="2993"/>
                  <a:pt x="55907" y="3818"/>
                  <a:pt x="56432" y="4648"/>
                </a:cubicBezTo>
                <a:cubicBezTo>
                  <a:pt x="56655" y="5001"/>
                  <a:pt x="56334" y="5334"/>
                  <a:pt x="56010" y="5334"/>
                </a:cubicBezTo>
                <a:cubicBezTo>
                  <a:pt x="55869" y="5334"/>
                  <a:pt x="55727" y="5270"/>
                  <a:pt x="55630" y="5116"/>
                </a:cubicBezTo>
                <a:cubicBezTo>
                  <a:pt x="55111" y="4292"/>
                  <a:pt x="54587" y="3474"/>
                  <a:pt x="54057" y="2661"/>
                </a:cubicBezTo>
                <a:cubicBezTo>
                  <a:pt x="53336" y="3109"/>
                  <a:pt x="52617" y="3557"/>
                  <a:pt x="51897" y="4005"/>
                </a:cubicBezTo>
                <a:cubicBezTo>
                  <a:pt x="52434" y="4832"/>
                  <a:pt x="52966" y="5662"/>
                  <a:pt x="53492" y="6495"/>
                </a:cubicBezTo>
                <a:cubicBezTo>
                  <a:pt x="53715" y="6849"/>
                  <a:pt x="53394" y="7182"/>
                  <a:pt x="53070" y="7182"/>
                </a:cubicBezTo>
                <a:cubicBezTo>
                  <a:pt x="52929" y="7182"/>
                  <a:pt x="52786" y="7118"/>
                  <a:pt x="52690" y="6964"/>
                </a:cubicBezTo>
                <a:cubicBezTo>
                  <a:pt x="52170" y="6137"/>
                  <a:pt x="51642" y="5314"/>
                  <a:pt x="51108" y="4496"/>
                </a:cubicBezTo>
                <a:lnTo>
                  <a:pt x="48949" y="5842"/>
                </a:lnTo>
                <a:cubicBezTo>
                  <a:pt x="49489" y="6674"/>
                  <a:pt x="50024" y="7507"/>
                  <a:pt x="50553" y="8344"/>
                </a:cubicBezTo>
                <a:cubicBezTo>
                  <a:pt x="50775" y="8698"/>
                  <a:pt x="50454" y="9031"/>
                  <a:pt x="50131" y="9031"/>
                </a:cubicBezTo>
                <a:cubicBezTo>
                  <a:pt x="49989" y="9031"/>
                  <a:pt x="49847" y="8967"/>
                  <a:pt x="49750" y="8813"/>
                </a:cubicBezTo>
                <a:cubicBezTo>
                  <a:pt x="49227" y="7981"/>
                  <a:pt x="48697" y="7155"/>
                  <a:pt x="48162" y="6333"/>
                </a:cubicBezTo>
                <a:cubicBezTo>
                  <a:pt x="47441" y="6781"/>
                  <a:pt x="46722" y="7231"/>
                  <a:pt x="46002" y="7679"/>
                </a:cubicBezTo>
                <a:cubicBezTo>
                  <a:pt x="46544" y="8513"/>
                  <a:pt x="47081" y="9351"/>
                  <a:pt x="47613" y="10193"/>
                </a:cubicBezTo>
                <a:cubicBezTo>
                  <a:pt x="47836" y="10546"/>
                  <a:pt x="47514" y="10879"/>
                  <a:pt x="47190" y="10879"/>
                </a:cubicBezTo>
                <a:cubicBezTo>
                  <a:pt x="47049" y="10879"/>
                  <a:pt x="46907" y="10815"/>
                  <a:pt x="46810" y="10662"/>
                </a:cubicBezTo>
                <a:cubicBezTo>
                  <a:pt x="46285" y="9827"/>
                  <a:pt x="45752" y="8995"/>
                  <a:pt x="45213" y="8169"/>
                </a:cubicBezTo>
                <a:cubicBezTo>
                  <a:pt x="44494" y="8619"/>
                  <a:pt x="43775" y="9067"/>
                  <a:pt x="43056" y="9517"/>
                </a:cubicBezTo>
                <a:cubicBezTo>
                  <a:pt x="43600" y="10355"/>
                  <a:pt x="44140" y="11195"/>
                  <a:pt x="44673" y="12041"/>
                </a:cubicBezTo>
                <a:cubicBezTo>
                  <a:pt x="44895" y="12394"/>
                  <a:pt x="44573" y="12727"/>
                  <a:pt x="44250" y="12727"/>
                </a:cubicBezTo>
                <a:cubicBezTo>
                  <a:pt x="44109" y="12727"/>
                  <a:pt x="43967" y="12663"/>
                  <a:pt x="43871" y="12509"/>
                </a:cubicBezTo>
                <a:cubicBezTo>
                  <a:pt x="43344" y="11671"/>
                  <a:pt x="42809" y="10837"/>
                  <a:pt x="42269" y="10009"/>
                </a:cubicBezTo>
                <a:cubicBezTo>
                  <a:pt x="41549" y="10459"/>
                  <a:pt x="40830" y="10909"/>
                  <a:pt x="40113" y="11359"/>
                </a:cubicBezTo>
                <a:cubicBezTo>
                  <a:pt x="40658" y="12199"/>
                  <a:pt x="41198" y="13043"/>
                  <a:pt x="41733" y="13890"/>
                </a:cubicBezTo>
                <a:cubicBezTo>
                  <a:pt x="41955" y="14243"/>
                  <a:pt x="41633" y="14576"/>
                  <a:pt x="41310" y="14576"/>
                </a:cubicBezTo>
                <a:cubicBezTo>
                  <a:pt x="41169" y="14576"/>
                  <a:pt x="41027" y="14512"/>
                  <a:pt x="40931" y="14358"/>
                </a:cubicBezTo>
                <a:cubicBezTo>
                  <a:pt x="40402" y="13518"/>
                  <a:pt x="39867" y="12683"/>
                  <a:pt x="39325" y="11851"/>
                </a:cubicBezTo>
                <a:cubicBezTo>
                  <a:pt x="38606" y="12301"/>
                  <a:pt x="37887" y="12751"/>
                  <a:pt x="37168" y="13203"/>
                </a:cubicBezTo>
                <a:cubicBezTo>
                  <a:pt x="37717" y="14045"/>
                  <a:pt x="38257" y="14888"/>
                  <a:pt x="38794" y="15737"/>
                </a:cubicBezTo>
                <a:cubicBezTo>
                  <a:pt x="39015" y="16090"/>
                  <a:pt x="38694" y="16424"/>
                  <a:pt x="38371" y="16424"/>
                </a:cubicBezTo>
                <a:cubicBezTo>
                  <a:pt x="38229" y="16424"/>
                  <a:pt x="38087" y="16360"/>
                  <a:pt x="37991" y="16206"/>
                </a:cubicBezTo>
                <a:cubicBezTo>
                  <a:pt x="37461" y="15364"/>
                  <a:pt x="36924" y="14527"/>
                  <a:pt x="36382" y="13694"/>
                </a:cubicBezTo>
                <a:lnTo>
                  <a:pt x="34225" y="15043"/>
                </a:lnTo>
                <a:cubicBezTo>
                  <a:pt x="34773" y="15889"/>
                  <a:pt x="35317" y="16736"/>
                  <a:pt x="35854" y="17586"/>
                </a:cubicBezTo>
                <a:cubicBezTo>
                  <a:pt x="36076" y="17939"/>
                  <a:pt x="35754" y="18273"/>
                  <a:pt x="35431" y="18273"/>
                </a:cubicBezTo>
                <a:cubicBezTo>
                  <a:pt x="35289" y="18273"/>
                  <a:pt x="35148" y="18209"/>
                  <a:pt x="35051" y="18055"/>
                </a:cubicBezTo>
                <a:cubicBezTo>
                  <a:pt x="34520" y="17211"/>
                  <a:pt x="33983" y="16371"/>
                  <a:pt x="33437" y="15536"/>
                </a:cubicBezTo>
                <a:cubicBezTo>
                  <a:pt x="32720" y="15987"/>
                  <a:pt x="32001" y="16437"/>
                  <a:pt x="31281" y="16887"/>
                </a:cubicBezTo>
                <a:cubicBezTo>
                  <a:pt x="31832" y="17733"/>
                  <a:pt x="32376" y="18581"/>
                  <a:pt x="32914" y="19435"/>
                </a:cubicBezTo>
                <a:cubicBezTo>
                  <a:pt x="33136" y="19788"/>
                  <a:pt x="32814" y="20122"/>
                  <a:pt x="32491" y="20122"/>
                </a:cubicBezTo>
                <a:cubicBezTo>
                  <a:pt x="32350" y="20122"/>
                  <a:pt x="32208" y="20058"/>
                  <a:pt x="32111" y="19904"/>
                </a:cubicBezTo>
                <a:cubicBezTo>
                  <a:pt x="31580" y="19057"/>
                  <a:pt x="31039" y="18217"/>
                  <a:pt x="30494" y="17380"/>
                </a:cubicBezTo>
                <a:cubicBezTo>
                  <a:pt x="29777" y="17830"/>
                  <a:pt x="29058" y="18280"/>
                  <a:pt x="28338" y="18731"/>
                </a:cubicBezTo>
                <a:cubicBezTo>
                  <a:pt x="28890" y="19578"/>
                  <a:pt x="29434" y="20429"/>
                  <a:pt x="29974" y="21282"/>
                </a:cubicBezTo>
                <a:cubicBezTo>
                  <a:pt x="30196" y="21637"/>
                  <a:pt x="29875" y="21969"/>
                  <a:pt x="29552" y="21969"/>
                </a:cubicBezTo>
                <a:cubicBezTo>
                  <a:pt x="29410" y="21969"/>
                  <a:pt x="29268" y="21905"/>
                  <a:pt x="29172" y="21751"/>
                </a:cubicBezTo>
                <a:cubicBezTo>
                  <a:pt x="28638" y="20904"/>
                  <a:pt x="28100" y="20062"/>
                  <a:pt x="27553" y="19224"/>
                </a:cubicBezTo>
                <a:cubicBezTo>
                  <a:pt x="26834" y="19675"/>
                  <a:pt x="26116" y="20125"/>
                  <a:pt x="25399" y="20577"/>
                </a:cubicBezTo>
                <a:cubicBezTo>
                  <a:pt x="25949" y="21426"/>
                  <a:pt x="26494" y="22276"/>
                  <a:pt x="27035" y="23132"/>
                </a:cubicBezTo>
                <a:cubicBezTo>
                  <a:pt x="27257" y="23485"/>
                  <a:pt x="26935" y="23818"/>
                  <a:pt x="26612" y="23818"/>
                </a:cubicBezTo>
                <a:cubicBezTo>
                  <a:pt x="26470" y="23818"/>
                  <a:pt x="26328" y="23754"/>
                  <a:pt x="26232" y="23600"/>
                </a:cubicBezTo>
                <a:cubicBezTo>
                  <a:pt x="25699" y="22753"/>
                  <a:pt x="25158" y="21910"/>
                  <a:pt x="24611" y="21071"/>
                </a:cubicBezTo>
                <a:lnTo>
                  <a:pt x="22457" y="22424"/>
                </a:lnTo>
                <a:cubicBezTo>
                  <a:pt x="23009" y="23273"/>
                  <a:pt x="23555" y="24125"/>
                  <a:pt x="24095" y="24981"/>
                </a:cubicBezTo>
                <a:cubicBezTo>
                  <a:pt x="24318" y="25334"/>
                  <a:pt x="23996" y="25667"/>
                  <a:pt x="23672" y="25667"/>
                </a:cubicBezTo>
                <a:cubicBezTo>
                  <a:pt x="23531" y="25667"/>
                  <a:pt x="23389" y="25603"/>
                  <a:pt x="23292" y="25449"/>
                </a:cubicBezTo>
                <a:cubicBezTo>
                  <a:pt x="22759" y="24601"/>
                  <a:pt x="22219" y="23757"/>
                  <a:pt x="21670" y="22918"/>
                </a:cubicBezTo>
                <a:lnTo>
                  <a:pt x="19516" y="24280"/>
                </a:lnTo>
                <a:cubicBezTo>
                  <a:pt x="20068" y="25129"/>
                  <a:pt x="20615" y="25983"/>
                  <a:pt x="21155" y="26838"/>
                </a:cubicBezTo>
                <a:cubicBezTo>
                  <a:pt x="21377" y="27191"/>
                  <a:pt x="21055" y="27525"/>
                  <a:pt x="20732" y="27525"/>
                </a:cubicBezTo>
                <a:cubicBezTo>
                  <a:pt x="20591" y="27525"/>
                  <a:pt x="20449" y="27461"/>
                  <a:pt x="20352" y="27307"/>
                </a:cubicBezTo>
                <a:cubicBezTo>
                  <a:pt x="19817" y="26458"/>
                  <a:pt x="19277" y="25613"/>
                  <a:pt x="18728" y="24774"/>
                </a:cubicBezTo>
                <a:lnTo>
                  <a:pt x="16574" y="26126"/>
                </a:lnTo>
                <a:cubicBezTo>
                  <a:pt x="17128" y="26976"/>
                  <a:pt x="17673" y="27830"/>
                  <a:pt x="18215" y="28687"/>
                </a:cubicBezTo>
                <a:cubicBezTo>
                  <a:pt x="18437" y="29040"/>
                  <a:pt x="18115" y="29374"/>
                  <a:pt x="17792" y="29374"/>
                </a:cubicBezTo>
                <a:cubicBezTo>
                  <a:pt x="17651" y="29374"/>
                  <a:pt x="17509" y="29310"/>
                  <a:pt x="17413" y="29156"/>
                </a:cubicBezTo>
                <a:cubicBezTo>
                  <a:pt x="16878" y="28305"/>
                  <a:pt x="16336" y="27460"/>
                  <a:pt x="15789" y="26620"/>
                </a:cubicBezTo>
                <a:cubicBezTo>
                  <a:pt x="15069" y="27072"/>
                  <a:pt x="14352" y="27523"/>
                  <a:pt x="13634" y="27975"/>
                </a:cubicBezTo>
                <a:cubicBezTo>
                  <a:pt x="14187" y="28825"/>
                  <a:pt x="14734" y="29679"/>
                  <a:pt x="15274" y="30536"/>
                </a:cubicBezTo>
                <a:cubicBezTo>
                  <a:pt x="15497" y="30890"/>
                  <a:pt x="15175" y="31223"/>
                  <a:pt x="14852" y="31223"/>
                </a:cubicBezTo>
                <a:cubicBezTo>
                  <a:pt x="14710" y="31223"/>
                  <a:pt x="14568" y="31159"/>
                  <a:pt x="14471" y="31005"/>
                </a:cubicBezTo>
                <a:cubicBezTo>
                  <a:pt x="13936" y="30155"/>
                  <a:pt x="13394" y="29309"/>
                  <a:pt x="12847" y="28467"/>
                </a:cubicBezTo>
                <a:lnTo>
                  <a:pt x="10693" y="29822"/>
                </a:lnTo>
                <a:cubicBezTo>
                  <a:pt x="11247" y="30673"/>
                  <a:pt x="11794" y="31526"/>
                  <a:pt x="12334" y="32384"/>
                </a:cubicBezTo>
                <a:cubicBezTo>
                  <a:pt x="12557" y="32738"/>
                  <a:pt x="12236" y="33071"/>
                  <a:pt x="11913" y="33071"/>
                </a:cubicBezTo>
                <a:cubicBezTo>
                  <a:pt x="11771" y="33071"/>
                  <a:pt x="11629" y="33007"/>
                  <a:pt x="11531" y="32852"/>
                </a:cubicBezTo>
                <a:cubicBezTo>
                  <a:pt x="10996" y="32004"/>
                  <a:pt x="10456" y="31158"/>
                  <a:pt x="9907" y="30316"/>
                </a:cubicBezTo>
                <a:lnTo>
                  <a:pt x="7753" y="31671"/>
                </a:lnTo>
                <a:cubicBezTo>
                  <a:pt x="8305" y="32522"/>
                  <a:pt x="8854" y="33375"/>
                  <a:pt x="9394" y="34233"/>
                </a:cubicBezTo>
                <a:cubicBezTo>
                  <a:pt x="9617" y="34586"/>
                  <a:pt x="9296" y="34919"/>
                  <a:pt x="8972" y="34919"/>
                </a:cubicBezTo>
                <a:cubicBezTo>
                  <a:pt x="8831" y="34919"/>
                  <a:pt x="8689" y="34855"/>
                  <a:pt x="8592" y="34701"/>
                </a:cubicBezTo>
                <a:cubicBezTo>
                  <a:pt x="8057" y="33851"/>
                  <a:pt x="7515" y="33006"/>
                  <a:pt x="6966" y="32166"/>
                </a:cubicBezTo>
                <a:lnTo>
                  <a:pt x="4813" y="33519"/>
                </a:lnTo>
                <a:cubicBezTo>
                  <a:pt x="5366" y="34371"/>
                  <a:pt x="5913" y="35225"/>
                  <a:pt x="6455" y="36082"/>
                </a:cubicBezTo>
                <a:cubicBezTo>
                  <a:pt x="6677" y="36435"/>
                  <a:pt x="6356" y="36768"/>
                  <a:pt x="6033" y="36768"/>
                </a:cubicBezTo>
                <a:cubicBezTo>
                  <a:pt x="5891" y="36768"/>
                  <a:pt x="5749" y="36705"/>
                  <a:pt x="5652" y="36550"/>
                </a:cubicBezTo>
                <a:cubicBezTo>
                  <a:pt x="5117" y="35700"/>
                  <a:pt x="4575" y="34855"/>
                  <a:pt x="4026" y="34013"/>
                </a:cubicBezTo>
                <a:lnTo>
                  <a:pt x="1" y="36545"/>
                </a:lnTo>
                <a:cubicBezTo>
                  <a:pt x="1708" y="39507"/>
                  <a:pt x="3486" y="42438"/>
                  <a:pt x="5371" y="45293"/>
                </a:cubicBezTo>
                <a:cubicBezTo>
                  <a:pt x="9687" y="42641"/>
                  <a:pt x="13989" y="39966"/>
                  <a:pt x="18275" y="37264"/>
                </a:cubicBezTo>
                <a:cubicBezTo>
                  <a:pt x="33470" y="27712"/>
                  <a:pt x="48530" y="17944"/>
                  <a:pt x="63808" y="8526"/>
                </a:cubicBezTo>
                <a:cubicBezTo>
                  <a:pt x="62070" y="5631"/>
                  <a:pt x="60067" y="2899"/>
                  <a:pt x="58324"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2" name="Google Shape;3142;p73"/>
          <p:cNvGrpSpPr/>
          <p:nvPr/>
        </p:nvGrpSpPr>
        <p:grpSpPr>
          <a:xfrm>
            <a:off x="4297965" y="2519016"/>
            <a:ext cx="558914" cy="590768"/>
            <a:chOff x="5146150" y="853350"/>
            <a:chExt cx="820725" cy="867500"/>
          </a:xfrm>
        </p:grpSpPr>
        <p:sp>
          <p:nvSpPr>
            <p:cNvPr id="3143" name="Google Shape;3143;p73"/>
            <p:cNvSpPr/>
            <p:nvPr/>
          </p:nvSpPr>
          <p:spPr>
            <a:xfrm>
              <a:off x="5146150" y="853350"/>
              <a:ext cx="381050" cy="641925"/>
            </a:xfrm>
            <a:custGeom>
              <a:rect b="b" l="l" r="r" t="t"/>
              <a:pathLst>
                <a:path extrusionOk="0" h="25677" w="15242">
                  <a:moveTo>
                    <a:pt x="15241" y="1"/>
                  </a:moveTo>
                  <a:lnTo>
                    <a:pt x="15241" y="1"/>
                  </a:lnTo>
                  <a:cubicBezTo>
                    <a:pt x="14921" y="47"/>
                    <a:pt x="14602" y="86"/>
                    <a:pt x="14282" y="127"/>
                  </a:cubicBezTo>
                  <a:cubicBezTo>
                    <a:pt x="13963" y="166"/>
                    <a:pt x="12999" y="118"/>
                    <a:pt x="12816" y="244"/>
                  </a:cubicBezTo>
                  <a:cubicBezTo>
                    <a:pt x="12699" y="326"/>
                    <a:pt x="12595" y="633"/>
                    <a:pt x="12528" y="752"/>
                  </a:cubicBezTo>
                  <a:cubicBezTo>
                    <a:pt x="12129" y="1473"/>
                    <a:pt x="11758" y="2211"/>
                    <a:pt x="11383" y="2944"/>
                  </a:cubicBezTo>
                  <a:cubicBezTo>
                    <a:pt x="7509" y="10480"/>
                    <a:pt x="3760" y="18082"/>
                    <a:pt x="1" y="25676"/>
                  </a:cubicBezTo>
                  <a:cubicBezTo>
                    <a:pt x="902" y="25530"/>
                    <a:pt x="1807" y="25385"/>
                    <a:pt x="2709" y="25233"/>
                  </a:cubicBezTo>
                  <a:cubicBezTo>
                    <a:pt x="7015" y="16889"/>
                    <a:pt x="10833" y="8293"/>
                    <a:pt x="15241"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5162350" y="1506650"/>
              <a:ext cx="453900" cy="214200"/>
            </a:xfrm>
            <a:custGeom>
              <a:rect b="b" l="l" r="r" t="t"/>
              <a:pathLst>
                <a:path extrusionOk="0" h="8568" w="18156">
                  <a:moveTo>
                    <a:pt x="2284" y="1"/>
                  </a:moveTo>
                  <a:cubicBezTo>
                    <a:pt x="1522" y="129"/>
                    <a:pt x="762" y="251"/>
                    <a:pt x="0" y="374"/>
                  </a:cubicBezTo>
                  <a:cubicBezTo>
                    <a:pt x="3787" y="2329"/>
                    <a:pt x="7587" y="4258"/>
                    <a:pt x="11400" y="6163"/>
                  </a:cubicBezTo>
                  <a:cubicBezTo>
                    <a:pt x="12783" y="6859"/>
                    <a:pt x="14169" y="7552"/>
                    <a:pt x="15555" y="8244"/>
                  </a:cubicBezTo>
                  <a:cubicBezTo>
                    <a:pt x="15735" y="8333"/>
                    <a:pt x="15962" y="8493"/>
                    <a:pt x="16171" y="8568"/>
                  </a:cubicBezTo>
                  <a:cubicBezTo>
                    <a:pt x="16078" y="8486"/>
                    <a:pt x="16937" y="8397"/>
                    <a:pt x="17032" y="8377"/>
                  </a:cubicBezTo>
                  <a:cubicBezTo>
                    <a:pt x="17412" y="8297"/>
                    <a:pt x="17785" y="8198"/>
                    <a:pt x="18155" y="8079"/>
                  </a:cubicBezTo>
                  <a:cubicBezTo>
                    <a:pt x="12778" y="5557"/>
                    <a:pt x="7488" y="2864"/>
                    <a:pt x="2284"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a:off x="5514125" y="1050150"/>
              <a:ext cx="288800" cy="230650"/>
            </a:xfrm>
            <a:custGeom>
              <a:rect b="b" l="l" r="r" t="t"/>
              <a:pathLst>
                <a:path extrusionOk="0" h="9226" w="11552">
                  <a:moveTo>
                    <a:pt x="2155" y="0"/>
                  </a:moveTo>
                  <a:cubicBezTo>
                    <a:pt x="1484" y="1156"/>
                    <a:pt x="853" y="2349"/>
                    <a:pt x="299" y="3562"/>
                  </a:cubicBezTo>
                  <a:cubicBezTo>
                    <a:pt x="210" y="3755"/>
                    <a:pt x="64" y="3991"/>
                    <a:pt x="1" y="4215"/>
                  </a:cubicBezTo>
                  <a:cubicBezTo>
                    <a:pt x="296" y="4452"/>
                    <a:pt x="700" y="4620"/>
                    <a:pt x="1023" y="4803"/>
                  </a:cubicBezTo>
                  <a:cubicBezTo>
                    <a:pt x="3118" y="5979"/>
                    <a:pt x="5248" y="7095"/>
                    <a:pt x="7390" y="8182"/>
                  </a:cubicBezTo>
                  <a:cubicBezTo>
                    <a:pt x="7857" y="8419"/>
                    <a:pt x="8849" y="9159"/>
                    <a:pt x="9447" y="9225"/>
                  </a:cubicBezTo>
                  <a:cubicBezTo>
                    <a:pt x="9275" y="9198"/>
                    <a:pt x="9413" y="9044"/>
                    <a:pt x="9524" y="8727"/>
                  </a:cubicBezTo>
                  <a:cubicBezTo>
                    <a:pt x="9648" y="8373"/>
                    <a:pt x="9894" y="8024"/>
                    <a:pt x="10068" y="7691"/>
                  </a:cubicBezTo>
                  <a:cubicBezTo>
                    <a:pt x="10432" y="6993"/>
                    <a:pt x="10795" y="6292"/>
                    <a:pt x="11157" y="5590"/>
                  </a:cubicBezTo>
                  <a:cubicBezTo>
                    <a:pt x="11255" y="5396"/>
                    <a:pt x="11388" y="4949"/>
                    <a:pt x="11552" y="4745"/>
                  </a:cubicBezTo>
                  <a:cubicBezTo>
                    <a:pt x="11358" y="4634"/>
                    <a:pt x="11165" y="4493"/>
                    <a:pt x="10983" y="4392"/>
                  </a:cubicBezTo>
                  <a:cubicBezTo>
                    <a:pt x="9955" y="3830"/>
                    <a:pt x="8904" y="3308"/>
                    <a:pt x="7854" y="2783"/>
                  </a:cubicBezTo>
                  <a:cubicBezTo>
                    <a:pt x="5964" y="1837"/>
                    <a:pt x="4065" y="905"/>
                    <a:pt x="2155" y="0"/>
                  </a:cubicBezTo>
                  <a:close/>
                </a:path>
              </a:pathLst>
            </a:custGeom>
            <a:solidFill>
              <a:srgbClr val="FFFF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3"/>
            <p:cNvSpPr/>
            <p:nvPr/>
          </p:nvSpPr>
          <p:spPr>
            <a:xfrm>
              <a:off x="5237025" y="853650"/>
              <a:ext cx="729850" cy="843400"/>
            </a:xfrm>
            <a:custGeom>
              <a:rect b="b" l="l" r="r" t="t"/>
              <a:pathLst>
                <a:path extrusionOk="0" h="33736" w="29194">
                  <a:moveTo>
                    <a:pt x="13023" y="6799"/>
                  </a:moveTo>
                  <a:cubicBezTo>
                    <a:pt x="13060" y="6799"/>
                    <a:pt x="13097" y="6804"/>
                    <a:pt x="13133" y="6812"/>
                  </a:cubicBezTo>
                  <a:cubicBezTo>
                    <a:pt x="13186" y="6817"/>
                    <a:pt x="13237" y="6833"/>
                    <a:pt x="13285" y="6855"/>
                  </a:cubicBezTo>
                  <a:cubicBezTo>
                    <a:pt x="16189" y="8222"/>
                    <a:pt x="19086" y="9628"/>
                    <a:pt x="21927" y="11124"/>
                  </a:cubicBezTo>
                  <a:cubicBezTo>
                    <a:pt x="22374" y="11359"/>
                    <a:pt x="23534" y="11744"/>
                    <a:pt x="23701" y="12310"/>
                  </a:cubicBezTo>
                  <a:cubicBezTo>
                    <a:pt x="23810" y="12678"/>
                    <a:pt x="23425" y="13172"/>
                    <a:pt x="23268" y="13479"/>
                  </a:cubicBezTo>
                  <a:cubicBezTo>
                    <a:pt x="22839" y="14331"/>
                    <a:pt x="22397" y="15175"/>
                    <a:pt x="21956" y="16020"/>
                  </a:cubicBezTo>
                  <a:cubicBezTo>
                    <a:pt x="21573" y="16751"/>
                    <a:pt x="21329" y="17953"/>
                    <a:pt x="20484" y="17953"/>
                  </a:cubicBezTo>
                  <a:cubicBezTo>
                    <a:pt x="20408" y="17953"/>
                    <a:pt x="20326" y="17943"/>
                    <a:pt x="20238" y="17922"/>
                  </a:cubicBezTo>
                  <a:cubicBezTo>
                    <a:pt x="19270" y="17688"/>
                    <a:pt x="18263" y="16978"/>
                    <a:pt x="17385" y="16528"/>
                  </a:cubicBezTo>
                  <a:cubicBezTo>
                    <a:pt x="15990" y="15810"/>
                    <a:pt x="14599" y="15079"/>
                    <a:pt x="13219" y="14331"/>
                  </a:cubicBezTo>
                  <a:cubicBezTo>
                    <a:pt x="12366" y="13871"/>
                    <a:pt x="11259" y="13450"/>
                    <a:pt x="10519" y="12811"/>
                  </a:cubicBezTo>
                  <a:cubicBezTo>
                    <a:pt x="9933" y="12305"/>
                    <a:pt x="10168" y="11879"/>
                    <a:pt x="10465" y="11204"/>
                  </a:cubicBezTo>
                  <a:cubicBezTo>
                    <a:pt x="11097" y="9771"/>
                    <a:pt x="11850" y="8368"/>
                    <a:pt x="12649" y="7020"/>
                  </a:cubicBezTo>
                  <a:cubicBezTo>
                    <a:pt x="12742" y="6864"/>
                    <a:pt x="12882" y="6799"/>
                    <a:pt x="13023" y="6799"/>
                  </a:cubicBezTo>
                  <a:close/>
                  <a:moveTo>
                    <a:pt x="10103" y="16051"/>
                  </a:moveTo>
                  <a:cubicBezTo>
                    <a:pt x="10173" y="16051"/>
                    <a:pt x="10248" y="16068"/>
                    <a:pt x="10323" y="16107"/>
                  </a:cubicBezTo>
                  <a:lnTo>
                    <a:pt x="17849" y="20013"/>
                  </a:lnTo>
                  <a:cubicBezTo>
                    <a:pt x="18304" y="20249"/>
                    <a:pt x="18024" y="20873"/>
                    <a:pt x="17601" y="20873"/>
                  </a:cubicBezTo>
                  <a:cubicBezTo>
                    <a:pt x="17531" y="20873"/>
                    <a:pt x="17456" y="20855"/>
                    <a:pt x="17380" y="20816"/>
                  </a:cubicBezTo>
                  <a:lnTo>
                    <a:pt x="9854" y="16910"/>
                  </a:lnTo>
                  <a:cubicBezTo>
                    <a:pt x="9397" y="16674"/>
                    <a:pt x="9679" y="16051"/>
                    <a:pt x="10103" y="16051"/>
                  </a:cubicBezTo>
                  <a:close/>
                  <a:moveTo>
                    <a:pt x="8136" y="19867"/>
                  </a:moveTo>
                  <a:cubicBezTo>
                    <a:pt x="8204" y="19867"/>
                    <a:pt x="8274" y="19882"/>
                    <a:pt x="8346" y="19916"/>
                  </a:cubicBezTo>
                  <a:cubicBezTo>
                    <a:pt x="10904" y="21119"/>
                    <a:pt x="13314" y="22619"/>
                    <a:pt x="15872" y="23822"/>
                  </a:cubicBezTo>
                  <a:cubicBezTo>
                    <a:pt x="16341" y="24043"/>
                    <a:pt x="16050" y="24674"/>
                    <a:pt x="15614" y="24674"/>
                  </a:cubicBezTo>
                  <a:cubicBezTo>
                    <a:pt x="15546" y="24674"/>
                    <a:pt x="15475" y="24659"/>
                    <a:pt x="15403" y="24625"/>
                  </a:cubicBezTo>
                  <a:cubicBezTo>
                    <a:pt x="12845" y="23421"/>
                    <a:pt x="10436" y="21922"/>
                    <a:pt x="7878" y="20718"/>
                  </a:cubicBezTo>
                  <a:cubicBezTo>
                    <a:pt x="7408" y="20497"/>
                    <a:pt x="7700" y="19867"/>
                    <a:pt x="8136" y="19867"/>
                  </a:cubicBezTo>
                  <a:close/>
                  <a:moveTo>
                    <a:pt x="12649" y="0"/>
                  </a:moveTo>
                  <a:cubicBezTo>
                    <a:pt x="8179" y="8353"/>
                    <a:pt x="4334" y="17025"/>
                    <a:pt x="1" y="25446"/>
                  </a:cubicBezTo>
                  <a:cubicBezTo>
                    <a:pt x="5362" y="28389"/>
                    <a:pt x="10816" y="31152"/>
                    <a:pt x="16361" y="33735"/>
                  </a:cubicBezTo>
                  <a:cubicBezTo>
                    <a:pt x="20436" y="25269"/>
                    <a:pt x="24862" y="16979"/>
                    <a:pt x="29194" y="8644"/>
                  </a:cubicBezTo>
                  <a:cubicBezTo>
                    <a:pt x="23824" y="5485"/>
                    <a:pt x="18222" y="2775"/>
                    <a:pt x="12649"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73"/>
          <p:cNvGrpSpPr/>
          <p:nvPr/>
        </p:nvGrpSpPr>
        <p:grpSpPr>
          <a:xfrm>
            <a:off x="3267742" y="3271098"/>
            <a:ext cx="1235474" cy="1072922"/>
            <a:chOff x="4656150" y="2980800"/>
            <a:chExt cx="2638775" cy="2291100"/>
          </a:xfrm>
        </p:grpSpPr>
        <p:sp>
          <p:nvSpPr>
            <p:cNvPr id="3148" name="Google Shape;3148;p73"/>
            <p:cNvSpPr/>
            <p:nvPr/>
          </p:nvSpPr>
          <p:spPr>
            <a:xfrm>
              <a:off x="6423675" y="3947300"/>
              <a:ext cx="871250" cy="709050"/>
            </a:xfrm>
            <a:custGeom>
              <a:rect b="b" l="l" r="r" t="t"/>
              <a:pathLst>
                <a:path extrusionOk="0" h="28362" w="34850">
                  <a:moveTo>
                    <a:pt x="33865" y="0"/>
                  </a:moveTo>
                  <a:cubicBezTo>
                    <a:pt x="26266" y="491"/>
                    <a:pt x="18605" y="4131"/>
                    <a:pt x="12709" y="8794"/>
                  </a:cubicBezTo>
                  <a:cubicBezTo>
                    <a:pt x="6553" y="13663"/>
                    <a:pt x="1689" y="20635"/>
                    <a:pt x="0" y="28362"/>
                  </a:cubicBezTo>
                  <a:cubicBezTo>
                    <a:pt x="973" y="27869"/>
                    <a:pt x="2042" y="27470"/>
                    <a:pt x="3133" y="27181"/>
                  </a:cubicBezTo>
                  <a:cubicBezTo>
                    <a:pt x="5931" y="14520"/>
                    <a:pt x="18890" y="4908"/>
                    <a:pt x="31600" y="4320"/>
                  </a:cubicBezTo>
                  <a:cubicBezTo>
                    <a:pt x="31608" y="4320"/>
                    <a:pt x="31617" y="4320"/>
                    <a:pt x="31625" y="4320"/>
                  </a:cubicBezTo>
                  <a:cubicBezTo>
                    <a:pt x="32194" y="4320"/>
                    <a:pt x="32341" y="5210"/>
                    <a:pt x="31753" y="5237"/>
                  </a:cubicBezTo>
                  <a:cubicBezTo>
                    <a:pt x="19604" y="5800"/>
                    <a:pt x="7008" y="14840"/>
                    <a:pt x="4135" y="26947"/>
                  </a:cubicBezTo>
                  <a:lnTo>
                    <a:pt x="4135" y="26947"/>
                  </a:lnTo>
                  <a:cubicBezTo>
                    <a:pt x="4944" y="26784"/>
                    <a:pt x="5747" y="26678"/>
                    <a:pt x="6510" y="26651"/>
                  </a:cubicBezTo>
                  <a:cubicBezTo>
                    <a:pt x="6527" y="26651"/>
                    <a:pt x="6543" y="26654"/>
                    <a:pt x="6558" y="26654"/>
                  </a:cubicBezTo>
                  <a:cubicBezTo>
                    <a:pt x="7400" y="24016"/>
                    <a:pt x="8574" y="21507"/>
                    <a:pt x="10278" y="19294"/>
                  </a:cubicBezTo>
                  <a:cubicBezTo>
                    <a:pt x="11857" y="17242"/>
                    <a:pt x="13803" y="15445"/>
                    <a:pt x="15790" y="13796"/>
                  </a:cubicBezTo>
                  <a:cubicBezTo>
                    <a:pt x="20280" y="10063"/>
                    <a:pt x="26186" y="8293"/>
                    <a:pt x="32006" y="8293"/>
                  </a:cubicBezTo>
                  <a:cubicBezTo>
                    <a:pt x="32958" y="8293"/>
                    <a:pt x="33908" y="8340"/>
                    <a:pt x="34850" y="8434"/>
                  </a:cubicBezTo>
                  <a:cubicBezTo>
                    <a:pt x="33497" y="5817"/>
                    <a:pt x="33323" y="2891"/>
                    <a:pt x="33865"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4656150" y="3548850"/>
              <a:ext cx="1732300" cy="1599375"/>
            </a:xfrm>
            <a:custGeom>
              <a:rect b="b" l="l" r="r" t="t"/>
              <a:pathLst>
                <a:path extrusionOk="0" h="63975" w="69292">
                  <a:moveTo>
                    <a:pt x="35198" y="6763"/>
                  </a:moveTo>
                  <a:cubicBezTo>
                    <a:pt x="37160" y="6763"/>
                    <a:pt x="39129" y="6924"/>
                    <a:pt x="41082" y="7250"/>
                  </a:cubicBezTo>
                  <a:cubicBezTo>
                    <a:pt x="41640" y="7342"/>
                    <a:pt x="41587" y="8181"/>
                    <a:pt x="41074" y="8181"/>
                  </a:cubicBezTo>
                  <a:cubicBezTo>
                    <a:pt x="41047" y="8181"/>
                    <a:pt x="41018" y="8179"/>
                    <a:pt x="40988" y="8174"/>
                  </a:cubicBezTo>
                  <a:cubicBezTo>
                    <a:pt x="39077" y="7855"/>
                    <a:pt x="37145" y="7697"/>
                    <a:pt x="35220" y="7697"/>
                  </a:cubicBezTo>
                  <a:cubicBezTo>
                    <a:pt x="23736" y="7697"/>
                    <a:pt x="12492" y="13322"/>
                    <a:pt x="7151" y="23957"/>
                  </a:cubicBezTo>
                  <a:cubicBezTo>
                    <a:pt x="7056" y="24147"/>
                    <a:pt x="6882" y="24227"/>
                    <a:pt x="6712" y="24227"/>
                  </a:cubicBezTo>
                  <a:cubicBezTo>
                    <a:pt x="6406" y="24227"/>
                    <a:pt x="6110" y="23971"/>
                    <a:pt x="6282" y="23628"/>
                  </a:cubicBezTo>
                  <a:cubicBezTo>
                    <a:pt x="11790" y="12660"/>
                    <a:pt x="23337" y="6763"/>
                    <a:pt x="35198" y="6763"/>
                  </a:cubicBezTo>
                  <a:close/>
                  <a:moveTo>
                    <a:pt x="38879" y="13523"/>
                  </a:moveTo>
                  <a:cubicBezTo>
                    <a:pt x="40967" y="13523"/>
                    <a:pt x="43047" y="13719"/>
                    <a:pt x="45079" y="14118"/>
                  </a:cubicBezTo>
                  <a:cubicBezTo>
                    <a:pt x="45628" y="14226"/>
                    <a:pt x="45581" y="15053"/>
                    <a:pt x="45082" y="15053"/>
                  </a:cubicBezTo>
                  <a:cubicBezTo>
                    <a:pt x="45051" y="15053"/>
                    <a:pt x="45019" y="15050"/>
                    <a:pt x="44985" y="15044"/>
                  </a:cubicBezTo>
                  <a:cubicBezTo>
                    <a:pt x="42997" y="14653"/>
                    <a:pt x="40957" y="14461"/>
                    <a:pt x="38907" y="14461"/>
                  </a:cubicBezTo>
                  <a:cubicBezTo>
                    <a:pt x="27875" y="14461"/>
                    <a:pt x="16537" y="20016"/>
                    <a:pt x="11472" y="30049"/>
                  </a:cubicBezTo>
                  <a:cubicBezTo>
                    <a:pt x="11376" y="30238"/>
                    <a:pt x="11203" y="30318"/>
                    <a:pt x="11032" y="30318"/>
                  </a:cubicBezTo>
                  <a:cubicBezTo>
                    <a:pt x="10726" y="30318"/>
                    <a:pt x="10428" y="30061"/>
                    <a:pt x="10602" y="29718"/>
                  </a:cubicBezTo>
                  <a:lnTo>
                    <a:pt x="10602" y="29718"/>
                  </a:lnTo>
                  <a:lnTo>
                    <a:pt x="10602" y="29720"/>
                  </a:lnTo>
                  <a:cubicBezTo>
                    <a:pt x="15834" y="19358"/>
                    <a:pt x="27477" y="13523"/>
                    <a:pt x="38879" y="13523"/>
                  </a:cubicBezTo>
                  <a:close/>
                  <a:moveTo>
                    <a:pt x="43812" y="20389"/>
                  </a:moveTo>
                  <a:cubicBezTo>
                    <a:pt x="45839" y="20389"/>
                    <a:pt x="47859" y="20585"/>
                    <a:pt x="49843" y="20995"/>
                  </a:cubicBezTo>
                  <a:cubicBezTo>
                    <a:pt x="50388" y="21107"/>
                    <a:pt x="50343" y="21931"/>
                    <a:pt x="49850" y="21931"/>
                  </a:cubicBezTo>
                  <a:cubicBezTo>
                    <a:pt x="49818" y="21931"/>
                    <a:pt x="49784" y="21927"/>
                    <a:pt x="49748" y="21920"/>
                  </a:cubicBezTo>
                  <a:cubicBezTo>
                    <a:pt x="47801" y="21517"/>
                    <a:pt x="45819" y="21325"/>
                    <a:pt x="43831" y="21325"/>
                  </a:cubicBezTo>
                  <a:cubicBezTo>
                    <a:pt x="32411" y="21325"/>
                    <a:pt x="20815" y="27682"/>
                    <a:pt x="14560" y="37043"/>
                  </a:cubicBezTo>
                  <a:cubicBezTo>
                    <a:pt x="14466" y="37183"/>
                    <a:pt x="14338" y="37242"/>
                    <a:pt x="14211" y="37242"/>
                  </a:cubicBezTo>
                  <a:cubicBezTo>
                    <a:pt x="13886" y="37242"/>
                    <a:pt x="13562" y="36861"/>
                    <a:pt x="13801" y="36505"/>
                  </a:cubicBezTo>
                  <a:cubicBezTo>
                    <a:pt x="20203" y="26924"/>
                    <a:pt x="32109" y="20389"/>
                    <a:pt x="43812" y="20389"/>
                  </a:cubicBezTo>
                  <a:close/>
                  <a:moveTo>
                    <a:pt x="48296" y="26841"/>
                  </a:moveTo>
                  <a:cubicBezTo>
                    <a:pt x="50276" y="26841"/>
                    <a:pt x="52274" y="26999"/>
                    <a:pt x="54273" y="27322"/>
                  </a:cubicBezTo>
                  <a:cubicBezTo>
                    <a:pt x="54832" y="27413"/>
                    <a:pt x="54778" y="28255"/>
                    <a:pt x="54261" y="28255"/>
                  </a:cubicBezTo>
                  <a:cubicBezTo>
                    <a:pt x="54234" y="28255"/>
                    <a:pt x="54206" y="28252"/>
                    <a:pt x="54177" y="28248"/>
                  </a:cubicBezTo>
                  <a:cubicBezTo>
                    <a:pt x="52213" y="27930"/>
                    <a:pt x="50250" y="27775"/>
                    <a:pt x="48305" y="27775"/>
                  </a:cubicBezTo>
                  <a:cubicBezTo>
                    <a:pt x="36498" y="27775"/>
                    <a:pt x="25338" y="33494"/>
                    <a:pt x="18341" y="43316"/>
                  </a:cubicBezTo>
                  <a:cubicBezTo>
                    <a:pt x="18245" y="43452"/>
                    <a:pt x="18116" y="43508"/>
                    <a:pt x="17989" y="43508"/>
                  </a:cubicBezTo>
                  <a:cubicBezTo>
                    <a:pt x="17658" y="43508"/>
                    <a:pt x="17334" y="43129"/>
                    <a:pt x="17585" y="42776"/>
                  </a:cubicBezTo>
                  <a:lnTo>
                    <a:pt x="17585" y="42776"/>
                  </a:lnTo>
                  <a:lnTo>
                    <a:pt x="17585" y="42778"/>
                  </a:lnTo>
                  <a:cubicBezTo>
                    <a:pt x="24743" y="32729"/>
                    <a:pt x="36198" y="26841"/>
                    <a:pt x="48296" y="26841"/>
                  </a:cubicBezTo>
                  <a:close/>
                  <a:moveTo>
                    <a:pt x="52664" y="33911"/>
                  </a:moveTo>
                  <a:cubicBezTo>
                    <a:pt x="54766" y="33911"/>
                    <a:pt x="56868" y="34125"/>
                    <a:pt x="58944" y="34584"/>
                  </a:cubicBezTo>
                  <a:cubicBezTo>
                    <a:pt x="59484" y="34703"/>
                    <a:pt x="59443" y="35522"/>
                    <a:pt x="58958" y="35522"/>
                  </a:cubicBezTo>
                  <a:cubicBezTo>
                    <a:pt x="58924" y="35522"/>
                    <a:pt x="58888" y="35518"/>
                    <a:pt x="58850" y="35509"/>
                  </a:cubicBezTo>
                  <a:cubicBezTo>
                    <a:pt x="56803" y="35056"/>
                    <a:pt x="54733" y="34846"/>
                    <a:pt x="52666" y="34846"/>
                  </a:cubicBezTo>
                  <a:cubicBezTo>
                    <a:pt x="47393" y="34846"/>
                    <a:pt x="42140" y="36216"/>
                    <a:pt x="37336" y="38425"/>
                  </a:cubicBezTo>
                  <a:cubicBezTo>
                    <a:pt x="31632" y="41050"/>
                    <a:pt x="25971" y="44952"/>
                    <a:pt x="22506" y="50293"/>
                  </a:cubicBezTo>
                  <a:cubicBezTo>
                    <a:pt x="22414" y="50436"/>
                    <a:pt x="22287" y="50495"/>
                    <a:pt x="22160" y="50495"/>
                  </a:cubicBezTo>
                  <a:cubicBezTo>
                    <a:pt x="21838" y="50495"/>
                    <a:pt x="21514" y="50114"/>
                    <a:pt x="21748" y="49755"/>
                  </a:cubicBezTo>
                  <a:cubicBezTo>
                    <a:pt x="25298" y="44284"/>
                    <a:pt x="31101" y="40271"/>
                    <a:pt x="36944" y="37583"/>
                  </a:cubicBezTo>
                  <a:cubicBezTo>
                    <a:pt x="41857" y="35323"/>
                    <a:pt x="47257" y="33911"/>
                    <a:pt x="52664" y="33911"/>
                  </a:cubicBezTo>
                  <a:close/>
                  <a:moveTo>
                    <a:pt x="32285" y="1"/>
                  </a:moveTo>
                  <a:cubicBezTo>
                    <a:pt x="25238" y="1"/>
                    <a:pt x="18240" y="1468"/>
                    <a:pt x="12249" y="5411"/>
                  </a:cubicBezTo>
                  <a:cubicBezTo>
                    <a:pt x="7744" y="8377"/>
                    <a:pt x="4039" y="12572"/>
                    <a:pt x="1693" y="17429"/>
                  </a:cubicBezTo>
                  <a:cubicBezTo>
                    <a:pt x="1088" y="18682"/>
                    <a:pt x="508" y="20010"/>
                    <a:pt x="191" y="21371"/>
                  </a:cubicBezTo>
                  <a:cubicBezTo>
                    <a:pt x="0" y="22193"/>
                    <a:pt x="455" y="22716"/>
                    <a:pt x="970" y="23687"/>
                  </a:cubicBezTo>
                  <a:cubicBezTo>
                    <a:pt x="8213" y="37364"/>
                    <a:pt x="16323" y="50621"/>
                    <a:pt x="24141" y="63975"/>
                  </a:cubicBezTo>
                  <a:cubicBezTo>
                    <a:pt x="29458" y="55779"/>
                    <a:pt x="36614" y="48712"/>
                    <a:pt x="46098" y="45673"/>
                  </a:cubicBezTo>
                  <a:cubicBezTo>
                    <a:pt x="50276" y="44334"/>
                    <a:pt x="54587" y="43834"/>
                    <a:pt x="58919" y="43834"/>
                  </a:cubicBezTo>
                  <a:cubicBezTo>
                    <a:pt x="62382" y="43834"/>
                    <a:pt x="65859" y="44153"/>
                    <a:pt x="69292" y="44618"/>
                  </a:cubicBezTo>
                  <a:cubicBezTo>
                    <a:pt x="68084" y="41904"/>
                    <a:pt x="66582" y="39308"/>
                    <a:pt x="65094" y="36745"/>
                  </a:cubicBezTo>
                  <a:cubicBezTo>
                    <a:pt x="57954" y="24444"/>
                    <a:pt x="50133" y="12361"/>
                    <a:pt x="41818" y="813"/>
                  </a:cubicBezTo>
                  <a:cubicBezTo>
                    <a:pt x="38691" y="303"/>
                    <a:pt x="35483" y="1"/>
                    <a:pt x="32285"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3"/>
            <p:cNvSpPr/>
            <p:nvPr/>
          </p:nvSpPr>
          <p:spPr>
            <a:xfrm>
              <a:off x="5720600" y="2980800"/>
              <a:ext cx="1544175" cy="1659950"/>
            </a:xfrm>
            <a:custGeom>
              <a:rect b="b" l="l" r="r" t="t"/>
              <a:pathLst>
                <a:path extrusionOk="0" h="66398" w="61767">
                  <a:moveTo>
                    <a:pt x="33625" y="4811"/>
                  </a:moveTo>
                  <a:cubicBezTo>
                    <a:pt x="34101" y="4811"/>
                    <a:pt x="34573" y="4832"/>
                    <a:pt x="35039" y="4876"/>
                  </a:cubicBezTo>
                  <a:cubicBezTo>
                    <a:pt x="35617" y="4932"/>
                    <a:pt x="35545" y="5804"/>
                    <a:pt x="34996" y="5804"/>
                  </a:cubicBezTo>
                  <a:cubicBezTo>
                    <a:pt x="34979" y="5804"/>
                    <a:pt x="34962" y="5803"/>
                    <a:pt x="34944" y="5801"/>
                  </a:cubicBezTo>
                  <a:cubicBezTo>
                    <a:pt x="34453" y="5755"/>
                    <a:pt x="33955" y="5732"/>
                    <a:pt x="33453" y="5732"/>
                  </a:cubicBezTo>
                  <a:cubicBezTo>
                    <a:pt x="29583" y="5732"/>
                    <a:pt x="25426" y="7048"/>
                    <a:pt x="22041" y="8564"/>
                  </a:cubicBezTo>
                  <a:cubicBezTo>
                    <a:pt x="14421" y="11976"/>
                    <a:pt x="8977" y="18307"/>
                    <a:pt x="6332" y="26192"/>
                  </a:cubicBezTo>
                  <a:cubicBezTo>
                    <a:pt x="6262" y="26399"/>
                    <a:pt x="6102" y="26487"/>
                    <a:pt x="5936" y="26487"/>
                  </a:cubicBezTo>
                  <a:cubicBezTo>
                    <a:pt x="5647" y="26487"/>
                    <a:pt x="5341" y="26223"/>
                    <a:pt x="5461" y="25863"/>
                  </a:cubicBezTo>
                  <a:lnTo>
                    <a:pt x="5462" y="25862"/>
                  </a:lnTo>
                  <a:cubicBezTo>
                    <a:pt x="6773" y="21952"/>
                    <a:pt x="8726" y="18273"/>
                    <a:pt x="11458" y="15166"/>
                  </a:cubicBezTo>
                  <a:cubicBezTo>
                    <a:pt x="15165" y="10950"/>
                    <a:pt x="20061" y="7967"/>
                    <a:pt x="25403" y="6309"/>
                  </a:cubicBezTo>
                  <a:cubicBezTo>
                    <a:pt x="27969" y="5512"/>
                    <a:pt x="30857" y="4811"/>
                    <a:pt x="33625" y="4811"/>
                  </a:cubicBezTo>
                  <a:close/>
                  <a:moveTo>
                    <a:pt x="38564" y="10951"/>
                  </a:moveTo>
                  <a:cubicBezTo>
                    <a:pt x="38579" y="10951"/>
                    <a:pt x="38594" y="10952"/>
                    <a:pt x="38609" y="10952"/>
                  </a:cubicBezTo>
                  <a:cubicBezTo>
                    <a:pt x="39205" y="10952"/>
                    <a:pt x="39107" y="11875"/>
                    <a:pt x="38516" y="11875"/>
                  </a:cubicBezTo>
                  <a:cubicBezTo>
                    <a:pt x="38515" y="11875"/>
                    <a:pt x="38514" y="11875"/>
                    <a:pt x="38514" y="11875"/>
                  </a:cubicBezTo>
                  <a:cubicBezTo>
                    <a:pt x="38501" y="11875"/>
                    <a:pt x="38488" y="11875"/>
                    <a:pt x="38476" y="11875"/>
                  </a:cubicBezTo>
                  <a:cubicBezTo>
                    <a:pt x="34080" y="11875"/>
                    <a:pt x="29431" y="13631"/>
                    <a:pt x="25611" y="15650"/>
                  </a:cubicBezTo>
                  <a:cubicBezTo>
                    <a:pt x="18697" y="19306"/>
                    <a:pt x="13556" y="25303"/>
                    <a:pt x="10989" y="32692"/>
                  </a:cubicBezTo>
                  <a:cubicBezTo>
                    <a:pt x="10918" y="32899"/>
                    <a:pt x="10756" y="32986"/>
                    <a:pt x="10590" y="32986"/>
                  </a:cubicBezTo>
                  <a:cubicBezTo>
                    <a:pt x="10300" y="32986"/>
                    <a:pt x="9996" y="32722"/>
                    <a:pt x="10120" y="32363"/>
                  </a:cubicBezTo>
                  <a:cubicBezTo>
                    <a:pt x="12729" y="24853"/>
                    <a:pt x="17941" y="18743"/>
                    <a:pt x="24930" y="14962"/>
                  </a:cubicBezTo>
                  <a:cubicBezTo>
                    <a:pt x="28974" y="12775"/>
                    <a:pt x="33892" y="10951"/>
                    <a:pt x="38564" y="10951"/>
                  </a:cubicBezTo>
                  <a:close/>
                  <a:moveTo>
                    <a:pt x="43069" y="17313"/>
                  </a:moveTo>
                  <a:cubicBezTo>
                    <a:pt x="43586" y="17313"/>
                    <a:pt x="43697" y="18143"/>
                    <a:pt x="43136" y="18237"/>
                  </a:cubicBezTo>
                  <a:cubicBezTo>
                    <a:pt x="38913" y="18949"/>
                    <a:pt x="34819" y="20217"/>
                    <a:pt x="31029" y="22239"/>
                  </a:cubicBezTo>
                  <a:cubicBezTo>
                    <a:pt x="24013" y="25979"/>
                    <a:pt x="18781" y="32055"/>
                    <a:pt x="15727" y="39362"/>
                  </a:cubicBezTo>
                  <a:cubicBezTo>
                    <a:pt x="15643" y="39563"/>
                    <a:pt x="15476" y="39647"/>
                    <a:pt x="15307" y="39647"/>
                  </a:cubicBezTo>
                  <a:cubicBezTo>
                    <a:pt x="15010" y="39647"/>
                    <a:pt x="14710" y="39386"/>
                    <a:pt x="14858" y="39033"/>
                  </a:cubicBezTo>
                  <a:cubicBezTo>
                    <a:pt x="17919" y="31707"/>
                    <a:pt x="23096" y="25591"/>
                    <a:pt x="30058" y="21712"/>
                  </a:cubicBezTo>
                  <a:cubicBezTo>
                    <a:pt x="34071" y="19474"/>
                    <a:pt x="38463" y="18082"/>
                    <a:pt x="42982" y="17320"/>
                  </a:cubicBezTo>
                  <a:cubicBezTo>
                    <a:pt x="43012" y="17315"/>
                    <a:pt x="43041" y="17313"/>
                    <a:pt x="43069" y="17313"/>
                  </a:cubicBezTo>
                  <a:close/>
                  <a:moveTo>
                    <a:pt x="46189" y="23386"/>
                  </a:moveTo>
                  <a:cubicBezTo>
                    <a:pt x="46706" y="23386"/>
                    <a:pt x="46815" y="24215"/>
                    <a:pt x="46256" y="24311"/>
                  </a:cubicBezTo>
                  <a:cubicBezTo>
                    <a:pt x="34618" y="26313"/>
                    <a:pt x="23853" y="34493"/>
                    <a:pt x="20231" y="45883"/>
                  </a:cubicBezTo>
                  <a:cubicBezTo>
                    <a:pt x="20165" y="46092"/>
                    <a:pt x="20007" y="46180"/>
                    <a:pt x="19842" y="46180"/>
                  </a:cubicBezTo>
                  <a:cubicBezTo>
                    <a:pt x="19555" y="46180"/>
                    <a:pt x="19247" y="45915"/>
                    <a:pt x="19362" y="45554"/>
                  </a:cubicBezTo>
                  <a:cubicBezTo>
                    <a:pt x="23081" y="33858"/>
                    <a:pt x="34155" y="25451"/>
                    <a:pt x="46101" y="23394"/>
                  </a:cubicBezTo>
                  <a:cubicBezTo>
                    <a:pt x="46132" y="23389"/>
                    <a:pt x="46161" y="23386"/>
                    <a:pt x="46189" y="23386"/>
                  </a:cubicBezTo>
                  <a:close/>
                  <a:moveTo>
                    <a:pt x="51211" y="29770"/>
                  </a:moveTo>
                  <a:cubicBezTo>
                    <a:pt x="51724" y="29770"/>
                    <a:pt x="51831" y="30598"/>
                    <a:pt x="51273" y="30695"/>
                  </a:cubicBezTo>
                  <a:cubicBezTo>
                    <a:pt x="46790" y="31475"/>
                    <a:pt x="42338" y="33609"/>
                    <a:pt x="38499" y="35973"/>
                  </a:cubicBezTo>
                  <a:cubicBezTo>
                    <a:pt x="31874" y="40054"/>
                    <a:pt x="26561" y="46004"/>
                    <a:pt x="24180" y="53494"/>
                  </a:cubicBezTo>
                  <a:cubicBezTo>
                    <a:pt x="24113" y="53703"/>
                    <a:pt x="23955" y="53791"/>
                    <a:pt x="23789" y="53791"/>
                  </a:cubicBezTo>
                  <a:cubicBezTo>
                    <a:pt x="23503" y="53791"/>
                    <a:pt x="23196" y="53526"/>
                    <a:pt x="23311" y="53165"/>
                  </a:cubicBezTo>
                  <a:cubicBezTo>
                    <a:pt x="25695" y="45666"/>
                    <a:pt x="30956" y="39669"/>
                    <a:pt x="37532" y="35489"/>
                  </a:cubicBezTo>
                  <a:cubicBezTo>
                    <a:pt x="41590" y="32910"/>
                    <a:pt x="46335" y="30611"/>
                    <a:pt x="51120" y="29778"/>
                  </a:cubicBezTo>
                  <a:cubicBezTo>
                    <a:pt x="51151" y="29772"/>
                    <a:pt x="51182" y="29770"/>
                    <a:pt x="51211" y="29770"/>
                  </a:cubicBezTo>
                  <a:close/>
                  <a:moveTo>
                    <a:pt x="29169" y="1"/>
                  </a:moveTo>
                  <a:cubicBezTo>
                    <a:pt x="23013" y="1"/>
                    <a:pt x="16824" y="1854"/>
                    <a:pt x="11671" y="5224"/>
                  </a:cubicBezTo>
                  <a:cubicBezTo>
                    <a:pt x="5548" y="9229"/>
                    <a:pt x="1400" y="15872"/>
                    <a:pt x="0" y="23004"/>
                  </a:cubicBezTo>
                  <a:cubicBezTo>
                    <a:pt x="1604" y="25240"/>
                    <a:pt x="3148" y="27522"/>
                    <a:pt x="4690" y="29802"/>
                  </a:cubicBezTo>
                  <a:cubicBezTo>
                    <a:pt x="9200" y="36472"/>
                    <a:pt x="13598" y="43217"/>
                    <a:pt x="17883" y="50038"/>
                  </a:cubicBezTo>
                  <a:cubicBezTo>
                    <a:pt x="21187" y="55321"/>
                    <a:pt x="24739" y="60689"/>
                    <a:pt x="27317" y="66398"/>
                  </a:cubicBezTo>
                  <a:cubicBezTo>
                    <a:pt x="29113" y="58780"/>
                    <a:pt x="33846" y="51921"/>
                    <a:pt x="39889" y="47018"/>
                  </a:cubicBezTo>
                  <a:cubicBezTo>
                    <a:pt x="45932" y="42113"/>
                    <a:pt x="53896" y="38272"/>
                    <a:pt x="61766" y="37748"/>
                  </a:cubicBezTo>
                  <a:cubicBezTo>
                    <a:pt x="54007" y="24844"/>
                    <a:pt x="45530" y="12330"/>
                    <a:pt x="35871" y="764"/>
                  </a:cubicBezTo>
                  <a:cubicBezTo>
                    <a:pt x="33676" y="250"/>
                    <a:pt x="31425" y="1"/>
                    <a:pt x="29169"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3"/>
            <p:cNvSpPr/>
            <p:nvPr/>
          </p:nvSpPr>
          <p:spPr>
            <a:xfrm>
              <a:off x="5276225" y="4667725"/>
              <a:ext cx="1100050" cy="604175"/>
            </a:xfrm>
            <a:custGeom>
              <a:rect b="b" l="l" r="r" t="t"/>
              <a:pathLst>
                <a:path extrusionOk="0" h="24167" w="44002">
                  <a:moveTo>
                    <a:pt x="34073" y="0"/>
                  </a:moveTo>
                  <a:cubicBezTo>
                    <a:pt x="29887" y="0"/>
                    <a:pt x="25721" y="477"/>
                    <a:pt x="21687" y="1760"/>
                  </a:cubicBezTo>
                  <a:cubicBezTo>
                    <a:pt x="12286" y="4749"/>
                    <a:pt x="5243" y="11777"/>
                    <a:pt x="1" y="19903"/>
                  </a:cubicBezTo>
                  <a:cubicBezTo>
                    <a:pt x="2932" y="21224"/>
                    <a:pt x="5889" y="22260"/>
                    <a:pt x="8505" y="24167"/>
                  </a:cubicBezTo>
                  <a:cubicBezTo>
                    <a:pt x="10870" y="17648"/>
                    <a:pt x="15800" y="11416"/>
                    <a:pt x="22128" y="8435"/>
                  </a:cubicBezTo>
                  <a:cubicBezTo>
                    <a:pt x="26318" y="6462"/>
                    <a:pt x="31311" y="5546"/>
                    <a:pt x="36161" y="5546"/>
                  </a:cubicBezTo>
                  <a:cubicBezTo>
                    <a:pt x="37497" y="5546"/>
                    <a:pt x="38822" y="5615"/>
                    <a:pt x="40116" y="5751"/>
                  </a:cubicBezTo>
                  <a:cubicBezTo>
                    <a:pt x="40458" y="5076"/>
                    <a:pt x="40844" y="4424"/>
                    <a:pt x="41268" y="3797"/>
                  </a:cubicBezTo>
                  <a:cubicBezTo>
                    <a:pt x="39603" y="3532"/>
                    <a:pt x="37884" y="3409"/>
                    <a:pt x="36146" y="3409"/>
                  </a:cubicBezTo>
                  <a:cubicBezTo>
                    <a:pt x="31462" y="3409"/>
                    <a:pt x="26645" y="4307"/>
                    <a:pt x="22402" y="5770"/>
                  </a:cubicBezTo>
                  <a:cubicBezTo>
                    <a:pt x="15926" y="8003"/>
                    <a:pt x="9749" y="13367"/>
                    <a:pt x="7116" y="19726"/>
                  </a:cubicBezTo>
                  <a:cubicBezTo>
                    <a:pt x="7033" y="19926"/>
                    <a:pt x="6865" y="20011"/>
                    <a:pt x="6697" y="20011"/>
                  </a:cubicBezTo>
                  <a:cubicBezTo>
                    <a:pt x="6400" y="20011"/>
                    <a:pt x="6100" y="19750"/>
                    <a:pt x="6246" y="19397"/>
                  </a:cubicBezTo>
                  <a:cubicBezTo>
                    <a:pt x="8915" y="12945"/>
                    <a:pt x="15098" y="7411"/>
                    <a:pt x="21647" y="5054"/>
                  </a:cubicBezTo>
                  <a:cubicBezTo>
                    <a:pt x="26093" y="3455"/>
                    <a:pt x="31186" y="2473"/>
                    <a:pt x="36127" y="2473"/>
                  </a:cubicBezTo>
                  <a:cubicBezTo>
                    <a:pt x="38082" y="2473"/>
                    <a:pt x="40013" y="2626"/>
                    <a:pt x="41871" y="2956"/>
                  </a:cubicBezTo>
                  <a:cubicBezTo>
                    <a:pt x="42510" y="2127"/>
                    <a:pt x="43228" y="1356"/>
                    <a:pt x="44002" y="734"/>
                  </a:cubicBezTo>
                  <a:cubicBezTo>
                    <a:pt x="40717" y="300"/>
                    <a:pt x="37389" y="0"/>
                    <a:pt x="34073"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6303825" y="4637200"/>
              <a:ext cx="276650" cy="180675"/>
            </a:xfrm>
            <a:custGeom>
              <a:rect b="b" l="l" r="r" t="t"/>
              <a:pathLst>
                <a:path extrusionOk="0" h="7227" w="11066">
                  <a:moveTo>
                    <a:pt x="11066" y="0"/>
                  </a:moveTo>
                  <a:lnTo>
                    <a:pt x="11066" y="0"/>
                  </a:lnTo>
                  <a:cubicBezTo>
                    <a:pt x="7214" y="239"/>
                    <a:pt x="3818" y="1989"/>
                    <a:pt x="1478" y="4863"/>
                  </a:cubicBezTo>
                  <a:cubicBezTo>
                    <a:pt x="1451" y="4984"/>
                    <a:pt x="1369" y="5084"/>
                    <a:pt x="1256" y="5135"/>
                  </a:cubicBezTo>
                  <a:cubicBezTo>
                    <a:pt x="784" y="5750"/>
                    <a:pt x="365" y="6403"/>
                    <a:pt x="0" y="7088"/>
                  </a:cubicBezTo>
                  <a:cubicBezTo>
                    <a:pt x="312" y="7129"/>
                    <a:pt x="617" y="7179"/>
                    <a:pt x="924" y="7226"/>
                  </a:cubicBezTo>
                  <a:cubicBezTo>
                    <a:pt x="2356" y="3375"/>
                    <a:pt x="6896" y="904"/>
                    <a:pt x="10873" y="699"/>
                  </a:cubicBezTo>
                  <a:cubicBezTo>
                    <a:pt x="10935" y="466"/>
                    <a:pt x="10999" y="232"/>
                    <a:pt x="11066"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3" name="Google Shape;3153;p73"/>
          <p:cNvGrpSpPr/>
          <p:nvPr/>
        </p:nvGrpSpPr>
        <p:grpSpPr>
          <a:xfrm>
            <a:off x="3260346" y="2594390"/>
            <a:ext cx="468971" cy="440011"/>
            <a:chOff x="1284675" y="940475"/>
            <a:chExt cx="688650" cy="646125"/>
          </a:xfrm>
        </p:grpSpPr>
        <p:sp>
          <p:nvSpPr>
            <p:cNvPr id="3154" name="Google Shape;3154;p73"/>
            <p:cNvSpPr/>
            <p:nvPr/>
          </p:nvSpPr>
          <p:spPr>
            <a:xfrm>
              <a:off x="1353400" y="1009100"/>
              <a:ext cx="545275" cy="508800"/>
            </a:xfrm>
            <a:custGeom>
              <a:rect b="b" l="l" r="r" t="t"/>
              <a:pathLst>
                <a:path extrusionOk="0" h="20352" w="21811">
                  <a:moveTo>
                    <a:pt x="11110" y="861"/>
                  </a:moveTo>
                  <a:cubicBezTo>
                    <a:pt x="11342" y="861"/>
                    <a:pt x="11575" y="1011"/>
                    <a:pt x="11575" y="1310"/>
                  </a:cubicBezTo>
                  <a:lnTo>
                    <a:pt x="11575" y="2240"/>
                  </a:lnTo>
                  <a:cubicBezTo>
                    <a:pt x="11575" y="2540"/>
                    <a:pt x="11342" y="2689"/>
                    <a:pt x="11110" y="2689"/>
                  </a:cubicBezTo>
                  <a:cubicBezTo>
                    <a:pt x="10877" y="2689"/>
                    <a:pt x="10645" y="2540"/>
                    <a:pt x="10645" y="2240"/>
                  </a:cubicBezTo>
                  <a:lnTo>
                    <a:pt x="10645" y="1310"/>
                  </a:lnTo>
                  <a:cubicBezTo>
                    <a:pt x="10645" y="1011"/>
                    <a:pt x="10877" y="861"/>
                    <a:pt x="11110" y="861"/>
                  </a:cubicBezTo>
                  <a:close/>
                  <a:moveTo>
                    <a:pt x="4937" y="3735"/>
                  </a:moveTo>
                  <a:cubicBezTo>
                    <a:pt x="5055" y="3735"/>
                    <a:pt x="5170" y="3777"/>
                    <a:pt x="5244" y="3871"/>
                  </a:cubicBezTo>
                  <a:cubicBezTo>
                    <a:pt x="5338" y="3991"/>
                    <a:pt x="5440" y="4101"/>
                    <a:pt x="5551" y="4205"/>
                  </a:cubicBezTo>
                  <a:cubicBezTo>
                    <a:pt x="5646" y="4292"/>
                    <a:pt x="5748" y="4371"/>
                    <a:pt x="5861" y="4435"/>
                  </a:cubicBezTo>
                  <a:cubicBezTo>
                    <a:pt x="6074" y="4567"/>
                    <a:pt x="6157" y="4848"/>
                    <a:pt x="6028" y="5071"/>
                  </a:cubicBezTo>
                  <a:cubicBezTo>
                    <a:pt x="5944" y="5215"/>
                    <a:pt x="5781" y="5301"/>
                    <a:pt x="5617" y="5301"/>
                  </a:cubicBezTo>
                  <a:cubicBezTo>
                    <a:pt x="5539" y="5301"/>
                    <a:pt x="5460" y="5281"/>
                    <a:pt x="5391" y="5238"/>
                  </a:cubicBezTo>
                  <a:cubicBezTo>
                    <a:pt x="5084" y="5051"/>
                    <a:pt x="4811" y="4810"/>
                    <a:pt x="4586" y="4527"/>
                  </a:cubicBezTo>
                  <a:cubicBezTo>
                    <a:pt x="4431" y="4330"/>
                    <a:pt x="4392" y="4067"/>
                    <a:pt x="4588" y="3871"/>
                  </a:cubicBezTo>
                  <a:lnTo>
                    <a:pt x="4586" y="3871"/>
                  </a:lnTo>
                  <a:cubicBezTo>
                    <a:pt x="4672" y="3786"/>
                    <a:pt x="4806" y="3735"/>
                    <a:pt x="4937" y="3735"/>
                  </a:cubicBezTo>
                  <a:close/>
                  <a:moveTo>
                    <a:pt x="17182" y="4048"/>
                  </a:moveTo>
                  <a:cubicBezTo>
                    <a:pt x="17611" y="4048"/>
                    <a:pt x="17895" y="4674"/>
                    <a:pt x="17434" y="4904"/>
                  </a:cubicBezTo>
                  <a:lnTo>
                    <a:pt x="16195" y="5526"/>
                  </a:lnTo>
                  <a:cubicBezTo>
                    <a:pt x="16121" y="5563"/>
                    <a:pt x="16047" y="5580"/>
                    <a:pt x="15978" y="5580"/>
                  </a:cubicBezTo>
                  <a:cubicBezTo>
                    <a:pt x="15550" y="5580"/>
                    <a:pt x="15266" y="4954"/>
                    <a:pt x="15727" y="4723"/>
                  </a:cubicBezTo>
                  <a:lnTo>
                    <a:pt x="16964" y="4101"/>
                  </a:lnTo>
                  <a:cubicBezTo>
                    <a:pt x="17039" y="4064"/>
                    <a:pt x="17112" y="4048"/>
                    <a:pt x="17182" y="4048"/>
                  </a:cubicBezTo>
                  <a:close/>
                  <a:moveTo>
                    <a:pt x="19581" y="9420"/>
                  </a:moveTo>
                  <a:cubicBezTo>
                    <a:pt x="20181" y="9420"/>
                    <a:pt x="20180" y="10351"/>
                    <a:pt x="19581" y="10351"/>
                  </a:cubicBezTo>
                  <a:lnTo>
                    <a:pt x="18445" y="10351"/>
                  </a:lnTo>
                  <a:cubicBezTo>
                    <a:pt x="17845" y="10351"/>
                    <a:pt x="17847" y="9420"/>
                    <a:pt x="18445" y="9420"/>
                  </a:cubicBezTo>
                  <a:close/>
                  <a:moveTo>
                    <a:pt x="3155" y="9522"/>
                  </a:moveTo>
                  <a:cubicBezTo>
                    <a:pt x="3754" y="9522"/>
                    <a:pt x="3753" y="10453"/>
                    <a:pt x="3155" y="10453"/>
                  </a:cubicBezTo>
                  <a:lnTo>
                    <a:pt x="1916" y="10453"/>
                  </a:lnTo>
                  <a:cubicBezTo>
                    <a:pt x="1316" y="10453"/>
                    <a:pt x="1317" y="9522"/>
                    <a:pt x="1916" y="9522"/>
                  </a:cubicBezTo>
                  <a:close/>
                  <a:moveTo>
                    <a:pt x="10888" y="4374"/>
                  </a:moveTo>
                  <a:cubicBezTo>
                    <a:pt x="11121" y="4374"/>
                    <a:pt x="11355" y="4524"/>
                    <a:pt x="11359" y="4822"/>
                  </a:cubicBezTo>
                  <a:cubicBezTo>
                    <a:pt x="11374" y="6682"/>
                    <a:pt x="11193" y="8539"/>
                    <a:pt x="10817" y="10359"/>
                  </a:cubicBezTo>
                  <a:cubicBezTo>
                    <a:pt x="11976" y="11486"/>
                    <a:pt x="13077" y="12665"/>
                    <a:pt x="14119" y="13899"/>
                  </a:cubicBezTo>
                  <a:cubicBezTo>
                    <a:pt x="14413" y="14245"/>
                    <a:pt x="14102" y="14712"/>
                    <a:pt x="13766" y="14712"/>
                  </a:cubicBezTo>
                  <a:cubicBezTo>
                    <a:pt x="13661" y="14712"/>
                    <a:pt x="13554" y="14666"/>
                    <a:pt x="13462" y="14557"/>
                  </a:cubicBezTo>
                  <a:cubicBezTo>
                    <a:pt x="12393" y="13290"/>
                    <a:pt x="11260" y="12079"/>
                    <a:pt x="10069" y="10927"/>
                  </a:cubicBezTo>
                  <a:cubicBezTo>
                    <a:pt x="9932" y="10796"/>
                    <a:pt x="9905" y="10639"/>
                    <a:pt x="9944" y="10501"/>
                  </a:cubicBezTo>
                  <a:cubicBezTo>
                    <a:pt x="9895" y="10405"/>
                    <a:pt x="9881" y="10294"/>
                    <a:pt x="9905" y="10191"/>
                  </a:cubicBezTo>
                  <a:cubicBezTo>
                    <a:pt x="10273" y="8425"/>
                    <a:pt x="10447" y="6625"/>
                    <a:pt x="10428" y="4822"/>
                  </a:cubicBezTo>
                  <a:cubicBezTo>
                    <a:pt x="10425" y="4523"/>
                    <a:pt x="10655" y="4374"/>
                    <a:pt x="10888" y="4374"/>
                  </a:cubicBezTo>
                  <a:close/>
                  <a:moveTo>
                    <a:pt x="5796" y="14973"/>
                  </a:moveTo>
                  <a:cubicBezTo>
                    <a:pt x="6153" y="14973"/>
                    <a:pt x="6472" y="15440"/>
                    <a:pt x="6145" y="15768"/>
                  </a:cubicBezTo>
                  <a:lnTo>
                    <a:pt x="6144" y="15767"/>
                  </a:lnTo>
                  <a:lnTo>
                    <a:pt x="5266" y="16646"/>
                  </a:lnTo>
                  <a:cubicBezTo>
                    <a:pt x="5170" y="16742"/>
                    <a:pt x="5062" y="16782"/>
                    <a:pt x="4957" y="16782"/>
                  </a:cubicBezTo>
                  <a:cubicBezTo>
                    <a:pt x="4601" y="16782"/>
                    <a:pt x="4282" y="16315"/>
                    <a:pt x="4610" y="15988"/>
                  </a:cubicBezTo>
                  <a:lnTo>
                    <a:pt x="5488" y="15109"/>
                  </a:lnTo>
                  <a:cubicBezTo>
                    <a:pt x="5584" y="15013"/>
                    <a:pt x="5692" y="14973"/>
                    <a:pt x="5796" y="14973"/>
                  </a:cubicBezTo>
                  <a:close/>
                  <a:moveTo>
                    <a:pt x="16271" y="15211"/>
                  </a:moveTo>
                  <a:cubicBezTo>
                    <a:pt x="16434" y="15211"/>
                    <a:pt x="16601" y="15287"/>
                    <a:pt x="16672" y="15438"/>
                  </a:cubicBezTo>
                  <a:cubicBezTo>
                    <a:pt x="16705" y="15511"/>
                    <a:pt x="16744" y="15583"/>
                    <a:pt x="16787" y="15651"/>
                  </a:cubicBezTo>
                  <a:cubicBezTo>
                    <a:pt x="16802" y="15675"/>
                    <a:pt x="16817" y="15697"/>
                    <a:pt x="16833" y="15719"/>
                  </a:cubicBezTo>
                  <a:cubicBezTo>
                    <a:pt x="16839" y="15726"/>
                    <a:pt x="16853" y="15743"/>
                    <a:pt x="16858" y="15750"/>
                  </a:cubicBezTo>
                  <a:cubicBezTo>
                    <a:pt x="16908" y="15804"/>
                    <a:pt x="16959" y="15855"/>
                    <a:pt x="17013" y="15903"/>
                  </a:cubicBezTo>
                  <a:cubicBezTo>
                    <a:pt x="17018" y="15910"/>
                    <a:pt x="17063" y="15942"/>
                    <a:pt x="17066" y="15946"/>
                  </a:cubicBezTo>
                  <a:cubicBezTo>
                    <a:pt x="17088" y="15961"/>
                    <a:pt x="17109" y="15975"/>
                    <a:pt x="17133" y="15988"/>
                  </a:cubicBezTo>
                  <a:cubicBezTo>
                    <a:pt x="17344" y="16125"/>
                    <a:pt x="17429" y="16399"/>
                    <a:pt x="17298" y="16624"/>
                  </a:cubicBezTo>
                  <a:cubicBezTo>
                    <a:pt x="17215" y="16767"/>
                    <a:pt x="17050" y="16855"/>
                    <a:pt x="16886" y="16855"/>
                  </a:cubicBezTo>
                  <a:cubicBezTo>
                    <a:pt x="16808" y="16855"/>
                    <a:pt x="16731" y="16835"/>
                    <a:pt x="16662" y="16791"/>
                  </a:cubicBezTo>
                  <a:cubicBezTo>
                    <a:pt x="16323" y="16574"/>
                    <a:pt x="16040" y="16275"/>
                    <a:pt x="15870" y="15906"/>
                  </a:cubicBezTo>
                  <a:cubicBezTo>
                    <a:pt x="15762" y="15678"/>
                    <a:pt x="15802" y="15407"/>
                    <a:pt x="16035" y="15271"/>
                  </a:cubicBezTo>
                  <a:cubicBezTo>
                    <a:pt x="16104" y="15231"/>
                    <a:pt x="16187" y="15211"/>
                    <a:pt x="16271" y="15211"/>
                  </a:cubicBezTo>
                  <a:close/>
                  <a:moveTo>
                    <a:pt x="11378" y="17601"/>
                  </a:moveTo>
                  <a:cubicBezTo>
                    <a:pt x="11611" y="17601"/>
                    <a:pt x="11857" y="17751"/>
                    <a:pt x="11882" y="18047"/>
                  </a:cubicBezTo>
                  <a:cubicBezTo>
                    <a:pt x="11921" y="18539"/>
                    <a:pt x="11882" y="19034"/>
                    <a:pt x="11769" y="19514"/>
                  </a:cubicBezTo>
                  <a:cubicBezTo>
                    <a:pt x="11716" y="19747"/>
                    <a:pt x="11541" y="19848"/>
                    <a:pt x="11359" y="19848"/>
                  </a:cubicBezTo>
                  <a:cubicBezTo>
                    <a:pt x="11084" y="19848"/>
                    <a:pt x="10792" y="19618"/>
                    <a:pt x="10873" y="19267"/>
                  </a:cubicBezTo>
                  <a:cubicBezTo>
                    <a:pt x="10963" y="18867"/>
                    <a:pt x="10989" y="18456"/>
                    <a:pt x="10951" y="18047"/>
                  </a:cubicBezTo>
                  <a:cubicBezTo>
                    <a:pt x="10927" y="17749"/>
                    <a:pt x="11146" y="17601"/>
                    <a:pt x="11378" y="17601"/>
                  </a:cubicBezTo>
                  <a:close/>
                  <a:moveTo>
                    <a:pt x="10741" y="0"/>
                  </a:moveTo>
                  <a:cubicBezTo>
                    <a:pt x="5723" y="0"/>
                    <a:pt x="1411" y="3825"/>
                    <a:pt x="668" y="8728"/>
                  </a:cubicBezTo>
                  <a:cubicBezTo>
                    <a:pt x="0" y="13130"/>
                    <a:pt x="3027" y="18132"/>
                    <a:pt x="7199" y="19707"/>
                  </a:cubicBezTo>
                  <a:cubicBezTo>
                    <a:pt x="8352" y="20142"/>
                    <a:pt x="9595" y="20352"/>
                    <a:pt x="10844" y="20352"/>
                  </a:cubicBezTo>
                  <a:cubicBezTo>
                    <a:pt x="12958" y="20352"/>
                    <a:pt x="15090" y="19751"/>
                    <a:pt x="16838" y="18630"/>
                  </a:cubicBezTo>
                  <a:cubicBezTo>
                    <a:pt x="20587" y="16227"/>
                    <a:pt x="21811" y="11426"/>
                    <a:pt x="20635" y="7261"/>
                  </a:cubicBezTo>
                  <a:cubicBezTo>
                    <a:pt x="19400" y="2887"/>
                    <a:pt x="15378" y="1"/>
                    <a:pt x="10882" y="1"/>
                  </a:cubicBezTo>
                  <a:cubicBezTo>
                    <a:pt x="10873" y="1"/>
                    <a:pt x="10863" y="1"/>
                    <a:pt x="10854" y="1"/>
                  </a:cubicBezTo>
                  <a:cubicBezTo>
                    <a:pt x="10817" y="1"/>
                    <a:pt x="10779" y="0"/>
                    <a:pt x="1074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3"/>
            <p:cNvSpPr/>
            <p:nvPr/>
          </p:nvSpPr>
          <p:spPr>
            <a:xfrm>
              <a:off x="1284675" y="940475"/>
              <a:ext cx="688650" cy="646125"/>
            </a:xfrm>
            <a:custGeom>
              <a:rect b="b" l="l" r="r" t="t"/>
              <a:pathLst>
                <a:path extrusionOk="0" h="25845" w="27546">
                  <a:moveTo>
                    <a:pt x="13482" y="1817"/>
                  </a:moveTo>
                  <a:cubicBezTo>
                    <a:pt x="13523" y="1817"/>
                    <a:pt x="13563" y="1817"/>
                    <a:pt x="13603" y="1817"/>
                  </a:cubicBezTo>
                  <a:cubicBezTo>
                    <a:pt x="13612" y="1817"/>
                    <a:pt x="13622" y="1817"/>
                    <a:pt x="13631" y="1817"/>
                  </a:cubicBezTo>
                  <a:cubicBezTo>
                    <a:pt x="19260" y="1817"/>
                    <a:pt x="23954" y="5956"/>
                    <a:pt x="24633" y="11559"/>
                  </a:cubicBezTo>
                  <a:cubicBezTo>
                    <a:pt x="25194" y="16170"/>
                    <a:pt x="23235" y="20725"/>
                    <a:pt x="18956" y="22793"/>
                  </a:cubicBezTo>
                  <a:cubicBezTo>
                    <a:pt x="17316" y="23586"/>
                    <a:pt x="15408" y="24030"/>
                    <a:pt x="13512" y="24030"/>
                  </a:cubicBezTo>
                  <a:cubicBezTo>
                    <a:pt x="11598" y="24030"/>
                    <a:pt x="9697" y="23577"/>
                    <a:pt x="8099" y="22576"/>
                  </a:cubicBezTo>
                  <a:cubicBezTo>
                    <a:pt x="3833" y="19904"/>
                    <a:pt x="1399" y="14665"/>
                    <a:pt x="2851" y="9784"/>
                  </a:cubicBezTo>
                  <a:cubicBezTo>
                    <a:pt x="4224" y="5175"/>
                    <a:pt x="8615" y="1817"/>
                    <a:pt x="13482" y="1817"/>
                  </a:cubicBezTo>
                  <a:close/>
                  <a:moveTo>
                    <a:pt x="13408" y="1"/>
                  </a:moveTo>
                  <a:cubicBezTo>
                    <a:pt x="6903" y="1"/>
                    <a:pt x="1346" y="5154"/>
                    <a:pt x="622" y="11538"/>
                  </a:cubicBezTo>
                  <a:cubicBezTo>
                    <a:pt x="0" y="17024"/>
                    <a:pt x="3891" y="23173"/>
                    <a:pt x="9087" y="25068"/>
                  </a:cubicBezTo>
                  <a:cubicBezTo>
                    <a:pt x="10523" y="25591"/>
                    <a:pt x="12062" y="25844"/>
                    <a:pt x="13608" y="25844"/>
                  </a:cubicBezTo>
                  <a:cubicBezTo>
                    <a:pt x="16342" y="25844"/>
                    <a:pt x="19097" y="25054"/>
                    <a:pt x="21344" y="23573"/>
                  </a:cubicBezTo>
                  <a:cubicBezTo>
                    <a:pt x="26066" y="20461"/>
                    <a:pt x="27545" y="14311"/>
                    <a:pt x="25983" y="9045"/>
                  </a:cubicBezTo>
                  <a:cubicBezTo>
                    <a:pt x="24368" y="3611"/>
                    <a:pt x="19318" y="2"/>
                    <a:pt x="13698" y="2"/>
                  </a:cubicBezTo>
                  <a:cubicBezTo>
                    <a:pt x="13671" y="2"/>
                    <a:pt x="13643" y="2"/>
                    <a:pt x="13615" y="2"/>
                  </a:cubicBezTo>
                  <a:cubicBezTo>
                    <a:pt x="13546" y="1"/>
                    <a:pt x="13477" y="1"/>
                    <a:pt x="13408"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6" name="Google Shape;3156;p73"/>
          <p:cNvSpPr/>
          <p:nvPr/>
        </p:nvSpPr>
        <p:spPr>
          <a:xfrm>
            <a:off x="1074644" y="2474493"/>
            <a:ext cx="933923" cy="476155"/>
          </a:xfrm>
          <a:custGeom>
            <a:rect b="b" l="l" r="r" t="t"/>
            <a:pathLst>
              <a:path extrusionOk="0" h="27968" w="54856">
                <a:moveTo>
                  <a:pt x="4000" y="2598"/>
                </a:moveTo>
                <a:cubicBezTo>
                  <a:pt x="4031" y="2598"/>
                  <a:pt x="4064" y="2601"/>
                  <a:pt x="4097" y="2608"/>
                </a:cubicBezTo>
                <a:cubicBezTo>
                  <a:pt x="5904" y="2954"/>
                  <a:pt x="7695" y="3357"/>
                  <a:pt x="9474" y="3823"/>
                </a:cubicBezTo>
                <a:cubicBezTo>
                  <a:pt x="10007" y="3961"/>
                  <a:pt x="9909" y="4755"/>
                  <a:pt x="9434" y="4755"/>
                </a:cubicBezTo>
                <a:cubicBezTo>
                  <a:pt x="9395" y="4755"/>
                  <a:pt x="9353" y="4749"/>
                  <a:pt x="9309" y="4738"/>
                </a:cubicBezTo>
                <a:cubicBezTo>
                  <a:pt x="7530" y="4274"/>
                  <a:pt x="5737" y="3869"/>
                  <a:pt x="3930" y="3524"/>
                </a:cubicBezTo>
                <a:cubicBezTo>
                  <a:pt x="3378" y="3418"/>
                  <a:pt x="3491" y="2598"/>
                  <a:pt x="4000" y="2598"/>
                </a:cubicBezTo>
                <a:close/>
                <a:moveTo>
                  <a:pt x="11459" y="4242"/>
                </a:moveTo>
                <a:cubicBezTo>
                  <a:pt x="11496" y="4242"/>
                  <a:pt x="11536" y="4247"/>
                  <a:pt x="11577" y="4257"/>
                </a:cubicBezTo>
                <a:lnTo>
                  <a:pt x="13576" y="4743"/>
                </a:lnTo>
                <a:cubicBezTo>
                  <a:pt x="14113" y="4874"/>
                  <a:pt x="14011" y="5674"/>
                  <a:pt x="13526" y="5674"/>
                </a:cubicBezTo>
                <a:cubicBezTo>
                  <a:pt x="13489" y="5674"/>
                  <a:pt x="13450" y="5670"/>
                  <a:pt x="13409" y="5660"/>
                </a:cubicBezTo>
                <a:lnTo>
                  <a:pt x="11412" y="5172"/>
                </a:lnTo>
                <a:cubicBezTo>
                  <a:pt x="10874" y="5041"/>
                  <a:pt x="10977" y="4242"/>
                  <a:pt x="11459" y="4242"/>
                </a:cubicBezTo>
                <a:close/>
                <a:moveTo>
                  <a:pt x="15501" y="5020"/>
                </a:moveTo>
                <a:cubicBezTo>
                  <a:pt x="15525" y="5020"/>
                  <a:pt x="15550" y="5022"/>
                  <a:pt x="15574" y="5026"/>
                </a:cubicBezTo>
                <a:lnTo>
                  <a:pt x="16204" y="5128"/>
                </a:lnTo>
                <a:cubicBezTo>
                  <a:pt x="16462" y="5171"/>
                  <a:pt x="16613" y="5423"/>
                  <a:pt x="16579" y="5668"/>
                </a:cubicBezTo>
                <a:cubicBezTo>
                  <a:pt x="16548" y="5895"/>
                  <a:pt x="16330" y="6049"/>
                  <a:pt x="16112" y="6049"/>
                </a:cubicBezTo>
                <a:cubicBezTo>
                  <a:pt x="16087" y="6049"/>
                  <a:pt x="16063" y="6047"/>
                  <a:pt x="16039" y="6043"/>
                </a:cubicBezTo>
                <a:lnTo>
                  <a:pt x="15408" y="5941"/>
                </a:lnTo>
                <a:cubicBezTo>
                  <a:pt x="15151" y="5898"/>
                  <a:pt x="14999" y="5646"/>
                  <a:pt x="15033" y="5401"/>
                </a:cubicBezTo>
                <a:cubicBezTo>
                  <a:pt x="15064" y="5174"/>
                  <a:pt x="15282" y="5020"/>
                  <a:pt x="15501" y="5020"/>
                </a:cubicBezTo>
                <a:close/>
                <a:moveTo>
                  <a:pt x="11986" y="9069"/>
                </a:moveTo>
                <a:cubicBezTo>
                  <a:pt x="12016" y="9069"/>
                  <a:pt x="12048" y="9072"/>
                  <a:pt x="12082" y="9078"/>
                </a:cubicBezTo>
                <a:cubicBezTo>
                  <a:pt x="18241" y="10229"/>
                  <a:pt x="24488" y="10825"/>
                  <a:pt x="30658" y="11906"/>
                </a:cubicBezTo>
                <a:cubicBezTo>
                  <a:pt x="30702" y="11907"/>
                  <a:pt x="30746" y="11918"/>
                  <a:pt x="30789" y="11936"/>
                </a:cubicBezTo>
                <a:cubicBezTo>
                  <a:pt x="30983" y="12003"/>
                  <a:pt x="31075" y="12172"/>
                  <a:pt x="31079" y="12345"/>
                </a:cubicBezTo>
                <a:cubicBezTo>
                  <a:pt x="31097" y="12511"/>
                  <a:pt x="31033" y="12681"/>
                  <a:pt x="30857" y="12777"/>
                </a:cubicBezTo>
                <a:cubicBezTo>
                  <a:pt x="30837" y="12789"/>
                  <a:pt x="30816" y="12799"/>
                  <a:pt x="30794" y="12807"/>
                </a:cubicBezTo>
                <a:lnTo>
                  <a:pt x="30791" y="12807"/>
                </a:lnTo>
                <a:cubicBezTo>
                  <a:pt x="25661" y="14730"/>
                  <a:pt x="20538" y="16666"/>
                  <a:pt x="15419" y="18617"/>
                </a:cubicBezTo>
                <a:cubicBezTo>
                  <a:pt x="15366" y="18636"/>
                  <a:pt x="15312" y="18644"/>
                  <a:pt x="15260" y="18644"/>
                </a:cubicBezTo>
                <a:cubicBezTo>
                  <a:pt x="15070" y="18644"/>
                  <a:pt x="14892" y="18531"/>
                  <a:pt x="14820" y="18344"/>
                </a:cubicBezTo>
                <a:cubicBezTo>
                  <a:pt x="13736" y="15462"/>
                  <a:pt x="12651" y="12579"/>
                  <a:pt x="11562" y="9699"/>
                </a:cubicBezTo>
                <a:cubicBezTo>
                  <a:pt x="11492" y="9513"/>
                  <a:pt x="11541" y="9353"/>
                  <a:pt x="11647" y="9242"/>
                </a:cubicBezTo>
                <a:cubicBezTo>
                  <a:pt x="11722" y="9140"/>
                  <a:pt x="11837" y="9069"/>
                  <a:pt x="11986" y="9069"/>
                </a:cubicBezTo>
                <a:close/>
                <a:moveTo>
                  <a:pt x="1" y="0"/>
                </a:moveTo>
                <a:cubicBezTo>
                  <a:pt x="3639" y="9281"/>
                  <a:pt x="7065" y="18644"/>
                  <a:pt x="10592" y="27968"/>
                </a:cubicBezTo>
                <a:cubicBezTo>
                  <a:pt x="11472" y="27641"/>
                  <a:pt x="12349" y="27308"/>
                  <a:pt x="13229" y="26976"/>
                </a:cubicBezTo>
                <a:cubicBezTo>
                  <a:pt x="12872" y="25969"/>
                  <a:pt x="12516" y="24960"/>
                  <a:pt x="12160" y="23951"/>
                </a:cubicBezTo>
                <a:cubicBezTo>
                  <a:pt x="12034" y="23593"/>
                  <a:pt x="12337" y="23332"/>
                  <a:pt x="12627" y="23332"/>
                </a:cubicBezTo>
                <a:cubicBezTo>
                  <a:pt x="12795" y="23332"/>
                  <a:pt x="12958" y="23419"/>
                  <a:pt x="13031" y="23626"/>
                </a:cubicBezTo>
                <a:cubicBezTo>
                  <a:pt x="13387" y="24633"/>
                  <a:pt x="13743" y="25642"/>
                  <a:pt x="14099" y="26651"/>
                </a:cubicBezTo>
                <a:cubicBezTo>
                  <a:pt x="14892" y="26352"/>
                  <a:pt x="15684" y="26054"/>
                  <a:pt x="16477" y="25752"/>
                </a:cubicBezTo>
                <a:lnTo>
                  <a:pt x="15407" y="22722"/>
                </a:lnTo>
                <a:cubicBezTo>
                  <a:pt x="15280" y="22364"/>
                  <a:pt x="15584" y="22101"/>
                  <a:pt x="15874" y="22101"/>
                </a:cubicBezTo>
                <a:cubicBezTo>
                  <a:pt x="16042" y="22101"/>
                  <a:pt x="16205" y="22189"/>
                  <a:pt x="16277" y="22395"/>
                </a:cubicBezTo>
                <a:lnTo>
                  <a:pt x="17346" y="25420"/>
                </a:lnTo>
                <a:cubicBezTo>
                  <a:pt x="18137" y="25118"/>
                  <a:pt x="18929" y="24815"/>
                  <a:pt x="19720" y="24510"/>
                </a:cubicBezTo>
                <a:lnTo>
                  <a:pt x="18655" y="21492"/>
                </a:lnTo>
                <a:cubicBezTo>
                  <a:pt x="18528" y="21133"/>
                  <a:pt x="18832" y="20871"/>
                  <a:pt x="19122" y="20871"/>
                </a:cubicBezTo>
                <a:cubicBezTo>
                  <a:pt x="19290" y="20871"/>
                  <a:pt x="19453" y="20958"/>
                  <a:pt x="19526" y="21165"/>
                </a:cubicBezTo>
                <a:cubicBezTo>
                  <a:pt x="19880" y="22168"/>
                  <a:pt x="20235" y="23174"/>
                  <a:pt x="20589" y="24178"/>
                </a:cubicBezTo>
                <a:cubicBezTo>
                  <a:pt x="21380" y="23874"/>
                  <a:pt x="22171" y="23568"/>
                  <a:pt x="22960" y="23263"/>
                </a:cubicBezTo>
                <a:lnTo>
                  <a:pt x="21901" y="20261"/>
                </a:lnTo>
                <a:cubicBezTo>
                  <a:pt x="21775" y="19903"/>
                  <a:pt x="22079" y="19641"/>
                  <a:pt x="22369" y="19641"/>
                </a:cubicBezTo>
                <a:cubicBezTo>
                  <a:pt x="22536" y="19641"/>
                  <a:pt x="22699" y="19728"/>
                  <a:pt x="22772" y="19934"/>
                </a:cubicBezTo>
                <a:cubicBezTo>
                  <a:pt x="23123" y="20931"/>
                  <a:pt x="23476" y="21928"/>
                  <a:pt x="23827" y="22925"/>
                </a:cubicBezTo>
                <a:cubicBezTo>
                  <a:pt x="24618" y="22618"/>
                  <a:pt x="25407" y="22312"/>
                  <a:pt x="26196" y="22003"/>
                </a:cubicBezTo>
                <a:cubicBezTo>
                  <a:pt x="25847" y="21013"/>
                  <a:pt x="25497" y="20021"/>
                  <a:pt x="25148" y="19031"/>
                </a:cubicBezTo>
                <a:cubicBezTo>
                  <a:pt x="25020" y="18672"/>
                  <a:pt x="25325" y="18410"/>
                  <a:pt x="25615" y="18410"/>
                </a:cubicBezTo>
                <a:cubicBezTo>
                  <a:pt x="25783" y="18410"/>
                  <a:pt x="25946" y="18497"/>
                  <a:pt x="26019" y="18704"/>
                </a:cubicBezTo>
                <a:cubicBezTo>
                  <a:pt x="26366" y="19691"/>
                  <a:pt x="26716" y="20679"/>
                  <a:pt x="27063" y="21666"/>
                </a:cubicBezTo>
                <a:cubicBezTo>
                  <a:pt x="27852" y="21357"/>
                  <a:pt x="28642" y="21047"/>
                  <a:pt x="29431" y="20737"/>
                </a:cubicBezTo>
                <a:lnTo>
                  <a:pt x="28394" y="17801"/>
                </a:lnTo>
                <a:cubicBezTo>
                  <a:pt x="28267" y="17442"/>
                  <a:pt x="28571" y="17180"/>
                  <a:pt x="28861" y="17180"/>
                </a:cubicBezTo>
                <a:cubicBezTo>
                  <a:pt x="29029" y="17180"/>
                  <a:pt x="29191" y="17267"/>
                  <a:pt x="29264" y="17473"/>
                </a:cubicBezTo>
                <a:lnTo>
                  <a:pt x="30296" y="20398"/>
                </a:lnTo>
                <a:cubicBezTo>
                  <a:pt x="31085" y="20088"/>
                  <a:pt x="31874" y="19777"/>
                  <a:pt x="32663" y="19467"/>
                </a:cubicBezTo>
                <a:lnTo>
                  <a:pt x="31641" y="16570"/>
                </a:lnTo>
                <a:cubicBezTo>
                  <a:pt x="31513" y="16211"/>
                  <a:pt x="31818" y="15949"/>
                  <a:pt x="32108" y="15949"/>
                </a:cubicBezTo>
                <a:cubicBezTo>
                  <a:pt x="32275" y="15949"/>
                  <a:pt x="32438" y="16037"/>
                  <a:pt x="32510" y="16243"/>
                </a:cubicBezTo>
                <a:lnTo>
                  <a:pt x="33527" y="19125"/>
                </a:lnTo>
                <a:cubicBezTo>
                  <a:pt x="34317" y="18815"/>
                  <a:pt x="35106" y="18503"/>
                  <a:pt x="35893" y="18189"/>
                </a:cubicBezTo>
                <a:cubicBezTo>
                  <a:pt x="35557" y="17240"/>
                  <a:pt x="35221" y="16289"/>
                  <a:pt x="34887" y="15340"/>
                </a:cubicBezTo>
                <a:cubicBezTo>
                  <a:pt x="34761" y="14981"/>
                  <a:pt x="35065" y="14719"/>
                  <a:pt x="35355" y="14719"/>
                </a:cubicBezTo>
                <a:cubicBezTo>
                  <a:pt x="35522" y="14719"/>
                  <a:pt x="35685" y="14806"/>
                  <a:pt x="35758" y="15013"/>
                </a:cubicBezTo>
                <a:cubicBezTo>
                  <a:pt x="36091" y="15957"/>
                  <a:pt x="36425" y="16902"/>
                  <a:pt x="36759" y="17847"/>
                </a:cubicBezTo>
                <a:cubicBezTo>
                  <a:pt x="37546" y="17533"/>
                  <a:pt x="38335" y="17221"/>
                  <a:pt x="39124" y="16909"/>
                </a:cubicBezTo>
                <a:cubicBezTo>
                  <a:pt x="38793" y="15975"/>
                  <a:pt x="38465" y="15041"/>
                  <a:pt x="38134" y="14108"/>
                </a:cubicBezTo>
                <a:cubicBezTo>
                  <a:pt x="38008" y="13749"/>
                  <a:pt x="38312" y="13487"/>
                  <a:pt x="38602" y="13487"/>
                </a:cubicBezTo>
                <a:cubicBezTo>
                  <a:pt x="38770" y="13487"/>
                  <a:pt x="38932" y="13574"/>
                  <a:pt x="39005" y="13780"/>
                </a:cubicBezTo>
                <a:cubicBezTo>
                  <a:pt x="39332" y="14709"/>
                  <a:pt x="39661" y="15636"/>
                  <a:pt x="39988" y="16565"/>
                </a:cubicBezTo>
                <a:lnTo>
                  <a:pt x="42352" y="15628"/>
                </a:lnTo>
                <a:lnTo>
                  <a:pt x="41380" y="12877"/>
                </a:lnTo>
                <a:cubicBezTo>
                  <a:pt x="41254" y="12518"/>
                  <a:pt x="41558" y="12257"/>
                  <a:pt x="41848" y="12257"/>
                </a:cubicBezTo>
                <a:cubicBezTo>
                  <a:pt x="42015" y="12257"/>
                  <a:pt x="42178" y="12344"/>
                  <a:pt x="42251" y="12550"/>
                </a:cubicBezTo>
                <a:lnTo>
                  <a:pt x="43218" y="15283"/>
                </a:lnTo>
                <a:lnTo>
                  <a:pt x="45581" y="14346"/>
                </a:lnTo>
                <a:lnTo>
                  <a:pt x="44629" y="11648"/>
                </a:lnTo>
                <a:cubicBezTo>
                  <a:pt x="44502" y="11290"/>
                  <a:pt x="44806" y="11028"/>
                  <a:pt x="45096" y="11028"/>
                </a:cubicBezTo>
                <a:cubicBezTo>
                  <a:pt x="45264" y="11028"/>
                  <a:pt x="45427" y="11115"/>
                  <a:pt x="45500" y="11321"/>
                </a:cubicBezTo>
                <a:lnTo>
                  <a:pt x="46444" y="14005"/>
                </a:lnTo>
                <a:cubicBezTo>
                  <a:pt x="49247" y="12892"/>
                  <a:pt x="52051" y="11785"/>
                  <a:pt x="54856" y="10679"/>
                </a:cubicBezTo>
                <a:cubicBezTo>
                  <a:pt x="51933" y="9978"/>
                  <a:pt x="48985" y="9377"/>
                  <a:pt x="46040" y="8777"/>
                </a:cubicBezTo>
                <a:cubicBezTo>
                  <a:pt x="30731" y="5656"/>
                  <a:pt x="15342" y="2957"/>
                  <a:pt x="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7" name="Google Shape;3157;p73"/>
          <p:cNvGrpSpPr/>
          <p:nvPr/>
        </p:nvGrpSpPr>
        <p:grpSpPr>
          <a:xfrm>
            <a:off x="2434493" y="3414954"/>
            <a:ext cx="534227" cy="773412"/>
            <a:chOff x="3200450" y="3808150"/>
            <a:chExt cx="784475" cy="1135700"/>
          </a:xfrm>
        </p:grpSpPr>
        <p:sp>
          <p:nvSpPr>
            <p:cNvPr id="3158" name="Google Shape;3158;p73"/>
            <p:cNvSpPr/>
            <p:nvPr/>
          </p:nvSpPr>
          <p:spPr>
            <a:xfrm>
              <a:off x="3281925" y="3808150"/>
              <a:ext cx="703000" cy="911775"/>
            </a:xfrm>
            <a:custGeom>
              <a:rect b="b" l="l" r="r" t="t"/>
              <a:pathLst>
                <a:path extrusionOk="0" h="36471" w="28120">
                  <a:moveTo>
                    <a:pt x="9859" y="6162"/>
                  </a:moveTo>
                  <a:cubicBezTo>
                    <a:pt x="9897" y="6162"/>
                    <a:pt x="9935" y="6166"/>
                    <a:pt x="9972" y="6175"/>
                  </a:cubicBezTo>
                  <a:cubicBezTo>
                    <a:pt x="12310" y="6708"/>
                    <a:pt x="14708" y="7020"/>
                    <a:pt x="17073" y="7405"/>
                  </a:cubicBezTo>
                  <a:cubicBezTo>
                    <a:pt x="18937" y="7707"/>
                    <a:pt x="21199" y="7756"/>
                    <a:pt x="22964" y="8472"/>
                  </a:cubicBezTo>
                  <a:cubicBezTo>
                    <a:pt x="23089" y="8520"/>
                    <a:pt x="23186" y="8617"/>
                    <a:pt x="23235" y="8741"/>
                  </a:cubicBezTo>
                  <a:cubicBezTo>
                    <a:pt x="23285" y="8833"/>
                    <a:pt x="23304" y="8939"/>
                    <a:pt x="23288" y="9043"/>
                  </a:cubicBezTo>
                  <a:cubicBezTo>
                    <a:pt x="22971" y="11333"/>
                    <a:pt x="22608" y="13624"/>
                    <a:pt x="22163" y="15892"/>
                  </a:cubicBezTo>
                  <a:cubicBezTo>
                    <a:pt x="21985" y="16798"/>
                    <a:pt x="21900" y="17189"/>
                    <a:pt x="21174" y="17189"/>
                  </a:cubicBezTo>
                  <a:cubicBezTo>
                    <a:pt x="21059" y="17189"/>
                    <a:pt x="20928" y="17179"/>
                    <a:pt x="20778" y="17160"/>
                  </a:cubicBezTo>
                  <a:cubicBezTo>
                    <a:pt x="16621" y="16632"/>
                    <a:pt x="12410" y="15928"/>
                    <a:pt x="8339" y="14933"/>
                  </a:cubicBezTo>
                  <a:cubicBezTo>
                    <a:pt x="8075" y="14868"/>
                    <a:pt x="7974" y="14604"/>
                    <a:pt x="8013" y="14360"/>
                  </a:cubicBezTo>
                  <a:cubicBezTo>
                    <a:pt x="8441" y="11734"/>
                    <a:pt x="8903" y="9113"/>
                    <a:pt x="9401" y="6498"/>
                  </a:cubicBezTo>
                  <a:cubicBezTo>
                    <a:pt x="9445" y="6262"/>
                    <a:pt x="9615" y="6164"/>
                    <a:pt x="9797" y="6164"/>
                  </a:cubicBezTo>
                  <a:cubicBezTo>
                    <a:pt x="9802" y="6164"/>
                    <a:pt x="9807" y="6164"/>
                    <a:pt x="9811" y="6164"/>
                  </a:cubicBezTo>
                  <a:cubicBezTo>
                    <a:pt x="9827" y="6163"/>
                    <a:pt x="9843" y="6162"/>
                    <a:pt x="9859" y="6162"/>
                  </a:cubicBezTo>
                  <a:close/>
                  <a:moveTo>
                    <a:pt x="9930" y="18661"/>
                  </a:moveTo>
                  <a:cubicBezTo>
                    <a:pt x="9954" y="18661"/>
                    <a:pt x="9980" y="18663"/>
                    <a:pt x="10006" y="18666"/>
                  </a:cubicBezTo>
                  <a:cubicBezTo>
                    <a:pt x="12869" y="19077"/>
                    <a:pt x="15718" y="19561"/>
                    <a:pt x="18568" y="20062"/>
                  </a:cubicBezTo>
                  <a:cubicBezTo>
                    <a:pt x="19123" y="20160"/>
                    <a:pt x="18930" y="20967"/>
                    <a:pt x="18412" y="20967"/>
                  </a:cubicBezTo>
                  <a:cubicBezTo>
                    <a:pt x="18382" y="20967"/>
                    <a:pt x="18351" y="20964"/>
                    <a:pt x="18319" y="20959"/>
                  </a:cubicBezTo>
                  <a:cubicBezTo>
                    <a:pt x="15471" y="20458"/>
                    <a:pt x="12622" y="19974"/>
                    <a:pt x="9758" y="19563"/>
                  </a:cubicBezTo>
                  <a:cubicBezTo>
                    <a:pt x="9193" y="19481"/>
                    <a:pt x="9400" y="18661"/>
                    <a:pt x="9930" y="18661"/>
                  </a:cubicBezTo>
                  <a:close/>
                  <a:moveTo>
                    <a:pt x="9449" y="22510"/>
                  </a:moveTo>
                  <a:cubicBezTo>
                    <a:pt x="9480" y="22510"/>
                    <a:pt x="9513" y="22513"/>
                    <a:pt x="9547" y="22520"/>
                  </a:cubicBezTo>
                  <a:cubicBezTo>
                    <a:pt x="12276" y="23041"/>
                    <a:pt x="14987" y="23670"/>
                    <a:pt x="17751" y="23972"/>
                  </a:cubicBezTo>
                  <a:cubicBezTo>
                    <a:pt x="18321" y="24034"/>
                    <a:pt x="18343" y="24905"/>
                    <a:pt x="17809" y="24905"/>
                  </a:cubicBezTo>
                  <a:cubicBezTo>
                    <a:pt x="17790" y="24905"/>
                    <a:pt x="17771" y="24904"/>
                    <a:pt x="17751" y="24902"/>
                  </a:cubicBezTo>
                  <a:cubicBezTo>
                    <a:pt x="14903" y="24590"/>
                    <a:pt x="12110" y="23953"/>
                    <a:pt x="9300" y="23416"/>
                  </a:cubicBezTo>
                  <a:cubicBezTo>
                    <a:pt x="8746" y="23312"/>
                    <a:pt x="8936" y="22510"/>
                    <a:pt x="9449" y="22510"/>
                  </a:cubicBezTo>
                  <a:close/>
                  <a:moveTo>
                    <a:pt x="6221" y="0"/>
                  </a:moveTo>
                  <a:cubicBezTo>
                    <a:pt x="4199" y="11009"/>
                    <a:pt x="1839" y="21954"/>
                    <a:pt x="0" y="32994"/>
                  </a:cubicBezTo>
                  <a:cubicBezTo>
                    <a:pt x="6672" y="34151"/>
                    <a:pt x="13388" y="35047"/>
                    <a:pt x="20069" y="36157"/>
                  </a:cubicBezTo>
                  <a:cubicBezTo>
                    <a:pt x="20081" y="36157"/>
                    <a:pt x="20089" y="36153"/>
                    <a:pt x="20103" y="36152"/>
                  </a:cubicBezTo>
                  <a:cubicBezTo>
                    <a:pt x="20118" y="36150"/>
                    <a:pt x="20133" y="36149"/>
                    <a:pt x="20148" y="36149"/>
                  </a:cubicBezTo>
                  <a:cubicBezTo>
                    <a:pt x="20221" y="36149"/>
                    <a:pt x="20294" y="36169"/>
                    <a:pt x="20359" y="36206"/>
                  </a:cubicBezTo>
                  <a:cubicBezTo>
                    <a:pt x="20877" y="36293"/>
                    <a:pt x="21395" y="36380"/>
                    <a:pt x="21913" y="36470"/>
                  </a:cubicBezTo>
                  <a:cubicBezTo>
                    <a:pt x="24007" y="25522"/>
                    <a:pt x="26025" y="14561"/>
                    <a:pt x="28120" y="3613"/>
                  </a:cubicBezTo>
                  <a:cubicBezTo>
                    <a:pt x="20907" y="1991"/>
                    <a:pt x="13574" y="764"/>
                    <a:pt x="622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3206600" y="3809550"/>
              <a:ext cx="207000" cy="842850"/>
            </a:xfrm>
            <a:custGeom>
              <a:rect b="b" l="l" r="r" t="t"/>
              <a:pathLst>
                <a:path extrusionOk="0" h="33714" w="8280">
                  <a:moveTo>
                    <a:pt x="8279" y="1"/>
                  </a:moveTo>
                  <a:lnTo>
                    <a:pt x="8279" y="1"/>
                  </a:lnTo>
                  <a:cubicBezTo>
                    <a:pt x="7298" y="205"/>
                    <a:pt x="6110" y="660"/>
                    <a:pt x="5878" y="1621"/>
                  </a:cubicBezTo>
                  <a:cubicBezTo>
                    <a:pt x="4617" y="8384"/>
                    <a:pt x="3386" y="15153"/>
                    <a:pt x="2185" y="21925"/>
                  </a:cubicBezTo>
                  <a:cubicBezTo>
                    <a:pt x="1645" y="24943"/>
                    <a:pt x="1111" y="27963"/>
                    <a:pt x="585" y="30983"/>
                  </a:cubicBezTo>
                  <a:cubicBezTo>
                    <a:pt x="442" y="31808"/>
                    <a:pt x="155" y="32779"/>
                    <a:pt x="0" y="33713"/>
                  </a:cubicBezTo>
                  <a:cubicBezTo>
                    <a:pt x="622" y="33297"/>
                    <a:pt x="1415" y="33042"/>
                    <a:pt x="2078" y="32916"/>
                  </a:cubicBezTo>
                  <a:cubicBezTo>
                    <a:pt x="3904" y="21900"/>
                    <a:pt x="6258" y="10981"/>
                    <a:pt x="8279"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3506700" y="3987550"/>
              <a:ext cx="333450" cy="227500"/>
            </a:xfrm>
            <a:custGeom>
              <a:rect b="b" l="l" r="r" t="t"/>
              <a:pathLst>
                <a:path extrusionOk="0" h="9100" w="13338">
                  <a:moveTo>
                    <a:pt x="1226" y="1"/>
                  </a:moveTo>
                  <a:cubicBezTo>
                    <a:pt x="790" y="2313"/>
                    <a:pt x="381" y="4631"/>
                    <a:pt x="1" y="6954"/>
                  </a:cubicBezTo>
                  <a:cubicBezTo>
                    <a:pt x="3629" y="7820"/>
                    <a:pt x="7347" y="8402"/>
                    <a:pt x="11034" y="8946"/>
                  </a:cubicBezTo>
                  <a:cubicBezTo>
                    <a:pt x="11342" y="8990"/>
                    <a:pt x="11705" y="8996"/>
                    <a:pt x="12007" y="9082"/>
                  </a:cubicBezTo>
                  <a:cubicBezTo>
                    <a:pt x="12046" y="9093"/>
                    <a:pt x="12087" y="9098"/>
                    <a:pt x="12128" y="9099"/>
                  </a:cubicBezTo>
                  <a:cubicBezTo>
                    <a:pt x="12158" y="9006"/>
                    <a:pt x="12196" y="8898"/>
                    <a:pt x="12206" y="8817"/>
                  </a:cubicBezTo>
                  <a:cubicBezTo>
                    <a:pt x="12252" y="8409"/>
                    <a:pt x="12365" y="8000"/>
                    <a:pt x="12438" y="7598"/>
                  </a:cubicBezTo>
                  <a:cubicBezTo>
                    <a:pt x="12770" y="5758"/>
                    <a:pt x="13072" y="3910"/>
                    <a:pt x="13338" y="2056"/>
                  </a:cubicBezTo>
                  <a:cubicBezTo>
                    <a:pt x="11637" y="1475"/>
                    <a:pt x="9566" y="1407"/>
                    <a:pt x="7835" y="1125"/>
                  </a:cubicBezTo>
                  <a:cubicBezTo>
                    <a:pt x="5635" y="768"/>
                    <a:pt x="3407" y="471"/>
                    <a:pt x="1226" y="1"/>
                  </a:cubicBezTo>
                  <a:close/>
                </a:path>
              </a:pathLst>
            </a:custGeom>
            <a:solidFill>
              <a:srgbClr val="FFFF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3"/>
            <p:cNvSpPr/>
            <p:nvPr/>
          </p:nvSpPr>
          <p:spPr>
            <a:xfrm>
              <a:off x="3200450" y="4654125"/>
              <a:ext cx="543725" cy="174175"/>
            </a:xfrm>
            <a:custGeom>
              <a:rect b="b" l="l" r="r" t="t"/>
              <a:pathLst>
                <a:path extrusionOk="0" h="6967" w="21749">
                  <a:moveTo>
                    <a:pt x="2710" y="0"/>
                  </a:moveTo>
                  <a:cubicBezTo>
                    <a:pt x="1950" y="95"/>
                    <a:pt x="396" y="545"/>
                    <a:pt x="151" y="1447"/>
                  </a:cubicBezTo>
                  <a:cubicBezTo>
                    <a:pt x="147" y="1478"/>
                    <a:pt x="140" y="1507"/>
                    <a:pt x="130" y="1536"/>
                  </a:cubicBezTo>
                  <a:cubicBezTo>
                    <a:pt x="1" y="2263"/>
                    <a:pt x="572" y="3238"/>
                    <a:pt x="1255" y="3405"/>
                  </a:cubicBezTo>
                  <a:lnTo>
                    <a:pt x="1257" y="3405"/>
                  </a:lnTo>
                  <a:cubicBezTo>
                    <a:pt x="4570" y="3828"/>
                    <a:pt x="7828" y="4543"/>
                    <a:pt x="11112" y="5140"/>
                  </a:cubicBezTo>
                  <a:cubicBezTo>
                    <a:pt x="11317" y="4470"/>
                    <a:pt x="11494" y="3788"/>
                    <a:pt x="11646" y="3095"/>
                  </a:cubicBezTo>
                  <a:cubicBezTo>
                    <a:pt x="11696" y="2861"/>
                    <a:pt x="11868" y="2762"/>
                    <a:pt x="12049" y="2762"/>
                  </a:cubicBezTo>
                  <a:cubicBezTo>
                    <a:pt x="12065" y="2762"/>
                    <a:pt x="12081" y="2763"/>
                    <a:pt x="12097" y="2764"/>
                  </a:cubicBezTo>
                  <a:cubicBezTo>
                    <a:pt x="12110" y="2763"/>
                    <a:pt x="12124" y="2763"/>
                    <a:pt x="12137" y="2763"/>
                  </a:cubicBezTo>
                  <a:cubicBezTo>
                    <a:pt x="12163" y="2763"/>
                    <a:pt x="12190" y="2765"/>
                    <a:pt x="12217" y="2769"/>
                  </a:cubicBezTo>
                  <a:lnTo>
                    <a:pt x="15131" y="3284"/>
                  </a:lnTo>
                  <a:cubicBezTo>
                    <a:pt x="15391" y="3330"/>
                    <a:pt x="15487" y="3531"/>
                    <a:pt x="15461" y="3734"/>
                  </a:cubicBezTo>
                  <a:cubicBezTo>
                    <a:pt x="15465" y="3775"/>
                    <a:pt x="15461" y="3816"/>
                    <a:pt x="15455" y="3855"/>
                  </a:cubicBezTo>
                  <a:cubicBezTo>
                    <a:pt x="15337" y="4496"/>
                    <a:pt x="15194" y="5121"/>
                    <a:pt x="15039" y="5738"/>
                  </a:cubicBezTo>
                  <a:cubicBezTo>
                    <a:pt x="17145" y="6047"/>
                    <a:pt x="19219" y="6560"/>
                    <a:pt x="21310" y="6967"/>
                  </a:cubicBezTo>
                  <a:cubicBezTo>
                    <a:pt x="20809" y="6028"/>
                    <a:pt x="20659" y="5108"/>
                    <a:pt x="21109" y="3966"/>
                  </a:cubicBezTo>
                  <a:cubicBezTo>
                    <a:pt x="21262" y="3574"/>
                    <a:pt x="21479" y="3252"/>
                    <a:pt x="21748" y="2996"/>
                  </a:cubicBezTo>
                  <a:cubicBezTo>
                    <a:pt x="15407" y="1970"/>
                    <a:pt x="9040" y="1106"/>
                    <a:pt x="2710"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3"/>
            <p:cNvSpPr/>
            <p:nvPr/>
          </p:nvSpPr>
          <p:spPr>
            <a:xfrm>
              <a:off x="3739325" y="4735450"/>
              <a:ext cx="61900" cy="101625"/>
            </a:xfrm>
            <a:custGeom>
              <a:rect b="b" l="l" r="r" t="t"/>
              <a:pathLst>
                <a:path extrusionOk="0" h="4065" w="2476">
                  <a:moveTo>
                    <a:pt x="1749" y="0"/>
                  </a:moveTo>
                  <a:cubicBezTo>
                    <a:pt x="892" y="97"/>
                    <a:pt x="483" y="720"/>
                    <a:pt x="258" y="1509"/>
                  </a:cubicBezTo>
                  <a:cubicBezTo>
                    <a:pt x="1" y="2415"/>
                    <a:pt x="471" y="3209"/>
                    <a:pt x="980" y="3939"/>
                  </a:cubicBezTo>
                  <a:cubicBezTo>
                    <a:pt x="1258" y="3985"/>
                    <a:pt x="1536" y="4024"/>
                    <a:pt x="1814" y="4065"/>
                  </a:cubicBezTo>
                  <a:cubicBezTo>
                    <a:pt x="2134" y="2773"/>
                    <a:pt x="2097" y="1401"/>
                    <a:pt x="2475" y="123"/>
                  </a:cubicBezTo>
                  <a:cubicBezTo>
                    <a:pt x="2233" y="82"/>
                    <a:pt x="1991" y="41"/>
                    <a:pt x="1749"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3443550" y="4747875"/>
              <a:ext cx="118300" cy="195975"/>
            </a:xfrm>
            <a:custGeom>
              <a:rect b="b" l="l" r="r" t="t"/>
              <a:pathLst>
                <a:path extrusionOk="0" h="7839" w="4732">
                  <a:moveTo>
                    <a:pt x="2723" y="1"/>
                  </a:moveTo>
                  <a:cubicBezTo>
                    <a:pt x="2162" y="2395"/>
                    <a:pt x="1323" y="4650"/>
                    <a:pt x="1" y="6698"/>
                  </a:cubicBezTo>
                  <a:cubicBezTo>
                    <a:pt x="458" y="6545"/>
                    <a:pt x="902" y="6364"/>
                    <a:pt x="1344" y="6070"/>
                  </a:cubicBezTo>
                  <a:cubicBezTo>
                    <a:pt x="1416" y="6021"/>
                    <a:pt x="1494" y="6000"/>
                    <a:pt x="1570" y="6000"/>
                  </a:cubicBezTo>
                  <a:cubicBezTo>
                    <a:pt x="1812" y="6000"/>
                    <a:pt x="2040" y="6216"/>
                    <a:pt x="2043" y="6470"/>
                  </a:cubicBezTo>
                  <a:cubicBezTo>
                    <a:pt x="2049" y="6954"/>
                    <a:pt x="2119" y="7397"/>
                    <a:pt x="2210" y="7839"/>
                  </a:cubicBezTo>
                  <a:cubicBezTo>
                    <a:pt x="3334" y="5420"/>
                    <a:pt x="4202" y="2995"/>
                    <a:pt x="4732" y="355"/>
                  </a:cubicBezTo>
                  <a:lnTo>
                    <a:pt x="2723" y="1"/>
                  </a:ln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4" name="Google Shape;3164;p73"/>
          <p:cNvGrpSpPr/>
          <p:nvPr/>
        </p:nvGrpSpPr>
        <p:grpSpPr>
          <a:xfrm>
            <a:off x="2435864" y="2578670"/>
            <a:ext cx="520148" cy="480922"/>
            <a:chOff x="4072075" y="1519650"/>
            <a:chExt cx="763800" cy="706200"/>
          </a:xfrm>
        </p:grpSpPr>
        <p:sp>
          <p:nvSpPr>
            <p:cNvPr id="3165" name="Google Shape;3165;p73"/>
            <p:cNvSpPr/>
            <p:nvPr/>
          </p:nvSpPr>
          <p:spPr>
            <a:xfrm>
              <a:off x="4426250" y="2101250"/>
              <a:ext cx="409625" cy="124600"/>
            </a:xfrm>
            <a:custGeom>
              <a:rect b="b" l="l" r="r" t="t"/>
              <a:pathLst>
                <a:path extrusionOk="0" h="4984" w="16385">
                  <a:moveTo>
                    <a:pt x="14363" y="798"/>
                  </a:moveTo>
                  <a:cubicBezTo>
                    <a:pt x="14945" y="798"/>
                    <a:pt x="14938" y="1710"/>
                    <a:pt x="14347" y="1729"/>
                  </a:cubicBezTo>
                  <a:cubicBezTo>
                    <a:pt x="10311" y="1848"/>
                    <a:pt x="6294" y="2175"/>
                    <a:pt x="2267" y="2451"/>
                  </a:cubicBezTo>
                  <a:cubicBezTo>
                    <a:pt x="2254" y="2452"/>
                    <a:pt x="2242" y="2453"/>
                    <a:pt x="2229" y="2453"/>
                  </a:cubicBezTo>
                  <a:cubicBezTo>
                    <a:pt x="1669" y="2453"/>
                    <a:pt x="1685" y="1561"/>
                    <a:pt x="2267" y="1521"/>
                  </a:cubicBezTo>
                  <a:cubicBezTo>
                    <a:pt x="6294" y="1246"/>
                    <a:pt x="10311" y="918"/>
                    <a:pt x="14347" y="798"/>
                  </a:cubicBezTo>
                  <a:cubicBezTo>
                    <a:pt x="14352" y="798"/>
                    <a:pt x="14357" y="798"/>
                    <a:pt x="14363" y="798"/>
                  </a:cubicBezTo>
                  <a:close/>
                  <a:moveTo>
                    <a:pt x="14475" y="2743"/>
                  </a:moveTo>
                  <a:cubicBezTo>
                    <a:pt x="15059" y="2743"/>
                    <a:pt x="15052" y="3656"/>
                    <a:pt x="14461" y="3673"/>
                  </a:cubicBezTo>
                  <a:cubicBezTo>
                    <a:pt x="10297" y="3787"/>
                    <a:pt x="6139" y="4021"/>
                    <a:pt x="1974" y="4099"/>
                  </a:cubicBezTo>
                  <a:cubicBezTo>
                    <a:pt x="1970" y="4099"/>
                    <a:pt x="1966" y="4099"/>
                    <a:pt x="1963" y="4099"/>
                  </a:cubicBezTo>
                  <a:cubicBezTo>
                    <a:pt x="1374" y="4099"/>
                    <a:pt x="1381" y="3181"/>
                    <a:pt x="1974" y="3169"/>
                  </a:cubicBezTo>
                  <a:cubicBezTo>
                    <a:pt x="6139" y="3090"/>
                    <a:pt x="10297" y="2857"/>
                    <a:pt x="14461" y="2743"/>
                  </a:cubicBezTo>
                  <a:cubicBezTo>
                    <a:pt x="14466" y="2743"/>
                    <a:pt x="14471" y="2743"/>
                    <a:pt x="14475" y="2743"/>
                  </a:cubicBezTo>
                  <a:close/>
                  <a:moveTo>
                    <a:pt x="16216" y="1"/>
                  </a:moveTo>
                  <a:lnTo>
                    <a:pt x="16216" y="1"/>
                  </a:lnTo>
                  <a:cubicBezTo>
                    <a:pt x="11293" y="285"/>
                    <a:pt x="6367" y="539"/>
                    <a:pt x="1446" y="829"/>
                  </a:cubicBezTo>
                  <a:cubicBezTo>
                    <a:pt x="1" y="1419"/>
                    <a:pt x="14" y="3868"/>
                    <a:pt x="916" y="4984"/>
                  </a:cubicBezTo>
                  <a:cubicBezTo>
                    <a:pt x="6071" y="4846"/>
                    <a:pt x="11228" y="4459"/>
                    <a:pt x="16385" y="4392"/>
                  </a:cubicBezTo>
                  <a:cubicBezTo>
                    <a:pt x="15545" y="3099"/>
                    <a:pt x="15480" y="1339"/>
                    <a:pt x="16216"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4144375" y="1733825"/>
              <a:ext cx="685000" cy="364775"/>
            </a:xfrm>
            <a:custGeom>
              <a:rect b="b" l="l" r="r" t="t"/>
              <a:pathLst>
                <a:path extrusionOk="0" h="14591" w="27400">
                  <a:moveTo>
                    <a:pt x="14762" y="2189"/>
                  </a:moveTo>
                  <a:cubicBezTo>
                    <a:pt x="15345" y="2189"/>
                    <a:pt x="15336" y="3102"/>
                    <a:pt x="14745" y="3119"/>
                  </a:cubicBezTo>
                  <a:cubicBezTo>
                    <a:pt x="11698" y="3206"/>
                    <a:pt x="8675" y="3549"/>
                    <a:pt x="5640" y="3821"/>
                  </a:cubicBezTo>
                  <a:cubicBezTo>
                    <a:pt x="5623" y="3823"/>
                    <a:pt x="5607" y="3824"/>
                    <a:pt x="5592" y="3824"/>
                  </a:cubicBezTo>
                  <a:cubicBezTo>
                    <a:pt x="5044" y="3824"/>
                    <a:pt x="5063" y="2942"/>
                    <a:pt x="5640" y="2891"/>
                  </a:cubicBezTo>
                  <a:cubicBezTo>
                    <a:pt x="8673" y="2620"/>
                    <a:pt x="11698" y="2277"/>
                    <a:pt x="14745" y="2189"/>
                  </a:cubicBezTo>
                  <a:cubicBezTo>
                    <a:pt x="14751" y="2189"/>
                    <a:pt x="14756" y="2189"/>
                    <a:pt x="14762" y="2189"/>
                  </a:cubicBezTo>
                  <a:close/>
                  <a:moveTo>
                    <a:pt x="14772" y="3819"/>
                  </a:moveTo>
                  <a:cubicBezTo>
                    <a:pt x="15345" y="3819"/>
                    <a:pt x="15333" y="4722"/>
                    <a:pt x="14745" y="4750"/>
                  </a:cubicBezTo>
                  <a:cubicBezTo>
                    <a:pt x="12518" y="4856"/>
                    <a:pt x="10308" y="4939"/>
                    <a:pt x="8095" y="5253"/>
                  </a:cubicBezTo>
                  <a:cubicBezTo>
                    <a:pt x="8069" y="5257"/>
                    <a:pt x="8044" y="5258"/>
                    <a:pt x="8019" y="5258"/>
                  </a:cubicBezTo>
                  <a:cubicBezTo>
                    <a:pt x="7489" y="5258"/>
                    <a:pt x="7285" y="4436"/>
                    <a:pt x="7848" y="4357"/>
                  </a:cubicBezTo>
                  <a:cubicBezTo>
                    <a:pt x="10142" y="4031"/>
                    <a:pt x="12434" y="3931"/>
                    <a:pt x="14745" y="3820"/>
                  </a:cubicBezTo>
                  <a:cubicBezTo>
                    <a:pt x="14755" y="3819"/>
                    <a:pt x="14764" y="3819"/>
                    <a:pt x="14772" y="3819"/>
                  </a:cubicBezTo>
                  <a:close/>
                  <a:moveTo>
                    <a:pt x="16080" y="5476"/>
                  </a:moveTo>
                  <a:cubicBezTo>
                    <a:pt x="16615" y="5476"/>
                    <a:pt x="16590" y="6348"/>
                    <a:pt x="16022" y="6408"/>
                  </a:cubicBezTo>
                  <a:cubicBezTo>
                    <a:pt x="13909" y="6637"/>
                    <a:pt x="11785" y="6736"/>
                    <a:pt x="9672" y="6962"/>
                  </a:cubicBezTo>
                  <a:cubicBezTo>
                    <a:pt x="9652" y="6964"/>
                    <a:pt x="9633" y="6966"/>
                    <a:pt x="9614" y="6966"/>
                  </a:cubicBezTo>
                  <a:cubicBezTo>
                    <a:pt x="9078" y="6966"/>
                    <a:pt x="9104" y="6094"/>
                    <a:pt x="9672" y="6034"/>
                  </a:cubicBezTo>
                  <a:cubicBezTo>
                    <a:pt x="11785" y="5805"/>
                    <a:pt x="13909" y="5706"/>
                    <a:pt x="16022" y="5480"/>
                  </a:cubicBezTo>
                  <a:cubicBezTo>
                    <a:pt x="16042" y="5477"/>
                    <a:pt x="16061" y="5476"/>
                    <a:pt x="16080" y="5476"/>
                  </a:cubicBezTo>
                  <a:close/>
                  <a:moveTo>
                    <a:pt x="14554" y="1"/>
                  </a:moveTo>
                  <a:cubicBezTo>
                    <a:pt x="11819" y="299"/>
                    <a:pt x="9074" y="517"/>
                    <a:pt x="6325" y="701"/>
                  </a:cubicBezTo>
                  <a:cubicBezTo>
                    <a:pt x="6311" y="704"/>
                    <a:pt x="6297" y="705"/>
                    <a:pt x="6283" y="705"/>
                  </a:cubicBezTo>
                  <a:cubicBezTo>
                    <a:pt x="6278" y="705"/>
                    <a:pt x="6272" y="705"/>
                    <a:pt x="6267" y="704"/>
                  </a:cubicBezTo>
                  <a:cubicBezTo>
                    <a:pt x="5146" y="779"/>
                    <a:pt x="4024" y="851"/>
                    <a:pt x="2901" y="917"/>
                  </a:cubicBezTo>
                  <a:cubicBezTo>
                    <a:pt x="2887" y="919"/>
                    <a:pt x="2874" y="921"/>
                    <a:pt x="2858" y="921"/>
                  </a:cubicBezTo>
                  <a:cubicBezTo>
                    <a:pt x="1906" y="977"/>
                    <a:pt x="953" y="1033"/>
                    <a:pt x="0" y="1091"/>
                  </a:cubicBezTo>
                  <a:cubicBezTo>
                    <a:pt x="4539" y="5330"/>
                    <a:pt x="8496" y="10129"/>
                    <a:pt x="12808" y="14590"/>
                  </a:cubicBezTo>
                  <a:cubicBezTo>
                    <a:pt x="17671" y="14306"/>
                    <a:pt x="22537" y="14054"/>
                    <a:pt x="27399" y="13774"/>
                  </a:cubicBezTo>
                  <a:cubicBezTo>
                    <a:pt x="22994" y="9294"/>
                    <a:pt x="18680" y="4742"/>
                    <a:pt x="14554"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4072075" y="1764375"/>
              <a:ext cx="369375" cy="422875"/>
            </a:xfrm>
            <a:custGeom>
              <a:rect b="b" l="l" r="r" t="t"/>
              <a:pathLst>
                <a:path extrusionOk="0" h="16915" w="14775">
                  <a:moveTo>
                    <a:pt x="1674" y="1"/>
                  </a:moveTo>
                  <a:cubicBezTo>
                    <a:pt x="0" y="640"/>
                    <a:pt x="234" y="2632"/>
                    <a:pt x="1255" y="3840"/>
                  </a:cubicBezTo>
                  <a:cubicBezTo>
                    <a:pt x="5336" y="8211"/>
                    <a:pt x="9363" y="12636"/>
                    <a:pt x="13542" y="16915"/>
                  </a:cubicBezTo>
                  <a:cubicBezTo>
                    <a:pt x="13440" y="15698"/>
                    <a:pt x="13842" y="14442"/>
                    <a:pt x="14774" y="13745"/>
                  </a:cubicBezTo>
                  <a:cubicBezTo>
                    <a:pt x="10391" y="9176"/>
                    <a:pt x="6357" y="4276"/>
                    <a:pt x="1674"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4176700" y="1519650"/>
              <a:ext cx="114250" cy="213775"/>
            </a:xfrm>
            <a:custGeom>
              <a:rect b="b" l="l" r="r" t="t"/>
              <a:pathLst>
                <a:path extrusionOk="0" h="8551" w="4570">
                  <a:moveTo>
                    <a:pt x="3680" y="1"/>
                  </a:moveTo>
                  <a:lnTo>
                    <a:pt x="3680" y="1"/>
                  </a:lnTo>
                  <a:cubicBezTo>
                    <a:pt x="3496" y="495"/>
                    <a:pt x="3270" y="992"/>
                    <a:pt x="2929" y="1277"/>
                  </a:cubicBezTo>
                  <a:cubicBezTo>
                    <a:pt x="2838" y="1352"/>
                    <a:pt x="2716" y="1418"/>
                    <a:pt x="2594" y="1418"/>
                  </a:cubicBezTo>
                  <a:cubicBezTo>
                    <a:pt x="2555" y="1418"/>
                    <a:pt x="2515" y="1412"/>
                    <a:pt x="2477" y="1396"/>
                  </a:cubicBezTo>
                  <a:cubicBezTo>
                    <a:pt x="2109" y="1250"/>
                    <a:pt x="1760" y="1015"/>
                    <a:pt x="1426" y="754"/>
                  </a:cubicBezTo>
                  <a:lnTo>
                    <a:pt x="1426" y="754"/>
                  </a:lnTo>
                  <a:cubicBezTo>
                    <a:pt x="1511" y="1696"/>
                    <a:pt x="1402" y="2634"/>
                    <a:pt x="1022" y="3545"/>
                  </a:cubicBezTo>
                  <a:cubicBezTo>
                    <a:pt x="635" y="4474"/>
                    <a:pt x="1" y="5233"/>
                    <a:pt x="211" y="6320"/>
                  </a:cubicBezTo>
                  <a:cubicBezTo>
                    <a:pt x="386" y="7233"/>
                    <a:pt x="940" y="8033"/>
                    <a:pt x="1698" y="8551"/>
                  </a:cubicBezTo>
                  <a:cubicBezTo>
                    <a:pt x="2421" y="8506"/>
                    <a:pt x="3144" y="8462"/>
                    <a:pt x="3868" y="8414"/>
                  </a:cubicBezTo>
                  <a:cubicBezTo>
                    <a:pt x="3116" y="7622"/>
                    <a:pt x="2460" y="6572"/>
                    <a:pt x="2380" y="5614"/>
                  </a:cubicBezTo>
                  <a:cubicBezTo>
                    <a:pt x="2213" y="3591"/>
                    <a:pt x="4570" y="1935"/>
                    <a:pt x="3680"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9" name="Google Shape;3169;p73"/>
          <p:cNvSpPr/>
          <p:nvPr/>
        </p:nvSpPr>
        <p:spPr>
          <a:xfrm>
            <a:off x="1127021" y="3287073"/>
            <a:ext cx="843453" cy="914277"/>
          </a:xfrm>
          <a:custGeom>
            <a:rect b="b" l="l" r="r" t="t"/>
            <a:pathLst>
              <a:path extrusionOk="0" h="53702" w="49542">
                <a:moveTo>
                  <a:pt x="28239" y="8674"/>
                </a:moveTo>
                <a:cubicBezTo>
                  <a:pt x="28326" y="8674"/>
                  <a:pt x="28417" y="8699"/>
                  <a:pt x="28505" y="8757"/>
                </a:cubicBezTo>
                <a:cubicBezTo>
                  <a:pt x="33413" y="11993"/>
                  <a:pt x="38309" y="15248"/>
                  <a:pt x="43192" y="18524"/>
                </a:cubicBezTo>
                <a:cubicBezTo>
                  <a:pt x="43601" y="18798"/>
                  <a:pt x="43280" y="19336"/>
                  <a:pt x="42878" y="19336"/>
                </a:cubicBezTo>
                <a:cubicBezTo>
                  <a:pt x="42790" y="19336"/>
                  <a:pt x="42699" y="19310"/>
                  <a:pt x="42611" y="19251"/>
                </a:cubicBezTo>
                <a:lnTo>
                  <a:pt x="42611" y="19250"/>
                </a:lnTo>
                <a:cubicBezTo>
                  <a:pt x="37723" y="15983"/>
                  <a:pt x="32828" y="12728"/>
                  <a:pt x="27924" y="9483"/>
                </a:cubicBezTo>
                <a:cubicBezTo>
                  <a:pt x="27513" y="9212"/>
                  <a:pt x="27836" y="8674"/>
                  <a:pt x="28239" y="8674"/>
                </a:cubicBezTo>
                <a:close/>
                <a:moveTo>
                  <a:pt x="25932" y="12125"/>
                </a:moveTo>
                <a:cubicBezTo>
                  <a:pt x="26019" y="12125"/>
                  <a:pt x="26109" y="12150"/>
                  <a:pt x="26197" y="12208"/>
                </a:cubicBezTo>
                <a:cubicBezTo>
                  <a:pt x="31107" y="15444"/>
                  <a:pt x="36002" y="18699"/>
                  <a:pt x="40884" y="21975"/>
                </a:cubicBezTo>
                <a:cubicBezTo>
                  <a:pt x="41294" y="22249"/>
                  <a:pt x="40973" y="22787"/>
                  <a:pt x="40571" y="22787"/>
                </a:cubicBezTo>
                <a:cubicBezTo>
                  <a:pt x="40484" y="22787"/>
                  <a:pt x="40393" y="22761"/>
                  <a:pt x="40305" y="22702"/>
                </a:cubicBezTo>
                <a:lnTo>
                  <a:pt x="40305" y="22701"/>
                </a:lnTo>
                <a:cubicBezTo>
                  <a:pt x="35417" y="19434"/>
                  <a:pt x="30521" y="16179"/>
                  <a:pt x="25618" y="12934"/>
                </a:cubicBezTo>
                <a:cubicBezTo>
                  <a:pt x="25207" y="12663"/>
                  <a:pt x="25529" y="12125"/>
                  <a:pt x="25932" y="12125"/>
                </a:cubicBezTo>
                <a:close/>
                <a:moveTo>
                  <a:pt x="23626" y="15576"/>
                </a:moveTo>
                <a:cubicBezTo>
                  <a:pt x="23713" y="15576"/>
                  <a:pt x="23804" y="15601"/>
                  <a:pt x="23892" y="15659"/>
                </a:cubicBezTo>
                <a:cubicBezTo>
                  <a:pt x="28800" y="18895"/>
                  <a:pt x="33696" y="22150"/>
                  <a:pt x="38578" y="25426"/>
                </a:cubicBezTo>
                <a:cubicBezTo>
                  <a:pt x="38987" y="25700"/>
                  <a:pt x="38667" y="26238"/>
                  <a:pt x="38266" y="26238"/>
                </a:cubicBezTo>
                <a:cubicBezTo>
                  <a:pt x="38178" y="26238"/>
                  <a:pt x="38087" y="26212"/>
                  <a:pt x="37999" y="26153"/>
                </a:cubicBezTo>
                <a:lnTo>
                  <a:pt x="37999" y="26152"/>
                </a:lnTo>
                <a:cubicBezTo>
                  <a:pt x="33110" y="22885"/>
                  <a:pt x="28215" y="19630"/>
                  <a:pt x="23312" y="16385"/>
                </a:cubicBezTo>
                <a:cubicBezTo>
                  <a:pt x="22900" y="16114"/>
                  <a:pt x="23223" y="15576"/>
                  <a:pt x="23626" y="15576"/>
                </a:cubicBezTo>
                <a:close/>
                <a:moveTo>
                  <a:pt x="21320" y="19027"/>
                </a:moveTo>
                <a:cubicBezTo>
                  <a:pt x="21407" y="19027"/>
                  <a:pt x="21498" y="19052"/>
                  <a:pt x="21586" y="19110"/>
                </a:cubicBezTo>
                <a:cubicBezTo>
                  <a:pt x="26494" y="22345"/>
                  <a:pt x="31388" y="25601"/>
                  <a:pt x="36271" y="28875"/>
                </a:cubicBezTo>
                <a:cubicBezTo>
                  <a:pt x="36681" y="29151"/>
                  <a:pt x="36360" y="29689"/>
                  <a:pt x="35958" y="29689"/>
                </a:cubicBezTo>
                <a:cubicBezTo>
                  <a:pt x="35871" y="29689"/>
                  <a:pt x="35780" y="29663"/>
                  <a:pt x="35692" y="29604"/>
                </a:cubicBezTo>
                <a:lnTo>
                  <a:pt x="35692" y="29603"/>
                </a:lnTo>
                <a:cubicBezTo>
                  <a:pt x="30804" y="26336"/>
                  <a:pt x="25908" y="23081"/>
                  <a:pt x="21005" y="19836"/>
                </a:cubicBezTo>
                <a:cubicBezTo>
                  <a:pt x="20594" y="19565"/>
                  <a:pt x="20916" y="19027"/>
                  <a:pt x="21320" y="19027"/>
                </a:cubicBezTo>
                <a:close/>
                <a:moveTo>
                  <a:pt x="19013" y="22478"/>
                </a:moveTo>
                <a:cubicBezTo>
                  <a:pt x="19100" y="22478"/>
                  <a:pt x="19190" y="22503"/>
                  <a:pt x="19278" y="22561"/>
                </a:cubicBezTo>
                <a:cubicBezTo>
                  <a:pt x="24186" y="25797"/>
                  <a:pt x="29083" y="29052"/>
                  <a:pt x="33965" y="32328"/>
                </a:cubicBezTo>
                <a:cubicBezTo>
                  <a:pt x="34374" y="32602"/>
                  <a:pt x="34054" y="33140"/>
                  <a:pt x="33652" y="33140"/>
                </a:cubicBezTo>
                <a:cubicBezTo>
                  <a:pt x="33565" y="33140"/>
                  <a:pt x="33474" y="33115"/>
                  <a:pt x="33386" y="33055"/>
                </a:cubicBezTo>
                <a:lnTo>
                  <a:pt x="33386" y="33054"/>
                </a:lnTo>
                <a:cubicBezTo>
                  <a:pt x="28496" y="29787"/>
                  <a:pt x="23602" y="26532"/>
                  <a:pt x="18699" y="23287"/>
                </a:cubicBezTo>
                <a:cubicBezTo>
                  <a:pt x="18287" y="23016"/>
                  <a:pt x="18609" y="22478"/>
                  <a:pt x="19013" y="22478"/>
                </a:cubicBezTo>
                <a:close/>
                <a:moveTo>
                  <a:pt x="16706" y="25929"/>
                </a:moveTo>
                <a:cubicBezTo>
                  <a:pt x="16793" y="25929"/>
                  <a:pt x="16884" y="25954"/>
                  <a:pt x="16972" y="26012"/>
                </a:cubicBezTo>
                <a:cubicBezTo>
                  <a:pt x="21881" y="29248"/>
                  <a:pt x="26775" y="32503"/>
                  <a:pt x="31659" y="35779"/>
                </a:cubicBezTo>
                <a:cubicBezTo>
                  <a:pt x="32068" y="36052"/>
                  <a:pt x="31746" y="36591"/>
                  <a:pt x="31344" y="36591"/>
                </a:cubicBezTo>
                <a:cubicBezTo>
                  <a:pt x="31257" y="36591"/>
                  <a:pt x="31166" y="36565"/>
                  <a:pt x="31078" y="36506"/>
                </a:cubicBezTo>
                <a:lnTo>
                  <a:pt x="31078" y="36505"/>
                </a:lnTo>
                <a:cubicBezTo>
                  <a:pt x="26191" y="33238"/>
                  <a:pt x="21294" y="29983"/>
                  <a:pt x="16391" y="26738"/>
                </a:cubicBezTo>
                <a:cubicBezTo>
                  <a:pt x="15980" y="26467"/>
                  <a:pt x="16302" y="25929"/>
                  <a:pt x="16706" y="25929"/>
                </a:cubicBezTo>
                <a:close/>
                <a:moveTo>
                  <a:pt x="14400" y="29380"/>
                </a:moveTo>
                <a:cubicBezTo>
                  <a:pt x="14486" y="29380"/>
                  <a:pt x="14577" y="29405"/>
                  <a:pt x="14665" y="29463"/>
                </a:cubicBezTo>
                <a:cubicBezTo>
                  <a:pt x="19573" y="32699"/>
                  <a:pt x="24469" y="35954"/>
                  <a:pt x="29354" y="39230"/>
                </a:cubicBezTo>
                <a:cubicBezTo>
                  <a:pt x="29761" y="39503"/>
                  <a:pt x="29441" y="40041"/>
                  <a:pt x="29039" y="40041"/>
                </a:cubicBezTo>
                <a:cubicBezTo>
                  <a:pt x="28951" y="40041"/>
                  <a:pt x="28859" y="40015"/>
                  <a:pt x="28771" y="39956"/>
                </a:cubicBezTo>
                <a:cubicBezTo>
                  <a:pt x="23883" y="36689"/>
                  <a:pt x="18989" y="33434"/>
                  <a:pt x="14086" y="30189"/>
                </a:cubicBezTo>
                <a:cubicBezTo>
                  <a:pt x="13673" y="29918"/>
                  <a:pt x="13996" y="29380"/>
                  <a:pt x="14400" y="29380"/>
                </a:cubicBezTo>
                <a:close/>
                <a:moveTo>
                  <a:pt x="12092" y="32831"/>
                </a:moveTo>
                <a:cubicBezTo>
                  <a:pt x="12179" y="32831"/>
                  <a:pt x="12270" y="32856"/>
                  <a:pt x="12357" y="32914"/>
                </a:cubicBezTo>
                <a:cubicBezTo>
                  <a:pt x="17267" y="36149"/>
                  <a:pt x="22162" y="39405"/>
                  <a:pt x="27046" y="42679"/>
                </a:cubicBezTo>
                <a:cubicBezTo>
                  <a:pt x="27453" y="42954"/>
                  <a:pt x="27133" y="43491"/>
                  <a:pt x="26731" y="43491"/>
                </a:cubicBezTo>
                <a:cubicBezTo>
                  <a:pt x="26644" y="43491"/>
                  <a:pt x="26553" y="43466"/>
                  <a:pt x="26465" y="43407"/>
                </a:cubicBezTo>
                <a:cubicBezTo>
                  <a:pt x="21577" y="40140"/>
                  <a:pt x="16681" y="36885"/>
                  <a:pt x="11778" y="33640"/>
                </a:cubicBezTo>
                <a:cubicBezTo>
                  <a:pt x="11367" y="33369"/>
                  <a:pt x="11689" y="32831"/>
                  <a:pt x="12092" y="32831"/>
                </a:cubicBezTo>
                <a:close/>
                <a:moveTo>
                  <a:pt x="9786" y="36282"/>
                </a:moveTo>
                <a:cubicBezTo>
                  <a:pt x="9873" y="36282"/>
                  <a:pt x="9964" y="36307"/>
                  <a:pt x="10052" y="36365"/>
                </a:cubicBezTo>
                <a:cubicBezTo>
                  <a:pt x="14960" y="39601"/>
                  <a:pt x="19856" y="42856"/>
                  <a:pt x="24739" y="46132"/>
                </a:cubicBezTo>
                <a:cubicBezTo>
                  <a:pt x="25147" y="46405"/>
                  <a:pt x="24827" y="46942"/>
                  <a:pt x="24425" y="46942"/>
                </a:cubicBezTo>
                <a:cubicBezTo>
                  <a:pt x="24337" y="46942"/>
                  <a:pt x="24246" y="46917"/>
                  <a:pt x="24157" y="46858"/>
                </a:cubicBezTo>
                <a:cubicBezTo>
                  <a:pt x="19270" y="43591"/>
                  <a:pt x="14375" y="40336"/>
                  <a:pt x="9471" y="37091"/>
                </a:cubicBezTo>
                <a:cubicBezTo>
                  <a:pt x="9060" y="36820"/>
                  <a:pt x="9383" y="36282"/>
                  <a:pt x="9786" y="36282"/>
                </a:cubicBezTo>
                <a:close/>
                <a:moveTo>
                  <a:pt x="24209" y="1"/>
                </a:moveTo>
                <a:cubicBezTo>
                  <a:pt x="23333" y="1357"/>
                  <a:pt x="22455" y="2710"/>
                  <a:pt x="21572" y="4060"/>
                </a:cubicBezTo>
                <a:cubicBezTo>
                  <a:pt x="21925" y="4294"/>
                  <a:pt x="22276" y="4527"/>
                  <a:pt x="22629" y="4762"/>
                </a:cubicBezTo>
                <a:cubicBezTo>
                  <a:pt x="23011" y="4405"/>
                  <a:pt x="23513" y="4219"/>
                  <a:pt x="24029" y="4219"/>
                </a:cubicBezTo>
                <a:cubicBezTo>
                  <a:pt x="24392" y="4219"/>
                  <a:pt x="24761" y="4311"/>
                  <a:pt x="25100" y="4500"/>
                </a:cubicBezTo>
                <a:cubicBezTo>
                  <a:pt x="25134" y="4515"/>
                  <a:pt x="25166" y="4532"/>
                  <a:pt x="25197" y="4554"/>
                </a:cubicBezTo>
                <a:cubicBezTo>
                  <a:pt x="25228" y="4573"/>
                  <a:pt x="25257" y="4595"/>
                  <a:pt x="25282" y="4621"/>
                </a:cubicBezTo>
                <a:cubicBezTo>
                  <a:pt x="26213" y="5345"/>
                  <a:pt x="26450" y="6691"/>
                  <a:pt x="25671" y="7634"/>
                </a:cubicBezTo>
                <a:cubicBezTo>
                  <a:pt x="25268" y="8119"/>
                  <a:pt x="24715" y="8349"/>
                  <a:pt x="24147" y="8349"/>
                </a:cubicBezTo>
                <a:cubicBezTo>
                  <a:pt x="23746" y="8349"/>
                  <a:pt x="23337" y="8235"/>
                  <a:pt x="22968" y="8016"/>
                </a:cubicBezTo>
                <a:cubicBezTo>
                  <a:pt x="22078" y="7489"/>
                  <a:pt x="21737" y="6502"/>
                  <a:pt x="22116" y="5533"/>
                </a:cubicBezTo>
                <a:cubicBezTo>
                  <a:pt x="21766" y="5299"/>
                  <a:pt x="21417" y="5067"/>
                  <a:pt x="21068" y="4836"/>
                </a:cubicBezTo>
                <a:cubicBezTo>
                  <a:pt x="20212" y="6141"/>
                  <a:pt x="19357" y="7445"/>
                  <a:pt x="18498" y="8747"/>
                </a:cubicBezTo>
                <a:cubicBezTo>
                  <a:pt x="18837" y="8972"/>
                  <a:pt x="19176" y="9197"/>
                  <a:pt x="19515" y="9422"/>
                </a:cubicBezTo>
                <a:cubicBezTo>
                  <a:pt x="19897" y="9065"/>
                  <a:pt x="20400" y="8879"/>
                  <a:pt x="20916" y="8879"/>
                </a:cubicBezTo>
                <a:cubicBezTo>
                  <a:pt x="21278" y="8879"/>
                  <a:pt x="21647" y="8971"/>
                  <a:pt x="21986" y="9161"/>
                </a:cubicBezTo>
                <a:cubicBezTo>
                  <a:pt x="22020" y="9174"/>
                  <a:pt x="22053" y="9193"/>
                  <a:pt x="22083" y="9214"/>
                </a:cubicBezTo>
                <a:cubicBezTo>
                  <a:pt x="22112" y="9234"/>
                  <a:pt x="22141" y="9256"/>
                  <a:pt x="22167" y="9280"/>
                </a:cubicBezTo>
                <a:cubicBezTo>
                  <a:pt x="23099" y="10006"/>
                  <a:pt x="23336" y="11352"/>
                  <a:pt x="22555" y="12295"/>
                </a:cubicBezTo>
                <a:cubicBezTo>
                  <a:pt x="22154" y="12780"/>
                  <a:pt x="21601" y="13010"/>
                  <a:pt x="21032" y="13010"/>
                </a:cubicBezTo>
                <a:cubicBezTo>
                  <a:pt x="20631" y="13010"/>
                  <a:pt x="20222" y="12896"/>
                  <a:pt x="19853" y="12677"/>
                </a:cubicBezTo>
                <a:cubicBezTo>
                  <a:pt x="18963" y="12148"/>
                  <a:pt x="18622" y="11163"/>
                  <a:pt x="19000" y="10192"/>
                </a:cubicBezTo>
                <a:cubicBezTo>
                  <a:pt x="18663" y="9967"/>
                  <a:pt x="18326" y="9744"/>
                  <a:pt x="17988" y="9520"/>
                </a:cubicBezTo>
                <a:cubicBezTo>
                  <a:pt x="17128" y="10821"/>
                  <a:pt x="16267" y="12123"/>
                  <a:pt x="15406" y="13423"/>
                </a:cubicBezTo>
                <a:cubicBezTo>
                  <a:pt x="15737" y="13643"/>
                  <a:pt x="16069" y="13863"/>
                  <a:pt x="16400" y="14083"/>
                </a:cubicBezTo>
                <a:cubicBezTo>
                  <a:pt x="16782" y="13726"/>
                  <a:pt x="17284" y="13540"/>
                  <a:pt x="17800" y="13540"/>
                </a:cubicBezTo>
                <a:cubicBezTo>
                  <a:pt x="18163" y="13540"/>
                  <a:pt x="18532" y="13632"/>
                  <a:pt x="18871" y="13822"/>
                </a:cubicBezTo>
                <a:cubicBezTo>
                  <a:pt x="18905" y="13835"/>
                  <a:pt x="18937" y="13854"/>
                  <a:pt x="18968" y="13875"/>
                </a:cubicBezTo>
                <a:cubicBezTo>
                  <a:pt x="18999" y="13893"/>
                  <a:pt x="19028" y="13916"/>
                  <a:pt x="19053" y="13941"/>
                </a:cubicBezTo>
                <a:cubicBezTo>
                  <a:pt x="19984" y="14665"/>
                  <a:pt x="20221" y="16012"/>
                  <a:pt x="19442" y="16956"/>
                </a:cubicBezTo>
                <a:cubicBezTo>
                  <a:pt x="19039" y="17441"/>
                  <a:pt x="18486" y="17671"/>
                  <a:pt x="17918" y="17671"/>
                </a:cubicBezTo>
                <a:cubicBezTo>
                  <a:pt x="17517" y="17671"/>
                  <a:pt x="17108" y="17557"/>
                  <a:pt x="16739" y="17338"/>
                </a:cubicBezTo>
                <a:cubicBezTo>
                  <a:pt x="15849" y="16809"/>
                  <a:pt x="15509" y="15824"/>
                  <a:pt x="15887" y="14853"/>
                </a:cubicBezTo>
                <a:cubicBezTo>
                  <a:pt x="15556" y="14633"/>
                  <a:pt x="15227" y="14415"/>
                  <a:pt x="14897" y="14195"/>
                </a:cubicBezTo>
                <a:cubicBezTo>
                  <a:pt x="14033" y="15495"/>
                  <a:pt x="13170" y="16796"/>
                  <a:pt x="12311" y="18098"/>
                </a:cubicBezTo>
                <a:cubicBezTo>
                  <a:pt x="12635" y="18312"/>
                  <a:pt x="12959" y="18527"/>
                  <a:pt x="13283" y="18744"/>
                </a:cubicBezTo>
                <a:cubicBezTo>
                  <a:pt x="13665" y="18386"/>
                  <a:pt x="14167" y="18200"/>
                  <a:pt x="14683" y="18200"/>
                </a:cubicBezTo>
                <a:cubicBezTo>
                  <a:pt x="15046" y="18200"/>
                  <a:pt x="15415" y="18292"/>
                  <a:pt x="15754" y="18481"/>
                </a:cubicBezTo>
                <a:cubicBezTo>
                  <a:pt x="15788" y="18496"/>
                  <a:pt x="15820" y="18513"/>
                  <a:pt x="15851" y="18536"/>
                </a:cubicBezTo>
                <a:cubicBezTo>
                  <a:pt x="15882" y="18554"/>
                  <a:pt x="15909" y="18577"/>
                  <a:pt x="15935" y="18602"/>
                </a:cubicBezTo>
                <a:cubicBezTo>
                  <a:pt x="16867" y="19326"/>
                  <a:pt x="17104" y="20673"/>
                  <a:pt x="16323" y="21615"/>
                </a:cubicBezTo>
                <a:cubicBezTo>
                  <a:pt x="15921" y="22101"/>
                  <a:pt x="15369" y="22330"/>
                  <a:pt x="14800" y="22330"/>
                </a:cubicBezTo>
                <a:cubicBezTo>
                  <a:pt x="14399" y="22330"/>
                  <a:pt x="13990" y="22216"/>
                  <a:pt x="13620" y="21997"/>
                </a:cubicBezTo>
                <a:cubicBezTo>
                  <a:pt x="12731" y="21470"/>
                  <a:pt x="12390" y="20484"/>
                  <a:pt x="12768" y="19514"/>
                </a:cubicBezTo>
                <a:cubicBezTo>
                  <a:pt x="12446" y="19299"/>
                  <a:pt x="12124" y="19084"/>
                  <a:pt x="11800" y="18870"/>
                </a:cubicBezTo>
                <a:cubicBezTo>
                  <a:pt x="10941" y="20172"/>
                  <a:pt x="10084" y="21475"/>
                  <a:pt x="9229" y="22779"/>
                </a:cubicBezTo>
                <a:cubicBezTo>
                  <a:pt x="9542" y="22987"/>
                  <a:pt x="9856" y="23195"/>
                  <a:pt x="10168" y="23403"/>
                </a:cubicBezTo>
                <a:cubicBezTo>
                  <a:pt x="10550" y="23047"/>
                  <a:pt x="11053" y="22860"/>
                  <a:pt x="11569" y="22860"/>
                </a:cubicBezTo>
                <a:cubicBezTo>
                  <a:pt x="11931" y="22860"/>
                  <a:pt x="12300" y="22952"/>
                  <a:pt x="12639" y="23142"/>
                </a:cubicBezTo>
                <a:cubicBezTo>
                  <a:pt x="12673" y="23157"/>
                  <a:pt x="12705" y="23174"/>
                  <a:pt x="12736" y="23197"/>
                </a:cubicBezTo>
                <a:cubicBezTo>
                  <a:pt x="12766" y="23215"/>
                  <a:pt x="12795" y="23238"/>
                  <a:pt x="12821" y="23261"/>
                </a:cubicBezTo>
                <a:cubicBezTo>
                  <a:pt x="13753" y="23986"/>
                  <a:pt x="13990" y="25334"/>
                  <a:pt x="13210" y="26276"/>
                </a:cubicBezTo>
                <a:cubicBezTo>
                  <a:pt x="12808" y="26762"/>
                  <a:pt x="12255" y="26991"/>
                  <a:pt x="11686" y="26991"/>
                </a:cubicBezTo>
                <a:cubicBezTo>
                  <a:pt x="11285" y="26991"/>
                  <a:pt x="10876" y="26877"/>
                  <a:pt x="10507" y="26658"/>
                </a:cubicBezTo>
                <a:cubicBezTo>
                  <a:pt x="9617" y="26131"/>
                  <a:pt x="9276" y="25145"/>
                  <a:pt x="9655" y="24173"/>
                </a:cubicBezTo>
                <a:cubicBezTo>
                  <a:pt x="9344" y="23967"/>
                  <a:pt x="9033" y="23761"/>
                  <a:pt x="8721" y="23553"/>
                </a:cubicBezTo>
                <a:cubicBezTo>
                  <a:pt x="7867" y="24858"/>
                  <a:pt x="7016" y="26165"/>
                  <a:pt x="6169" y="27476"/>
                </a:cubicBezTo>
                <a:cubicBezTo>
                  <a:pt x="6464" y="27672"/>
                  <a:pt x="6759" y="27868"/>
                  <a:pt x="7054" y="28064"/>
                </a:cubicBezTo>
                <a:cubicBezTo>
                  <a:pt x="7436" y="27708"/>
                  <a:pt x="7939" y="27521"/>
                  <a:pt x="8454" y="27521"/>
                </a:cubicBezTo>
                <a:cubicBezTo>
                  <a:pt x="8817" y="27521"/>
                  <a:pt x="9186" y="27613"/>
                  <a:pt x="9525" y="27803"/>
                </a:cubicBezTo>
                <a:cubicBezTo>
                  <a:pt x="9559" y="27817"/>
                  <a:pt x="9592" y="27835"/>
                  <a:pt x="9622" y="27856"/>
                </a:cubicBezTo>
                <a:cubicBezTo>
                  <a:pt x="9653" y="27875"/>
                  <a:pt x="9680" y="27897"/>
                  <a:pt x="9706" y="27922"/>
                </a:cubicBezTo>
                <a:cubicBezTo>
                  <a:pt x="10638" y="28647"/>
                  <a:pt x="10875" y="29993"/>
                  <a:pt x="10094" y="30935"/>
                </a:cubicBezTo>
                <a:cubicBezTo>
                  <a:pt x="9692" y="31421"/>
                  <a:pt x="9139" y="31651"/>
                  <a:pt x="8570" y="31651"/>
                </a:cubicBezTo>
                <a:cubicBezTo>
                  <a:pt x="8169" y="31651"/>
                  <a:pt x="7760" y="31537"/>
                  <a:pt x="7391" y="31319"/>
                </a:cubicBezTo>
                <a:cubicBezTo>
                  <a:pt x="6502" y="30791"/>
                  <a:pt x="6163" y="29804"/>
                  <a:pt x="6539" y="28834"/>
                </a:cubicBezTo>
                <a:cubicBezTo>
                  <a:pt x="6248" y="28640"/>
                  <a:pt x="5956" y="28446"/>
                  <a:pt x="5665" y="28253"/>
                </a:cubicBezTo>
                <a:cubicBezTo>
                  <a:pt x="4820" y="29564"/>
                  <a:pt x="3980" y="30878"/>
                  <a:pt x="3145" y="32195"/>
                </a:cubicBezTo>
                <a:cubicBezTo>
                  <a:pt x="3409" y="32372"/>
                  <a:pt x="3675" y="32548"/>
                  <a:pt x="3939" y="32725"/>
                </a:cubicBezTo>
                <a:cubicBezTo>
                  <a:pt x="4321" y="32368"/>
                  <a:pt x="4824" y="32181"/>
                  <a:pt x="5340" y="32181"/>
                </a:cubicBezTo>
                <a:cubicBezTo>
                  <a:pt x="5702" y="32181"/>
                  <a:pt x="6071" y="32273"/>
                  <a:pt x="6410" y="32462"/>
                </a:cubicBezTo>
                <a:cubicBezTo>
                  <a:pt x="6444" y="32478"/>
                  <a:pt x="6478" y="32497"/>
                  <a:pt x="6507" y="32517"/>
                </a:cubicBezTo>
                <a:cubicBezTo>
                  <a:pt x="6538" y="32536"/>
                  <a:pt x="6567" y="32558"/>
                  <a:pt x="6592" y="32583"/>
                </a:cubicBezTo>
                <a:cubicBezTo>
                  <a:pt x="7524" y="33308"/>
                  <a:pt x="7761" y="34654"/>
                  <a:pt x="6981" y="35596"/>
                </a:cubicBezTo>
                <a:cubicBezTo>
                  <a:pt x="6579" y="36082"/>
                  <a:pt x="6026" y="36312"/>
                  <a:pt x="5457" y="36312"/>
                </a:cubicBezTo>
                <a:cubicBezTo>
                  <a:pt x="5056" y="36312"/>
                  <a:pt x="4647" y="36197"/>
                  <a:pt x="4278" y="35978"/>
                </a:cubicBezTo>
                <a:cubicBezTo>
                  <a:pt x="3388" y="35452"/>
                  <a:pt x="3049" y="34465"/>
                  <a:pt x="3426" y="33495"/>
                </a:cubicBezTo>
                <a:cubicBezTo>
                  <a:pt x="3167" y="33321"/>
                  <a:pt x="2908" y="33149"/>
                  <a:pt x="2647" y="32977"/>
                </a:cubicBezTo>
                <a:cubicBezTo>
                  <a:pt x="1757" y="34385"/>
                  <a:pt x="874" y="35798"/>
                  <a:pt x="0" y="37214"/>
                </a:cubicBezTo>
                <a:cubicBezTo>
                  <a:pt x="8450" y="42712"/>
                  <a:pt x="16903" y="48208"/>
                  <a:pt x="25354" y="53702"/>
                </a:cubicBezTo>
                <a:cubicBezTo>
                  <a:pt x="26819" y="51512"/>
                  <a:pt x="28261" y="49303"/>
                  <a:pt x="29700" y="47095"/>
                </a:cubicBezTo>
                <a:cubicBezTo>
                  <a:pt x="36324" y="36924"/>
                  <a:pt x="42808" y="26653"/>
                  <a:pt x="49542" y="16554"/>
                </a:cubicBezTo>
                <a:cubicBezTo>
                  <a:pt x="40986" y="11202"/>
                  <a:pt x="32643" y="5533"/>
                  <a:pt x="24209" y="1"/>
                </a:cubicBezTo>
                <a:close/>
              </a:path>
            </a:pathLst>
          </a:custGeom>
          <a:solidFill>
            <a:schemeClr val="accent3"/>
          </a:solidFill>
          <a:ln cap="flat" cmpd="sng" w="9525">
            <a:solidFill>
              <a:schemeClr val="hlink"/>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0" name="Google Shape;3170;p73"/>
          <p:cNvGrpSpPr/>
          <p:nvPr/>
        </p:nvGrpSpPr>
        <p:grpSpPr>
          <a:xfrm>
            <a:off x="5003485" y="2783965"/>
            <a:ext cx="1212521" cy="849871"/>
            <a:chOff x="235850" y="1115550"/>
            <a:chExt cx="1780500" cy="1247975"/>
          </a:xfrm>
        </p:grpSpPr>
        <p:sp>
          <p:nvSpPr>
            <p:cNvPr id="3171" name="Google Shape;3171;p73"/>
            <p:cNvSpPr/>
            <p:nvPr/>
          </p:nvSpPr>
          <p:spPr>
            <a:xfrm>
              <a:off x="1915650" y="2283100"/>
              <a:ext cx="100700" cy="80425"/>
            </a:xfrm>
            <a:custGeom>
              <a:rect b="b" l="l" r="r" t="t"/>
              <a:pathLst>
                <a:path extrusionOk="0" h="3217" w="4028">
                  <a:moveTo>
                    <a:pt x="1618" y="0"/>
                  </a:moveTo>
                  <a:cubicBezTo>
                    <a:pt x="1197" y="791"/>
                    <a:pt x="638" y="1541"/>
                    <a:pt x="1" y="2139"/>
                  </a:cubicBezTo>
                  <a:cubicBezTo>
                    <a:pt x="1335" y="2531"/>
                    <a:pt x="2676" y="2897"/>
                    <a:pt x="4028" y="3216"/>
                  </a:cubicBezTo>
                  <a:cubicBezTo>
                    <a:pt x="3235" y="2134"/>
                    <a:pt x="2432" y="1062"/>
                    <a:pt x="1618"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3"/>
            <p:cNvSpPr/>
            <p:nvPr/>
          </p:nvSpPr>
          <p:spPr>
            <a:xfrm>
              <a:off x="1763925" y="2150750"/>
              <a:ext cx="176600" cy="179100"/>
            </a:xfrm>
            <a:custGeom>
              <a:rect b="b" l="l" r="r" t="t"/>
              <a:pathLst>
                <a:path extrusionOk="0" h="7164" w="7064">
                  <a:moveTo>
                    <a:pt x="3662" y="1"/>
                  </a:moveTo>
                  <a:cubicBezTo>
                    <a:pt x="2694" y="586"/>
                    <a:pt x="2371" y="950"/>
                    <a:pt x="2532" y="2106"/>
                  </a:cubicBezTo>
                  <a:cubicBezTo>
                    <a:pt x="2576" y="2429"/>
                    <a:pt x="2412" y="2656"/>
                    <a:pt x="2085" y="2695"/>
                  </a:cubicBezTo>
                  <a:cubicBezTo>
                    <a:pt x="1284" y="2787"/>
                    <a:pt x="367" y="3496"/>
                    <a:pt x="613" y="4400"/>
                  </a:cubicBezTo>
                  <a:cubicBezTo>
                    <a:pt x="694" y="4701"/>
                    <a:pt x="464" y="4974"/>
                    <a:pt x="166" y="4987"/>
                  </a:cubicBezTo>
                  <a:lnTo>
                    <a:pt x="1" y="5499"/>
                  </a:lnTo>
                  <a:cubicBezTo>
                    <a:pt x="1717" y="6068"/>
                    <a:pt x="3438" y="6635"/>
                    <a:pt x="5171" y="7164"/>
                  </a:cubicBezTo>
                  <a:cubicBezTo>
                    <a:pt x="5173" y="7063"/>
                    <a:pt x="5216" y="6959"/>
                    <a:pt x="5316" y="6867"/>
                  </a:cubicBezTo>
                  <a:cubicBezTo>
                    <a:pt x="6022" y="6230"/>
                    <a:pt x="6666" y="5359"/>
                    <a:pt x="7063" y="4475"/>
                  </a:cubicBezTo>
                  <a:cubicBezTo>
                    <a:pt x="5923" y="2988"/>
                    <a:pt x="4781" y="1504"/>
                    <a:pt x="3662"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3"/>
            <p:cNvSpPr/>
            <p:nvPr/>
          </p:nvSpPr>
          <p:spPr>
            <a:xfrm>
              <a:off x="235850" y="1115550"/>
              <a:ext cx="159800" cy="164125"/>
            </a:xfrm>
            <a:custGeom>
              <a:rect b="b" l="l" r="r" t="t"/>
              <a:pathLst>
                <a:path extrusionOk="0" h="6565" w="6392">
                  <a:moveTo>
                    <a:pt x="4571" y="0"/>
                  </a:moveTo>
                  <a:cubicBezTo>
                    <a:pt x="2482" y="0"/>
                    <a:pt x="1" y="4304"/>
                    <a:pt x="1449" y="5813"/>
                  </a:cubicBezTo>
                  <a:cubicBezTo>
                    <a:pt x="1807" y="6064"/>
                    <a:pt x="2167" y="6314"/>
                    <a:pt x="2526" y="6565"/>
                  </a:cubicBezTo>
                  <a:cubicBezTo>
                    <a:pt x="2663" y="4066"/>
                    <a:pt x="4244" y="2212"/>
                    <a:pt x="6391" y="936"/>
                  </a:cubicBezTo>
                  <a:cubicBezTo>
                    <a:pt x="6018" y="685"/>
                    <a:pt x="5647" y="433"/>
                    <a:pt x="5272" y="183"/>
                  </a:cubicBezTo>
                  <a:cubicBezTo>
                    <a:pt x="5048" y="57"/>
                    <a:pt x="4812" y="0"/>
                    <a:pt x="4571"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3"/>
            <p:cNvSpPr/>
            <p:nvPr/>
          </p:nvSpPr>
          <p:spPr>
            <a:xfrm>
              <a:off x="339050" y="1200500"/>
              <a:ext cx="1460575" cy="1026775"/>
            </a:xfrm>
            <a:custGeom>
              <a:rect b="b" l="l" r="r" t="t"/>
              <a:pathLst>
                <a:path extrusionOk="0" h="41071" w="58423">
                  <a:moveTo>
                    <a:pt x="682" y="0"/>
                  </a:moveTo>
                  <a:cubicBezTo>
                    <a:pt x="425" y="294"/>
                    <a:pt x="195" y="612"/>
                    <a:pt x="0" y="951"/>
                  </a:cubicBezTo>
                  <a:cubicBezTo>
                    <a:pt x="3644" y="3451"/>
                    <a:pt x="7284" y="5957"/>
                    <a:pt x="10919" y="8467"/>
                  </a:cubicBezTo>
                  <a:cubicBezTo>
                    <a:pt x="26373" y="19142"/>
                    <a:pt x="41978" y="29705"/>
                    <a:pt x="56940" y="41070"/>
                  </a:cubicBezTo>
                  <a:cubicBezTo>
                    <a:pt x="57262" y="40545"/>
                    <a:pt x="57807" y="40145"/>
                    <a:pt x="58422" y="39930"/>
                  </a:cubicBezTo>
                  <a:cubicBezTo>
                    <a:pt x="55714" y="37919"/>
                    <a:pt x="52926" y="36010"/>
                    <a:pt x="50162" y="34078"/>
                  </a:cubicBezTo>
                  <a:cubicBezTo>
                    <a:pt x="33757" y="22603"/>
                    <a:pt x="17346" y="11100"/>
                    <a:pt x="682" y="0"/>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3"/>
            <p:cNvSpPr/>
            <p:nvPr/>
          </p:nvSpPr>
          <p:spPr>
            <a:xfrm>
              <a:off x="372825" y="1153075"/>
              <a:ext cx="1464550" cy="1018300"/>
            </a:xfrm>
            <a:custGeom>
              <a:rect b="b" l="l" r="r" t="t"/>
              <a:pathLst>
                <a:path extrusionOk="0" h="40732" w="58582">
                  <a:moveTo>
                    <a:pt x="1759" y="1"/>
                  </a:moveTo>
                  <a:cubicBezTo>
                    <a:pt x="1729" y="28"/>
                    <a:pt x="1696" y="52"/>
                    <a:pt x="1662" y="70"/>
                  </a:cubicBezTo>
                  <a:cubicBezTo>
                    <a:pt x="1054" y="411"/>
                    <a:pt x="493" y="796"/>
                    <a:pt x="1" y="1228"/>
                  </a:cubicBezTo>
                  <a:cubicBezTo>
                    <a:pt x="3240" y="3392"/>
                    <a:pt x="6455" y="5596"/>
                    <a:pt x="9669" y="7796"/>
                  </a:cubicBezTo>
                  <a:cubicBezTo>
                    <a:pt x="19159" y="14290"/>
                    <a:pt x="28628" y="20816"/>
                    <a:pt x="38074" y="27374"/>
                  </a:cubicBezTo>
                  <a:cubicBezTo>
                    <a:pt x="44445" y="31791"/>
                    <a:pt x="50905" y="36121"/>
                    <a:pt x="57141" y="40731"/>
                  </a:cubicBezTo>
                  <a:cubicBezTo>
                    <a:pt x="57162" y="40644"/>
                    <a:pt x="57192" y="40561"/>
                    <a:pt x="57233" y="40481"/>
                  </a:cubicBezTo>
                  <a:cubicBezTo>
                    <a:pt x="57484" y="40002"/>
                    <a:pt x="58072" y="39581"/>
                    <a:pt x="58581" y="39262"/>
                  </a:cubicBezTo>
                  <a:cubicBezTo>
                    <a:pt x="55406" y="36958"/>
                    <a:pt x="52189" y="34707"/>
                    <a:pt x="48975" y="32459"/>
                  </a:cubicBezTo>
                  <a:cubicBezTo>
                    <a:pt x="33327" y="21514"/>
                    <a:pt x="17621" y="10631"/>
                    <a:pt x="1759"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3"/>
            <p:cNvSpPr/>
            <p:nvPr/>
          </p:nvSpPr>
          <p:spPr>
            <a:xfrm>
              <a:off x="321450" y="1245700"/>
              <a:ext cx="1433725" cy="1028300"/>
            </a:xfrm>
            <a:custGeom>
              <a:rect b="b" l="l" r="r" t="t"/>
              <a:pathLst>
                <a:path extrusionOk="0" h="41132" w="57349">
                  <a:moveTo>
                    <a:pt x="314" y="1"/>
                  </a:moveTo>
                  <a:cubicBezTo>
                    <a:pt x="101" y="609"/>
                    <a:pt x="0" y="1275"/>
                    <a:pt x="29" y="2005"/>
                  </a:cubicBezTo>
                  <a:cubicBezTo>
                    <a:pt x="3433" y="4380"/>
                    <a:pt x="6839" y="6751"/>
                    <a:pt x="10248" y="9116"/>
                  </a:cubicBezTo>
                  <a:cubicBezTo>
                    <a:pt x="25691" y="19836"/>
                    <a:pt x="41016" y="30801"/>
                    <a:pt x="56723" y="41132"/>
                  </a:cubicBezTo>
                  <a:cubicBezTo>
                    <a:pt x="56821" y="40813"/>
                    <a:pt x="57032" y="40538"/>
                    <a:pt x="57347" y="40387"/>
                  </a:cubicBezTo>
                  <a:cubicBezTo>
                    <a:pt x="57344" y="40324"/>
                    <a:pt x="57345" y="40259"/>
                    <a:pt x="57349" y="40198"/>
                  </a:cubicBezTo>
                  <a:cubicBezTo>
                    <a:pt x="53981" y="37641"/>
                    <a:pt x="50558" y="35158"/>
                    <a:pt x="47125" y="32691"/>
                  </a:cubicBezTo>
                  <a:cubicBezTo>
                    <a:pt x="31673" y="21581"/>
                    <a:pt x="16010" y="10761"/>
                    <a:pt x="314"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0" name="Shape 3180"/>
        <p:cNvGrpSpPr/>
        <p:nvPr/>
      </p:nvGrpSpPr>
      <p:grpSpPr>
        <a:xfrm>
          <a:off x="0" y="0"/>
          <a:ext cx="0" cy="0"/>
          <a:chOff x="0" y="0"/>
          <a:chExt cx="0" cy="0"/>
        </a:xfrm>
      </p:grpSpPr>
      <p:sp>
        <p:nvSpPr>
          <p:cNvPr id="3181" name="Google Shape;3181;p74"/>
          <p:cNvSpPr txBox="1"/>
          <p:nvPr>
            <p:ph type="title"/>
          </p:nvPr>
        </p:nvSpPr>
        <p:spPr>
          <a:xfrm>
            <a:off x="720000" y="807175"/>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600">
                <a:latin typeface="Patrick Hand"/>
                <a:ea typeface="Patrick Hand"/>
                <a:cs typeface="Patrick Hand"/>
                <a:sym typeface="Patrick Hand"/>
              </a:rPr>
              <a:t>RESOURCES</a:t>
            </a:r>
            <a:endParaRPr b="1" sz="3600">
              <a:latin typeface="Patrick Hand"/>
              <a:ea typeface="Patrick Hand"/>
              <a:cs typeface="Patrick Hand"/>
              <a:sym typeface="Patrick Hand"/>
            </a:endParaRPr>
          </a:p>
        </p:txBody>
      </p:sp>
      <p:sp>
        <p:nvSpPr>
          <p:cNvPr id="3182" name="Google Shape;3182;p74"/>
          <p:cNvSpPr txBox="1"/>
          <p:nvPr/>
        </p:nvSpPr>
        <p:spPr>
          <a:xfrm>
            <a:off x="720000" y="2057400"/>
            <a:ext cx="3680700" cy="255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atrick Hand"/>
                <a:ea typeface="Patrick Hand"/>
                <a:cs typeface="Patrick Hand"/>
                <a:sym typeface="Patrick Hand"/>
              </a:rPr>
              <a:t>VECTORS</a:t>
            </a:r>
            <a:endParaRPr b="1" sz="2000">
              <a:solidFill>
                <a:schemeClr val="dk1"/>
              </a:solidFill>
              <a:latin typeface="Patrick Hand"/>
              <a:ea typeface="Patrick Hand"/>
              <a:cs typeface="Patrick Hand"/>
              <a:sym typeface="Patrick Hand"/>
            </a:endParaRPr>
          </a:p>
          <a:p>
            <a:pPr indent="-311150" lvl="0" marL="457200" marR="50800" rtl="0" algn="l">
              <a:lnSpc>
                <a:spcPct val="100000"/>
              </a:lnSpc>
              <a:spcBef>
                <a:spcPts val="0"/>
              </a:spcBef>
              <a:spcAft>
                <a:spcPts val="0"/>
              </a:spcAft>
              <a:buSzPts val="1300"/>
              <a:buFont typeface="Barlow Medium"/>
              <a:buChar char="●"/>
            </a:pPr>
            <a:r>
              <a:rPr lang="en" sz="1300">
                <a:solidFill>
                  <a:schemeClr val="dk2"/>
                </a:solidFill>
                <a:uFill>
                  <a:noFill/>
                </a:uFill>
                <a:latin typeface="Barlow Medium"/>
                <a:ea typeface="Barlow Medium"/>
                <a:cs typeface="Barlow Medium"/>
                <a:sym typeface="Barlow Medium"/>
                <a:hlinkClick r:id="rId3">
                  <a:extLst>
                    <a:ext uri="{A12FA001-AC4F-418D-AE19-62706E023703}">
                      <ahyp:hlinkClr val="tx"/>
                    </a:ext>
                  </a:extLst>
                </a:hlinkClick>
              </a:rPr>
              <a:t>Confetti new year 2021 background</a:t>
            </a:r>
            <a:endParaRPr sz="1300">
              <a:solidFill>
                <a:schemeClr val="dk2"/>
              </a:solidFill>
              <a:latin typeface="Barlow Medium"/>
              <a:ea typeface="Barlow Medium"/>
              <a:cs typeface="Barlow Medium"/>
              <a:sym typeface="Barlow Medium"/>
            </a:endParaRPr>
          </a:p>
          <a:p>
            <a:pPr indent="-311150" lvl="0" marL="457200" marR="50800" rtl="0" algn="l">
              <a:lnSpc>
                <a:spcPct val="100000"/>
              </a:lnSpc>
              <a:spcBef>
                <a:spcPts val="0"/>
              </a:spcBef>
              <a:spcAft>
                <a:spcPts val="0"/>
              </a:spcAft>
              <a:buSzPts val="1300"/>
              <a:buFont typeface="Barlow Medium"/>
              <a:buChar char="●"/>
            </a:pPr>
            <a:r>
              <a:rPr lang="en" sz="1300">
                <a:solidFill>
                  <a:schemeClr val="dk2"/>
                </a:solidFill>
                <a:uFill>
                  <a:noFill/>
                </a:uFill>
                <a:latin typeface="Barlow Medium"/>
                <a:ea typeface="Barlow Medium"/>
                <a:cs typeface="Barlow Medium"/>
                <a:sym typeface="Barlow Medium"/>
                <a:hlinkClick r:id="rId4">
                  <a:extLst>
                    <a:ext uri="{A12FA001-AC4F-418D-AE19-62706E023703}">
                      <ahyp:hlinkClr val="tx"/>
                    </a:ext>
                  </a:extLst>
                </a:hlinkClick>
              </a:rPr>
              <a:t>Hand drawn back to school sales background</a:t>
            </a:r>
            <a:endParaRPr sz="1300">
              <a:solidFill>
                <a:schemeClr val="dk2"/>
              </a:solidFill>
              <a:latin typeface="Barlow Medium"/>
              <a:ea typeface="Barlow Medium"/>
              <a:cs typeface="Barlow Medium"/>
              <a:sym typeface="Barlow Medium"/>
            </a:endParaRPr>
          </a:p>
          <a:p>
            <a:pPr indent="-311150" lvl="0" marL="457200" marR="50800" rtl="0" algn="l">
              <a:lnSpc>
                <a:spcPct val="100000"/>
              </a:lnSpc>
              <a:spcBef>
                <a:spcPts val="0"/>
              </a:spcBef>
              <a:spcAft>
                <a:spcPts val="0"/>
              </a:spcAft>
              <a:buSzPts val="1300"/>
              <a:buFont typeface="Barlow Medium"/>
              <a:buChar char="●"/>
            </a:pPr>
            <a:r>
              <a:rPr lang="en" sz="1300">
                <a:solidFill>
                  <a:schemeClr val="dk2"/>
                </a:solidFill>
                <a:uFill>
                  <a:noFill/>
                </a:uFill>
                <a:latin typeface="Barlow Medium"/>
                <a:ea typeface="Barlow Medium"/>
                <a:cs typeface="Barlow Medium"/>
                <a:sym typeface="Barlow Medium"/>
                <a:hlinkClick r:id="rId5">
                  <a:extLst>
                    <a:ext uri="{A12FA001-AC4F-418D-AE19-62706E023703}">
                      <ahyp:hlinkClr val="tx"/>
                    </a:ext>
                  </a:extLst>
                </a:hlinkClick>
              </a:rPr>
              <a:t>Hand drawn back to school timetable template</a:t>
            </a:r>
            <a:endParaRPr sz="1300">
              <a:solidFill>
                <a:schemeClr val="dk2"/>
              </a:solidFill>
              <a:latin typeface="Barlow Medium"/>
              <a:ea typeface="Barlow Medium"/>
              <a:cs typeface="Barlow Medium"/>
              <a:sym typeface="Barlow Medium"/>
            </a:endParaRPr>
          </a:p>
          <a:p>
            <a:pPr indent="-311150" lvl="0" marL="457200" marR="50800" rtl="0" algn="l">
              <a:lnSpc>
                <a:spcPct val="100000"/>
              </a:lnSpc>
              <a:spcBef>
                <a:spcPts val="0"/>
              </a:spcBef>
              <a:spcAft>
                <a:spcPts val="0"/>
              </a:spcAft>
              <a:buSzPts val="1300"/>
              <a:buFont typeface="Barlow Medium"/>
              <a:buChar char="●"/>
            </a:pPr>
            <a:r>
              <a:rPr lang="en" sz="1300">
                <a:solidFill>
                  <a:schemeClr val="dk2"/>
                </a:solidFill>
                <a:uFill>
                  <a:noFill/>
                </a:uFill>
                <a:latin typeface="Barlow Medium"/>
                <a:ea typeface="Barlow Medium"/>
                <a:cs typeface="Barlow Medium"/>
                <a:sym typeface="Barlow Medium"/>
                <a:hlinkClick r:id="rId6">
                  <a:extLst>
                    <a:ext uri="{A12FA001-AC4F-418D-AE19-62706E023703}">
                      <ahyp:hlinkClr val="tx"/>
                    </a:ext>
                  </a:extLst>
                </a:hlinkClick>
              </a:rPr>
              <a:t>Hand drawn back to school timetable template</a:t>
            </a:r>
            <a:endParaRPr sz="1300">
              <a:solidFill>
                <a:schemeClr val="dk2"/>
              </a:solidFill>
              <a:latin typeface="Barlow Medium"/>
              <a:ea typeface="Barlow Medium"/>
              <a:cs typeface="Barlow Medium"/>
              <a:sym typeface="Barlow Medium"/>
            </a:endParaRPr>
          </a:p>
          <a:p>
            <a:pPr indent="-311150" lvl="0" marL="457200" marR="50800" rtl="0" algn="l">
              <a:lnSpc>
                <a:spcPct val="100000"/>
              </a:lnSpc>
              <a:spcBef>
                <a:spcPts val="0"/>
              </a:spcBef>
              <a:spcAft>
                <a:spcPts val="0"/>
              </a:spcAft>
              <a:buSzPts val="1300"/>
              <a:buFont typeface="Barlow Medium"/>
              <a:buChar char="●"/>
            </a:pPr>
            <a:r>
              <a:rPr lang="en" sz="1300">
                <a:solidFill>
                  <a:schemeClr val="dk2"/>
                </a:solidFill>
                <a:uFill>
                  <a:noFill/>
                </a:uFill>
                <a:latin typeface="Barlow Medium"/>
                <a:ea typeface="Barlow Medium"/>
                <a:cs typeface="Barlow Medium"/>
                <a:sym typeface="Barlow Medium"/>
                <a:hlinkClick r:id="rId7">
                  <a:extLst>
                    <a:ext uri="{A12FA001-AC4F-418D-AE19-62706E023703}">
                      <ahyp:hlinkClr val="tx"/>
                    </a:ext>
                  </a:extLst>
                </a:hlinkClick>
              </a:rPr>
              <a:t>Hand drawn back to school timetable template</a:t>
            </a:r>
            <a:endParaRPr b="1" sz="2000">
              <a:solidFill>
                <a:schemeClr val="dk1"/>
              </a:solidFill>
              <a:latin typeface="Patrick Hand"/>
              <a:ea typeface="Patrick Hand"/>
              <a:cs typeface="Patrick Hand"/>
              <a:sym typeface="Patrick Hand"/>
            </a:endParaRPr>
          </a:p>
          <a:p>
            <a:pPr indent="0" lvl="0" marL="0" rtl="0" algn="l">
              <a:spcBef>
                <a:spcPts val="0"/>
              </a:spcBef>
              <a:spcAft>
                <a:spcPts val="0"/>
              </a:spcAft>
              <a:buNone/>
            </a:pPr>
            <a:r>
              <a:t/>
            </a:r>
            <a:endParaRPr>
              <a:solidFill>
                <a:schemeClr val="hlink"/>
              </a:solidFill>
              <a:latin typeface="Lato"/>
              <a:ea typeface="Lato"/>
              <a:cs typeface="Lato"/>
              <a:sym typeface="Lato"/>
            </a:endParaRPr>
          </a:p>
          <a:p>
            <a:pPr indent="0" lvl="0" marL="0" rtl="0" algn="l">
              <a:spcBef>
                <a:spcPts val="1200"/>
              </a:spcBef>
              <a:spcAft>
                <a:spcPts val="1200"/>
              </a:spcAft>
              <a:buNone/>
            </a:pPr>
            <a:r>
              <a:t/>
            </a:r>
            <a:endParaRPr>
              <a:solidFill>
                <a:schemeClr val="hlink"/>
              </a:solidFill>
              <a:latin typeface="Lato"/>
              <a:ea typeface="Lato"/>
              <a:cs typeface="Lato"/>
              <a:sym typeface="Lato"/>
            </a:endParaRPr>
          </a:p>
        </p:txBody>
      </p:sp>
      <p:sp>
        <p:nvSpPr>
          <p:cNvPr id="3183" name="Google Shape;3183;p74"/>
          <p:cNvSpPr txBox="1"/>
          <p:nvPr/>
        </p:nvSpPr>
        <p:spPr>
          <a:xfrm>
            <a:off x="720000" y="1502200"/>
            <a:ext cx="7704000" cy="40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dk2"/>
                </a:solidFill>
                <a:latin typeface="Barlow Medium"/>
                <a:ea typeface="Barlow Medium"/>
                <a:cs typeface="Barlow Medium"/>
                <a:sym typeface="Barlow Medium"/>
              </a:rPr>
              <a:t>Did you like the resources on this template? Get them for free at our other websites.</a:t>
            </a:r>
            <a:endParaRPr sz="1300">
              <a:solidFill>
                <a:schemeClr val="hlink"/>
              </a:solidFill>
              <a:latin typeface="Barlow Medium"/>
              <a:ea typeface="Barlow Medium"/>
              <a:cs typeface="Barlow Medium"/>
              <a:sym typeface="Barlow Medium"/>
            </a:endParaRPr>
          </a:p>
        </p:txBody>
      </p:sp>
      <p:sp>
        <p:nvSpPr>
          <p:cNvPr id="3184" name="Google Shape;3184;p74"/>
          <p:cNvSpPr txBox="1"/>
          <p:nvPr/>
        </p:nvSpPr>
        <p:spPr>
          <a:xfrm>
            <a:off x="4705350" y="2057400"/>
            <a:ext cx="3680700" cy="255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b="1" lang="en" sz="2000">
                <a:solidFill>
                  <a:schemeClr val="dk1"/>
                </a:solidFill>
                <a:latin typeface="Patrick Hand"/>
                <a:ea typeface="Patrick Hand"/>
                <a:cs typeface="Patrick Hand"/>
                <a:sym typeface="Patrick Hand"/>
              </a:rPr>
              <a:t>PHOTOS</a:t>
            </a:r>
            <a:endParaRPr sz="2000">
              <a:solidFill>
                <a:schemeClr val="hlink"/>
              </a:solidFill>
              <a:latin typeface="Krona One"/>
              <a:ea typeface="Krona One"/>
              <a:cs typeface="Krona One"/>
              <a:sym typeface="Krona One"/>
            </a:endParaRPr>
          </a:p>
          <a:p>
            <a:pPr indent="-311150" lvl="0" marL="457200" marR="50800" rtl="0" algn="l">
              <a:spcBef>
                <a:spcPts val="0"/>
              </a:spcBef>
              <a:spcAft>
                <a:spcPts val="0"/>
              </a:spcAft>
              <a:buClr>
                <a:schemeClr val="hlink"/>
              </a:buClr>
              <a:buSzPts val="1300"/>
              <a:buFont typeface="Barlow Medium"/>
              <a:buChar char="●"/>
            </a:pPr>
            <a:r>
              <a:rPr lang="en" sz="1300">
                <a:solidFill>
                  <a:schemeClr val="dk2"/>
                </a:solidFill>
                <a:uFill>
                  <a:noFill/>
                </a:uFill>
                <a:latin typeface="Barlow Medium"/>
                <a:ea typeface="Barlow Medium"/>
                <a:cs typeface="Barlow Medium"/>
                <a:sym typeface="Barlow Medium"/>
                <a:hlinkClick r:id="rId8">
                  <a:extLst>
                    <a:ext uri="{A12FA001-AC4F-418D-AE19-62706E023703}">
                      <ahyp:hlinkClr val="tx"/>
                    </a:ext>
                  </a:extLst>
                </a:hlinkClick>
              </a:rPr>
              <a:t>Girl making calculations on blackboard</a:t>
            </a:r>
            <a:endParaRPr sz="1300">
              <a:solidFill>
                <a:schemeClr val="dk2"/>
              </a:solidFill>
              <a:latin typeface="Barlow Medium"/>
              <a:ea typeface="Barlow Medium"/>
              <a:cs typeface="Barlow Medium"/>
              <a:sym typeface="Barlow Medium"/>
            </a:endParaRPr>
          </a:p>
          <a:p>
            <a:pPr indent="-311150" lvl="0" marL="457200" marR="50800" rtl="0" algn="l">
              <a:spcBef>
                <a:spcPts val="0"/>
              </a:spcBef>
              <a:spcAft>
                <a:spcPts val="0"/>
              </a:spcAft>
              <a:buClr>
                <a:schemeClr val="hlink"/>
              </a:buClr>
              <a:buSzPts val="1300"/>
              <a:buFont typeface="Barlow Medium"/>
              <a:buChar char="●"/>
            </a:pPr>
            <a:r>
              <a:rPr lang="en" sz="1300">
                <a:solidFill>
                  <a:schemeClr val="dk2"/>
                </a:solidFill>
                <a:uFill>
                  <a:noFill/>
                </a:uFill>
                <a:latin typeface="Barlow Medium"/>
                <a:ea typeface="Barlow Medium"/>
                <a:cs typeface="Barlow Medium"/>
                <a:sym typeface="Barlow Medium"/>
                <a:hlinkClick r:id="rId9">
                  <a:extLst>
                    <a:ext uri="{A12FA001-AC4F-418D-AE19-62706E023703}">
                      <ahyp:hlinkClr val="tx"/>
                    </a:ext>
                  </a:extLst>
                </a:hlinkClick>
              </a:rPr>
              <a:t>Schoolgirl pointing up at blackboard</a:t>
            </a:r>
            <a:endParaRPr sz="2100">
              <a:solidFill>
                <a:schemeClr val="dk2"/>
              </a:solidFill>
              <a:latin typeface="Barlow Medium"/>
              <a:ea typeface="Barlow Medium"/>
              <a:cs typeface="Barlow Medium"/>
              <a:sym typeface="Barlow Medium"/>
            </a:endParaRPr>
          </a:p>
          <a:p>
            <a:pPr indent="-311150" lvl="0" marL="457200" marR="50800" rtl="0" algn="l">
              <a:spcBef>
                <a:spcPts val="0"/>
              </a:spcBef>
              <a:spcAft>
                <a:spcPts val="0"/>
              </a:spcAft>
              <a:buClr>
                <a:schemeClr val="dk2"/>
              </a:buClr>
              <a:buSzPts val="1300"/>
              <a:buFont typeface="Barlow Medium"/>
              <a:buChar char="●"/>
            </a:pPr>
            <a:r>
              <a:rPr lang="en" sz="1300">
                <a:solidFill>
                  <a:schemeClr val="dk2"/>
                </a:solidFill>
                <a:uFill>
                  <a:noFill/>
                </a:uFill>
                <a:latin typeface="Barlow Medium"/>
                <a:ea typeface="Barlow Medium"/>
                <a:cs typeface="Barlow Medium"/>
                <a:sym typeface="Barlow Medium"/>
                <a:hlinkClick r:id="rId10">
                  <a:extLst>
                    <a:ext uri="{A12FA001-AC4F-418D-AE19-62706E023703}">
                      <ahyp:hlinkClr val="tx"/>
                    </a:ext>
                  </a:extLst>
                </a:hlinkClick>
              </a:rPr>
              <a:t>Senior professor sitting at desk in lecture room</a:t>
            </a:r>
            <a:endParaRPr sz="1300">
              <a:solidFill>
                <a:schemeClr val="dk2"/>
              </a:solidFill>
              <a:latin typeface="Barlow Medium"/>
              <a:ea typeface="Barlow Medium"/>
              <a:cs typeface="Barlow Medium"/>
              <a:sym typeface="Barlow Medium"/>
            </a:endParaRPr>
          </a:p>
          <a:p>
            <a:pPr indent="-311150" lvl="0" marL="457200" marR="50800" rtl="0" algn="l">
              <a:spcBef>
                <a:spcPts val="0"/>
              </a:spcBef>
              <a:spcAft>
                <a:spcPts val="0"/>
              </a:spcAft>
              <a:buClr>
                <a:schemeClr val="dk2"/>
              </a:buClr>
              <a:buSzPts val="1300"/>
              <a:buFont typeface="Barlow Medium"/>
              <a:buChar char="●"/>
            </a:pPr>
            <a:r>
              <a:rPr lang="en" sz="1300">
                <a:solidFill>
                  <a:schemeClr val="dk2"/>
                </a:solidFill>
                <a:uFill>
                  <a:noFill/>
                </a:uFill>
                <a:latin typeface="Barlow Medium"/>
                <a:ea typeface="Barlow Medium"/>
                <a:cs typeface="Barlow Medium"/>
                <a:sym typeface="Barlow Medium"/>
                <a:hlinkClick r:id="rId11">
                  <a:extLst>
                    <a:ext uri="{A12FA001-AC4F-418D-AE19-62706E023703}">
                      <ahyp:hlinkClr val="tx"/>
                    </a:ext>
                  </a:extLst>
                </a:hlinkClick>
              </a:rPr>
              <a:t>Woman teaching students in english class online</a:t>
            </a:r>
            <a:endParaRPr>
              <a:solidFill>
                <a:schemeClr val="hlink"/>
              </a:solidFill>
              <a:latin typeface="Anaheim"/>
              <a:ea typeface="Anaheim"/>
              <a:cs typeface="Anaheim"/>
              <a:sym typeface="Anaheim"/>
            </a:endParaRPr>
          </a:p>
          <a:p>
            <a:pPr indent="0" lvl="0" marL="0" marR="50800" rtl="0" algn="l">
              <a:spcBef>
                <a:spcPts val="0"/>
              </a:spcBef>
              <a:spcAft>
                <a:spcPts val="0"/>
              </a:spcAft>
              <a:buNone/>
            </a:pPr>
            <a:r>
              <a:t/>
            </a:r>
            <a:endParaRPr>
              <a:solidFill>
                <a:schemeClr val="hlink"/>
              </a:solidFill>
              <a:latin typeface="Anaheim"/>
              <a:ea typeface="Anaheim"/>
              <a:cs typeface="Anaheim"/>
              <a:sym typeface="Anaheim"/>
            </a:endParaRPr>
          </a:p>
          <a:p>
            <a:pPr indent="0" lvl="0" marL="0" rtl="0" algn="l">
              <a:spcBef>
                <a:spcPts val="0"/>
              </a:spcBef>
              <a:spcAft>
                <a:spcPts val="0"/>
              </a:spcAft>
              <a:buNone/>
            </a:pPr>
            <a:r>
              <a:rPr b="1" lang="en" sz="2000">
                <a:solidFill>
                  <a:schemeClr val="dk1"/>
                </a:solidFill>
                <a:latin typeface="Patrick Hand"/>
                <a:ea typeface="Patrick Hand"/>
                <a:cs typeface="Patrick Hand"/>
                <a:sym typeface="Patrick Hand"/>
              </a:rPr>
              <a:t>ICONS</a:t>
            </a:r>
            <a:endParaRPr b="1" sz="2000">
              <a:solidFill>
                <a:schemeClr val="dk1"/>
              </a:solidFill>
              <a:latin typeface="Patrick Hand"/>
              <a:ea typeface="Patrick Hand"/>
              <a:cs typeface="Patrick Hand"/>
              <a:sym typeface="Patrick Hand"/>
            </a:endParaRPr>
          </a:p>
          <a:p>
            <a:pPr indent="-311150" lvl="0" marL="457200" rtl="0" algn="l">
              <a:lnSpc>
                <a:spcPct val="100000"/>
              </a:lnSpc>
              <a:spcBef>
                <a:spcPts val="0"/>
              </a:spcBef>
              <a:spcAft>
                <a:spcPts val="0"/>
              </a:spcAft>
              <a:buClr>
                <a:schemeClr val="dk2"/>
              </a:buClr>
              <a:buSzPts val="1300"/>
              <a:buFont typeface="Barlow Medium"/>
              <a:buChar char="●"/>
            </a:pPr>
            <a:r>
              <a:rPr lang="en" sz="1300">
                <a:solidFill>
                  <a:schemeClr val="hlink"/>
                </a:solidFill>
                <a:uFill>
                  <a:noFill/>
                </a:uFill>
                <a:latin typeface="Barlow Medium"/>
                <a:ea typeface="Barlow Medium"/>
                <a:cs typeface="Barlow Medium"/>
                <a:sym typeface="Barlow Medium"/>
                <a:hlinkClick r:id="rId12"/>
              </a:rPr>
              <a:t>Icon Pack: Maths Lineal color</a:t>
            </a:r>
            <a:endParaRPr sz="1300">
              <a:solidFill>
                <a:schemeClr val="dk2"/>
              </a:solidFill>
              <a:latin typeface="Barlow Medium"/>
              <a:ea typeface="Barlow Medium"/>
              <a:cs typeface="Barlow Medium"/>
              <a:sym typeface="Barlow Medium"/>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88" name="Shape 3188"/>
        <p:cNvGrpSpPr/>
        <p:nvPr/>
      </p:nvGrpSpPr>
      <p:grpSpPr>
        <a:xfrm>
          <a:off x="0" y="0"/>
          <a:ext cx="0" cy="0"/>
          <a:chOff x="0" y="0"/>
          <a:chExt cx="0" cy="0"/>
        </a:xfrm>
      </p:grpSpPr>
      <p:sp>
        <p:nvSpPr>
          <p:cNvPr id="3189" name="Google Shape;3189;p75"/>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190" name="Google Shape;3190;p75"/>
          <p:cNvSpPr txBox="1"/>
          <p:nvPr/>
        </p:nvSpPr>
        <p:spPr>
          <a:xfrm>
            <a:off x="720000" y="1188000"/>
            <a:ext cx="77040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94" name="Shape 3194"/>
        <p:cNvGrpSpPr/>
        <p:nvPr/>
      </p:nvGrpSpPr>
      <p:grpSpPr>
        <a:xfrm>
          <a:off x="0" y="0"/>
          <a:ext cx="0" cy="0"/>
          <a:chOff x="0" y="0"/>
          <a:chExt cx="0" cy="0"/>
        </a:xfrm>
      </p:grpSpPr>
      <p:sp>
        <p:nvSpPr>
          <p:cNvPr id="3195" name="Google Shape;3195;p76"/>
          <p:cNvSpPr txBox="1"/>
          <p:nvPr/>
        </p:nvSpPr>
        <p:spPr>
          <a:xfrm>
            <a:off x="720000" y="1188000"/>
            <a:ext cx="77040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ctr">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3196" name="Google Shape;3196;p76"/>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00" name="Shape 3200"/>
        <p:cNvGrpSpPr/>
        <p:nvPr/>
      </p:nvGrpSpPr>
      <p:grpSpPr>
        <a:xfrm>
          <a:off x="0" y="0"/>
          <a:ext cx="0" cy="0"/>
          <a:chOff x="0" y="0"/>
          <a:chExt cx="0" cy="0"/>
        </a:xfrm>
      </p:grpSpPr>
      <p:sp>
        <p:nvSpPr>
          <p:cNvPr id="3201" name="Google Shape;3201;p77"/>
          <p:cNvSpPr txBox="1"/>
          <p:nvPr/>
        </p:nvSpPr>
        <p:spPr>
          <a:xfrm>
            <a:off x="720000" y="1188000"/>
            <a:ext cx="7704000" cy="1723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lnSpc>
                <a:spcPct val="115000"/>
              </a:lnSpc>
              <a:spcBef>
                <a:spcPts val="1000"/>
              </a:spcBef>
              <a:spcAft>
                <a:spcPts val="0"/>
              </a:spcAft>
              <a:buNone/>
            </a:pPr>
            <a:r>
              <a:rPr b="1" lang="en" sz="1100">
                <a:solidFill>
                  <a:schemeClr val="lt1"/>
                </a:solidFill>
              </a:rPr>
              <a:t>Patrick Hand</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https://fonts.google.com/specimen/Patrick+Hand</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chemeClr val="lt1"/>
                </a:solidFill>
              </a:rPr>
              <a:t>Barlow</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https://fonts.google.com/specimen/Barlow</a:t>
            </a:r>
            <a:r>
              <a:rPr lang="en" sz="1100">
                <a:solidFill>
                  <a:schemeClr val="lt1"/>
                </a:solidFill>
              </a:rPr>
              <a:t>)</a:t>
            </a:r>
            <a:endParaRPr b="1" sz="1100">
              <a:solidFill>
                <a:schemeClr val="lt1"/>
              </a:solidFill>
            </a:endParaRPr>
          </a:p>
        </p:txBody>
      </p:sp>
      <p:sp>
        <p:nvSpPr>
          <p:cNvPr id="3202" name="Google Shape;3202;p77"/>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3203" name="Google Shape;3203;p77"/>
          <p:cNvSpPr/>
          <p:nvPr/>
        </p:nvSpPr>
        <p:spPr>
          <a:xfrm>
            <a:off x="2052650" y="2947175"/>
            <a:ext cx="791400" cy="754200"/>
          </a:xfrm>
          <a:prstGeom prst="roundRect">
            <a:avLst>
              <a:gd fmla="val 16667" name="adj"/>
            </a:avLst>
          </a:prstGeom>
          <a:solidFill>
            <a:srgbClr val="2C2C7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7"/>
          <p:cNvSpPr/>
          <p:nvPr/>
        </p:nvSpPr>
        <p:spPr>
          <a:xfrm>
            <a:off x="3114470" y="2947175"/>
            <a:ext cx="791400" cy="754200"/>
          </a:xfrm>
          <a:prstGeom prst="roundRect">
            <a:avLst>
              <a:gd fmla="val 16667" name="adj"/>
            </a:avLst>
          </a:prstGeom>
          <a:solidFill>
            <a:srgbClr val="AEB4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7"/>
          <p:cNvSpPr/>
          <p:nvPr/>
        </p:nvSpPr>
        <p:spPr>
          <a:xfrm>
            <a:off x="4176289" y="2947175"/>
            <a:ext cx="791400" cy="754200"/>
          </a:xfrm>
          <a:prstGeom prst="roundRect">
            <a:avLst>
              <a:gd fmla="val 16667" name="adj"/>
            </a:avLst>
          </a:prstGeom>
          <a:solidFill>
            <a:srgbClr val="19164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7"/>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#2c2c75</a:t>
            </a:r>
            <a:endParaRPr sz="1000">
              <a:solidFill>
                <a:srgbClr val="FFFFFF"/>
              </a:solidFill>
            </a:endParaRPr>
          </a:p>
        </p:txBody>
      </p:sp>
      <p:sp>
        <p:nvSpPr>
          <p:cNvPr id="3207" name="Google Shape;3207;p77"/>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#aeb4ff</a:t>
            </a:r>
            <a:endParaRPr sz="1000">
              <a:solidFill>
                <a:srgbClr val="FFFFFF"/>
              </a:solidFill>
            </a:endParaRPr>
          </a:p>
        </p:txBody>
      </p:sp>
      <p:sp>
        <p:nvSpPr>
          <p:cNvPr id="3208" name="Google Shape;3208;p77"/>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#19164b</a:t>
            </a:r>
            <a:endParaRPr sz="1000">
              <a:solidFill>
                <a:srgbClr val="FFFFFF"/>
              </a:solidFill>
            </a:endParaRPr>
          </a:p>
        </p:txBody>
      </p:sp>
      <p:sp>
        <p:nvSpPr>
          <p:cNvPr id="3209" name="Google Shape;3209;p77"/>
          <p:cNvSpPr/>
          <p:nvPr/>
        </p:nvSpPr>
        <p:spPr>
          <a:xfrm>
            <a:off x="5238125" y="2947175"/>
            <a:ext cx="791400" cy="754200"/>
          </a:xfrm>
          <a:prstGeom prst="roundRect">
            <a:avLst>
              <a:gd fmla="val 16667" name="adj"/>
            </a:avLst>
          </a:prstGeom>
          <a:solidFill>
            <a:srgbClr val="FFBD3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7"/>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#ffbd39</a:t>
            </a:r>
            <a:endParaRPr sz="1000">
              <a:solidFill>
                <a:srgbClr val="FFFFFF"/>
              </a:solidFill>
            </a:endParaRPr>
          </a:p>
        </p:txBody>
      </p:sp>
      <p:sp>
        <p:nvSpPr>
          <p:cNvPr id="3211" name="Google Shape;3211;p77"/>
          <p:cNvSpPr/>
          <p:nvPr/>
        </p:nvSpPr>
        <p:spPr>
          <a:xfrm>
            <a:off x="3645388" y="3878275"/>
            <a:ext cx="791400" cy="754200"/>
          </a:xfrm>
          <a:prstGeom prst="roundRect">
            <a:avLst>
              <a:gd fmla="val 16667" name="adj"/>
            </a:avLst>
          </a:prstGeom>
          <a:solidFill>
            <a:srgbClr val="B0EF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7"/>
          <p:cNvSpPr/>
          <p:nvPr/>
        </p:nvSpPr>
        <p:spPr>
          <a:xfrm>
            <a:off x="4707207"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7"/>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#b0efde</a:t>
            </a:r>
            <a:endParaRPr sz="1000">
              <a:solidFill>
                <a:schemeClr val="dk1"/>
              </a:solidFill>
            </a:endParaRPr>
          </a:p>
        </p:txBody>
      </p:sp>
      <p:sp>
        <p:nvSpPr>
          <p:cNvPr id="3214" name="Google Shape;3214;p77"/>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3215" name="Google Shape;3215;p77"/>
          <p:cNvSpPr/>
          <p:nvPr/>
        </p:nvSpPr>
        <p:spPr>
          <a:xfrm>
            <a:off x="6299950" y="2947175"/>
            <a:ext cx="791400" cy="754200"/>
          </a:xfrm>
          <a:prstGeom prst="roundRect">
            <a:avLst>
              <a:gd fmla="val 16667" name="adj"/>
            </a:avLst>
          </a:prstGeom>
          <a:solidFill>
            <a:srgbClr val="FF92A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7"/>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#ff92af</a:t>
            </a:r>
            <a:endParaRPr sz="10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20" name="Shape 3220"/>
        <p:cNvGrpSpPr/>
        <p:nvPr/>
      </p:nvGrpSpPr>
      <p:grpSpPr>
        <a:xfrm>
          <a:off x="0" y="0"/>
          <a:ext cx="0" cy="0"/>
          <a:chOff x="0" y="0"/>
          <a:chExt cx="0" cy="0"/>
        </a:xfrm>
      </p:grpSpPr>
      <p:sp>
        <p:nvSpPr>
          <p:cNvPr id="3221" name="Google Shape;3221;p78"/>
          <p:cNvSpPr txBox="1"/>
          <p:nvPr/>
        </p:nvSpPr>
        <p:spPr>
          <a:xfrm>
            <a:off x="1498100" y="1188000"/>
            <a:ext cx="6147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222" name="Google Shape;3222;p78"/>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223" name="Google Shape;3223;p78"/>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3224" name="Google Shape;3224;p78">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225" name="Google Shape;3225;p78">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226" name="Google Shape;3226;p78">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227" name="Google Shape;3227;p78">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228" name="Google Shape;3228;p78"/>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229" name="Google Shape;3229;p78"/>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3230" name="Google Shape;3230;p78"/>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3231" name="Google Shape;3231;p78"/>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232" name="Google Shape;3232;p78">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36" name="Shape 3236"/>
        <p:cNvGrpSpPr/>
        <p:nvPr/>
      </p:nvGrpSpPr>
      <p:grpSpPr>
        <a:xfrm>
          <a:off x="0" y="0"/>
          <a:ext cx="0" cy="0"/>
          <a:chOff x="0" y="0"/>
          <a:chExt cx="0" cy="0"/>
        </a:xfrm>
      </p:grpSpPr>
      <p:sp>
        <p:nvSpPr>
          <p:cNvPr id="3237" name="Google Shape;3237;p79"/>
          <p:cNvSpPr txBox="1"/>
          <p:nvPr/>
        </p:nvSpPr>
        <p:spPr>
          <a:xfrm>
            <a:off x="720000" y="1188000"/>
            <a:ext cx="7704000" cy="68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rgbClr val="FFFFFF"/>
              </a:solidFill>
            </a:endParaRPr>
          </a:p>
        </p:txBody>
      </p:sp>
      <p:sp>
        <p:nvSpPr>
          <p:cNvPr id="3238" name="Google Shape;3238;p79"/>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3239" name="Google Shape;3239;p79"/>
          <p:cNvGrpSpPr/>
          <p:nvPr/>
        </p:nvGrpSpPr>
        <p:grpSpPr>
          <a:xfrm>
            <a:off x="5048544" y="2943384"/>
            <a:ext cx="442841" cy="514271"/>
            <a:chOff x="4727025" y="1332775"/>
            <a:chExt cx="59900" cy="69625"/>
          </a:xfrm>
        </p:grpSpPr>
        <p:sp>
          <p:nvSpPr>
            <p:cNvPr id="3240" name="Google Shape;3240;p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79"/>
          <p:cNvGrpSpPr/>
          <p:nvPr/>
        </p:nvGrpSpPr>
        <p:grpSpPr>
          <a:xfrm>
            <a:off x="5723860" y="2190872"/>
            <a:ext cx="500909" cy="500899"/>
            <a:chOff x="4820425" y="1329900"/>
            <a:chExt cx="70175" cy="70350"/>
          </a:xfrm>
        </p:grpSpPr>
        <p:sp>
          <p:nvSpPr>
            <p:cNvPr id="3243" name="Google Shape;3243;p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79"/>
          <p:cNvGrpSpPr/>
          <p:nvPr/>
        </p:nvGrpSpPr>
        <p:grpSpPr>
          <a:xfrm>
            <a:off x="6376484" y="2202662"/>
            <a:ext cx="538135" cy="493119"/>
            <a:chOff x="4903200" y="1331525"/>
            <a:chExt cx="73575" cy="67425"/>
          </a:xfrm>
        </p:grpSpPr>
        <p:sp>
          <p:nvSpPr>
            <p:cNvPr id="3248" name="Google Shape;3248;p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249" name="Google Shape;3249;p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79"/>
          <p:cNvGrpSpPr/>
          <p:nvPr/>
        </p:nvGrpSpPr>
        <p:grpSpPr>
          <a:xfrm>
            <a:off x="5636435" y="2944640"/>
            <a:ext cx="544563" cy="511895"/>
            <a:chOff x="4815575" y="1416800"/>
            <a:chExt cx="73750" cy="71400"/>
          </a:xfrm>
        </p:grpSpPr>
        <p:sp>
          <p:nvSpPr>
            <p:cNvPr id="3251" name="Google Shape;3251;p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79"/>
          <p:cNvGrpSpPr/>
          <p:nvPr/>
        </p:nvGrpSpPr>
        <p:grpSpPr>
          <a:xfrm>
            <a:off x="6333060" y="2944346"/>
            <a:ext cx="602914" cy="512477"/>
            <a:chOff x="4902475" y="1418875"/>
            <a:chExt cx="74500" cy="63775"/>
          </a:xfrm>
        </p:grpSpPr>
        <p:sp>
          <p:nvSpPr>
            <p:cNvPr id="3255" name="Google Shape;3255;p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9"/>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79"/>
          <p:cNvGrpSpPr/>
          <p:nvPr/>
        </p:nvGrpSpPr>
        <p:grpSpPr>
          <a:xfrm>
            <a:off x="5748932" y="3683585"/>
            <a:ext cx="515391" cy="525699"/>
            <a:chOff x="4818100" y="1507675"/>
            <a:chExt cx="71225" cy="71625"/>
          </a:xfrm>
        </p:grpSpPr>
        <p:sp>
          <p:nvSpPr>
            <p:cNvPr id="3258" name="Google Shape;3258;p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2" name="Google Shape;3262;p79"/>
          <p:cNvGrpSpPr/>
          <p:nvPr/>
        </p:nvGrpSpPr>
        <p:grpSpPr>
          <a:xfrm>
            <a:off x="5087034" y="3705117"/>
            <a:ext cx="522956" cy="489869"/>
            <a:chOff x="4721450" y="1509475"/>
            <a:chExt cx="79350" cy="74325"/>
          </a:xfrm>
        </p:grpSpPr>
        <p:sp>
          <p:nvSpPr>
            <p:cNvPr id="3263" name="Google Shape;3263;p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79"/>
          <p:cNvGrpSpPr/>
          <p:nvPr/>
        </p:nvGrpSpPr>
        <p:grpSpPr>
          <a:xfrm>
            <a:off x="6410277" y="3684869"/>
            <a:ext cx="525704" cy="535436"/>
            <a:chOff x="4906800" y="1507500"/>
            <a:chExt cx="70350" cy="71075"/>
          </a:xfrm>
        </p:grpSpPr>
        <p:sp>
          <p:nvSpPr>
            <p:cNvPr id="3268" name="Google Shape;3268;p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79"/>
          <p:cNvGrpSpPr/>
          <p:nvPr/>
        </p:nvGrpSpPr>
        <p:grpSpPr>
          <a:xfrm>
            <a:off x="4443099" y="2190850"/>
            <a:ext cx="508054" cy="508095"/>
            <a:chOff x="3736598" y="2170606"/>
            <a:chExt cx="404889" cy="404889"/>
          </a:xfrm>
        </p:grpSpPr>
        <p:sp>
          <p:nvSpPr>
            <p:cNvPr id="3274" name="Google Shape;3274;p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8" name="Google Shape;3278;p79"/>
          <p:cNvGrpSpPr/>
          <p:nvPr/>
        </p:nvGrpSpPr>
        <p:grpSpPr>
          <a:xfrm>
            <a:off x="3731139" y="2190945"/>
            <a:ext cx="575790" cy="507904"/>
            <a:chOff x="3161917" y="2170682"/>
            <a:chExt cx="458870" cy="404737"/>
          </a:xfrm>
        </p:grpSpPr>
        <p:sp>
          <p:nvSpPr>
            <p:cNvPr id="3279" name="Google Shape;3279;p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280" name="Google Shape;3280;p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79"/>
          <p:cNvGrpSpPr/>
          <p:nvPr/>
        </p:nvGrpSpPr>
        <p:grpSpPr>
          <a:xfrm>
            <a:off x="3758669" y="2951317"/>
            <a:ext cx="520730" cy="498567"/>
            <a:chOff x="3179914" y="2889488"/>
            <a:chExt cx="422876" cy="404911"/>
          </a:xfrm>
        </p:grpSpPr>
        <p:sp>
          <p:nvSpPr>
            <p:cNvPr id="3283" name="Google Shape;3283;p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9" name="Google Shape;3289;p79"/>
          <p:cNvGrpSpPr/>
          <p:nvPr/>
        </p:nvGrpSpPr>
        <p:grpSpPr>
          <a:xfrm>
            <a:off x="4387349" y="2951277"/>
            <a:ext cx="516145" cy="498648"/>
            <a:chOff x="3729467" y="2889422"/>
            <a:chExt cx="419153" cy="404977"/>
          </a:xfrm>
        </p:grpSpPr>
        <p:sp>
          <p:nvSpPr>
            <p:cNvPr id="3290" name="Google Shape;3290;p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7" name="Google Shape;3297;p79"/>
          <p:cNvSpPr/>
          <p:nvPr/>
        </p:nvSpPr>
        <p:spPr>
          <a:xfrm>
            <a:off x="7405574" y="21982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9"/>
          <p:cNvSpPr/>
          <p:nvPr/>
        </p:nvSpPr>
        <p:spPr>
          <a:xfrm>
            <a:off x="7105028" y="21806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9"/>
          <p:cNvSpPr/>
          <p:nvPr/>
        </p:nvSpPr>
        <p:spPr>
          <a:xfrm>
            <a:off x="7727317" y="21871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9"/>
          <p:cNvSpPr/>
          <p:nvPr/>
        </p:nvSpPr>
        <p:spPr>
          <a:xfrm>
            <a:off x="8022022" y="21806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1" name="Google Shape;3301;p79"/>
          <p:cNvGrpSpPr/>
          <p:nvPr/>
        </p:nvGrpSpPr>
        <p:grpSpPr>
          <a:xfrm>
            <a:off x="7107677" y="2398162"/>
            <a:ext cx="166473" cy="141497"/>
            <a:chOff x="4660325" y="1866850"/>
            <a:chExt cx="68350" cy="58100"/>
          </a:xfrm>
        </p:grpSpPr>
        <p:sp>
          <p:nvSpPr>
            <p:cNvPr id="3302" name="Google Shape;3302;p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79"/>
          <p:cNvGrpSpPr/>
          <p:nvPr/>
        </p:nvGrpSpPr>
        <p:grpSpPr>
          <a:xfrm>
            <a:off x="7417022" y="2423886"/>
            <a:ext cx="162515" cy="90049"/>
            <a:chOff x="4791775" y="1877500"/>
            <a:chExt cx="66725" cy="36975"/>
          </a:xfrm>
        </p:grpSpPr>
        <p:sp>
          <p:nvSpPr>
            <p:cNvPr id="3305" name="Google Shape;3305;p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79"/>
          <p:cNvGrpSpPr/>
          <p:nvPr/>
        </p:nvGrpSpPr>
        <p:grpSpPr>
          <a:xfrm>
            <a:off x="7738734" y="2423886"/>
            <a:ext cx="144979" cy="90049"/>
            <a:chOff x="4923925" y="1877500"/>
            <a:chExt cx="59525" cy="36975"/>
          </a:xfrm>
        </p:grpSpPr>
        <p:sp>
          <p:nvSpPr>
            <p:cNvPr id="3308" name="Google Shape;3308;p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79"/>
          <p:cNvGrpSpPr/>
          <p:nvPr/>
        </p:nvGrpSpPr>
        <p:grpSpPr>
          <a:xfrm>
            <a:off x="8033226" y="2406077"/>
            <a:ext cx="141447" cy="125667"/>
            <a:chOff x="5058450" y="1870100"/>
            <a:chExt cx="58075" cy="51600"/>
          </a:xfrm>
        </p:grpSpPr>
        <p:sp>
          <p:nvSpPr>
            <p:cNvPr id="3311" name="Google Shape;3311;p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79"/>
          <p:cNvGrpSpPr/>
          <p:nvPr/>
        </p:nvGrpSpPr>
        <p:grpSpPr>
          <a:xfrm>
            <a:off x="7447741" y="2828485"/>
            <a:ext cx="101077" cy="107645"/>
            <a:chOff x="4811425" y="2065025"/>
            <a:chExt cx="41500" cy="44200"/>
          </a:xfrm>
        </p:grpSpPr>
        <p:sp>
          <p:nvSpPr>
            <p:cNvPr id="3314" name="Google Shape;3314;p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79"/>
          <p:cNvGrpSpPr/>
          <p:nvPr/>
        </p:nvGrpSpPr>
        <p:grpSpPr>
          <a:xfrm>
            <a:off x="7740178" y="2828698"/>
            <a:ext cx="120867" cy="107218"/>
            <a:chOff x="4929875" y="2065025"/>
            <a:chExt cx="49625" cy="44025"/>
          </a:xfrm>
        </p:grpSpPr>
        <p:sp>
          <p:nvSpPr>
            <p:cNvPr id="3317" name="Google Shape;3317;p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79"/>
          <p:cNvGrpSpPr/>
          <p:nvPr/>
        </p:nvGrpSpPr>
        <p:grpSpPr>
          <a:xfrm>
            <a:off x="8068847" y="2831712"/>
            <a:ext cx="70206" cy="101191"/>
            <a:chOff x="5083925" y="2066350"/>
            <a:chExt cx="28825" cy="41550"/>
          </a:xfrm>
        </p:grpSpPr>
        <p:sp>
          <p:nvSpPr>
            <p:cNvPr id="3320" name="Google Shape;3320;p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79"/>
          <p:cNvGrpSpPr/>
          <p:nvPr/>
        </p:nvGrpSpPr>
        <p:grpSpPr>
          <a:xfrm>
            <a:off x="7100401" y="2847359"/>
            <a:ext cx="181026" cy="69896"/>
            <a:chOff x="4659775" y="2072775"/>
            <a:chExt cx="74325" cy="28700"/>
          </a:xfrm>
        </p:grpSpPr>
        <p:sp>
          <p:nvSpPr>
            <p:cNvPr id="3323" name="Google Shape;3323;p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79"/>
          <p:cNvGrpSpPr/>
          <p:nvPr/>
        </p:nvGrpSpPr>
        <p:grpSpPr>
          <a:xfrm>
            <a:off x="8020257" y="2637924"/>
            <a:ext cx="167387" cy="89197"/>
            <a:chOff x="4662475" y="1976500"/>
            <a:chExt cx="68725" cy="36625"/>
          </a:xfrm>
        </p:grpSpPr>
        <p:sp>
          <p:nvSpPr>
            <p:cNvPr id="3327" name="Google Shape;3327;p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0" name="Google Shape;3330;p79"/>
          <p:cNvGrpSpPr/>
          <p:nvPr/>
        </p:nvGrpSpPr>
        <p:grpSpPr>
          <a:xfrm>
            <a:off x="7717162" y="2641364"/>
            <a:ext cx="166899" cy="82317"/>
            <a:chOff x="4920150" y="1977875"/>
            <a:chExt cx="68525" cy="33800"/>
          </a:xfrm>
        </p:grpSpPr>
        <p:sp>
          <p:nvSpPr>
            <p:cNvPr id="3331" name="Google Shape;3331;p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4" name="Google Shape;3334;p79"/>
          <p:cNvGrpSpPr/>
          <p:nvPr/>
        </p:nvGrpSpPr>
        <p:grpSpPr>
          <a:xfrm>
            <a:off x="7128319" y="3045282"/>
            <a:ext cx="125190" cy="127858"/>
            <a:chOff x="4676550" y="2160575"/>
            <a:chExt cx="51400" cy="52500"/>
          </a:xfrm>
        </p:grpSpPr>
        <p:sp>
          <p:nvSpPr>
            <p:cNvPr id="3335" name="Google Shape;3335;p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8" name="Google Shape;3338;p79"/>
          <p:cNvGrpSpPr/>
          <p:nvPr/>
        </p:nvGrpSpPr>
        <p:grpSpPr>
          <a:xfrm>
            <a:off x="7425577" y="3052314"/>
            <a:ext cx="145405" cy="113794"/>
            <a:chOff x="4768325" y="2163475"/>
            <a:chExt cx="59700" cy="46725"/>
          </a:xfrm>
        </p:grpSpPr>
        <p:sp>
          <p:nvSpPr>
            <p:cNvPr id="3339" name="Google Shape;3339;p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1" name="Google Shape;3341;p79"/>
          <p:cNvSpPr/>
          <p:nvPr/>
        </p:nvSpPr>
        <p:spPr>
          <a:xfrm>
            <a:off x="7757532" y="30438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9"/>
          <p:cNvSpPr/>
          <p:nvPr/>
        </p:nvSpPr>
        <p:spPr>
          <a:xfrm>
            <a:off x="8029908" y="40509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9"/>
          <p:cNvSpPr/>
          <p:nvPr/>
        </p:nvSpPr>
        <p:spPr>
          <a:xfrm>
            <a:off x="7131363" y="32791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9"/>
          <p:cNvSpPr/>
          <p:nvPr/>
        </p:nvSpPr>
        <p:spPr>
          <a:xfrm>
            <a:off x="7099335" y="40667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9"/>
          <p:cNvSpPr/>
          <p:nvPr/>
        </p:nvSpPr>
        <p:spPr>
          <a:xfrm>
            <a:off x="7116658" y="35483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9"/>
          <p:cNvSpPr/>
          <p:nvPr/>
        </p:nvSpPr>
        <p:spPr>
          <a:xfrm>
            <a:off x="7750408" y="35302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7" name="Google Shape;3347;p79"/>
          <p:cNvGrpSpPr/>
          <p:nvPr/>
        </p:nvGrpSpPr>
        <p:grpSpPr>
          <a:xfrm>
            <a:off x="7441895" y="3307408"/>
            <a:ext cx="112768" cy="106853"/>
            <a:chOff x="4768575" y="2253950"/>
            <a:chExt cx="46300" cy="43875"/>
          </a:xfrm>
        </p:grpSpPr>
        <p:sp>
          <p:nvSpPr>
            <p:cNvPr id="3348" name="Google Shape;3348;p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79"/>
          <p:cNvGrpSpPr/>
          <p:nvPr/>
        </p:nvGrpSpPr>
        <p:grpSpPr>
          <a:xfrm>
            <a:off x="7741518" y="3796434"/>
            <a:ext cx="118187" cy="146246"/>
            <a:chOff x="4960900" y="2433225"/>
            <a:chExt cx="48525" cy="60050"/>
          </a:xfrm>
        </p:grpSpPr>
        <p:sp>
          <p:nvSpPr>
            <p:cNvPr id="3351" name="Google Shape;3351;p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3" name="Google Shape;3353;p79"/>
          <p:cNvGrpSpPr/>
          <p:nvPr/>
        </p:nvGrpSpPr>
        <p:grpSpPr>
          <a:xfrm>
            <a:off x="7430083" y="4060495"/>
            <a:ext cx="136394" cy="143810"/>
            <a:chOff x="4854075" y="2527625"/>
            <a:chExt cx="56000" cy="59050"/>
          </a:xfrm>
        </p:grpSpPr>
        <p:sp>
          <p:nvSpPr>
            <p:cNvPr id="3354" name="Google Shape;3354;p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6" name="Google Shape;3356;p79"/>
          <p:cNvSpPr/>
          <p:nvPr/>
        </p:nvSpPr>
        <p:spPr>
          <a:xfrm>
            <a:off x="7445335" y="38032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9"/>
          <p:cNvSpPr/>
          <p:nvPr/>
        </p:nvSpPr>
        <p:spPr>
          <a:xfrm>
            <a:off x="8024001" y="30428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9"/>
          <p:cNvSpPr/>
          <p:nvPr/>
        </p:nvSpPr>
        <p:spPr>
          <a:xfrm>
            <a:off x="7123265" y="38032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9" name="Google Shape;3359;p79"/>
          <p:cNvGrpSpPr/>
          <p:nvPr/>
        </p:nvGrpSpPr>
        <p:grpSpPr>
          <a:xfrm>
            <a:off x="8054294" y="3524239"/>
            <a:ext cx="99312" cy="160797"/>
            <a:chOff x="5059700" y="2334775"/>
            <a:chExt cx="40775" cy="66025"/>
          </a:xfrm>
        </p:grpSpPr>
        <p:sp>
          <p:nvSpPr>
            <p:cNvPr id="3360" name="Google Shape;3360;p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79"/>
          <p:cNvGrpSpPr/>
          <p:nvPr/>
        </p:nvGrpSpPr>
        <p:grpSpPr>
          <a:xfrm>
            <a:off x="8011458" y="3789371"/>
            <a:ext cx="184984" cy="160371"/>
            <a:chOff x="5037700" y="2430325"/>
            <a:chExt cx="75950" cy="65850"/>
          </a:xfrm>
        </p:grpSpPr>
        <p:sp>
          <p:nvSpPr>
            <p:cNvPr id="3370" name="Google Shape;3370;p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79"/>
          <p:cNvGrpSpPr/>
          <p:nvPr/>
        </p:nvGrpSpPr>
        <p:grpSpPr>
          <a:xfrm>
            <a:off x="7430964" y="3555823"/>
            <a:ext cx="173014" cy="97629"/>
            <a:chOff x="4756975" y="2341800"/>
            <a:chExt cx="91975" cy="51925"/>
          </a:xfrm>
        </p:grpSpPr>
        <p:sp>
          <p:nvSpPr>
            <p:cNvPr id="3373" name="Google Shape;3373;p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79"/>
          <p:cNvGrpSpPr/>
          <p:nvPr/>
        </p:nvGrpSpPr>
        <p:grpSpPr>
          <a:xfrm>
            <a:off x="7697901" y="4044520"/>
            <a:ext cx="212497" cy="175761"/>
            <a:chOff x="4943575" y="2516350"/>
            <a:chExt cx="98675" cy="81700"/>
          </a:xfrm>
        </p:grpSpPr>
        <p:sp>
          <p:nvSpPr>
            <p:cNvPr id="3394" name="Google Shape;3394;p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2" name="Google Shape;3472;p79"/>
          <p:cNvGrpSpPr/>
          <p:nvPr/>
        </p:nvGrpSpPr>
        <p:grpSpPr>
          <a:xfrm>
            <a:off x="1955962" y="3270763"/>
            <a:ext cx="965351" cy="134611"/>
            <a:chOff x="4411970" y="2962952"/>
            <a:chExt cx="706544" cy="104212"/>
          </a:xfrm>
        </p:grpSpPr>
        <p:sp>
          <p:nvSpPr>
            <p:cNvPr id="3473" name="Google Shape;3473;p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79"/>
          <p:cNvGrpSpPr/>
          <p:nvPr/>
        </p:nvGrpSpPr>
        <p:grpSpPr>
          <a:xfrm>
            <a:off x="1955962" y="2859677"/>
            <a:ext cx="960158" cy="289172"/>
            <a:chOff x="4411970" y="2726085"/>
            <a:chExt cx="643107" cy="193659"/>
          </a:xfrm>
        </p:grpSpPr>
        <p:sp>
          <p:nvSpPr>
            <p:cNvPr id="3478" name="Google Shape;3478;p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79"/>
          <p:cNvGrpSpPr/>
          <p:nvPr/>
        </p:nvGrpSpPr>
        <p:grpSpPr>
          <a:xfrm>
            <a:off x="958854" y="3125787"/>
            <a:ext cx="833173" cy="259209"/>
            <a:chOff x="4411970" y="4340222"/>
            <a:chExt cx="779467" cy="242683"/>
          </a:xfrm>
        </p:grpSpPr>
        <p:sp>
          <p:nvSpPr>
            <p:cNvPr id="3482" name="Google Shape;3482;p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79"/>
          <p:cNvGrpSpPr/>
          <p:nvPr/>
        </p:nvGrpSpPr>
        <p:grpSpPr>
          <a:xfrm>
            <a:off x="1955962" y="2521533"/>
            <a:ext cx="965160" cy="216230"/>
            <a:chOff x="4411970" y="2468674"/>
            <a:chExt cx="747317" cy="167425"/>
          </a:xfrm>
        </p:grpSpPr>
        <p:sp>
          <p:nvSpPr>
            <p:cNvPr id="3486" name="Google Shape;3486;p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79"/>
          <p:cNvGrpSpPr/>
          <p:nvPr/>
        </p:nvGrpSpPr>
        <p:grpSpPr>
          <a:xfrm>
            <a:off x="954709" y="2426250"/>
            <a:ext cx="810451" cy="319148"/>
            <a:chOff x="4411970" y="3686602"/>
            <a:chExt cx="797845" cy="314215"/>
          </a:xfrm>
        </p:grpSpPr>
        <p:sp>
          <p:nvSpPr>
            <p:cNvPr id="3489" name="Google Shape;3489;p79"/>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9"/>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9"/>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9"/>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9"/>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4" name="Google Shape;3494;p79"/>
          <p:cNvSpPr/>
          <p:nvPr/>
        </p:nvSpPr>
        <p:spPr>
          <a:xfrm>
            <a:off x="947558" y="28348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5" name="Google Shape;3495;p79"/>
          <p:cNvGrpSpPr/>
          <p:nvPr/>
        </p:nvGrpSpPr>
        <p:grpSpPr>
          <a:xfrm>
            <a:off x="954806" y="2180774"/>
            <a:ext cx="1970333" cy="208784"/>
            <a:chOff x="6336019" y="3733725"/>
            <a:chExt cx="2566206" cy="351310"/>
          </a:xfrm>
        </p:grpSpPr>
        <p:sp>
          <p:nvSpPr>
            <p:cNvPr id="3496" name="Google Shape;3496;p79"/>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9"/>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9"/>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9"/>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0" name="Google Shape;3500;p79"/>
          <p:cNvGrpSpPr/>
          <p:nvPr/>
        </p:nvGrpSpPr>
        <p:grpSpPr>
          <a:xfrm>
            <a:off x="1955962" y="3788329"/>
            <a:ext cx="946551" cy="153200"/>
            <a:chOff x="4404545" y="3301592"/>
            <a:chExt cx="782403" cy="129272"/>
          </a:xfrm>
        </p:grpSpPr>
        <p:sp>
          <p:nvSpPr>
            <p:cNvPr id="3501" name="Google Shape;3501;p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9"/>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79"/>
          <p:cNvGrpSpPr/>
          <p:nvPr/>
        </p:nvGrpSpPr>
        <p:grpSpPr>
          <a:xfrm>
            <a:off x="1955962" y="3527288"/>
            <a:ext cx="962257" cy="139127"/>
            <a:chOff x="4411970" y="3131459"/>
            <a:chExt cx="710520" cy="117397"/>
          </a:xfrm>
        </p:grpSpPr>
        <p:sp>
          <p:nvSpPr>
            <p:cNvPr id="3504" name="Google Shape;3504;p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506" name="Google Shape;3506;p79"/>
          <p:cNvSpPr/>
          <p:nvPr/>
        </p:nvSpPr>
        <p:spPr>
          <a:xfrm>
            <a:off x="1955962" y="40634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7" name="Google Shape;3507;p79"/>
          <p:cNvGrpSpPr/>
          <p:nvPr/>
        </p:nvGrpSpPr>
        <p:grpSpPr>
          <a:xfrm>
            <a:off x="956107" y="3462082"/>
            <a:ext cx="823838" cy="458988"/>
            <a:chOff x="4411970" y="1801825"/>
            <a:chExt cx="734586" cy="409262"/>
          </a:xfrm>
        </p:grpSpPr>
        <p:sp>
          <p:nvSpPr>
            <p:cNvPr id="3508" name="Google Shape;3508;p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0" name="Google Shape;3510;p79"/>
          <p:cNvGrpSpPr/>
          <p:nvPr/>
        </p:nvGrpSpPr>
        <p:grpSpPr>
          <a:xfrm>
            <a:off x="956107" y="4010508"/>
            <a:ext cx="856348" cy="212039"/>
            <a:chOff x="4411970" y="2233974"/>
            <a:chExt cx="763574" cy="189068"/>
          </a:xfrm>
        </p:grpSpPr>
        <p:sp>
          <p:nvSpPr>
            <p:cNvPr id="3511" name="Google Shape;3511;p79"/>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9"/>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79"/>
          <p:cNvGrpSpPr/>
          <p:nvPr/>
        </p:nvGrpSpPr>
        <p:grpSpPr>
          <a:xfrm>
            <a:off x="3066303" y="2185844"/>
            <a:ext cx="511602" cy="511602"/>
            <a:chOff x="5681300" y="2527788"/>
            <a:chExt cx="805800" cy="805800"/>
          </a:xfrm>
        </p:grpSpPr>
        <p:sp>
          <p:nvSpPr>
            <p:cNvPr id="3514" name="Google Shape;3514;p79"/>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79"/>
          <p:cNvGrpSpPr/>
          <p:nvPr/>
        </p:nvGrpSpPr>
        <p:grpSpPr>
          <a:xfrm>
            <a:off x="3063497" y="2952427"/>
            <a:ext cx="513021" cy="512935"/>
            <a:chOff x="4049800" y="640400"/>
            <a:chExt cx="858900" cy="858900"/>
          </a:xfrm>
        </p:grpSpPr>
        <p:sp>
          <p:nvSpPr>
            <p:cNvPr id="3517" name="Google Shape;3517;p79"/>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9"/>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79"/>
          <p:cNvGrpSpPr/>
          <p:nvPr/>
        </p:nvGrpSpPr>
        <p:grpSpPr>
          <a:xfrm>
            <a:off x="2980696" y="3604319"/>
            <a:ext cx="686489" cy="686585"/>
            <a:chOff x="5080188" y="927900"/>
            <a:chExt cx="961200" cy="961200"/>
          </a:xfrm>
        </p:grpSpPr>
        <p:sp>
          <p:nvSpPr>
            <p:cNvPr id="3520" name="Google Shape;3520;p79"/>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9"/>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9"/>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9"/>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8" name="Google Shape;3528;p79"/>
          <p:cNvGrpSpPr/>
          <p:nvPr/>
        </p:nvGrpSpPr>
        <p:grpSpPr>
          <a:xfrm>
            <a:off x="3763848" y="3697048"/>
            <a:ext cx="510373" cy="510937"/>
            <a:chOff x="7508249" y="1522825"/>
            <a:chExt cx="1326332" cy="1322987"/>
          </a:xfrm>
        </p:grpSpPr>
        <p:sp>
          <p:nvSpPr>
            <p:cNvPr id="3529" name="Google Shape;3529;p79"/>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9"/>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9"/>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9"/>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9"/>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9"/>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9"/>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9"/>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9"/>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9"/>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79"/>
          <p:cNvGrpSpPr/>
          <p:nvPr/>
        </p:nvGrpSpPr>
        <p:grpSpPr>
          <a:xfrm>
            <a:off x="4455441" y="3698453"/>
            <a:ext cx="492652" cy="503348"/>
            <a:chOff x="6039282" y="1042577"/>
            <a:chExt cx="734315" cy="731929"/>
          </a:xfrm>
        </p:grpSpPr>
        <p:sp>
          <p:nvSpPr>
            <p:cNvPr id="3540" name="Google Shape;3540;p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79"/>
          <p:cNvGrpSpPr/>
          <p:nvPr/>
        </p:nvGrpSpPr>
        <p:grpSpPr>
          <a:xfrm>
            <a:off x="5095855" y="2194494"/>
            <a:ext cx="483304" cy="504902"/>
            <a:chOff x="1825800" y="1651625"/>
            <a:chExt cx="568125" cy="591775"/>
          </a:xfrm>
        </p:grpSpPr>
        <p:sp>
          <p:nvSpPr>
            <p:cNvPr id="3562" name="Google Shape;3562;p79"/>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9"/>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9"/>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9"/>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9"/>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8" name="Google Shape;3568;p79"/>
          <p:cNvSpPr/>
          <p:nvPr/>
        </p:nvSpPr>
        <p:spPr>
          <a:xfrm>
            <a:off x="7713443" y="32736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9"/>
          <p:cNvSpPr/>
          <p:nvPr/>
        </p:nvSpPr>
        <p:spPr>
          <a:xfrm>
            <a:off x="8029700" y="33024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9"/>
          <p:cNvSpPr/>
          <p:nvPr/>
        </p:nvSpPr>
        <p:spPr>
          <a:xfrm>
            <a:off x="7131814" y="26234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9"/>
          <p:cNvSpPr/>
          <p:nvPr/>
        </p:nvSpPr>
        <p:spPr>
          <a:xfrm flipH="1">
            <a:off x="7439179" y="26234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5" name="Shape 3575"/>
        <p:cNvGrpSpPr/>
        <p:nvPr/>
      </p:nvGrpSpPr>
      <p:grpSpPr>
        <a:xfrm>
          <a:off x="0" y="0"/>
          <a:ext cx="0" cy="0"/>
          <a:chOff x="0" y="0"/>
          <a:chExt cx="0" cy="0"/>
        </a:xfrm>
      </p:grpSpPr>
      <p:grpSp>
        <p:nvGrpSpPr>
          <p:cNvPr id="3576" name="Google Shape;3576;p80"/>
          <p:cNvGrpSpPr/>
          <p:nvPr/>
        </p:nvGrpSpPr>
        <p:grpSpPr>
          <a:xfrm>
            <a:off x="722059" y="974193"/>
            <a:ext cx="2492868" cy="1379876"/>
            <a:chOff x="2654821" y="2311071"/>
            <a:chExt cx="2279715" cy="1262120"/>
          </a:xfrm>
        </p:grpSpPr>
        <p:grpSp>
          <p:nvGrpSpPr>
            <p:cNvPr id="3577" name="Google Shape;3577;p80"/>
            <p:cNvGrpSpPr/>
            <p:nvPr/>
          </p:nvGrpSpPr>
          <p:grpSpPr>
            <a:xfrm>
              <a:off x="4034269" y="2840745"/>
              <a:ext cx="40212" cy="36437"/>
              <a:chOff x="4293400" y="2574725"/>
              <a:chExt cx="84425" cy="80100"/>
            </a:xfrm>
          </p:grpSpPr>
          <p:sp>
            <p:nvSpPr>
              <p:cNvPr id="3578" name="Google Shape;3578;p8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579" name="Google Shape;3579;p8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80"/>
            <p:cNvGrpSpPr/>
            <p:nvPr/>
          </p:nvGrpSpPr>
          <p:grpSpPr>
            <a:xfrm>
              <a:off x="3894606" y="2334874"/>
              <a:ext cx="913198" cy="518984"/>
              <a:chOff x="4000175" y="1462675"/>
              <a:chExt cx="1917275" cy="1140875"/>
            </a:xfrm>
          </p:grpSpPr>
          <p:sp>
            <p:nvSpPr>
              <p:cNvPr id="3581" name="Google Shape;3581;p8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582" name="Google Shape;3582;p80"/>
              <p:cNvGrpSpPr/>
              <p:nvPr/>
            </p:nvGrpSpPr>
            <p:grpSpPr>
              <a:xfrm>
                <a:off x="4000175" y="1462675"/>
                <a:ext cx="1917275" cy="1140875"/>
                <a:chOff x="4000175" y="1462675"/>
                <a:chExt cx="1917275" cy="1140875"/>
              </a:xfrm>
            </p:grpSpPr>
            <p:sp>
              <p:nvSpPr>
                <p:cNvPr id="3583" name="Google Shape;3583;p8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584" name="Google Shape;3584;p8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88" name="Google Shape;3588;p8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9" name="Google Shape;3589;p80"/>
            <p:cNvGrpSpPr/>
            <p:nvPr/>
          </p:nvGrpSpPr>
          <p:grpSpPr>
            <a:xfrm>
              <a:off x="3875768" y="2846704"/>
              <a:ext cx="44796" cy="47366"/>
              <a:chOff x="3960625" y="2587825"/>
              <a:chExt cx="94050" cy="104125"/>
            </a:xfrm>
          </p:grpSpPr>
          <p:sp>
            <p:nvSpPr>
              <p:cNvPr id="3590" name="Google Shape;3590;p8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591" name="Google Shape;3591;p8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80"/>
            <p:cNvGrpSpPr/>
            <p:nvPr/>
          </p:nvGrpSpPr>
          <p:grpSpPr>
            <a:xfrm>
              <a:off x="3782759" y="2807162"/>
              <a:ext cx="82686" cy="85487"/>
              <a:chOff x="3765350" y="2500900"/>
              <a:chExt cx="173600" cy="187925"/>
            </a:xfrm>
          </p:grpSpPr>
          <p:sp>
            <p:nvSpPr>
              <p:cNvPr id="3593" name="Google Shape;3593;p8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594" name="Google Shape;3594;p8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80"/>
            <p:cNvGrpSpPr/>
            <p:nvPr/>
          </p:nvGrpSpPr>
          <p:grpSpPr>
            <a:xfrm>
              <a:off x="3775674" y="2798496"/>
              <a:ext cx="40545" cy="23564"/>
              <a:chOff x="3750475" y="2481850"/>
              <a:chExt cx="85125" cy="51800"/>
            </a:xfrm>
          </p:grpSpPr>
          <p:sp>
            <p:nvSpPr>
              <p:cNvPr id="3600" name="Google Shape;3600;p8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602" name="Google Shape;3602;p80"/>
            <p:cNvGrpSpPr/>
            <p:nvPr/>
          </p:nvGrpSpPr>
          <p:grpSpPr>
            <a:xfrm>
              <a:off x="3716946" y="2776024"/>
              <a:ext cx="81971" cy="76912"/>
              <a:chOff x="3627175" y="2432450"/>
              <a:chExt cx="172100" cy="169075"/>
            </a:xfrm>
          </p:grpSpPr>
          <p:sp>
            <p:nvSpPr>
              <p:cNvPr id="3603" name="Google Shape;3603;p8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605" name="Google Shape;3605;p8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606" name="Google Shape;3606;p80"/>
            <p:cNvGrpSpPr/>
            <p:nvPr/>
          </p:nvGrpSpPr>
          <p:grpSpPr>
            <a:xfrm>
              <a:off x="3685682" y="2845624"/>
              <a:ext cx="29311" cy="45055"/>
              <a:chOff x="3561536" y="2585450"/>
              <a:chExt cx="61539" cy="99045"/>
            </a:xfrm>
          </p:grpSpPr>
          <p:sp>
            <p:nvSpPr>
              <p:cNvPr id="3607" name="Google Shape;3607;p8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609" name="Google Shape;3609;p80"/>
            <p:cNvGrpSpPr/>
            <p:nvPr/>
          </p:nvGrpSpPr>
          <p:grpSpPr>
            <a:xfrm>
              <a:off x="3849905" y="2572252"/>
              <a:ext cx="74339" cy="119559"/>
              <a:chOff x="3906325" y="1984500"/>
              <a:chExt cx="156075" cy="262825"/>
            </a:xfrm>
          </p:grpSpPr>
          <p:sp>
            <p:nvSpPr>
              <p:cNvPr id="3610" name="Google Shape;3610;p8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611" name="Google Shape;3611;p8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80"/>
            <p:cNvGrpSpPr/>
            <p:nvPr/>
          </p:nvGrpSpPr>
          <p:grpSpPr>
            <a:xfrm>
              <a:off x="2654821" y="2414345"/>
              <a:ext cx="667570" cy="558731"/>
              <a:chOff x="1397225" y="1637375"/>
              <a:chExt cx="1401575" cy="1228250"/>
            </a:xfrm>
          </p:grpSpPr>
          <p:sp>
            <p:nvSpPr>
              <p:cNvPr id="3613" name="Google Shape;3613;p8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614" name="Google Shape;3614;p80"/>
              <p:cNvGrpSpPr/>
              <p:nvPr/>
            </p:nvGrpSpPr>
            <p:grpSpPr>
              <a:xfrm>
                <a:off x="1397225" y="1637375"/>
                <a:ext cx="1398775" cy="1228250"/>
                <a:chOff x="1397225" y="1637375"/>
                <a:chExt cx="1398775" cy="1228250"/>
              </a:xfrm>
            </p:grpSpPr>
            <p:sp>
              <p:nvSpPr>
                <p:cNvPr id="3615" name="Google Shape;3615;p8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7" name="Google Shape;3617;p80"/>
            <p:cNvGrpSpPr/>
            <p:nvPr/>
          </p:nvGrpSpPr>
          <p:grpSpPr>
            <a:xfrm>
              <a:off x="3230417" y="3103734"/>
              <a:ext cx="282982" cy="280332"/>
              <a:chOff x="2605700" y="3152850"/>
              <a:chExt cx="594125" cy="616250"/>
            </a:xfrm>
          </p:grpSpPr>
          <p:sp>
            <p:nvSpPr>
              <p:cNvPr id="3618" name="Google Shape;3618;p8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619" name="Google Shape;3619;p8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620" name="Google Shape;3620;p80"/>
            <p:cNvGrpSpPr/>
            <p:nvPr/>
          </p:nvGrpSpPr>
          <p:grpSpPr>
            <a:xfrm>
              <a:off x="3265985" y="3226989"/>
              <a:ext cx="87151" cy="346202"/>
              <a:chOff x="2680375" y="3423800"/>
              <a:chExt cx="182975" cy="761050"/>
            </a:xfrm>
          </p:grpSpPr>
          <p:sp>
            <p:nvSpPr>
              <p:cNvPr id="3621" name="Google Shape;3621;p8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622" name="Google Shape;3622;p8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80"/>
            <p:cNvGrpSpPr/>
            <p:nvPr/>
          </p:nvGrpSpPr>
          <p:grpSpPr>
            <a:xfrm>
              <a:off x="3855466" y="3289811"/>
              <a:ext cx="112514" cy="94210"/>
              <a:chOff x="3918000" y="3561900"/>
              <a:chExt cx="236225" cy="207100"/>
            </a:xfrm>
          </p:grpSpPr>
          <p:sp>
            <p:nvSpPr>
              <p:cNvPr id="3624" name="Google Shape;3624;p8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625" name="Google Shape;3625;p8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6" name="Google Shape;3626;p80"/>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0"/>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0"/>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629" name="Google Shape;3629;p80"/>
            <p:cNvGrpSpPr/>
            <p:nvPr/>
          </p:nvGrpSpPr>
          <p:grpSpPr>
            <a:xfrm>
              <a:off x="2905224" y="2311071"/>
              <a:ext cx="596721" cy="528992"/>
              <a:chOff x="1922950" y="1410350"/>
              <a:chExt cx="1252825" cy="1162875"/>
            </a:xfrm>
          </p:grpSpPr>
          <p:sp>
            <p:nvSpPr>
              <p:cNvPr id="3630" name="Google Shape;3630;p8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646" name="Google Shape;3646;p80"/>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0"/>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0"/>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0"/>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0"/>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0"/>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0"/>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0"/>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0"/>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0"/>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0"/>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0"/>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0"/>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0"/>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0"/>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0"/>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0"/>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0"/>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0"/>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0"/>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66" name="Google Shape;3666;p80"/>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67" name="Google Shape;3667;p80"/>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8" name="Google Shape;3668;p80"/>
            <p:cNvGrpSpPr/>
            <p:nvPr/>
          </p:nvGrpSpPr>
          <p:grpSpPr>
            <a:xfrm>
              <a:off x="3280929" y="3294542"/>
              <a:ext cx="109894" cy="272224"/>
              <a:chOff x="2711750" y="3572300"/>
              <a:chExt cx="230725" cy="598425"/>
            </a:xfrm>
          </p:grpSpPr>
          <p:sp>
            <p:nvSpPr>
              <p:cNvPr id="3669" name="Google Shape;3669;p8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1" name="Google Shape;3671;p80"/>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2" name="Google Shape;3672;p80"/>
            <p:cNvGrpSpPr/>
            <p:nvPr/>
          </p:nvGrpSpPr>
          <p:grpSpPr>
            <a:xfrm>
              <a:off x="3790439" y="2408636"/>
              <a:ext cx="73017" cy="75684"/>
              <a:chOff x="3781475" y="1624825"/>
              <a:chExt cx="153300" cy="166375"/>
            </a:xfrm>
          </p:grpSpPr>
          <p:sp>
            <p:nvSpPr>
              <p:cNvPr id="3673" name="Google Shape;3673;p8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7" name="Google Shape;3677;p80"/>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0"/>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0"/>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0"/>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0"/>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0"/>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0"/>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4" name="Google Shape;3684;p80"/>
            <p:cNvGrpSpPr/>
            <p:nvPr/>
          </p:nvGrpSpPr>
          <p:grpSpPr>
            <a:xfrm>
              <a:off x="4403342" y="3107749"/>
              <a:ext cx="316680" cy="101374"/>
              <a:chOff x="5068275" y="3161675"/>
              <a:chExt cx="664875" cy="222850"/>
            </a:xfrm>
          </p:grpSpPr>
          <p:sp>
            <p:nvSpPr>
              <p:cNvPr id="3685" name="Google Shape;3685;p8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9" name="Google Shape;3689;p80"/>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0"/>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0"/>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0"/>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0"/>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0"/>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0"/>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0"/>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0"/>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0"/>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0"/>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0"/>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0"/>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0"/>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0"/>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0"/>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0"/>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0"/>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0"/>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0"/>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0"/>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0"/>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0"/>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0"/>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0"/>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0"/>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0"/>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0"/>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0"/>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8" name="Google Shape;3718;p80"/>
            <p:cNvGrpSpPr/>
            <p:nvPr/>
          </p:nvGrpSpPr>
          <p:grpSpPr>
            <a:xfrm>
              <a:off x="3697513" y="2707266"/>
              <a:ext cx="59549" cy="79733"/>
              <a:chOff x="3586375" y="2281300"/>
              <a:chExt cx="125025" cy="175275"/>
            </a:xfrm>
          </p:grpSpPr>
          <p:sp>
            <p:nvSpPr>
              <p:cNvPr id="3719" name="Google Shape;3719;p8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1" name="Google Shape;3721;p80"/>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2" name="Google Shape;3722;p80"/>
            <p:cNvGrpSpPr/>
            <p:nvPr/>
          </p:nvGrpSpPr>
          <p:grpSpPr>
            <a:xfrm>
              <a:off x="4513224" y="3221724"/>
              <a:ext cx="274563" cy="280321"/>
              <a:chOff x="5298975" y="3412225"/>
              <a:chExt cx="576450" cy="616225"/>
            </a:xfrm>
          </p:grpSpPr>
          <p:sp>
            <p:nvSpPr>
              <p:cNvPr id="3723" name="Google Shape;3723;p8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724" name="Google Shape;3724;p8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80"/>
            <p:cNvGrpSpPr/>
            <p:nvPr/>
          </p:nvGrpSpPr>
          <p:grpSpPr>
            <a:xfrm>
              <a:off x="4824403" y="3421846"/>
              <a:ext cx="110132" cy="130647"/>
              <a:chOff x="5952300" y="3852150"/>
              <a:chExt cx="231225" cy="287200"/>
            </a:xfrm>
          </p:grpSpPr>
          <p:sp>
            <p:nvSpPr>
              <p:cNvPr id="3726" name="Google Shape;3726;p8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8" name="Google Shape;3728;p80"/>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0"/>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0"/>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0"/>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0"/>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0"/>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0"/>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0"/>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6" name="Google Shape;3736;p80"/>
            <p:cNvGrpSpPr/>
            <p:nvPr/>
          </p:nvGrpSpPr>
          <p:grpSpPr>
            <a:xfrm>
              <a:off x="4295710" y="3079670"/>
              <a:ext cx="14968" cy="27135"/>
              <a:chOff x="4842300" y="3099950"/>
              <a:chExt cx="31425" cy="59650"/>
            </a:xfrm>
          </p:grpSpPr>
          <p:sp>
            <p:nvSpPr>
              <p:cNvPr id="3737" name="Google Shape;3737;p8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1" name="Google Shape;3741;p80"/>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0"/>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0"/>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0"/>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0"/>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0"/>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0"/>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0"/>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9" name="Google Shape;3749;p80"/>
            <p:cNvGrpSpPr/>
            <p:nvPr/>
          </p:nvGrpSpPr>
          <p:grpSpPr>
            <a:xfrm>
              <a:off x="3831056" y="2816010"/>
              <a:ext cx="37378" cy="27612"/>
              <a:chOff x="3866750" y="2520350"/>
              <a:chExt cx="78475" cy="60700"/>
            </a:xfrm>
          </p:grpSpPr>
          <p:sp>
            <p:nvSpPr>
              <p:cNvPr id="3750" name="Google Shape;3750;p8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4" name="Google Shape;3754;p80"/>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0"/>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0"/>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0"/>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0"/>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0"/>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0"/>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0"/>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0"/>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0"/>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0"/>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0"/>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0"/>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0"/>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0"/>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0"/>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0"/>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771" name="Google Shape;3771;p80"/>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0"/>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0"/>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0"/>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0"/>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0"/>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0"/>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0"/>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0"/>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0"/>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0"/>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0"/>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783" name="Google Shape;3783;p80"/>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0"/>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0"/>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0"/>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0"/>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0"/>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0"/>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0"/>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0"/>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0"/>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0"/>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0"/>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0"/>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6" name="Google Shape;3796;p80"/>
            <p:cNvGrpSpPr/>
            <p:nvPr/>
          </p:nvGrpSpPr>
          <p:grpSpPr>
            <a:xfrm>
              <a:off x="3632736" y="3051591"/>
              <a:ext cx="63288" cy="45217"/>
              <a:chOff x="3450375" y="3038225"/>
              <a:chExt cx="132875" cy="99400"/>
            </a:xfrm>
          </p:grpSpPr>
          <p:sp>
            <p:nvSpPr>
              <p:cNvPr id="3797" name="Google Shape;3797;p8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9" name="Google Shape;3799;p80"/>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0"/>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0"/>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0"/>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0"/>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0"/>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0"/>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0"/>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0"/>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808" name="Google Shape;3808;p80"/>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0"/>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0"/>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0"/>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0"/>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0"/>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0"/>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0"/>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0"/>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0"/>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818" name="Google Shape;3818;p80"/>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0"/>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0"/>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0"/>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0"/>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0"/>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824" name="Google Shape;3824;p80"/>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0"/>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0"/>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0"/>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0"/>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0"/>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0"/>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0"/>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80"/>
          <p:cNvGrpSpPr/>
          <p:nvPr/>
        </p:nvGrpSpPr>
        <p:grpSpPr>
          <a:xfrm>
            <a:off x="719116" y="2869970"/>
            <a:ext cx="2622876" cy="1333540"/>
            <a:chOff x="238125" y="1038125"/>
            <a:chExt cx="7146800" cy="3633625"/>
          </a:xfrm>
        </p:grpSpPr>
        <p:sp>
          <p:nvSpPr>
            <p:cNvPr id="3835" name="Google Shape;3835;p8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80"/>
          <p:cNvGrpSpPr/>
          <p:nvPr/>
        </p:nvGrpSpPr>
        <p:grpSpPr>
          <a:xfrm>
            <a:off x="5834044" y="1012080"/>
            <a:ext cx="2590840" cy="1380235"/>
            <a:chOff x="233350" y="949250"/>
            <a:chExt cx="7137300" cy="3802300"/>
          </a:xfrm>
        </p:grpSpPr>
        <p:sp>
          <p:nvSpPr>
            <p:cNvPr id="5408" name="Google Shape;5408;p8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80"/>
          <p:cNvGrpSpPr/>
          <p:nvPr/>
        </p:nvGrpSpPr>
        <p:grpSpPr>
          <a:xfrm>
            <a:off x="7648473" y="3056853"/>
            <a:ext cx="104231" cy="320340"/>
            <a:chOff x="7564426" y="3224343"/>
            <a:chExt cx="119985" cy="368801"/>
          </a:xfrm>
        </p:grpSpPr>
        <p:sp>
          <p:nvSpPr>
            <p:cNvPr id="5460" name="Google Shape;5460;p8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80"/>
          <p:cNvGrpSpPr/>
          <p:nvPr/>
        </p:nvGrpSpPr>
        <p:grpSpPr>
          <a:xfrm>
            <a:off x="7347962" y="3050954"/>
            <a:ext cx="189489" cy="332132"/>
            <a:chOff x="8370831" y="3202002"/>
            <a:chExt cx="218129" cy="382376"/>
          </a:xfrm>
        </p:grpSpPr>
        <p:sp>
          <p:nvSpPr>
            <p:cNvPr id="5463" name="Google Shape;5463;p8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80"/>
          <p:cNvGrpSpPr/>
          <p:nvPr/>
        </p:nvGrpSpPr>
        <p:grpSpPr>
          <a:xfrm>
            <a:off x="8071351" y="3462086"/>
            <a:ext cx="309429" cy="267000"/>
            <a:chOff x="6742064" y="3750480"/>
            <a:chExt cx="399315" cy="344560"/>
          </a:xfrm>
        </p:grpSpPr>
        <p:sp>
          <p:nvSpPr>
            <p:cNvPr id="5466" name="Google Shape;5466;p8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80"/>
          <p:cNvGrpSpPr/>
          <p:nvPr/>
        </p:nvGrpSpPr>
        <p:grpSpPr>
          <a:xfrm>
            <a:off x="7610370" y="3813134"/>
            <a:ext cx="180437" cy="281608"/>
            <a:chOff x="7248525" y="3739696"/>
            <a:chExt cx="230531" cy="359790"/>
          </a:xfrm>
        </p:grpSpPr>
        <p:sp>
          <p:nvSpPr>
            <p:cNvPr id="5469" name="Google Shape;5469;p8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80"/>
          <p:cNvGrpSpPr/>
          <p:nvPr/>
        </p:nvGrpSpPr>
        <p:grpSpPr>
          <a:xfrm>
            <a:off x="7856289" y="3456358"/>
            <a:ext cx="162896" cy="278710"/>
            <a:chOff x="7601242" y="3729267"/>
            <a:chExt cx="222566" cy="380803"/>
          </a:xfrm>
        </p:grpSpPr>
        <p:sp>
          <p:nvSpPr>
            <p:cNvPr id="5472" name="Google Shape;5472;p8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4" name="Google Shape;5474;p80"/>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5" name="Google Shape;5475;p80"/>
          <p:cNvGrpSpPr/>
          <p:nvPr/>
        </p:nvGrpSpPr>
        <p:grpSpPr>
          <a:xfrm>
            <a:off x="7345935" y="3457498"/>
            <a:ext cx="193543" cy="275990"/>
            <a:chOff x="8304647" y="3738687"/>
            <a:chExt cx="225076" cy="320956"/>
          </a:xfrm>
        </p:grpSpPr>
        <p:sp>
          <p:nvSpPr>
            <p:cNvPr id="5476" name="Google Shape;5476;p80"/>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80"/>
          <p:cNvGrpSpPr/>
          <p:nvPr/>
        </p:nvGrpSpPr>
        <p:grpSpPr>
          <a:xfrm>
            <a:off x="7618427" y="3457498"/>
            <a:ext cx="178492" cy="275990"/>
            <a:chOff x="8615101" y="3738687"/>
            <a:chExt cx="207573" cy="320956"/>
          </a:xfrm>
        </p:grpSpPr>
        <p:sp>
          <p:nvSpPr>
            <p:cNvPr id="5480" name="Google Shape;5480;p8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3" name="Google Shape;5483;p80"/>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4" name="Google Shape;5484;p80"/>
          <p:cNvGrpSpPr/>
          <p:nvPr/>
        </p:nvGrpSpPr>
        <p:grpSpPr>
          <a:xfrm>
            <a:off x="6013132" y="3578986"/>
            <a:ext cx="557671" cy="511283"/>
            <a:chOff x="6015419" y="3716859"/>
            <a:chExt cx="557671" cy="511283"/>
          </a:xfrm>
        </p:grpSpPr>
        <p:sp>
          <p:nvSpPr>
            <p:cNvPr id="5485" name="Google Shape;5485;p80"/>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6" name="Google Shape;5486;p80"/>
            <p:cNvGrpSpPr/>
            <p:nvPr/>
          </p:nvGrpSpPr>
          <p:grpSpPr>
            <a:xfrm>
              <a:off x="6036094" y="3716980"/>
              <a:ext cx="529860" cy="510468"/>
              <a:chOff x="6036094" y="3716980"/>
              <a:chExt cx="529860" cy="510468"/>
            </a:xfrm>
          </p:grpSpPr>
          <p:sp>
            <p:nvSpPr>
              <p:cNvPr id="5487" name="Google Shape;5487;p80"/>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0"/>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0"/>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0"/>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0"/>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0"/>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0"/>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0"/>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0"/>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0"/>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7" name="Google Shape;5497;p80"/>
          <p:cNvGrpSpPr/>
          <p:nvPr/>
        </p:nvGrpSpPr>
        <p:grpSpPr>
          <a:xfrm>
            <a:off x="6642017" y="2935755"/>
            <a:ext cx="576302" cy="511871"/>
            <a:chOff x="6644304" y="3073628"/>
            <a:chExt cx="576302" cy="511871"/>
          </a:xfrm>
        </p:grpSpPr>
        <p:sp>
          <p:nvSpPr>
            <p:cNvPr id="5498" name="Google Shape;5498;p8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9" name="Google Shape;5499;p80"/>
            <p:cNvGrpSpPr/>
            <p:nvPr/>
          </p:nvGrpSpPr>
          <p:grpSpPr>
            <a:xfrm>
              <a:off x="6712169" y="3085440"/>
              <a:ext cx="481622" cy="494913"/>
              <a:chOff x="6712169" y="3085440"/>
              <a:chExt cx="481622" cy="494913"/>
            </a:xfrm>
          </p:grpSpPr>
          <p:sp>
            <p:nvSpPr>
              <p:cNvPr id="5500" name="Google Shape;5500;p80"/>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0"/>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0"/>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0"/>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0"/>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5" name="Google Shape;5505;p80"/>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0"/>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0"/>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8" name="Google Shape;5508;p80"/>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9" name="Google Shape;5509;p80"/>
          <p:cNvGrpSpPr/>
          <p:nvPr/>
        </p:nvGrpSpPr>
        <p:grpSpPr>
          <a:xfrm>
            <a:off x="6649868" y="3578750"/>
            <a:ext cx="560631" cy="511352"/>
            <a:chOff x="6652154" y="3716623"/>
            <a:chExt cx="560631" cy="511352"/>
          </a:xfrm>
        </p:grpSpPr>
        <p:sp>
          <p:nvSpPr>
            <p:cNvPr id="5510" name="Google Shape;5510;p80"/>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80"/>
            <p:cNvGrpSpPr/>
            <p:nvPr/>
          </p:nvGrpSpPr>
          <p:grpSpPr>
            <a:xfrm>
              <a:off x="6669657" y="3716715"/>
              <a:ext cx="466779" cy="464290"/>
              <a:chOff x="6669657" y="3716715"/>
              <a:chExt cx="466779" cy="464290"/>
            </a:xfrm>
          </p:grpSpPr>
          <p:sp>
            <p:nvSpPr>
              <p:cNvPr id="5512" name="Google Shape;5512;p80"/>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0"/>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0"/>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0"/>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0"/>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0"/>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0"/>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0"/>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0"/>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0"/>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0"/>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0"/>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0"/>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5" name="Google Shape;5525;p80"/>
          <p:cNvGrpSpPr/>
          <p:nvPr/>
        </p:nvGrpSpPr>
        <p:grpSpPr>
          <a:xfrm>
            <a:off x="7843959" y="3860159"/>
            <a:ext cx="187557" cy="187557"/>
            <a:chOff x="8565775" y="671075"/>
            <a:chExt cx="441000" cy="441000"/>
          </a:xfrm>
        </p:grpSpPr>
        <p:sp>
          <p:nvSpPr>
            <p:cNvPr id="5526" name="Google Shape;5526;p80"/>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0"/>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8" name="Google Shape;5528;p80"/>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0"/>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0" name="Google Shape;5530;p80"/>
          <p:cNvGrpSpPr/>
          <p:nvPr/>
        </p:nvGrpSpPr>
        <p:grpSpPr>
          <a:xfrm>
            <a:off x="5997814" y="2938377"/>
            <a:ext cx="587871" cy="512373"/>
            <a:chOff x="6000100" y="3076250"/>
            <a:chExt cx="587871" cy="512373"/>
          </a:xfrm>
        </p:grpSpPr>
        <p:sp>
          <p:nvSpPr>
            <p:cNvPr id="5531" name="Google Shape;5531;p80"/>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2" name="Google Shape;5532;p80"/>
            <p:cNvGrpSpPr/>
            <p:nvPr/>
          </p:nvGrpSpPr>
          <p:grpSpPr>
            <a:xfrm>
              <a:off x="6031360" y="3076713"/>
              <a:ext cx="539107" cy="480965"/>
              <a:chOff x="6031360" y="3076713"/>
              <a:chExt cx="539107" cy="480965"/>
            </a:xfrm>
          </p:grpSpPr>
          <p:sp>
            <p:nvSpPr>
              <p:cNvPr id="5533" name="Google Shape;5533;p80"/>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0"/>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0"/>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0"/>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0"/>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0"/>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0"/>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0" name="Google Shape;5540;p80"/>
          <p:cNvGrpSpPr/>
          <p:nvPr/>
        </p:nvGrpSpPr>
        <p:grpSpPr>
          <a:xfrm>
            <a:off x="3416805" y="919691"/>
            <a:ext cx="2310381" cy="1488888"/>
            <a:chOff x="229225" y="549050"/>
            <a:chExt cx="7161750" cy="4615275"/>
          </a:xfrm>
        </p:grpSpPr>
        <p:sp>
          <p:nvSpPr>
            <p:cNvPr id="5541" name="Google Shape;5541;p80"/>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0"/>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0"/>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0"/>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0"/>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0"/>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0"/>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0"/>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0"/>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0"/>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0"/>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0"/>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0"/>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0"/>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0"/>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0"/>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0"/>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0"/>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0"/>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0"/>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0"/>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0"/>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0"/>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0"/>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0"/>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0"/>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0"/>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0"/>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0"/>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0"/>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0"/>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0"/>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0"/>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0"/>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0"/>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0"/>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0"/>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0"/>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0"/>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0"/>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0"/>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0"/>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0"/>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0"/>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0"/>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0"/>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0"/>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0"/>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0"/>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0"/>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0"/>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0"/>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0"/>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0"/>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0"/>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0"/>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0"/>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0"/>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0"/>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0"/>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0"/>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0"/>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0"/>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0"/>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0"/>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0"/>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0"/>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0"/>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0"/>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0"/>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0"/>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0"/>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0"/>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0"/>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0"/>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0"/>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0"/>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0"/>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0"/>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0"/>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0"/>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0"/>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0"/>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0"/>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0"/>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0"/>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0"/>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0"/>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0"/>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0"/>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0"/>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0"/>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0"/>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0"/>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0"/>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0"/>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0"/>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0"/>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0"/>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0"/>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0"/>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0"/>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0"/>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0"/>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0"/>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0"/>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0"/>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0"/>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0"/>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0"/>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0"/>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0"/>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0"/>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0"/>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0"/>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0"/>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0"/>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80"/>
          <p:cNvGrpSpPr/>
          <p:nvPr/>
        </p:nvGrpSpPr>
        <p:grpSpPr>
          <a:xfrm>
            <a:off x="3514723" y="2849588"/>
            <a:ext cx="2310282" cy="1374222"/>
            <a:chOff x="3514722" y="2832485"/>
            <a:chExt cx="2310282" cy="1374222"/>
          </a:xfrm>
        </p:grpSpPr>
        <p:sp>
          <p:nvSpPr>
            <p:cNvPr id="5659" name="Google Shape;5659;p80"/>
            <p:cNvSpPr/>
            <p:nvPr/>
          </p:nvSpPr>
          <p:spPr>
            <a:xfrm>
              <a:off x="4463864" y="2916960"/>
              <a:ext cx="1217948" cy="1085392"/>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660" name="Google Shape;5660;p80"/>
            <p:cNvSpPr/>
            <p:nvPr/>
          </p:nvSpPr>
          <p:spPr>
            <a:xfrm>
              <a:off x="4882083" y="3828574"/>
              <a:ext cx="63115" cy="99622"/>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0"/>
            <p:cNvSpPr/>
            <p:nvPr/>
          </p:nvSpPr>
          <p:spPr>
            <a:xfrm>
              <a:off x="5153636" y="3663083"/>
              <a:ext cx="20258" cy="34174"/>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0"/>
            <p:cNvSpPr/>
            <p:nvPr/>
          </p:nvSpPr>
          <p:spPr>
            <a:xfrm>
              <a:off x="5261131" y="3700927"/>
              <a:ext cx="83057" cy="86840"/>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0"/>
            <p:cNvSpPr/>
            <p:nvPr/>
          </p:nvSpPr>
          <p:spPr>
            <a:xfrm>
              <a:off x="5335902" y="3779067"/>
              <a:ext cx="110873" cy="2916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0"/>
            <p:cNvSpPr/>
            <p:nvPr/>
          </p:nvSpPr>
          <p:spPr>
            <a:xfrm>
              <a:off x="5432146" y="3793493"/>
              <a:ext cx="65975" cy="15447"/>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0"/>
            <p:cNvSpPr/>
            <p:nvPr/>
          </p:nvSpPr>
          <p:spPr>
            <a:xfrm>
              <a:off x="5430097" y="3724246"/>
              <a:ext cx="53500" cy="60969"/>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0"/>
            <p:cNvSpPr/>
            <p:nvPr/>
          </p:nvSpPr>
          <p:spPr>
            <a:xfrm>
              <a:off x="5360858" y="3682418"/>
              <a:ext cx="75281" cy="90218"/>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0"/>
            <p:cNvSpPr/>
            <p:nvPr/>
          </p:nvSpPr>
          <p:spPr>
            <a:xfrm>
              <a:off x="5516418" y="3735603"/>
              <a:ext cx="156597" cy="87966"/>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0"/>
            <p:cNvSpPr/>
            <p:nvPr/>
          </p:nvSpPr>
          <p:spPr>
            <a:xfrm>
              <a:off x="5376710" y="3816092"/>
              <a:ext cx="286286" cy="255911"/>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0"/>
            <p:cNvSpPr/>
            <p:nvPr/>
          </p:nvSpPr>
          <p:spPr>
            <a:xfrm>
              <a:off x="5565618" y="4088665"/>
              <a:ext cx="37543" cy="41018"/>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0"/>
            <p:cNvSpPr/>
            <p:nvPr/>
          </p:nvSpPr>
          <p:spPr>
            <a:xfrm>
              <a:off x="5700936" y="4119859"/>
              <a:ext cx="69044" cy="67927"/>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0"/>
            <p:cNvSpPr/>
            <p:nvPr/>
          </p:nvSpPr>
          <p:spPr>
            <a:xfrm>
              <a:off x="5776720" y="4042333"/>
              <a:ext cx="48284" cy="83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0"/>
            <p:cNvSpPr/>
            <p:nvPr/>
          </p:nvSpPr>
          <p:spPr>
            <a:xfrm>
              <a:off x="5422629" y="3537898"/>
              <a:ext cx="19238" cy="3979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0"/>
            <p:cNvSpPr/>
            <p:nvPr/>
          </p:nvSpPr>
          <p:spPr>
            <a:xfrm>
              <a:off x="5351851" y="3583614"/>
              <a:ext cx="27937" cy="25377"/>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0"/>
            <p:cNvSpPr/>
            <p:nvPr/>
          </p:nvSpPr>
          <p:spPr>
            <a:xfrm>
              <a:off x="5433272" y="3589138"/>
              <a:ext cx="40711" cy="6618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0"/>
            <p:cNvSpPr/>
            <p:nvPr/>
          </p:nvSpPr>
          <p:spPr>
            <a:xfrm>
              <a:off x="5454543" y="3641197"/>
              <a:ext cx="44906" cy="60758"/>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0"/>
            <p:cNvSpPr/>
            <p:nvPr/>
          </p:nvSpPr>
          <p:spPr>
            <a:xfrm>
              <a:off x="5483387" y="3380798"/>
              <a:ext cx="77128" cy="122334"/>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0"/>
            <p:cNvSpPr/>
            <p:nvPr/>
          </p:nvSpPr>
          <p:spPr>
            <a:xfrm>
              <a:off x="5531355" y="3332215"/>
              <a:ext cx="34271" cy="51961"/>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0"/>
            <p:cNvSpPr/>
            <p:nvPr/>
          </p:nvSpPr>
          <p:spPr>
            <a:xfrm>
              <a:off x="5501587" y="3222063"/>
              <a:ext cx="47166" cy="105964"/>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0"/>
            <p:cNvSpPr/>
            <p:nvPr/>
          </p:nvSpPr>
          <p:spPr>
            <a:xfrm>
              <a:off x="5257551" y="2882089"/>
              <a:ext cx="52682" cy="42452"/>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0"/>
            <p:cNvSpPr/>
            <p:nvPr/>
          </p:nvSpPr>
          <p:spPr>
            <a:xfrm>
              <a:off x="5321476" y="2883620"/>
              <a:ext cx="36118" cy="17399"/>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0"/>
            <p:cNvSpPr/>
            <p:nvPr/>
          </p:nvSpPr>
          <p:spPr>
            <a:xfrm>
              <a:off x="5301534" y="2920540"/>
              <a:ext cx="36620" cy="2210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0"/>
            <p:cNvSpPr/>
            <p:nvPr/>
          </p:nvSpPr>
          <p:spPr>
            <a:xfrm>
              <a:off x="5039490" y="2879838"/>
              <a:ext cx="30699" cy="44704"/>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0"/>
            <p:cNvSpPr/>
            <p:nvPr/>
          </p:nvSpPr>
          <p:spPr>
            <a:xfrm>
              <a:off x="4980377" y="2849665"/>
              <a:ext cx="59640" cy="59430"/>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0"/>
            <p:cNvSpPr/>
            <p:nvPr/>
          </p:nvSpPr>
          <p:spPr>
            <a:xfrm>
              <a:off x="4857945" y="2971376"/>
              <a:ext cx="58928" cy="131844"/>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0"/>
            <p:cNvSpPr/>
            <p:nvPr/>
          </p:nvSpPr>
          <p:spPr>
            <a:xfrm>
              <a:off x="4513266" y="3289973"/>
              <a:ext cx="30691" cy="43683"/>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0"/>
            <p:cNvSpPr/>
            <p:nvPr/>
          </p:nvSpPr>
          <p:spPr>
            <a:xfrm>
              <a:off x="4537307" y="3258780"/>
              <a:ext cx="52682" cy="87658"/>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0"/>
            <p:cNvSpPr/>
            <p:nvPr/>
          </p:nvSpPr>
          <p:spPr>
            <a:xfrm>
              <a:off x="4618614" y="2943253"/>
              <a:ext cx="84386" cy="7763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0"/>
            <p:cNvSpPr/>
            <p:nvPr/>
          </p:nvSpPr>
          <p:spPr>
            <a:xfrm>
              <a:off x="4658709" y="2930665"/>
              <a:ext cx="50738" cy="36118"/>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0"/>
            <p:cNvSpPr/>
            <p:nvPr/>
          </p:nvSpPr>
          <p:spPr>
            <a:xfrm>
              <a:off x="4438705" y="3158956"/>
              <a:ext cx="59227" cy="49718"/>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0"/>
            <p:cNvSpPr/>
            <p:nvPr/>
          </p:nvSpPr>
          <p:spPr>
            <a:xfrm>
              <a:off x="4666583" y="3449324"/>
              <a:ext cx="18525" cy="11567"/>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0"/>
            <p:cNvSpPr/>
            <p:nvPr/>
          </p:nvSpPr>
          <p:spPr>
            <a:xfrm>
              <a:off x="4658709" y="3446254"/>
              <a:ext cx="30999" cy="19238"/>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0"/>
            <p:cNvSpPr/>
            <p:nvPr/>
          </p:nvSpPr>
          <p:spPr>
            <a:xfrm>
              <a:off x="4634571" y="3406775"/>
              <a:ext cx="20363" cy="28544"/>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0"/>
            <p:cNvSpPr/>
            <p:nvPr/>
          </p:nvSpPr>
          <p:spPr>
            <a:xfrm>
              <a:off x="4632733" y="3425802"/>
              <a:ext cx="14021" cy="2997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0"/>
            <p:cNvSpPr/>
            <p:nvPr/>
          </p:nvSpPr>
          <p:spPr>
            <a:xfrm>
              <a:off x="4846289" y="3118553"/>
              <a:ext cx="24041" cy="14434"/>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0"/>
            <p:cNvSpPr/>
            <p:nvPr/>
          </p:nvSpPr>
          <p:spPr>
            <a:xfrm>
              <a:off x="4227190" y="2847008"/>
              <a:ext cx="304495" cy="394802"/>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0"/>
            <p:cNvSpPr/>
            <p:nvPr/>
          </p:nvSpPr>
          <p:spPr>
            <a:xfrm>
              <a:off x="4104354" y="2832485"/>
              <a:ext cx="222061" cy="1770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0"/>
            <p:cNvSpPr/>
            <p:nvPr/>
          </p:nvSpPr>
          <p:spPr>
            <a:xfrm>
              <a:off x="4084209" y="2964628"/>
              <a:ext cx="22712" cy="266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0"/>
            <p:cNvSpPr/>
            <p:nvPr/>
          </p:nvSpPr>
          <p:spPr>
            <a:xfrm>
              <a:off x="4112948" y="2899164"/>
              <a:ext cx="23944" cy="40613"/>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0"/>
            <p:cNvSpPr/>
            <p:nvPr/>
          </p:nvSpPr>
          <p:spPr>
            <a:xfrm>
              <a:off x="4082062" y="2875237"/>
              <a:ext cx="32732" cy="5625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0"/>
            <p:cNvSpPr/>
            <p:nvPr/>
          </p:nvSpPr>
          <p:spPr>
            <a:xfrm>
              <a:off x="4058637" y="2930973"/>
              <a:ext cx="40208" cy="41634"/>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0"/>
            <p:cNvSpPr/>
            <p:nvPr/>
          </p:nvSpPr>
          <p:spPr>
            <a:xfrm>
              <a:off x="3987657" y="2920751"/>
              <a:ext cx="67918" cy="50738"/>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0"/>
            <p:cNvSpPr/>
            <p:nvPr/>
          </p:nvSpPr>
          <p:spPr>
            <a:xfrm>
              <a:off x="3965568" y="2890270"/>
              <a:ext cx="59738" cy="36823"/>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0"/>
            <p:cNvSpPr/>
            <p:nvPr/>
          </p:nvSpPr>
          <p:spPr>
            <a:xfrm>
              <a:off x="4031737" y="2904073"/>
              <a:ext cx="33356" cy="18833"/>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0"/>
            <p:cNvSpPr/>
            <p:nvPr/>
          </p:nvSpPr>
          <p:spPr>
            <a:xfrm>
              <a:off x="4049841" y="2877999"/>
              <a:ext cx="19035" cy="25264"/>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0"/>
            <p:cNvSpPr/>
            <p:nvPr/>
          </p:nvSpPr>
          <p:spPr>
            <a:xfrm>
              <a:off x="3901335" y="2948769"/>
              <a:ext cx="65359" cy="67619"/>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0"/>
            <p:cNvSpPr/>
            <p:nvPr/>
          </p:nvSpPr>
          <p:spPr>
            <a:xfrm>
              <a:off x="3925781" y="2984878"/>
              <a:ext cx="113125" cy="93182"/>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0"/>
            <p:cNvSpPr/>
            <p:nvPr/>
          </p:nvSpPr>
          <p:spPr>
            <a:xfrm>
              <a:off x="4032247" y="2985591"/>
              <a:ext cx="36628" cy="61787"/>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0"/>
            <p:cNvSpPr/>
            <p:nvPr/>
          </p:nvSpPr>
          <p:spPr>
            <a:xfrm>
              <a:off x="4014962" y="3063627"/>
              <a:ext cx="32027" cy="29363"/>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0"/>
            <p:cNvSpPr/>
            <p:nvPr/>
          </p:nvSpPr>
          <p:spPr>
            <a:xfrm>
              <a:off x="3514722" y="2942451"/>
              <a:ext cx="832251" cy="1264256"/>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0"/>
            <p:cNvSpPr/>
            <p:nvPr/>
          </p:nvSpPr>
          <p:spPr>
            <a:xfrm>
              <a:off x="4063748" y="3127042"/>
              <a:ext cx="47166" cy="58101"/>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0"/>
            <p:cNvSpPr/>
            <p:nvPr/>
          </p:nvSpPr>
          <p:spPr>
            <a:xfrm>
              <a:off x="4089223" y="3006862"/>
              <a:ext cx="138591" cy="200580"/>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0"/>
            <p:cNvSpPr/>
            <p:nvPr/>
          </p:nvSpPr>
          <p:spPr>
            <a:xfrm>
              <a:off x="4194053" y="3324341"/>
              <a:ext cx="38362" cy="46032"/>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0"/>
            <p:cNvSpPr/>
            <p:nvPr/>
          </p:nvSpPr>
          <p:spPr>
            <a:xfrm>
              <a:off x="3985608" y="3568070"/>
              <a:ext cx="85925" cy="28131"/>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0"/>
            <p:cNvSpPr/>
            <p:nvPr/>
          </p:nvSpPr>
          <p:spPr>
            <a:xfrm>
              <a:off x="4058637" y="3586376"/>
              <a:ext cx="49305" cy="24454"/>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0"/>
            <p:cNvSpPr/>
            <p:nvPr/>
          </p:nvSpPr>
          <p:spPr>
            <a:xfrm>
              <a:off x="4028667" y="3603864"/>
              <a:ext cx="28755" cy="15455"/>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0"/>
            <p:cNvSpPr/>
            <p:nvPr/>
          </p:nvSpPr>
          <p:spPr>
            <a:xfrm>
              <a:off x="4110801" y="3597627"/>
              <a:ext cx="34579" cy="17601"/>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0" name="Shape 5720"/>
        <p:cNvGrpSpPr/>
        <p:nvPr/>
      </p:nvGrpSpPr>
      <p:grpSpPr>
        <a:xfrm>
          <a:off x="0" y="0"/>
          <a:ext cx="0" cy="0"/>
          <a:chOff x="0" y="0"/>
          <a:chExt cx="0" cy="0"/>
        </a:xfrm>
      </p:grpSpPr>
      <p:grpSp>
        <p:nvGrpSpPr>
          <p:cNvPr id="5721" name="Google Shape;5721;p81"/>
          <p:cNvGrpSpPr/>
          <p:nvPr/>
        </p:nvGrpSpPr>
        <p:grpSpPr>
          <a:xfrm>
            <a:off x="725414" y="969763"/>
            <a:ext cx="2507799" cy="206239"/>
            <a:chOff x="106648" y="895722"/>
            <a:chExt cx="4481413" cy="374300"/>
          </a:xfrm>
        </p:grpSpPr>
        <p:grpSp>
          <p:nvGrpSpPr>
            <p:cNvPr id="5722" name="Google Shape;5722;p81"/>
            <p:cNvGrpSpPr/>
            <p:nvPr/>
          </p:nvGrpSpPr>
          <p:grpSpPr>
            <a:xfrm>
              <a:off x="2233276" y="895722"/>
              <a:ext cx="1082667" cy="223591"/>
              <a:chOff x="4808316" y="2800065"/>
              <a:chExt cx="1999386" cy="412910"/>
            </a:xfrm>
          </p:grpSpPr>
          <p:sp>
            <p:nvSpPr>
              <p:cNvPr id="5723" name="Google Shape;5723;p81"/>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81"/>
              <p:cNvGrpSpPr/>
              <p:nvPr/>
            </p:nvGrpSpPr>
            <p:grpSpPr>
              <a:xfrm>
                <a:off x="4808316" y="2800065"/>
                <a:ext cx="92400" cy="411825"/>
                <a:chOff x="845575" y="2563700"/>
                <a:chExt cx="92400" cy="411825"/>
              </a:xfrm>
            </p:grpSpPr>
            <p:cxnSp>
              <p:nvCxnSpPr>
                <p:cNvPr id="5725" name="Google Shape;5725;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26" name="Google Shape;5726;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7" name="Google Shape;5727;p81"/>
            <p:cNvGrpSpPr/>
            <p:nvPr/>
          </p:nvGrpSpPr>
          <p:grpSpPr>
            <a:xfrm>
              <a:off x="106648" y="895722"/>
              <a:ext cx="1088401" cy="223591"/>
              <a:chOff x="881025" y="2800065"/>
              <a:chExt cx="2009975" cy="412910"/>
            </a:xfrm>
          </p:grpSpPr>
          <p:sp>
            <p:nvSpPr>
              <p:cNvPr id="5728" name="Google Shape;5728;p81"/>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9" name="Google Shape;5729;p81"/>
              <p:cNvGrpSpPr/>
              <p:nvPr/>
            </p:nvGrpSpPr>
            <p:grpSpPr>
              <a:xfrm>
                <a:off x="881025" y="2800065"/>
                <a:ext cx="92400" cy="411825"/>
                <a:chOff x="845575" y="2563700"/>
                <a:chExt cx="92400" cy="411825"/>
              </a:xfrm>
            </p:grpSpPr>
            <p:cxnSp>
              <p:nvCxnSpPr>
                <p:cNvPr id="5730" name="Google Shape;5730;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31" name="Google Shape;5731;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2" name="Google Shape;5732;p81"/>
            <p:cNvGrpSpPr/>
            <p:nvPr/>
          </p:nvGrpSpPr>
          <p:grpSpPr>
            <a:xfrm>
              <a:off x="1172346" y="1047018"/>
              <a:ext cx="1083151" cy="223003"/>
              <a:chOff x="2849073" y="3079467"/>
              <a:chExt cx="2000279" cy="411825"/>
            </a:xfrm>
          </p:grpSpPr>
          <p:sp>
            <p:nvSpPr>
              <p:cNvPr id="5733" name="Google Shape;5733;p81"/>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4" name="Google Shape;5734;p81"/>
              <p:cNvGrpSpPr/>
              <p:nvPr/>
            </p:nvGrpSpPr>
            <p:grpSpPr>
              <a:xfrm rot="10800000">
                <a:off x="2849073" y="3079467"/>
                <a:ext cx="92400" cy="411825"/>
                <a:chOff x="2070100" y="2563700"/>
                <a:chExt cx="92400" cy="411825"/>
              </a:xfrm>
            </p:grpSpPr>
            <p:cxnSp>
              <p:nvCxnSpPr>
                <p:cNvPr id="5735" name="Google Shape;5735;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36" name="Google Shape;5736;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7" name="Google Shape;5737;p81"/>
            <p:cNvGrpSpPr/>
            <p:nvPr/>
          </p:nvGrpSpPr>
          <p:grpSpPr>
            <a:xfrm>
              <a:off x="3290132" y="1047018"/>
              <a:ext cx="1297929" cy="223003"/>
              <a:chOff x="6760035" y="3079467"/>
              <a:chExt cx="2396914" cy="411825"/>
            </a:xfrm>
          </p:grpSpPr>
          <p:sp>
            <p:nvSpPr>
              <p:cNvPr id="5738" name="Google Shape;5738;p81"/>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9" name="Google Shape;5739;p81"/>
              <p:cNvGrpSpPr/>
              <p:nvPr/>
            </p:nvGrpSpPr>
            <p:grpSpPr>
              <a:xfrm rot="10800000">
                <a:off x="6760035" y="3079467"/>
                <a:ext cx="92400" cy="411825"/>
                <a:chOff x="2070100" y="2563700"/>
                <a:chExt cx="92400" cy="411825"/>
              </a:xfrm>
            </p:grpSpPr>
            <p:cxnSp>
              <p:nvCxnSpPr>
                <p:cNvPr id="5740" name="Google Shape;5740;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41" name="Google Shape;5741;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42" name="Google Shape;5742;p81"/>
          <p:cNvGrpSpPr/>
          <p:nvPr/>
        </p:nvGrpSpPr>
        <p:grpSpPr>
          <a:xfrm>
            <a:off x="2143176" y="3369134"/>
            <a:ext cx="1086701" cy="799429"/>
            <a:chOff x="2183288" y="3555572"/>
            <a:chExt cx="1136241" cy="835873"/>
          </a:xfrm>
        </p:grpSpPr>
        <p:sp>
          <p:nvSpPr>
            <p:cNvPr id="5743" name="Google Shape;5743;p81"/>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4" name="Google Shape;5744;p81"/>
            <p:cNvGrpSpPr/>
            <p:nvPr/>
          </p:nvGrpSpPr>
          <p:grpSpPr>
            <a:xfrm>
              <a:off x="2205895" y="3637269"/>
              <a:ext cx="1089848" cy="724993"/>
              <a:chOff x="2205895" y="3637269"/>
              <a:chExt cx="1089848" cy="724993"/>
            </a:xfrm>
          </p:grpSpPr>
          <p:sp>
            <p:nvSpPr>
              <p:cNvPr id="5745" name="Google Shape;5745;p81"/>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1"/>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1"/>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1"/>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1"/>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1"/>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1" name="Google Shape;5751;p81"/>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2" name="Google Shape;5752;p81"/>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753" name="Google Shape;5753;p81"/>
            <p:cNvGrpSpPr/>
            <p:nvPr/>
          </p:nvGrpSpPr>
          <p:grpSpPr>
            <a:xfrm>
              <a:off x="3173850" y="3779426"/>
              <a:ext cx="145679" cy="70048"/>
              <a:chOff x="3173850" y="3779426"/>
              <a:chExt cx="145679" cy="70048"/>
            </a:xfrm>
          </p:grpSpPr>
          <p:cxnSp>
            <p:nvCxnSpPr>
              <p:cNvPr id="5754" name="Google Shape;5754;p81"/>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755" name="Google Shape;5755;p81"/>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81"/>
            <p:cNvGrpSpPr/>
            <p:nvPr/>
          </p:nvGrpSpPr>
          <p:grpSpPr>
            <a:xfrm>
              <a:off x="2183288" y="4139483"/>
              <a:ext cx="145133" cy="70048"/>
              <a:chOff x="2183288" y="4139483"/>
              <a:chExt cx="145133" cy="70048"/>
            </a:xfrm>
          </p:grpSpPr>
          <p:cxnSp>
            <p:nvCxnSpPr>
              <p:cNvPr id="5757" name="Google Shape;5757;p81"/>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758" name="Google Shape;5758;p81"/>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9" name="Google Shape;5759;p81"/>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60" name="Google Shape;5760;p81"/>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761" name="Google Shape;5761;p81"/>
            <p:cNvGrpSpPr/>
            <p:nvPr/>
          </p:nvGrpSpPr>
          <p:grpSpPr>
            <a:xfrm>
              <a:off x="2943836" y="4268886"/>
              <a:ext cx="60717" cy="122559"/>
              <a:chOff x="2943836" y="4268886"/>
              <a:chExt cx="60717" cy="122559"/>
            </a:xfrm>
          </p:grpSpPr>
          <p:sp>
            <p:nvSpPr>
              <p:cNvPr id="5762" name="Google Shape;5762;p81"/>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63" name="Google Shape;5763;p81"/>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764" name="Google Shape;5764;p81"/>
          <p:cNvGrpSpPr/>
          <p:nvPr/>
        </p:nvGrpSpPr>
        <p:grpSpPr>
          <a:xfrm>
            <a:off x="3406121" y="1290134"/>
            <a:ext cx="1675870" cy="758251"/>
            <a:chOff x="3530532" y="1496185"/>
            <a:chExt cx="1562000" cy="706730"/>
          </a:xfrm>
        </p:grpSpPr>
        <p:cxnSp>
          <p:nvCxnSpPr>
            <p:cNvPr id="5765" name="Google Shape;5765;p81"/>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766" name="Google Shape;5766;p81"/>
            <p:cNvGrpSpPr/>
            <p:nvPr/>
          </p:nvGrpSpPr>
          <p:grpSpPr>
            <a:xfrm>
              <a:off x="3530532" y="1496185"/>
              <a:ext cx="323430" cy="463587"/>
              <a:chOff x="3530532" y="1496185"/>
              <a:chExt cx="323430" cy="463587"/>
            </a:xfrm>
          </p:grpSpPr>
          <p:grpSp>
            <p:nvGrpSpPr>
              <p:cNvPr id="5767" name="Google Shape;5767;p81"/>
              <p:cNvGrpSpPr/>
              <p:nvPr/>
            </p:nvGrpSpPr>
            <p:grpSpPr>
              <a:xfrm>
                <a:off x="3567462" y="1496185"/>
                <a:ext cx="286500" cy="361376"/>
                <a:chOff x="3567462" y="1496185"/>
                <a:chExt cx="286500" cy="361376"/>
              </a:xfrm>
            </p:grpSpPr>
            <p:cxnSp>
              <p:nvCxnSpPr>
                <p:cNvPr id="5768" name="Google Shape;5768;p81"/>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769" name="Google Shape;5769;p81"/>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0" name="Google Shape;5770;p81"/>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81"/>
            <p:cNvGrpSpPr/>
            <p:nvPr/>
          </p:nvGrpSpPr>
          <p:grpSpPr>
            <a:xfrm>
              <a:off x="3891569" y="1779209"/>
              <a:ext cx="323945" cy="423706"/>
              <a:chOff x="3891569" y="1779209"/>
              <a:chExt cx="323945" cy="423706"/>
            </a:xfrm>
          </p:grpSpPr>
          <p:grpSp>
            <p:nvGrpSpPr>
              <p:cNvPr id="5772" name="Google Shape;5772;p81"/>
              <p:cNvGrpSpPr/>
              <p:nvPr/>
            </p:nvGrpSpPr>
            <p:grpSpPr>
              <a:xfrm>
                <a:off x="3929014" y="1881638"/>
                <a:ext cx="286500" cy="321278"/>
                <a:chOff x="3929014" y="1881638"/>
                <a:chExt cx="286500" cy="321278"/>
              </a:xfrm>
            </p:grpSpPr>
            <p:cxnSp>
              <p:nvCxnSpPr>
                <p:cNvPr id="5773" name="Google Shape;5773;p81"/>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774" name="Google Shape;5774;p81"/>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5" name="Google Shape;5775;p81"/>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81"/>
            <p:cNvGrpSpPr/>
            <p:nvPr/>
          </p:nvGrpSpPr>
          <p:grpSpPr>
            <a:xfrm>
              <a:off x="4252606" y="1496185"/>
              <a:ext cx="324721" cy="463587"/>
              <a:chOff x="4252606" y="1496185"/>
              <a:chExt cx="324721" cy="463587"/>
            </a:xfrm>
          </p:grpSpPr>
          <p:grpSp>
            <p:nvGrpSpPr>
              <p:cNvPr id="5777" name="Google Shape;5777;p81"/>
              <p:cNvGrpSpPr/>
              <p:nvPr/>
            </p:nvGrpSpPr>
            <p:grpSpPr>
              <a:xfrm>
                <a:off x="4290828" y="1496185"/>
                <a:ext cx="286500" cy="361376"/>
                <a:chOff x="4290828" y="1496185"/>
                <a:chExt cx="286500" cy="361376"/>
              </a:xfrm>
            </p:grpSpPr>
            <p:cxnSp>
              <p:nvCxnSpPr>
                <p:cNvPr id="5778" name="Google Shape;5778;p81"/>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779" name="Google Shape;5779;p81"/>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0" name="Google Shape;5780;p81"/>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81"/>
            <p:cNvGrpSpPr/>
            <p:nvPr/>
          </p:nvGrpSpPr>
          <p:grpSpPr>
            <a:xfrm>
              <a:off x="4613643" y="1763716"/>
              <a:ext cx="325308" cy="439200"/>
              <a:chOff x="4613643" y="1763716"/>
              <a:chExt cx="325308" cy="439200"/>
            </a:xfrm>
          </p:grpSpPr>
          <p:grpSp>
            <p:nvGrpSpPr>
              <p:cNvPr id="5782" name="Google Shape;5782;p81"/>
              <p:cNvGrpSpPr/>
              <p:nvPr/>
            </p:nvGrpSpPr>
            <p:grpSpPr>
              <a:xfrm>
                <a:off x="4652451" y="1879538"/>
                <a:ext cx="286500" cy="323378"/>
                <a:chOff x="4652451" y="1879538"/>
                <a:chExt cx="286500" cy="323378"/>
              </a:xfrm>
            </p:grpSpPr>
            <p:cxnSp>
              <p:nvCxnSpPr>
                <p:cNvPr id="5783" name="Google Shape;5783;p81"/>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784" name="Google Shape;5784;p81"/>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5" name="Google Shape;5785;p81"/>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6" name="Google Shape;5786;p81"/>
          <p:cNvGrpSpPr/>
          <p:nvPr/>
        </p:nvGrpSpPr>
        <p:grpSpPr>
          <a:xfrm>
            <a:off x="3417981" y="2143759"/>
            <a:ext cx="1652173" cy="391517"/>
            <a:chOff x="3512551" y="2358270"/>
            <a:chExt cx="1597383" cy="378533"/>
          </a:xfrm>
        </p:grpSpPr>
        <p:cxnSp>
          <p:nvCxnSpPr>
            <p:cNvPr id="5787" name="Google Shape;5787;p81"/>
            <p:cNvCxnSpPr>
              <a:stCxn id="5788" idx="6"/>
              <a:endCxn id="578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790" name="Google Shape;5790;p81"/>
            <p:cNvGrpSpPr/>
            <p:nvPr/>
          </p:nvGrpSpPr>
          <p:grpSpPr>
            <a:xfrm>
              <a:off x="3512551" y="2358270"/>
              <a:ext cx="225647" cy="307714"/>
              <a:chOff x="2182679" y="2004714"/>
              <a:chExt cx="792300" cy="1080458"/>
            </a:xfrm>
          </p:grpSpPr>
          <p:cxnSp>
            <p:nvCxnSpPr>
              <p:cNvPr id="5791" name="Google Shape;5791;p81"/>
              <p:cNvCxnSpPr>
                <a:stCxn id="579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788" name="Google Shape;5788;p81"/>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1"/>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81"/>
            <p:cNvGrpSpPr/>
            <p:nvPr/>
          </p:nvGrpSpPr>
          <p:grpSpPr>
            <a:xfrm>
              <a:off x="3969644" y="2440153"/>
              <a:ext cx="225853" cy="296651"/>
              <a:chOff x="3775710" y="1729289"/>
              <a:chExt cx="136500" cy="179289"/>
            </a:xfrm>
          </p:grpSpPr>
          <p:cxnSp>
            <p:nvCxnSpPr>
              <p:cNvPr id="5794" name="Google Shape;5794;p81"/>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795" name="Google Shape;5795;p81"/>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1"/>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81"/>
            <p:cNvGrpSpPr/>
            <p:nvPr/>
          </p:nvGrpSpPr>
          <p:grpSpPr>
            <a:xfrm>
              <a:off x="4427051" y="2358270"/>
              <a:ext cx="225647" cy="307714"/>
              <a:chOff x="5393704" y="2004714"/>
              <a:chExt cx="792300" cy="1080458"/>
            </a:xfrm>
          </p:grpSpPr>
          <p:cxnSp>
            <p:nvCxnSpPr>
              <p:cNvPr id="5798" name="Google Shape;5798;p81"/>
              <p:cNvCxnSpPr>
                <a:stCxn id="579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800" name="Google Shape;5800;p81"/>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1"/>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81"/>
            <p:cNvGrpSpPr/>
            <p:nvPr/>
          </p:nvGrpSpPr>
          <p:grpSpPr>
            <a:xfrm>
              <a:off x="4884287" y="2440252"/>
              <a:ext cx="225647" cy="296532"/>
              <a:chOff x="6999166" y="2292572"/>
              <a:chExt cx="792300" cy="1041192"/>
            </a:xfrm>
          </p:grpSpPr>
          <p:cxnSp>
            <p:nvCxnSpPr>
              <p:cNvPr id="5802" name="Google Shape;5802;p81"/>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789" name="Google Shape;5789;p81"/>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1"/>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04" name="Google Shape;5804;p81"/>
          <p:cNvGrpSpPr/>
          <p:nvPr/>
        </p:nvGrpSpPr>
        <p:grpSpPr>
          <a:xfrm>
            <a:off x="6838789" y="979959"/>
            <a:ext cx="1581844" cy="732818"/>
            <a:chOff x="634175" y="2986275"/>
            <a:chExt cx="3147949" cy="1458344"/>
          </a:xfrm>
        </p:grpSpPr>
        <p:cxnSp>
          <p:nvCxnSpPr>
            <p:cNvPr id="5805" name="Google Shape;5805;p81"/>
            <p:cNvCxnSpPr>
              <a:stCxn id="5806" idx="4"/>
              <a:endCxn id="580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808" name="Google Shape;5808;p81"/>
            <p:cNvCxnSpPr>
              <a:stCxn id="5807" idx="0"/>
              <a:endCxn id="580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810" name="Google Shape;5810;p81"/>
            <p:cNvCxnSpPr>
              <a:stCxn id="5809" idx="4"/>
              <a:endCxn id="581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812" name="Google Shape;5812;p81"/>
            <p:cNvCxnSpPr>
              <a:stCxn id="5811" idx="0"/>
              <a:endCxn id="581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813" name="Google Shape;5813;p81"/>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809" name="Google Shape;5809;p81"/>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806" name="Google Shape;5806;p81"/>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811" name="Google Shape;5811;p81"/>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807" name="Google Shape;5807;p81"/>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814" name="Google Shape;5814;p81"/>
          <p:cNvGrpSpPr/>
          <p:nvPr/>
        </p:nvGrpSpPr>
        <p:grpSpPr>
          <a:xfrm>
            <a:off x="3406504" y="2674269"/>
            <a:ext cx="1675128" cy="313674"/>
            <a:chOff x="998425" y="1182125"/>
            <a:chExt cx="1065400" cy="199500"/>
          </a:xfrm>
        </p:grpSpPr>
        <p:sp>
          <p:nvSpPr>
            <p:cNvPr id="5815" name="Google Shape;5815;p8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81"/>
          <p:cNvGrpSpPr/>
          <p:nvPr/>
        </p:nvGrpSpPr>
        <p:grpSpPr>
          <a:xfrm>
            <a:off x="3406503" y="3630235"/>
            <a:ext cx="1675129" cy="525345"/>
            <a:chOff x="5194708" y="3484366"/>
            <a:chExt cx="3148148" cy="987304"/>
          </a:xfrm>
        </p:grpSpPr>
        <p:grpSp>
          <p:nvGrpSpPr>
            <p:cNvPr id="5821" name="Google Shape;5821;p81"/>
            <p:cNvGrpSpPr/>
            <p:nvPr/>
          </p:nvGrpSpPr>
          <p:grpSpPr>
            <a:xfrm>
              <a:off x="7531521" y="3484366"/>
              <a:ext cx="811335" cy="987304"/>
              <a:chOff x="3379425" y="1617275"/>
              <a:chExt cx="1090650" cy="1327200"/>
            </a:xfrm>
          </p:grpSpPr>
          <p:sp>
            <p:nvSpPr>
              <p:cNvPr id="5822" name="Google Shape;5822;p8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81"/>
            <p:cNvGrpSpPr/>
            <p:nvPr/>
          </p:nvGrpSpPr>
          <p:grpSpPr>
            <a:xfrm>
              <a:off x="6752546" y="3484366"/>
              <a:ext cx="811428" cy="987304"/>
              <a:chOff x="2332275" y="1617275"/>
              <a:chExt cx="1090775" cy="1327200"/>
            </a:xfrm>
          </p:grpSpPr>
          <p:sp>
            <p:nvSpPr>
              <p:cNvPr id="5826" name="Google Shape;5826;p8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81"/>
            <p:cNvGrpSpPr/>
            <p:nvPr/>
          </p:nvGrpSpPr>
          <p:grpSpPr>
            <a:xfrm>
              <a:off x="5973664" y="3484366"/>
              <a:ext cx="811335" cy="987304"/>
              <a:chOff x="1285250" y="1617275"/>
              <a:chExt cx="1090650" cy="1327200"/>
            </a:xfrm>
          </p:grpSpPr>
          <p:sp>
            <p:nvSpPr>
              <p:cNvPr id="5830" name="Google Shape;5830;p8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81"/>
            <p:cNvGrpSpPr/>
            <p:nvPr/>
          </p:nvGrpSpPr>
          <p:grpSpPr>
            <a:xfrm>
              <a:off x="5194708" y="3484366"/>
              <a:ext cx="811409" cy="987304"/>
              <a:chOff x="238125" y="1617275"/>
              <a:chExt cx="1090750" cy="1327200"/>
            </a:xfrm>
          </p:grpSpPr>
          <p:sp>
            <p:nvSpPr>
              <p:cNvPr id="5834" name="Google Shape;5834;p8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37" name="Google Shape;5837;p81"/>
          <p:cNvGrpSpPr/>
          <p:nvPr/>
        </p:nvGrpSpPr>
        <p:grpSpPr>
          <a:xfrm>
            <a:off x="6840188" y="2276124"/>
            <a:ext cx="1579046" cy="522230"/>
            <a:chOff x="6853641" y="2534077"/>
            <a:chExt cx="1515545" cy="501229"/>
          </a:xfrm>
        </p:grpSpPr>
        <p:grpSp>
          <p:nvGrpSpPr>
            <p:cNvPr id="5838" name="Google Shape;5838;p81"/>
            <p:cNvGrpSpPr/>
            <p:nvPr/>
          </p:nvGrpSpPr>
          <p:grpSpPr>
            <a:xfrm>
              <a:off x="6853641" y="2618923"/>
              <a:ext cx="1515545" cy="324556"/>
              <a:chOff x="6853641" y="2618923"/>
              <a:chExt cx="1515545" cy="324556"/>
            </a:xfrm>
          </p:grpSpPr>
          <p:sp>
            <p:nvSpPr>
              <p:cNvPr id="5839" name="Google Shape;5839;p81"/>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1"/>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1"/>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1"/>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1"/>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4" name="Google Shape;5844;p81"/>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1"/>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1"/>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1"/>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1"/>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81"/>
          <p:cNvGrpSpPr/>
          <p:nvPr/>
        </p:nvGrpSpPr>
        <p:grpSpPr>
          <a:xfrm>
            <a:off x="3435080" y="3151165"/>
            <a:ext cx="1617976" cy="346616"/>
            <a:chOff x="1808063" y="4294338"/>
            <a:chExt cx="3370782" cy="721817"/>
          </a:xfrm>
        </p:grpSpPr>
        <p:sp>
          <p:nvSpPr>
            <p:cNvPr id="5850" name="Google Shape;5850;p8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81"/>
          <p:cNvGrpSpPr/>
          <p:nvPr/>
        </p:nvGrpSpPr>
        <p:grpSpPr>
          <a:xfrm>
            <a:off x="5261076" y="3817915"/>
            <a:ext cx="1417067" cy="350605"/>
            <a:chOff x="4234950" y="2101012"/>
            <a:chExt cx="4219974" cy="1044090"/>
          </a:xfrm>
        </p:grpSpPr>
        <p:sp>
          <p:nvSpPr>
            <p:cNvPr id="5861" name="Google Shape;5861;p81"/>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1"/>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1"/>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1"/>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1"/>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1"/>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1"/>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1"/>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1"/>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1"/>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1"/>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1"/>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1"/>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1"/>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1"/>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1"/>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81"/>
          <p:cNvGrpSpPr/>
          <p:nvPr/>
        </p:nvGrpSpPr>
        <p:grpSpPr>
          <a:xfrm>
            <a:off x="6836548" y="1808672"/>
            <a:ext cx="1586327" cy="371557"/>
            <a:chOff x="1247650" y="2075423"/>
            <a:chExt cx="6648477" cy="1557238"/>
          </a:xfrm>
        </p:grpSpPr>
        <p:sp>
          <p:nvSpPr>
            <p:cNvPr id="5878" name="Google Shape;5878;p8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81"/>
          <p:cNvGrpSpPr/>
          <p:nvPr/>
        </p:nvGrpSpPr>
        <p:grpSpPr>
          <a:xfrm>
            <a:off x="5267818" y="961862"/>
            <a:ext cx="1415601" cy="1648533"/>
            <a:chOff x="1839112" y="2209163"/>
            <a:chExt cx="1918159" cy="2233784"/>
          </a:xfrm>
        </p:grpSpPr>
        <p:sp>
          <p:nvSpPr>
            <p:cNvPr id="5885" name="Google Shape;5885;p81"/>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1"/>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1"/>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8" name="Google Shape;5888;p81"/>
            <p:cNvCxnSpPr>
              <a:stCxn id="5885" idx="6"/>
              <a:endCxn id="588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889" name="Google Shape;5889;p81"/>
            <p:cNvCxnSpPr>
              <a:stCxn id="5886" idx="4"/>
              <a:endCxn id="589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891" name="Google Shape;5891;p81"/>
            <p:cNvCxnSpPr>
              <a:stCxn id="5890" idx="6"/>
              <a:endCxn id="588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892" name="Google Shape;5892;p81"/>
            <p:cNvCxnSpPr>
              <a:stCxn id="5887" idx="4"/>
              <a:endCxn id="589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890" name="Google Shape;5890;p81"/>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1"/>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1"/>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5" name="Google Shape;5895;p81"/>
            <p:cNvCxnSpPr>
              <a:endCxn id="589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896" name="Google Shape;5896;p81"/>
          <p:cNvGrpSpPr/>
          <p:nvPr/>
        </p:nvGrpSpPr>
        <p:grpSpPr>
          <a:xfrm>
            <a:off x="3425084" y="979946"/>
            <a:ext cx="1637968" cy="154942"/>
            <a:chOff x="238125" y="2506075"/>
            <a:chExt cx="7115411" cy="673075"/>
          </a:xfrm>
        </p:grpSpPr>
        <p:sp>
          <p:nvSpPr>
            <p:cNvPr id="5897" name="Google Shape;5897;p8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81"/>
          <p:cNvGrpSpPr/>
          <p:nvPr/>
        </p:nvGrpSpPr>
        <p:grpSpPr>
          <a:xfrm>
            <a:off x="1965820" y="1294664"/>
            <a:ext cx="1262932" cy="785408"/>
            <a:chOff x="548861" y="389676"/>
            <a:chExt cx="3843371" cy="2390163"/>
          </a:xfrm>
        </p:grpSpPr>
        <p:cxnSp>
          <p:nvCxnSpPr>
            <p:cNvPr id="5903" name="Google Shape;5903;p81"/>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904" name="Google Shape;5904;p81"/>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905" name="Google Shape;5905;p81"/>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906" name="Google Shape;5906;p81"/>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907" name="Google Shape;5907;p81"/>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908" name="Google Shape;5908;p81"/>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09" name="Google Shape;5909;p81"/>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910" name="Google Shape;5910;p81"/>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1"/>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1"/>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1"/>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1"/>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1"/>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81"/>
          <p:cNvGrpSpPr/>
          <p:nvPr/>
        </p:nvGrpSpPr>
        <p:grpSpPr>
          <a:xfrm>
            <a:off x="753952" y="2401541"/>
            <a:ext cx="1412054" cy="633562"/>
            <a:chOff x="1187400" y="2529299"/>
            <a:chExt cx="6769193" cy="2241903"/>
          </a:xfrm>
        </p:grpSpPr>
        <p:sp>
          <p:nvSpPr>
            <p:cNvPr id="5917" name="Google Shape;5917;p81"/>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918" name="Google Shape;5918;p81"/>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19" name="Google Shape;5919;p81"/>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20" name="Google Shape;5920;p81"/>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21" name="Google Shape;5921;p81"/>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22" name="Google Shape;5922;p81"/>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23" name="Google Shape;5923;p81"/>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924" name="Google Shape;5924;p81"/>
            <p:cNvCxnSpPr>
              <a:stCxn id="5917" idx="2"/>
              <a:endCxn id="591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25" name="Google Shape;5925;p81"/>
            <p:cNvCxnSpPr>
              <a:stCxn id="5919" idx="0"/>
              <a:endCxn id="591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26" name="Google Shape;5926;p81"/>
            <p:cNvCxnSpPr>
              <a:stCxn id="5919" idx="2"/>
              <a:endCxn id="592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27" name="Google Shape;5927;p81"/>
            <p:cNvCxnSpPr>
              <a:stCxn id="5920" idx="0"/>
              <a:endCxn id="591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28" name="Google Shape;5928;p81"/>
            <p:cNvCxnSpPr>
              <a:stCxn id="5918" idx="2"/>
              <a:endCxn id="592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29" name="Google Shape;5929;p81"/>
            <p:cNvCxnSpPr>
              <a:stCxn id="5922" idx="0"/>
              <a:endCxn id="591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930" name="Google Shape;5930;p81"/>
          <p:cNvGrpSpPr/>
          <p:nvPr/>
        </p:nvGrpSpPr>
        <p:grpSpPr>
          <a:xfrm>
            <a:off x="6840198" y="2894250"/>
            <a:ext cx="1579035" cy="540873"/>
            <a:chOff x="6895650" y="3126697"/>
            <a:chExt cx="1436662" cy="492105"/>
          </a:xfrm>
        </p:grpSpPr>
        <p:sp>
          <p:nvSpPr>
            <p:cNvPr id="5931" name="Google Shape;5931;p81"/>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1"/>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1"/>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1"/>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1"/>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6" name="Google Shape;5936;p81"/>
            <p:cNvGrpSpPr/>
            <p:nvPr/>
          </p:nvGrpSpPr>
          <p:grpSpPr>
            <a:xfrm>
              <a:off x="6995957" y="3335810"/>
              <a:ext cx="1230393" cy="71754"/>
              <a:chOff x="6995957" y="3287964"/>
              <a:chExt cx="1230393" cy="71754"/>
            </a:xfrm>
          </p:grpSpPr>
          <p:sp>
            <p:nvSpPr>
              <p:cNvPr id="5937" name="Google Shape;5937;p81"/>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1"/>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1"/>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1"/>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1"/>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2" name="Google Shape;5942;p81"/>
          <p:cNvGrpSpPr/>
          <p:nvPr/>
        </p:nvGrpSpPr>
        <p:grpSpPr>
          <a:xfrm>
            <a:off x="6838780" y="3531013"/>
            <a:ext cx="1581862" cy="650625"/>
            <a:chOff x="6777990" y="3710194"/>
            <a:chExt cx="1646915" cy="677382"/>
          </a:xfrm>
        </p:grpSpPr>
        <p:grpSp>
          <p:nvGrpSpPr>
            <p:cNvPr id="5943" name="Google Shape;5943;p81"/>
            <p:cNvGrpSpPr/>
            <p:nvPr/>
          </p:nvGrpSpPr>
          <p:grpSpPr>
            <a:xfrm>
              <a:off x="6777990" y="3874492"/>
              <a:ext cx="411129" cy="513083"/>
              <a:chOff x="6777990" y="3874492"/>
              <a:chExt cx="411129" cy="513083"/>
            </a:xfrm>
          </p:grpSpPr>
          <p:cxnSp>
            <p:nvCxnSpPr>
              <p:cNvPr id="5944" name="Google Shape;5944;p81"/>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945" name="Google Shape;5945;p81"/>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81"/>
            <p:cNvGrpSpPr/>
            <p:nvPr/>
          </p:nvGrpSpPr>
          <p:grpSpPr>
            <a:xfrm>
              <a:off x="7188425" y="3710194"/>
              <a:ext cx="411123" cy="520535"/>
              <a:chOff x="7188425" y="3710194"/>
              <a:chExt cx="411123" cy="520535"/>
            </a:xfrm>
          </p:grpSpPr>
          <p:cxnSp>
            <p:nvCxnSpPr>
              <p:cNvPr id="5947" name="Google Shape;5947;p81"/>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948" name="Google Shape;5948;p81"/>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81"/>
            <p:cNvGrpSpPr/>
            <p:nvPr/>
          </p:nvGrpSpPr>
          <p:grpSpPr>
            <a:xfrm>
              <a:off x="7603341" y="3874492"/>
              <a:ext cx="411474" cy="513083"/>
              <a:chOff x="7603341" y="3874492"/>
              <a:chExt cx="411474" cy="513083"/>
            </a:xfrm>
          </p:grpSpPr>
          <p:cxnSp>
            <p:nvCxnSpPr>
              <p:cNvPr id="5950" name="Google Shape;5950;p81"/>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951" name="Google Shape;5951;p81"/>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81"/>
            <p:cNvGrpSpPr/>
            <p:nvPr/>
          </p:nvGrpSpPr>
          <p:grpSpPr>
            <a:xfrm>
              <a:off x="8013776" y="3722847"/>
              <a:ext cx="411129" cy="507881"/>
              <a:chOff x="8013776" y="3722847"/>
              <a:chExt cx="411129" cy="507881"/>
            </a:xfrm>
          </p:grpSpPr>
          <p:cxnSp>
            <p:nvCxnSpPr>
              <p:cNvPr id="5953" name="Google Shape;5953;p81"/>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954" name="Google Shape;5954;p81"/>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5" name="Google Shape;5955;p81"/>
          <p:cNvGrpSpPr/>
          <p:nvPr/>
        </p:nvGrpSpPr>
        <p:grpSpPr>
          <a:xfrm>
            <a:off x="5258295" y="2703853"/>
            <a:ext cx="1421889" cy="1020603"/>
            <a:chOff x="5190863" y="2824811"/>
            <a:chExt cx="1544860" cy="1108869"/>
          </a:xfrm>
        </p:grpSpPr>
        <p:grpSp>
          <p:nvGrpSpPr>
            <p:cNvPr id="5956" name="Google Shape;5956;p81"/>
            <p:cNvGrpSpPr/>
            <p:nvPr/>
          </p:nvGrpSpPr>
          <p:grpSpPr>
            <a:xfrm>
              <a:off x="5938695" y="3176919"/>
              <a:ext cx="685761" cy="404739"/>
              <a:chOff x="5938695" y="3176919"/>
              <a:chExt cx="685761" cy="404739"/>
            </a:xfrm>
          </p:grpSpPr>
          <p:grpSp>
            <p:nvGrpSpPr>
              <p:cNvPr id="5957" name="Google Shape;5957;p81"/>
              <p:cNvGrpSpPr/>
              <p:nvPr/>
            </p:nvGrpSpPr>
            <p:grpSpPr>
              <a:xfrm>
                <a:off x="5938695" y="3176919"/>
                <a:ext cx="685761" cy="404739"/>
                <a:chOff x="5938695" y="3176919"/>
                <a:chExt cx="685761" cy="404739"/>
              </a:xfrm>
            </p:grpSpPr>
            <p:sp>
              <p:nvSpPr>
                <p:cNvPr id="5958" name="Google Shape;5958;p81"/>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1"/>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0" name="Google Shape;5960;p81"/>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81"/>
            <p:cNvGrpSpPr/>
            <p:nvPr/>
          </p:nvGrpSpPr>
          <p:grpSpPr>
            <a:xfrm>
              <a:off x="5305233" y="3176835"/>
              <a:ext cx="685971" cy="404655"/>
              <a:chOff x="5305233" y="3176835"/>
              <a:chExt cx="685971" cy="404655"/>
            </a:xfrm>
          </p:grpSpPr>
          <p:grpSp>
            <p:nvGrpSpPr>
              <p:cNvPr id="5962" name="Google Shape;5962;p81"/>
              <p:cNvGrpSpPr/>
              <p:nvPr/>
            </p:nvGrpSpPr>
            <p:grpSpPr>
              <a:xfrm>
                <a:off x="5305233" y="3176835"/>
                <a:ext cx="685971" cy="404655"/>
                <a:chOff x="5305233" y="3176835"/>
                <a:chExt cx="685971" cy="404655"/>
              </a:xfrm>
            </p:grpSpPr>
            <p:sp>
              <p:nvSpPr>
                <p:cNvPr id="5963" name="Google Shape;5963;p81"/>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1"/>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5" name="Google Shape;5965;p81"/>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6" name="Google Shape;5966;p81"/>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7" name="Google Shape;5967;p81"/>
            <p:cNvGrpSpPr/>
            <p:nvPr/>
          </p:nvGrpSpPr>
          <p:grpSpPr>
            <a:xfrm>
              <a:off x="5657361" y="2824811"/>
              <a:ext cx="1078361" cy="404655"/>
              <a:chOff x="5657361" y="2824811"/>
              <a:chExt cx="1078361" cy="404655"/>
            </a:xfrm>
          </p:grpSpPr>
          <p:grpSp>
            <p:nvGrpSpPr>
              <p:cNvPr id="5968" name="Google Shape;5968;p81"/>
              <p:cNvGrpSpPr/>
              <p:nvPr/>
            </p:nvGrpSpPr>
            <p:grpSpPr>
              <a:xfrm>
                <a:off x="5657361" y="2824811"/>
                <a:ext cx="1078361" cy="404655"/>
                <a:chOff x="5657361" y="2824811"/>
                <a:chExt cx="1078361" cy="404655"/>
              </a:xfrm>
            </p:grpSpPr>
            <p:grpSp>
              <p:nvGrpSpPr>
                <p:cNvPr id="5969" name="Google Shape;5969;p81"/>
                <p:cNvGrpSpPr/>
                <p:nvPr/>
              </p:nvGrpSpPr>
              <p:grpSpPr>
                <a:xfrm>
                  <a:off x="5938485" y="2824811"/>
                  <a:ext cx="797237" cy="404655"/>
                  <a:chOff x="5938485" y="2824811"/>
                  <a:chExt cx="797237" cy="404655"/>
                </a:xfrm>
              </p:grpSpPr>
              <p:sp>
                <p:nvSpPr>
                  <p:cNvPr id="5970" name="Google Shape;5970;p81"/>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1"/>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2" name="Google Shape;5972;p81"/>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3" name="Google Shape;5973;p81"/>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81"/>
            <p:cNvGrpSpPr/>
            <p:nvPr/>
          </p:nvGrpSpPr>
          <p:grpSpPr>
            <a:xfrm>
              <a:off x="5190863" y="3528942"/>
              <a:ext cx="1078026" cy="404739"/>
              <a:chOff x="5190863" y="3528942"/>
              <a:chExt cx="1078026" cy="404739"/>
            </a:xfrm>
          </p:grpSpPr>
          <p:sp>
            <p:nvSpPr>
              <p:cNvPr id="5975" name="Google Shape;5975;p81"/>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6" name="Google Shape;5976;p81"/>
              <p:cNvGrpSpPr/>
              <p:nvPr/>
            </p:nvGrpSpPr>
            <p:grpSpPr>
              <a:xfrm>
                <a:off x="5190863" y="3528942"/>
                <a:ext cx="1078026" cy="404739"/>
                <a:chOff x="5190863" y="3528942"/>
                <a:chExt cx="1078026" cy="404739"/>
              </a:xfrm>
            </p:grpSpPr>
            <p:sp>
              <p:nvSpPr>
                <p:cNvPr id="5977" name="Google Shape;5977;p81"/>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1"/>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79" name="Google Shape;5979;p81"/>
          <p:cNvGrpSpPr/>
          <p:nvPr/>
        </p:nvGrpSpPr>
        <p:grpSpPr>
          <a:xfrm>
            <a:off x="724302" y="1268321"/>
            <a:ext cx="1086719" cy="879487"/>
            <a:chOff x="803162" y="1474292"/>
            <a:chExt cx="1086719" cy="879487"/>
          </a:xfrm>
        </p:grpSpPr>
        <p:grpSp>
          <p:nvGrpSpPr>
            <p:cNvPr id="5980" name="Google Shape;5980;p81"/>
            <p:cNvGrpSpPr/>
            <p:nvPr/>
          </p:nvGrpSpPr>
          <p:grpSpPr>
            <a:xfrm>
              <a:off x="803162" y="1625948"/>
              <a:ext cx="445856" cy="576579"/>
              <a:chOff x="803162" y="1625948"/>
              <a:chExt cx="445856" cy="576579"/>
            </a:xfrm>
          </p:grpSpPr>
          <p:sp>
            <p:nvSpPr>
              <p:cNvPr id="5981" name="Google Shape;5981;p81"/>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2" name="Google Shape;5982;p81"/>
              <p:cNvGrpSpPr/>
              <p:nvPr/>
            </p:nvGrpSpPr>
            <p:grpSpPr>
              <a:xfrm>
                <a:off x="1056023" y="1625948"/>
                <a:ext cx="192995" cy="576579"/>
                <a:chOff x="1056023" y="1625948"/>
                <a:chExt cx="192995" cy="576579"/>
              </a:xfrm>
            </p:grpSpPr>
            <p:sp>
              <p:nvSpPr>
                <p:cNvPr id="5983" name="Google Shape;5983;p81"/>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1"/>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1"/>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1"/>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1"/>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8" name="Google Shape;5988;p81"/>
            <p:cNvGrpSpPr/>
            <p:nvPr/>
          </p:nvGrpSpPr>
          <p:grpSpPr>
            <a:xfrm>
              <a:off x="1371406" y="1474292"/>
              <a:ext cx="518475" cy="879487"/>
              <a:chOff x="1398231" y="1474292"/>
              <a:chExt cx="518475" cy="879487"/>
            </a:xfrm>
          </p:grpSpPr>
          <p:grpSp>
            <p:nvGrpSpPr>
              <p:cNvPr id="5989" name="Google Shape;5989;p81"/>
              <p:cNvGrpSpPr/>
              <p:nvPr/>
            </p:nvGrpSpPr>
            <p:grpSpPr>
              <a:xfrm>
                <a:off x="1398231" y="1474292"/>
                <a:ext cx="518475" cy="341643"/>
                <a:chOff x="1398231" y="1474292"/>
                <a:chExt cx="518475" cy="341643"/>
              </a:xfrm>
            </p:grpSpPr>
            <p:sp>
              <p:nvSpPr>
                <p:cNvPr id="5990" name="Google Shape;5990;p81"/>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1" name="Google Shape;5991;p81"/>
                <p:cNvGrpSpPr/>
                <p:nvPr/>
              </p:nvGrpSpPr>
              <p:grpSpPr>
                <a:xfrm>
                  <a:off x="1616453" y="1474292"/>
                  <a:ext cx="300253" cy="341643"/>
                  <a:chOff x="1616453" y="1475379"/>
                  <a:chExt cx="300253" cy="341643"/>
                </a:xfrm>
              </p:grpSpPr>
              <p:sp>
                <p:nvSpPr>
                  <p:cNvPr id="5992" name="Google Shape;5992;p81"/>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1"/>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1"/>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1"/>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1"/>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1"/>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1"/>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9" name="Google Shape;5999;p81"/>
                  <p:cNvGrpSpPr/>
                  <p:nvPr/>
                </p:nvGrpSpPr>
                <p:grpSpPr>
                  <a:xfrm>
                    <a:off x="1839639" y="1475379"/>
                    <a:ext cx="77067" cy="341643"/>
                    <a:chOff x="1839639" y="1475379"/>
                    <a:chExt cx="77067" cy="341643"/>
                  </a:xfrm>
                </p:grpSpPr>
                <p:sp>
                  <p:nvSpPr>
                    <p:cNvPr id="6000" name="Google Shape;6000;p81"/>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1"/>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02" name="Google Shape;6002;p81"/>
              <p:cNvGrpSpPr/>
              <p:nvPr/>
            </p:nvGrpSpPr>
            <p:grpSpPr>
              <a:xfrm>
                <a:off x="1398451" y="2012951"/>
                <a:ext cx="518255" cy="340828"/>
                <a:chOff x="1398451" y="2012951"/>
                <a:chExt cx="518255" cy="340828"/>
              </a:xfrm>
            </p:grpSpPr>
            <p:sp>
              <p:nvSpPr>
                <p:cNvPr id="6003" name="Google Shape;6003;p81"/>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4" name="Google Shape;6004;p81"/>
                <p:cNvGrpSpPr/>
                <p:nvPr/>
              </p:nvGrpSpPr>
              <p:grpSpPr>
                <a:xfrm>
                  <a:off x="1616453" y="2012951"/>
                  <a:ext cx="300253" cy="340828"/>
                  <a:chOff x="1616453" y="2013538"/>
                  <a:chExt cx="300253" cy="340828"/>
                </a:xfrm>
              </p:grpSpPr>
              <p:sp>
                <p:nvSpPr>
                  <p:cNvPr id="6005" name="Google Shape;6005;p81"/>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1"/>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1"/>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1"/>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1"/>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1"/>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1"/>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2" name="Google Shape;6012;p81"/>
                  <p:cNvGrpSpPr/>
                  <p:nvPr/>
                </p:nvGrpSpPr>
                <p:grpSpPr>
                  <a:xfrm>
                    <a:off x="1839639" y="2013538"/>
                    <a:ext cx="77067" cy="340828"/>
                    <a:chOff x="1839639" y="2013538"/>
                    <a:chExt cx="77067" cy="340828"/>
                  </a:xfrm>
                </p:grpSpPr>
                <p:sp>
                  <p:nvSpPr>
                    <p:cNvPr id="6013" name="Google Shape;6013;p81"/>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1"/>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015" name="Google Shape;6015;p81"/>
          <p:cNvGrpSpPr/>
          <p:nvPr/>
        </p:nvGrpSpPr>
        <p:grpSpPr>
          <a:xfrm>
            <a:off x="721126" y="3399508"/>
            <a:ext cx="1368681" cy="682918"/>
            <a:chOff x="724986" y="3605478"/>
            <a:chExt cx="1368681" cy="682918"/>
          </a:xfrm>
        </p:grpSpPr>
        <p:grpSp>
          <p:nvGrpSpPr>
            <p:cNvPr id="6016" name="Google Shape;6016;p81"/>
            <p:cNvGrpSpPr/>
            <p:nvPr/>
          </p:nvGrpSpPr>
          <p:grpSpPr>
            <a:xfrm>
              <a:off x="1289102" y="3823629"/>
              <a:ext cx="240442" cy="250435"/>
              <a:chOff x="-165066" y="3843615"/>
              <a:chExt cx="221259" cy="230455"/>
            </a:xfrm>
          </p:grpSpPr>
          <p:sp>
            <p:nvSpPr>
              <p:cNvPr id="6017" name="Google Shape;6017;p81"/>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1"/>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1"/>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1"/>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1"/>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1"/>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1"/>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1"/>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1"/>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1"/>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1"/>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1"/>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1"/>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1"/>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1"/>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1"/>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1"/>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1"/>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1"/>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1"/>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81"/>
            <p:cNvGrpSpPr/>
            <p:nvPr/>
          </p:nvGrpSpPr>
          <p:grpSpPr>
            <a:xfrm>
              <a:off x="724986" y="3605478"/>
              <a:ext cx="1368681" cy="682918"/>
              <a:chOff x="724986" y="3605478"/>
              <a:chExt cx="1368681" cy="682918"/>
            </a:xfrm>
          </p:grpSpPr>
          <p:grpSp>
            <p:nvGrpSpPr>
              <p:cNvPr id="6038" name="Google Shape;6038;p81"/>
              <p:cNvGrpSpPr/>
              <p:nvPr/>
            </p:nvGrpSpPr>
            <p:grpSpPr>
              <a:xfrm>
                <a:off x="1498221" y="4047614"/>
                <a:ext cx="529172" cy="240783"/>
                <a:chOff x="1498221" y="4047614"/>
                <a:chExt cx="529172" cy="240783"/>
              </a:xfrm>
            </p:grpSpPr>
            <p:grpSp>
              <p:nvGrpSpPr>
                <p:cNvPr id="6039" name="Google Shape;6039;p81"/>
                <p:cNvGrpSpPr/>
                <p:nvPr/>
              </p:nvGrpSpPr>
              <p:grpSpPr>
                <a:xfrm>
                  <a:off x="1826655" y="4224370"/>
                  <a:ext cx="200738" cy="25631"/>
                  <a:chOff x="1826655" y="4224370"/>
                  <a:chExt cx="200738" cy="25631"/>
                </a:xfrm>
              </p:grpSpPr>
              <p:sp>
                <p:nvSpPr>
                  <p:cNvPr id="6040" name="Google Shape;6040;p81"/>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1"/>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81"/>
                <p:cNvGrpSpPr/>
                <p:nvPr/>
              </p:nvGrpSpPr>
              <p:grpSpPr>
                <a:xfrm>
                  <a:off x="1498221" y="4047614"/>
                  <a:ext cx="328444" cy="240783"/>
                  <a:chOff x="1498221" y="4047614"/>
                  <a:chExt cx="328444" cy="240783"/>
                </a:xfrm>
              </p:grpSpPr>
              <p:sp>
                <p:nvSpPr>
                  <p:cNvPr id="6043" name="Google Shape;6043;p81"/>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4" name="Google Shape;6044;p81"/>
                  <p:cNvGrpSpPr/>
                  <p:nvPr/>
                </p:nvGrpSpPr>
                <p:grpSpPr>
                  <a:xfrm>
                    <a:off x="1498221" y="4047614"/>
                    <a:ext cx="150566" cy="190416"/>
                    <a:chOff x="1498221" y="4047614"/>
                    <a:chExt cx="150566" cy="190416"/>
                  </a:xfrm>
                </p:grpSpPr>
                <p:sp>
                  <p:nvSpPr>
                    <p:cNvPr id="6045" name="Google Shape;6045;p81"/>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1"/>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47" name="Google Shape;6047;p81"/>
              <p:cNvGrpSpPr/>
              <p:nvPr/>
            </p:nvGrpSpPr>
            <p:grpSpPr>
              <a:xfrm>
                <a:off x="1560718" y="3800594"/>
                <a:ext cx="532948" cy="302090"/>
                <a:chOff x="1560718" y="3800594"/>
                <a:chExt cx="532948" cy="302090"/>
              </a:xfrm>
            </p:grpSpPr>
            <p:grpSp>
              <p:nvGrpSpPr>
                <p:cNvPr id="6048" name="Google Shape;6048;p81"/>
                <p:cNvGrpSpPr/>
                <p:nvPr/>
              </p:nvGrpSpPr>
              <p:grpSpPr>
                <a:xfrm>
                  <a:off x="1912179" y="3827344"/>
                  <a:ext cx="181487" cy="25631"/>
                  <a:chOff x="1912179" y="3827344"/>
                  <a:chExt cx="181487" cy="25631"/>
                </a:xfrm>
              </p:grpSpPr>
              <p:sp>
                <p:nvSpPr>
                  <p:cNvPr id="6049" name="Google Shape;6049;p81"/>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1"/>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81"/>
                <p:cNvGrpSpPr/>
                <p:nvPr/>
              </p:nvGrpSpPr>
              <p:grpSpPr>
                <a:xfrm>
                  <a:off x="1912179" y="4044505"/>
                  <a:ext cx="181487" cy="25622"/>
                  <a:chOff x="1912179" y="4044506"/>
                  <a:chExt cx="181487" cy="25622"/>
                </a:xfrm>
              </p:grpSpPr>
              <p:sp>
                <p:nvSpPr>
                  <p:cNvPr id="6052" name="Google Shape;6052;p81"/>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1"/>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81"/>
                <p:cNvGrpSpPr/>
                <p:nvPr/>
              </p:nvGrpSpPr>
              <p:grpSpPr>
                <a:xfrm>
                  <a:off x="1560718" y="3800594"/>
                  <a:ext cx="351472" cy="302090"/>
                  <a:chOff x="1560718" y="3800594"/>
                  <a:chExt cx="351472" cy="302090"/>
                </a:xfrm>
              </p:grpSpPr>
              <p:grpSp>
                <p:nvGrpSpPr>
                  <p:cNvPr id="6055" name="Google Shape;6055;p81"/>
                  <p:cNvGrpSpPr/>
                  <p:nvPr/>
                </p:nvGrpSpPr>
                <p:grpSpPr>
                  <a:xfrm>
                    <a:off x="1560718" y="3842857"/>
                    <a:ext cx="173586" cy="217131"/>
                    <a:chOff x="1560718" y="3842857"/>
                    <a:chExt cx="173586" cy="217131"/>
                  </a:xfrm>
                </p:grpSpPr>
                <p:sp>
                  <p:nvSpPr>
                    <p:cNvPr id="6056" name="Google Shape;6056;p81"/>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1"/>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1"/>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9" name="Google Shape;6059;p81"/>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1"/>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61" name="Google Shape;6061;p81"/>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2" name="Google Shape;6062;p81"/>
              <p:cNvGrpSpPr/>
              <p:nvPr/>
            </p:nvGrpSpPr>
            <p:grpSpPr>
              <a:xfrm>
                <a:off x="785350" y="3605478"/>
                <a:ext cx="535311" cy="249245"/>
                <a:chOff x="785350" y="3605478"/>
                <a:chExt cx="535311" cy="249245"/>
              </a:xfrm>
            </p:grpSpPr>
            <p:grpSp>
              <p:nvGrpSpPr>
                <p:cNvPr id="6063" name="Google Shape;6063;p81"/>
                <p:cNvGrpSpPr/>
                <p:nvPr/>
              </p:nvGrpSpPr>
              <p:grpSpPr>
                <a:xfrm>
                  <a:off x="785350" y="3605478"/>
                  <a:ext cx="376191" cy="102736"/>
                  <a:chOff x="785350" y="3605478"/>
                  <a:chExt cx="376191" cy="102736"/>
                </a:xfrm>
              </p:grpSpPr>
              <p:sp>
                <p:nvSpPr>
                  <p:cNvPr id="6064" name="Google Shape;6064;p81"/>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1"/>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1"/>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81"/>
                <p:cNvGrpSpPr/>
                <p:nvPr/>
              </p:nvGrpSpPr>
              <p:grpSpPr>
                <a:xfrm>
                  <a:off x="1161530" y="3655851"/>
                  <a:ext cx="159131" cy="198872"/>
                  <a:chOff x="1161530" y="3655851"/>
                  <a:chExt cx="159131" cy="198872"/>
                </a:xfrm>
              </p:grpSpPr>
              <p:sp>
                <p:nvSpPr>
                  <p:cNvPr id="6068" name="Google Shape;6068;p81"/>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1"/>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0" name="Google Shape;6070;p81"/>
              <p:cNvGrpSpPr/>
              <p:nvPr/>
            </p:nvGrpSpPr>
            <p:grpSpPr>
              <a:xfrm>
                <a:off x="785350" y="4047614"/>
                <a:ext cx="535311" cy="240783"/>
                <a:chOff x="785350" y="4047614"/>
                <a:chExt cx="535311" cy="240783"/>
              </a:xfrm>
            </p:grpSpPr>
            <p:grpSp>
              <p:nvGrpSpPr>
                <p:cNvPr id="6071" name="Google Shape;6071;p81"/>
                <p:cNvGrpSpPr/>
                <p:nvPr/>
              </p:nvGrpSpPr>
              <p:grpSpPr>
                <a:xfrm>
                  <a:off x="1161636" y="4047614"/>
                  <a:ext cx="159025" cy="190415"/>
                  <a:chOff x="1161636" y="4047614"/>
                  <a:chExt cx="159025" cy="190415"/>
                </a:xfrm>
              </p:grpSpPr>
              <p:sp>
                <p:nvSpPr>
                  <p:cNvPr id="6072" name="Google Shape;6072;p81"/>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1"/>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81"/>
                <p:cNvGrpSpPr/>
                <p:nvPr/>
              </p:nvGrpSpPr>
              <p:grpSpPr>
                <a:xfrm>
                  <a:off x="785350" y="4185661"/>
                  <a:ext cx="376191" cy="102736"/>
                  <a:chOff x="785350" y="4185661"/>
                  <a:chExt cx="376191" cy="102736"/>
                </a:xfrm>
              </p:grpSpPr>
              <p:sp>
                <p:nvSpPr>
                  <p:cNvPr id="6075" name="Google Shape;6075;p81"/>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1"/>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1"/>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8" name="Google Shape;6078;p81"/>
              <p:cNvGrpSpPr/>
              <p:nvPr/>
            </p:nvGrpSpPr>
            <p:grpSpPr>
              <a:xfrm>
                <a:off x="1501054" y="3605478"/>
                <a:ext cx="526340" cy="249240"/>
                <a:chOff x="1501054" y="3605478"/>
                <a:chExt cx="526340" cy="249240"/>
              </a:xfrm>
            </p:grpSpPr>
            <p:grpSp>
              <p:nvGrpSpPr>
                <p:cNvPr id="6079" name="Google Shape;6079;p81"/>
                <p:cNvGrpSpPr/>
                <p:nvPr/>
              </p:nvGrpSpPr>
              <p:grpSpPr>
                <a:xfrm>
                  <a:off x="1834208" y="3643867"/>
                  <a:ext cx="193185" cy="25622"/>
                  <a:chOff x="1834208" y="3643867"/>
                  <a:chExt cx="193185" cy="25622"/>
                </a:xfrm>
              </p:grpSpPr>
              <p:sp>
                <p:nvSpPr>
                  <p:cNvPr id="6080" name="Google Shape;6080;p81"/>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1"/>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81"/>
                <p:cNvGrpSpPr/>
                <p:nvPr/>
              </p:nvGrpSpPr>
              <p:grpSpPr>
                <a:xfrm>
                  <a:off x="1501054" y="3605478"/>
                  <a:ext cx="333165" cy="249240"/>
                  <a:chOff x="1501054" y="3605478"/>
                  <a:chExt cx="333165" cy="249240"/>
                </a:xfrm>
              </p:grpSpPr>
              <p:sp>
                <p:nvSpPr>
                  <p:cNvPr id="6083" name="Google Shape;6083;p81"/>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4" name="Google Shape;6084;p81"/>
                  <p:cNvGrpSpPr/>
                  <p:nvPr/>
                </p:nvGrpSpPr>
                <p:grpSpPr>
                  <a:xfrm>
                    <a:off x="1501054" y="3655851"/>
                    <a:ext cx="155286" cy="198867"/>
                    <a:chOff x="1501054" y="3655851"/>
                    <a:chExt cx="155286" cy="198867"/>
                  </a:xfrm>
                </p:grpSpPr>
                <p:sp>
                  <p:nvSpPr>
                    <p:cNvPr id="6085" name="Google Shape;6085;p81"/>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1"/>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87" name="Google Shape;6087;p81"/>
              <p:cNvGrpSpPr/>
              <p:nvPr/>
            </p:nvGrpSpPr>
            <p:grpSpPr>
              <a:xfrm>
                <a:off x="724986" y="3800594"/>
                <a:ext cx="532950" cy="302090"/>
                <a:chOff x="724986" y="3800594"/>
                <a:chExt cx="532950" cy="302090"/>
              </a:xfrm>
            </p:grpSpPr>
            <p:grpSp>
              <p:nvGrpSpPr>
                <p:cNvPr id="6088" name="Google Shape;6088;p81"/>
                <p:cNvGrpSpPr/>
                <p:nvPr/>
              </p:nvGrpSpPr>
              <p:grpSpPr>
                <a:xfrm>
                  <a:off x="724986" y="4044367"/>
                  <a:ext cx="181314" cy="25626"/>
                  <a:chOff x="724986" y="4044367"/>
                  <a:chExt cx="181314" cy="25626"/>
                </a:xfrm>
              </p:grpSpPr>
              <p:sp>
                <p:nvSpPr>
                  <p:cNvPr id="6089" name="Google Shape;6089;p81"/>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1"/>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81"/>
                <p:cNvGrpSpPr/>
                <p:nvPr/>
              </p:nvGrpSpPr>
              <p:grpSpPr>
                <a:xfrm>
                  <a:off x="906290" y="3800594"/>
                  <a:ext cx="351646" cy="302090"/>
                  <a:chOff x="906290" y="3800594"/>
                  <a:chExt cx="351646" cy="302090"/>
                </a:xfrm>
              </p:grpSpPr>
              <p:grpSp>
                <p:nvGrpSpPr>
                  <p:cNvPr id="6092" name="Google Shape;6092;p81"/>
                  <p:cNvGrpSpPr/>
                  <p:nvPr/>
                </p:nvGrpSpPr>
                <p:grpSpPr>
                  <a:xfrm>
                    <a:off x="1084172" y="3842857"/>
                    <a:ext cx="173764" cy="217131"/>
                    <a:chOff x="1084172" y="3842857"/>
                    <a:chExt cx="173764" cy="217131"/>
                  </a:xfrm>
                </p:grpSpPr>
                <p:grpSp>
                  <p:nvGrpSpPr>
                    <p:cNvPr id="6093" name="Google Shape;6093;p81"/>
                    <p:cNvGrpSpPr/>
                    <p:nvPr/>
                  </p:nvGrpSpPr>
                  <p:grpSpPr>
                    <a:xfrm>
                      <a:off x="1156862" y="3936509"/>
                      <a:ext cx="101073" cy="25622"/>
                      <a:chOff x="1156862" y="3936509"/>
                      <a:chExt cx="101073" cy="25622"/>
                    </a:xfrm>
                  </p:grpSpPr>
                  <p:sp>
                    <p:nvSpPr>
                      <p:cNvPr id="6094" name="Google Shape;6094;p81"/>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1"/>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6" name="Google Shape;6096;p81"/>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7" name="Google Shape;6097;p81"/>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1"/>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81"/>
                <p:cNvGrpSpPr/>
                <p:nvPr/>
              </p:nvGrpSpPr>
              <p:grpSpPr>
                <a:xfrm>
                  <a:off x="724986" y="3830189"/>
                  <a:ext cx="189533" cy="25626"/>
                  <a:chOff x="724986" y="3830189"/>
                  <a:chExt cx="189533" cy="25626"/>
                </a:xfrm>
              </p:grpSpPr>
              <p:sp>
                <p:nvSpPr>
                  <p:cNvPr id="6100" name="Google Shape;6100;p81"/>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1"/>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102" name="Google Shape;6102;p81"/>
          <p:cNvGrpSpPr/>
          <p:nvPr/>
        </p:nvGrpSpPr>
        <p:grpSpPr>
          <a:xfrm>
            <a:off x="2249438" y="2249669"/>
            <a:ext cx="948701" cy="935378"/>
            <a:chOff x="2253298" y="2428317"/>
            <a:chExt cx="948701" cy="935378"/>
          </a:xfrm>
        </p:grpSpPr>
        <p:sp>
          <p:nvSpPr>
            <p:cNvPr id="6103" name="Google Shape;6103;p81"/>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1"/>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1"/>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1"/>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1"/>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1"/>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1"/>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1"/>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1"/>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1"/>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1"/>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1"/>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1"/>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1"/>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1"/>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1"/>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1"/>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1"/>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1"/>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1"/>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1"/>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1"/>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1"/>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1"/>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1"/>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1"/>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1"/>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1"/>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1"/>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1"/>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1"/>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1"/>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1"/>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9" name="Shape 6139"/>
        <p:cNvGrpSpPr/>
        <p:nvPr/>
      </p:nvGrpSpPr>
      <p:grpSpPr>
        <a:xfrm>
          <a:off x="0" y="0"/>
          <a:ext cx="0" cy="0"/>
          <a:chOff x="0" y="0"/>
          <a:chExt cx="0" cy="0"/>
        </a:xfrm>
      </p:grpSpPr>
      <p:grpSp>
        <p:nvGrpSpPr>
          <p:cNvPr id="6140" name="Google Shape;6140;p82"/>
          <p:cNvGrpSpPr/>
          <p:nvPr/>
        </p:nvGrpSpPr>
        <p:grpSpPr>
          <a:xfrm>
            <a:off x="3339745" y="952988"/>
            <a:ext cx="2363393" cy="1017867"/>
            <a:chOff x="3292400" y="1219146"/>
            <a:chExt cx="2615240" cy="1110239"/>
          </a:xfrm>
        </p:grpSpPr>
        <p:sp>
          <p:nvSpPr>
            <p:cNvPr id="6141" name="Google Shape;6141;p82"/>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6142" name="Google Shape;6142;p82"/>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43" name="Google Shape;6143;p82"/>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6144" name="Google Shape;6144;p82"/>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6145" name="Google Shape;6145;p82"/>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6146" name="Google Shape;6146;p82"/>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6147" name="Google Shape;6147;p82"/>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6148" name="Google Shape;6148;p82"/>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6149" name="Google Shape;6149;p82"/>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6150" name="Google Shape;6150;p82"/>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6151" name="Google Shape;6151;p82"/>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152" name="Google Shape;6152;p82"/>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6153" name="Google Shape;6153;p82"/>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154" name="Google Shape;6154;p82"/>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6155" name="Google Shape;6155;p82"/>
            <p:cNvGrpSpPr/>
            <p:nvPr/>
          </p:nvGrpSpPr>
          <p:grpSpPr>
            <a:xfrm>
              <a:off x="3748438" y="1378608"/>
              <a:ext cx="2159202" cy="903971"/>
              <a:chOff x="1683525" y="2179850"/>
              <a:chExt cx="4519050" cy="2134525"/>
            </a:xfrm>
          </p:grpSpPr>
          <p:sp>
            <p:nvSpPr>
              <p:cNvPr id="6156" name="Google Shape;6156;p8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57" name="Google Shape;6157;p8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58" name="Google Shape;6158;p8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59" name="Google Shape;6159;p8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0" name="Google Shape;6160;p8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1" name="Google Shape;6161;p8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2" name="Google Shape;6162;p8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3" name="Google Shape;6163;p8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4" name="Google Shape;6164;p8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5" name="Google Shape;6165;p8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6" name="Google Shape;6166;p8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167" name="Google Shape;6167;p8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6168" name="Google Shape;6168;p82"/>
          <p:cNvGraphicFramePr/>
          <p:nvPr/>
        </p:nvGraphicFramePr>
        <p:xfrm>
          <a:off x="5935838" y="2130461"/>
          <a:ext cx="3000000" cy="3000000"/>
        </p:xfrm>
        <a:graphic>
          <a:graphicData uri="http://schemas.openxmlformats.org/drawingml/2006/table">
            <a:tbl>
              <a:tblPr>
                <a:noFill/>
                <a:tableStyleId>{08F1E942-4D38-4C3C-94FC-BD64A0FC4CDF}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6169" name="Google Shape;6169;p82"/>
          <p:cNvGrpSpPr/>
          <p:nvPr/>
        </p:nvGrpSpPr>
        <p:grpSpPr>
          <a:xfrm>
            <a:off x="5910045" y="3189058"/>
            <a:ext cx="2522867" cy="1001454"/>
            <a:chOff x="1904318" y="789980"/>
            <a:chExt cx="1489472" cy="606868"/>
          </a:xfrm>
        </p:grpSpPr>
        <p:cxnSp>
          <p:nvCxnSpPr>
            <p:cNvPr id="6170" name="Google Shape;6170;p8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171" name="Google Shape;6171;p8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172" name="Google Shape;6172;p8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173" name="Google Shape;6173;p82"/>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6174" name="Google Shape;6174;p82"/>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6175" name="Google Shape;6175;p82"/>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6176" name="Google Shape;6176;p82"/>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6177" name="Google Shape;6177;p8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2"/>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6184" name="Google Shape;6184;p82"/>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6185" name="Google Shape;6185;p82"/>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6186" name="Google Shape;6186;p8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82"/>
          <p:cNvGrpSpPr/>
          <p:nvPr/>
        </p:nvGrpSpPr>
        <p:grpSpPr>
          <a:xfrm>
            <a:off x="712562" y="998017"/>
            <a:ext cx="2394370" cy="976502"/>
            <a:chOff x="749309" y="1112739"/>
            <a:chExt cx="2371603" cy="976502"/>
          </a:xfrm>
        </p:grpSpPr>
        <p:sp>
          <p:nvSpPr>
            <p:cNvPr id="6188" name="Google Shape;6188;p82"/>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2"/>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2"/>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2"/>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2"/>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2"/>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2"/>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2"/>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2"/>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2"/>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2"/>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2"/>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2"/>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2"/>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2"/>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2"/>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2"/>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2"/>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2"/>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2"/>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2"/>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2"/>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2"/>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2"/>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2"/>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2"/>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2"/>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2"/>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220" name="Google Shape;6220;p82"/>
          <p:cNvGraphicFramePr/>
          <p:nvPr/>
        </p:nvGraphicFramePr>
        <p:xfrm>
          <a:off x="5935863" y="996311"/>
          <a:ext cx="3000000" cy="3000000"/>
        </p:xfrm>
        <a:graphic>
          <a:graphicData uri="http://schemas.openxmlformats.org/drawingml/2006/table">
            <a:tbl>
              <a:tblPr>
                <a:noFill/>
                <a:tableStyleId>{08F1E942-4D38-4C3C-94FC-BD64A0FC4CDF}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221" name="Google Shape;6221;p82"/>
          <p:cNvGraphicFramePr/>
          <p:nvPr/>
        </p:nvGraphicFramePr>
        <p:xfrm>
          <a:off x="3342575" y="2130461"/>
          <a:ext cx="3000000" cy="3000000"/>
        </p:xfrm>
        <a:graphic>
          <a:graphicData uri="http://schemas.openxmlformats.org/drawingml/2006/table">
            <a:tbl>
              <a:tblPr>
                <a:noFill/>
                <a:tableStyleId>{08F1E942-4D38-4C3C-94FC-BD64A0FC4CDF}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222" name="Google Shape;6222;p82"/>
          <p:cNvGrpSpPr/>
          <p:nvPr/>
        </p:nvGrpSpPr>
        <p:grpSpPr>
          <a:xfrm>
            <a:off x="4086505" y="2517104"/>
            <a:ext cx="1517436" cy="74460"/>
            <a:chOff x="3980086" y="2804397"/>
            <a:chExt cx="1227600" cy="66900"/>
          </a:xfrm>
        </p:grpSpPr>
        <p:sp>
          <p:nvSpPr>
            <p:cNvPr id="6223" name="Google Shape;6223;p82"/>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2"/>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82"/>
          <p:cNvGrpSpPr/>
          <p:nvPr/>
        </p:nvGrpSpPr>
        <p:grpSpPr>
          <a:xfrm>
            <a:off x="4711569" y="2809692"/>
            <a:ext cx="892956" cy="74460"/>
            <a:chOff x="3980086" y="2804397"/>
            <a:chExt cx="1227600" cy="66900"/>
          </a:xfrm>
        </p:grpSpPr>
        <p:sp>
          <p:nvSpPr>
            <p:cNvPr id="6226" name="Google Shape;6226;p82"/>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2"/>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82"/>
          <p:cNvGrpSpPr/>
          <p:nvPr/>
        </p:nvGrpSpPr>
        <p:grpSpPr>
          <a:xfrm>
            <a:off x="3344661" y="3168575"/>
            <a:ext cx="2363244" cy="1005943"/>
            <a:chOff x="3358415" y="3361302"/>
            <a:chExt cx="2363244" cy="1024695"/>
          </a:xfrm>
        </p:grpSpPr>
        <p:grpSp>
          <p:nvGrpSpPr>
            <p:cNvPr id="6229" name="Google Shape;6229;p82"/>
            <p:cNvGrpSpPr/>
            <p:nvPr/>
          </p:nvGrpSpPr>
          <p:grpSpPr>
            <a:xfrm>
              <a:off x="3358415" y="3361302"/>
              <a:ext cx="441300" cy="1024695"/>
              <a:chOff x="3358415" y="3361302"/>
              <a:chExt cx="441300" cy="1024695"/>
            </a:xfrm>
          </p:grpSpPr>
          <p:sp>
            <p:nvSpPr>
              <p:cNvPr id="6230" name="Google Shape;6230;p82"/>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2"/>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2"/>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2"/>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2"/>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2"/>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82"/>
            <p:cNvGrpSpPr/>
            <p:nvPr/>
          </p:nvGrpSpPr>
          <p:grpSpPr>
            <a:xfrm>
              <a:off x="3838901" y="3361302"/>
              <a:ext cx="441300" cy="1024695"/>
              <a:chOff x="3838901" y="3361302"/>
              <a:chExt cx="441300" cy="1024695"/>
            </a:xfrm>
          </p:grpSpPr>
          <p:sp>
            <p:nvSpPr>
              <p:cNvPr id="6237" name="Google Shape;6237;p82"/>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2"/>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2"/>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2"/>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2"/>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2"/>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82"/>
            <p:cNvGrpSpPr/>
            <p:nvPr/>
          </p:nvGrpSpPr>
          <p:grpSpPr>
            <a:xfrm>
              <a:off x="4319387" y="3361302"/>
              <a:ext cx="441300" cy="1024695"/>
              <a:chOff x="4319387" y="3361302"/>
              <a:chExt cx="441300" cy="1024695"/>
            </a:xfrm>
          </p:grpSpPr>
          <p:sp>
            <p:nvSpPr>
              <p:cNvPr id="6244" name="Google Shape;6244;p82"/>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2"/>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2"/>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2"/>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2"/>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2"/>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82"/>
            <p:cNvGrpSpPr/>
            <p:nvPr/>
          </p:nvGrpSpPr>
          <p:grpSpPr>
            <a:xfrm>
              <a:off x="4799873" y="3361302"/>
              <a:ext cx="441300" cy="1024695"/>
              <a:chOff x="4799873" y="3361302"/>
              <a:chExt cx="441300" cy="1024695"/>
            </a:xfrm>
          </p:grpSpPr>
          <p:sp>
            <p:nvSpPr>
              <p:cNvPr id="6251" name="Google Shape;6251;p82"/>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2"/>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2"/>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2"/>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2"/>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2"/>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82"/>
            <p:cNvGrpSpPr/>
            <p:nvPr/>
          </p:nvGrpSpPr>
          <p:grpSpPr>
            <a:xfrm>
              <a:off x="5280360" y="3361302"/>
              <a:ext cx="441300" cy="1024695"/>
              <a:chOff x="5280360" y="3361302"/>
              <a:chExt cx="441300" cy="1024695"/>
            </a:xfrm>
          </p:grpSpPr>
          <p:sp>
            <p:nvSpPr>
              <p:cNvPr id="6258" name="Google Shape;6258;p82"/>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2"/>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2"/>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2"/>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2"/>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2"/>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264" name="Google Shape;6264;p82"/>
          <p:cNvGraphicFramePr/>
          <p:nvPr/>
        </p:nvGraphicFramePr>
        <p:xfrm>
          <a:off x="711088" y="2130461"/>
          <a:ext cx="3000000" cy="3000000"/>
        </p:xfrm>
        <a:graphic>
          <a:graphicData uri="http://schemas.openxmlformats.org/drawingml/2006/table">
            <a:tbl>
              <a:tblPr>
                <a:noFill/>
                <a:tableStyleId>{08F1E942-4D38-4C3C-94FC-BD64A0FC4CDF}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265" name="Google Shape;6265;p82"/>
          <p:cNvGrpSpPr/>
          <p:nvPr/>
        </p:nvGrpSpPr>
        <p:grpSpPr>
          <a:xfrm>
            <a:off x="712613" y="3180186"/>
            <a:ext cx="2403614" cy="1005900"/>
            <a:chOff x="726450" y="3372825"/>
            <a:chExt cx="2403614" cy="1005900"/>
          </a:xfrm>
        </p:grpSpPr>
        <p:grpSp>
          <p:nvGrpSpPr>
            <p:cNvPr id="6266" name="Google Shape;6266;p82"/>
            <p:cNvGrpSpPr/>
            <p:nvPr/>
          </p:nvGrpSpPr>
          <p:grpSpPr>
            <a:xfrm>
              <a:off x="726450" y="3696000"/>
              <a:ext cx="2403614" cy="500898"/>
              <a:chOff x="726450" y="3696000"/>
              <a:chExt cx="2403614" cy="500898"/>
            </a:xfrm>
          </p:grpSpPr>
          <p:sp>
            <p:nvSpPr>
              <p:cNvPr id="6267" name="Google Shape;6267;p82"/>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68" name="Google Shape;6268;p82"/>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269" name="Google Shape;6269;p82"/>
            <p:cNvGrpSpPr/>
            <p:nvPr/>
          </p:nvGrpSpPr>
          <p:grpSpPr>
            <a:xfrm>
              <a:off x="1348050" y="3372825"/>
              <a:ext cx="1720425" cy="1005900"/>
              <a:chOff x="1348050" y="3372825"/>
              <a:chExt cx="1720425" cy="1005900"/>
            </a:xfrm>
          </p:grpSpPr>
          <p:sp>
            <p:nvSpPr>
              <p:cNvPr id="6270" name="Google Shape;6270;p82"/>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71" name="Google Shape;6271;p82"/>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72" name="Google Shape;6272;p82"/>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73" name="Google Shape;6273;p82"/>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74" name="Google Shape;6274;p82"/>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275" name="Google Shape;6275;p82"/>
            <p:cNvGrpSpPr/>
            <p:nvPr/>
          </p:nvGrpSpPr>
          <p:grpSpPr>
            <a:xfrm>
              <a:off x="1455707" y="3731058"/>
              <a:ext cx="1491150" cy="417657"/>
              <a:chOff x="1455707" y="3731058"/>
              <a:chExt cx="1491150" cy="417657"/>
            </a:xfrm>
          </p:grpSpPr>
          <p:grpSp>
            <p:nvGrpSpPr>
              <p:cNvPr id="6276" name="Google Shape;6276;p82"/>
              <p:cNvGrpSpPr/>
              <p:nvPr/>
            </p:nvGrpSpPr>
            <p:grpSpPr>
              <a:xfrm>
                <a:off x="1472938" y="3745828"/>
                <a:ext cx="72126" cy="53788"/>
                <a:chOff x="1472938" y="3745828"/>
                <a:chExt cx="72126" cy="53788"/>
              </a:xfrm>
            </p:grpSpPr>
            <p:sp>
              <p:nvSpPr>
                <p:cNvPr id="6277" name="Google Shape;6277;p82"/>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2"/>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82"/>
              <p:cNvGrpSpPr/>
              <p:nvPr/>
            </p:nvGrpSpPr>
            <p:grpSpPr>
              <a:xfrm>
                <a:off x="1819181" y="4089633"/>
                <a:ext cx="72126" cy="53788"/>
                <a:chOff x="1819181" y="4089633"/>
                <a:chExt cx="72126" cy="53788"/>
              </a:xfrm>
            </p:grpSpPr>
            <p:sp>
              <p:nvSpPr>
                <p:cNvPr id="6280" name="Google Shape;6280;p82"/>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2"/>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82"/>
              <p:cNvGrpSpPr/>
              <p:nvPr/>
            </p:nvGrpSpPr>
            <p:grpSpPr>
              <a:xfrm>
                <a:off x="1455707" y="4084171"/>
                <a:ext cx="64321" cy="64544"/>
                <a:chOff x="1455707" y="4084171"/>
                <a:chExt cx="64321" cy="64544"/>
              </a:xfrm>
            </p:grpSpPr>
            <p:sp>
              <p:nvSpPr>
                <p:cNvPr id="6283" name="Google Shape;6283;p82"/>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2"/>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82"/>
              <p:cNvGrpSpPr/>
              <p:nvPr/>
            </p:nvGrpSpPr>
            <p:grpSpPr>
              <a:xfrm>
                <a:off x="1818610" y="3731058"/>
                <a:ext cx="64321" cy="64544"/>
                <a:chOff x="1818610" y="3731058"/>
                <a:chExt cx="64321" cy="64544"/>
              </a:xfrm>
            </p:grpSpPr>
            <p:sp>
              <p:nvSpPr>
                <p:cNvPr id="6286" name="Google Shape;6286;p82"/>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2"/>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82"/>
              <p:cNvGrpSpPr/>
              <p:nvPr/>
            </p:nvGrpSpPr>
            <p:grpSpPr>
              <a:xfrm>
                <a:off x="2172491" y="4089633"/>
                <a:ext cx="72126" cy="53788"/>
                <a:chOff x="2172491" y="4089633"/>
                <a:chExt cx="72126" cy="53788"/>
              </a:xfrm>
            </p:grpSpPr>
            <p:sp>
              <p:nvSpPr>
                <p:cNvPr id="6289" name="Google Shape;6289;p82"/>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2"/>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82"/>
              <p:cNvGrpSpPr/>
              <p:nvPr/>
            </p:nvGrpSpPr>
            <p:grpSpPr>
              <a:xfrm>
                <a:off x="2171920" y="3731058"/>
                <a:ext cx="64321" cy="64544"/>
                <a:chOff x="2171920" y="3731058"/>
                <a:chExt cx="64321" cy="64544"/>
              </a:xfrm>
            </p:grpSpPr>
            <p:sp>
              <p:nvSpPr>
                <p:cNvPr id="6292" name="Google Shape;6292;p82"/>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2"/>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82"/>
              <p:cNvGrpSpPr/>
              <p:nvPr/>
            </p:nvGrpSpPr>
            <p:grpSpPr>
              <a:xfrm>
                <a:off x="2874730" y="3745828"/>
                <a:ext cx="72126" cy="53788"/>
                <a:chOff x="2874730" y="3745828"/>
                <a:chExt cx="72126" cy="53788"/>
              </a:xfrm>
            </p:grpSpPr>
            <p:sp>
              <p:nvSpPr>
                <p:cNvPr id="6295" name="Google Shape;6295;p82"/>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2"/>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82"/>
              <p:cNvGrpSpPr/>
              <p:nvPr/>
            </p:nvGrpSpPr>
            <p:grpSpPr>
              <a:xfrm>
                <a:off x="2878589" y="4081481"/>
                <a:ext cx="64321" cy="64544"/>
                <a:chOff x="2878589" y="4081481"/>
                <a:chExt cx="64321" cy="64544"/>
              </a:xfrm>
            </p:grpSpPr>
            <p:sp>
              <p:nvSpPr>
                <p:cNvPr id="6298" name="Google Shape;6298;p82"/>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2"/>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82"/>
              <p:cNvGrpSpPr/>
              <p:nvPr/>
            </p:nvGrpSpPr>
            <p:grpSpPr>
              <a:xfrm>
                <a:off x="2525796" y="4089633"/>
                <a:ext cx="72126" cy="53788"/>
                <a:chOff x="2525796" y="4089633"/>
                <a:chExt cx="72126" cy="53788"/>
              </a:xfrm>
            </p:grpSpPr>
            <p:sp>
              <p:nvSpPr>
                <p:cNvPr id="6301" name="Google Shape;6301;p82"/>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2"/>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82"/>
              <p:cNvGrpSpPr/>
              <p:nvPr/>
            </p:nvGrpSpPr>
            <p:grpSpPr>
              <a:xfrm>
                <a:off x="2525225" y="3731058"/>
                <a:ext cx="64321" cy="64544"/>
                <a:chOff x="2525225" y="3731058"/>
                <a:chExt cx="64321" cy="64544"/>
              </a:xfrm>
            </p:grpSpPr>
            <p:sp>
              <p:nvSpPr>
                <p:cNvPr id="6304" name="Google Shape;6304;p82"/>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2"/>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9" name="Shape 6309"/>
        <p:cNvGrpSpPr/>
        <p:nvPr/>
      </p:nvGrpSpPr>
      <p:grpSpPr>
        <a:xfrm>
          <a:off x="0" y="0"/>
          <a:ext cx="0" cy="0"/>
          <a:chOff x="0" y="0"/>
          <a:chExt cx="0" cy="0"/>
        </a:xfrm>
      </p:grpSpPr>
      <p:grpSp>
        <p:nvGrpSpPr>
          <p:cNvPr id="6310" name="Google Shape;6310;p83"/>
          <p:cNvGrpSpPr/>
          <p:nvPr/>
        </p:nvGrpSpPr>
        <p:grpSpPr>
          <a:xfrm>
            <a:off x="716996" y="971307"/>
            <a:ext cx="845921" cy="690752"/>
            <a:chOff x="732428" y="1198513"/>
            <a:chExt cx="845921" cy="690752"/>
          </a:xfrm>
        </p:grpSpPr>
        <p:grpSp>
          <p:nvGrpSpPr>
            <p:cNvPr id="6311" name="Google Shape;6311;p83"/>
            <p:cNvGrpSpPr/>
            <p:nvPr/>
          </p:nvGrpSpPr>
          <p:grpSpPr>
            <a:xfrm>
              <a:off x="823030" y="1198513"/>
              <a:ext cx="755319" cy="690752"/>
              <a:chOff x="823030" y="1198513"/>
              <a:chExt cx="755319" cy="690752"/>
            </a:xfrm>
          </p:grpSpPr>
          <p:sp>
            <p:nvSpPr>
              <p:cNvPr id="6312" name="Google Shape;6312;p83"/>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3"/>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83"/>
            <p:cNvGrpSpPr/>
            <p:nvPr/>
          </p:nvGrpSpPr>
          <p:grpSpPr>
            <a:xfrm>
              <a:off x="732428" y="1239937"/>
              <a:ext cx="739912" cy="607886"/>
              <a:chOff x="732428" y="1239937"/>
              <a:chExt cx="739912" cy="607886"/>
            </a:xfrm>
          </p:grpSpPr>
          <p:sp>
            <p:nvSpPr>
              <p:cNvPr id="6315" name="Google Shape;6315;p83"/>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3"/>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83"/>
            <p:cNvGrpSpPr/>
            <p:nvPr/>
          </p:nvGrpSpPr>
          <p:grpSpPr>
            <a:xfrm>
              <a:off x="732428" y="1277018"/>
              <a:ext cx="702832" cy="533758"/>
              <a:chOff x="732428" y="1277018"/>
              <a:chExt cx="702832" cy="533758"/>
            </a:xfrm>
          </p:grpSpPr>
          <p:sp>
            <p:nvSpPr>
              <p:cNvPr id="6318" name="Google Shape;6318;p83"/>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3"/>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83"/>
            <p:cNvGrpSpPr/>
            <p:nvPr/>
          </p:nvGrpSpPr>
          <p:grpSpPr>
            <a:xfrm>
              <a:off x="931170" y="1306653"/>
              <a:ext cx="647179" cy="474455"/>
              <a:chOff x="931170" y="1306653"/>
              <a:chExt cx="647179" cy="474455"/>
            </a:xfrm>
          </p:grpSpPr>
          <p:sp>
            <p:nvSpPr>
              <p:cNvPr id="6321" name="Google Shape;6321;p83"/>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3"/>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3" name="Google Shape;6323;p83"/>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83"/>
          <p:cNvGrpSpPr/>
          <p:nvPr/>
        </p:nvGrpSpPr>
        <p:grpSpPr>
          <a:xfrm>
            <a:off x="3948605" y="971313"/>
            <a:ext cx="634656" cy="699982"/>
            <a:chOff x="5985650" y="2860025"/>
            <a:chExt cx="1396075" cy="1539775"/>
          </a:xfrm>
        </p:grpSpPr>
        <p:sp>
          <p:nvSpPr>
            <p:cNvPr id="6325" name="Google Shape;6325;p83"/>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3"/>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3"/>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3"/>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3"/>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3"/>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3"/>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3"/>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3"/>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3"/>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3"/>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3"/>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3"/>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3"/>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3"/>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3"/>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3"/>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3"/>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3"/>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3"/>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3"/>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3"/>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3"/>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3"/>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3"/>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3"/>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3"/>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3"/>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3"/>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3"/>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3"/>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3"/>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83"/>
          <p:cNvGrpSpPr/>
          <p:nvPr/>
        </p:nvGrpSpPr>
        <p:grpSpPr>
          <a:xfrm>
            <a:off x="4704254" y="971307"/>
            <a:ext cx="725845" cy="699975"/>
            <a:chOff x="4249973" y="1201875"/>
            <a:chExt cx="1958568" cy="1888762"/>
          </a:xfrm>
        </p:grpSpPr>
        <p:sp>
          <p:nvSpPr>
            <p:cNvPr id="6358" name="Google Shape;6358;p83"/>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9" name="Google Shape;6359;p83"/>
            <p:cNvGrpSpPr/>
            <p:nvPr/>
          </p:nvGrpSpPr>
          <p:grpSpPr>
            <a:xfrm>
              <a:off x="5853086" y="1789142"/>
              <a:ext cx="355454" cy="1048099"/>
              <a:chOff x="5576108" y="2016725"/>
              <a:chExt cx="565200" cy="1666560"/>
            </a:xfrm>
          </p:grpSpPr>
          <p:sp>
            <p:nvSpPr>
              <p:cNvPr id="6360" name="Google Shape;6360;p83"/>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61" name="Google Shape;6361;p8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83"/>
            <p:cNvGrpSpPr/>
            <p:nvPr/>
          </p:nvGrpSpPr>
          <p:grpSpPr>
            <a:xfrm>
              <a:off x="4869455" y="2691676"/>
              <a:ext cx="1013897" cy="398961"/>
              <a:chOff x="4012057" y="3451825"/>
              <a:chExt cx="1612175" cy="634379"/>
            </a:xfrm>
          </p:grpSpPr>
          <p:sp>
            <p:nvSpPr>
              <p:cNvPr id="6363" name="Google Shape;6363;p83"/>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64" name="Google Shape;6364;p8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83"/>
            <p:cNvGrpSpPr/>
            <p:nvPr/>
          </p:nvGrpSpPr>
          <p:grpSpPr>
            <a:xfrm>
              <a:off x="4276937" y="2155961"/>
              <a:ext cx="651965" cy="891358"/>
              <a:chOff x="3069908" y="2599997"/>
              <a:chExt cx="1036675" cy="1417328"/>
            </a:xfrm>
          </p:grpSpPr>
          <p:sp>
            <p:nvSpPr>
              <p:cNvPr id="6366" name="Google Shape;6366;p83"/>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67" name="Google Shape;6367;p8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83"/>
            <p:cNvGrpSpPr/>
            <p:nvPr/>
          </p:nvGrpSpPr>
          <p:grpSpPr>
            <a:xfrm>
              <a:off x="5054918" y="1201875"/>
              <a:ext cx="999548" cy="602711"/>
              <a:chOff x="4306958" y="1082925"/>
              <a:chExt cx="1589359" cy="958358"/>
            </a:xfrm>
          </p:grpSpPr>
          <p:sp>
            <p:nvSpPr>
              <p:cNvPr id="6369" name="Google Shape;6369;p83"/>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70" name="Google Shape;6370;p8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83"/>
            <p:cNvGrpSpPr/>
            <p:nvPr/>
          </p:nvGrpSpPr>
          <p:grpSpPr>
            <a:xfrm>
              <a:off x="4249973" y="1303451"/>
              <a:ext cx="799317" cy="841334"/>
              <a:chOff x="3027033" y="1244439"/>
              <a:chExt cx="1270977" cy="1337786"/>
            </a:xfrm>
          </p:grpSpPr>
          <p:sp>
            <p:nvSpPr>
              <p:cNvPr id="6372" name="Google Shape;6372;p83"/>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73" name="Google Shape;6373;p8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4" name="Google Shape;6374;p83"/>
          <p:cNvGrpSpPr/>
          <p:nvPr/>
        </p:nvGrpSpPr>
        <p:grpSpPr>
          <a:xfrm>
            <a:off x="4057119" y="1858087"/>
            <a:ext cx="750769" cy="683784"/>
            <a:chOff x="4204684" y="2104422"/>
            <a:chExt cx="699822" cy="637382"/>
          </a:xfrm>
        </p:grpSpPr>
        <p:grpSp>
          <p:nvGrpSpPr>
            <p:cNvPr id="6375" name="Google Shape;6375;p83"/>
            <p:cNvGrpSpPr/>
            <p:nvPr/>
          </p:nvGrpSpPr>
          <p:grpSpPr>
            <a:xfrm>
              <a:off x="4204684" y="2430067"/>
              <a:ext cx="342957" cy="311738"/>
              <a:chOff x="4204684" y="2430067"/>
              <a:chExt cx="342957" cy="311738"/>
            </a:xfrm>
          </p:grpSpPr>
          <p:sp>
            <p:nvSpPr>
              <p:cNvPr id="6376" name="Google Shape;6376;p83"/>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3"/>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83"/>
            <p:cNvGrpSpPr/>
            <p:nvPr/>
          </p:nvGrpSpPr>
          <p:grpSpPr>
            <a:xfrm>
              <a:off x="4561586" y="2430067"/>
              <a:ext cx="342920" cy="311738"/>
              <a:chOff x="4561586" y="2430067"/>
              <a:chExt cx="342920" cy="311738"/>
            </a:xfrm>
          </p:grpSpPr>
          <p:sp>
            <p:nvSpPr>
              <p:cNvPr id="6379" name="Google Shape;6379;p83"/>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3"/>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83"/>
            <p:cNvGrpSpPr/>
            <p:nvPr/>
          </p:nvGrpSpPr>
          <p:grpSpPr>
            <a:xfrm>
              <a:off x="4561586" y="2104422"/>
              <a:ext cx="342920" cy="311738"/>
              <a:chOff x="4561586" y="2104422"/>
              <a:chExt cx="342920" cy="311738"/>
            </a:xfrm>
          </p:grpSpPr>
          <p:sp>
            <p:nvSpPr>
              <p:cNvPr id="6382" name="Google Shape;6382;p83"/>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3"/>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83"/>
            <p:cNvGrpSpPr/>
            <p:nvPr/>
          </p:nvGrpSpPr>
          <p:grpSpPr>
            <a:xfrm>
              <a:off x="4204684" y="2104422"/>
              <a:ext cx="342957" cy="311664"/>
              <a:chOff x="4204684" y="2104422"/>
              <a:chExt cx="342957" cy="311664"/>
            </a:xfrm>
          </p:grpSpPr>
          <p:sp>
            <p:nvSpPr>
              <p:cNvPr id="6385" name="Google Shape;6385;p83"/>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3"/>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7" name="Google Shape;6387;p83"/>
          <p:cNvGrpSpPr/>
          <p:nvPr/>
        </p:nvGrpSpPr>
        <p:grpSpPr>
          <a:xfrm>
            <a:off x="5521552" y="971301"/>
            <a:ext cx="660591" cy="688867"/>
            <a:chOff x="5830645" y="1267368"/>
            <a:chExt cx="530340" cy="553040"/>
          </a:xfrm>
        </p:grpSpPr>
        <p:sp>
          <p:nvSpPr>
            <p:cNvPr id="6388" name="Google Shape;6388;p83"/>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9" name="Google Shape;6389;p83"/>
            <p:cNvGrpSpPr/>
            <p:nvPr/>
          </p:nvGrpSpPr>
          <p:grpSpPr>
            <a:xfrm>
              <a:off x="5830645" y="1267368"/>
              <a:ext cx="259743" cy="269909"/>
              <a:chOff x="5830645" y="1267368"/>
              <a:chExt cx="259743" cy="269909"/>
            </a:xfrm>
          </p:grpSpPr>
          <p:sp>
            <p:nvSpPr>
              <p:cNvPr id="6390" name="Google Shape;6390;p83"/>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3"/>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83"/>
            <p:cNvGrpSpPr/>
            <p:nvPr/>
          </p:nvGrpSpPr>
          <p:grpSpPr>
            <a:xfrm>
              <a:off x="6101293" y="1267368"/>
              <a:ext cx="259692" cy="269909"/>
              <a:chOff x="6101293" y="1267368"/>
              <a:chExt cx="259692" cy="269909"/>
            </a:xfrm>
          </p:grpSpPr>
          <p:sp>
            <p:nvSpPr>
              <p:cNvPr id="6393" name="Google Shape;6393;p83"/>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3"/>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83"/>
            <p:cNvGrpSpPr/>
            <p:nvPr/>
          </p:nvGrpSpPr>
          <p:grpSpPr>
            <a:xfrm>
              <a:off x="5830645" y="1550500"/>
              <a:ext cx="259692" cy="269909"/>
              <a:chOff x="5830645" y="1550500"/>
              <a:chExt cx="259692" cy="269909"/>
            </a:xfrm>
          </p:grpSpPr>
          <p:sp>
            <p:nvSpPr>
              <p:cNvPr id="6396" name="Google Shape;6396;p83"/>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3"/>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83"/>
            <p:cNvGrpSpPr/>
            <p:nvPr/>
          </p:nvGrpSpPr>
          <p:grpSpPr>
            <a:xfrm>
              <a:off x="6101293" y="1550500"/>
              <a:ext cx="259692" cy="269909"/>
              <a:chOff x="6101293" y="1550500"/>
              <a:chExt cx="259692" cy="269909"/>
            </a:xfrm>
          </p:grpSpPr>
          <p:sp>
            <p:nvSpPr>
              <p:cNvPr id="6399" name="Google Shape;6399;p83"/>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3"/>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1" name="Google Shape;6401;p83"/>
          <p:cNvGrpSpPr/>
          <p:nvPr/>
        </p:nvGrpSpPr>
        <p:grpSpPr>
          <a:xfrm>
            <a:off x="723705" y="1861761"/>
            <a:ext cx="697154" cy="679574"/>
            <a:chOff x="2679875" y="2361475"/>
            <a:chExt cx="780425" cy="760575"/>
          </a:xfrm>
        </p:grpSpPr>
        <p:sp>
          <p:nvSpPr>
            <p:cNvPr id="6402" name="Google Shape;6402;p83"/>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3"/>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3"/>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83"/>
          <p:cNvGrpSpPr/>
          <p:nvPr/>
        </p:nvGrpSpPr>
        <p:grpSpPr>
          <a:xfrm>
            <a:off x="3122864" y="971353"/>
            <a:ext cx="735829" cy="684547"/>
            <a:chOff x="3351965" y="1148808"/>
            <a:chExt cx="750770" cy="698375"/>
          </a:xfrm>
        </p:grpSpPr>
        <p:grpSp>
          <p:nvGrpSpPr>
            <p:cNvPr id="6409" name="Google Shape;6409;p83"/>
            <p:cNvGrpSpPr/>
            <p:nvPr/>
          </p:nvGrpSpPr>
          <p:grpSpPr>
            <a:xfrm>
              <a:off x="3586796" y="1148808"/>
              <a:ext cx="294857" cy="286830"/>
              <a:chOff x="3750225" y="1774000"/>
              <a:chExt cx="149575" cy="145525"/>
            </a:xfrm>
          </p:grpSpPr>
          <p:sp>
            <p:nvSpPr>
              <p:cNvPr id="6410" name="Google Shape;6410;p8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83"/>
            <p:cNvGrpSpPr/>
            <p:nvPr/>
          </p:nvGrpSpPr>
          <p:grpSpPr>
            <a:xfrm>
              <a:off x="3779245" y="1375768"/>
              <a:ext cx="323490" cy="286978"/>
              <a:chOff x="3847850" y="1889150"/>
              <a:chExt cx="164100" cy="145600"/>
            </a:xfrm>
          </p:grpSpPr>
          <p:sp>
            <p:nvSpPr>
              <p:cNvPr id="6413" name="Google Shape;6413;p8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83"/>
            <p:cNvGrpSpPr/>
            <p:nvPr/>
          </p:nvGrpSpPr>
          <p:grpSpPr>
            <a:xfrm>
              <a:off x="3351965" y="1330435"/>
              <a:ext cx="295449" cy="285401"/>
              <a:chOff x="3631100" y="1866150"/>
              <a:chExt cx="149875" cy="144800"/>
            </a:xfrm>
          </p:grpSpPr>
          <p:sp>
            <p:nvSpPr>
              <p:cNvPr id="6416" name="Google Shape;6416;p83"/>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3"/>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83"/>
            <p:cNvGrpSpPr/>
            <p:nvPr/>
          </p:nvGrpSpPr>
          <p:grpSpPr>
            <a:xfrm>
              <a:off x="3548208" y="1560352"/>
              <a:ext cx="294808" cy="286830"/>
              <a:chOff x="3730650" y="1982800"/>
              <a:chExt cx="149550" cy="145525"/>
            </a:xfrm>
          </p:grpSpPr>
          <p:sp>
            <p:nvSpPr>
              <p:cNvPr id="6419" name="Google Shape;6419;p8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21" name="Google Shape;6421;p83"/>
          <p:cNvGrpSpPr/>
          <p:nvPr/>
        </p:nvGrpSpPr>
        <p:grpSpPr>
          <a:xfrm>
            <a:off x="7624517" y="971307"/>
            <a:ext cx="804565" cy="677795"/>
            <a:chOff x="7636443" y="1204988"/>
            <a:chExt cx="804565" cy="677795"/>
          </a:xfrm>
        </p:grpSpPr>
        <p:grpSp>
          <p:nvGrpSpPr>
            <p:cNvPr id="6422" name="Google Shape;6422;p83"/>
            <p:cNvGrpSpPr/>
            <p:nvPr/>
          </p:nvGrpSpPr>
          <p:grpSpPr>
            <a:xfrm>
              <a:off x="7636443" y="1509705"/>
              <a:ext cx="804565" cy="373078"/>
              <a:chOff x="7636443" y="1509705"/>
              <a:chExt cx="804565" cy="373078"/>
            </a:xfrm>
          </p:grpSpPr>
          <p:sp>
            <p:nvSpPr>
              <p:cNvPr id="6423" name="Google Shape;6423;p83"/>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3"/>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83"/>
            <p:cNvGrpSpPr/>
            <p:nvPr/>
          </p:nvGrpSpPr>
          <p:grpSpPr>
            <a:xfrm>
              <a:off x="7636443" y="1408133"/>
              <a:ext cx="804565" cy="373078"/>
              <a:chOff x="7636443" y="1408133"/>
              <a:chExt cx="804565" cy="373078"/>
            </a:xfrm>
          </p:grpSpPr>
          <p:sp>
            <p:nvSpPr>
              <p:cNvPr id="6426" name="Google Shape;6426;p83"/>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3"/>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83"/>
            <p:cNvGrpSpPr/>
            <p:nvPr/>
          </p:nvGrpSpPr>
          <p:grpSpPr>
            <a:xfrm>
              <a:off x="7636443" y="1306560"/>
              <a:ext cx="804565" cy="373078"/>
              <a:chOff x="7636443" y="1306560"/>
              <a:chExt cx="804565" cy="373078"/>
            </a:xfrm>
          </p:grpSpPr>
          <p:sp>
            <p:nvSpPr>
              <p:cNvPr id="6429" name="Google Shape;6429;p83"/>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3"/>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83"/>
            <p:cNvGrpSpPr/>
            <p:nvPr/>
          </p:nvGrpSpPr>
          <p:grpSpPr>
            <a:xfrm>
              <a:off x="7636443" y="1204988"/>
              <a:ext cx="804565" cy="373078"/>
              <a:chOff x="7636443" y="1204988"/>
              <a:chExt cx="804565" cy="373078"/>
            </a:xfrm>
          </p:grpSpPr>
          <p:sp>
            <p:nvSpPr>
              <p:cNvPr id="6432" name="Google Shape;6432;p83"/>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3"/>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34" name="Google Shape;6434;p83"/>
          <p:cNvGrpSpPr/>
          <p:nvPr/>
        </p:nvGrpSpPr>
        <p:grpSpPr>
          <a:xfrm>
            <a:off x="4963363" y="1878721"/>
            <a:ext cx="661339" cy="661188"/>
            <a:chOff x="3990000" y="975400"/>
            <a:chExt cx="3934200" cy="3933300"/>
          </a:xfrm>
        </p:grpSpPr>
        <p:sp>
          <p:nvSpPr>
            <p:cNvPr id="6435" name="Google Shape;6435;p83"/>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3"/>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3"/>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3"/>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83"/>
          <p:cNvGrpSpPr/>
          <p:nvPr/>
        </p:nvGrpSpPr>
        <p:grpSpPr>
          <a:xfrm>
            <a:off x="6607011" y="1857359"/>
            <a:ext cx="868881" cy="684241"/>
            <a:chOff x="6598259" y="2078634"/>
            <a:chExt cx="868881" cy="684241"/>
          </a:xfrm>
        </p:grpSpPr>
        <p:sp>
          <p:nvSpPr>
            <p:cNvPr id="6440" name="Google Shape;6440;p83"/>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3"/>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3"/>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3"/>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3"/>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3"/>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6" name="Google Shape;6446;p83"/>
            <p:cNvGrpSpPr/>
            <p:nvPr/>
          </p:nvGrpSpPr>
          <p:grpSpPr>
            <a:xfrm>
              <a:off x="6808175" y="2078634"/>
              <a:ext cx="452229" cy="684241"/>
              <a:chOff x="6808175" y="2078634"/>
              <a:chExt cx="452229" cy="684241"/>
            </a:xfrm>
          </p:grpSpPr>
          <p:sp>
            <p:nvSpPr>
              <p:cNvPr id="6447" name="Google Shape;6447;p83"/>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3"/>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3"/>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3"/>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3"/>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3"/>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3" name="Google Shape;6453;p83"/>
              <p:cNvGrpSpPr/>
              <p:nvPr/>
            </p:nvGrpSpPr>
            <p:grpSpPr>
              <a:xfrm>
                <a:off x="6821586" y="2078634"/>
                <a:ext cx="426871" cy="684241"/>
                <a:chOff x="6821586" y="2078634"/>
                <a:chExt cx="426871" cy="684241"/>
              </a:xfrm>
            </p:grpSpPr>
            <p:grpSp>
              <p:nvGrpSpPr>
                <p:cNvPr id="6454" name="Google Shape;6454;p83"/>
                <p:cNvGrpSpPr/>
                <p:nvPr/>
              </p:nvGrpSpPr>
              <p:grpSpPr>
                <a:xfrm>
                  <a:off x="6821586" y="2078634"/>
                  <a:ext cx="426871" cy="684241"/>
                  <a:chOff x="6821586" y="2078634"/>
                  <a:chExt cx="426871" cy="684241"/>
                </a:xfrm>
              </p:grpSpPr>
              <p:sp>
                <p:nvSpPr>
                  <p:cNvPr id="6455" name="Google Shape;6455;p83"/>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3"/>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3"/>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3"/>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3"/>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3"/>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3"/>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3"/>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3"/>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3"/>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3"/>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3"/>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3"/>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3"/>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3"/>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3"/>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3"/>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3"/>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3"/>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4" name="Google Shape;6474;p83"/>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3"/>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3"/>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3"/>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3"/>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3"/>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80" name="Google Shape;6480;p83"/>
          <p:cNvGrpSpPr/>
          <p:nvPr/>
        </p:nvGrpSpPr>
        <p:grpSpPr>
          <a:xfrm>
            <a:off x="5780178" y="1862968"/>
            <a:ext cx="671358" cy="671358"/>
            <a:chOff x="6535625" y="760425"/>
            <a:chExt cx="1665900" cy="1665900"/>
          </a:xfrm>
        </p:grpSpPr>
        <p:sp>
          <p:nvSpPr>
            <p:cNvPr id="6481" name="Google Shape;6481;p83"/>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3"/>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3"/>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3"/>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83"/>
          <p:cNvGrpSpPr/>
          <p:nvPr/>
        </p:nvGrpSpPr>
        <p:grpSpPr>
          <a:xfrm>
            <a:off x="716994" y="3531369"/>
            <a:ext cx="1340789" cy="640830"/>
            <a:chOff x="238125" y="1151100"/>
            <a:chExt cx="7139450" cy="3412300"/>
          </a:xfrm>
        </p:grpSpPr>
        <p:sp>
          <p:nvSpPr>
            <p:cNvPr id="6486" name="Google Shape;6486;p83"/>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3"/>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3"/>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3"/>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3"/>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3"/>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3"/>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3"/>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3"/>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3"/>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3"/>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3"/>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83"/>
          <p:cNvGrpSpPr/>
          <p:nvPr/>
        </p:nvGrpSpPr>
        <p:grpSpPr>
          <a:xfrm>
            <a:off x="5584217" y="2734650"/>
            <a:ext cx="985357" cy="585764"/>
            <a:chOff x="5145061" y="2881789"/>
            <a:chExt cx="1107641" cy="658458"/>
          </a:xfrm>
        </p:grpSpPr>
        <p:grpSp>
          <p:nvGrpSpPr>
            <p:cNvPr id="6499" name="Google Shape;6499;p83"/>
            <p:cNvGrpSpPr/>
            <p:nvPr/>
          </p:nvGrpSpPr>
          <p:grpSpPr>
            <a:xfrm>
              <a:off x="5722989" y="3244587"/>
              <a:ext cx="529713" cy="295659"/>
              <a:chOff x="5722989" y="3244587"/>
              <a:chExt cx="529713" cy="295659"/>
            </a:xfrm>
          </p:grpSpPr>
          <p:sp>
            <p:nvSpPr>
              <p:cNvPr id="6500" name="Google Shape;6500;p83"/>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501" name="Google Shape;6501;p83"/>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502" name="Google Shape;6502;p83"/>
            <p:cNvGrpSpPr/>
            <p:nvPr/>
          </p:nvGrpSpPr>
          <p:grpSpPr>
            <a:xfrm>
              <a:off x="5145061" y="3244587"/>
              <a:ext cx="536807" cy="295659"/>
              <a:chOff x="5145061" y="3244587"/>
              <a:chExt cx="536807" cy="295659"/>
            </a:xfrm>
          </p:grpSpPr>
          <p:sp>
            <p:nvSpPr>
              <p:cNvPr id="6503" name="Google Shape;6503;p83"/>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504" name="Google Shape;6504;p83"/>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505" name="Google Shape;6505;p83"/>
            <p:cNvGrpSpPr/>
            <p:nvPr/>
          </p:nvGrpSpPr>
          <p:grpSpPr>
            <a:xfrm>
              <a:off x="5341327" y="2898245"/>
              <a:ext cx="532309" cy="614891"/>
              <a:chOff x="5341327" y="2898245"/>
              <a:chExt cx="532309" cy="614891"/>
            </a:xfrm>
          </p:grpSpPr>
          <p:sp>
            <p:nvSpPr>
              <p:cNvPr id="6506" name="Google Shape;6506;p83"/>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507" name="Google Shape;6507;p83"/>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508" name="Google Shape;6508;p83"/>
            <p:cNvGrpSpPr/>
            <p:nvPr/>
          </p:nvGrpSpPr>
          <p:grpSpPr>
            <a:xfrm>
              <a:off x="5532290" y="2881789"/>
              <a:ext cx="620516" cy="305456"/>
              <a:chOff x="5532290" y="2881789"/>
              <a:chExt cx="620516" cy="305456"/>
            </a:xfrm>
          </p:grpSpPr>
          <p:sp>
            <p:nvSpPr>
              <p:cNvPr id="6509" name="Google Shape;6509;p83"/>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510" name="Google Shape;6510;p83"/>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511" name="Google Shape;6511;p83"/>
          <p:cNvGrpSpPr/>
          <p:nvPr/>
        </p:nvGrpSpPr>
        <p:grpSpPr>
          <a:xfrm>
            <a:off x="8163140" y="3526708"/>
            <a:ext cx="269068" cy="645491"/>
            <a:chOff x="7026852" y="3311869"/>
            <a:chExt cx="434331" cy="1041954"/>
          </a:xfrm>
        </p:grpSpPr>
        <p:sp>
          <p:nvSpPr>
            <p:cNvPr id="6512" name="Google Shape;6512;p83"/>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3"/>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3"/>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83"/>
          <p:cNvGrpSpPr/>
          <p:nvPr/>
        </p:nvGrpSpPr>
        <p:grpSpPr>
          <a:xfrm>
            <a:off x="6179721" y="3565945"/>
            <a:ext cx="293882" cy="293836"/>
            <a:chOff x="4873519" y="3311869"/>
            <a:chExt cx="499374" cy="499296"/>
          </a:xfrm>
        </p:grpSpPr>
        <p:sp>
          <p:nvSpPr>
            <p:cNvPr id="6516" name="Google Shape;6516;p83"/>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3"/>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83"/>
          <p:cNvGrpSpPr/>
          <p:nvPr/>
        </p:nvGrpSpPr>
        <p:grpSpPr>
          <a:xfrm>
            <a:off x="6179721" y="3878317"/>
            <a:ext cx="293882" cy="293882"/>
            <a:chOff x="4873519" y="3875839"/>
            <a:chExt cx="499374" cy="499374"/>
          </a:xfrm>
        </p:grpSpPr>
        <p:sp>
          <p:nvSpPr>
            <p:cNvPr id="6519" name="Google Shape;6519;p83"/>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3"/>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83"/>
          <p:cNvGrpSpPr/>
          <p:nvPr/>
        </p:nvGrpSpPr>
        <p:grpSpPr>
          <a:xfrm>
            <a:off x="2410248" y="1850269"/>
            <a:ext cx="698104" cy="698208"/>
            <a:chOff x="2565073" y="2075876"/>
            <a:chExt cx="672482" cy="672518"/>
          </a:xfrm>
        </p:grpSpPr>
        <p:sp>
          <p:nvSpPr>
            <p:cNvPr id="6522" name="Google Shape;6522;p83"/>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3"/>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3"/>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3"/>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3"/>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3"/>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83"/>
          <p:cNvGrpSpPr/>
          <p:nvPr/>
        </p:nvGrpSpPr>
        <p:grpSpPr>
          <a:xfrm>
            <a:off x="5633660" y="3534870"/>
            <a:ext cx="438354" cy="637329"/>
            <a:chOff x="1697726" y="3244179"/>
            <a:chExt cx="788124" cy="1146069"/>
          </a:xfrm>
        </p:grpSpPr>
        <p:sp>
          <p:nvSpPr>
            <p:cNvPr id="6529" name="Google Shape;6529;p8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83"/>
          <p:cNvGrpSpPr/>
          <p:nvPr/>
        </p:nvGrpSpPr>
        <p:grpSpPr>
          <a:xfrm>
            <a:off x="7634874" y="1863232"/>
            <a:ext cx="799565" cy="670282"/>
            <a:chOff x="7617850" y="2063282"/>
            <a:chExt cx="799565" cy="670282"/>
          </a:xfrm>
        </p:grpSpPr>
        <p:cxnSp>
          <p:nvCxnSpPr>
            <p:cNvPr id="6532" name="Google Shape;6532;p83"/>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33" name="Google Shape;6533;p83"/>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34" name="Google Shape;6534;p83"/>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35" name="Google Shape;6535;p83"/>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36" name="Google Shape;6536;p83"/>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537" name="Google Shape;6537;p83"/>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538" name="Google Shape;6538;p83"/>
            <p:cNvGrpSpPr/>
            <p:nvPr/>
          </p:nvGrpSpPr>
          <p:grpSpPr>
            <a:xfrm>
              <a:off x="7734309" y="2063282"/>
              <a:ext cx="570957" cy="620095"/>
              <a:chOff x="7734309" y="2063282"/>
              <a:chExt cx="570957" cy="620095"/>
            </a:xfrm>
          </p:grpSpPr>
          <p:grpSp>
            <p:nvGrpSpPr>
              <p:cNvPr id="6539" name="Google Shape;6539;p83"/>
              <p:cNvGrpSpPr/>
              <p:nvPr/>
            </p:nvGrpSpPr>
            <p:grpSpPr>
              <a:xfrm>
                <a:off x="8031573" y="2063282"/>
                <a:ext cx="273693" cy="620095"/>
                <a:chOff x="8031573" y="2063282"/>
                <a:chExt cx="273693" cy="620095"/>
              </a:xfrm>
            </p:grpSpPr>
            <p:sp>
              <p:nvSpPr>
                <p:cNvPr id="6540" name="Google Shape;6540;p8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83"/>
              <p:cNvGrpSpPr/>
              <p:nvPr/>
            </p:nvGrpSpPr>
            <p:grpSpPr>
              <a:xfrm flipH="1">
                <a:off x="7734309" y="2063282"/>
                <a:ext cx="273693" cy="620095"/>
                <a:chOff x="8031573" y="2063282"/>
                <a:chExt cx="273693" cy="620095"/>
              </a:xfrm>
            </p:grpSpPr>
            <p:sp>
              <p:nvSpPr>
                <p:cNvPr id="6545" name="Google Shape;6545;p8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549" name="Google Shape;6549;p83"/>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3"/>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1" name="Google Shape;6551;p83"/>
          <p:cNvGrpSpPr/>
          <p:nvPr/>
        </p:nvGrpSpPr>
        <p:grpSpPr>
          <a:xfrm>
            <a:off x="7821480" y="2716716"/>
            <a:ext cx="602567" cy="601884"/>
            <a:chOff x="1186975" y="238125"/>
            <a:chExt cx="5244275" cy="5238325"/>
          </a:xfrm>
        </p:grpSpPr>
        <p:sp>
          <p:nvSpPr>
            <p:cNvPr id="6552" name="Google Shape;6552;p8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3"/>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3"/>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3"/>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83"/>
          <p:cNvGrpSpPr/>
          <p:nvPr/>
        </p:nvGrpSpPr>
        <p:grpSpPr>
          <a:xfrm>
            <a:off x="3264218" y="1856199"/>
            <a:ext cx="651848" cy="687338"/>
            <a:chOff x="3400515" y="2056248"/>
            <a:chExt cx="698134" cy="735987"/>
          </a:xfrm>
        </p:grpSpPr>
        <p:grpSp>
          <p:nvGrpSpPr>
            <p:cNvPr id="6557" name="Google Shape;6557;p83"/>
            <p:cNvGrpSpPr/>
            <p:nvPr/>
          </p:nvGrpSpPr>
          <p:grpSpPr>
            <a:xfrm>
              <a:off x="3400515" y="2283913"/>
              <a:ext cx="312919" cy="219900"/>
              <a:chOff x="3400515" y="2283913"/>
              <a:chExt cx="312919" cy="219900"/>
            </a:xfrm>
          </p:grpSpPr>
          <p:sp>
            <p:nvSpPr>
              <p:cNvPr id="6558" name="Google Shape;6558;p83"/>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59" name="Google Shape;6559;p83"/>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560" name="Google Shape;6560;p83"/>
            <p:cNvGrpSpPr/>
            <p:nvPr/>
          </p:nvGrpSpPr>
          <p:grpSpPr>
            <a:xfrm>
              <a:off x="3547823" y="2461089"/>
              <a:ext cx="219900" cy="331146"/>
              <a:chOff x="3547823" y="2461089"/>
              <a:chExt cx="219900" cy="331146"/>
            </a:xfrm>
          </p:grpSpPr>
          <p:sp>
            <p:nvSpPr>
              <p:cNvPr id="6561" name="Google Shape;6561;p83"/>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62" name="Google Shape;6562;p83"/>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563" name="Google Shape;6563;p83"/>
            <p:cNvGrpSpPr/>
            <p:nvPr/>
          </p:nvGrpSpPr>
          <p:grpSpPr>
            <a:xfrm>
              <a:off x="3734138" y="2461089"/>
              <a:ext cx="219900" cy="331146"/>
              <a:chOff x="3734138" y="2461089"/>
              <a:chExt cx="219900" cy="331146"/>
            </a:xfrm>
          </p:grpSpPr>
          <p:sp>
            <p:nvSpPr>
              <p:cNvPr id="6564" name="Google Shape;6564;p83"/>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65" name="Google Shape;6565;p83"/>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566" name="Google Shape;6566;p83"/>
            <p:cNvGrpSpPr/>
            <p:nvPr/>
          </p:nvGrpSpPr>
          <p:grpSpPr>
            <a:xfrm>
              <a:off x="3787560" y="2281742"/>
              <a:ext cx="311089" cy="219900"/>
              <a:chOff x="3787560" y="2281742"/>
              <a:chExt cx="311089" cy="219900"/>
            </a:xfrm>
          </p:grpSpPr>
          <p:sp>
            <p:nvSpPr>
              <p:cNvPr id="6567" name="Google Shape;6567;p83"/>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68" name="Google Shape;6568;p83"/>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569" name="Google Shape;6569;p83"/>
            <p:cNvGrpSpPr/>
            <p:nvPr/>
          </p:nvGrpSpPr>
          <p:grpSpPr>
            <a:xfrm>
              <a:off x="3637290" y="2056248"/>
              <a:ext cx="219900" cy="330736"/>
              <a:chOff x="3637290" y="2056248"/>
              <a:chExt cx="219900" cy="330736"/>
            </a:xfrm>
          </p:grpSpPr>
          <p:sp>
            <p:nvSpPr>
              <p:cNvPr id="6570" name="Google Shape;6570;p83"/>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571" name="Google Shape;6571;p83"/>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572" name="Google Shape;6572;p83"/>
          <p:cNvGrpSpPr/>
          <p:nvPr/>
        </p:nvGrpSpPr>
        <p:grpSpPr>
          <a:xfrm>
            <a:off x="2555923" y="2726206"/>
            <a:ext cx="1268144" cy="592394"/>
            <a:chOff x="238125" y="1188750"/>
            <a:chExt cx="7140450" cy="3335550"/>
          </a:xfrm>
        </p:grpSpPr>
        <p:sp>
          <p:nvSpPr>
            <p:cNvPr id="6573" name="Google Shape;6573;p8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83"/>
          <p:cNvGrpSpPr/>
          <p:nvPr/>
        </p:nvGrpSpPr>
        <p:grpSpPr>
          <a:xfrm>
            <a:off x="6663824" y="2728360"/>
            <a:ext cx="1053944" cy="590147"/>
            <a:chOff x="238125" y="1335475"/>
            <a:chExt cx="5418735" cy="3034175"/>
          </a:xfrm>
        </p:grpSpPr>
        <p:sp>
          <p:nvSpPr>
            <p:cNvPr id="6579" name="Google Shape;6579;p8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83"/>
          <p:cNvGrpSpPr/>
          <p:nvPr/>
        </p:nvGrpSpPr>
        <p:grpSpPr>
          <a:xfrm>
            <a:off x="4094633" y="3533260"/>
            <a:ext cx="1268207" cy="638939"/>
            <a:chOff x="3967651" y="3645904"/>
            <a:chExt cx="1479304" cy="745292"/>
          </a:xfrm>
        </p:grpSpPr>
        <p:grpSp>
          <p:nvGrpSpPr>
            <p:cNvPr id="6583" name="Google Shape;6583;p83"/>
            <p:cNvGrpSpPr/>
            <p:nvPr/>
          </p:nvGrpSpPr>
          <p:grpSpPr>
            <a:xfrm>
              <a:off x="3967651" y="4009026"/>
              <a:ext cx="1479304" cy="382170"/>
              <a:chOff x="3967651" y="4009026"/>
              <a:chExt cx="1479304" cy="382170"/>
            </a:xfrm>
          </p:grpSpPr>
          <p:grpSp>
            <p:nvGrpSpPr>
              <p:cNvPr id="6584" name="Google Shape;6584;p83"/>
              <p:cNvGrpSpPr/>
              <p:nvPr/>
            </p:nvGrpSpPr>
            <p:grpSpPr>
              <a:xfrm>
                <a:off x="4892216" y="4195630"/>
                <a:ext cx="554739" cy="195566"/>
                <a:chOff x="3604375" y="4892160"/>
                <a:chExt cx="1651500" cy="582215"/>
              </a:xfrm>
            </p:grpSpPr>
            <p:sp>
              <p:nvSpPr>
                <p:cNvPr id="6585" name="Google Shape;6585;p83"/>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3"/>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83"/>
              <p:cNvGrpSpPr/>
              <p:nvPr/>
            </p:nvGrpSpPr>
            <p:grpSpPr>
              <a:xfrm>
                <a:off x="3967651" y="4146303"/>
                <a:ext cx="579402" cy="244893"/>
                <a:chOff x="851875" y="4745310"/>
                <a:chExt cx="1724925" cy="729065"/>
              </a:xfrm>
            </p:grpSpPr>
            <p:sp>
              <p:nvSpPr>
                <p:cNvPr id="6588" name="Google Shape;6588;p83"/>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3"/>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83"/>
              <p:cNvGrpSpPr/>
              <p:nvPr/>
            </p:nvGrpSpPr>
            <p:grpSpPr>
              <a:xfrm>
                <a:off x="4460753" y="4009026"/>
                <a:ext cx="493110" cy="382170"/>
                <a:chOff x="2319875" y="4336625"/>
                <a:chExt cx="1468025" cy="1137750"/>
              </a:xfrm>
            </p:grpSpPr>
            <p:sp>
              <p:nvSpPr>
                <p:cNvPr id="6591" name="Google Shape;6591;p83"/>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3"/>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3" name="Google Shape;6593;p83"/>
            <p:cNvGrpSpPr/>
            <p:nvPr/>
          </p:nvGrpSpPr>
          <p:grpSpPr>
            <a:xfrm>
              <a:off x="4479443" y="3645904"/>
              <a:ext cx="455965" cy="388789"/>
              <a:chOff x="2957425" y="238100"/>
              <a:chExt cx="1910200" cy="1628775"/>
            </a:xfrm>
          </p:grpSpPr>
          <p:sp>
            <p:nvSpPr>
              <p:cNvPr id="6594" name="Google Shape;6594;p83"/>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3"/>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3"/>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3"/>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3"/>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3"/>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3"/>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3"/>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3"/>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3"/>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4" name="Google Shape;6604;p83"/>
          <p:cNvGrpSpPr/>
          <p:nvPr/>
        </p:nvGrpSpPr>
        <p:grpSpPr>
          <a:xfrm>
            <a:off x="2480746" y="3534460"/>
            <a:ext cx="1243128" cy="637739"/>
            <a:chOff x="2496310" y="3693351"/>
            <a:chExt cx="1342906" cy="688926"/>
          </a:xfrm>
        </p:grpSpPr>
        <p:grpSp>
          <p:nvGrpSpPr>
            <p:cNvPr id="6605" name="Google Shape;6605;p83"/>
            <p:cNvGrpSpPr/>
            <p:nvPr/>
          </p:nvGrpSpPr>
          <p:grpSpPr>
            <a:xfrm>
              <a:off x="2496310" y="3693351"/>
              <a:ext cx="1342906" cy="688875"/>
              <a:chOff x="2496310" y="3693351"/>
              <a:chExt cx="1342906" cy="688875"/>
            </a:xfrm>
          </p:grpSpPr>
          <p:sp>
            <p:nvSpPr>
              <p:cNvPr id="6606" name="Google Shape;6606;p83"/>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3"/>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3"/>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3"/>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3"/>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3"/>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2" name="Google Shape;6612;p83"/>
              <p:cNvCxnSpPr>
                <a:stCxn id="661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613" name="Google Shape;6613;p83"/>
              <p:cNvCxnSpPr>
                <a:stCxn id="660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614" name="Google Shape;6614;p83"/>
              <p:cNvCxnSpPr>
                <a:stCxn id="660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615" name="Google Shape;6615;p83"/>
              <p:cNvCxnSpPr>
                <a:stCxn id="661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616" name="Google Shape;6616;p83"/>
              <p:cNvCxnSpPr>
                <a:stCxn id="660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617" name="Google Shape;6617;p83"/>
            <p:cNvGrpSpPr/>
            <p:nvPr/>
          </p:nvGrpSpPr>
          <p:grpSpPr>
            <a:xfrm>
              <a:off x="2675275" y="3930557"/>
              <a:ext cx="1003306" cy="451719"/>
              <a:chOff x="2675275" y="4174282"/>
              <a:chExt cx="1003306" cy="451719"/>
            </a:xfrm>
          </p:grpSpPr>
          <p:sp>
            <p:nvSpPr>
              <p:cNvPr id="6618" name="Google Shape;6618;p83"/>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3"/>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3"/>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21" name="Google Shape;6621;p83"/>
          <p:cNvGrpSpPr/>
          <p:nvPr/>
        </p:nvGrpSpPr>
        <p:grpSpPr>
          <a:xfrm>
            <a:off x="1654417" y="971307"/>
            <a:ext cx="574511" cy="874709"/>
            <a:chOff x="1715404" y="1112080"/>
            <a:chExt cx="642270" cy="977984"/>
          </a:xfrm>
        </p:grpSpPr>
        <p:grpSp>
          <p:nvGrpSpPr>
            <p:cNvPr id="6622" name="Google Shape;6622;p83"/>
            <p:cNvGrpSpPr/>
            <p:nvPr/>
          </p:nvGrpSpPr>
          <p:grpSpPr>
            <a:xfrm>
              <a:off x="1715404" y="1112080"/>
              <a:ext cx="642270" cy="977984"/>
              <a:chOff x="1715404" y="1112080"/>
              <a:chExt cx="642270" cy="977984"/>
            </a:xfrm>
          </p:grpSpPr>
          <p:sp>
            <p:nvSpPr>
              <p:cNvPr id="6623" name="Google Shape;6623;p83"/>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3"/>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83"/>
            <p:cNvGrpSpPr/>
            <p:nvPr/>
          </p:nvGrpSpPr>
          <p:grpSpPr>
            <a:xfrm>
              <a:off x="1768927" y="1165603"/>
              <a:ext cx="535225" cy="851367"/>
              <a:chOff x="1768927" y="1165603"/>
              <a:chExt cx="535225" cy="851367"/>
            </a:xfrm>
          </p:grpSpPr>
          <p:sp>
            <p:nvSpPr>
              <p:cNvPr id="6626" name="Google Shape;6626;p83"/>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3"/>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83"/>
            <p:cNvGrpSpPr/>
            <p:nvPr/>
          </p:nvGrpSpPr>
          <p:grpSpPr>
            <a:xfrm>
              <a:off x="1822449" y="1219125"/>
              <a:ext cx="428180" cy="718859"/>
              <a:chOff x="1822449" y="1219125"/>
              <a:chExt cx="428180" cy="718859"/>
            </a:xfrm>
          </p:grpSpPr>
          <p:sp>
            <p:nvSpPr>
              <p:cNvPr id="6629" name="Google Shape;6629;p83"/>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3"/>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83"/>
            <p:cNvGrpSpPr/>
            <p:nvPr/>
          </p:nvGrpSpPr>
          <p:grpSpPr>
            <a:xfrm>
              <a:off x="1875972" y="1272648"/>
              <a:ext cx="321135" cy="586939"/>
              <a:chOff x="1875972" y="1272648"/>
              <a:chExt cx="321135" cy="586939"/>
            </a:xfrm>
          </p:grpSpPr>
          <p:sp>
            <p:nvSpPr>
              <p:cNvPr id="6632" name="Google Shape;6632;p83"/>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3"/>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4" name="Google Shape;6634;p83"/>
          <p:cNvGrpSpPr/>
          <p:nvPr/>
        </p:nvGrpSpPr>
        <p:grpSpPr>
          <a:xfrm>
            <a:off x="7761578" y="3528028"/>
            <a:ext cx="293855" cy="644170"/>
            <a:chOff x="241025" y="3151575"/>
            <a:chExt cx="293855" cy="644170"/>
          </a:xfrm>
        </p:grpSpPr>
        <p:sp>
          <p:nvSpPr>
            <p:cNvPr id="6635" name="Google Shape;6635;p83"/>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3"/>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83"/>
          <p:cNvGrpSpPr/>
          <p:nvPr/>
        </p:nvGrpSpPr>
        <p:grpSpPr>
          <a:xfrm>
            <a:off x="709562" y="2728028"/>
            <a:ext cx="1779649" cy="591620"/>
            <a:chOff x="246070" y="1983375"/>
            <a:chExt cx="1855347" cy="616849"/>
          </a:xfrm>
        </p:grpSpPr>
        <p:sp>
          <p:nvSpPr>
            <p:cNvPr id="6638" name="Google Shape;6638;p83"/>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3"/>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3"/>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3"/>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3"/>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3"/>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3"/>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3"/>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3"/>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83"/>
          <p:cNvGrpSpPr/>
          <p:nvPr/>
        </p:nvGrpSpPr>
        <p:grpSpPr>
          <a:xfrm>
            <a:off x="2320428" y="971307"/>
            <a:ext cx="711055" cy="745993"/>
            <a:chOff x="2496269" y="1171698"/>
            <a:chExt cx="761953" cy="799392"/>
          </a:xfrm>
        </p:grpSpPr>
        <p:grpSp>
          <p:nvGrpSpPr>
            <p:cNvPr id="6648" name="Google Shape;6648;p83"/>
            <p:cNvGrpSpPr/>
            <p:nvPr/>
          </p:nvGrpSpPr>
          <p:grpSpPr>
            <a:xfrm>
              <a:off x="2496269" y="1171698"/>
              <a:ext cx="761953" cy="723022"/>
              <a:chOff x="2496269" y="1171698"/>
              <a:chExt cx="761953" cy="723022"/>
            </a:xfrm>
          </p:grpSpPr>
          <p:sp>
            <p:nvSpPr>
              <p:cNvPr id="6649" name="Google Shape;6649;p83"/>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3"/>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1" name="Google Shape;6651;p83"/>
              <p:cNvGrpSpPr/>
              <p:nvPr/>
            </p:nvGrpSpPr>
            <p:grpSpPr>
              <a:xfrm>
                <a:off x="2496269" y="1171698"/>
                <a:ext cx="761953" cy="723022"/>
                <a:chOff x="2496269" y="1120652"/>
                <a:chExt cx="761953" cy="723022"/>
              </a:xfrm>
            </p:grpSpPr>
            <p:grpSp>
              <p:nvGrpSpPr>
                <p:cNvPr id="6652" name="Google Shape;6652;p83"/>
                <p:cNvGrpSpPr/>
                <p:nvPr/>
              </p:nvGrpSpPr>
              <p:grpSpPr>
                <a:xfrm>
                  <a:off x="2496269" y="1120652"/>
                  <a:ext cx="761953" cy="723022"/>
                  <a:chOff x="2496269" y="1120652"/>
                  <a:chExt cx="761953" cy="723022"/>
                </a:xfrm>
              </p:grpSpPr>
              <p:grpSp>
                <p:nvGrpSpPr>
                  <p:cNvPr id="6653" name="Google Shape;6653;p83"/>
                  <p:cNvGrpSpPr/>
                  <p:nvPr/>
                </p:nvGrpSpPr>
                <p:grpSpPr>
                  <a:xfrm>
                    <a:off x="2496269" y="1304589"/>
                    <a:ext cx="407089" cy="305057"/>
                    <a:chOff x="2496269" y="1304589"/>
                    <a:chExt cx="407089" cy="305057"/>
                  </a:xfrm>
                </p:grpSpPr>
                <p:sp>
                  <p:nvSpPr>
                    <p:cNvPr id="6654" name="Google Shape;6654;p83"/>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3"/>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83"/>
                  <p:cNvGrpSpPr/>
                  <p:nvPr/>
                </p:nvGrpSpPr>
                <p:grpSpPr>
                  <a:xfrm>
                    <a:off x="2586468" y="1493376"/>
                    <a:ext cx="358850" cy="349656"/>
                    <a:chOff x="2586468" y="1493376"/>
                    <a:chExt cx="358850" cy="349656"/>
                  </a:xfrm>
                </p:grpSpPr>
                <p:sp>
                  <p:nvSpPr>
                    <p:cNvPr id="6657" name="Google Shape;6657;p83"/>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3"/>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83"/>
                  <p:cNvGrpSpPr/>
                  <p:nvPr/>
                </p:nvGrpSpPr>
                <p:grpSpPr>
                  <a:xfrm>
                    <a:off x="2807939" y="1494024"/>
                    <a:ext cx="358857" cy="349650"/>
                    <a:chOff x="2807939" y="1494024"/>
                    <a:chExt cx="358857" cy="349650"/>
                  </a:xfrm>
                </p:grpSpPr>
                <p:sp>
                  <p:nvSpPr>
                    <p:cNvPr id="6660" name="Google Shape;6660;p83"/>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3"/>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83"/>
                  <p:cNvGrpSpPr/>
                  <p:nvPr/>
                </p:nvGrpSpPr>
                <p:grpSpPr>
                  <a:xfrm>
                    <a:off x="2851133" y="1305635"/>
                    <a:ext cx="407089" cy="305057"/>
                    <a:chOff x="2851133" y="1305635"/>
                    <a:chExt cx="407089" cy="305057"/>
                  </a:xfrm>
                </p:grpSpPr>
                <p:sp>
                  <p:nvSpPr>
                    <p:cNvPr id="6663" name="Google Shape;6663;p83"/>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3"/>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83"/>
                  <p:cNvGrpSpPr/>
                  <p:nvPr/>
                </p:nvGrpSpPr>
                <p:grpSpPr>
                  <a:xfrm>
                    <a:off x="2727495" y="1120652"/>
                    <a:ext cx="300271" cy="396358"/>
                    <a:chOff x="2727495" y="1120652"/>
                    <a:chExt cx="300271" cy="396358"/>
                  </a:xfrm>
                </p:grpSpPr>
                <p:sp>
                  <p:nvSpPr>
                    <p:cNvPr id="6666" name="Google Shape;6666;p83"/>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3"/>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68" name="Google Shape;6668;p83"/>
                <p:cNvGrpSpPr/>
                <p:nvPr/>
              </p:nvGrpSpPr>
              <p:grpSpPr>
                <a:xfrm>
                  <a:off x="2722305" y="1350460"/>
                  <a:ext cx="308357" cy="308344"/>
                  <a:chOff x="2722305" y="1350460"/>
                  <a:chExt cx="308357" cy="308344"/>
                </a:xfrm>
              </p:grpSpPr>
              <p:sp>
                <p:nvSpPr>
                  <p:cNvPr id="6669" name="Google Shape;6669;p83"/>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0" name="Google Shape;6670;p83"/>
                  <p:cNvGrpSpPr/>
                  <p:nvPr/>
                </p:nvGrpSpPr>
                <p:grpSpPr>
                  <a:xfrm>
                    <a:off x="2725064" y="1364529"/>
                    <a:ext cx="297954" cy="280182"/>
                    <a:chOff x="2725064" y="1364529"/>
                    <a:chExt cx="297954" cy="280182"/>
                  </a:xfrm>
                </p:grpSpPr>
                <p:sp>
                  <p:nvSpPr>
                    <p:cNvPr id="6671" name="Google Shape;6671;p83"/>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3"/>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3"/>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3"/>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3"/>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676" name="Google Shape;6676;p83"/>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3"/>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3"/>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3"/>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3"/>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83"/>
          <p:cNvGrpSpPr/>
          <p:nvPr/>
        </p:nvGrpSpPr>
        <p:grpSpPr>
          <a:xfrm>
            <a:off x="3909129" y="2727412"/>
            <a:ext cx="1569144" cy="591015"/>
            <a:chOff x="3820100" y="3023049"/>
            <a:chExt cx="1303926" cy="491162"/>
          </a:xfrm>
        </p:grpSpPr>
        <p:grpSp>
          <p:nvGrpSpPr>
            <p:cNvPr id="6682" name="Google Shape;6682;p83"/>
            <p:cNvGrpSpPr/>
            <p:nvPr/>
          </p:nvGrpSpPr>
          <p:grpSpPr>
            <a:xfrm>
              <a:off x="3820100" y="3023072"/>
              <a:ext cx="1303926" cy="491139"/>
              <a:chOff x="3820100" y="3023072"/>
              <a:chExt cx="1303926" cy="491139"/>
            </a:xfrm>
          </p:grpSpPr>
          <p:sp>
            <p:nvSpPr>
              <p:cNvPr id="6683" name="Google Shape;6683;p83"/>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3"/>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83"/>
            <p:cNvGrpSpPr/>
            <p:nvPr/>
          </p:nvGrpSpPr>
          <p:grpSpPr>
            <a:xfrm>
              <a:off x="4132439" y="3023645"/>
              <a:ext cx="393633" cy="177096"/>
              <a:chOff x="4132439" y="3023645"/>
              <a:chExt cx="393633" cy="177096"/>
            </a:xfrm>
          </p:grpSpPr>
          <p:sp>
            <p:nvSpPr>
              <p:cNvPr id="6686" name="Google Shape;6686;p83"/>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3"/>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83"/>
            <p:cNvGrpSpPr/>
            <p:nvPr/>
          </p:nvGrpSpPr>
          <p:grpSpPr>
            <a:xfrm>
              <a:off x="3921811" y="3023049"/>
              <a:ext cx="1002397" cy="388943"/>
              <a:chOff x="3921811" y="3023049"/>
              <a:chExt cx="1002397" cy="388943"/>
            </a:xfrm>
          </p:grpSpPr>
          <p:sp>
            <p:nvSpPr>
              <p:cNvPr id="6689" name="Google Shape;6689;p83"/>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3"/>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83"/>
            <p:cNvGrpSpPr/>
            <p:nvPr/>
          </p:nvGrpSpPr>
          <p:grpSpPr>
            <a:xfrm>
              <a:off x="4023645" y="3023049"/>
              <a:ext cx="683032" cy="286722"/>
              <a:chOff x="4023645" y="3023049"/>
              <a:chExt cx="683032" cy="286722"/>
            </a:xfrm>
          </p:grpSpPr>
          <p:sp>
            <p:nvSpPr>
              <p:cNvPr id="6692" name="Google Shape;6692;p83"/>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3"/>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94" name="Google Shape;6694;p83"/>
          <p:cNvGrpSpPr/>
          <p:nvPr/>
        </p:nvGrpSpPr>
        <p:grpSpPr>
          <a:xfrm>
            <a:off x="1541251" y="1854258"/>
            <a:ext cx="713522" cy="688025"/>
            <a:chOff x="1706078" y="2092648"/>
            <a:chExt cx="660913" cy="637296"/>
          </a:xfrm>
        </p:grpSpPr>
        <p:sp>
          <p:nvSpPr>
            <p:cNvPr id="6695" name="Google Shape;6695;p83"/>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6" name="Google Shape;6696;p83"/>
            <p:cNvGrpSpPr/>
            <p:nvPr/>
          </p:nvGrpSpPr>
          <p:grpSpPr>
            <a:xfrm>
              <a:off x="1706078" y="2092648"/>
              <a:ext cx="660913" cy="575241"/>
              <a:chOff x="1706078" y="2092648"/>
              <a:chExt cx="660913" cy="575241"/>
            </a:xfrm>
          </p:grpSpPr>
          <p:sp>
            <p:nvSpPr>
              <p:cNvPr id="6697" name="Google Shape;6697;p83"/>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3"/>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3"/>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0" name="Google Shape;6700;p83"/>
          <p:cNvGrpSpPr/>
          <p:nvPr/>
        </p:nvGrpSpPr>
        <p:grpSpPr>
          <a:xfrm>
            <a:off x="6303109" y="971806"/>
            <a:ext cx="1317459" cy="684168"/>
            <a:chOff x="238125" y="999450"/>
            <a:chExt cx="7140700" cy="3708225"/>
          </a:xfrm>
        </p:grpSpPr>
        <p:sp>
          <p:nvSpPr>
            <p:cNvPr id="6701" name="Google Shape;6701;p83"/>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3"/>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3" name="Shape 6713"/>
        <p:cNvGrpSpPr/>
        <p:nvPr/>
      </p:nvGrpSpPr>
      <p:grpSpPr>
        <a:xfrm>
          <a:off x="0" y="0"/>
          <a:ext cx="0" cy="0"/>
          <a:chOff x="0" y="0"/>
          <a:chExt cx="0" cy="0"/>
        </a:xfrm>
      </p:grpSpPr>
      <p:grpSp>
        <p:nvGrpSpPr>
          <p:cNvPr id="6714" name="Google Shape;6714;p84"/>
          <p:cNvGrpSpPr/>
          <p:nvPr/>
        </p:nvGrpSpPr>
        <p:grpSpPr>
          <a:xfrm>
            <a:off x="717027" y="967622"/>
            <a:ext cx="1636117" cy="1526144"/>
            <a:chOff x="729238" y="1179665"/>
            <a:chExt cx="1636117" cy="1526144"/>
          </a:xfrm>
        </p:grpSpPr>
        <p:grpSp>
          <p:nvGrpSpPr>
            <p:cNvPr id="6715" name="Google Shape;6715;p84"/>
            <p:cNvGrpSpPr/>
            <p:nvPr/>
          </p:nvGrpSpPr>
          <p:grpSpPr>
            <a:xfrm>
              <a:off x="729238" y="1179665"/>
              <a:ext cx="80700" cy="1526144"/>
              <a:chOff x="729238" y="1179665"/>
              <a:chExt cx="80700" cy="1526144"/>
            </a:xfrm>
          </p:grpSpPr>
          <p:sp>
            <p:nvSpPr>
              <p:cNvPr id="6716" name="Google Shape;6716;p84"/>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84"/>
            <p:cNvGrpSpPr/>
            <p:nvPr/>
          </p:nvGrpSpPr>
          <p:grpSpPr>
            <a:xfrm>
              <a:off x="903098" y="1179665"/>
              <a:ext cx="80700" cy="1526144"/>
              <a:chOff x="903098" y="1179665"/>
              <a:chExt cx="80700" cy="1526144"/>
            </a:xfrm>
          </p:grpSpPr>
          <p:sp>
            <p:nvSpPr>
              <p:cNvPr id="6727" name="Google Shape;6727;p84"/>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4"/>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4"/>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4"/>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4"/>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84"/>
            <p:cNvGrpSpPr/>
            <p:nvPr/>
          </p:nvGrpSpPr>
          <p:grpSpPr>
            <a:xfrm>
              <a:off x="1076958" y="1179665"/>
              <a:ext cx="80700" cy="1526144"/>
              <a:chOff x="1076958" y="1179665"/>
              <a:chExt cx="80700" cy="1526144"/>
            </a:xfrm>
          </p:grpSpPr>
          <p:sp>
            <p:nvSpPr>
              <p:cNvPr id="6738" name="Google Shape;6738;p84"/>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4"/>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4"/>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4"/>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4"/>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4"/>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84"/>
            <p:cNvGrpSpPr/>
            <p:nvPr/>
          </p:nvGrpSpPr>
          <p:grpSpPr>
            <a:xfrm>
              <a:off x="1247707" y="1179665"/>
              <a:ext cx="80700" cy="1526144"/>
              <a:chOff x="1247707" y="1179665"/>
              <a:chExt cx="80700" cy="1526144"/>
            </a:xfrm>
          </p:grpSpPr>
          <p:sp>
            <p:nvSpPr>
              <p:cNvPr id="6749" name="Google Shape;6749;p84"/>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4"/>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4"/>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84"/>
            <p:cNvGrpSpPr/>
            <p:nvPr/>
          </p:nvGrpSpPr>
          <p:grpSpPr>
            <a:xfrm>
              <a:off x="1421567" y="1179665"/>
              <a:ext cx="80700" cy="1526144"/>
              <a:chOff x="1421567" y="1179665"/>
              <a:chExt cx="80700" cy="1526144"/>
            </a:xfrm>
          </p:grpSpPr>
          <p:sp>
            <p:nvSpPr>
              <p:cNvPr id="6760" name="Google Shape;6760;p84"/>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4"/>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4"/>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4"/>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4"/>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4"/>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4"/>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4"/>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84"/>
            <p:cNvGrpSpPr/>
            <p:nvPr/>
          </p:nvGrpSpPr>
          <p:grpSpPr>
            <a:xfrm>
              <a:off x="1592327" y="1179665"/>
              <a:ext cx="80700" cy="1526144"/>
              <a:chOff x="1592327" y="1179665"/>
              <a:chExt cx="80700" cy="1526144"/>
            </a:xfrm>
          </p:grpSpPr>
          <p:sp>
            <p:nvSpPr>
              <p:cNvPr id="6771" name="Google Shape;6771;p84"/>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4"/>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4"/>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4"/>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4"/>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4"/>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84"/>
            <p:cNvGrpSpPr/>
            <p:nvPr/>
          </p:nvGrpSpPr>
          <p:grpSpPr>
            <a:xfrm>
              <a:off x="1766187" y="1179665"/>
              <a:ext cx="80700" cy="1526144"/>
              <a:chOff x="1766187" y="1179665"/>
              <a:chExt cx="80700" cy="1526144"/>
            </a:xfrm>
          </p:grpSpPr>
          <p:sp>
            <p:nvSpPr>
              <p:cNvPr id="6782" name="Google Shape;6782;p84"/>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4"/>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4"/>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4"/>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4"/>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4"/>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4"/>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4"/>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4"/>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84"/>
            <p:cNvGrpSpPr/>
            <p:nvPr/>
          </p:nvGrpSpPr>
          <p:grpSpPr>
            <a:xfrm>
              <a:off x="1936935" y="1179665"/>
              <a:ext cx="80700" cy="1526144"/>
              <a:chOff x="1936935" y="1179665"/>
              <a:chExt cx="80700" cy="1526144"/>
            </a:xfrm>
          </p:grpSpPr>
          <p:sp>
            <p:nvSpPr>
              <p:cNvPr id="6793" name="Google Shape;6793;p84"/>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4"/>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4"/>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4"/>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4"/>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84"/>
            <p:cNvGrpSpPr/>
            <p:nvPr/>
          </p:nvGrpSpPr>
          <p:grpSpPr>
            <a:xfrm>
              <a:off x="2110795" y="1179665"/>
              <a:ext cx="80700" cy="1526144"/>
              <a:chOff x="2110795" y="1179665"/>
              <a:chExt cx="80700" cy="1526144"/>
            </a:xfrm>
          </p:grpSpPr>
          <p:sp>
            <p:nvSpPr>
              <p:cNvPr id="6804" name="Google Shape;6804;p84"/>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4"/>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4"/>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4"/>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84"/>
            <p:cNvGrpSpPr/>
            <p:nvPr/>
          </p:nvGrpSpPr>
          <p:grpSpPr>
            <a:xfrm>
              <a:off x="2284655" y="1179665"/>
              <a:ext cx="80700" cy="1526144"/>
              <a:chOff x="2284655" y="1179665"/>
              <a:chExt cx="80700" cy="1526144"/>
            </a:xfrm>
          </p:grpSpPr>
          <p:sp>
            <p:nvSpPr>
              <p:cNvPr id="6815" name="Google Shape;6815;p84"/>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4"/>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4"/>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4"/>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4"/>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4"/>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5" name="Google Shape;6825;p84"/>
          <p:cNvGrpSpPr/>
          <p:nvPr/>
        </p:nvGrpSpPr>
        <p:grpSpPr>
          <a:xfrm>
            <a:off x="2611693" y="986760"/>
            <a:ext cx="1364248" cy="1102133"/>
            <a:chOff x="2623904" y="1198803"/>
            <a:chExt cx="1364248" cy="1102133"/>
          </a:xfrm>
        </p:grpSpPr>
        <p:grpSp>
          <p:nvGrpSpPr>
            <p:cNvPr id="6826" name="Google Shape;6826;p84"/>
            <p:cNvGrpSpPr/>
            <p:nvPr/>
          </p:nvGrpSpPr>
          <p:grpSpPr>
            <a:xfrm>
              <a:off x="2623907" y="1198803"/>
              <a:ext cx="1364245" cy="273000"/>
              <a:chOff x="2623907" y="1198803"/>
              <a:chExt cx="1364245" cy="273000"/>
            </a:xfrm>
          </p:grpSpPr>
          <p:sp>
            <p:nvSpPr>
              <p:cNvPr id="6827" name="Google Shape;6827;p8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4"/>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84"/>
            <p:cNvGrpSpPr/>
            <p:nvPr/>
          </p:nvGrpSpPr>
          <p:grpSpPr>
            <a:xfrm>
              <a:off x="2623904" y="1476964"/>
              <a:ext cx="1364245" cy="273000"/>
              <a:chOff x="2623904" y="1476964"/>
              <a:chExt cx="1364245" cy="273000"/>
            </a:xfrm>
          </p:grpSpPr>
          <p:sp>
            <p:nvSpPr>
              <p:cNvPr id="6833" name="Google Shape;6833;p8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4"/>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4"/>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4"/>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84"/>
            <p:cNvGrpSpPr/>
            <p:nvPr/>
          </p:nvGrpSpPr>
          <p:grpSpPr>
            <a:xfrm>
              <a:off x="2623907" y="1749775"/>
              <a:ext cx="1364245" cy="273000"/>
              <a:chOff x="2623907" y="1749775"/>
              <a:chExt cx="1364245" cy="273000"/>
            </a:xfrm>
          </p:grpSpPr>
          <p:sp>
            <p:nvSpPr>
              <p:cNvPr id="6839" name="Google Shape;6839;p8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4"/>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4"/>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84"/>
            <p:cNvGrpSpPr/>
            <p:nvPr/>
          </p:nvGrpSpPr>
          <p:grpSpPr>
            <a:xfrm>
              <a:off x="2623904" y="2027936"/>
              <a:ext cx="1364245" cy="273000"/>
              <a:chOff x="2623904" y="2027936"/>
              <a:chExt cx="1364245" cy="273000"/>
            </a:xfrm>
          </p:grpSpPr>
          <p:sp>
            <p:nvSpPr>
              <p:cNvPr id="6845" name="Google Shape;6845;p8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0" name="Google Shape;6850;p84"/>
          <p:cNvGrpSpPr/>
          <p:nvPr/>
        </p:nvGrpSpPr>
        <p:grpSpPr>
          <a:xfrm>
            <a:off x="2601154" y="2445833"/>
            <a:ext cx="1387541" cy="159124"/>
            <a:chOff x="3200660" y="2180272"/>
            <a:chExt cx="2563824" cy="378237"/>
          </a:xfrm>
        </p:grpSpPr>
        <p:sp>
          <p:nvSpPr>
            <p:cNvPr id="6851" name="Google Shape;6851;p8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84"/>
          <p:cNvGrpSpPr/>
          <p:nvPr/>
        </p:nvGrpSpPr>
        <p:grpSpPr>
          <a:xfrm>
            <a:off x="2597679" y="2723597"/>
            <a:ext cx="1390502" cy="159625"/>
            <a:chOff x="3530150" y="2790075"/>
            <a:chExt cx="1962600" cy="225300"/>
          </a:xfrm>
        </p:grpSpPr>
        <p:sp>
          <p:nvSpPr>
            <p:cNvPr id="6870" name="Google Shape;6870;p84"/>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4"/>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84"/>
          <p:cNvGrpSpPr/>
          <p:nvPr/>
        </p:nvGrpSpPr>
        <p:grpSpPr>
          <a:xfrm>
            <a:off x="2597736" y="3001862"/>
            <a:ext cx="1411629" cy="154175"/>
            <a:chOff x="3558802" y="4011244"/>
            <a:chExt cx="1866000" cy="111600"/>
          </a:xfrm>
        </p:grpSpPr>
        <p:sp>
          <p:nvSpPr>
            <p:cNvPr id="6873" name="Google Shape;6873;p84"/>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4"/>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84"/>
          <p:cNvGrpSpPr/>
          <p:nvPr/>
        </p:nvGrpSpPr>
        <p:grpSpPr>
          <a:xfrm>
            <a:off x="2598024" y="2207432"/>
            <a:ext cx="1383503" cy="119761"/>
            <a:chOff x="3465975" y="2270258"/>
            <a:chExt cx="1986364" cy="171947"/>
          </a:xfrm>
        </p:grpSpPr>
        <p:sp>
          <p:nvSpPr>
            <p:cNvPr id="6876" name="Google Shape;6876;p8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4"/>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4"/>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4"/>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4"/>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4"/>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84"/>
          <p:cNvGrpSpPr/>
          <p:nvPr/>
        </p:nvGrpSpPr>
        <p:grpSpPr>
          <a:xfrm>
            <a:off x="2609031" y="3571205"/>
            <a:ext cx="1369531" cy="195460"/>
            <a:chOff x="723300" y="4253549"/>
            <a:chExt cx="2276482" cy="324900"/>
          </a:xfrm>
        </p:grpSpPr>
        <p:sp>
          <p:nvSpPr>
            <p:cNvPr id="6885" name="Google Shape;6885;p8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4"/>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84"/>
          <p:cNvGrpSpPr/>
          <p:nvPr/>
        </p:nvGrpSpPr>
        <p:grpSpPr>
          <a:xfrm>
            <a:off x="2598592" y="3272446"/>
            <a:ext cx="1389066" cy="180119"/>
            <a:chOff x="705948" y="3788465"/>
            <a:chExt cx="2308953" cy="299400"/>
          </a:xfrm>
        </p:grpSpPr>
        <p:sp>
          <p:nvSpPr>
            <p:cNvPr id="6891" name="Google Shape;6891;p8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4"/>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4"/>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84"/>
          <p:cNvGrpSpPr/>
          <p:nvPr/>
        </p:nvGrpSpPr>
        <p:grpSpPr>
          <a:xfrm>
            <a:off x="4195583" y="1876400"/>
            <a:ext cx="1433821" cy="191501"/>
            <a:chOff x="4273350" y="2088443"/>
            <a:chExt cx="1433821" cy="191501"/>
          </a:xfrm>
        </p:grpSpPr>
        <p:grpSp>
          <p:nvGrpSpPr>
            <p:cNvPr id="6897" name="Google Shape;6897;p84"/>
            <p:cNvGrpSpPr/>
            <p:nvPr/>
          </p:nvGrpSpPr>
          <p:grpSpPr>
            <a:xfrm>
              <a:off x="4273350" y="2088443"/>
              <a:ext cx="1433821" cy="0"/>
              <a:chOff x="5224975" y="2962250"/>
              <a:chExt cx="1544400" cy="0"/>
            </a:xfrm>
          </p:grpSpPr>
          <p:cxnSp>
            <p:nvCxnSpPr>
              <p:cNvPr id="6898" name="Google Shape;6898;p84"/>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899" name="Google Shape;6899;p84"/>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900" name="Google Shape;6900;p84"/>
            <p:cNvGrpSpPr/>
            <p:nvPr/>
          </p:nvGrpSpPr>
          <p:grpSpPr>
            <a:xfrm>
              <a:off x="4273350" y="2279944"/>
              <a:ext cx="1433821" cy="0"/>
              <a:chOff x="5224975" y="2962250"/>
              <a:chExt cx="1544400" cy="0"/>
            </a:xfrm>
          </p:grpSpPr>
          <p:cxnSp>
            <p:nvCxnSpPr>
              <p:cNvPr id="6901" name="Google Shape;6901;p84"/>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902" name="Google Shape;6902;p84"/>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903" name="Google Shape;6903;p84"/>
          <p:cNvGrpSpPr/>
          <p:nvPr/>
        </p:nvGrpSpPr>
        <p:grpSpPr>
          <a:xfrm>
            <a:off x="2646529" y="3885304"/>
            <a:ext cx="1304609" cy="294074"/>
            <a:chOff x="2658741" y="4097347"/>
            <a:chExt cx="1304609" cy="294074"/>
          </a:xfrm>
        </p:grpSpPr>
        <p:grpSp>
          <p:nvGrpSpPr>
            <p:cNvPr id="6904" name="Google Shape;6904;p84"/>
            <p:cNvGrpSpPr/>
            <p:nvPr/>
          </p:nvGrpSpPr>
          <p:grpSpPr>
            <a:xfrm>
              <a:off x="2658741" y="4097347"/>
              <a:ext cx="118572" cy="294074"/>
              <a:chOff x="3343310" y="4475555"/>
              <a:chExt cx="127717" cy="316753"/>
            </a:xfrm>
          </p:grpSpPr>
          <p:sp>
            <p:nvSpPr>
              <p:cNvPr id="6905" name="Google Shape;6905;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84"/>
            <p:cNvGrpSpPr/>
            <p:nvPr/>
          </p:nvGrpSpPr>
          <p:grpSpPr>
            <a:xfrm>
              <a:off x="3815519" y="4098388"/>
              <a:ext cx="147831" cy="291991"/>
              <a:chOff x="3527539" y="4476677"/>
              <a:chExt cx="159232" cy="314510"/>
            </a:xfrm>
          </p:grpSpPr>
          <p:sp>
            <p:nvSpPr>
              <p:cNvPr id="6908" name="Google Shape;6908;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84"/>
            <p:cNvGrpSpPr/>
            <p:nvPr/>
          </p:nvGrpSpPr>
          <p:grpSpPr>
            <a:xfrm>
              <a:off x="3511696" y="4098388"/>
              <a:ext cx="147831" cy="291991"/>
              <a:chOff x="3527539" y="4476677"/>
              <a:chExt cx="159232" cy="314510"/>
            </a:xfrm>
          </p:grpSpPr>
          <p:sp>
            <p:nvSpPr>
              <p:cNvPr id="6911" name="Google Shape;6911;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84"/>
            <p:cNvGrpSpPr/>
            <p:nvPr/>
          </p:nvGrpSpPr>
          <p:grpSpPr>
            <a:xfrm>
              <a:off x="3207874" y="4098388"/>
              <a:ext cx="147831" cy="291991"/>
              <a:chOff x="3527539" y="4476677"/>
              <a:chExt cx="159232" cy="314510"/>
            </a:xfrm>
          </p:grpSpPr>
          <p:sp>
            <p:nvSpPr>
              <p:cNvPr id="6914" name="Google Shape;6914;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84"/>
            <p:cNvGrpSpPr/>
            <p:nvPr/>
          </p:nvGrpSpPr>
          <p:grpSpPr>
            <a:xfrm>
              <a:off x="2933305" y="4097347"/>
              <a:ext cx="118572" cy="294074"/>
              <a:chOff x="3343310" y="4475555"/>
              <a:chExt cx="127717" cy="316753"/>
            </a:xfrm>
          </p:grpSpPr>
          <p:sp>
            <p:nvSpPr>
              <p:cNvPr id="6917" name="Google Shape;6917;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9" name="Google Shape;6919;p84"/>
          <p:cNvGrpSpPr/>
          <p:nvPr/>
        </p:nvGrpSpPr>
        <p:grpSpPr>
          <a:xfrm>
            <a:off x="4197138" y="963998"/>
            <a:ext cx="1430711" cy="751237"/>
            <a:chOff x="5159450" y="1919950"/>
            <a:chExt cx="1541050" cy="862500"/>
          </a:xfrm>
        </p:grpSpPr>
        <p:sp>
          <p:nvSpPr>
            <p:cNvPr id="6920" name="Google Shape;6920;p8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921" name="Google Shape;6921;p84"/>
            <p:cNvGrpSpPr/>
            <p:nvPr/>
          </p:nvGrpSpPr>
          <p:grpSpPr>
            <a:xfrm>
              <a:off x="5159450" y="1919950"/>
              <a:ext cx="1541050" cy="862500"/>
              <a:chOff x="5159450" y="1919950"/>
              <a:chExt cx="1541050" cy="862500"/>
            </a:xfrm>
          </p:grpSpPr>
          <p:cxnSp>
            <p:nvCxnSpPr>
              <p:cNvPr id="6922" name="Google Shape;6922;p8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923" name="Google Shape;6923;p8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924" name="Google Shape;6924;p84"/>
          <p:cNvGrpSpPr/>
          <p:nvPr/>
        </p:nvGrpSpPr>
        <p:grpSpPr>
          <a:xfrm>
            <a:off x="4245275" y="2227768"/>
            <a:ext cx="1334436" cy="967914"/>
            <a:chOff x="4294923" y="2439811"/>
            <a:chExt cx="1334436" cy="967914"/>
          </a:xfrm>
        </p:grpSpPr>
        <p:grpSp>
          <p:nvGrpSpPr>
            <p:cNvPr id="6925" name="Google Shape;6925;p84"/>
            <p:cNvGrpSpPr/>
            <p:nvPr/>
          </p:nvGrpSpPr>
          <p:grpSpPr>
            <a:xfrm>
              <a:off x="4960455" y="2469658"/>
              <a:ext cx="668904" cy="885524"/>
              <a:chOff x="4960455" y="2469658"/>
              <a:chExt cx="668904" cy="885524"/>
            </a:xfrm>
          </p:grpSpPr>
          <p:sp>
            <p:nvSpPr>
              <p:cNvPr id="6926" name="Google Shape;6926;p84"/>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4"/>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4"/>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4"/>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4"/>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4"/>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84"/>
            <p:cNvGrpSpPr/>
            <p:nvPr/>
          </p:nvGrpSpPr>
          <p:grpSpPr>
            <a:xfrm>
              <a:off x="4294923" y="2469658"/>
              <a:ext cx="668951" cy="885524"/>
              <a:chOff x="4294923" y="2469658"/>
              <a:chExt cx="668951" cy="885524"/>
            </a:xfrm>
          </p:grpSpPr>
          <p:sp>
            <p:nvSpPr>
              <p:cNvPr id="6933" name="Google Shape;6933;p84"/>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4"/>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4"/>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4"/>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4"/>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4"/>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9" name="Google Shape;6939;p84"/>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84"/>
          <p:cNvGrpSpPr/>
          <p:nvPr/>
        </p:nvGrpSpPr>
        <p:grpSpPr>
          <a:xfrm>
            <a:off x="4231478" y="3282213"/>
            <a:ext cx="1430949" cy="897289"/>
            <a:chOff x="4351371" y="3547942"/>
            <a:chExt cx="1345130" cy="843475"/>
          </a:xfrm>
        </p:grpSpPr>
        <p:grpSp>
          <p:nvGrpSpPr>
            <p:cNvPr id="6941" name="Google Shape;6941;p84"/>
            <p:cNvGrpSpPr/>
            <p:nvPr/>
          </p:nvGrpSpPr>
          <p:grpSpPr>
            <a:xfrm>
              <a:off x="4351371" y="4209917"/>
              <a:ext cx="1345130" cy="181500"/>
              <a:chOff x="4351371" y="4209917"/>
              <a:chExt cx="1345130" cy="181500"/>
            </a:xfrm>
          </p:grpSpPr>
          <p:sp>
            <p:nvSpPr>
              <p:cNvPr id="6942" name="Google Shape;6942;p84"/>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43" name="Google Shape;6943;p84"/>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944" name="Google Shape;6944;p84"/>
            <p:cNvGrpSpPr/>
            <p:nvPr/>
          </p:nvGrpSpPr>
          <p:grpSpPr>
            <a:xfrm>
              <a:off x="4403010" y="3985221"/>
              <a:ext cx="1109518" cy="181500"/>
              <a:chOff x="4403010" y="3985221"/>
              <a:chExt cx="1109518" cy="181500"/>
            </a:xfrm>
          </p:grpSpPr>
          <p:sp>
            <p:nvSpPr>
              <p:cNvPr id="6945" name="Google Shape;6945;p84"/>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46" name="Google Shape;6946;p84"/>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947" name="Google Shape;6947;p84"/>
            <p:cNvGrpSpPr/>
            <p:nvPr/>
          </p:nvGrpSpPr>
          <p:grpSpPr>
            <a:xfrm>
              <a:off x="4618704" y="3766582"/>
              <a:ext cx="807858" cy="181500"/>
              <a:chOff x="4618704" y="3766582"/>
              <a:chExt cx="807858" cy="181500"/>
            </a:xfrm>
          </p:grpSpPr>
          <p:sp>
            <p:nvSpPr>
              <p:cNvPr id="6948" name="Google Shape;6948;p84"/>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49" name="Google Shape;6949;p84"/>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950" name="Google Shape;6950;p84"/>
            <p:cNvGrpSpPr/>
            <p:nvPr/>
          </p:nvGrpSpPr>
          <p:grpSpPr>
            <a:xfrm>
              <a:off x="4735238" y="3547942"/>
              <a:ext cx="462839" cy="181500"/>
              <a:chOff x="4735238" y="3547942"/>
              <a:chExt cx="462839" cy="181500"/>
            </a:xfrm>
          </p:grpSpPr>
          <p:sp>
            <p:nvSpPr>
              <p:cNvPr id="6951" name="Google Shape;6951;p84"/>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52" name="Google Shape;6952;p84"/>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953" name="Google Shape;6953;p84"/>
          <p:cNvGrpSpPr/>
          <p:nvPr/>
        </p:nvGrpSpPr>
        <p:grpSpPr>
          <a:xfrm>
            <a:off x="7407836" y="2217537"/>
            <a:ext cx="1020955" cy="928853"/>
            <a:chOff x="926675" y="238125"/>
            <a:chExt cx="5755100" cy="5232975"/>
          </a:xfrm>
        </p:grpSpPr>
        <p:sp>
          <p:nvSpPr>
            <p:cNvPr id="6954" name="Google Shape;6954;p84"/>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4"/>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4"/>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4"/>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84"/>
          <p:cNvGrpSpPr/>
          <p:nvPr/>
        </p:nvGrpSpPr>
        <p:grpSpPr>
          <a:xfrm>
            <a:off x="715210" y="2616272"/>
            <a:ext cx="1695374" cy="1560837"/>
            <a:chOff x="727421" y="2828315"/>
            <a:chExt cx="1695374" cy="1560837"/>
          </a:xfrm>
        </p:grpSpPr>
        <p:grpSp>
          <p:nvGrpSpPr>
            <p:cNvPr id="6959" name="Google Shape;6959;p84"/>
            <p:cNvGrpSpPr/>
            <p:nvPr/>
          </p:nvGrpSpPr>
          <p:grpSpPr>
            <a:xfrm>
              <a:off x="727421" y="2828315"/>
              <a:ext cx="1695374" cy="1560837"/>
              <a:chOff x="734799" y="2782450"/>
              <a:chExt cx="1571100" cy="1577400"/>
            </a:xfrm>
          </p:grpSpPr>
          <p:cxnSp>
            <p:nvCxnSpPr>
              <p:cNvPr id="6960" name="Google Shape;6960;p8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961" name="Google Shape;6961;p8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962" name="Google Shape;6962;p84"/>
            <p:cNvGrpSpPr/>
            <p:nvPr/>
          </p:nvGrpSpPr>
          <p:grpSpPr>
            <a:xfrm>
              <a:off x="819108" y="2882501"/>
              <a:ext cx="1556791" cy="1426186"/>
              <a:chOff x="819108" y="2882501"/>
              <a:chExt cx="1556791" cy="1426186"/>
            </a:xfrm>
          </p:grpSpPr>
          <p:grpSp>
            <p:nvGrpSpPr>
              <p:cNvPr id="6963" name="Google Shape;6963;p84"/>
              <p:cNvGrpSpPr/>
              <p:nvPr/>
            </p:nvGrpSpPr>
            <p:grpSpPr>
              <a:xfrm>
                <a:off x="819108" y="2882501"/>
                <a:ext cx="103104" cy="1426186"/>
                <a:chOff x="4674013" y="3100904"/>
                <a:chExt cx="122758" cy="1698043"/>
              </a:xfrm>
            </p:grpSpPr>
            <p:sp>
              <p:nvSpPr>
                <p:cNvPr id="6964" name="Google Shape;6964;p8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84"/>
              <p:cNvGrpSpPr/>
              <p:nvPr/>
            </p:nvGrpSpPr>
            <p:grpSpPr>
              <a:xfrm>
                <a:off x="1062475" y="2882501"/>
                <a:ext cx="103104" cy="1426186"/>
                <a:chOff x="4940438" y="3100904"/>
                <a:chExt cx="122758" cy="1698043"/>
              </a:xfrm>
            </p:grpSpPr>
            <p:sp>
              <p:nvSpPr>
                <p:cNvPr id="6972" name="Google Shape;6972;p8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84"/>
              <p:cNvGrpSpPr/>
              <p:nvPr/>
            </p:nvGrpSpPr>
            <p:grpSpPr>
              <a:xfrm>
                <a:off x="1299324" y="2882501"/>
                <a:ext cx="103104" cy="1426186"/>
                <a:chOff x="5206863" y="3100904"/>
                <a:chExt cx="122758" cy="1698043"/>
              </a:xfrm>
            </p:grpSpPr>
            <p:sp>
              <p:nvSpPr>
                <p:cNvPr id="6980" name="Google Shape;6980;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84"/>
              <p:cNvGrpSpPr/>
              <p:nvPr/>
            </p:nvGrpSpPr>
            <p:grpSpPr>
              <a:xfrm>
                <a:off x="1786057" y="2882501"/>
                <a:ext cx="103104" cy="1426186"/>
                <a:chOff x="6006138" y="3143629"/>
                <a:chExt cx="122758" cy="1698043"/>
              </a:xfrm>
            </p:grpSpPr>
            <p:sp>
              <p:nvSpPr>
                <p:cNvPr id="6988" name="Google Shape;6988;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84"/>
              <p:cNvGrpSpPr/>
              <p:nvPr/>
            </p:nvGrpSpPr>
            <p:grpSpPr>
              <a:xfrm>
                <a:off x="2029422" y="2882501"/>
                <a:ext cx="103104" cy="1426186"/>
                <a:chOff x="6805413" y="3100904"/>
                <a:chExt cx="122758" cy="1698043"/>
              </a:xfrm>
            </p:grpSpPr>
            <p:sp>
              <p:nvSpPr>
                <p:cNvPr id="6996" name="Google Shape;6996;p8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84"/>
              <p:cNvGrpSpPr/>
              <p:nvPr/>
            </p:nvGrpSpPr>
            <p:grpSpPr>
              <a:xfrm>
                <a:off x="2272795" y="2882501"/>
                <a:ext cx="103104" cy="1426186"/>
                <a:chOff x="5206863" y="3100904"/>
                <a:chExt cx="122758" cy="1698043"/>
              </a:xfrm>
            </p:grpSpPr>
            <p:sp>
              <p:nvSpPr>
                <p:cNvPr id="7004" name="Google Shape;7004;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84"/>
              <p:cNvGrpSpPr/>
              <p:nvPr/>
            </p:nvGrpSpPr>
            <p:grpSpPr>
              <a:xfrm>
                <a:off x="1542694" y="2882501"/>
                <a:ext cx="103104" cy="1426186"/>
                <a:chOff x="6006138" y="3143629"/>
                <a:chExt cx="122758" cy="1698043"/>
              </a:xfrm>
            </p:grpSpPr>
            <p:sp>
              <p:nvSpPr>
                <p:cNvPr id="7012" name="Google Shape;7012;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19" name="Google Shape;7019;p84"/>
          <p:cNvGrpSpPr/>
          <p:nvPr/>
        </p:nvGrpSpPr>
        <p:grpSpPr>
          <a:xfrm>
            <a:off x="5671260" y="3305994"/>
            <a:ext cx="2749952" cy="870677"/>
            <a:chOff x="238125" y="1725700"/>
            <a:chExt cx="7139025" cy="2260325"/>
          </a:xfrm>
        </p:grpSpPr>
        <p:sp>
          <p:nvSpPr>
            <p:cNvPr id="7020" name="Google Shape;7020;p84"/>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4"/>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4"/>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4"/>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4"/>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4"/>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4"/>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4"/>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4"/>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4"/>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84"/>
          <p:cNvGrpSpPr/>
          <p:nvPr/>
        </p:nvGrpSpPr>
        <p:grpSpPr>
          <a:xfrm>
            <a:off x="5941424" y="2247740"/>
            <a:ext cx="1105452" cy="916747"/>
            <a:chOff x="5249100" y="1210600"/>
            <a:chExt cx="3502700" cy="2904775"/>
          </a:xfrm>
        </p:grpSpPr>
        <p:sp>
          <p:nvSpPr>
            <p:cNvPr id="7031" name="Google Shape;7031;p8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35" name="Google Shape;7035;p84"/>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036" name="Google Shape;7036;p84"/>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037" name="Google Shape;7037;p84"/>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038" name="Google Shape;7038;p84"/>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039" name="Google Shape;7039;p84"/>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84"/>
          <p:cNvGrpSpPr/>
          <p:nvPr/>
        </p:nvGrpSpPr>
        <p:grpSpPr>
          <a:xfrm>
            <a:off x="7123972" y="967158"/>
            <a:ext cx="1304650" cy="1124856"/>
            <a:chOff x="7287122" y="1165658"/>
            <a:chExt cx="1219413" cy="1051365"/>
          </a:xfrm>
        </p:grpSpPr>
        <p:grpSp>
          <p:nvGrpSpPr>
            <p:cNvPr id="7041" name="Google Shape;7041;p84"/>
            <p:cNvGrpSpPr/>
            <p:nvPr/>
          </p:nvGrpSpPr>
          <p:grpSpPr>
            <a:xfrm>
              <a:off x="7287122" y="1969723"/>
              <a:ext cx="1219413" cy="247300"/>
              <a:chOff x="7287122" y="1969723"/>
              <a:chExt cx="1219413" cy="247300"/>
            </a:xfrm>
          </p:grpSpPr>
          <p:sp>
            <p:nvSpPr>
              <p:cNvPr id="7042" name="Google Shape;7042;p8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3" name="Google Shape;7043;p84"/>
              <p:cNvGrpSpPr/>
              <p:nvPr/>
            </p:nvGrpSpPr>
            <p:grpSpPr>
              <a:xfrm>
                <a:off x="7287122" y="2063892"/>
                <a:ext cx="1151753" cy="73428"/>
                <a:chOff x="7287122" y="2063892"/>
                <a:chExt cx="1151753" cy="73428"/>
              </a:xfrm>
            </p:grpSpPr>
            <p:sp>
              <p:nvSpPr>
                <p:cNvPr id="7044" name="Google Shape;7044;p8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45" name="Google Shape;7045;p8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046" name="Google Shape;7046;p84"/>
            <p:cNvGrpSpPr/>
            <p:nvPr/>
          </p:nvGrpSpPr>
          <p:grpSpPr>
            <a:xfrm>
              <a:off x="7287122" y="1712201"/>
              <a:ext cx="1219403" cy="246767"/>
              <a:chOff x="7287122" y="1712201"/>
              <a:chExt cx="1219403" cy="246767"/>
            </a:xfrm>
          </p:grpSpPr>
          <p:sp>
            <p:nvSpPr>
              <p:cNvPr id="7047" name="Google Shape;7047;p8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8" name="Google Shape;7048;p84"/>
              <p:cNvGrpSpPr/>
              <p:nvPr/>
            </p:nvGrpSpPr>
            <p:grpSpPr>
              <a:xfrm>
                <a:off x="7287122" y="1842861"/>
                <a:ext cx="1005303" cy="73419"/>
                <a:chOff x="7287122" y="1842861"/>
                <a:chExt cx="1005303" cy="73419"/>
              </a:xfrm>
            </p:grpSpPr>
            <p:sp>
              <p:nvSpPr>
                <p:cNvPr id="7049" name="Google Shape;7049;p8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50" name="Google Shape;7050;p8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051" name="Google Shape;7051;p84"/>
            <p:cNvGrpSpPr/>
            <p:nvPr/>
          </p:nvGrpSpPr>
          <p:grpSpPr>
            <a:xfrm>
              <a:off x="7287122" y="1447520"/>
              <a:ext cx="1219403" cy="286667"/>
              <a:chOff x="7287122" y="1447520"/>
              <a:chExt cx="1219403" cy="286667"/>
            </a:xfrm>
          </p:grpSpPr>
          <p:sp>
            <p:nvSpPr>
              <p:cNvPr id="7052" name="Google Shape;7052;p8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3" name="Google Shape;7053;p84"/>
              <p:cNvGrpSpPr/>
              <p:nvPr/>
            </p:nvGrpSpPr>
            <p:grpSpPr>
              <a:xfrm>
                <a:off x="7287122" y="1581977"/>
                <a:ext cx="852803" cy="73428"/>
                <a:chOff x="7287122" y="1581977"/>
                <a:chExt cx="852803" cy="73428"/>
              </a:xfrm>
            </p:grpSpPr>
            <p:sp>
              <p:nvSpPr>
                <p:cNvPr id="7054" name="Google Shape;7054;p8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55" name="Google Shape;7055;p8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056" name="Google Shape;7056;p84"/>
            <p:cNvGrpSpPr/>
            <p:nvPr/>
          </p:nvGrpSpPr>
          <p:grpSpPr>
            <a:xfrm>
              <a:off x="7287122" y="1165658"/>
              <a:ext cx="1219403" cy="344253"/>
              <a:chOff x="7287122" y="1165658"/>
              <a:chExt cx="1219403" cy="344253"/>
            </a:xfrm>
          </p:grpSpPr>
          <p:sp>
            <p:nvSpPr>
              <p:cNvPr id="7057" name="Google Shape;7057;p8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8" name="Google Shape;7058;p84"/>
              <p:cNvGrpSpPr/>
              <p:nvPr/>
            </p:nvGrpSpPr>
            <p:grpSpPr>
              <a:xfrm>
                <a:off x="7287122" y="1341025"/>
                <a:ext cx="695703" cy="73419"/>
                <a:chOff x="7287122" y="1341025"/>
                <a:chExt cx="695703" cy="73419"/>
              </a:xfrm>
            </p:grpSpPr>
            <p:sp>
              <p:nvSpPr>
                <p:cNvPr id="7059" name="Google Shape;7059;p8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0" name="Google Shape;7060;p8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061" name="Google Shape;7061;p84"/>
          <p:cNvGrpSpPr/>
          <p:nvPr/>
        </p:nvGrpSpPr>
        <p:grpSpPr>
          <a:xfrm>
            <a:off x="5790464" y="973181"/>
            <a:ext cx="1397729" cy="1098540"/>
            <a:chOff x="5900602" y="1193063"/>
            <a:chExt cx="1299851" cy="1021707"/>
          </a:xfrm>
        </p:grpSpPr>
        <p:grpSp>
          <p:nvGrpSpPr>
            <p:cNvPr id="7062" name="Google Shape;7062;p84"/>
            <p:cNvGrpSpPr/>
            <p:nvPr/>
          </p:nvGrpSpPr>
          <p:grpSpPr>
            <a:xfrm>
              <a:off x="6520337" y="1193063"/>
              <a:ext cx="341815" cy="799959"/>
              <a:chOff x="6520337" y="1193063"/>
              <a:chExt cx="341815" cy="799959"/>
            </a:xfrm>
          </p:grpSpPr>
          <p:grpSp>
            <p:nvGrpSpPr>
              <p:cNvPr id="7063" name="Google Shape;7063;p84"/>
              <p:cNvGrpSpPr/>
              <p:nvPr/>
            </p:nvGrpSpPr>
            <p:grpSpPr>
              <a:xfrm>
                <a:off x="6520337" y="1589527"/>
                <a:ext cx="213950" cy="403494"/>
                <a:chOff x="6520337" y="1589527"/>
                <a:chExt cx="213950" cy="403494"/>
              </a:xfrm>
            </p:grpSpPr>
            <p:sp>
              <p:nvSpPr>
                <p:cNvPr id="7064" name="Google Shape;7064;p8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4"/>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84"/>
              <p:cNvGrpSpPr/>
              <p:nvPr/>
            </p:nvGrpSpPr>
            <p:grpSpPr>
              <a:xfrm>
                <a:off x="6577204" y="1193063"/>
                <a:ext cx="284947" cy="464512"/>
                <a:chOff x="6577204" y="1193063"/>
                <a:chExt cx="284947" cy="464512"/>
              </a:xfrm>
            </p:grpSpPr>
            <p:sp>
              <p:nvSpPr>
                <p:cNvPr id="7067" name="Google Shape;7067;p8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8" name="Google Shape;7068;p84"/>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069" name="Google Shape;7069;p84"/>
            <p:cNvGrpSpPr/>
            <p:nvPr/>
          </p:nvGrpSpPr>
          <p:grpSpPr>
            <a:xfrm>
              <a:off x="6238903" y="1193063"/>
              <a:ext cx="300475" cy="900152"/>
              <a:chOff x="6238903" y="1193063"/>
              <a:chExt cx="300475" cy="900152"/>
            </a:xfrm>
          </p:grpSpPr>
          <p:grpSp>
            <p:nvGrpSpPr>
              <p:cNvPr id="7070" name="Google Shape;7070;p84"/>
              <p:cNvGrpSpPr/>
              <p:nvPr/>
            </p:nvGrpSpPr>
            <p:grpSpPr>
              <a:xfrm>
                <a:off x="6290865" y="1489315"/>
                <a:ext cx="248514" cy="603900"/>
                <a:chOff x="6290865" y="1489315"/>
                <a:chExt cx="248514" cy="603900"/>
              </a:xfrm>
            </p:grpSpPr>
            <p:sp>
              <p:nvSpPr>
                <p:cNvPr id="7071" name="Google Shape;7071;p8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4"/>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84"/>
              <p:cNvGrpSpPr/>
              <p:nvPr/>
            </p:nvGrpSpPr>
            <p:grpSpPr>
              <a:xfrm>
                <a:off x="6238903" y="1193063"/>
                <a:ext cx="284947" cy="333087"/>
                <a:chOff x="6238903" y="1193063"/>
                <a:chExt cx="284947" cy="333087"/>
              </a:xfrm>
            </p:grpSpPr>
            <p:sp>
              <p:nvSpPr>
                <p:cNvPr id="7074" name="Google Shape;7074;p8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5" name="Google Shape;7075;p84"/>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076" name="Google Shape;7076;p84"/>
            <p:cNvGrpSpPr/>
            <p:nvPr/>
          </p:nvGrpSpPr>
          <p:grpSpPr>
            <a:xfrm>
              <a:off x="5900602" y="1193063"/>
              <a:ext cx="444345" cy="1021707"/>
              <a:chOff x="5900602" y="1193063"/>
              <a:chExt cx="444345" cy="1021707"/>
            </a:xfrm>
          </p:grpSpPr>
          <p:grpSp>
            <p:nvGrpSpPr>
              <p:cNvPr id="7077" name="Google Shape;7077;p84"/>
              <p:cNvGrpSpPr/>
              <p:nvPr/>
            </p:nvGrpSpPr>
            <p:grpSpPr>
              <a:xfrm>
                <a:off x="6046501" y="1367785"/>
                <a:ext cx="298446" cy="846986"/>
                <a:chOff x="6046501" y="1367785"/>
                <a:chExt cx="298446" cy="846986"/>
              </a:xfrm>
            </p:grpSpPr>
            <p:sp>
              <p:nvSpPr>
                <p:cNvPr id="7078" name="Google Shape;7078;p8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4"/>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84"/>
              <p:cNvGrpSpPr/>
              <p:nvPr/>
            </p:nvGrpSpPr>
            <p:grpSpPr>
              <a:xfrm>
                <a:off x="5900602" y="1193063"/>
                <a:ext cx="284947" cy="182312"/>
                <a:chOff x="5900602" y="1193063"/>
                <a:chExt cx="284947" cy="182312"/>
              </a:xfrm>
            </p:grpSpPr>
            <p:sp>
              <p:nvSpPr>
                <p:cNvPr id="7081" name="Google Shape;7081;p8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2" name="Google Shape;7082;p8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083" name="Google Shape;7083;p84"/>
            <p:cNvGrpSpPr/>
            <p:nvPr/>
          </p:nvGrpSpPr>
          <p:grpSpPr>
            <a:xfrm>
              <a:off x="6738300" y="1193063"/>
              <a:ext cx="462153" cy="707634"/>
              <a:chOff x="6738300" y="1193063"/>
              <a:chExt cx="462153" cy="707634"/>
            </a:xfrm>
          </p:grpSpPr>
          <p:grpSp>
            <p:nvGrpSpPr>
              <p:cNvPr id="7084" name="Google Shape;7084;p84"/>
              <p:cNvGrpSpPr/>
              <p:nvPr/>
            </p:nvGrpSpPr>
            <p:grpSpPr>
              <a:xfrm>
                <a:off x="6915505" y="1193063"/>
                <a:ext cx="284947" cy="597387"/>
                <a:chOff x="6915505" y="1193063"/>
                <a:chExt cx="284947" cy="597387"/>
              </a:xfrm>
            </p:grpSpPr>
            <p:sp>
              <p:nvSpPr>
                <p:cNvPr id="7085" name="Google Shape;7085;p8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6" name="Google Shape;7086;p84"/>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087" name="Google Shape;7087;p84"/>
              <p:cNvGrpSpPr/>
              <p:nvPr/>
            </p:nvGrpSpPr>
            <p:grpSpPr>
              <a:xfrm>
                <a:off x="6738300" y="1684725"/>
                <a:ext cx="230066" cy="215971"/>
                <a:chOff x="6738300" y="1684725"/>
                <a:chExt cx="230066" cy="215971"/>
              </a:xfrm>
            </p:grpSpPr>
            <p:sp>
              <p:nvSpPr>
                <p:cNvPr id="7088" name="Google Shape;7088;p84"/>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4"/>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93" name="Shape 7093"/>
        <p:cNvGrpSpPr/>
        <p:nvPr/>
      </p:nvGrpSpPr>
      <p:grpSpPr>
        <a:xfrm>
          <a:off x="0" y="0"/>
          <a:ext cx="0" cy="0"/>
          <a:chOff x="0" y="0"/>
          <a:chExt cx="0" cy="0"/>
        </a:xfrm>
      </p:grpSpPr>
      <p:grpSp>
        <p:nvGrpSpPr>
          <p:cNvPr id="7094" name="Google Shape;7094;p85"/>
          <p:cNvGrpSpPr/>
          <p:nvPr/>
        </p:nvGrpSpPr>
        <p:grpSpPr>
          <a:xfrm>
            <a:off x="855151" y="2261787"/>
            <a:ext cx="421923" cy="360050"/>
            <a:chOff x="855151" y="2280157"/>
            <a:chExt cx="421923" cy="360050"/>
          </a:xfrm>
        </p:grpSpPr>
        <p:sp>
          <p:nvSpPr>
            <p:cNvPr id="7095" name="Google Shape;7095;p85"/>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5"/>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5"/>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5"/>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5"/>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5"/>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5"/>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5"/>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5"/>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5"/>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5"/>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5"/>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5"/>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5"/>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85"/>
          <p:cNvGrpSpPr/>
          <p:nvPr/>
        </p:nvGrpSpPr>
        <p:grpSpPr>
          <a:xfrm>
            <a:off x="1417348" y="2265271"/>
            <a:ext cx="385276" cy="384123"/>
            <a:chOff x="1417348" y="2283640"/>
            <a:chExt cx="385276" cy="384123"/>
          </a:xfrm>
        </p:grpSpPr>
        <p:sp>
          <p:nvSpPr>
            <p:cNvPr id="7111" name="Google Shape;7111;p85"/>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5"/>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5"/>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5"/>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5"/>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5"/>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5"/>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5"/>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5"/>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5"/>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5"/>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5"/>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5"/>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85"/>
          <p:cNvGrpSpPr/>
          <p:nvPr/>
        </p:nvGrpSpPr>
        <p:grpSpPr>
          <a:xfrm>
            <a:off x="2586876" y="2264747"/>
            <a:ext cx="205605" cy="356828"/>
            <a:chOff x="2586876" y="2283117"/>
            <a:chExt cx="205605" cy="356828"/>
          </a:xfrm>
        </p:grpSpPr>
        <p:sp>
          <p:nvSpPr>
            <p:cNvPr id="7126" name="Google Shape;7126;p85"/>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5"/>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5"/>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5"/>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5"/>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5"/>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5"/>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5"/>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5"/>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85"/>
          <p:cNvGrpSpPr/>
          <p:nvPr/>
        </p:nvGrpSpPr>
        <p:grpSpPr>
          <a:xfrm>
            <a:off x="1961313" y="2281066"/>
            <a:ext cx="385302" cy="352532"/>
            <a:chOff x="1961313" y="2299436"/>
            <a:chExt cx="385302" cy="352532"/>
          </a:xfrm>
        </p:grpSpPr>
        <p:sp>
          <p:nvSpPr>
            <p:cNvPr id="7138" name="Google Shape;7138;p85"/>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5"/>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0" name="Google Shape;7140;p85"/>
            <p:cNvGrpSpPr/>
            <p:nvPr/>
          </p:nvGrpSpPr>
          <p:grpSpPr>
            <a:xfrm>
              <a:off x="1961313" y="2299436"/>
              <a:ext cx="385302" cy="352532"/>
              <a:chOff x="1961313" y="2299436"/>
              <a:chExt cx="385302" cy="352532"/>
            </a:xfrm>
          </p:grpSpPr>
          <p:sp>
            <p:nvSpPr>
              <p:cNvPr id="7141" name="Google Shape;7141;p85"/>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5"/>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5"/>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5"/>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5"/>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5"/>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5"/>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9" name="Google Shape;7149;p85"/>
          <p:cNvGrpSpPr/>
          <p:nvPr/>
        </p:nvGrpSpPr>
        <p:grpSpPr>
          <a:xfrm>
            <a:off x="3049165" y="2301708"/>
            <a:ext cx="401543" cy="311432"/>
            <a:chOff x="3049165" y="2320078"/>
            <a:chExt cx="401543" cy="311432"/>
          </a:xfrm>
        </p:grpSpPr>
        <p:sp>
          <p:nvSpPr>
            <p:cNvPr id="7150" name="Google Shape;7150;p85"/>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5"/>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5"/>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5"/>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5"/>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5"/>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5"/>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5"/>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5"/>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5"/>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85"/>
          <p:cNvGrpSpPr/>
          <p:nvPr/>
        </p:nvGrpSpPr>
        <p:grpSpPr>
          <a:xfrm>
            <a:off x="3593052" y="2295343"/>
            <a:ext cx="385381" cy="323980"/>
            <a:chOff x="3593052" y="2313712"/>
            <a:chExt cx="385381" cy="323980"/>
          </a:xfrm>
        </p:grpSpPr>
        <p:sp>
          <p:nvSpPr>
            <p:cNvPr id="7161" name="Google Shape;7161;p85"/>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5"/>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5"/>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5"/>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5"/>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5"/>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5"/>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5"/>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5"/>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5"/>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5"/>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5"/>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85"/>
          <p:cNvGrpSpPr/>
          <p:nvPr/>
        </p:nvGrpSpPr>
        <p:grpSpPr>
          <a:xfrm>
            <a:off x="4134162" y="2266240"/>
            <a:ext cx="387005" cy="382185"/>
            <a:chOff x="4134162" y="2284610"/>
            <a:chExt cx="387005" cy="382185"/>
          </a:xfrm>
        </p:grpSpPr>
        <p:sp>
          <p:nvSpPr>
            <p:cNvPr id="7174" name="Google Shape;7174;p85"/>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5"/>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5"/>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5"/>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5"/>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5"/>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5"/>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5"/>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5"/>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5"/>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5"/>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5"/>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85"/>
          <p:cNvGrpSpPr/>
          <p:nvPr/>
        </p:nvGrpSpPr>
        <p:grpSpPr>
          <a:xfrm>
            <a:off x="5224896" y="2264275"/>
            <a:ext cx="385486" cy="385748"/>
            <a:chOff x="5224896" y="2282645"/>
            <a:chExt cx="385486" cy="385748"/>
          </a:xfrm>
        </p:grpSpPr>
        <p:sp>
          <p:nvSpPr>
            <p:cNvPr id="7187" name="Google Shape;7187;p85"/>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5"/>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5"/>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5"/>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5"/>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5"/>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85"/>
          <p:cNvGrpSpPr/>
          <p:nvPr/>
        </p:nvGrpSpPr>
        <p:grpSpPr>
          <a:xfrm>
            <a:off x="4680930" y="2268571"/>
            <a:ext cx="385381" cy="377601"/>
            <a:chOff x="4680930" y="2286941"/>
            <a:chExt cx="385381" cy="377601"/>
          </a:xfrm>
        </p:grpSpPr>
        <p:sp>
          <p:nvSpPr>
            <p:cNvPr id="7194" name="Google Shape;7194;p85"/>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5"/>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5"/>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5"/>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5"/>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5"/>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5"/>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5"/>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5"/>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85"/>
          <p:cNvGrpSpPr/>
          <p:nvPr/>
        </p:nvGrpSpPr>
        <p:grpSpPr>
          <a:xfrm>
            <a:off x="5769778" y="2273732"/>
            <a:ext cx="374877" cy="367044"/>
            <a:chOff x="5769778" y="2292101"/>
            <a:chExt cx="374877" cy="367044"/>
          </a:xfrm>
        </p:grpSpPr>
        <p:sp>
          <p:nvSpPr>
            <p:cNvPr id="7204" name="Google Shape;7204;p85"/>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5"/>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5"/>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5"/>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5"/>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5"/>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5"/>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5"/>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5"/>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5"/>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5"/>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5"/>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5"/>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5"/>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5"/>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5"/>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5"/>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5"/>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5"/>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85"/>
          <p:cNvGrpSpPr/>
          <p:nvPr/>
        </p:nvGrpSpPr>
        <p:grpSpPr>
          <a:xfrm>
            <a:off x="6371739" y="2296233"/>
            <a:ext cx="267346" cy="322303"/>
            <a:chOff x="6371739" y="2314603"/>
            <a:chExt cx="267346" cy="322303"/>
          </a:xfrm>
        </p:grpSpPr>
        <p:sp>
          <p:nvSpPr>
            <p:cNvPr id="7224" name="Google Shape;7224;p85"/>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5"/>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5"/>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5"/>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5"/>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5"/>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5"/>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5"/>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5"/>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5"/>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5"/>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5"/>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5"/>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5"/>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5"/>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5"/>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85"/>
          <p:cNvGrpSpPr/>
          <p:nvPr/>
        </p:nvGrpSpPr>
        <p:grpSpPr>
          <a:xfrm>
            <a:off x="6856635" y="2273417"/>
            <a:ext cx="388079" cy="367909"/>
            <a:chOff x="6856635" y="2291787"/>
            <a:chExt cx="388079" cy="367909"/>
          </a:xfrm>
        </p:grpSpPr>
        <p:sp>
          <p:nvSpPr>
            <p:cNvPr id="7241" name="Google Shape;7241;p85"/>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5"/>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5"/>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5"/>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5"/>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5"/>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5"/>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5"/>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5"/>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5"/>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85"/>
          <p:cNvGrpSpPr/>
          <p:nvPr/>
        </p:nvGrpSpPr>
        <p:grpSpPr>
          <a:xfrm>
            <a:off x="7407254" y="2277975"/>
            <a:ext cx="373357" cy="357352"/>
            <a:chOff x="7407254" y="2296345"/>
            <a:chExt cx="373357" cy="357352"/>
          </a:xfrm>
        </p:grpSpPr>
        <p:sp>
          <p:nvSpPr>
            <p:cNvPr id="7252" name="Google Shape;7252;p85"/>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5"/>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5"/>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5"/>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5"/>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5"/>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5"/>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5"/>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5"/>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5"/>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85"/>
          <p:cNvGrpSpPr/>
          <p:nvPr/>
        </p:nvGrpSpPr>
        <p:grpSpPr>
          <a:xfrm>
            <a:off x="7943780" y="2323005"/>
            <a:ext cx="386900" cy="268682"/>
            <a:chOff x="7943780" y="2341374"/>
            <a:chExt cx="386900" cy="268682"/>
          </a:xfrm>
        </p:grpSpPr>
        <p:sp>
          <p:nvSpPr>
            <p:cNvPr id="7263" name="Google Shape;7263;p85"/>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5"/>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5"/>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5"/>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5"/>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5"/>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5"/>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5"/>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5"/>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5"/>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5"/>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5"/>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85"/>
          <p:cNvGrpSpPr/>
          <p:nvPr/>
        </p:nvGrpSpPr>
        <p:grpSpPr>
          <a:xfrm>
            <a:off x="2486628" y="2724784"/>
            <a:ext cx="389860" cy="389782"/>
            <a:chOff x="2486628" y="2743153"/>
            <a:chExt cx="389860" cy="389782"/>
          </a:xfrm>
        </p:grpSpPr>
        <p:sp>
          <p:nvSpPr>
            <p:cNvPr id="7276" name="Google Shape;7276;p85"/>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5"/>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5"/>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5"/>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5"/>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5"/>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5"/>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5"/>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5"/>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85"/>
          <p:cNvGrpSpPr/>
          <p:nvPr/>
        </p:nvGrpSpPr>
        <p:grpSpPr>
          <a:xfrm>
            <a:off x="1346280" y="4132188"/>
            <a:ext cx="322277" cy="321046"/>
            <a:chOff x="1448494" y="4150741"/>
            <a:chExt cx="322277" cy="321046"/>
          </a:xfrm>
        </p:grpSpPr>
        <p:sp>
          <p:nvSpPr>
            <p:cNvPr id="7286" name="Google Shape;7286;p85"/>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5"/>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5"/>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5"/>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5"/>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5"/>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5"/>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5"/>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5"/>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5"/>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5"/>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5"/>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5"/>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5"/>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5"/>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85"/>
          <p:cNvGrpSpPr/>
          <p:nvPr/>
        </p:nvGrpSpPr>
        <p:grpSpPr>
          <a:xfrm>
            <a:off x="1454676" y="2760147"/>
            <a:ext cx="271564" cy="327045"/>
            <a:chOff x="1454676" y="2778516"/>
            <a:chExt cx="271564" cy="327045"/>
          </a:xfrm>
        </p:grpSpPr>
        <p:sp>
          <p:nvSpPr>
            <p:cNvPr id="7302" name="Google Shape;7302;p85"/>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5"/>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5"/>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5"/>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5"/>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5"/>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5"/>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5"/>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5"/>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5"/>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5"/>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5"/>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5"/>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85"/>
          <p:cNvGrpSpPr/>
          <p:nvPr/>
        </p:nvGrpSpPr>
        <p:grpSpPr>
          <a:xfrm>
            <a:off x="1956729" y="2753153"/>
            <a:ext cx="362224" cy="332336"/>
            <a:chOff x="1956729" y="2771522"/>
            <a:chExt cx="362224" cy="332336"/>
          </a:xfrm>
        </p:grpSpPr>
        <p:sp>
          <p:nvSpPr>
            <p:cNvPr id="7316" name="Google Shape;7316;p85"/>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5"/>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5"/>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5"/>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5"/>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5"/>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5"/>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5"/>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5"/>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5"/>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5"/>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5"/>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5"/>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5"/>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85"/>
          <p:cNvGrpSpPr/>
          <p:nvPr/>
        </p:nvGrpSpPr>
        <p:grpSpPr>
          <a:xfrm>
            <a:off x="3050527" y="2727324"/>
            <a:ext cx="353502" cy="394156"/>
            <a:chOff x="3050527" y="2745694"/>
            <a:chExt cx="353502" cy="394156"/>
          </a:xfrm>
        </p:grpSpPr>
        <p:sp>
          <p:nvSpPr>
            <p:cNvPr id="7331" name="Google Shape;7331;p85"/>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5"/>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5"/>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5"/>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5"/>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5"/>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5"/>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5"/>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85"/>
          <p:cNvGrpSpPr/>
          <p:nvPr/>
        </p:nvGrpSpPr>
        <p:grpSpPr>
          <a:xfrm>
            <a:off x="3593785" y="2716323"/>
            <a:ext cx="357274" cy="375453"/>
            <a:chOff x="3593785" y="2734692"/>
            <a:chExt cx="357274" cy="375453"/>
          </a:xfrm>
        </p:grpSpPr>
        <p:sp>
          <p:nvSpPr>
            <p:cNvPr id="7340" name="Google Shape;7340;p85"/>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5"/>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5"/>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5"/>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5"/>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85"/>
          <p:cNvGrpSpPr/>
          <p:nvPr/>
        </p:nvGrpSpPr>
        <p:grpSpPr>
          <a:xfrm>
            <a:off x="4123213" y="2729446"/>
            <a:ext cx="384307" cy="370135"/>
            <a:chOff x="4123213" y="2747816"/>
            <a:chExt cx="384307" cy="370135"/>
          </a:xfrm>
        </p:grpSpPr>
        <p:sp>
          <p:nvSpPr>
            <p:cNvPr id="7346" name="Google Shape;7346;p85"/>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5"/>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5"/>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5"/>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5"/>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5"/>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5"/>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5"/>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5"/>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5"/>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5"/>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5"/>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85"/>
          <p:cNvGrpSpPr/>
          <p:nvPr/>
        </p:nvGrpSpPr>
        <p:grpSpPr>
          <a:xfrm>
            <a:off x="5178923" y="2725307"/>
            <a:ext cx="460980" cy="374353"/>
            <a:chOff x="5178923" y="2743677"/>
            <a:chExt cx="460980" cy="374353"/>
          </a:xfrm>
        </p:grpSpPr>
        <p:sp>
          <p:nvSpPr>
            <p:cNvPr id="7359" name="Google Shape;7359;p85"/>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5"/>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5"/>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5"/>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5"/>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5"/>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5"/>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5"/>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5"/>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5"/>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5"/>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5"/>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5"/>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5"/>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5"/>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5"/>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5"/>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5"/>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5"/>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5"/>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5"/>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5"/>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5"/>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5"/>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5"/>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5"/>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5"/>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85"/>
          <p:cNvGrpSpPr/>
          <p:nvPr/>
        </p:nvGrpSpPr>
        <p:grpSpPr>
          <a:xfrm>
            <a:off x="5798854" y="2740762"/>
            <a:ext cx="297130" cy="358898"/>
            <a:chOff x="5798854" y="2759132"/>
            <a:chExt cx="297130" cy="358898"/>
          </a:xfrm>
        </p:grpSpPr>
        <p:sp>
          <p:nvSpPr>
            <p:cNvPr id="7387" name="Google Shape;7387;p85"/>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5"/>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5"/>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5"/>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5"/>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5"/>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5"/>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5"/>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5"/>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5"/>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5"/>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5"/>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85"/>
          <p:cNvGrpSpPr/>
          <p:nvPr/>
        </p:nvGrpSpPr>
        <p:grpSpPr>
          <a:xfrm>
            <a:off x="6324614" y="2738326"/>
            <a:ext cx="351799" cy="351904"/>
            <a:chOff x="6324614" y="2756696"/>
            <a:chExt cx="351799" cy="351904"/>
          </a:xfrm>
        </p:grpSpPr>
        <p:sp>
          <p:nvSpPr>
            <p:cNvPr id="7400" name="Google Shape;7400;p85"/>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5"/>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5"/>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5"/>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5"/>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5"/>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5"/>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5"/>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5"/>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5"/>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5"/>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5"/>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5"/>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5"/>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5"/>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85"/>
          <p:cNvGrpSpPr/>
          <p:nvPr/>
        </p:nvGrpSpPr>
        <p:grpSpPr>
          <a:xfrm>
            <a:off x="1832963" y="4107696"/>
            <a:ext cx="390044" cy="370031"/>
            <a:chOff x="1953690" y="4126249"/>
            <a:chExt cx="390044" cy="370031"/>
          </a:xfrm>
        </p:grpSpPr>
        <p:sp>
          <p:nvSpPr>
            <p:cNvPr id="7416" name="Google Shape;7416;p85"/>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5"/>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5"/>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5"/>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5"/>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5"/>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5"/>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5"/>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5"/>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85"/>
          <p:cNvGrpSpPr/>
          <p:nvPr/>
        </p:nvGrpSpPr>
        <p:grpSpPr>
          <a:xfrm>
            <a:off x="6904755" y="2733926"/>
            <a:ext cx="282592" cy="361805"/>
            <a:chOff x="6904755" y="2752295"/>
            <a:chExt cx="282592" cy="361805"/>
          </a:xfrm>
        </p:grpSpPr>
        <p:sp>
          <p:nvSpPr>
            <p:cNvPr id="7426" name="Google Shape;7426;p85"/>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5"/>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5"/>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5"/>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5"/>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5"/>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5"/>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5"/>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5"/>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5"/>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5"/>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5"/>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5"/>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5"/>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5"/>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5"/>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85"/>
          <p:cNvGrpSpPr/>
          <p:nvPr/>
        </p:nvGrpSpPr>
        <p:grpSpPr>
          <a:xfrm>
            <a:off x="7455819" y="2735026"/>
            <a:ext cx="271380" cy="361308"/>
            <a:chOff x="7455819" y="2753395"/>
            <a:chExt cx="271380" cy="361308"/>
          </a:xfrm>
        </p:grpSpPr>
        <p:sp>
          <p:nvSpPr>
            <p:cNvPr id="7443" name="Google Shape;7443;p85"/>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5"/>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5"/>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5"/>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5"/>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5"/>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5"/>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5"/>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5"/>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5"/>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5"/>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5"/>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5"/>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5"/>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85"/>
          <p:cNvGrpSpPr/>
          <p:nvPr/>
        </p:nvGrpSpPr>
        <p:grpSpPr>
          <a:xfrm>
            <a:off x="7943229" y="2768320"/>
            <a:ext cx="387110" cy="331079"/>
            <a:chOff x="7943229" y="2786689"/>
            <a:chExt cx="387110" cy="331079"/>
          </a:xfrm>
        </p:grpSpPr>
        <p:sp>
          <p:nvSpPr>
            <p:cNvPr id="7458" name="Google Shape;7458;p85"/>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5"/>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5"/>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5"/>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5"/>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5"/>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5"/>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5"/>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5"/>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5"/>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5"/>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85"/>
          <p:cNvGrpSpPr/>
          <p:nvPr/>
        </p:nvGrpSpPr>
        <p:grpSpPr>
          <a:xfrm>
            <a:off x="853526" y="2724364"/>
            <a:ext cx="380535" cy="375270"/>
            <a:chOff x="853526" y="2742734"/>
            <a:chExt cx="380535" cy="375270"/>
          </a:xfrm>
        </p:grpSpPr>
        <p:sp>
          <p:nvSpPr>
            <p:cNvPr id="7470" name="Google Shape;7470;p85"/>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5"/>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5"/>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5"/>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5"/>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5"/>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5"/>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5"/>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5"/>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5"/>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5"/>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5"/>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5"/>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5"/>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5"/>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5"/>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5"/>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5"/>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5"/>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5"/>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5"/>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5"/>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5"/>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85"/>
          <p:cNvGrpSpPr/>
          <p:nvPr/>
        </p:nvGrpSpPr>
        <p:grpSpPr>
          <a:xfrm>
            <a:off x="4668540" y="2718811"/>
            <a:ext cx="396409" cy="382997"/>
            <a:chOff x="4668540" y="2737181"/>
            <a:chExt cx="396409" cy="382997"/>
          </a:xfrm>
        </p:grpSpPr>
        <p:sp>
          <p:nvSpPr>
            <p:cNvPr id="7494" name="Google Shape;7494;p85"/>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5"/>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5"/>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5"/>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5"/>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5"/>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5"/>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5"/>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85"/>
          <p:cNvGrpSpPr/>
          <p:nvPr/>
        </p:nvGrpSpPr>
        <p:grpSpPr>
          <a:xfrm>
            <a:off x="2387413" y="4100047"/>
            <a:ext cx="386900" cy="385328"/>
            <a:chOff x="2499358" y="4118495"/>
            <a:chExt cx="386900" cy="385328"/>
          </a:xfrm>
        </p:grpSpPr>
        <p:sp>
          <p:nvSpPr>
            <p:cNvPr id="7503" name="Google Shape;7503;p85"/>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5"/>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5"/>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5"/>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5"/>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5"/>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5"/>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5"/>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5"/>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5"/>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5"/>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5"/>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5"/>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85"/>
          <p:cNvGrpSpPr/>
          <p:nvPr/>
        </p:nvGrpSpPr>
        <p:grpSpPr>
          <a:xfrm>
            <a:off x="2938719" y="4119995"/>
            <a:ext cx="387005" cy="345433"/>
            <a:chOff x="3040547" y="4138456"/>
            <a:chExt cx="387005" cy="345433"/>
          </a:xfrm>
        </p:grpSpPr>
        <p:sp>
          <p:nvSpPr>
            <p:cNvPr id="7517" name="Google Shape;7517;p85"/>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5"/>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5"/>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5"/>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5"/>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5"/>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5"/>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5"/>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5"/>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5"/>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5"/>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5"/>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5"/>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5"/>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5"/>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5"/>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5"/>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5"/>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5"/>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5"/>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5"/>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5"/>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5"/>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5"/>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5"/>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5"/>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5"/>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5"/>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5"/>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5"/>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85"/>
          <p:cNvGrpSpPr/>
          <p:nvPr/>
        </p:nvGrpSpPr>
        <p:grpSpPr>
          <a:xfrm>
            <a:off x="3490130" y="4100021"/>
            <a:ext cx="271406" cy="385381"/>
            <a:chOff x="3635776" y="4118522"/>
            <a:chExt cx="271406" cy="385381"/>
          </a:xfrm>
        </p:grpSpPr>
        <p:sp>
          <p:nvSpPr>
            <p:cNvPr id="7548" name="Google Shape;7548;p85"/>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5"/>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5"/>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5"/>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5"/>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5"/>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5"/>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5"/>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85"/>
          <p:cNvGrpSpPr/>
          <p:nvPr/>
        </p:nvGrpSpPr>
        <p:grpSpPr>
          <a:xfrm>
            <a:off x="1358016" y="3177014"/>
            <a:ext cx="414641" cy="367699"/>
            <a:chOff x="1358016" y="3195384"/>
            <a:chExt cx="414641" cy="367699"/>
          </a:xfrm>
        </p:grpSpPr>
        <p:sp>
          <p:nvSpPr>
            <p:cNvPr id="7557" name="Google Shape;7557;p85"/>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5"/>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5"/>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5"/>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5"/>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5"/>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5"/>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5"/>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5"/>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5"/>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5"/>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5"/>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5"/>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5"/>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5"/>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85"/>
          <p:cNvGrpSpPr/>
          <p:nvPr/>
        </p:nvGrpSpPr>
        <p:grpSpPr>
          <a:xfrm>
            <a:off x="844096" y="3185134"/>
            <a:ext cx="361517" cy="359500"/>
            <a:chOff x="844096" y="3203504"/>
            <a:chExt cx="361517" cy="359500"/>
          </a:xfrm>
        </p:grpSpPr>
        <p:sp>
          <p:nvSpPr>
            <p:cNvPr id="7573" name="Google Shape;7573;p85"/>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5"/>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5"/>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5"/>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5"/>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5"/>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5"/>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5"/>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5"/>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5"/>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5"/>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5"/>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5"/>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5"/>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5"/>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5"/>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5"/>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5"/>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5"/>
          <p:cNvGrpSpPr/>
          <p:nvPr/>
        </p:nvGrpSpPr>
        <p:grpSpPr>
          <a:xfrm>
            <a:off x="1939493" y="3186916"/>
            <a:ext cx="368223" cy="355021"/>
            <a:chOff x="1939493" y="3205285"/>
            <a:chExt cx="368223" cy="355021"/>
          </a:xfrm>
        </p:grpSpPr>
        <p:sp>
          <p:nvSpPr>
            <p:cNvPr id="7592" name="Google Shape;7592;p85"/>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5"/>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5"/>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5"/>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5"/>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5"/>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5"/>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5"/>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5"/>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5"/>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5"/>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5"/>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5"/>
          <p:cNvGrpSpPr/>
          <p:nvPr/>
        </p:nvGrpSpPr>
        <p:grpSpPr>
          <a:xfrm>
            <a:off x="2476834" y="3226944"/>
            <a:ext cx="388891" cy="307320"/>
            <a:chOff x="2471434" y="3239339"/>
            <a:chExt cx="388891" cy="307320"/>
          </a:xfrm>
        </p:grpSpPr>
        <p:sp>
          <p:nvSpPr>
            <p:cNvPr id="7605" name="Google Shape;7605;p85"/>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5"/>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5"/>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5"/>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5"/>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5"/>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5"/>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85"/>
          <p:cNvGrpSpPr/>
          <p:nvPr/>
        </p:nvGrpSpPr>
        <p:grpSpPr>
          <a:xfrm>
            <a:off x="3015243" y="3190609"/>
            <a:ext cx="391301" cy="368040"/>
            <a:chOff x="3015243" y="3208979"/>
            <a:chExt cx="391301" cy="368040"/>
          </a:xfrm>
        </p:grpSpPr>
        <p:sp>
          <p:nvSpPr>
            <p:cNvPr id="7613" name="Google Shape;7613;p85"/>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5"/>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5"/>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5"/>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5"/>
          <p:cNvGrpSpPr/>
          <p:nvPr/>
        </p:nvGrpSpPr>
        <p:grpSpPr>
          <a:xfrm>
            <a:off x="3569896" y="3235979"/>
            <a:ext cx="385381" cy="277326"/>
            <a:chOff x="3569896" y="3254349"/>
            <a:chExt cx="385381" cy="277326"/>
          </a:xfrm>
        </p:grpSpPr>
        <p:sp>
          <p:nvSpPr>
            <p:cNvPr id="7618" name="Google Shape;7618;p85"/>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5"/>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5"/>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5"/>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5"/>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5"/>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5"/>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5"/>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5"/>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5"/>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5"/>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5"/>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5"/>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5"/>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5"/>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5"/>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5"/>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5"/>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5"/>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5"/>
          <p:cNvGrpSpPr/>
          <p:nvPr/>
        </p:nvGrpSpPr>
        <p:grpSpPr>
          <a:xfrm>
            <a:off x="4204810" y="3162083"/>
            <a:ext cx="210241" cy="386769"/>
            <a:chOff x="4204810" y="3180452"/>
            <a:chExt cx="210241" cy="386769"/>
          </a:xfrm>
        </p:grpSpPr>
        <p:sp>
          <p:nvSpPr>
            <p:cNvPr id="7638" name="Google Shape;7638;p85"/>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5"/>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5"/>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5"/>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5"/>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5"/>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5"/>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5"/>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5"/>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5"/>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5"/>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5"/>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85"/>
          <p:cNvGrpSpPr/>
          <p:nvPr/>
        </p:nvGrpSpPr>
        <p:grpSpPr>
          <a:xfrm>
            <a:off x="4803811" y="3162109"/>
            <a:ext cx="84584" cy="385617"/>
            <a:chOff x="4803811" y="3180479"/>
            <a:chExt cx="84584" cy="385617"/>
          </a:xfrm>
        </p:grpSpPr>
        <p:sp>
          <p:nvSpPr>
            <p:cNvPr id="7651" name="Google Shape;7651;p85"/>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5"/>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5"/>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5"/>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5"/>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5"/>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5"/>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5"/>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5"/>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85"/>
          <p:cNvGrpSpPr/>
          <p:nvPr/>
        </p:nvGrpSpPr>
        <p:grpSpPr>
          <a:xfrm>
            <a:off x="5232073" y="3195743"/>
            <a:ext cx="357824" cy="347581"/>
            <a:chOff x="5232073" y="3214113"/>
            <a:chExt cx="357824" cy="347581"/>
          </a:xfrm>
        </p:grpSpPr>
        <p:sp>
          <p:nvSpPr>
            <p:cNvPr id="7661" name="Google Shape;7661;p85"/>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5"/>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5"/>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5"/>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5"/>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5"/>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5"/>
          <p:cNvGrpSpPr/>
          <p:nvPr/>
        </p:nvGrpSpPr>
        <p:grpSpPr>
          <a:xfrm>
            <a:off x="5739863" y="3204388"/>
            <a:ext cx="385407" cy="343128"/>
            <a:chOff x="5739863" y="3222757"/>
            <a:chExt cx="385407" cy="343128"/>
          </a:xfrm>
        </p:grpSpPr>
        <p:sp>
          <p:nvSpPr>
            <p:cNvPr id="7668" name="Google Shape;7668;p85"/>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5"/>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5"/>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5"/>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5"/>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85"/>
          <p:cNvGrpSpPr/>
          <p:nvPr/>
        </p:nvGrpSpPr>
        <p:grpSpPr>
          <a:xfrm>
            <a:off x="6217870" y="3216830"/>
            <a:ext cx="455217" cy="308577"/>
            <a:chOff x="6217870" y="3235200"/>
            <a:chExt cx="455217" cy="308577"/>
          </a:xfrm>
        </p:grpSpPr>
        <p:sp>
          <p:nvSpPr>
            <p:cNvPr id="7674" name="Google Shape;7674;p85"/>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5"/>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5"/>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5"/>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5"/>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5"/>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5"/>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5"/>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5"/>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5"/>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5"/>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5"/>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5"/>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5"/>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5"/>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5"/>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5"/>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5"/>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5"/>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5"/>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5"/>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5"/>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5"/>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5"/>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5"/>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5"/>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5"/>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5"/>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5"/>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5"/>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5"/>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5"/>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5"/>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85"/>
          <p:cNvGrpSpPr/>
          <p:nvPr/>
        </p:nvGrpSpPr>
        <p:grpSpPr>
          <a:xfrm>
            <a:off x="6883746" y="3194329"/>
            <a:ext cx="331445" cy="356593"/>
            <a:chOff x="6883746" y="3212699"/>
            <a:chExt cx="331445" cy="356593"/>
          </a:xfrm>
        </p:grpSpPr>
        <p:sp>
          <p:nvSpPr>
            <p:cNvPr id="7708" name="Google Shape;7708;p85"/>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5"/>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5"/>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5"/>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5"/>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5"/>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5"/>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5"/>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5"/>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5"/>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5"/>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5"/>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5"/>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5"/>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5"/>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5"/>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85"/>
          <p:cNvGrpSpPr/>
          <p:nvPr/>
        </p:nvGrpSpPr>
        <p:grpSpPr>
          <a:xfrm>
            <a:off x="7418465" y="3200275"/>
            <a:ext cx="348053" cy="348184"/>
            <a:chOff x="7418465" y="3218645"/>
            <a:chExt cx="348053" cy="348184"/>
          </a:xfrm>
        </p:grpSpPr>
        <p:sp>
          <p:nvSpPr>
            <p:cNvPr id="7725" name="Google Shape;7725;p85"/>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5"/>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5"/>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5"/>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5"/>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5"/>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5"/>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5"/>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5"/>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5"/>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5"/>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5"/>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5"/>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85"/>
          <p:cNvGrpSpPr/>
          <p:nvPr/>
        </p:nvGrpSpPr>
        <p:grpSpPr>
          <a:xfrm>
            <a:off x="8074309" y="3182122"/>
            <a:ext cx="234209" cy="367254"/>
            <a:chOff x="8074309" y="3200492"/>
            <a:chExt cx="234209" cy="367254"/>
          </a:xfrm>
        </p:grpSpPr>
        <p:sp>
          <p:nvSpPr>
            <p:cNvPr id="7739" name="Google Shape;7739;p85"/>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5"/>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5"/>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5"/>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5"/>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5"/>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5"/>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85"/>
          <p:cNvGrpSpPr/>
          <p:nvPr/>
        </p:nvGrpSpPr>
        <p:grpSpPr>
          <a:xfrm>
            <a:off x="3925942" y="4079510"/>
            <a:ext cx="397692" cy="426402"/>
            <a:chOff x="4117738" y="4097880"/>
            <a:chExt cx="397692" cy="426402"/>
          </a:xfrm>
        </p:grpSpPr>
        <p:sp>
          <p:nvSpPr>
            <p:cNvPr id="7747" name="Google Shape;7747;p85"/>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5"/>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5"/>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5"/>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5"/>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5"/>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5"/>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5"/>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5"/>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5"/>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5"/>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5"/>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5"/>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5"/>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5"/>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5"/>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5"/>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85"/>
          <p:cNvGrpSpPr/>
          <p:nvPr/>
        </p:nvGrpSpPr>
        <p:grpSpPr>
          <a:xfrm>
            <a:off x="4488041" y="4100047"/>
            <a:ext cx="389520" cy="385328"/>
            <a:chOff x="4664768" y="4118574"/>
            <a:chExt cx="389520" cy="385328"/>
          </a:xfrm>
        </p:grpSpPr>
        <p:sp>
          <p:nvSpPr>
            <p:cNvPr id="7765" name="Google Shape;7765;p85"/>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5"/>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5"/>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5"/>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5"/>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5"/>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5"/>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85"/>
          <p:cNvGrpSpPr/>
          <p:nvPr/>
        </p:nvGrpSpPr>
        <p:grpSpPr>
          <a:xfrm>
            <a:off x="5041967" y="4118423"/>
            <a:ext cx="531261" cy="348577"/>
            <a:chOff x="5134130" y="4136937"/>
            <a:chExt cx="531261" cy="348577"/>
          </a:xfrm>
        </p:grpSpPr>
        <p:sp>
          <p:nvSpPr>
            <p:cNvPr id="7773" name="Google Shape;7773;p85"/>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5"/>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5"/>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5"/>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5"/>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5"/>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5"/>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5"/>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5"/>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5"/>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5"/>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5"/>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5"/>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5"/>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5"/>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5"/>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5"/>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5"/>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5"/>
          <p:cNvGrpSpPr/>
          <p:nvPr/>
        </p:nvGrpSpPr>
        <p:grpSpPr>
          <a:xfrm>
            <a:off x="5737633" y="4147735"/>
            <a:ext cx="444005" cy="289952"/>
            <a:chOff x="5716812" y="4199412"/>
            <a:chExt cx="444005" cy="289952"/>
          </a:xfrm>
        </p:grpSpPr>
        <p:sp>
          <p:nvSpPr>
            <p:cNvPr id="7792" name="Google Shape;7792;p85"/>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5"/>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5"/>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5"/>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5"/>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5"/>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5"/>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5"/>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5"/>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5"/>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5"/>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5"/>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5"/>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5"/>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5"/>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5"/>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5"/>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5"/>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5"/>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5"/>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85"/>
          <p:cNvGrpSpPr/>
          <p:nvPr/>
        </p:nvGrpSpPr>
        <p:grpSpPr>
          <a:xfrm>
            <a:off x="850462" y="3661857"/>
            <a:ext cx="385302" cy="355126"/>
            <a:chOff x="850462" y="3680227"/>
            <a:chExt cx="385302" cy="355126"/>
          </a:xfrm>
        </p:grpSpPr>
        <p:sp>
          <p:nvSpPr>
            <p:cNvPr id="7813" name="Google Shape;7813;p85"/>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5"/>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5"/>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5"/>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5"/>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5"/>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5"/>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5"/>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5"/>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5"/>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5"/>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5"/>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5"/>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85"/>
          <p:cNvGrpSpPr/>
          <p:nvPr/>
        </p:nvGrpSpPr>
        <p:grpSpPr>
          <a:xfrm>
            <a:off x="1374886" y="3646848"/>
            <a:ext cx="418151" cy="385197"/>
            <a:chOff x="1374886" y="3665217"/>
            <a:chExt cx="418151" cy="385197"/>
          </a:xfrm>
        </p:grpSpPr>
        <p:sp>
          <p:nvSpPr>
            <p:cNvPr id="7827" name="Google Shape;7827;p85"/>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5"/>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5"/>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5"/>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5"/>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5"/>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5"/>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5"/>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5"/>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5"/>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5"/>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85"/>
          <p:cNvGrpSpPr/>
          <p:nvPr/>
        </p:nvGrpSpPr>
        <p:grpSpPr>
          <a:xfrm>
            <a:off x="1918327" y="3646743"/>
            <a:ext cx="418151" cy="385407"/>
            <a:chOff x="1918327" y="3665112"/>
            <a:chExt cx="418151" cy="385407"/>
          </a:xfrm>
        </p:grpSpPr>
        <p:sp>
          <p:nvSpPr>
            <p:cNvPr id="7839" name="Google Shape;7839;p85"/>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5"/>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5"/>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5"/>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5"/>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5"/>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5"/>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5"/>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5"/>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5"/>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5"/>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85"/>
          <p:cNvGrpSpPr/>
          <p:nvPr/>
        </p:nvGrpSpPr>
        <p:grpSpPr>
          <a:xfrm>
            <a:off x="2461742" y="3646664"/>
            <a:ext cx="418334" cy="385381"/>
            <a:chOff x="2461742" y="3665034"/>
            <a:chExt cx="418334" cy="385381"/>
          </a:xfrm>
        </p:grpSpPr>
        <p:sp>
          <p:nvSpPr>
            <p:cNvPr id="7851" name="Google Shape;7851;p85"/>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5"/>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5"/>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5"/>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5"/>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5"/>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5"/>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5"/>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5"/>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5"/>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5"/>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5"/>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5"/>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5"/>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85"/>
          <p:cNvGrpSpPr/>
          <p:nvPr/>
        </p:nvGrpSpPr>
        <p:grpSpPr>
          <a:xfrm>
            <a:off x="3009951" y="3646769"/>
            <a:ext cx="414745" cy="385328"/>
            <a:chOff x="3009951" y="3665139"/>
            <a:chExt cx="414745" cy="385328"/>
          </a:xfrm>
        </p:grpSpPr>
        <p:sp>
          <p:nvSpPr>
            <p:cNvPr id="7866" name="Google Shape;7866;p85"/>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5"/>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5"/>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5"/>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5"/>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5"/>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85"/>
          <p:cNvGrpSpPr/>
          <p:nvPr/>
        </p:nvGrpSpPr>
        <p:grpSpPr>
          <a:xfrm>
            <a:off x="3557977" y="3667411"/>
            <a:ext cx="405368" cy="343993"/>
            <a:chOff x="3557977" y="3685780"/>
            <a:chExt cx="405368" cy="343993"/>
          </a:xfrm>
        </p:grpSpPr>
        <p:sp>
          <p:nvSpPr>
            <p:cNvPr id="7873" name="Google Shape;7873;p85"/>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5"/>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5"/>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5"/>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5"/>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5"/>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5"/>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5"/>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85"/>
          <p:cNvGrpSpPr/>
          <p:nvPr/>
        </p:nvGrpSpPr>
        <p:grpSpPr>
          <a:xfrm>
            <a:off x="4655076" y="3646743"/>
            <a:ext cx="385276" cy="385302"/>
            <a:chOff x="4655076" y="3665112"/>
            <a:chExt cx="385276" cy="385302"/>
          </a:xfrm>
        </p:grpSpPr>
        <p:sp>
          <p:nvSpPr>
            <p:cNvPr id="7882" name="Google Shape;7882;p85"/>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5"/>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5"/>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5"/>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5"/>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5"/>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5"/>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85"/>
          <p:cNvGrpSpPr/>
          <p:nvPr/>
        </p:nvGrpSpPr>
        <p:grpSpPr>
          <a:xfrm>
            <a:off x="5197967" y="3695649"/>
            <a:ext cx="386455" cy="287569"/>
            <a:chOff x="5197967" y="3714018"/>
            <a:chExt cx="386455" cy="287569"/>
          </a:xfrm>
        </p:grpSpPr>
        <p:sp>
          <p:nvSpPr>
            <p:cNvPr id="7890" name="Google Shape;7890;p85"/>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5"/>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5"/>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5"/>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85"/>
          <p:cNvGrpSpPr/>
          <p:nvPr/>
        </p:nvGrpSpPr>
        <p:grpSpPr>
          <a:xfrm>
            <a:off x="5778658" y="3685118"/>
            <a:ext cx="312140" cy="308603"/>
            <a:chOff x="5778658" y="3703488"/>
            <a:chExt cx="312140" cy="308603"/>
          </a:xfrm>
        </p:grpSpPr>
        <p:sp>
          <p:nvSpPr>
            <p:cNvPr id="7895" name="Google Shape;7895;p85"/>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5"/>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5"/>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85"/>
          <p:cNvGrpSpPr/>
          <p:nvPr/>
        </p:nvGrpSpPr>
        <p:grpSpPr>
          <a:xfrm>
            <a:off x="6282597" y="3661176"/>
            <a:ext cx="391406" cy="356514"/>
            <a:chOff x="6282597" y="3679546"/>
            <a:chExt cx="391406" cy="356514"/>
          </a:xfrm>
        </p:grpSpPr>
        <p:sp>
          <p:nvSpPr>
            <p:cNvPr id="7899" name="Google Shape;7899;p85"/>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5"/>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5"/>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5"/>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5"/>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5"/>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5"/>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5"/>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5"/>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5"/>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85"/>
          <p:cNvGrpSpPr/>
          <p:nvPr/>
        </p:nvGrpSpPr>
        <p:grpSpPr>
          <a:xfrm>
            <a:off x="6829077" y="3704660"/>
            <a:ext cx="385302" cy="269494"/>
            <a:chOff x="6829077" y="3723030"/>
            <a:chExt cx="385302" cy="269494"/>
          </a:xfrm>
        </p:grpSpPr>
        <p:sp>
          <p:nvSpPr>
            <p:cNvPr id="7910" name="Google Shape;7910;p85"/>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5"/>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5"/>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5"/>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5"/>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5"/>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5"/>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5"/>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5"/>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5"/>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5"/>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5"/>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5"/>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5"/>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5"/>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85"/>
          <p:cNvGrpSpPr/>
          <p:nvPr/>
        </p:nvGrpSpPr>
        <p:grpSpPr>
          <a:xfrm>
            <a:off x="7358871" y="3646795"/>
            <a:ext cx="414483" cy="385381"/>
            <a:chOff x="7358871" y="3665165"/>
            <a:chExt cx="414483" cy="385381"/>
          </a:xfrm>
        </p:grpSpPr>
        <p:sp>
          <p:nvSpPr>
            <p:cNvPr id="7926" name="Google Shape;7926;p85"/>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5"/>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5"/>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5"/>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5"/>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5"/>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5"/>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5"/>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5"/>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5"/>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5"/>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5"/>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5"/>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5"/>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5"/>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85"/>
          <p:cNvGrpSpPr/>
          <p:nvPr/>
        </p:nvGrpSpPr>
        <p:grpSpPr>
          <a:xfrm>
            <a:off x="4102650" y="3646952"/>
            <a:ext cx="408459" cy="384752"/>
            <a:chOff x="4102650" y="3665322"/>
            <a:chExt cx="408459" cy="384752"/>
          </a:xfrm>
        </p:grpSpPr>
        <p:sp>
          <p:nvSpPr>
            <p:cNvPr id="7942" name="Google Shape;7942;p85"/>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5"/>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5"/>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5"/>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5"/>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5"/>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85"/>
          <p:cNvGrpSpPr/>
          <p:nvPr/>
        </p:nvGrpSpPr>
        <p:grpSpPr>
          <a:xfrm>
            <a:off x="6346045" y="4100021"/>
            <a:ext cx="170346" cy="385381"/>
            <a:chOff x="6397489" y="4118522"/>
            <a:chExt cx="170346" cy="385381"/>
          </a:xfrm>
        </p:grpSpPr>
        <p:sp>
          <p:nvSpPr>
            <p:cNvPr id="7949" name="Google Shape;7949;p85"/>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5"/>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5"/>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5"/>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5"/>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5"/>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5"/>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5"/>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5"/>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5"/>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5"/>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85"/>
          <p:cNvGrpSpPr/>
          <p:nvPr/>
        </p:nvGrpSpPr>
        <p:grpSpPr>
          <a:xfrm>
            <a:off x="7909569" y="3702512"/>
            <a:ext cx="398426" cy="273974"/>
            <a:chOff x="7909569" y="3720882"/>
            <a:chExt cx="398426" cy="273974"/>
          </a:xfrm>
        </p:grpSpPr>
        <p:sp>
          <p:nvSpPr>
            <p:cNvPr id="7961" name="Google Shape;7961;p85"/>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5"/>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5"/>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5"/>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5"/>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5"/>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5"/>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5"/>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5"/>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5"/>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5"/>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5"/>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5"/>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5"/>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5"/>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5"/>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5"/>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5"/>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5"/>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85"/>
          <p:cNvGrpSpPr/>
          <p:nvPr/>
        </p:nvGrpSpPr>
        <p:grpSpPr>
          <a:xfrm>
            <a:off x="6680797" y="4100466"/>
            <a:ext cx="227032" cy="384490"/>
            <a:chOff x="6910596" y="4118967"/>
            <a:chExt cx="227032" cy="384490"/>
          </a:xfrm>
        </p:grpSpPr>
        <p:sp>
          <p:nvSpPr>
            <p:cNvPr id="7981" name="Google Shape;7981;p85"/>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5"/>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5"/>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5"/>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5"/>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5"/>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5"/>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5"/>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5"/>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5"/>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5"/>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5"/>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3" name="Google Shape;7993;p85"/>
          <p:cNvSpPr txBox="1"/>
          <p:nvPr/>
        </p:nvSpPr>
        <p:spPr>
          <a:xfrm>
            <a:off x="720000" y="1188000"/>
            <a:ext cx="77040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7994" name="Google Shape;7994;p85"/>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7995" name="Google Shape;7995;p85"/>
          <p:cNvGrpSpPr/>
          <p:nvPr/>
        </p:nvGrpSpPr>
        <p:grpSpPr>
          <a:xfrm>
            <a:off x="850453" y="4127187"/>
            <a:ext cx="331421" cy="331048"/>
            <a:chOff x="267825" y="4029775"/>
            <a:chExt cx="1090200" cy="1088975"/>
          </a:xfrm>
        </p:grpSpPr>
        <p:sp>
          <p:nvSpPr>
            <p:cNvPr id="7996" name="Google Shape;7996;p85"/>
            <p:cNvSpPr/>
            <p:nvPr/>
          </p:nvSpPr>
          <p:spPr>
            <a:xfrm>
              <a:off x="467450" y="4048050"/>
              <a:ext cx="872650" cy="420125"/>
            </a:xfrm>
            <a:custGeom>
              <a:rect b="b" l="l" r="r" t="t"/>
              <a:pathLst>
                <a:path extrusionOk="0" h="16805" w="34906">
                  <a:moveTo>
                    <a:pt x="34905" y="0"/>
                  </a:moveTo>
                  <a:lnTo>
                    <a:pt x="0" y="8159"/>
                  </a:lnTo>
                  <a:lnTo>
                    <a:pt x="8947" y="16804"/>
                  </a:lnTo>
                  <a:lnTo>
                    <a:pt x="3490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5"/>
            <p:cNvSpPr/>
            <p:nvPr/>
          </p:nvSpPr>
          <p:spPr>
            <a:xfrm>
              <a:off x="618125" y="4048050"/>
              <a:ext cx="721975" cy="721950"/>
            </a:xfrm>
            <a:custGeom>
              <a:rect b="b" l="l" r="r" t="t"/>
              <a:pathLst>
                <a:path extrusionOk="0" h="28878" w="28879">
                  <a:moveTo>
                    <a:pt x="28878" y="0"/>
                  </a:moveTo>
                  <a:lnTo>
                    <a:pt x="1" y="28878"/>
                  </a:lnTo>
                  <a:lnTo>
                    <a:pt x="12075" y="25959"/>
                  </a:lnTo>
                  <a:lnTo>
                    <a:pt x="28878"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5"/>
            <p:cNvSpPr/>
            <p:nvPr/>
          </p:nvSpPr>
          <p:spPr>
            <a:xfrm>
              <a:off x="618125" y="4048050"/>
              <a:ext cx="721975" cy="721950"/>
            </a:xfrm>
            <a:custGeom>
              <a:rect b="b" l="l" r="r" t="t"/>
              <a:pathLst>
                <a:path extrusionOk="0" h="28878" w="28879">
                  <a:moveTo>
                    <a:pt x="28878" y="0"/>
                  </a:moveTo>
                  <a:lnTo>
                    <a:pt x="2920" y="16804"/>
                  </a:lnTo>
                  <a:lnTo>
                    <a:pt x="1" y="28878"/>
                  </a:lnTo>
                  <a:lnTo>
                    <a:pt x="28878"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5"/>
            <p:cNvSpPr/>
            <p:nvPr/>
          </p:nvSpPr>
          <p:spPr>
            <a:xfrm>
              <a:off x="919975" y="4048050"/>
              <a:ext cx="420125" cy="872650"/>
            </a:xfrm>
            <a:custGeom>
              <a:rect b="b" l="l" r="r" t="t"/>
              <a:pathLst>
                <a:path extrusionOk="0" h="34906" w="16805">
                  <a:moveTo>
                    <a:pt x="16804" y="0"/>
                  </a:moveTo>
                  <a:lnTo>
                    <a:pt x="1" y="25959"/>
                  </a:lnTo>
                  <a:lnTo>
                    <a:pt x="8646" y="34905"/>
                  </a:lnTo>
                  <a:lnTo>
                    <a:pt x="16804"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5"/>
            <p:cNvSpPr/>
            <p:nvPr/>
          </p:nvSpPr>
          <p:spPr>
            <a:xfrm>
              <a:off x="447325" y="4029775"/>
              <a:ext cx="910700" cy="906825"/>
            </a:xfrm>
            <a:custGeom>
              <a:rect b="b" l="l" r="r" t="t"/>
              <a:pathLst>
                <a:path extrusionOk="0" h="36273" w="36428">
                  <a:moveTo>
                    <a:pt x="31906" y="5436"/>
                  </a:moveTo>
                  <a:lnTo>
                    <a:pt x="20788" y="22612"/>
                  </a:lnTo>
                  <a:lnTo>
                    <a:pt x="18511" y="26132"/>
                  </a:lnTo>
                  <a:lnTo>
                    <a:pt x="18510" y="26132"/>
                  </a:lnTo>
                  <a:lnTo>
                    <a:pt x="8883" y="28459"/>
                  </a:lnTo>
                  <a:lnTo>
                    <a:pt x="8883" y="28459"/>
                  </a:lnTo>
                  <a:lnTo>
                    <a:pt x="31906" y="5436"/>
                  </a:lnTo>
                  <a:close/>
                  <a:moveTo>
                    <a:pt x="35714" y="95"/>
                  </a:moveTo>
                  <a:cubicBezTo>
                    <a:pt x="35665" y="95"/>
                    <a:pt x="35615" y="101"/>
                    <a:pt x="35565" y="113"/>
                  </a:cubicBezTo>
                  <a:lnTo>
                    <a:pt x="35564" y="113"/>
                  </a:lnTo>
                  <a:cubicBezTo>
                    <a:pt x="35556" y="116"/>
                    <a:pt x="36041" y="1"/>
                    <a:pt x="660" y="8272"/>
                  </a:cubicBezTo>
                  <a:cubicBezTo>
                    <a:pt x="169" y="8385"/>
                    <a:pt x="0" y="8998"/>
                    <a:pt x="362" y="9348"/>
                  </a:cubicBezTo>
                  <a:lnTo>
                    <a:pt x="1592" y="10537"/>
                  </a:lnTo>
                  <a:cubicBezTo>
                    <a:pt x="1716" y="10657"/>
                    <a:pt x="1875" y="10716"/>
                    <a:pt x="2035" y="10716"/>
                  </a:cubicBezTo>
                  <a:cubicBezTo>
                    <a:pt x="2201" y="10716"/>
                    <a:pt x="2368" y="10651"/>
                    <a:pt x="2493" y="10522"/>
                  </a:cubicBezTo>
                  <a:cubicBezTo>
                    <a:pt x="2738" y="10269"/>
                    <a:pt x="2731" y="9866"/>
                    <a:pt x="2478" y="9622"/>
                  </a:cubicBezTo>
                  <a:lnTo>
                    <a:pt x="2088" y="9245"/>
                  </a:lnTo>
                  <a:lnTo>
                    <a:pt x="32295" y="2185"/>
                  </a:lnTo>
                  <a:lnTo>
                    <a:pt x="9830" y="16727"/>
                  </a:lnTo>
                  <a:lnTo>
                    <a:pt x="4430" y="11509"/>
                  </a:lnTo>
                  <a:cubicBezTo>
                    <a:pt x="4306" y="11389"/>
                    <a:pt x="4147" y="11330"/>
                    <a:pt x="3988" y="11330"/>
                  </a:cubicBezTo>
                  <a:cubicBezTo>
                    <a:pt x="3821" y="11330"/>
                    <a:pt x="3655" y="11395"/>
                    <a:pt x="3531" y="11524"/>
                  </a:cubicBezTo>
                  <a:cubicBezTo>
                    <a:pt x="3286" y="11777"/>
                    <a:pt x="3293" y="12180"/>
                    <a:pt x="3546" y="12425"/>
                  </a:cubicBezTo>
                  <a:lnTo>
                    <a:pt x="9046" y="17741"/>
                  </a:lnTo>
                  <a:lnTo>
                    <a:pt x="7766" y="23038"/>
                  </a:lnTo>
                  <a:cubicBezTo>
                    <a:pt x="7684" y="23379"/>
                    <a:pt x="7893" y="23723"/>
                    <a:pt x="8236" y="23806"/>
                  </a:cubicBezTo>
                  <a:cubicBezTo>
                    <a:pt x="8286" y="23818"/>
                    <a:pt x="8337" y="23824"/>
                    <a:pt x="8386" y="23824"/>
                  </a:cubicBezTo>
                  <a:cubicBezTo>
                    <a:pt x="8673" y="23824"/>
                    <a:pt x="8933" y="23629"/>
                    <a:pt x="9004" y="23337"/>
                  </a:cubicBezTo>
                  <a:lnTo>
                    <a:pt x="10311" y="17932"/>
                  </a:lnTo>
                  <a:lnTo>
                    <a:pt x="13829" y="15655"/>
                  </a:lnTo>
                  <a:lnTo>
                    <a:pt x="31005" y="4536"/>
                  </a:lnTo>
                  <a:lnTo>
                    <a:pt x="7983" y="27557"/>
                  </a:lnTo>
                  <a:lnTo>
                    <a:pt x="7983" y="27557"/>
                  </a:lnTo>
                  <a:lnTo>
                    <a:pt x="8366" y="25977"/>
                  </a:lnTo>
                  <a:cubicBezTo>
                    <a:pt x="8448" y="25634"/>
                    <a:pt x="8238" y="25290"/>
                    <a:pt x="7896" y="25208"/>
                  </a:cubicBezTo>
                  <a:cubicBezTo>
                    <a:pt x="7846" y="25196"/>
                    <a:pt x="7796" y="25190"/>
                    <a:pt x="7746" y="25190"/>
                  </a:cubicBezTo>
                  <a:cubicBezTo>
                    <a:pt x="7458" y="25190"/>
                    <a:pt x="7198" y="25386"/>
                    <a:pt x="7127" y="25677"/>
                  </a:cubicBezTo>
                  <a:lnTo>
                    <a:pt x="6213" y="29460"/>
                  </a:lnTo>
                  <a:cubicBezTo>
                    <a:pt x="6115" y="29869"/>
                    <a:pt x="6434" y="30246"/>
                    <a:pt x="6831" y="30246"/>
                  </a:cubicBezTo>
                  <a:cubicBezTo>
                    <a:pt x="6880" y="30246"/>
                    <a:pt x="6931" y="30241"/>
                    <a:pt x="6982" y="30228"/>
                  </a:cubicBezTo>
                  <a:lnTo>
                    <a:pt x="18702" y="27394"/>
                  </a:lnTo>
                  <a:lnTo>
                    <a:pt x="27093" y="36078"/>
                  </a:lnTo>
                  <a:cubicBezTo>
                    <a:pt x="27222" y="36212"/>
                    <a:pt x="27386" y="36273"/>
                    <a:pt x="27548" y="36273"/>
                  </a:cubicBezTo>
                  <a:cubicBezTo>
                    <a:pt x="27827" y="36273"/>
                    <a:pt x="28099" y="36092"/>
                    <a:pt x="28171" y="35782"/>
                  </a:cubicBezTo>
                  <a:lnTo>
                    <a:pt x="33639" y="12388"/>
                  </a:lnTo>
                  <a:cubicBezTo>
                    <a:pt x="33719" y="12045"/>
                    <a:pt x="33506" y="11703"/>
                    <a:pt x="33163" y="11623"/>
                  </a:cubicBezTo>
                  <a:cubicBezTo>
                    <a:pt x="33115" y="11612"/>
                    <a:pt x="33066" y="11606"/>
                    <a:pt x="33018" y="11606"/>
                  </a:cubicBezTo>
                  <a:cubicBezTo>
                    <a:pt x="32729" y="11606"/>
                    <a:pt x="32468" y="11805"/>
                    <a:pt x="32399" y="12097"/>
                  </a:cubicBezTo>
                  <a:lnTo>
                    <a:pt x="27197" y="34354"/>
                  </a:lnTo>
                  <a:lnTo>
                    <a:pt x="19715" y="26612"/>
                  </a:lnTo>
                  <a:lnTo>
                    <a:pt x="34258" y="4147"/>
                  </a:lnTo>
                  <a:lnTo>
                    <a:pt x="33017" y="9455"/>
                  </a:lnTo>
                  <a:cubicBezTo>
                    <a:pt x="32937" y="9796"/>
                    <a:pt x="33149" y="10139"/>
                    <a:pt x="33492" y="10219"/>
                  </a:cubicBezTo>
                  <a:cubicBezTo>
                    <a:pt x="33541" y="10231"/>
                    <a:pt x="33590" y="10236"/>
                    <a:pt x="33638" y="10236"/>
                  </a:cubicBezTo>
                  <a:cubicBezTo>
                    <a:pt x="33927" y="10236"/>
                    <a:pt x="34189" y="10038"/>
                    <a:pt x="34257" y="9744"/>
                  </a:cubicBezTo>
                  <a:lnTo>
                    <a:pt x="36328" y="881"/>
                  </a:lnTo>
                  <a:cubicBezTo>
                    <a:pt x="36427" y="475"/>
                    <a:pt x="36107" y="95"/>
                    <a:pt x="35714" y="9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5"/>
            <p:cNvSpPr/>
            <p:nvPr/>
          </p:nvSpPr>
          <p:spPr>
            <a:xfrm>
              <a:off x="267825" y="4870250"/>
              <a:ext cx="251625" cy="248500"/>
            </a:xfrm>
            <a:custGeom>
              <a:rect b="b" l="l" r="r" t="t"/>
              <a:pathLst>
                <a:path extrusionOk="0" h="9940" w="10065">
                  <a:moveTo>
                    <a:pt x="9365" y="1"/>
                  </a:moveTo>
                  <a:cubicBezTo>
                    <a:pt x="9202" y="1"/>
                    <a:pt x="9039" y="63"/>
                    <a:pt x="8915" y="188"/>
                  </a:cubicBezTo>
                  <a:lnTo>
                    <a:pt x="249" y="8853"/>
                  </a:lnTo>
                  <a:cubicBezTo>
                    <a:pt x="1" y="9102"/>
                    <a:pt x="1" y="9505"/>
                    <a:pt x="249" y="9754"/>
                  </a:cubicBezTo>
                  <a:cubicBezTo>
                    <a:pt x="373" y="9878"/>
                    <a:pt x="536" y="9939"/>
                    <a:pt x="699" y="9939"/>
                  </a:cubicBezTo>
                  <a:cubicBezTo>
                    <a:pt x="862" y="9939"/>
                    <a:pt x="1025" y="9878"/>
                    <a:pt x="1149" y="9754"/>
                  </a:cubicBezTo>
                  <a:lnTo>
                    <a:pt x="9816" y="1087"/>
                  </a:lnTo>
                  <a:cubicBezTo>
                    <a:pt x="10064" y="839"/>
                    <a:pt x="10064" y="436"/>
                    <a:pt x="9816" y="188"/>
                  </a:cubicBezTo>
                  <a:lnTo>
                    <a:pt x="9815" y="188"/>
                  </a:lnTo>
                  <a:cubicBezTo>
                    <a:pt x="9691" y="63"/>
                    <a:pt x="9528" y="1"/>
                    <a:pt x="9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5"/>
            <p:cNvSpPr/>
            <p:nvPr/>
          </p:nvSpPr>
          <p:spPr>
            <a:xfrm>
              <a:off x="267825" y="4713275"/>
              <a:ext cx="175175" cy="172025"/>
            </a:xfrm>
            <a:custGeom>
              <a:rect b="b" l="l" r="r" t="t"/>
              <a:pathLst>
                <a:path extrusionOk="0" h="6881" w="7007">
                  <a:moveTo>
                    <a:pt x="6307" y="0"/>
                  </a:moveTo>
                  <a:cubicBezTo>
                    <a:pt x="6145" y="0"/>
                    <a:pt x="5981" y="62"/>
                    <a:pt x="5857" y="187"/>
                  </a:cubicBezTo>
                  <a:lnTo>
                    <a:pt x="249" y="5794"/>
                  </a:lnTo>
                  <a:cubicBezTo>
                    <a:pt x="1" y="6043"/>
                    <a:pt x="1" y="6446"/>
                    <a:pt x="249" y="6695"/>
                  </a:cubicBezTo>
                  <a:cubicBezTo>
                    <a:pt x="374" y="6819"/>
                    <a:pt x="537" y="6881"/>
                    <a:pt x="699" y="6881"/>
                  </a:cubicBezTo>
                  <a:cubicBezTo>
                    <a:pt x="862" y="6881"/>
                    <a:pt x="1025" y="6819"/>
                    <a:pt x="1149" y="6695"/>
                  </a:cubicBezTo>
                  <a:lnTo>
                    <a:pt x="6757" y="1087"/>
                  </a:lnTo>
                  <a:cubicBezTo>
                    <a:pt x="7007" y="838"/>
                    <a:pt x="7007" y="435"/>
                    <a:pt x="6757" y="187"/>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5"/>
            <p:cNvSpPr/>
            <p:nvPr/>
          </p:nvSpPr>
          <p:spPr>
            <a:xfrm>
              <a:off x="501225" y="4946650"/>
              <a:ext cx="175175" cy="172075"/>
            </a:xfrm>
            <a:custGeom>
              <a:rect b="b" l="l" r="r" t="t"/>
              <a:pathLst>
                <a:path extrusionOk="0" h="6883" w="7007">
                  <a:moveTo>
                    <a:pt x="6307" y="1"/>
                  </a:moveTo>
                  <a:cubicBezTo>
                    <a:pt x="6144" y="1"/>
                    <a:pt x="5982" y="63"/>
                    <a:pt x="5857" y="187"/>
                  </a:cubicBezTo>
                  <a:lnTo>
                    <a:pt x="250" y="5795"/>
                  </a:lnTo>
                  <a:cubicBezTo>
                    <a:pt x="0" y="6044"/>
                    <a:pt x="0" y="6447"/>
                    <a:pt x="250" y="6696"/>
                  </a:cubicBezTo>
                  <a:cubicBezTo>
                    <a:pt x="374" y="6820"/>
                    <a:pt x="537" y="6882"/>
                    <a:pt x="700" y="6882"/>
                  </a:cubicBezTo>
                  <a:cubicBezTo>
                    <a:pt x="863" y="6882"/>
                    <a:pt x="1026" y="6820"/>
                    <a:pt x="1150" y="6696"/>
                  </a:cubicBezTo>
                  <a:lnTo>
                    <a:pt x="6758" y="1088"/>
                  </a:lnTo>
                  <a:cubicBezTo>
                    <a:pt x="7006" y="839"/>
                    <a:pt x="7006" y="436"/>
                    <a:pt x="6758" y="187"/>
                  </a:cubicBezTo>
                  <a:cubicBezTo>
                    <a:pt x="6633" y="63"/>
                    <a:pt x="6470" y="1"/>
                    <a:pt x="6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85"/>
          <p:cNvGrpSpPr/>
          <p:nvPr/>
        </p:nvGrpSpPr>
        <p:grpSpPr>
          <a:xfrm>
            <a:off x="7072235" y="4107659"/>
            <a:ext cx="210240" cy="370105"/>
            <a:chOff x="3999225" y="4364775"/>
            <a:chExt cx="195300" cy="343772"/>
          </a:xfrm>
        </p:grpSpPr>
        <p:grpSp>
          <p:nvGrpSpPr>
            <p:cNvPr id="8005" name="Google Shape;8005;p85"/>
            <p:cNvGrpSpPr/>
            <p:nvPr/>
          </p:nvGrpSpPr>
          <p:grpSpPr>
            <a:xfrm>
              <a:off x="4048568" y="4562577"/>
              <a:ext cx="97317" cy="145970"/>
              <a:chOff x="1529575" y="2222650"/>
              <a:chExt cx="203125" cy="304675"/>
            </a:xfrm>
          </p:grpSpPr>
          <p:sp>
            <p:nvSpPr>
              <p:cNvPr id="8006" name="Google Shape;8006;p85"/>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5"/>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85"/>
            <p:cNvGrpSpPr/>
            <p:nvPr/>
          </p:nvGrpSpPr>
          <p:grpSpPr>
            <a:xfrm>
              <a:off x="3999225" y="4364775"/>
              <a:ext cx="195300" cy="195300"/>
              <a:chOff x="3999225" y="4364775"/>
              <a:chExt cx="195300" cy="195300"/>
            </a:xfrm>
          </p:grpSpPr>
          <p:sp>
            <p:nvSpPr>
              <p:cNvPr id="8009" name="Google Shape;8009;p85"/>
              <p:cNvSpPr/>
              <p:nvPr/>
            </p:nvSpPr>
            <p:spPr>
              <a:xfrm>
                <a:off x="3999225" y="4364775"/>
                <a:ext cx="195300" cy="195300"/>
              </a:xfrm>
              <a:prstGeom prst="ellipse">
                <a:avLst/>
              </a:prstGeom>
              <a:solidFill>
                <a:srgbClr val="A5B8C6"/>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5"/>
              <p:cNvSpPr/>
              <p:nvPr/>
            </p:nvSpPr>
            <p:spPr>
              <a:xfrm>
                <a:off x="4029725" y="4395250"/>
                <a:ext cx="134400" cy="134400"/>
              </a:xfrm>
              <a:prstGeom prst="ellipse">
                <a:avLst/>
              </a:prstGeom>
              <a:solidFill>
                <a:srgbClr val="D0DAE1"/>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1" name="Google Shape;8011;p85"/>
          <p:cNvGrpSpPr/>
          <p:nvPr/>
        </p:nvGrpSpPr>
        <p:grpSpPr>
          <a:xfrm>
            <a:off x="7446881" y="4153508"/>
            <a:ext cx="297121" cy="278407"/>
            <a:chOff x="4335888" y="4398114"/>
            <a:chExt cx="277088" cy="259611"/>
          </a:xfrm>
        </p:grpSpPr>
        <p:grpSp>
          <p:nvGrpSpPr>
            <p:cNvPr id="8012" name="Google Shape;8012;p85"/>
            <p:cNvGrpSpPr/>
            <p:nvPr/>
          </p:nvGrpSpPr>
          <p:grpSpPr>
            <a:xfrm>
              <a:off x="4335888" y="4462425"/>
              <a:ext cx="195300" cy="195300"/>
              <a:chOff x="4335888" y="4462425"/>
              <a:chExt cx="195300" cy="195300"/>
            </a:xfrm>
          </p:grpSpPr>
          <p:sp>
            <p:nvSpPr>
              <p:cNvPr id="8013" name="Google Shape;8013;p85"/>
              <p:cNvSpPr/>
              <p:nvPr/>
            </p:nvSpPr>
            <p:spPr>
              <a:xfrm>
                <a:off x="4335888" y="4462425"/>
                <a:ext cx="195300" cy="195300"/>
              </a:xfrm>
              <a:prstGeom prst="ellipse">
                <a:avLst/>
              </a:prstGeom>
              <a:solidFill>
                <a:srgbClr val="A5B8C6"/>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5"/>
              <p:cNvSpPr/>
              <p:nvPr/>
            </p:nvSpPr>
            <p:spPr>
              <a:xfrm>
                <a:off x="4366388" y="4492900"/>
                <a:ext cx="134400" cy="134400"/>
              </a:xfrm>
              <a:prstGeom prst="ellipse">
                <a:avLst/>
              </a:prstGeom>
              <a:solidFill>
                <a:srgbClr val="D0DAE1"/>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85"/>
            <p:cNvGrpSpPr/>
            <p:nvPr/>
          </p:nvGrpSpPr>
          <p:grpSpPr>
            <a:xfrm>
              <a:off x="4509813" y="4398114"/>
              <a:ext cx="103162" cy="103198"/>
              <a:chOff x="2277975" y="2021700"/>
              <a:chExt cx="215325" cy="215400"/>
            </a:xfrm>
          </p:grpSpPr>
          <p:sp>
            <p:nvSpPr>
              <p:cNvPr id="8016" name="Google Shape;8016;p85"/>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8" name="Google Shape;8018;p85"/>
          <p:cNvGrpSpPr/>
          <p:nvPr/>
        </p:nvGrpSpPr>
        <p:grpSpPr>
          <a:xfrm>
            <a:off x="7908408" y="4187679"/>
            <a:ext cx="421931" cy="210065"/>
            <a:chOff x="4752588" y="4440200"/>
            <a:chExt cx="392275" cy="195300"/>
          </a:xfrm>
        </p:grpSpPr>
        <p:grpSp>
          <p:nvGrpSpPr>
            <p:cNvPr id="8019" name="Google Shape;8019;p85"/>
            <p:cNvGrpSpPr/>
            <p:nvPr/>
          </p:nvGrpSpPr>
          <p:grpSpPr>
            <a:xfrm>
              <a:off x="4950384" y="4469728"/>
              <a:ext cx="194479" cy="136244"/>
              <a:chOff x="3163375" y="2175125"/>
              <a:chExt cx="405925" cy="284375"/>
            </a:xfrm>
          </p:grpSpPr>
          <p:sp>
            <p:nvSpPr>
              <p:cNvPr id="8020" name="Google Shape;8020;p85"/>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5"/>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5"/>
              <p:cNvSpPr/>
              <p:nvPr/>
            </p:nvSpPr>
            <p:spPr>
              <a:xfrm>
                <a:off x="3438275" y="2186300"/>
                <a:ext cx="131025" cy="261925"/>
              </a:xfrm>
              <a:custGeom>
                <a:rect b="b" l="l" r="r" t="t"/>
                <a:pathLst>
                  <a:path extrusionOk="0" fill="none" h="10477" w="5241">
                    <a:moveTo>
                      <a:pt x="0" y="10476"/>
                    </a:moveTo>
                    <a:lnTo>
                      <a:pt x="5240" y="5241"/>
                    </a:lnTo>
                    <a:lnTo>
                      <a:pt x="0" y="1"/>
                    </a:lnTo>
                  </a:path>
                </a:pathLst>
              </a:custGeom>
              <a:no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85"/>
            <p:cNvGrpSpPr/>
            <p:nvPr/>
          </p:nvGrpSpPr>
          <p:grpSpPr>
            <a:xfrm>
              <a:off x="4752588" y="4440200"/>
              <a:ext cx="195300" cy="195300"/>
              <a:chOff x="4335888" y="4462425"/>
              <a:chExt cx="195300" cy="195300"/>
            </a:xfrm>
          </p:grpSpPr>
          <p:sp>
            <p:nvSpPr>
              <p:cNvPr id="8024" name="Google Shape;8024;p85"/>
              <p:cNvSpPr/>
              <p:nvPr/>
            </p:nvSpPr>
            <p:spPr>
              <a:xfrm>
                <a:off x="4335888" y="4462425"/>
                <a:ext cx="195300" cy="195300"/>
              </a:xfrm>
              <a:prstGeom prst="ellipse">
                <a:avLst/>
              </a:prstGeom>
              <a:solidFill>
                <a:srgbClr val="A5B8C6"/>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5"/>
              <p:cNvSpPr/>
              <p:nvPr/>
            </p:nvSpPr>
            <p:spPr>
              <a:xfrm>
                <a:off x="4366388" y="4492900"/>
                <a:ext cx="134400" cy="134400"/>
              </a:xfrm>
              <a:prstGeom prst="ellipse">
                <a:avLst/>
              </a:prstGeom>
              <a:solidFill>
                <a:srgbClr val="D0DAE1"/>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9" name="Shape 8029"/>
        <p:cNvGrpSpPr/>
        <p:nvPr/>
      </p:nvGrpSpPr>
      <p:grpSpPr>
        <a:xfrm>
          <a:off x="0" y="0"/>
          <a:ext cx="0" cy="0"/>
          <a:chOff x="0" y="0"/>
          <a:chExt cx="0" cy="0"/>
        </a:xfrm>
      </p:grpSpPr>
      <p:grpSp>
        <p:nvGrpSpPr>
          <p:cNvPr id="8030" name="Google Shape;8030;p86"/>
          <p:cNvGrpSpPr/>
          <p:nvPr/>
        </p:nvGrpSpPr>
        <p:grpSpPr>
          <a:xfrm>
            <a:off x="3045189" y="1771948"/>
            <a:ext cx="389401" cy="374453"/>
            <a:chOff x="3045189" y="1977348"/>
            <a:chExt cx="389401" cy="374453"/>
          </a:xfrm>
        </p:grpSpPr>
        <p:sp>
          <p:nvSpPr>
            <p:cNvPr id="8031" name="Google Shape;8031;p86"/>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6"/>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6"/>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6"/>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6"/>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6"/>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6"/>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86"/>
          <p:cNvGrpSpPr/>
          <p:nvPr/>
        </p:nvGrpSpPr>
        <p:grpSpPr>
          <a:xfrm>
            <a:off x="3028591" y="2238398"/>
            <a:ext cx="431158" cy="349817"/>
            <a:chOff x="3028591" y="2443798"/>
            <a:chExt cx="431158" cy="349817"/>
          </a:xfrm>
        </p:grpSpPr>
        <p:sp>
          <p:nvSpPr>
            <p:cNvPr id="8039" name="Google Shape;8039;p86"/>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6"/>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6"/>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6"/>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6"/>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6"/>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6"/>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6"/>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6"/>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6"/>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6"/>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6"/>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6"/>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86"/>
          <p:cNvGrpSpPr/>
          <p:nvPr/>
        </p:nvGrpSpPr>
        <p:grpSpPr>
          <a:xfrm>
            <a:off x="3966333" y="1778075"/>
            <a:ext cx="331805" cy="377961"/>
            <a:chOff x="3966333" y="1983475"/>
            <a:chExt cx="331805" cy="377961"/>
          </a:xfrm>
        </p:grpSpPr>
        <p:sp>
          <p:nvSpPr>
            <p:cNvPr id="8053" name="Google Shape;8053;p86"/>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6"/>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6"/>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6"/>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6"/>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6"/>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6"/>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6"/>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6"/>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6"/>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6"/>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6"/>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6"/>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86"/>
          <p:cNvGrpSpPr/>
          <p:nvPr/>
        </p:nvGrpSpPr>
        <p:grpSpPr>
          <a:xfrm>
            <a:off x="3085690" y="2689322"/>
            <a:ext cx="316333" cy="382699"/>
            <a:chOff x="3085690" y="2894722"/>
            <a:chExt cx="316333" cy="382699"/>
          </a:xfrm>
        </p:grpSpPr>
        <p:sp>
          <p:nvSpPr>
            <p:cNvPr id="8067" name="Google Shape;8067;p86"/>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6"/>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6"/>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6"/>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6"/>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6"/>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6"/>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6"/>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6"/>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6"/>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6"/>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6"/>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6"/>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6"/>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6"/>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6"/>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6"/>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6"/>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6"/>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6"/>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86"/>
          <p:cNvGrpSpPr/>
          <p:nvPr/>
        </p:nvGrpSpPr>
        <p:grpSpPr>
          <a:xfrm>
            <a:off x="1736294" y="1326077"/>
            <a:ext cx="336465" cy="336439"/>
            <a:chOff x="1736294" y="1531477"/>
            <a:chExt cx="336465" cy="336439"/>
          </a:xfrm>
        </p:grpSpPr>
        <p:sp>
          <p:nvSpPr>
            <p:cNvPr id="8088" name="Google Shape;8088;p86"/>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6"/>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6"/>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6"/>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6"/>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86"/>
          <p:cNvGrpSpPr/>
          <p:nvPr/>
        </p:nvGrpSpPr>
        <p:grpSpPr>
          <a:xfrm>
            <a:off x="2807344" y="4089585"/>
            <a:ext cx="344764" cy="353692"/>
            <a:chOff x="2807344" y="4294985"/>
            <a:chExt cx="344764" cy="353692"/>
          </a:xfrm>
        </p:grpSpPr>
        <p:sp>
          <p:nvSpPr>
            <p:cNvPr id="8094" name="Google Shape;8094;p86"/>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6"/>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6"/>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6"/>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6"/>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6"/>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6"/>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6"/>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6"/>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6"/>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6"/>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6"/>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6"/>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6"/>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6"/>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6"/>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6"/>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6"/>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6"/>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6"/>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6"/>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6"/>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86"/>
          <p:cNvGrpSpPr/>
          <p:nvPr/>
        </p:nvGrpSpPr>
        <p:grpSpPr>
          <a:xfrm>
            <a:off x="3966830" y="2244602"/>
            <a:ext cx="314945" cy="331753"/>
            <a:chOff x="3966830" y="2450002"/>
            <a:chExt cx="314945" cy="331753"/>
          </a:xfrm>
        </p:grpSpPr>
        <p:sp>
          <p:nvSpPr>
            <p:cNvPr id="8117" name="Google Shape;8117;p86"/>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6"/>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6"/>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6"/>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6"/>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86"/>
          <p:cNvGrpSpPr/>
          <p:nvPr/>
        </p:nvGrpSpPr>
        <p:grpSpPr>
          <a:xfrm>
            <a:off x="1774648" y="1771530"/>
            <a:ext cx="298373" cy="390920"/>
            <a:chOff x="1774648" y="1976930"/>
            <a:chExt cx="298373" cy="390920"/>
          </a:xfrm>
        </p:grpSpPr>
        <p:sp>
          <p:nvSpPr>
            <p:cNvPr id="8123" name="Google Shape;8123;p86"/>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6"/>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6"/>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6"/>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6"/>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6"/>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86"/>
          <p:cNvGrpSpPr/>
          <p:nvPr/>
        </p:nvGrpSpPr>
        <p:grpSpPr>
          <a:xfrm>
            <a:off x="855285" y="2220909"/>
            <a:ext cx="374950" cy="386129"/>
            <a:chOff x="855285" y="2426309"/>
            <a:chExt cx="374950" cy="386129"/>
          </a:xfrm>
        </p:grpSpPr>
        <p:sp>
          <p:nvSpPr>
            <p:cNvPr id="8130" name="Google Shape;8130;p86"/>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6"/>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6"/>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6"/>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6"/>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6"/>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6"/>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6"/>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6"/>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6"/>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6"/>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6"/>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6"/>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86"/>
          <p:cNvGrpSpPr/>
          <p:nvPr/>
        </p:nvGrpSpPr>
        <p:grpSpPr>
          <a:xfrm>
            <a:off x="1300502" y="2236748"/>
            <a:ext cx="364504" cy="370290"/>
            <a:chOff x="1300502" y="2442148"/>
            <a:chExt cx="364504" cy="370290"/>
          </a:xfrm>
        </p:grpSpPr>
        <p:sp>
          <p:nvSpPr>
            <p:cNvPr id="8144" name="Google Shape;8144;p86"/>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6"/>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6"/>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6"/>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6"/>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6"/>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6"/>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6"/>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6"/>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6"/>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6"/>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6"/>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6"/>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6"/>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6"/>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6"/>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6"/>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6"/>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6"/>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86"/>
          <p:cNvGrpSpPr/>
          <p:nvPr/>
        </p:nvGrpSpPr>
        <p:grpSpPr>
          <a:xfrm>
            <a:off x="1757683" y="2233371"/>
            <a:ext cx="330680" cy="356441"/>
            <a:chOff x="1757683" y="2438771"/>
            <a:chExt cx="330680" cy="356441"/>
          </a:xfrm>
        </p:grpSpPr>
        <p:sp>
          <p:nvSpPr>
            <p:cNvPr id="8164" name="Google Shape;8164;p86"/>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6"/>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6"/>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6"/>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6"/>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6"/>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6"/>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6"/>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6"/>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6"/>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86"/>
          <p:cNvGrpSpPr/>
          <p:nvPr/>
        </p:nvGrpSpPr>
        <p:grpSpPr>
          <a:xfrm>
            <a:off x="3943687" y="3619707"/>
            <a:ext cx="367908" cy="354477"/>
            <a:chOff x="3943687" y="3825107"/>
            <a:chExt cx="367908" cy="354477"/>
          </a:xfrm>
        </p:grpSpPr>
        <p:sp>
          <p:nvSpPr>
            <p:cNvPr id="8175" name="Google Shape;8175;p86"/>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6"/>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6"/>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6"/>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6"/>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6"/>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6"/>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6"/>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6"/>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6"/>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6"/>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6"/>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86"/>
          <p:cNvGrpSpPr/>
          <p:nvPr/>
        </p:nvGrpSpPr>
        <p:grpSpPr>
          <a:xfrm>
            <a:off x="2195360" y="1771530"/>
            <a:ext cx="340235" cy="390763"/>
            <a:chOff x="2195360" y="1976930"/>
            <a:chExt cx="340235" cy="390763"/>
          </a:xfrm>
        </p:grpSpPr>
        <p:sp>
          <p:nvSpPr>
            <p:cNvPr id="8188" name="Google Shape;8188;p86"/>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6"/>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6"/>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6"/>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6"/>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6"/>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6"/>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6"/>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6"/>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6"/>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6"/>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86"/>
          <p:cNvGrpSpPr/>
          <p:nvPr/>
        </p:nvGrpSpPr>
        <p:grpSpPr>
          <a:xfrm>
            <a:off x="2567509" y="1796819"/>
            <a:ext cx="432179" cy="332172"/>
            <a:chOff x="2567509" y="2002219"/>
            <a:chExt cx="432179" cy="332172"/>
          </a:xfrm>
        </p:grpSpPr>
        <p:sp>
          <p:nvSpPr>
            <p:cNvPr id="8200" name="Google Shape;8200;p86"/>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6"/>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6"/>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6"/>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6"/>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6"/>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6"/>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6"/>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6"/>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6"/>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6"/>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6"/>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86"/>
          <p:cNvGrpSpPr/>
          <p:nvPr/>
        </p:nvGrpSpPr>
        <p:grpSpPr>
          <a:xfrm>
            <a:off x="1323907" y="3154488"/>
            <a:ext cx="281854" cy="359242"/>
            <a:chOff x="1323907" y="3359888"/>
            <a:chExt cx="281854" cy="359242"/>
          </a:xfrm>
        </p:grpSpPr>
        <p:sp>
          <p:nvSpPr>
            <p:cNvPr id="8213" name="Google Shape;8213;p86"/>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6"/>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6"/>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6"/>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6"/>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6"/>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6"/>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6"/>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6"/>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6"/>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6"/>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6"/>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6"/>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6"/>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6"/>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6"/>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6"/>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6"/>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6"/>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86"/>
          <p:cNvGrpSpPr/>
          <p:nvPr/>
        </p:nvGrpSpPr>
        <p:grpSpPr>
          <a:xfrm>
            <a:off x="2184548" y="3654055"/>
            <a:ext cx="354948" cy="286776"/>
            <a:chOff x="2184548" y="3859455"/>
            <a:chExt cx="354948" cy="286776"/>
          </a:xfrm>
        </p:grpSpPr>
        <p:sp>
          <p:nvSpPr>
            <p:cNvPr id="8233" name="Google Shape;8233;p86"/>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6"/>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6"/>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6"/>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6"/>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6"/>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6"/>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6"/>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6"/>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6"/>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6"/>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6"/>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6"/>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6"/>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6"/>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6"/>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6"/>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86"/>
          <p:cNvGrpSpPr/>
          <p:nvPr/>
        </p:nvGrpSpPr>
        <p:grpSpPr>
          <a:xfrm>
            <a:off x="3140511" y="3634708"/>
            <a:ext cx="216823" cy="334162"/>
            <a:chOff x="3140511" y="3840108"/>
            <a:chExt cx="216823" cy="334162"/>
          </a:xfrm>
        </p:grpSpPr>
        <p:sp>
          <p:nvSpPr>
            <p:cNvPr id="8251" name="Google Shape;8251;p86"/>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6"/>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6"/>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6"/>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6"/>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6"/>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6"/>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6"/>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6"/>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86"/>
          <p:cNvGrpSpPr/>
          <p:nvPr/>
        </p:nvGrpSpPr>
        <p:grpSpPr>
          <a:xfrm>
            <a:off x="883193" y="3157394"/>
            <a:ext cx="275099" cy="363876"/>
            <a:chOff x="883193" y="3362794"/>
            <a:chExt cx="275099" cy="363876"/>
          </a:xfrm>
        </p:grpSpPr>
        <p:sp>
          <p:nvSpPr>
            <p:cNvPr id="8261" name="Google Shape;8261;p86"/>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6"/>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6"/>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6"/>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6"/>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6"/>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6"/>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6"/>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6"/>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6"/>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6"/>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6"/>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6"/>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6"/>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6"/>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6"/>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6"/>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6"/>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6"/>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6"/>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6"/>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6"/>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6"/>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6"/>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6"/>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6"/>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86"/>
          <p:cNvGrpSpPr/>
          <p:nvPr/>
        </p:nvGrpSpPr>
        <p:grpSpPr>
          <a:xfrm>
            <a:off x="2633404" y="2691364"/>
            <a:ext cx="368798" cy="365420"/>
            <a:chOff x="2633404" y="2896764"/>
            <a:chExt cx="368798" cy="365420"/>
          </a:xfrm>
        </p:grpSpPr>
        <p:sp>
          <p:nvSpPr>
            <p:cNvPr id="8288" name="Google Shape;8288;p86"/>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6"/>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6"/>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6"/>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6"/>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6"/>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6"/>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6"/>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6"/>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6"/>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6"/>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86"/>
          <p:cNvGrpSpPr/>
          <p:nvPr/>
        </p:nvGrpSpPr>
        <p:grpSpPr>
          <a:xfrm>
            <a:off x="2593035" y="1333355"/>
            <a:ext cx="382621" cy="308688"/>
            <a:chOff x="2593035" y="1538755"/>
            <a:chExt cx="382621" cy="308688"/>
          </a:xfrm>
        </p:grpSpPr>
        <p:sp>
          <p:nvSpPr>
            <p:cNvPr id="8300" name="Google Shape;8300;p86"/>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6"/>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6"/>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6"/>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6"/>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6"/>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6"/>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6"/>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86"/>
          <p:cNvGrpSpPr/>
          <p:nvPr/>
        </p:nvGrpSpPr>
        <p:grpSpPr>
          <a:xfrm>
            <a:off x="3011234" y="1346681"/>
            <a:ext cx="429012" cy="329292"/>
            <a:chOff x="3011234" y="1552081"/>
            <a:chExt cx="429012" cy="329292"/>
          </a:xfrm>
        </p:grpSpPr>
        <p:sp>
          <p:nvSpPr>
            <p:cNvPr id="8309" name="Google Shape;8309;p86"/>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6"/>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6"/>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6"/>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6"/>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6"/>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6"/>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6"/>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6"/>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6"/>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6"/>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6"/>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6"/>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6"/>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6"/>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6"/>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6"/>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6"/>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86"/>
          <p:cNvGrpSpPr/>
          <p:nvPr/>
        </p:nvGrpSpPr>
        <p:grpSpPr>
          <a:xfrm>
            <a:off x="3500721" y="1788259"/>
            <a:ext cx="381626" cy="360237"/>
            <a:chOff x="3500721" y="1993659"/>
            <a:chExt cx="381626" cy="360237"/>
          </a:xfrm>
        </p:grpSpPr>
        <p:sp>
          <p:nvSpPr>
            <p:cNvPr id="8328" name="Google Shape;8328;p86"/>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6"/>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6"/>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6"/>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6"/>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6"/>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6"/>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6"/>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6"/>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6"/>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6"/>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6"/>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6"/>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6"/>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6"/>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6"/>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6"/>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6"/>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86"/>
          <p:cNvGrpSpPr/>
          <p:nvPr/>
        </p:nvGrpSpPr>
        <p:grpSpPr>
          <a:xfrm>
            <a:off x="3479228" y="1305526"/>
            <a:ext cx="373798" cy="370368"/>
            <a:chOff x="3479228" y="1510926"/>
            <a:chExt cx="373798" cy="370368"/>
          </a:xfrm>
        </p:grpSpPr>
        <p:sp>
          <p:nvSpPr>
            <p:cNvPr id="8347" name="Google Shape;8347;p86"/>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6"/>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6"/>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6"/>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6"/>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6"/>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6"/>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6"/>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6"/>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86"/>
          <p:cNvGrpSpPr/>
          <p:nvPr/>
        </p:nvGrpSpPr>
        <p:grpSpPr>
          <a:xfrm>
            <a:off x="862432" y="2691809"/>
            <a:ext cx="339240" cy="378196"/>
            <a:chOff x="862432" y="2897209"/>
            <a:chExt cx="339240" cy="378196"/>
          </a:xfrm>
        </p:grpSpPr>
        <p:sp>
          <p:nvSpPr>
            <p:cNvPr id="8357" name="Google Shape;8357;p86"/>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6"/>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6"/>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6"/>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6"/>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6"/>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6"/>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6"/>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86"/>
          <p:cNvGrpSpPr/>
          <p:nvPr/>
        </p:nvGrpSpPr>
        <p:grpSpPr>
          <a:xfrm>
            <a:off x="850625" y="1321417"/>
            <a:ext cx="346021" cy="345131"/>
            <a:chOff x="850625" y="1526817"/>
            <a:chExt cx="346021" cy="345131"/>
          </a:xfrm>
        </p:grpSpPr>
        <p:sp>
          <p:nvSpPr>
            <p:cNvPr id="8366" name="Google Shape;8366;p86"/>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6"/>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6"/>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6"/>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6"/>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6"/>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6"/>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6"/>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6"/>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6"/>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6"/>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6"/>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6"/>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6"/>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6"/>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6"/>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6"/>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6"/>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6"/>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6"/>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86"/>
          <p:cNvGrpSpPr/>
          <p:nvPr/>
        </p:nvGrpSpPr>
        <p:grpSpPr>
          <a:xfrm>
            <a:off x="3046943" y="3162447"/>
            <a:ext cx="379479" cy="370395"/>
            <a:chOff x="3046943" y="3367847"/>
            <a:chExt cx="379479" cy="370395"/>
          </a:xfrm>
        </p:grpSpPr>
        <p:sp>
          <p:nvSpPr>
            <p:cNvPr id="8387" name="Google Shape;8387;p86"/>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6"/>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6"/>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6"/>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6"/>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6"/>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6"/>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86"/>
          <p:cNvGrpSpPr/>
          <p:nvPr/>
        </p:nvGrpSpPr>
        <p:grpSpPr>
          <a:xfrm>
            <a:off x="1289506" y="1778258"/>
            <a:ext cx="391103" cy="377777"/>
            <a:chOff x="1289506" y="1983658"/>
            <a:chExt cx="391103" cy="377777"/>
          </a:xfrm>
        </p:grpSpPr>
        <p:sp>
          <p:nvSpPr>
            <p:cNvPr id="8395" name="Google Shape;8395;p86"/>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6"/>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6"/>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6"/>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6"/>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6"/>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6"/>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6"/>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86"/>
          <p:cNvGrpSpPr/>
          <p:nvPr/>
        </p:nvGrpSpPr>
        <p:grpSpPr>
          <a:xfrm>
            <a:off x="1287935" y="1305578"/>
            <a:ext cx="350288" cy="362357"/>
            <a:chOff x="1287935" y="1510978"/>
            <a:chExt cx="350288" cy="362357"/>
          </a:xfrm>
        </p:grpSpPr>
        <p:sp>
          <p:nvSpPr>
            <p:cNvPr id="8404" name="Google Shape;8404;p86"/>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6"/>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6"/>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6"/>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6"/>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6"/>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6"/>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6"/>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6"/>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6"/>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6"/>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6"/>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6"/>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6"/>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6"/>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6"/>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6"/>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6"/>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6"/>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86"/>
          <p:cNvGrpSpPr/>
          <p:nvPr/>
        </p:nvGrpSpPr>
        <p:grpSpPr>
          <a:xfrm>
            <a:off x="2477973" y="4084559"/>
            <a:ext cx="210042" cy="361991"/>
            <a:chOff x="2477973" y="4289959"/>
            <a:chExt cx="210042" cy="361991"/>
          </a:xfrm>
        </p:grpSpPr>
        <p:sp>
          <p:nvSpPr>
            <p:cNvPr id="8424" name="Google Shape;8424;p86"/>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6"/>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6"/>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6"/>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6"/>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6"/>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86"/>
          <p:cNvGrpSpPr/>
          <p:nvPr/>
        </p:nvGrpSpPr>
        <p:grpSpPr>
          <a:xfrm>
            <a:off x="3518969" y="2704349"/>
            <a:ext cx="347827" cy="345602"/>
            <a:chOff x="3518969" y="2909749"/>
            <a:chExt cx="347827" cy="345602"/>
          </a:xfrm>
        </p:grpSpPr>
        <p:sp>
          <p:nvSpPr>
            <p:cNvPr id="8431" name="Google Shape;8431;p86"/>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6"/>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6"/>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6"/>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6"/>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6"/>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6"/>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6"/>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6"/>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6"/>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6"/>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6"/>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6"/>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86"/>
          <p:cNvGrpSpPr/>
          <p:nvPr/>
        </p:nvGrpSpPr>
        <p:grpSpPr>
          <a:xfrm>
            <a:off x="2137005" y="1317856"/>
            <a:ext cx="415817" cy="355734"/>
            <a:chOff x="2137005" y="1523256"/>
            <a:chExt cx="415817" cy="355734"/>
          </a:xfrm>
        </p:grpSpPr>
        <p:sp>
          <p:nvSpPr>
            <p:cNvPr id="8445" name="Google Shape;8445;p86"/>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6"/>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6"/>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6"/>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6"/>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6"/>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6"/>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6"/>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6"/>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6"/>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86"/>
          <p:cNvGrpSpPr/>
          <p:nvPr/>
        </p:nvGrpSpPr>
        <p:grpSpPr>
          <a:xfrm>
            <a:off x="1713413" y="3154148"/>
            <a:ext cx="397700" cy="389637"/>
            <a:chOff x="1713413" y="3359548"/>
            <a:chExt cx="397700" cy="389637"/>
          </a:xfrm>
        </p:grpSpPr>
        <p:sp>
          <p:nvSpPr>
            <p:cNvPr id="8456" name="Google Shape;8456;p86"/>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6"/>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6"/>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6"/>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6"/>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6"/>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6"/>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6"/>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6"/>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6"/>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6"/>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6"/>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6"/>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6"/>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6"/>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6"/>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6"/>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6"/>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6"/>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6"/>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86"/>
          <p:cNvGrpSpPr/>
          <p:nvPr/>
        </p:nvGrpSpPr>
        <p:grpSpPr>
          <a:xfrm>
            <a:off x="1976129" y="4078773"/>
            <a:ext cx="401496" cy="371154"/>
            <a:chOff x="1976129" y="4284173"/>
            <a:chExt cx="401496" cy="371154"/>
          </a:xfrm>
        </p:grpSpPr>
        <p:sp>
          <p:nvSpPr>
            <p:cNvPr id="8477" name="Google Shape;8477;p86"/>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6"/>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6"/>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6"/>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6"/>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6"/>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6"/>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6"/>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6"/>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6"/>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6"/>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6"/>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6"/>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6"/>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6"/>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86"/>
          <p:cNvGrpSpPr/>
          <p:nvPr/>
        </p:nvGrpSpPr>
        <p:grpSpPr>
          <a:xfrm>
            <a:off x="1830123" y="2699584"/>
            <a:ext cx="184412" cy="367541"/>
            <a:chOff x="1830123" y="2904984"/>
            <a:chExt cx="184412" cy="367541"/>
          </a:xfrm>
        </p:grpSpPr>
        <p:sp>
          <p:nvSpPr>
            <p:cNvPr id="8493" name="Google Shape;8493;p86"/>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6"/>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6"/>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6"/>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6"/>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86"/>
          <p:cNvGrpSpPr/>
          <p:nvPr/>
        </p:nvGrpSpPr>
        <p:grpSpPr>
          <a:xfrm>
            <a:off x="2602224" y="3620518"/>
            <a:ext cx="376966" cy="349765"/>
            <a:chOff x="2602224" y="3825918"/>
            <a:chExt cx="376966" cy="349765"/>
          </a:xfrm>
        </p:grpSpPr>
        <p:sp>
          <p:nvSpPr>
            <p:cNvPr id="8499" name="Google Shape;8499;p86"/>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6"/>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6"/>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6"/>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6"/>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6"/>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6"/>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6"/>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6"/>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6"/>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6"/>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6"/>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86"/>
          <p:cNvGrpSpPr/>
          <p:nvPr/>
        </p:nvGrpSpPr>
        <p:grpSpPr>
          <a:xfrm>
            <a:off x="3479725" y="3215723"/>
            <a:ext cx="411419" cy="256616"/>
            <a:chOff x="3479725" y="3421123"/>
            <a:chExt cx="411419" cy="256616"/>
          </a:xfrm>
        </p:grpSpPr>
        <p:sp>
          <p:nvSpPr>
            <p:cNvPr id="8512" name="Google Shape;8512;p86"/>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6"/>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6"/>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6"/>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6"/>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6"/>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6"/>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6"/>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6"/>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6"/>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6"/>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6"/>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6"/>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6"/>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6"/>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6"/>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6"/>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6"/>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6"/>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86"/>
          <p:cNvGrpSpPr/>
          <p:nvPr/>
        </p:nvGrpSpPr>
        <p:grpSpPr>
          <a:xfrm>
            <a:off x="1283275" y="3614078"/>
            <a:ext cx="373824" cy="362881"/>
            <a:chOff x="1283275" y="3819478"/>
            <a:chExt cx="373824" cy="362881"/>
          </a:xfrm>
        </p:grpSpPr>
        <p:sp>
          <p:nvSpPr>
            <p:cNvPr id="8532" name="Google Shape;8532;p86"/>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6"/>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6"/>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6"/>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6"/>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6"/>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6"/>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6"/>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6"/>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6"/>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6"/>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6"/>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6"/>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6"/>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86"/>
          <p:cNvGrpSpPr/>
          <p:nvPr/>
        </p:nvGrpSpPr>
        <p:grpSpPr>
          <a:xfrm>
            <a:off x="3462865" y="2253896"/>
            <a:ext cx="442730" cy="362331"/>
            <a:chOff x="3462865" y="2459296"/>
            <a:chExt cx="442730" cy="362331"/>
          </a:xfrm>
        </p:grpSpPr>
        <p:sp>
          <p:nvSpPr>
            <p:cNvPr id="8547" name="Google Shape;8547;p86"/>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6"/>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6"/>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6"/>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6"/>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6"/>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6"/>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86"/>
          <p:cNvGrpSpPr/>
          <p:nvPr/>
        </p:nvGrpSpPr>
        <p:grpSpPr>
          <a:xfrm>
            <a:off x="3988847" y="3152734"/>
            <a:ext cx="281121" cy="367279"/>
            <a:chOff x="3988847" y="3358134"/>
            <a:chExt cx="281121" cy="367279"/>
          </a:xfrm>
        </p:grpSpPr>
        <p:sp>
          <p:nvSpPr>
            <p:cNvPr id="8555" name="Google Shape;8555;p86"/>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6"/>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6"/>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6"/>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6"/>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6"/>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6"/>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6"/>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6"/>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6"/>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6"/>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6"/>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6"/>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6"/>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6"/>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6"/>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6"/>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6"/>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86"/>
          <p:cNvGrpSpPr/>
          <p:nvPr/>
        </p:nvGrpSpPr>
        <p:grpSpPr>
          <a:xfrm>
            <a:off x="3951620" y="2700632"/>
            <a:ext cx="370290" cy="366729"/>
            <a:chOff x="3951620" y="2906032"/>
            <a:chExt cx="370290" cy="366729"/>
          </a:xfrm>
        </p:grpSpPr>
        <p:sp>
          <p:nvSpPr>
            <p:cNvPr id="8574" name="Google Shape;8574;p86"/>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6"/>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86"/>
          <p:cNvGrpSpPr/>
          <p:nvPr/>
        </p:nvGrpSpPr>
        <p:grpSpPr>
          <a:xfrm>
            <a:off x="2145304" y="3153205"/>
            <a:ext cx="404245" cy="388433"/>
            <a:chOff x="2145304" y="3358605"/>
            <a:chExt cx="404245" cy="388433"/>
          </a:xfrm>
        </p:grpSpPr>
        <p:sp>
          <p:nvSpPr>
            <p:cNvPr id="8577" name="Google Shape;8577;p86"/>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6"/>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6"/>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6"/>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6"/>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6"/>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6"/>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6"/>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86"/>
          <p:cNvGrpSpPr/>
          <p:nvPr/>
        </p:nvGrpSpPr>
        <p:grpSpPr>
          <a:xfrm>
            <a:off x="2593925" y="3165196"/>
            <a:ext cx="406392" cy="365263"/>
            <a:chOff x="2593925" y="3370596"/>
            <a:chExt cx="406392" cy="365263"/>
          </a:xfrm>
        </p:grpSpPr>
        <p:sp>
          <p:nvSpPr>
            <p:cNvPr id="8586" name="Google Shape;8586;p86"/>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6"/>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6"/>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6"/>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6"/>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6"/>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6"/>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6"/>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6"/>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6"/>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6"/>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86"/>
          <p:cNvGrpSpPr/>
          <p:nvPr/>
        </p:nvGrpSpPr>
        <p:grpSpPr>
          <a:xfrm>
            <a:off x="848975" y="1782316"/>
            <a:ext cx="384898" cy="358221"/>
            <a:chOff x="848975" y="1987716"/>
            <a:chExt cx="384898" cy="358221"/>
          </a:xfrm>
        </p:grpSpPr>
        <p:sp>
          <p:nvSpPr>
            <p:cNvPr id="8598" name="Google Shape;8598;p86"/>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6"/>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6"/>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6"/>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6"/>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6"/>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6"/>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6"/>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6"/>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86"/>
          <p:cNvGrpSpPr/>
          <p:nvPr/>
        </p:nvGrpSpPr>
        <p:grpSpPr>
          <a:xfrm>
            <a:off x="2255731" y="2722492"/>
            <a:ext cx="226405" cy="386260"/>
            <a:chOff x="2255731" y="2927892"/>
            <a:chExt cx="226405" cy="386260"/>
          </a:xfrm>
        </p:grpSpPr>
        <p:sp>
          <p:nvSpPr>
            <p:cNvPr id="8608" name="Google Shape;8608;p86"/>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6"/>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6"/>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6"/>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6"/>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6"/>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6"/>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6"/>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6"/>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6"/>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6"/>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86"/>
          <p:cNvGrpSpPr/>
          <p:nvPr/>
        </p:nvGrpSpPr>
        <p:grpSpPr>
          <a:xfrm>
            <a:off x="2209576" y="2236748"/>
            <a:ext cx="307641" cy="346571"/>
            <a:chOff x="2209576" y="2442148"/>
            <a:chExt cx="307641" cy="346571"/>
          </a:xfrm>
        </p:grpSpPr>
        <p:sp>
          <p:nvSpPr>
            <p:cNvPr id="8620" name="Google Shape;8620;p86"/>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6"/>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6"/>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6"/>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6"/>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6"/>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6"/>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6"/>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6"/>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6"/>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6"/>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6"/>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6"/>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6"/>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6"/>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86"/>
          <p:cNvGrpSpPr/>
          <p:nvPr/>
        </p:nvGrpSpPr>
        <p:grpSpPr>
          <a:xfrm>
            <a:off x="1334850" y="2704742"/>
            <a:ext cx="280231" cy="357854"/>
            <a:chOff x="1334850" y="2910142"/>
            <a:chExt cx="280231" cy="357854"/>
          </a:xfrm>
        </p:grpSpPr>
        <p:sp>
          <p:nvSpPr>
            <p:cNvPr id="8636" name="Google Shape;8636;p86"/>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6"/>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6"/>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6"/>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6"/>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6"/>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6"/>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6"/>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6"/>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86"/>
          <p:cNvGrpSpPr/>
          <p:nvPr/>
        </p:nvGrpSpPr>
        <p:grpSpPr>
          <a:xfrm>
            <a:off x="920682" y="3606250"/>
            <a:ext cx="220357" cy="378353"/>
            <a:chOff x="920682" y="3811650"/>
            <a:chExt cx="220357" cy="378353"/>
          </a:xfrm>
        </p:grpSpPr>
        <p:sp>
          <p:nvSpPr>
            <p:cNvPr id="8646" name="Google Shape;8646;p86"/>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6"/>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6"/>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6"/>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6"/>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6"/>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6"/>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6"/>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6"/>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6"/>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6"/>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6"/>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6"/>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6"/>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6"/>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86"/>
          <p:cNvGrpSpPr/>
          <p:nvPr/>
        </p:nvGrpSpPr>
        <p:grpSpPr>
          <a:xfrm>
            <a:off x="3900804" y="1342518"/>
            <a:ext cx="411550" cy="337748"/>
            <a:chOff x="3900804" y="1547918"/>
            <a:chExt cx="411550" cy="337748"/>
          </a:xfrm>
        </p:grpSpPr>
        <p:sp>
          <p:nvSpPr>
            <p:cNvPr id="8662" name="Google Shape;8662;p86"/>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6"/>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6"/>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6"/>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6"/>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6"/>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6"/>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86"/>
          <p:cNvGrpSpPr/>
          <p:nvPr/>
        </p:nvGrpSpPr>
        <p:grpSpPr>
          <a:xfrm>
            <a:off x="3508654" y="3606381"/>
            <a:ext cx="363876" cy="364007"/>
            <a:chOff x="3508654" y="3811781"/>
            <a:chExt cx="363876" cy="364007"/>
          </a:xfrm>
        </p:grpSpPr>
        <p:sp>
          <p:nvSpPr>
            <p:cNvPr id="8670" name="Google Shape;8670;p86"/>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6"/>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6"/>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6"/>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6"/>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6"/>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6"/>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6"/>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6"/>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6"/>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6"/>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6"/>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6"/>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6"/>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86"/>
          <p:cNvGrpSpPr/>
          <p:nvPr/>
        </p:nvGrpSpPr>
        <p:grpSpPr>
          <a:xfrm>
            <a:off x="1761322" y="3609523"/>
            <a:ext cx="310050" cy="374688"/>
            <a:chOff x="1761322" y="3814923"/>
            <a:chExt cx="310050" cy="374688"/>
          </a:xfrm>
        </p:grpSpPr>
        <p:sp>
          <p:nvSpPr>
            <p:cNvPr id="8685" name="Google Shape;8685;p86"/>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6"/>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6"/>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6"/>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6"/>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6"/>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6"/>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6"/>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6"/>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6"/>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6"/>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6"/>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6"/>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6"/>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6"/>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6"/>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6"/>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6"/>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6"/>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6"/>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6"/>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6"/>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6"/>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6"/>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6"/>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6"/>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6"/>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6"/>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86"/>
          <p:cNvGrpSpPr/>
          <p:nvPr/>
        </p:nvGrpSpPr>
        <p:grpSpPr>
          <a:xfrm>
            <a:off x="2604109" y="2233895"/>
            <a:ext cx="399088" cy="373144"/>
            <a:chOff x="2604109" y="2439295"/>
            <a:chExt cx="399088" cy="373144"/>
          </a:xfrm>
        </p:grpSpPr>
        <p:sp>
          <p:nvSpPr>
            <p:cNvPr id="8714" name="Google Shape;8714;p86"/>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6"/>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6"/>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6"/>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6"/>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6"/>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6"/>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6"/>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6"/>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6"/>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6"/>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6"/>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6"/>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6"/>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6"/>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6"/>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6"/>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6"/>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6"/>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6"/>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6"/>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6"/>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6"/>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6"/>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6"/>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6"/>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6"/>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6"/>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6"/>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6"/>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6"/>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6"/>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6"/>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6"/>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6"/>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6"/>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6"/>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6"/>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6"/>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6"/>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6"/>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6"/>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6"/>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86"/>
          <p:cNvGrpSpPr/>
          <p:nvPr/>
        </p:nvGrpSpPr>
        <p:grpSpPr>
          <a:xfrm>
            <a:off x="7086308" y="2256121"/>
            <a:ext cx="368536" cy="353692"/>
            <a:chOff x="7086308" y="2461521"/>
            <a:chExt cx="368536" cy="353692"/>
          </a:xfrm>
        </p:grpSpPr>
        <p:sp>
          <p:nvSpPr>
            <p:cNvPr id="8758" name="Google Shape;8758;p86"/>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6"/>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6"/>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6"/>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6"/>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6"/>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6"/>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6"/>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6"/>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6"/>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6"/>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86"/>
          <p:cNvGrpSpPr/>
          <p:nvPr/>
        </p:nvGrpSpPr>
        <p:grpSpPr>
          <a:xfrm>
            <a:off x="6644992" y="2248843"/>
            <a:ext cx="375552" cy="368405"/>
            <a:chOff x="6644992" y="2454243"/>
            <a:chExt cx="375552" cy="368405"/>
          </a:xfrm>
        </p:grpSpPr>
        <p:sp>
          <p:nvSpPr>
            <p:cNvPr id="8770" name="Google Shape;8770;p86"/>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6"/>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6"/>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6"/>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6"/>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6"/>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6"/>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6"/>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6"/>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6"/>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6"/>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86"/>
          <p:cNvGrpSpPr/>
          <p:nvPr/>
        </p:nvGrpSpPr>
        <p:grpSpPr>
          <a:xfrm>
            <a:off x="6186789" y="2251933"/>
            <a:ext cx="371049" cy="362096"/>
            <a:chOff x="6186789" y="2457333"/>
            <a:chExt cx="371049" cy="362096"/>
          </a:xfrm>
        </p:grpSpPr>
        <p:sp>
          <p:nvSpPr>
            <p:cNvPr id="8782" name="Google Shape;8782;p86"/>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6"/>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6"/>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6"/>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6"/>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6"/>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6"/>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6"/>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6"/>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6"/>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6"/>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6"/>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86"/>
          <p:cNvGrpSpPr/>
          <p:nvPr/>
        </p:nvGrpSpPr>
        <p:grpSpPr>
          <a:xfrm>
            <a:off x="7957893" y="2249079"/>
            <a:ext cx="375081" cy="368169"/>
            <a:chOff x="7957893" y="2454479"/>
            <a:chExt cx="375081" cy="368169"/>
          </a:xfrm>
        </p:grpSpPr>
        <p:sp>
          <p:nvSpPr>
            <p:cNvPr id="8795" name="Google Shape;8795;p86"/>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6"/>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6"/>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6"/>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6"/>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6"/>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6"/>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6"/>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6"/>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6"/>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86"/>
          <p:cNvGrpSpPr/>
          <p:nvPr/>
        </p:nvGrpSpPr>
        <p:grpSpPr>
          <a:xfrm>
            <a:off x="5738562" y="2248948"/>
            <a:ext cx="368536" cy="368300"/>
            <a:chOff x="5738562" y="2454348"/>
            <a:chExt cx="368536" cy="368300"/>
          </a:xfrm>
        </p:grpSpPr>
        <p:sp>
          <p:nvSpPr>
            <p:cNvPr id="8806" name="Google Shape;8806;p86"/>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6"/>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6"/>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6"/>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6"/>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6"/>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6"/>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6"/>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6"/>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6"/>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6"/>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6"/>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6"/>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6"/>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6"/>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6"/>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6"/>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6"/>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6"/>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6"/>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6"/>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6"/>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6"/>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6"/>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6"/>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6"/>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6"/>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6"/>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6"/>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6"/>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6"/>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6"/>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86"/>
          <p:cNvGrpSpPr/>
          <p:nvPr/>
        </p:nvGrpSpPr>
        <p:grpSpPr>
          <a:xfrm>
            <a:off x="4870747" y="2288820"/>
            <a:ext cx="368536" cy="288687"/>
            <a:chOff x="4870747" y="2494220"/>
            <a:chExt cx="368536" cy="288687"/>
          </a:xfrm>
        </p:grpSpPr>
        <p:sp>
          <p:nvSpPr>
            <p:cNvPr id="8839" name="Google Shape;8839;p86"/>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6"/>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6"/>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6"/>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6"/>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6"/>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6"/>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6"/>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6"/>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6"/>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6"/>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6"/>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6"/>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6"/>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6"/>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6"/>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6"/>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6"/>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6"/>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6"/>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6"/>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6"/>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6"/>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6"/>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86"/>
          <p:cNvGrpSpPr/>
          <p:nvPr/>
        </p:nvGrpSpPr>
        <p:grpSpPr>
          <a:xfrm>
            <a:off x="5300308" y="2249105"/>
            <a:ext cx="370604" cy="367960"/>
            <a:chOff x="5300308" y="2454505"/>
            <a:chExt cx="370604" cy="367960"/>
          </a:xfrm>
        </p:grpSpPr>
        <p:sp>
          <p:nvSpPr>
            <p:cNvPr id="8864" name="Google Shape;8864;p86"/>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6"/>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6"/>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6"/>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6"/>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6"/>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6"/>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6"/>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6"/>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6"/>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6"/>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86"/>
          <p:cNvGrpSpPr/>
          <p:nvPr/>
        </p:nvGrpSpPr>
        <p:grpSpPr>
          <a:xfrm>
            <a:off x="4929600" y="3620335"/>
            <a:ext cx="230803" cy="340235"/>
            <a:chOff x="4929600" y="3825735"/>
            <a:chExt cx="230803" cy="340235"/>
          </a:xfrm>
        </p:grpSpPr>
        <p:sp>
          <p:nvSpPr>
            <p:cNvPr id="8876" name="Google Shape;8876;p86"/>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6"/>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6"/>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6"/>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6"/>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6"/>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6"/>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6"/>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6"/>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6"/>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6"/>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6"/>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6"/>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6"/>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6"/>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6"/>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6"/>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6"/>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6"/>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6"/>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6"/>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86"/>
          <p:cNvGrpSpPr/>
          <p:nvPr/>
        </p:nvGrpSpPr>
        <p:grpSpPr>
          <a:xfrm>
            <a:off x="6264518" y="3619995"/>
            <a:ext cx="249810" cy="340968"/>
            <a:chOff x="6264518" y="3825395"/>
            <a:chExt cx="249810" cy="340968"/>
          </a:xfrm>
        </p:grpSpPr>
        <p:sp>
          <p:nvSpPr>
            <p:cNvPr id="8898" name="Google Shape;8898;p86"/>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6"/>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6"/>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6"/>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6"/>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6"/>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6"/>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6"/>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86"/>
          <p:cNvGrpSpPr/>
          <p:nvPr/>
        </p:nvGrpSpPr>
        <p:grpSpPr>
          <a:xfrm>
            <a:off x="5376073" y="3619968"/>
            <a:ext cx="223158" cy="340994"/>
            <a:chOff x="5376073" y="3825368"/>
            <a:chExt cx="223158" cy="340994"/>
          </a:xfrm>
        </p:grpSpPr>
        <p:sp>
          <p:nvSpPr>
            <p:cNvPr id="8907" name="Google Shape;8907;p86"/>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6"/>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6"/>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6"/>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6"/>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6"/>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6"/>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6"/>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6"/>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6"/>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6"/>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6"/>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6"/>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6"/>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6"/>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6"/>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6"/>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6"/>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6"/>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6"/>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6"/>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6"/>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6"/>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6"/>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6"/>
          <p:cNvGrpSpPr/>
          <p:nvPr/>
        </p:nvGrpSpPr>
        <p:grpSpPr>
          <a:xfrm>
            <a:off x="6716044" y="3619995"/>
            <a:ext cx="197973" cy="340314"/>
            <a:chOff x="6716044" y="3825395"/>
            <a:chExt cx="197973" cy="340314"/>
          </a:xfrm>
        </p:grpSpPr>
        <p:sp>
          <p:nvSpPr>
            <p:cNvPr id="8932" name="Google Shape;8932;p86"/>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6"/>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6"/>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6"/>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6"/>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6"/>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6"/>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6"/>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6"/>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6"/>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6"/>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6"/>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6"/>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86"/>
          <p:cNvGrpSpPr/>
          <p:nvPr/>
        </p:nvGrpSpPr>
        <p:grpSpPr>
          <a:xfrm>
            <a:off x="7517833" y="2260415"/>
            <a:ext cx="370656" cy="345157"/>
            <a:chOff x="7517833" y="2465815"/>
            <a:chExt cx="370656" cy="345157"/>
          </a:xfrm>
        </p:grpSpPr>
        <p:sp>
          <p:nvSpPr>
            <p:cNvPr id="8946" name="Google Shape;8946;p86"/>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6"/>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6"/>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6"/>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6"/>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6"/>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6"/>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86"/>
          <p:cNvGrpSpPr/>
          <p:nvPr/>
        </p:nvGrpSpPr>
        <p:grpSpPr>
          <a:xfrm>
            <a:off x="5804954" y="3620309"/>
            <a:ext cx="251197" cy="340392"/>
            <a:chOff x="5804954" y="3825709"/>
            <a:chExt cx="251197" cy="340392"/>
          </a:xfrm>
        </p:grpSpPr>
        <p:sp>
          <p:nvSpPr>
            <p:cNvPr id="8954" name="Google Shape;8954;p86"/>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6"/>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6"/>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6"/>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6"/>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6"/>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86"/>
          <p:cNvGrpSpPr/>
          <p:nvPr/>
        </p:nvGrpSpPr>
        <p:grpSpPr>
          <a:xfrm>
            <a:off x="4872134" y="3154593"/>
            <a:ext cx="374819" cy="368562"/>
            <a:chOff x="4872134" y="3359993"/>
            <a:chExt cx="374819" cy="368562"/>
          </a:xfrm>
        </p:grpSpPr>
        <p:sp>
          <p:nvSpPr>
            <p:cNvPr id="8961" name="Google Shape;8961;p86"/>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6"/>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6"/>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6"/>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6"/>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6"/>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6"/>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6"/>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86"/>
          <p:cNvGrpSpPr/>
          <p:nvPr/>
        </p:nvGrpSpPr>
        <p:grpSpPr>
          <a:xfrm>
            <a:off x="6614911" y="1310762"/>
            <a:ext cx="391810" cy="368484"/>
            <a:chOff x="6614911" y="1516162"/>
            <a:chExt cx="391810" cy="368484"/>
          </a:xfrm>
        </p:grpSpPr>
        <p:sp>
          <p:nvSpPr>
            <p:cNvPr id="8970" name="Google Shape;8970;p86"/>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6"/>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6"/>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6"/>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6"/>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6"/>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6"/>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6"/>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6"/>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6"/>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6"/>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6"/>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6"/>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6"/>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6"/>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6"/>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6"/>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6"/>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86"/>
          <p:cNvGrpSpPr/>
          <p:nvPr/>
        </p:nvGrpSpPr>
        <p:grpSpPr>
          <a:xfrm>
            <a:off x="5822573" y="3154619"/>
            <a:ext cx="231065" cy="368405"/>
            <a:chOff x="5822573" y="3360019"/>
            <a:chExt cx="231065" cy="368405"/>
          </a:xfrm>
        </p:grpSpPr>
        <p:sp>
          <p:nvSpPr>
            <p:cNvPr id="8989" name="Google Shape;8989;p86"/>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6"/>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6"/>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6"/>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6"/>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6"/>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6"/>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6"/>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6"/>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6"/>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6"/>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6"/>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6"/>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6"/>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6"/>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86"/>
          <p:cNvGrpSpPr/>
          <p:nvPr/>
        </p:nvGrpSpPr>
        <p:grpSpPr>
          <a:xfrm>
            <a:off x="7494690" y="1310788"/>
            <a:ext cx="374557" cy="368614"/>
            <a:chOff x="7494690" y="1516188"/>
            <a:chExt cx="374557" cy="368614"/>
          </a:xfrm>
        </p:grpSpPr>
        <p:sp>
          <p:nvSpPr>
            <p:cNvPr id="9005" name="Google Shape;9005;p86"/>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6"/>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6"/>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6"/>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6"/>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6"/>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6"/>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6"/>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86"/>
          <p:cNvGrpSpPr/>
          <p:nvPr/>
        </p:nvGrpSpPr>
        <p:grpSpPr>
          <a:xfrm>
            <a:off x="5314707" y="3154619"/>
            <a:ext cx="381731" cy="368405"/>
            <a:chOff x="5314707" y="3360019"/>
            <a:chExt cx="381731" cy="368405"/>
          </a:xfrm>
        </p:grpSpPr>
        <p:sp>
          <p:nvSpPr>
            <p:cNvPr id="9014" name="Google Shape;9014;p86"/>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6"/>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6"/>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6"/>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6"/>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6"/>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6"/>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6"/>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6"/>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6"/>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6"/>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6"/>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6"/>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6"/>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6"/>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86"/>
          <p:cNvGrpSpPr/>
          <p:nvPr/>
        </p:nvGrpSpPr>
        <p:grpSpPr>
          <a:xfrm>
            <a:off x="5308058" y="1311756"/>
            <a:ext cx="374295" cy="366599"/>
            <a:chOff x="5308058" y="1517156"/>
            <a:chExt cx="374295" cy="366599"/>
          </a:xfrm>
        </p:grpSpPr>
        <p:sp>
          <p:nvSpPr>
            <p:cNvPr id="9030" name="Google Shape;9030;p86"/>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6"/>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6"/>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6"/>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86"/>
          <p:cNvGrpSpPr/>
          <p:nvPr/>
        </p:nvGrpSpPr>
        <p:grpSpPr>
          <a:xfrm>
            <a:off x="6184800" y="1335502"/>
            <a:ext cx="370761" cy="319108"/>
            <a:chOff x="6184800" y="1540902"/>
            <a:chExt cx="370761" cy="319108"/>
          </a:xfrm>
        </p:grpSpPr>
        <p:sp>
          <p:nvSpPr>
            <p:cNvPr id="9035" name="Google Shape;9035;p86"/>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6"/>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6"/>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6"/>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6"/>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6"/>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6"/>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6"/>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6"/>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6"/>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86"/>
          <p:cNvGrpSpPr/>
          <p:nvPr/>
        </p:nvGrpSpPr>
        <p:grpSpPr>
          <a:xfrm>
            <a:off x="7060102" y="1310971"/>
            <a:ext cx="370709" cy="367829"/>
            <a:chOff x="7060102" y="1516371"/>
            <a:chExt cx="370709" cy="367829"/>
          </a:xfrm>
        </p:grpSpPr>
        <p:sp>
          <p:nvSpPr>
            <p:cNvPr id="9046" name="Google Shape;9046;p86"/>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6"/>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6"/>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6"/>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6"/>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6"/>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6"/>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6"/>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6"/>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6"/>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6"/>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6"/>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6"/>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6"/>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6"/>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6"/>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6"/>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6"/>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6"/>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6"/>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6"/>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6"/>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6"/>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6"/>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6"/>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86"/>
          <p:cNvGrpSpPr/>
          <p:nvPr/>
        </p:nvGrpSpPr>
        <p:grpSpPr>
          <a:xfrm>
            <a:off x="7935247" y="1310762"/>
            <a:ext cx="381704" cy="368588"/>
            <a:chOff x="7935247" y="1516162"/>
            <a:chExt cx="381704" cy="368588"/>
          </a:xfrm>
        </p:grpSpPr>
        <p:sp>
          <p:nvSpPr>
            <p:cNvPr id="9072" name="Google Shape;9072;p86"/>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6"/>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6"/>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6"/>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6"/>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6"/>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6"/>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6"/>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6"/>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6"/>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6"/>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6"/>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6"/>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6"/>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6"/>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6"/>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6"/>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6"/>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86"/>
          <p:cNvGrpSpPr/>
          <p:nvPr/>
        </p:nvGrpSpPr>
        <p:grpSpPr>
          <a:xfrm>
            <a:off x="5738169" y="1354430"/>
            <a:ext cx="389035" cy="281147"/>
            <a:chOff x="5738169" y="1559830"/>
            <a:chExt cx="389035" cy="281147"/>
          </a:xfrm>
        </p:grpSpPr>
        <p:sp>
          <p:nvSpPr>
            <p:cNvPr id="9091" name="Google Shape;9091;p86"/>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6"/>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6"/>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6"/>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6"/>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6"/>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6"/>
          <p:cNvGrpSpPr/>
          <p:nvPr/>
        </p:nvGrpSpPr>
        <p:grpSpPr>
          <a:xfrm>
            <a:off x="6192470" y="3155116"/>
            <a:ext cx="368510" cy="367750"/>
            <a:chOff x="6192470" y="3360516"/>
            <a:chExt cx="368510" cy="367750"/>
          </a:xfrm>
        </p:grpSpPr>
        <p:sp>
          <p:nvSpPr>
            <p:cNvPr id="9098" name="Google Shape;9098;p86"/>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6"/>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6"/>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6"/>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6"/>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6"/>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6"/>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6"/>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6"/>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6"/>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6"/>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6"/>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86"/>
          <p:cNvGrpSpPr/>
          <p:nvPr/>
        </p:nvGrpSpPr>
        <p:grpSpPr>
          <a:xfrm>
            <a:off x="4935019" y="1310709"/>
            <a:ext cx="246642" cy="368667"/>
            <a:chOff x="4935019" y="1516109"/>
            <a:chExt cx="246642" cy="368667"/>
          </a:xfrm>
        </p:grpSpPr>
        <p:sp>
          <p:nvSpPr>
            <p:cNvPr id="9111" name="Google Shape;9111;p86"/>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6"/>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6"/>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6"/>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6"/>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6"/>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6"/>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6"/>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6"/>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86"/>
          <p:cNvGrpSpPr/>
          <p:nvPr/>
        </p:nvGrpSpPr>
        <p:grpSpPr>
          <a:xfrm>
            <a:off x="7989335" y="3154619"/>
            <a:ext cx="291698" cy="368405"/>
            <a:chOff x="7989335" y="3360019"/>
            <a:chExt cx="291698" cy="368405"/>
          </a:xfrm>
        </p:grpSpPr>
        <p:sp>
          <p:nvSpPr>
            <p:cNvPr id="9122" name="Google Shape;9122;p86"/>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6"/>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6"/>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6"/>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6"/>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6"/>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6"/>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6"/>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6"/>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86"/>
          <p:cNvGrpSpPr/>
          <p:nvPr/>
        </p:nvGrpSpPr>
        <p:grpSpPr>
          <a:xfrm>
            <a:off x="6633158" y="3154383"/>
            <a:ext cx="368143" cy="368771"/>
            <a:chOff x="6633158" y="3359783"/>
            <a:chExt cx="368143" cy="368771"/>
          </a:xfrm>
        </p:grpSpPr>
        <p:sp>
          <p:nvSpPr>
            <p:cNvPr id="9133" name="Google Shape;9133;p86"/>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6"/>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6"/>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6"/>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6"/>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6"/>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6"/>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6"/>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6"/>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6"/>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6"/>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6"/>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6"/>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6"/>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6"/>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6"/>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6"/>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6"/>
          <p:cNvGrpSpPr/>
          <p:nvPr/>
        </p:nvGrpSpPr>
        <p:grpSpPr>
          <a:xfrm>
            <a:off x="7940666" y="1814805"/>
            <a:ext cx="383249" cy="286488"/>
            <a:chOff x="7940666" y="2020205"/>
            <a:chExt cx="383249" cy="286488"/>
          </a:xfrm>
        </p:grpSpPr>
        <p:sp>
          <p:nvSpPr>
            <p:cNvPr id="9152" name="Google Shape;9152;p86"/>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6"/>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6"/>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6"/>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86"/>
          <p:cNvGrpSpPr/>
          <p:nvPr/>
        </p:nvGrpSpPr>
        <p:grpSpPr>
          <a:xfrm>
            <a:off x="7508513" y="1818078"/>
            <a:ext cx="372175" cy="279995"/>
            <a:chOff x="7508513" y="2023478"/>
            <a:chExt cx="372175" cy="279995"/>
          </a:xfrm>
        </p:grpSpPr>
        <p:sp>
          <p:nvSpPr>
            <p:cNvPr id="9158" name="Google Shape;9158;p86"/>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6"/>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6"/>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6"/>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6"/>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6"/>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6"/>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6"/>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6"/>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6"/>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6"/>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6"/>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6"/>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6"/>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6"/>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6"/>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6"/>
          <p:cNvGrpSpPr/>
          <p:nvPr/>
        </p:nvGrpSpPr>
        <p:grpSpPr>
          <a:xfrm>
            <a:off x="7070705" y="1790903"/>
            <a:ext cx="368405" cy="334449"/>
            <a:chOff x="7070705" y="1996303"/>
            <a:chExt cx="368405" cy="334449"/>
          </a:xfrm>
        </p:grpSpPr>
        <p:sp>
          <p:nvSpPr>
            <p:cNvPr id="9175" name="Google Shape;9175;p86"/>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6"/>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6"/>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6"/>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6"/>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6"/>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6"/>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6"/>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6"/>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6"/>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6"/>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6"/>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6"/>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6"/>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6"/>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86"/>
          <p:cNvGrpSpPr/>
          <p:nvPr/>
        </p:nvGrpSpPr>
        <p:grpSpPr>
          <a:xfrm>
            <a:off x="6630645" y="1834938"/>
            <a:ext cx="368536" cy="246275"/>
            <a:chOff x="6630645" y="2040338"/>
            <a:chExt cx="368536" cy="246275"/>
          </a:xfrm>
        </p:grpSpPr>
        <p:sp>
          <p:nvSpPr>
            <p:cNvPr id="9191" name="Google Shape;9191;p86"/>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6"/>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6"/>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6"/>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6"/>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6"/>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6"/>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6"/>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6"/>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6"/>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6"/>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6"/>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6"/>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6"/>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6"/>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6"/>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6"/>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6"/>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6"/>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6"/>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6"/>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6"/>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6"/>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6"/>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86"/>
          <p:cNvGrpSpPr/>
          <p:nvPr/>
        </p:nvGrpSpPr>
        <p:grpSpPr>
          <a:xfrm>
            <a:off x="6190455" y="1789646"/>
            <a:ext cx="368771" cy="336858"/>
            <a:chOff x="6190455" y="1995046"/>
            <a:chExt cx="368771" cy="336858"/>
          </a:xfrm>
        </p:grpSpPr>
        <p:sp>
          <p:nvSpPr>
            <p:cNvPr id="9218" name="Google Shape;9218;p86"/>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6"/>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6"/>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6"/>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6"/>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6"/>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6"/>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6"/>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6"/>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6"/>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6"/>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6"/>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6"/>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6"/>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6"/>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6"/>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6"/>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6"/>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86"/>
          <p:cNvGrpSpPr/>
          <p:nvPr/>
        </p:nvGrpSpPr>
        <p:grpSpPr>
          <a:xfrm>
            <a:off x="5750631" y="1810983"/>
            <a:ext cx="371677" cy="293740"/>
            <a:chOff x="5750631" y="2016383"/>
            <a:chExt cx="371677" cy="293740"/>
          </a:xfrm>
        </p:grpSpPr>
        <p:sp>
          <p:nvSpPr>
            <p:cNvPr id="9237" name="Google Shape;9237;p86"/>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6"/>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6"/>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6"/>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6"/>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6"/>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6"/>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6"/>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6"/>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6"/>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6"/>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6"/>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86"/>
          <p:cNvGrpSpPr/>
          <p:nvPr/>
        </p:nvGrpSpPr>
        <p:grpSpPr>
          <a:xfrm>
            <a:off x="5310807" y="1817449"/>
            <a:ext cx="368274" cy="281226"/>
            <a:chOff x="5310807" y="2022849"/>
            <a:chExt cx="368274" cy="281226"/>
          </a:xfrm>
        </p:grpSpPr>
        <p:sp>
          <p:nvSpPr>
            <p:cNvPr id="9250" name="Google Shape;9250;p86"/>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6"/>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6"/>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6"/>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6"/>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6"/>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6"/>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6"/>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6"/>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6"/>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6"/>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6"/>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6"/>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6"/>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6"/>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6"/>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6"/>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6"/>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6"/>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86"/>
          <p:cNvGrpSpPr/>
          <p:nvPr/>
        </p:nvGrpSpPr>
        <p:grpSpPr>
          <a:xfrm>
            <a:off x="4865589" y="1817030"/>
            <a:ext cx="375788" cy="281828"/>
            <a:chOff x="4865589" y="2022430"/>
            <a:chExt cx="375788" cy="281828"/>
          </a:xfrm>
        </p:grpSpPr>
        <p:sp>
          <p:nvSpPr>
            <p:cNvPr id="9270" name="Google Shape;9270;p86"/>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6"/>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6"/>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6"/>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6"/>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6"/>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6"/>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6"/>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6"/>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6"/>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6"/>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86"/>
          <p:cNvGrpSpPr/>
          <p:nvPr/>
        </p:nvGrpSpPr>
        <p:grpSpPr>
          <a:xfrm>
            <a:off x="7107069" y="3154855"/>
            <a:ext cx="293818" cy="368012"/>
            <a:chOff x="7107069" y="3360255"/>
            <a:chExt cx="293818" cy="368012"/>
          </a:xfrm>
        </p:grpSpPr>
        <p:sp>
          <p:nvSpPr>
            <p:cNvPr id="9282" name="Google Shape;9282;p86"/>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6"/>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6"/>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6"/>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6"/>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6"/>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6"/>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86"/>
          <p:cNvGrpSpPr/>
          <p:nvPr/>
        </p:nvGrpSpPr>
        <p:grpSpPr>
          <a:xfrm>
            <a:off x="7578597" y="3154933"/>
            <a:ext cx="234285" cy="367855"/>
            <a:chOff x="7578597" y="3360333"/>
            <a:chExt cx="234285" cy="367855"/>
          </a:xfrm>
        </p:grpSpPr>
        <p:sp>
          <p:nvSpPr>
            <p:cNvPr id="9290" name="Google Shape;9290;p86"/>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6"/>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6"/>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6"/>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6"/>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6"/>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6"/>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6"/>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6"/>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86"/>
          <p:cNvGrpSpPr/>
          <p:nvPr/>
        </p:nvGrpSpPr>
        <p:grpSpPr>
          <a:xfrm>
            <a:off x="6697352" y="4083983"/>
            <a:ext cx="269130" cy="354530"/>
            <a:chOff x="6697352" y="4289383"/>
            <a:chExt cx="269130" cy="354530"/>
          </a:xfrm>
        </p:grpSpPr>
        <p:sp>
          <p:nvSpPr>
            <p:cNvPr id="9300" name="Google Shape;9300;p86"/>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6"/>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6"/>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6"/>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6"/>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6"/>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6"/>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6"/>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6"/>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86"/>
          <p:cNvGrpSpPr/>
          <p:nvPr/>
        </p:nvGrpSpPr>
        <p:grpSpPr>
          <a:xfrm>
            <a:off x="5768616" y="2703485"/>
            <a:ext cx="334816" cy="368536"/>
            <a:chOff x="5768616" y="2908885"/>
            <a:chExt cx="334816" cy="368536"/>
          </a:xfrm>
        </p:grpSpPr>
        <p:sp>
          <p:nvSpPr>
            <p:cNvPr id="9310" name="Google Shape;9310;p86"/>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6"/>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6"/>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6"/>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6"/>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6"/>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6"/>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6"/>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6"/>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86"/>
          <p:cNvGrpSpPr/>
          <p:nvPr/>
        </p:nvGrpSpPr>
        <p:grpSpPr>
          <a:xfrm>
            <a:off x="6657061" y="2703485"/>
            <a:ext cx="323114" cy="368667"/>
            <a:chOff x="6657061" y="2908885"/>
            <a:chExt cx="323114" cy="368667"/>
          </a:xfrm>
        </p:grpSpPr>
        <p:sp>
          <p:nvSpPr>
            <p:cNvPr id="9320" name="Google Shape;9320;p86"/>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6"/>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6"/>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6"/>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6"/>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6"/>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6"/>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86"/>
          <p:cNvGrpSpPr/>
          <p:nvPr/>
        </p:nvGrpSpPr>
        <p:grpSpPr>
          <a:xfrm>
            <a:off x="6211084" y="2703773"/>
            <a:ext cx="330915" cy="368457"/>
            <a:chOff x="6211084" y="2909173"/>
            <a:chExt cx="330915" cy="368457"/>
          </a:xfrm>
        </p:grpSpPr>
        <p:sp>
          <p:nvSpPr>
            <p:cNvPr id="9328" name="Google Shape;9328;p86"/>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6"/>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6"/>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6"/>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6"/>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6"/>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6"/>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6"/>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86"/>
          <p:cNvGrpSpPr/>
          <p:nvPr/>
        </p:nvGrpSpPr>
        <p:grpSpPr>
          <a:xfrm>
            <a:off x="7543097" y="2703354"/>
            <a:ext cx="314945" cy="368300"/>
            <a:chOff x="7543097" y="2908754"/>
            <a:chExt cx="314945" cy="368300"/>
          </a:xfrm>
        </p:grpSpPr>
        <p:sp>
          <p:nvSpPr>
            <p:cNvPr id="9337" name="Google Shape;9337;p86"/>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6"/>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6"/>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6"/>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6"/>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6"/>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6"/>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6"/>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6"/>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6"/>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6"/>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6"/>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6"/>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86"/>
          <p:cNvGrpSpPr/>
          <p:nvPr/>
        </p:nvGrpSpPr>
        <p:grpSpPr>
          <a:xfrm>
            <a:off x="7090471" y="2703564"/>
            <a:ext cx="331282" cy="368588"/>
            <a:chOff x="7090471" y="2908964"/>
            <a:chExt cx="331282" cy="368588"/>
          </a:xfrm>
        </p:grpSpPr>
        <p:sp>
          <p:nvSpPr>
            <p:cNvPr id="9351" name="Google Shape;9351;p86"/>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6"/>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6"/>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86"/>
          <p:cNvGrpSpPr/>
          <p:nvPr/>
        </p:nvGrpSpPr>
        <p:grpSpPr>
          <a:xfrm>
            <a:off x="7159769" y="3621199"/>
            <a:ext cx="195722" cy="339816"/>
            <a:chOff x="7159769" y="3826599"/>
            <a:chExt cx="195722" cy="339816"/>
          </a:xfrm>
        </p:grpSpPr>
        <p:sp>
          <p:nvSpPr>
            <p:cNvPr id="9355" name="Google Shape;9355;p86"/>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6"/>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6"/>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6"/>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6"/>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6"/>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6"/>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6"/>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6"/>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6"/>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6"/>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6"/>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6"/>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86"/>
          <p:cNvGrpSpPr/>
          <p:nvPr/>
        </p:nvGrpSpPr>
        <p:grpSpPr>
          <a:xfrm>
            <a:off x="4959157" y="2703485"/>
            <a:ext cx="191454" cy="369531"/>
            <a:chOff x="4959157" y="2908885"/>
            <a:chExt cx="191454" cy="369531"/>
          </a:xfrm>
        </p:grpSpPr>
        <p:sp>
          <p:nvSpPr>
            <p:cNvPr id="9369" name="Google Shape;9369;p86"/>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6"/>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6"/>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6"/>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6"/>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6"/>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6"/>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6"/>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6"/>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6"/>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6"/>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6"/>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86"/>
          <p:cNvGrpSpPr/>
          <p:nvPr/>
        </p:nvGrpSpPr>
        <p:grpSpPr>
          <a:xfrm>
            <a:off x="7994230" y="2703511"/>
            <a:ext cx="295729" cy="368379"/>
            <a:chOff x="7994230" y="2908911"/>
            <a:chExt cx="295729" cy="368379"/>
          </a:xfrm>
        </p:grpSpPr>
        <p:sp>
          <p:nvSpPr>
            <p:cNvPr id="9382" name="Google Shape;9382;p86"/>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6"/>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6"/>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6"/>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6"/>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6"/>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6"/>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6"/>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6"/>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6"/>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6"/>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6"/>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6"/>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6"/>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6"/>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6"/>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6"/>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6"/>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6"/>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6"/>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6"/>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6"/>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86"/>
          <p:cNvGrpSpPr/>
          <p:nvPr/>
        </p:nvGrpSpPr>
        <p:grpSpPr>
          <a:xfrm>
            <a:off x="7552024" y="3620728"/>
            <a:ext cx="281880" cy="340733"/>
            <a:chOff x="7552024" y="3826128"/>
            <a:chExt cx="281880" cy="340733"/>
          </a:xfrm>
        </p:grpSpPr>
        <p:sp>
          <p:nvSpPr>
            <p:cNvPr id="9405" name="Google Shape;9405;p86"/>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6"/>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6"/>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6"/>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6"/>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6"/>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6"/>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6"/>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6"/>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6"/>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6"/>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6"/>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86"/>
          <p:cNvGrpSpPr/>
          <p:nvPr/>
        </p:nvGrpSpPr>
        <p:grpSpPr>
          <a:xfrm>
            <a:off x="6264910" y="4084428"/>
            <a:ext cx="202895" cy="354268"/>
            <a:chOff x="6264910" y="4289828"/>
            <a:chExt cx="202895" cy="354268"/>
          </a:xfrm>
        </p:grpSpPr>
        <p:sp>
          <p:nvSpPr>
            <p:cNvPr id="9418" name="Google Shape;9418;p86"/>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6"/>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6"/>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6"/>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6"/>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6"/>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6"/>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6"/>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86"/>
          <p:cNvGrpSpPr/>
          <p:nvPr/>
        </p:nvGrpSpPr>
        <p:grpSpPr>
          <a:xfrm>
            <a:off x="7972606" y="3621147"/>
            <a:ext cx="335863" cy="339685"/>
            <a:chOff x="7972606" y="3826547"/>
            <a:chExt cx="335863" cy="339685"/>
          </a:xfrm>
        </p:grpSpPr>
        <p:sp>
          <p:nvSpPr>
            <p:cNvPr id="9427" name="Google Shape;9427;p86"/>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6"/>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6"/>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6"/>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6"/>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6"/>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6"/>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6"/>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6"/>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6"/>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6"/>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6"/>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6"/>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86"/>
          <p:cNvGrpSpPr/>
          <p:nvPr/>
        </p:nvGrpSpPr>
        <p:grpSpPr>
          <a:xfrm>
            <a:off x="5309550" y="2703930"/>
            <a:ext cx="371939" cy="367201"/>
            <a:chOff x="5309550" y="2909330"/>
            <a:chExt cx="371939" cy="367201"/>
          </a:xfrm>
        </p:grpSpPr>
        <p:sp>
          <p:nvSpPr>
            <p:cNvPr id="9441" name="Google Shape;9441;p86"/>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6"/>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6"/>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6"/>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6"/>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6"/>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6"/>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6"/>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6"/>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6"/>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6"/>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6"/>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6"/>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6"/>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6"/>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6"/>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6"/>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86"/>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9459" name="Google Shape;9459;p86"/>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63" name="Shape 9463"/>
        <p:cNvGrpSpPr/>
        <p:nvPr/>
      </p:nvGrpSpPr>
      <p:grpSpPr>
        <a:xfrm>
          <a:off x="0" y="0"/>
          <a:ext cx="0" cy="0"/>
          <a:chOff x="0" y="0"/>
          <a:chExt cx="0" cy="0"/>
        </a:xfrm>
      </p:grpSpPr>
      <p:grpSp>
        <p:nvGrpSpPr>
          <p:cNvPr id="9464" name="Google Shape;9464;p87"/>
          <p:cNvGrpSpPr/>
          <p:nvPr/>
        </p:nvGrpSpPr>
        <p:grpSpPr>
          <a:xfrm>
            <a:off x="910401" y="1327128"/>
            <a:ext cx="248243" cy="345731"/>
            <a:chOff x="910401" y="1511703"/>
            <a:chExt cx="248243" cy="345731"/>
          </a:xfrm>
        </p:grpSpPr>
        <p:sp>
          <p:nvSpPr>
            <p:cNvPr id="9465" name="Google Shape;9465;p87"/>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7"/>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7"/>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7"/>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7"/>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7"/>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7"/>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7"/>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7"/>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7"/>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7"/>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7"/>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7"/>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7"/>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7"/>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7"/>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7"/>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7"/>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7"/>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7"/>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7"/>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7"/>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7"/>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7"/>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87"/>
          <p:cNvGrpSpPr/>
          <p:nvPr/>
        </p:nvGrpSpPr>
        <p:grpSpPr>
          <a:xfrm>
            <a:off x="1311970" y="1327312"/>
            <a:ext cx="345810" cy="345547"/>
            <a:chOff x="1311970" y="1511887"/>
            <a:chExt cx="345810" cy="345547"/>
          </a:xfrm>
        </p:grpSpPr>
        <p:sp>
          <p:nvSpPr>
            <p:cNvPr id="9490" name="Google Shape;9490;p87"/>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7"/>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7"/>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7"/>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7"/>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7"/>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7"/>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7"/>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7"/>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7"/>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7"/>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7"/>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7"/>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7"/>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87"/>
          <p:cNvGrpSpPr/>
          <p:nvPr/>
        </p:nvGrpSpPr>
        <p:grpSpPr>
          <a:xfrm>
            <a:off x="1754297" y="1326735"/>
            <a:ext cx="353757" cy="346413"/>
            <a:chOff x="1754297" y="1511310"/>
            <a:chExt cx="353757" cy="346413"/>
          </a:xfrm>
        </p:grpSpPr>
        <p:sp>
          <p:nvSpPr>
            <p:cNvPr id="9505" name="Google Shape;9505;p87"/>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7"/>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7"/>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7"/>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7"/>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7"/>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7"/>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7"/>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7"/>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7"/>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7"/>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7"/>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7"/>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7"/>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7"/>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7"/>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7"/>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7"/>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7"/>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7"/>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87"/>
          <p:cNvGrpSpPr/>
          <p:nvPr/>
        </p:nvGrpSpPr>
        <p:grpSpPr>
          <a:xfrm>
            <a:off x="3115872" y="1327233"/>
            <a:ext cx="316277" cy="345600"/>
            <a:chOff x="3115872" y="1511808"/>
            <a:chExt cx="316277" cy="345600"/>
          </a:xfrm>
        </p:grpSpPr>
        <p:sp>
          <p:nvSpPr>
            <p:cNvPr id="9526" name="Google Shape;9526;p87"/>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7"/>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7"/>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7"/>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7"/>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7"/>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7"/>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7"/>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7"/>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7"/>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7"/>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7"/>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7"/>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7"/>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7"/>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7"/>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7"/>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7"/>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87"/>
          <p:cNvGrpSpPr/>
          <p:nvPr/>
        </p:nvGrpSpPr>
        <p:grpSpPr>
          <a:xfrm>
            <a:off x="3561975" y="1327207"/>
            <a:ext cx="349088" cy="345652"/>
            <a:chOff x="3561975" y="1511782"/>
            <a:chExt cx="349088" cy="345652"/>
          </a:xfrm>
        </p:grpSpPr>
        <p:sp>
          <p:nvSpPr>
            <p:cNvPr id="9545" name="Google Shape;9545;p87"/>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7"/>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7"/>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7"/>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7"/>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7"/>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7"/>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7"/>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7"/>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7"/>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7"/>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7"/>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7"/>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7"/>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7"/>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7"/>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7"/>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7"/>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7"/>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7"/>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7"/>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7"/>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7"/>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7"/>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87"/>
          <p:cNvGrpSpPr/>
          <p:nvPr/>
        </p:nvGrpSpPr>
        <p:grpSpPr>
          <a:xfrm>
            <a:off x="1747347" y="3178265"/>
            <a:ext cx="382161" cy="356537"/>
            <a:chOff x="1747347" y="3362840"/>
            <a:chExt cx="382161" cy="356537"/>
          </a:xfrm>
        </p:grpSpPr>
        <p:sp>
          <p:nvSpPr>
            <p:cNvPr id="9570" name="Google Shape;9570;p87"/>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7"/>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7"/>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7"/>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7"/>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7"/>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7"/>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7"/>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7"/>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7"/>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7"/>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7"/>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7"/>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7"/>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7"/>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7"/>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87"/>
          <p:cNvGrpSpPr/>
          <p:nvPr/>
        </p:nvGrpSpPr>
        <p:grpSpPr>
          <a:xfrm>
            <a:off x="2181989" y="3194421"/>
            <a:ext cx="404874" cy="341535"/>
            <a:chOff x="2181989" y="3378996"/>
            <a:chExt cx="404874" cy="341535"/>
          </a:xfrm>
        </p:grpSpPr>
        <p:sp>
          <p:nvSpPr>
            <p:cNvPr id="9587" name="Google Shape;9587;p87"/>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7"/>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7"/>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7"/>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7"/>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7"/>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7"/>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7"/>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7"/>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7"/>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7"/>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7"/>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7"/>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7"/>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7"/>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7"/>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7"/>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7"/>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87"/>
          <p:cNvGrpSpPr/>
          <p:nvPr/>
        </p:nvGrpSpPr>
        <p:grpSpPr>
          <a:xfrm>
            <a:off x="3097565" y="3197333"/>
            <a:ext cx="361336" cy="338623"/>
            <a:chOff x="3097565" y="3381908"/>
            <a:chExt cx="361336" cy="338623"/>
          </a:xfrm>
        </p:grpSpPr>
        <p:sp>
          <p:nvSpPr>
            <p:cNvPr id="9606" name="Google Shape;9606;p87"/>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7"/>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7"/>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7"/>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7"/>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7"/>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7"/>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7"/>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7"/>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7"/>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7"/>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7"/>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7"/>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7"/>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87"/>
          <p:cNvGrpSpPr/>
          <p:nvPr/>
        </p:nvGrpSpPr>
        <p:grpSpPr>
          <a:xfrm>
            <a:off x="871401" y="1813806"/>
            <a:ext cx="324224" cy="338466"/>
            <a:chOff x="871401" y="1998381"/>
            <a:chExt cx="324224" cy="338466"/>
          </a:xfrm>
        </p:grpSpPr>
        <p:sp>
          <p:nvSpPr>
            <p:cNvPr id="9621" name="Google Shape;9621;p87"/>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7"/>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7"/>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7"/>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7"/>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7"/>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7"/>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7"/>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7"/>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7"/>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7"/>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7"/>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7"/>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7"/>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7"/>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7"/>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7"/>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87"/>
          <p:cNvGrpSpPr/>
          <p:nvPr/>
        </p:nvGrpSpPr>
        <p:grpSpPr>
          <a:xfrm>
            <a:off x="1751884" y="1804705"/>
            <a:ext cx="360602" cy="360471"/>
            <a:chOff x="1751884" y="1989280"/>
            <a:chExt cx="360602" cy="360471"/>
          </a:xfrm>
        </p:grpSpPr>
        <p:sp>
          <p:nvSpPr>
            <p:cNvPr id="9639" name="Google Shape;9639;p87"/>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7"/>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7"/>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7"/>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7"/>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7"/>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7"/>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7"/>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7"/>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7"/>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7"/>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7"/>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7"/>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7"/>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7"/>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87"/>
          <p:cNvGrpSpPr/>
          <p:nvPr/>
        </p:nvGrpSpPr>
        <p:grpSpPr>
          <a:xfrm>
            <a:off x="2188048" y="1798987"/>
            <a:ext cx="389347" cy="353284"/>
            <a:chOff x="2188048" y="1983562"/>
            <a:chExt cx="389347" cy="353284"/>
          </a:xfrm>
        </p:grpSpPr>
        <p:sp>
          <p:nvSpPr>
            <p:cNvPr id="9655" name="Google Shape;9655;p87"/>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7"/>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7"/>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7"/>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7"/>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7"/>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7"/>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7"/>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87"/>
          <p:cNvGrpSpPr/>
          <p:nvPr/>
        </p:nvGrpSpPr>
        <p:grpSpPr>
          <a:xfrm>
            <a:off x="2654399" y="1839141"/>
            <a:ext cx="342977" cy="287663"/>
            <a:chOff x="2654399" y="2023716"/>
            <a:chExt cx="342977" cy="287663"/>
          </a:xfrm>
        </p:grpSpPr>
        <p:sp>
          <p:nvSpPr>
            <p:cNvPr id="9664" name="Google Shape;9664;p87"/>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7"/>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7"/>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7"/>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7"/>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7"/>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7"/>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7"/>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7"/>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7"/>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7"/>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7"/>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7"/>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7"/>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7"/>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7"/>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7"/>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7"/>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7"/>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7"/>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7"/>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7"/>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7"/>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7"/>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7"/>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7"/>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7"/>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7"/>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87"/>
          <p:cNvGrpSpPr/>
          <p:nvPr/>
        </p:nvGrpSpPr>
        <p:grpSpPr>
          <a:xfrm>
            <a:off x="3104515" y="1813806"/>
            <a:ext cx="338492" cy="338597"/>
            <a:chOff x="3104515" y="1998381"/>
            <a:chExt cx="338492" cy="338597"/>
          </a:xfrm>
        </p:grpSpPr>
        <p:sp>
          <p:nvSpPr>
            <p:cNvPr id="9693" name="Google Shape;9693;p87"/>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7"/>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7"/>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7"/>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7"/>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7"/>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7"/>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7"/>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7"/>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7"/>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7"/>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7"/>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7"/>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7"/>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7"/>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7"/>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7"/>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7"/>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7"/>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7"/>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7"/>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7"/>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7"/>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7"/>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7"/>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7"/>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7"/>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7"/>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7"/>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7"/>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7"/>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7"/>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7"/>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87"/>
          <p:cNvGrpSpPr/>
          <p:nvPr/>
        </p:nvGrpSpPr>
        <p:grpSpPr>
          <a:xfrm>
            <a:off x="4006321" y="1790830"/>
            <a:ext cx="320605" cy="384469"/>
            <a:chOff x="4006321" y="1975405"/>
            <a:chExt cx="320605" cy="384469"/>
          </a:xfrm>
        </p:grpSpPr>
        <p:sp>
          <p:nvSpPr>
            <p:cNvPr id="9727" name="Google Shape;9727;p87"/>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7"/>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7"/>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7"/>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7"/>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7"/>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7"/>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7"/>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7"/>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7"/>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7"/>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7"/>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7"/>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7"/>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7"/>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7"/>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7"/>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7"/>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7"/>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7"/>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7"/>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7"/>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87"/>
          <p:cNvGrpSpPr/>
          <p:nvPr/>
        </p:nvGrpSpPr>
        <p:grpSpPr>
          <a:xfrm>
            <a:off x="3554290" y="3195942"/>
            <a:ext cx="340092" cy="338623"/>
            <a:chOff x="3554290" y="3380517"/>
            <a:chExt cx="340092" cy="338623"/>
          </a:xfrm>
        </p:grpSpPr>
        <p:sp>
          <p:nvSpPr>
            <p:cNvPr id="9750" name="Google Shape;9750;p87"/>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7"/>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7"/>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7"/>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7"/>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7"/>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7"/>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7"/>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7"/>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7"/>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7"/>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7"/>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7"/>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7"/>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7"/>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7"/>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7"/>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7"/>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87"/>
          <p:cNvGrpSpPr/>
          <p:nvPr/>
        </p:nvGrpSpPr>
        <p:grpSpPr>
          <a:xfrm>
            <a:off x="4001155" y="3207456"/>
            <a:ext cx="345810" cy="311058"/>
            <a:chOff x="4001155" y="3392031"/>
            <a:chExt cx="345810" cy="311058"/>
          </a:xfrm>
        </p:grpSpPr>
        <p:sp>
          <p:nvSpPr>
            <p:cNvPr id="9769" name="Google Shape;9769;p87"/>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7"/>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7"/>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7"/>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7"/>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7"/>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7"/>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7"/>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7"/>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7"/>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7"/>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7"/>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7"/>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7"/>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7"/>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7"/>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7"/>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7"/>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7"/>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7"/>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7"/>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7"/>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87"/>
          <p:cNvGrpSpPr/>
          <p:nvPr/>
        </p:nvGrpSpPr>
        <p:grpSpPr>
          <a:xfrm>
            <a:off x="912027" y="3641810"/>
            <a:ext cx="253699" cy="338571"/>
            <a:chOff x="912027" y="3826385"/>
            <a:chExt cx="253699" cy="338571"/>
          </a:xfrm>
        </p:grpSpPr>
        <p:sp>
          <p:nvSpPr>
            <p:cNvPr id="9792" name="Google Shape;9792;p87"/>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7"/>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7"/>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7"/>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7"/>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7"/>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7"/>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7"/>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7"/>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7"/>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7"/>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7"/>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7"/>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87"/>
          <p:cNvGrpSpPr/>
          <p:nvPr/>
        </p:nvGrpSpPr>
        <p:grpSpPr>
          <a:xfrm>
            <a:off x="1311446" y="3641889"/>
            <a:ext cx="353652" cy="338440"/>
            <a:chOff x="1311446" y="3826464"/>
            <a:chExt cx="353652" cy="338440"/>
          </a:xfrm>
        </p:grpSpPr>
        <p:sp>
          <p:nvSpPr>
            <p:cNvPr id="9806" name="Google Shape;9806;p87"/>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7"/>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7"/>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7"/>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7"/>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7"/>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7"/>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7"/>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7"/>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7"/>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87"/>
          <p:cNvGrpSpPr/>
          <p:nvPr/>
        </p:nvGrpSpPr>
        <p:grpSpPr>
          <a:xfrm>
            <a:off x="1768434" y="3641810"/>
            <a:ext cx="345154" cy="338728"/>
            <a:chOff x="1768434" y="3826385"/>
            <a:chExt cx="345154" cy="338728"/>
          </a:xfrm>
        </p:grpSpPr>
        <p:sp>
          <p:nvSpPr>
            <p:cNvPr id="9817" name="Google Shape;9817;p87"/>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7"/>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7"/>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7"/>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7"/>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7"/>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7"/>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7"/>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7"/>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7"/>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7"/>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7"/>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7"/>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7"/>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7"/>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7"/>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7"/>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7"/>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7"/>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7"/>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7"/>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7"/>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7"/>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7"/>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7"/>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7"/>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7"/>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7"/>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87"/>
          <p:cNvGrpSpPr/>
          <p:nvPr/>
        </p:nvGrpSpPr>
        <p:grpSpPr>
          <a:xfrm>
            <a:off x="2175039" y="3632211"/>
            <a:ext cx="424571" cy="344813"/>
            <a:chOff x="2175039" y="3816786"/>
            <a:chExt cx="424571" cy="344813"/>
          </a:xfrm>
        </p:grpSpPr>
        <p:sp>
          <p:nvSpPr>
            <p:cNvPr id="9846" name="Google Shape;9846;p87"/>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7"/>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7"/>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7"/>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7"/>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7"/>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7"/>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7"/>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7"/>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7"/>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7"/>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7"/>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7"/>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7"/>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7"/>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7"/>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7"/>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7"/>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7"/>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7"/>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7"/>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7"/>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7"/>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7"/>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7"/>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7"/>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7"/>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87"/>
          <p:cNvGrpSpPr/>
          <p:nvPr/>
        </p:nvGrpSpPr>
        <p:grpSpPr>
          <a:xfrm>
            <a:off x="1277770" y="1795997"/>
            <a:ext cx="409149" cy="373978"/>
            <a:chOff x="1277770" y="1980572"/>
            <a:chExt cx="409149" cy="373978"/>
          </a:xfrm>
        </p:grpSpPr>
        <p:sp>
          <p:nvSpPr>
            <p:cNvPr id="9874" name="Google Shape;9874;p87"/>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7"/>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7"/>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7"/>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7"/>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7"/>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7"/>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7"/>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7"/>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7"/>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7"/>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7"/>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7"/>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7"/>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7"/>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7"/>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7"/>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7"/>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7"/>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7"/>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7"/>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87"/>
          <p:cNvGrpSpPr/>
          <p:nvPr/>
        </p:nvGrpSpPr>
        <p:grpSpPr>
          <a:xfrm>
            <a:off x="870273" y="4109236"/>
            <a:ext cx="411300" cy="353258"/>
            <a:chOff x="870273" y="4293811"/>
            <a:chExt cx="411300" cy="353258"/>
          </a:xfrm>
        </p:grpSpPr>
        <p:sp>
          <p:nvSpPr>
            <p:cNvPr id="9896" name="Google Shape;9896;p87"/>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7"/>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7"/>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7"/>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7"/>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7"/>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7"/>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7"/>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7"/>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7"/>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7"/>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7"/>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7"/>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7"/>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7"/>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7"/>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7"/>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7"/>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7"/>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5" name="Google Shape;9915;p87"/>
          <p:cNvSpPr/>
          <p:nvPr/>
        </p:nvSpPr>
        <p:spPr>
          <a:xfrm>
            <a:off x="2217055" y="2494016"/>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7"/>
          <p:cNvSpPr/>
          <p:nvPr/>
        </p:nvSpPr>
        <p:spPr>
          <a:xfrm>
            <a:off x="2201161" y="2549303"/>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7" name="Google Shape;9917;p87"/>
          <p:cNvGrpSpPr/>
          <p:nvPr/>
        </p:nvGrpSpPr>
        <p:grpSpPr>
          <a:xfrm>
            <a:off x="2189674" y="2255241"/>
            <a:ext cx="376627" cy="351501"/>
            <a:chOff x="2189674" y="2439816"/>
            <a:chExt cx="376627" cy="351501"/>
          </a:xfrm>
        </p:grpSpPr>
        <p:sp>
          <p:nvSpPr>
            <p:cNvPr id="9918" name="Google Shape;9918;p87"/>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7"/>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7"/>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7"/>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7"/>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7"/>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7"/>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7"/>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7"/>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7"/>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7"/>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7"/>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7"/>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7"/>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7"/>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7"/>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7"/>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7"/>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7"/>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7"/>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7"/>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7"/>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7"/>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7"/>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7"/>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7"/>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7"/>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7"/>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7"/>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87"/>
          <p:cNvGrpSpPr/>
          <p:nvPr/>
        </p:nvGrpSpPr>
        <p:grpSpPr>
          <a:xfrm>
            <a:off x="2660798" y="2267751"/>
            <a:ext cx="329653" cy="326926"/>
            <a:chOff x="2660798" y="2452326"/>
            <a:chExt cx="329653" cy="326926"/>
          </a:xfrm>
        </p:grpSpPr>
        <p:sp>
          <p:nvSpPr>
            <p:cNvPr id="9948" name="Google Shape;9948;p87"/>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7"/>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7"/>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7"/>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7"/>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7"/>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7"/>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7"/>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7"/>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7"/>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7"/>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7"/>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7"/>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7"/>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7"/>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7"/>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7"/>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7"/>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7"/>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87"/>
          <p:cNvGrpSpPr/>
          <p:nvPr/>
        </p:nvGrpSpPr>
        <p:grpSpPr>
          <a:xfrm>
            <a:off x="4059458" y="2255319"/>
            <a:ext cx="218973" cy="351265"/>
            <a:chOff x="4059458" y="2439894"/>
            <a:chExt cx="218973" cy="351265"/>
          </a:xfrm>
        </p:grpSpPr>
        <p:sp>
          <p:nvSpPr>
            <p:cNvPr id="9968" name="Google Shape;9968;p87"/>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7"/>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7"/>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7"/>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7"/>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3" name="Google Shape;9973;p87"/>
          <p:cNvSpPr/>
          <p:nvPr/>
        </p:nvSpPr>
        <p:spPr>
          <a:xfrm>
            <a:off x="2689176" y="3654425"/>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7"/>
          <p:cNvSpPr/>
          <p:nvPr/>
        </p:nvSpPr>
        <p:spPr>
          <a:xfrm>
            <a:off x="2650570" y="3856089"/>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5" name="Google Shape;9975;p87"/>
          <p:cNvGrpSpPr/>
          <p:nvPr/>
        </p:nvGrpSpPr>
        <p:grpSpPr>
          <a:xfrm>
            <a:off x="2612199" y="3640158"/>
            <a:ext cx="449041" cy="351108"/>
            <a:chOff x="2612199" y="3824733"/>
            <a:chExt cx="449041" cy="351108"/>
          </a:xfrm>
        </p:grpSpPr>
        <p:sp>
          <p:nvSpPr>
            <p:cNvPr id="9976" name="Google Shape;9976;p87"/>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7"/>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7"/>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7"/>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7"/>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7"/>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7"/>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7"/>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7"/>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7"/>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7"/>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7"/>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7"/>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7"/>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7"/>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7"/>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7"/>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7"/>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7"/>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7"/>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87"/>
          <p:cNvGrpSpPr/>
          <p:nvPr/>
        </p:nvGrpSpPr>
        <p:grpSpPr>
          <a:xfrm>
            <a:off x="3547471" y="2257759"/>
            <a:ext cx="347567" cy="346334"/>
            <a:chOff x="3547471" y="2442334"/>
            <a:chExt cx="347567" cy="346334"/>
          </a:xfrm>
        </p:grpSpPr>
        <p:sp>
          <p:nvSpPr>
            <p:cNvPr id="9997" name="Google Shape;9997;p87"/>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7"/>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7"/>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7"/>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7"/>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7"/>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7"/>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7"/>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7"/>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7"/>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7"/>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7"/>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7"/>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7"/>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7"/>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87"/>
          <p:cNvGrpSpPr/>
          <p:nvPr/>
        </p:nvGrpSpPr>
        <p:grpSpPr>
          <a:xfrm>
            <a:off x="3527093" y="3625995"/>
            <a:ext cx="403300" cy="357927"/>
            <a:chOff x="3527093" y="3810570"/>
            <a:chExt cx="403300" cy="357927"/>
          </a:xfrm>
        </p:grpSpPr>
        <p:sp>
          <p:nvSpPr>
            <p:cNvPr id="10013" name="Google Shape;10013;p87"/>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7"/>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7"/>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7"/>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7"/>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7"/>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7"/>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7"/>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7"/>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7"/>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7"/>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87"/>
          <p:cNvGrpSpPr/>
          <p:nvPr/>
        </p:nvGrpSpPr>
        <p:grpSpPr>
          <a:xfrm>
            <a:off x="4038634" y="3638532"/>
            <a:ext cx="292935" cy="352734"/>
            <a:chOff x="4038634" y="3823107"/>
            <a:chExt cx="292935" cy="352734"/>
          </a:xfrm>
        </p:grpSpPr>
        <p:sp>
          <p:nvSpPr>
            <p:cNvPr id="10025" name="Google Shape;10025;p87"/>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7"/>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7"/>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7"/>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7"/>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7"/>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7"/>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7"/>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7"/>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7"/>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7"/>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7"/>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7"/>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87"/>
          <p:cNvGrpSpPr/>
          <p:nvPr/>
        </p:nvGrpSpPr>
        <p:grpSpPr>
          <a:xfrm>
            <a:off x="854248" y="2736069"/>
            <a:ext cx="360445" cy="321077"/>
            <a:chOff x="854248" y="2920644"/>
            <a:chExt cx="360445" cy="321077"/>
          </a:xfrm>
        </p:grpSpPr>
        <p:sp>
          <p:nvSpPr>
            <p:cNvPr id="10039" name="Google Shape;10039;p87"/>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7"/>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7"/>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7"/>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7"/>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7"/>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7"/>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7"/>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7"/>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7"/>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7"/>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7"/>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7"/>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7"/>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7"/>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87"/>
          <p:cNvGrpSpPr/>
          <p:nvPr/>
        </p:nvGrpSpPr>
        <p:grpSpPr>
          <a:xfrm>
            <a:off x="1274858" y="2745275"/>
            <a:ext cx="412191" cy="302665"/>
            <a:chOff x="1274858" y="2929850"/>
            <a:chExt cx="412191" cy="302665"/>
          </a:xfrm>
        </p:grpSpPr>
        <p:sp>
          <p:nvSpPr>
            <p:cNvPr id="10055" name="Google Shape;10055;p87"/>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7"/>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7"/>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7"/>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7"/>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7"/>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7"/>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7"/>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7"/>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7"/>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7"/>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7"/>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7"/>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7"/>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7"/>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7"/>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7"/>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7"/>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7"/>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7"/>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7"/>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7"/>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7"/>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7"/>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7"/>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7"/>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7"/>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7"/>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87"/>
          <p:cNvGrpSpPr/>
          <p:nvPr/>
        </p:nvGrpSpPr>
        <p:grpSpPr>
          <a:xfrm>
            <a:off x="1728542" y="2710078"/>
            <a:ext cx="397819" cy="373034"/>
            <a:chOff x="1728542" y="2894653"/>
            <a:chExt cx="397819" cy="373034"/>
          </a:xfrm>
        </p:grpSpPr>
        <p:sp>
          <p:nvSpPr>
            <p:cNvPr id="10084" name="Google Shape;10084;p87"/>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7"/>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7"/>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7"/>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7"/>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7"/>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7"/>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7"/>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7"/>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7"/>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7"/>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7"/>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7"/>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7"/>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7"/>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7"/>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7"/>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7"/>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7"/>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7"/>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7"/>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7"/>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87"/>
          <p:cNvGrpSpPr/>
          <p:nvPr/>
        </p:nvGrpSpPr>
        <p:grpSpPr>
          <a:xfrm>
            <a:off x="2178842" y="2716294"/>
            <a:ext cx="375709" cy="360890"/>
            <a:chOff x="2178842" y="2900869"/>
            <a:chExt cx="375709" cy="360890"/>
          </a:xfrm>
        </p:grpSpPr>
        <p:sp>
          <p:nvSpPr>
            <p:cNvPr id="10107" name="Google Shape;10107;p87"/>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7"/>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7"/>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7"/>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7"/>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7"/>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7"/>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7"/>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7"/>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7"/>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7"/>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7"/>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7"/>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87"/>
          <p:cNvGrpSpPr/>
          <p:nvPr/>
        </p:nvGrpSpPr>
        <p:grpSpPr>
          <a:xfrm>
            <a:off x="2704703" y="2716346"/>
            <a:ext cx="230986" cy="360497"/>
            <a:chOff x="2704703" y="2900921"/>
            <a:chExt cx="230986" cy="360497"/>
          </a:xfrm>
        </p:grpSpPr>
        <p:sp>
          <p:nvSpPr>
            <p:cNvPr id="10121" name="Google Shape;10121;p87"/>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7"/>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7"/>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7"/>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7"/>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7"/>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7"/>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7"/>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7"/>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7"/>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7"/>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87"/>
          <p:cNvGrpSpPr/>
          <p:nvPr/>
        </p:nvGrpSpPr>
        <p:grpSpPr>
          <a:xfrm>
            <a:off x="3072963" y="2719100"/>
            <a:ext cx="387197" cy="355094"/>
            <a:chOff x="3072963" y="2903675"/>
            <a:chExt cx="387197" cy="355094"/>
          </a:xfrm>
        </p:grpSpPr>
        <p:sp>
          <p:nvSpPr>
            <p:cNvPr id="10133" name="Google Shape;10133;p87"/>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7"/>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7"/>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7"/>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7"/>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7"/>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7"/>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7"/>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7"/>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7"/>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7"/>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7"/>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7"/>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7"/>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7"/>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7"/>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7"/>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7"/>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7"/>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7"/>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7"/>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7"/>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7"/>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7"/>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7"/>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7"/>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7"/>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7"/>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7"/>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7"/>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7"/>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7"/>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7"/>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7"/>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87"/>
          <p:cNvGrpSpPr/>
          <p:nvPr/>
        </p:nvGrpSpPr>
        <p:grpSpPr>
          <a:xfrm>
            <a:off x="3977314" y="2769772"/>
            <a:ext cx="364851" cy="253567"/>
            <a:chOff x="3977314" y="2954347"/>
            <a:chExt cx="364851" cy="253567"/>
          </a:xfrm>
        </p:grpSpPr>
        <p:sp>
          <p:nvSpPr>
            <p:cNvPr id="10168" name="Google Shape;10168;p87"/>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7"/>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7"/>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7"/>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7"/>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7"/>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7"/>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7"/>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7"/>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7"/>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7"/>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7"/>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87"/>
          <p:cNvGrpSpPr/>
          <p:nvPr/>
        </p:nvGrpSpPr>
        <p:grpSpPr>
          <a:xfrm>
            <a:off x="3107400" y="3625916"/>
            <a:ext cx="365139" cy="365244"/>
            <a:chOff x="3107400" y="3810491"/>
            <a:chExt cx="365139" cy="365244"/>
          </a:xfrm>
        </p:grpSpPr>
        <p:sp>
          <p:nvSpPr>
            <p:cNvPr id="10181" name="Google Shape;10181;p87"/>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7"/>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7"/>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7"/>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7"/>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7"/>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7"/>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7"/>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7"/>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87"/>
          <p:cNvGrpSpPr/>
          <p:nvPr/>
        </p:nvGrpSpPr>
        <p:grpSpPr>
          <a:xfrm>
            <a:off x="3982979" y="4112803"/>
            <a:ext cx="355540" cy="338230"/>
            <a:chOff x="3982979" y="4297378"/>
            <a:chExt cx="355540" cy="338230"/>
          </a:xfrm>
        </p:grpSpPr>
        <p:sp>
          <p:nvSpPr>
            <p:cNvPr id="10191" name="Google Shape;10191;p87"/>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7"/>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7"/>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7"/>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7"/>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7"/>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7"/>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7"/>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7"/>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7"/>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7"/>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2" name="Google Shape;10202;p87"/>
          <p:cNvSpPr/>
          <p:nvPr/>
        </p:nvSpPr>
        <p:spPr>
          <a:xfrm>
            <a:off x="3597435" y="2039441"/>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7"/>
          <p:cNvSpPr/>
          <p:nvPr/>
        </p:nvSpPr>
        <p:spPr>
          <a:xfrm>
            <a:off x="3580544" y="2114294"/>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4" name="Google Shape;10204;p87"/>
          <p:cNvGrpSpPr/>
          <p:nvPr/>
        </p:nvGrpSpPr>
        <p:grpSpPr>
          <a:xfrm>
            <a:off x="3575220" y="1802711"/>
            <a:ext cx="292830" cy="360602"/>
            <a:chOff x="3575220" y="1987286"/>
            <a:chExt cx="292830" cy="360602"/>
          </a:xfrm>
        </p:grpSpPr>
        <p:sp>
          <p:nvSpPr>
            <p:cNvPr id="10205" name="Google Shape;10205;p87"/>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7"/>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7"/>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7"/>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7"/>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7"/>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7"/>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7"/>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7"/>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7"/>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7"/>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7"/>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7"/>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7"/>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7"/>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7"/>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7"/>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7"/>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7"/>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7"/>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7"/>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7"/>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7"/>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7"/>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7"/>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7"/>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7"/>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7"/>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7"/>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7"/>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7"/>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7"/>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7"/>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7"/>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7"/>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7"/>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7"/>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7"/>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7"/>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7"/>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7"/>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7"/>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7"/>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7"/>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7"/>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7"/>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7"/>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7"/>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87"/>
          <p:cNvGrpSpPr/>
          <p:nvPr/>
        </p:nvGrpSpPr>
        <p:grpSpPr>
          <a:xfrm>
            <a:off x="2224399" y="1325607"/>
            <a:ext cx="328237" cy="348904"/>
            <a:chOff x="2224399" y="1510182"/>
            <a:chExt cx="328237" cy="348904"/>
          </a:xfrm>
        </p:grpSpPr>
        <p:sp>
          <p:nvSpPr>
            <p:cNvPr id="10255" name="Google Shape;10255;p87"/>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7"/>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7"/>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7"/>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7"/>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7"/>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7"/>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7"/>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7"/>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7"/>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7"/>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7"/>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7"/>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7"/>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7"/>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87"/>
          <p:cNvGrpSpPr/>
          <p:nvPr/>
        </p:nvGrpSpPr>
        <p:grpSpPr>
          <a:xfrm>
            <a:off x="1331903" y="4119255"/>
            <a:ext cx="343292" cy="340354"/>
            <a:chOff x="1331903" y="4303830"/>
            <a:chExt cx="343292" cy="340354"/>
          </a:xfrm>
        </p:grpSpPr>
        <p:sp>
          <p:nvSpPr>
            <p:cNvPr id="10271" name="Google Shape;10271;p87"/>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7"/>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7"/>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7"/>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7"/>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7"/>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7"/>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7"/>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7"/>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7"/>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7"/>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7"/>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7"/>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7"/>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87"/>
          <p:cNvGrpSpPr/>
          <p:nvPr/>
        </p:nvGrpSpPr>
        <p:grpSpPr>
          <a:xfrm>
            <a:off x="3527014" y="2724949"/>
            <a:ext cx="362228" cy="343187"/>
            <a:chOff x="3527014" y="2909524"/>
            <a:chExt cx="362228" cy="343187"/>
          </a:xfrm>
        </p:grpSpPr>
        <p:sp>
          <p:nvSpPr>
            <p:cNvPr id="10286" name="Google Shape;10286;p87"/>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7"/>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7"/>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7"/>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7"/>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7"/>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7"/>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7"/>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7"/>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7"/>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7"/>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7"/>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7"/>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7"/>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7"/>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7"/>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7"/>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7"/>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7"/>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7"/>
          <p:cNvGrpSpPr/>
          <p:nvPr/>
        </p:nvGrpSpPr>
        <p:grpSpPr>
          <a:xfrm>
            <a:off x="2257297" y="4104909"/>
            <a:ext cx="408546" cy="353494"/>
            <a:chOff x="2181097" y="4289484"/>
            <a:chExt cx="408546" cy="353494"/>
          </a:xfrm>
        </p:grpSpPr>
        <p:sp>
          <p:nvSpPr>
            <p:cNvPr id="10306" name="Google Shape;10306;p87"/>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7"/>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7"/>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7"/>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7"/>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7"/>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7"/>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7"/>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7"/>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7"/>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7"/>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7"/>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7"/>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7"/>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7"/>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7"/>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7"/>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7"/>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87"/>
          <p:cNvGrpSpPr/>
          <p:nvPr/>
        </p:nvGrpSpPr>
        <p:grpSpPr>
          <a:xfrm>
            <a:off x="1735230" y="2250835"/>
            <a:ext cx="393281" cy="360313"/>
            <a:chOff x="1735230" y="2435410"/>
            <a:chExt cx="393281" cy="360313"/>
          </a:xfrm>
        </p:grpSpPr>
        <p:sp>
          <p:nvSpPr>
            <p:cNvPr id="10325" name="Google Shape;10325;p87"/>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7"/>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7"/>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7"/>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7"/>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7"/>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7"/>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7"/>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7"/>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7"/>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7"/>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7"/>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7"/>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7"/>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87"/>
          <p:cNvGrpSpPr/>
          <p:nvPr/>
        </p:nvGrpSpPr>
        <p:grpSpPr>
          <a:xfrm>
            <a:off x="3603362" y="4147397"/>
            <a:ext cx="247011" cy="304029"/>
            <a:chOff x="3603362" y="4331973"/>
            <a:chExt cx="247011" cy="304029"/>
          </a:xfrm>
        </p:grpSpPr>
        <p:sp>
          <p:nvSpPr>
            <p:cNvPr id="10340" name="Google Shape;10340;p87"/>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7"/>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7"/>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7"/>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7"/>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7"/>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7"/>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7"/>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7"/>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87"/>
          <p:cNvGrpSpPr/>
          <p:nvPr/>
        </p:nvGrpSpPr>
        <p:grpSpPr>
          <a:xfrm>
            <a:off x="1752015" y="4104909"/>
            <a:ext cx="365611" cy="360628"/>
            <a:chOff x="1752015" y="4289484"/>
            <a:chExt cx="365611" cy="360628"/>
          </a:xfrm>
        </p:grpSpPr>
        <p:sp>
          <p:nvSpPr>
            <p:cNvPr id="10350" name="Google Shape;10350;p87"/>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7"/>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2" name="Google Shape;10352;p87"/>
            <p:cNvGrpSpPr/>
            <p:nvPr/>
          </p:nvGrpSpPr>
          <p:grpSpPr>
            <a:xfrm>
              <a:off x="1752015" y="4289484"/>
              <a:ext cx="365611" cy="360628"/>
              <a:chOff x="1752015" y="4289484"/>
              <a:chExt cx="365611" cy="360628"/>
            </a:xfrm>
          </p:grpSpPr>
          <p:sp>
            <p:nvSpPr>
              <p:cNvPr id="10353" name="Google Shape;10353;p87"/>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7"/>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7"/>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7"/>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7"/>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7"/>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7"/>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7"/>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7"/>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7"/>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7"/>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7"/>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7"/>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7"/>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7"/>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7"/>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7"/>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7"/>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7"/>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7"/>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7"/>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74" name="Google Shape;10374;p87"/>
          <p:cNvGrpSpPr/>
          <p:nvPr/>
        </p:nvGrpSpPr>
        <p:grpSpPr>
          <a:xfrm>
            <a:off x="2775417" y="4046462"/>
            <a:ext cx="181002" cy="405184"/>
            <a:chOff x="2775386" y="4332051"/>
            <a:chExt cx="135806" cy="304055"/>
          </a:xfrm>
        </p:grpSpPr>
        <p:sp>
          <p:nvSpPr>
            <p:cNvPr id="10375" name="Google Shape;10375;p87"/>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7"/>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7"/>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7"/>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7"/>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7"/>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7"/>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7"/>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7"/>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7"/>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7"/>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7"/>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7"/>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7"/>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7"/>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87"/>
          <p:cNvGrpSpPr/>
          <p:nvPr/>
        </p:nvGrpSpPr>
        <p:grpSpPr>
          <a:xfrm>
            <a:off x="3097827" y="2255634"/>
            <a:ext cx="351239" cy="350609"/>
            <a:chOff x="3097827" y="2440209"/>
            <a:chExt cx="351239" cy="350609"/>
          </a:xfrm>
        </p:grpSpPr>
        <p:sp>
          <p:nvSpPr>
            <p:cNvPr id="10391" name="Google Shape;10391;p87"/>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7"/>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7"/>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7"/>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7"/>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7"/>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7"/>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7"/>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7"/>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7"/>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7"/>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7"/>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7"/>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87"/>
          <p:cNvGrpSpPr/>
          <p:nvPr/>
        </p:nvGrpSpPr>
        <p:grpSpPr>
          <a:xfrm>
            <a:off x="3975965" y="1400338"/>
            <a:ext cx="362711" cy="237959"/>
            <a:chOff x="4034726" y="1584852"/>
            <a:chExt cx="304160" cy="199513"/>
          </a:xfrm>
        </p:grpSpPr>
        <p:sp>
          <p:nvSpPr>
            <p:cNvPr id="10405" name="Google Shape;10405;p87"/>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7"/>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7"/>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7"/>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7"/>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7"/>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7"/>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7"/>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7"/>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7"/>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7"/>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7"/>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7"/>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7"/>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7"/>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7"/>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7"/>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7"/>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87"/>
          <p:cNvGrpSpPr/>
          <p:nvPr/>
        </p:nvGrpSpPr>
        <p:grpSpPr>
          <a:xfrm>
            <a:off x="2666332" y="1353749"/>
            <a:ext cx="322861" cy="292227"/>
            <a:chOff x="2666332" y="1538324"/>
            <a:chExt cx="322861" cy="292227"/>
          </a:xfrm>
        </p:grpSpPr>
        <p:sp>
          <p:nvSpPr>
            <p:cNvPr id="10424" name="Google Shape;10424;p87"/>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7"/>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7"/>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7"/>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7"/>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7"/>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7"/>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7"/>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7"/>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87"/>
          <p:cNvGrpSpPr/>
          <p:nvPr/>
        </p:nvGrpSpPr>
        <p:grpSpPr>
          <a:xfrm>
            <a:off x="865841" y="3188546"/>
            <a:ext cx="355776" cy="361599"/>
            <a:chOff x="865841" y="3373121"/>
            <a:chExt cx="355776" cy="361599"/>
          </a:xfrm>
        </p:grpSpPr>
        <p:sp>
          <p:nvSpPr>
            <p:cNvPr id="10434" name="Google Shape;10434;p87"/>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7"/>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7"/>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7"/>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7"/>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7"/>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7"/>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7"/>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7"/>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7"/>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7"/>
          <p:cNvGrpSpPr/>
          <p:nvPr/>
        </p:nvGrpSpPr>
        <p:grpSpPr>
          <a:xfrm>
            <a:off x="1319524" y="3170580"/>
            <a:ext cx="342793" cy="375709"/>
            <a:chOff x="1319524" y="3355155"/>
            <a:chExt cx="342793" cy="375709"/>
          </a:xfrm>
        </p:grpSpPr>
        <p:sp>
          <p:nvSpPr>
            <p:cNvPr id="10445" name="Google Shape;10445;p87"/>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7"/>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7"/>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7"/>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7"/>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7"/>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7"/>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7"/>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7"/>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7"/>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7"/>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7"/>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7"/>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7"/>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7"/>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7"/>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7"/>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7"/>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7"/>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7"/>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7"/>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7"/>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87"/>
          <p:cNvGrpSpPr/>
          <p:nvPr/>
        </p:nvGrpSpPr>
        <p:grpSpPr>
          <a:xfrm>
            <a:off x="2645009" y="3175433"/>
            <a:ext cx="382161" cy="369991"/>
            <a:chOff x="2645009" y="3360008"/>
            <a:chExt cx="382161" cy="369991"/>
          </a:xfrm>
        </p:grpSpPr>
        <p:sp>
          <p:nvSpPr>
            <p:cNvPr id="10468" name="Google Shape;10468;p87"/>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7"/>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7"/>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7"/>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7"/>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7"/>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7"/>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7"/>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7"/>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7"/>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7"/>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7"/>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7"/>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7"/>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7"/>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7"/>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7"/>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7"/>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7"/>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7"/>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7"/>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7"/>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7"/>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7"/>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7"/>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7"/>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87"/>
          <p:cNvGrpSpPr/>
          <p:nvPr/>
        </p:nvGrpSpPr>
        <p:grpSpPr>
          <a:xfrm>
            <a:off x="1277639" y="2264971"/>
            <a:ext cx="409411" cy="332066"/>
            <a:chOff x="1277639" y="2449546"/>
            <a:chExt cx="409411" cy="332066"/>
          </a:xfrm>
        </p:grpSpPr>
        <p:sp>
          <p:nvSpPr>
            <p:cNvPr id="10495" name="Google Shape;10495;p87"/>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7"/>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7"/>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7"/>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7"/>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7"/>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7"/>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7"/>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7"/>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7"/>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7"/>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7"/>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7"/>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7"/>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7"/>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7"/>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7"/>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7"/>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7"/>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7"/>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87"/>
          <p:cNvGrpSpPr/>
          <p:nvPr/>
        </p:nvGrpSpPr>
        <p:grpSpPr>
          <a:xfrm>
            <a:off x="868254" y="2264578"/>
            <a:ext cx="332670" cy="332696"/>
            <a:chOff x="868254" y="2449153"/>
            <a:chExt cx="332670" cy="332696"/>
          </a:xfrm>
        </p:grpSpPr>
        <p:sp>
          <p:nvSpPr>
            <p:cNvPr id="10516" name="Google Shape;10516;p87"/>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7"/>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7"/>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7"/>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7"/>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7"/>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7"/>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7"/>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7"/>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7"/>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7"/>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7"/>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7"/>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7"/>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7"/>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7"/>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7"/>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7"/>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7"/>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7"/>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7"/>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7"/>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7"/>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7"/>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7"/>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7"/>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7"/>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7"/>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7"/>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7"/>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7"/>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87"/>
          <p:cNvGrpSpPr/>
          <p:nvPr/>
        </p:nvGrpSpPr>
        <p:grpSpPr>
          <a:xfrm>
            <a:off x="3140473" y="4172969"/>
            <a:ext cx="289158" cy="252938"/>
            <a:chOff x="3140473" y="4357544"/>
            <a:chExt cx="289158" cy="252938"/>
          </a:xfrm>
        </p:grpSpPr>
        <p:sp>
          <p:nvSpPr>
            <p:cNvPr id="10548" name="Google Shape;10548;p87"/>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7"/>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7"/>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7"/>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7"/>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7"/>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7"/>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7"/>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7"/>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7"/>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7"/>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7"/>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7"/>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7"/>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7"/>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7"/>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7"/>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7"/>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7"/>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7"/>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7"/>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7"/>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7"/>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7"/>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7"/>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87"/>
          <p:cNvGrpSpPr/>
          <p:nvPr/>
        </p:nvGrpSpPr>
        <p:grpSpPr>
          <a:xfrm>
            <a:off x="4889349" y="1360621"/>
            <a:ext cx="348327" cy="310298"/>
            <a:chOff x="4889349" y="1545196"/>
            <a:chExt cx="348327" cy="310298"/>
          </a:xfrm>
        </p:grpSpPr>
        <p:sp>
          <p:nvSpPr>
            <p:cNvPr id="10574" name="Google Shape;10574;p87"/>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7"/>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7"/>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7"/>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7"/>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7"/>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7"/>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7"/>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7"/>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7"/>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7"/>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7"/>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7"/>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7"/>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7"/>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7"/>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7"/>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7"/>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7"/>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7"/>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7"/>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7"/>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87"/>
          <p:cNvGrpSpPr/>
          <p:nvPr/>
        </p:nvGrpSpPr>
        <p:grpSpPr>
          <a:xfrm>
            <a:off x="5393651" y="1314093"/>
            <a:ext cx="263403" cy="366713"/>
            <a:chOff x="5393651" y="1498668"/>
            <a:chExt cx="263403" cy="366713"/>
          </a:xfrm>
        </p:grpSpPr>
        <p:sp>
          <p:nvSpPr>
            <p:cNvPr id="10597" name="Google Shape;10597;p87"/>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7"/>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7"/>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7"/>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7"/>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7"/>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7"/>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7"/>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7"/>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7"/>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7"/>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7"/>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7"/>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7"/>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7"/>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7"/>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7"/>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7"/>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7"/>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7"/>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7"/>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7"/>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7"/>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7"/>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87"/>
          <p:cNvGrpSpPr/>
          <p:nvPr/>
        </p:nvGrpSpPr>
        <p:grpSpPr>
          <a:xfrm>
            <a:off x="5775393" y="1326053"/>
            <a:ext cx="366634" cy="366634"/>
            <a:chOff x="5775393" y="1510628"/>
            <a:chExt cx="366634" cy="366634"/>
          </a:xfrm>
        </p:grpSpPr>
        <p:sp>
          <p:nvSpPr>
            <p:cNvPr id="10622" name="Google Shape;10622;p87"/>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7"/>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7"/>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7"/>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7"/>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7"/>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7"/>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7"/>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7"/>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7"/>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7"/>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7"/>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7"/>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7"/>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87"/>
          <p:cNvGrpSpPr/>
          <p:nvPr/>
        </p:nvGrpSpPr>
        <p:grpSpPr>
          <a:xfrm>
            <a:off x="6226322" y="1325397"/>
            <a:ext cx="375342" cy="367447"/>
            <a:chOff x="6226322" y="1509972"/>
            <a:chExt cx="375342" cy="367447"/>
          </a:xfrm>
        </p:grpSpPr>
        <p:sp>
          <p:nvSpPr>
            <p:cNvPr id="10637" name="Google Shape;10637;p87"/>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7"/>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7"/>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7"/>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7"/>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7"/>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7"/>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7"/>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7"/>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7"/>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7"/>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7"/>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7"/>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7"/>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7"/>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7"/>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7"/>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7"/>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7"/>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7"/>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7"/>
          <p:cNvGrpSpPr/>
          <p:nvPr/>
        </p:nvGrpSpPr>
        <p:grpSpPr>
          <a:xfrm>
            <a:off x="6689473" y="1325922"/>
            <a:ext cx="338545" cy="367054"/>
            <a:chOff x="6689473" y="1510497"/>
            <a:chExt cx="338545" cy="367054"/>
          </a:xfrm>
        </p:grpSpPr>
        <p:sp>
          <p:nvSpPr>
            <p:cNvPr id="10658" name="Google Shape;10658;p87"/>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7"/>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7"/>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7"/>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7"/>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7"/>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7"/>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7"/>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7"/>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7"/>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7"/>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7"/>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7"/>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7"/>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7"/>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7"/>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7"/>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7"/>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7"/>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7"/>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7"/>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7"/>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7"/>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7"/>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7"/>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7"/>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7"/>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7"/>
          <p:cNvGrpSpPr/>
          <p:nvPr/>
        </p:nvGrpSpPr>
        <p:grpSpPr>
          <a:xfrm>
            <a:off x="7115906" y="1326027"/>
            <a:ext cx="366765" cy="366660"/>
            <a:chOff x="7115906" y="1510602"/>
            <a:chExt cx="366765" cy="366660"/>
          </a:xfrm>
        </p:grpSpPr>
        <p:sp>
          <p:nvSpPr>
            <p:cNvPr id="10686" name="Google Shape;10686;p87"/>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7"/>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7"/>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7"/>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7"/>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7"/>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7"/>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7"/>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7"/>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7"/>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7"/>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7"/>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7"/>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7"/>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7"/>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7"/>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7"/>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7"/>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7"/>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7"/>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7"/>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7"/>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7"/>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7"/>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7"/>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7"/>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7"/>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7"/>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7"/>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7"/>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7"/>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7"/>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7"/>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7"/>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7"/>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7"/>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7"/>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7"/>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7"/>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7"/>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7"/>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7"/>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87"/>
          <p:cNvGrpSpPr/>
          <p:nvPr/>
        </p:nvGrpSpPr>
        <p:grpSpPr>
          <a:xfrm>
            <a:off x="7550155" y="1325922"/>
            <a:ext cx="379381" cy="366792"/>
            <a:chOff x="7550155" y="1510497"/>
            <a:chExt cx="379381" cy="366792"/>
          </a:xfrm>
        </p:grpSpPr>
        <p:sp>
          <p:nvSpPr>
            <p:cNvPr id="10729" name="Google Shape;10729;p87"/>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7"/>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7"/>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7"/>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7"/>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7"/>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7"/>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7"/>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7"/>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7"/>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7"/>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7"/>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7"/>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7"/>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7"/>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7"/>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7"/>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6" name="Google Shape;10746;p87"/>
          <p:cNvSpPr/>
          <p:nvPr/>
        </p:nvSpPr>
        <p:spPr>
          <a:xfrm>
            <a:off x="8111607" y="1670446"/>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7"/>
          <p:cNvSpPr/>
          <p:nvPr/>
        </p:nvSpPr>
        <p:spPr>
          <a:xfrm>
            <a:off x="8238076" y="1670446"/>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8" name="Google Shape;10748;p87"/>
          <p:cNvGrpSpPr/>
          <p:nvPr/>
        </p:nvGrpSpPr>
        <p:grpSpPr>
          <a:xfrm>
            <a:off x="7999537" y="1325974"/>
            <a:ext cx="335476" cy="367001"/>
            <a:chOff x="7999537" y="1510549"/>
            <a:chExt cx="335476" cy="367001"/>
          </a:xfrm>
        </p:grpSpPr>
        <p:sp>
          <p:nvSpPr>
            <p:cNvPr id="10749" name="Google Shape;10749;p87"/>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7"/>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7"/>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7"/>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7"/>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7"/>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7"/>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7"/>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7"/>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7"/>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7"/>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7"/>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7"/>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7"/>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7"/>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7"/>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87"/>
          <p:cNvGrpSpPr/>
          <p:nvPr/>
        </p:nvGrpSpPr>
        <p:grpSpPr>
          <a:xfrm>
            <a:off x="4890346" y="3197962"/>
            <a:ext cx="370306" cy="367001"/>
            <a:chOff x="4890346" y="3382537"/>
            <a:chExt cx="370306" cy="367001"/>
          </a:xfrm>
        </p:grpSpPr>
        <p:sp>
          <p:nvSpPr>
            <p:cNvPr id="10766" name="Google Shape;10766;p87"/>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7"/>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7"/>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7"/>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7"/>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7"/>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7"/>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7"/>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7"/>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7"/>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7"/>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7"/>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7"/>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7"/>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7"/>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7"/>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7"/>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7"/>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7"/>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7"/>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7"/>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7"/>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7"/>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7"/>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87"/>
          <p:cNvGrpSpPr/>
          <p:nvPr/>
        </p:nvGrpSpPr>
        <p:grpSpPr>
          <a:xfrm>
            <a:off x="5332122" y="3247060"/>
            <a:ext cx="367526" cy="269592"/>
            <a:chOff x="5332122" y="3431635"/>
            <a:chExt cx="367526" cy="269592"/>
          </a:xfrm>
        </p:grpSpPr>
        <p:sp>
          <p:nvSpPr>
            <p:cNvPr id="10791" name="Google Shape;10791;p87"/>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7"/>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7"/>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7"/>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7"/>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7"/>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7"/>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7"/>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7"/>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7"/>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7"/>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7"/>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7"/>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7"/>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7"/>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7"/>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7"/>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7"/>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7"/>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7"/>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7"/>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7"/>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7"/>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7"/>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7"/>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7"/>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7"/>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7"/>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7"/>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7"/>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7"/>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7"/>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7"/>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87"/>
          <p:cNvGrpSpPr/>
          <p:nvPr/>
        </p:nvGrpSpPr>
        <p:grpSpPr>
          <a:xfrm>
            <a:off x="5772612" y="3241237"/>
            <a:ext cx="366896" cy="281080"/>
            <a:chOff x="5772612" y="3425812"/>
            <a:chExt cx="366896" cy="281080"/>
          </a:xfrm>
        </p:grpSpPr>
        <p:sp>
          <p:nvSpPr>
            <p:cNvPr id="10825" name="Google Shape;10825;p87"/>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7"/>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7"/>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7"/>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7"/>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7"/>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7"/>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7"/>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7"/>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7"/>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7"/>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7"/>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7"/>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7"/>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7"/>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7"/>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7"/>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7"/>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7"/>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7"/>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7"/>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7"/>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7"/>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7"/>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7"/>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7"/>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7"/>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7"/>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7"/>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7"/>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7"/>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87"/>
          <p:cNvGrpSpPr/>
          <p:nvPr/>
        </p:nvGrpSpPr>
        <p:grpSpPr>
          <a:xfrm>
            <a:off x="6212684" y="3227861"/>
            <a:ext cx="366765" cy="307832"/>
            <a:chOff x="6212684" y="3412436"/>
            <a:chExt cx="366765" cy="307832"/>
          </a:xfrm>
        </p:grpSpPr>
        <p:sp>
          <p:nvSpPr>
            <p:cNvPr id="10857" name="Google Shape;10857;p87"/>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7"/>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7"/>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7"/>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7"/>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7"/>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7"/>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7"/>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7"/>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7"/>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7"/>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7"/>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7"/>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7"/>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7"/>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7"/>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7"/>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7"/>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7"/>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7"/>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7"/>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7"/>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7"/>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7"/>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7"/>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7"/>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7"/>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7"/>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7"/>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7"/>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7"/>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7"/>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7"/>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7"/>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7"/>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7"/>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7"/>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7"/>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7"/>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7"/>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7"/>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7"/>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7"/>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7"/>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7"/>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7"/>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7"/>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7"/>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7"/>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7"/>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7"/>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7"/>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7"/>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7"/>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7"/>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7"/>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7"/>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7"/>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7"/>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7"/>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7"/>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7"/>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7"/>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7"/>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7"/>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7"/>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7"/>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7"/>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7"/>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7"/>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7"/>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7"/>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7"/>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7"/>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7"/>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87"/>
          <p:cNvGrpSpPr/>
          <p:nvPr/>
        </p:nvGrpSpPr>
        <p:grpSpPr>
          <a:xfrm>
            <a:off x="7092669" y="3226996"/>
            <a:ext cx="366896" cy="309327"/>
            <a:chOff x="7092669" y="3411571"/>
            <a:chExt cx="366896" cy="309327"/>
          </a:xfrm>
        </p:grpSpPr>
        <p:sp>
          <p:nvSpPr>
            <p:cNvPr id="10933" name="Google Shape;10933;p87"/>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7"/>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7"/>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7"/>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7"/>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7"/>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7"/>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7"/>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7"/>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7"/>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7"/>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7"/>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7"/>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7"/>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7"/>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7"/>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7"/>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7"/>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87"/>
          <p:cNvGrpSpPr/>
          <p:nvPr/>
        </p:nvGrpSpPr>
        <p:grpSpPr>
          <a:xfrm>
            <a:off x="7532740" y="3221173"/>
            <a:ext cx="366896" cy="320841"/>
            <a:chOff x="7532740" y="3405748"/>
            <a:chExt cx="366896" cy="320841"/>
          </a:xfrm>
        </p:grpSpPr>
        <p:sp>
          <p:nvSpPr>
            <p:cNvPr id="10952" name="Google Shape;10952;p87"/>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7"/>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7"/>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7"/>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7"/>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7"/>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7"/>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7"/>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7"/>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7"/>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7"/>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7"/>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7"/>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7"/>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7"/>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7"/>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7"/>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7"/>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7"/>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7"/>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7"/>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7"/>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7"/>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7"/>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7"/>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87"/>
          <p:cNvGrpSpPr/>
          <p:nvPr/>
        </p:nvGrpSpPr>
        <p:grpSpPr>
          <a:xfrm>
            <a:off x="7972785" y="3209817"/>
            <a:ext cx="366896" cy="343685"/>
            <a:chOff x="7972785" y="3394392"/>
            <a:chExt cx="366896" cy="343685"/>
          </a:xfrm>
        </p:grpSpPr>
        <p:sp>
          <p:nvSpPr>
            <p:cNvPr id="10978" name="Google Shape;10978;p87"/>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7"/>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7"/>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7"/>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7"/>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7"/>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7"/>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7"/>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7"/>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7"/>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7"/>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7"/>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7"/>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7"/>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7"/>
          <p:cNvGrpSpPr/>
          <p:nvPr/>
        </p:nvGrpSpPr>
        <p:grpSpPr>
          <a:xfrm>
            <a:off x="5359818" y="1811891"/>
            <a:ext cx="361835" cy="356432"/>
            <a:chOff x="5359818" y="1996466"/>
            <a:chExt cx="361835" cy="356432"/>
          </a:xfrm>
        </p:grpSpPr>
        <p:sp>
          <p:nvSpPr>
            <p:cNvPr id="10993" name="Google Shape;10993;p87"/>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7"/>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7"/>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7"/>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7"/>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7"/>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7"/>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7"/>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7"/>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7"/>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7"/>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7"/>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7"/>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7"/>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7"/>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7"/>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7"/>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7"/>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7"/>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7"/>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7"/>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7"/>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7"/>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7"/>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7"/>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7"/>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7"/>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7"/>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7"/>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7"/>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7"/>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7"/>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7"/>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7"/>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7"/>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7"/>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7"/>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7"/>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7"/>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7"/>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7"/>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7"/>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7"/>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7"/>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7"/>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7"/>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87"/>
          <p:cNvGrpSpPr/>
          <p:nvPr/>
        </p:nvGrpSpPr>
        <p:grpSpPr>
          <a:xfrm>
            <a:off x="5775393" y="1790463"/>
            <a:ext cx="379145" cy="379250"/>
            <a:chOff x="5775393" y="1975038"/>
            <a:chExt cx="379145" cy="379250"/>
          </a:xfrm>
        </p:grpSpPr>
        <p:sp>
          <p:nvSpPr>
            <p:cNvPr id="11040" name="Google Shape;11040;p87"/>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7"/>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7"/>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7"/>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7"/>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7"/>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7"/>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7"/>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7"/>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7"/>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7"/>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7"/>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7"/>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7"/>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7"/>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87"/>
          <p:cNvGrpSpPr/>
          <p:nvPr/>
        </p:nvGrpSpPr>
        <p:grpSpPr>
          <a:xfrm>
            <a:off x="6200960" y="1790699"/>
            <a:ext cx="417725" cy="378961"/>
            <a:chOff x="6200960" y="1975274"/>
            <a:chExt cx="417725" cy="378961"/>
          </a:xfrm>
        </p:grpSpPr>
        <p:sp>
          <p:nvSpPr>
            <p:cNvPr id="11056" name="Google Shape;11056;p87"/>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7"/>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7"/>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7"/>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7"/>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7"/>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7"/>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7"/>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7"/>
          <p:cNvGrpSpPr/>
          <p:nvPr/>
        </p:nvGrpSpPr>
        <p:grpSpPr>
          <a:xfrm>
            <a:off x="6666052" y="1807196"/>
            <a:ext cx="391341" cy="328447"/>
            <a:chOff x="6666052" y="1991771"/>
            <a:chExt cx="391341" cy="328447"/>
          </a:xfrm>
        </p:grpSpPr>
        <p:sp>
          <p:nvSpPr>
            <p:cNvPr id="11065" name="Google Shape;11065;p87"/>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7"/>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7"/>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7"/>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7"/>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7"/>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7"/>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7"/>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7"/>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7"/>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7"/>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7"/>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7"/>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7"/>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7"/>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7"/>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7"/>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7"/>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7"/>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7"/>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7"/>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7"/>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7"/>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7"/>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7"/>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7"/>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7"/>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7"/>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87"/>
          <p:cNvGrpSpPr/>
          <p:nvPr/>
        </p:nvGrpSpPr>
        <p:grpSpPr>
          <a:xfrm>
            <a:off x="7099619" y="1795263"/>
            <a:ext cx="374712" cy="374476"/>
            <a:chOff x="7099619" y="1979838"/>
            <a:chExt cx="374712" cy="374476"/>
          </a:xfrm>
        </p:grpSpPr>
        <p:sp>
          <p:nvSpPr>
            <p:cNvPr id="11094" name="Google Shape;11094;p87"/>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7"/>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7"/>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7"/>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7"/>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7"/>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7"/>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7"/>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7"/>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7"/>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7"/>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7"/>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7"/>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7"/>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7"/>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7"/>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7"/>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7"/>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7"/>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7"/>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7"/>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7"/>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7"/>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7"/>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7"/>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7"/>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7"/>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7"/>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7"/>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7"/>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7"/>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7"/>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7"/>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87"/>
          <p:cNvGrpSpPr/>
          <p:nvPr/>
        </p:nvGrpSpPr>
        <p:grpSpPr>
          <a:xfrm>
            <a:off x="7547375" y="1790594"/>
            <a:ext cx="379014" cy="379119"/>
            <a:chOff x="7547375" y="1975169"/>
            <a:chExt cx="379014" cy="379119"/>
          </a:xfrm>
        </p:grpSpPr>
        <p:sp>
          <p:nvSpPr>
            <p:cNvPr id="11128" name="Google Shape;11128;p87"/>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7"/>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7"/>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7"/>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7"/>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7"/>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7"/>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7"/>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7"/>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7"/>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7"/>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7"/>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7"/>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7"/>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7"/>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7"/>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7"/>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7"/>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7"/>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7"/>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87"/>
          <p:cNvGrpSpPr/>
          <p:nvPr/>
        </p:nvGrpSpPr>
        <p:grpSpPr>
          <a:xfrm>
            <a:off x="7978083" y="1806698"/>
            <a:ext cx="370306" cy="362962"/>
            <a:chOff x="7978083" y="1991273"/>
            <a:chExt cx="370306" cy="362962"/>
          </a:xfrm>
        </p:grpSpPr>
        <p:sp>
          <p:nvSpPr>
            <p:cNvPr id="11149" name="Google Shape;11149;p87"/>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7"/>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7"/>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7"/>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7"/>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7"/>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7"/>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7"/>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7"/>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7"/>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7"/>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7"/>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7"/>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7"/>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7"/>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7"/>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7"/>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7"/>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7"/>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7"/>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7"/>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87"/>
          <p:cNvGrpSpPr/>
          <p:nvPr/>
        </p:nvGrpSpPr>
        <p:grpSpPr>
          <a:xfrm>
            <a:off x="4917884" y="3641548"/>
            <a:ext cx="298941" cy="357822"/>
            <a:chOff x="4917884" y="3826123"/>
            <a:chExt cx="298941" cy="357822"/>
          </a:xfrm>
        </p:grpSpPr>
        <p:sp>
          <p:nvSpPr>
            <p:cNvPr id="11171" name="Google Shape;11171;p87"/>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7"/>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7"/>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7"/>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7"/>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7"/>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7"/>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7"/>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7"/>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7"/>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7"/>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7"/>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7"/>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7"/>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7"/>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7"/>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7"/>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7"/>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7"/>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7"/>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7"/>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7"/>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87"/>
          <p:cNvGrpSpPr/>
          <p:nvPr/>
        </p:nvGrpSpPr>
        <p:grpSpPr>
          <a:xfrm>
            <a:off x="5332567" y="3641181"/>
            <a:ext cx="360995" cy="359212"/>
            <a:chOff x="5332567" y="3825756"/>
            <a:chExt cx="360995" cy="359212"/>
          </a:xfrm>
        </p:grpSpPr>
        <p:sp>
          <p:nvSpPr>
            <p:cNvPr id="11194" name="Google Shape;11194;p87"/>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7"/>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7"/>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7"/>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7"/>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7"/>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7"/>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7"/>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7"/>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7"/>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7"/>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7"/>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7"/>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7"/>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7"/>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7"/>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7"/>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7"/>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7"/>
          <p:cNvGrpSpPr/>
          <p:nvPr/>
        </p:nvGrpSpPr>
        <p:grpSpPr>
          <a:xfrm>
            <a:off x="5776153" y="3655815"/>
            <a:ext cx="367028" cy="329942"/>
            <a:chOff x="5776153" y="3840390"/>
            <a:chExt cx="367028" cy="329942"/>
          </a:xfrm>
        </p:grpSpPr>
        <p:sp>
          <p:nvSpPr>
            <p:cNvPr id="11213" name="Google Shape;11213;p87"/>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7"/>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7"/>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7"/>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7"/>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7"/>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7"/>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7"/>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7"/>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7"/>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7"/>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7"/>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7"/>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7"/>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7"/>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7"/>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7"/>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7"/>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7"/>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7"/>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7"/>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7"/>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87"/>
          <p:cNvGrpSpPr/>
          <p:nvPr/>
        </p:nvGrpSpPr>
        <p:grpSpPr>
          <a:xfrm>
            <a:off x="6657161" y="3641233"/>
            <a:ext cx="375211" cy="359186"/>
            <a:chOff x="6657161" y="3825808"/>
            <a:chExt cx="375211" cy="359186"/>
          </a:xfrm>
        </p:grpSpPr>
        <p:sp>
          <p:nvSpPr>
            <p:cNvPr id="11236" name="Google Shape;11236;p87"/>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7"/>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7"/>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7"/>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7"/>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7"/>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7"/>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7"/>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7"/>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7"/>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87"/>
          <p:cNvGrpSpPr/>
          <p:nvPr/>
        </p:nvGrpSpPr>
        <p:grpSpPr>
          <a:xfrm>
            <a:off x="6266450" y="3641181"/>
            <a:ext cx="269330" cy="359186"/>
            <a:chOff x="6266450" y="3825756"/>
            <a:chExt cx="269330" cy="359186"/>
          </a:xfrm>
        </p:grpSpPr>
        <p:sp>
          <p:nvSpPr>
            <p:cNvPr id="11247" name="Google Shape;11247;p87"/>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7"/>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7"/>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7"/>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7"/>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7"/>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7"/>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7"/>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7"/>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7"/>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7"/>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7"/>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7"/>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87"/>
          <p:cNvGrpSpPr/>
          <p:nvPr/>
        </p:nvGrpSpPr>
        <p:grpSpPr>
          <a:xfrm>
            <a:off x="7108825" y="3641181"/>
            <a:ext cx="366136" cy="359317"/>
            <a:chOff x="7108825" y="3825756"/>
            <a:chExt cx="366136" cy="359317"/>
          </a:xfrm>
        </p:grpSpPr>
        <p:sp>
          <p:nvSpPr>
            <p:cNvPr id="11261" name="Google Shape;11261;p87"/>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7"/>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7"/>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7"/>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7"/>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7"/>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7"/>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7"/>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7"/>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7"/>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7"/>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7"/>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7"/>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7"/>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7"/>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7"/>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7"/>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7"/>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7"/>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7"/>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7"/>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7"/>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7"/>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7"/>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7"/>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7"/>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7"/>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7"/>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87"/>
          <p:cNvGrpSpPr/>
          <p:nvPr/>
        </p:nvGrpSpPr>
        <p:grpSpPr>
          <a:xfrm>
            <a:off x="7552673" y="3674988"/>
            <a:ext cx="359186" cy="291545"/>
            <a:chOff x="7552673" y="3859563"/>
            <a:chExt cx="359186" cy="291545"/>
          </a:xfrm>
        </p:grpSpPr>
        <p:sp>
          <p:nvSpPr>
            <p:cNvPr id="11290" name="Google Shape;11290;p87"/>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7"/>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7"/>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7"/>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7"/>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7"/>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7"/>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7"/>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7"/>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7"/>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7"/>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7"/>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7"/>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7"/>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7"/>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7"/>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7"/>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7"/>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7"/>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7"/>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7"/>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7"/>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7"/>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7"/>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7"/>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7"/>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7"/>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87"/>
          <p:cNvGrpSpPr/>
          <p:nvPr/>
        </p:nvGrpSpPr>
        <p:grpSpPr>
          <a:xfrm>
            <a:off x="5310720" y="2773654"/>
            <a:ext cx="429370" cy="261672"/>
            <a:chOff x="5310720" y="2958229"/>
            <a:chExt cx="429370" cy="261672"/>
          </a:xfrm>
        </p:grpSpPr>
        <p:sp>
          <p:nvSpPr>
            <p:cNvPr id="11318" name="Google Shape;11318;p87"/>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7"/>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7"/>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7"/>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7"/>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7"/>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7"/>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7"/>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7"/>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7"/>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7"/>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7"/>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7"/>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7"/>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7"/>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7"/>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7"/>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7"/>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7"/>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7"/>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7"/>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7"/>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7"/>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7"/>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7"/>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7"/>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7"/>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7"/>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87"/>
          <p:cNvGrpSpPr/>
          <p:nvPr/>
        </p:nvGrpSpPr>
        <p:grpSpPr>
          <a:xfrm>
            <a:off x="4890477" y="2245773"/>
            <a:ext cx="389872" cy="338151"/>
            <a:chOff x="4890477" y="2430348"/>
            <a:chExt cx="389872" cy="338151"/>
          </a:xfrm>
        </p:grpSpPr>
        <p:sp>
          <p:nvSpPr>
            <p:cNvPr id="11347" name="Google Shape;11347;p87"/>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7"/>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7"/>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7"/>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7"/>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7"/>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7"/>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7"/>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7"/>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7"/>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7"/>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7"/>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7"/>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7"/>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7"/>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7"/>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7"/>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7"/>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7"/>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7"/>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87"/>
          <p:cNvGrpSpPr/>
          <p:nvPr/>
        </p:nvGrpSpPr>
        <p:grpSpPr>
          <a:xfrm>
            <a:off x="5747880" y="2258021"/>
            <a:ext cx="433645" cy="315176"/>
            <a:chOff x="5747880" y="2442596"/>
            <a:chExt cx="433645" cy="315176"/>
          </a:xfrm>
        </p:grpSpPr>
        <p:sp>
          <p:nvSpPr>
            <p:cNvPr id="11368" name="Google Shape;11368;p87"/>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7"/>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7"/>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7"/>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7"/>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7"/>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7"/>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7"/>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7"/>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7"/>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7"/>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7"/>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7"/>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7"/>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7"/>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7"/>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7"/>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7"/>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7"/>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87"/>
          <p:cNvGrpSpPr/>
          <p:nvPr/>
        </p:nvGrpSpPr>
        <p:grpSpPr>
          <a:xfrm>
            <a:off x="6226558" y="2248815"/>
            <a:ext cx="342793" cy="353389"/>
            <a:chOff x="6226558" y="2433390"/>
            <a:chExt cx="342793" cy="353389"/>
          </a:xfrm>
        </p:grpSpPr>
        <p:sp>
          <p:nvSpPr>
            <p:cNvPr id="11388" name="Google Shape;11388;p87"/>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7"/>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7"/>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7"/>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7"/>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7"/>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7"/>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7"/>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7"/>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7"/>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7"/>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7"/>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7"/>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7"/>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7"/>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7"/>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7"/>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7"/>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7"/>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7"/>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7"/>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87"/>
          <p:cNvGrpSpPr/>
          <p:nvPr/>
        </p:nvGrpSpPr>
        <p:grpSpPr>
          <a:xfrm>
            <a:off x="6627996" y="2265181"/>
            <a:ext cx="427980" cy="320369"/>
            <a:chOff x="6627996" y="2449756"/>
            <a:chExt cx="427980" cy="320369"/>
          </a:xfrm>
        </p:grpSpPr>
        <p:sp>
          <p:nvSpPr>
            <p:cNvPr id="11410" name="Google Shape;11410;p87"/>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7"/>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7"/>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7"/>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7"/>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7"/>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7"/>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7"/>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7"/>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9" name="Google Shape;11419;p87"/>
          <p:cNvSpPr/>
          <p:nvPr/>
        </p:nvSpPr>
        <p:spPr>
          <a:xfrm>
            <a:off x="7102399" y="2487721"/>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7"/>
          <p:cNvSpPr/>
          <p:nvPr/>
        </p:nvSpPr>
        <p:spPr>
          <a:xfrm>
            <a:off x="7085745" y="2545894"/>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1" name="Google Shape;11421;p87"/>
          <p:cNvGrpSpPr/>
          <p:nvPr/>
        </p:nvGrpSpPr>
        <p:grpSpPr>
          <a:xfrm>
            <a:off x="7073496" y="2236331"/>
            <a:ext cx="396534" cy="370096"/>
            <a:chOff x="7073496" y="2420906"/>
            <a:chExt cx="396534" cy="370096"/>
          </a:xfrm>
        </p:grpSpPr>
        <p:sp>
          <p:nvSpPr>
            <p:cNvPr id="11422" name="Google Shape;11422;p87"/>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7"/>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7"/>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7"/>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7"/>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7"/>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7"/>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7"/>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7"/>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7"/>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7"/>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7"/>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7"/>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7"/>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7"/>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7"/>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7"/>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7"/>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7"/>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7"/>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7"/>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7"/>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7"/>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7"/>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7"/>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7"/>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7"/>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7"/>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7"/>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87"/>
          <p:cNvGrpSpPr/>
          <p:nvPr/>
        </p:nvGrpSpPr>
        <p:grpSpPr>
          <a:xfrm>
            <a:off x="7975067" y="2236331"/>
            <a:ext cx="359946" cy="366031"/>
            <a:chOff x="7975067" y="2420906"/>
            <a:chExt cx="359946" cy="366031"/>
          </a:xfrm>
        </p:grpSpPr>
        <p:sp>
          <p:nvSpPr>
            <p:cNvPr id="11452" name="Google Shape;11452;p87"/>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7"/>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7"/>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7"/>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7"/>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7"/>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7"/>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7"/>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7"/>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7"/>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7"/>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7"/>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7"/>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7"/>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7"/>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7"/>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7"/>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7"/>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7"/>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7"/>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7"/>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7"/>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7"/>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7"/>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7"/>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7"/>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7"/>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7"/>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7"/>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7"/>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7"/>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7"/>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7"/>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7"/>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7"/>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7"/>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7"/>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87"/>
          <p:cNvGrpSpPr/>
          <p:nvPr/>
        </p:nvGrpSpPr>
        <p:grpSpPr>
          <a:xfrm>
            <a:off x="5390373" y="2241078"/>
            <a:ext cx="257344" cy="358215"/>
            <a:chOff x="5390373" y="2425653"/>
            <a:chExt cx="257344" cy="358215"/>
          </a:xfrm>
        </p:grpSpPr>
        <p:sp>
          <p:nvSpPr>
            <p:cNvPr id="11490" name="Google Shape;11490;p87"/>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7"/>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7"/>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7"/>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7"/>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7"/>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7"/>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7"/>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7"/>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7"/>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7"/>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7"/>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7"/>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7"/>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7"/>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7"/>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7"/>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7"/>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7"/>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7"/>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7"/>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7"/>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7"/>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7"/>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7"/>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7"/>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7"/>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7"/>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7"/>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7"/>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7"/>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7"/>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87"/>
          <p:cNvGrpSpPr/>
          <p:nvPr/>
        </p:nvGrpSpPr>
        <p:grpSpPr>
          <a:xfrm>
            <a:off x="5364617" y="4123268"/>
            <a:ext cx="285985" cy="322572"/>
            <a:chOff x="5364617" y="4307843"/>
            <a:chExt cx="285985" cy="322572"/>
          </a:xfrm>
        </p:grpSpPr>
        <p:sp>
          <p:nvSpPr>
            <p:cNvPr id="11523" name="Google Shape;11523;p87"/>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7"/>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7"/>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7"/>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7"/>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7"/>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7"/>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7"/>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7"/>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7"/>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7"/>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7"/>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7"/>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7"/>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87"/>
          <p:cNvGrpSpPr/>
          <p:nvPr/>
        </p:nvGrpSpPr>
        <p:grpSpPr>
          <a:xfrm>
            <a:off x="7539428" y="2250572"/>
            <a:ext cx="349980" cy="355697"/>
            <a:chOff x="7539428" y="2435147"/>
            <a:chExt cx="349980" cy="355697"/>
          </a:xfrm>
        </p:grpSpPr>
        <p:sp>
          <p:nvSpPr>
            <p:cNvPr id="11538" name="Google Shape;11538;p87"/>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7"/>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7"/>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7"/>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7"/>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7"/>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7"/>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7"/>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7"/>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7"/>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7"/>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7"/>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7"/>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7"/>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7"/>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7"/>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7"/>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7"/>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7"/>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7"/>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7"/>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7"/>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7"/>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7"/>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7"/>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7"/>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7"/>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7"/>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7"/>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7"/>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7"/>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7"/>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7"/>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7"/>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7"/>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7"/>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7"/>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7"/>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7"/>
          <p:cNvGrpSpPr/>
          <p:nvPr/>
        </p:nvGrpSpPr>
        <p:grpSpPr>
          <a:xfrm>
            <a:off x="6276285" y="4105355"/>
            <a:ext cx="224927" cy="360785"/>
            <a:chOff x="6276285" y="4289930"/>
            <a:chExt cx="224927" cy="360785"/>
          </a:xfrm>
        </p:grpSpPr>
        <p:sp>
          <p:nvSpPr>
            <p:cNvPr id="11577" name="Google Shape;11577;p87"/>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7"/>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7"/>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7"/>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7"/>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87"/>
          <p:cNvGrpSpPr/>
          <p:nvPr/>
        </p:nvGrpSpPr>
        <p:grpSpPr>
          <a:xfrm>
            <a:off x="6650604" y="4158466"/>
            <a:ext cx="356405" cy="278431"/>
            <a:chOff x="6650604" y="4343041"/>
            <a:chExt cx="356405" cy="278431"/>
          </a:xfrm>
        </p:grpSpPr>
        <p:sp>
          <p:nvSpPr>
            <p:cNvPr id="11583" name="Google Shape;11583;p87"/>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7"/>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7"/>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7"/>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7"/>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7"/>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7"/>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7"/>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7"/>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7"/>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7"/>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7"/>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7"/>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7"/>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7"/>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7"/>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7"/>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7"/>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7"/>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7"/>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7"/>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7"/>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87"/>
          <p:cNvGrpSpPr/>
          <p:nvPr/>
        </p:nvGrpSpPr>
        <p:grpSpPr>
          <a:xfrm>
            <a:off x="5787274" y="4124003"/>
            <a:ext cx="322572" cy="321208"/>
            <a:chOff x="5787274" y="4308578"/>
            <a:chExt cx="322572" cy="321208"/>
          </a:xfrm>
        </p:grpSpPr>
        <p:sp>
          <p:nvSpPr>
            <p:cNvPr id="11606" name="Google Shape;11606;p87"/>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7"/>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7"/>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7"/>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7"/>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7"/>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7"/>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7"/>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7"/>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7"/>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7"/>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7"/>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7"/>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7"/>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7"/>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87"/>
          <p:cNvGrpSpPr/>
          <p:nvPr/>
        </p:nvGrpSpPr>
        <p:grpSpPr>
          <a:xfrm>
            <a:off x="7139485" y="4105093"/>
            <a:ext cx="253200" cy="360418"/>
            <a:chOff x="7139485" y="4289668"/>
            <a:chExt cx="253200" cy="360418"/>
          </a:xfrm>
        </p:grpSpPr>
        <p:sp>
          <p:nvSpPr>
            <p:cNvPr id="11622" name="Google Shape;11622;p87"/>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7"/>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7"/>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7"/>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7"/>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7"/>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7"/>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7"/>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7"/>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7"/>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7"/>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7"/>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7"/>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7"/>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7"/>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7"/>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7"/>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7"/>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7"/>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7"/>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7"/>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87"/>
          <p:cNvGrpSpPr/>
          <p:nvPr/>
        </p:nvGrpSpPr>
        <p:grpSpPr>
          <a:xfrm>
            <a:off x="7579687" y="4104961"/>
            <a:ext cx="253174" cy="360549"/>
            <a:chOff x="7579687" y="4289536"/>
            <a:chExt cx="253174" cy="360549"/>
          </a:xfrm>
        </p:grpSpPr>
        <p:sp>
          <p:nvSpPr>
            <p:cNvPr id="11644" name="Google Shape;11644;p87"/>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7"/>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7"/>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7"/>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7"/>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7"/>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7"/>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7"/>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7"/>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7"/>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7"/>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7"/>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7"/>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7"/>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7"/>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7"/>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7"/>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7"/>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7"/>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7"/>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7"/>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7"/>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87"/>
          <p:cNvGrpSpPr/>
          <p:nvPr/>
        </p:nvGrpSpPr>
        <p:grpSpPr>
          <a:xfrm>
            <a:off x="4905872" y="2723192"/>
            <a:ext cx="362857" cy="362726"/>
            <a:chOff x="4905872" y="2907767"/>
            <a:chExt cx="362857" cy="362726"/>
          </a:xfrm>
        </p:grpSpPr>
        <p:sp>
          <p:nvSpPr>
            <p:cNvPr id="11667" name="Google Shape;11667;p87"/>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7"/>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7"/>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7"/>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7"/>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7"/>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7"/>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7"/>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7"/>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7"/>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7"/>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7"/>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7"/>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7"/>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7"/>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7"/>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7"/>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7"/>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7"/>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7"/>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7"/>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7"/>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7"/>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7"/>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7"/>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7"/>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7"/>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7"/>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7"/>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7"/>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7"/>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7"/>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7"/>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7"/>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7"/>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7"/>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7"/>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7"/>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7"/>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7"/>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7"/>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7"/>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7"/>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7"/>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87"/>
          <p:cNvGrpSpPr/>
          <p:nvPr/>
        </p:nvGrpSpPr>
        <p:grpSpPr>
          <a:xfrm>
            <a:off x="5816176" y="2723061"/>
            <a:ext cx="294823" cy="362831"/>
            <a:chOff x="5816176" y="2907636"/>
            <a:chExt cx="294823" cy="362831"/>
          </a:xfrm>
        </p:grpSpPr>
        <p:sp>
          <p:nvSpPr>
            <p:cNvPr id="11712" name="Google Shape;11712;p87"/>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7"/>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7"/>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7"/>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7"/>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7"/>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7"/>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7"/>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7"/>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7"/>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7"/>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7"/>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7"/>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7"/>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7"/>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7"/>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7"/>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7"/>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7"/>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7"/>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7"/>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7"/>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7"/>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7"/>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7"/>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7"/>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7"/>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7"/>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7"/>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7"/>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7"/>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7"/>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7"/>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7"/>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7"/>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7"/>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7"/>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7"/>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7"/>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7"/>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7"/>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7"/>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7"/>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7"/>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7"/>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7"/>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7"/>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7"/>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7"/>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7"/>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7"/>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87"/>
          <p:cNvGrpSpPr/>
          <p:nvPr/>
        </p:nvGrpSpPr>
        <p:grpSpPr>
          <a:xfrm>
            <a:off x="6220132" y="2771398"/>
            <a:ext cx="362726" cy="266183"/>
            <a:chOff x="6220132" y="2955973"/>
            <a:chExt cx="362726" cy="266183"/>
          </a:xfrm>
        </p:grpSpPr>
        <p:sp>
          <p:nvSpPr>
            <p:cNvPr id="11764" name="Google Shape;11764;p87"/>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7"/>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7"/>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7"/>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7"/>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7"/>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7"/>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7"/>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7"/>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7"/>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7"/>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7"/>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7"/>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7"/>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7"/>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7"/>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7"/>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7"/>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7"/>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7"/>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7"/>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7"/>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7"/>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7"/>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7"/>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7"/>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7"/>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7"/>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2" name="Google Shape;11792;p87"/>
          <p:cNvSpPr/>
          <p:nvPr/>
        </p:nvSpPr>
        <p:spPr>
          <a:xfrm>
            <a:off x="6663482" y="3012822"/>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7"/>
          <p:cNvSpPr/>
          <p:nvPr/>
        </p:nvSpPr>
        <p:spPr>
          <a:xfrm>
            <a:off x="6692253" y="3041226"/>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4" name="Google Shape;11794;p87"/>
          <p:cNvGrpSpPr/>
          <p:nvPr/>
        </p:nvGrpSpPr>
        <p:grpSpPr>
          <a:xfrm>
            <a:off x="6658158" y="2734417"/>
            <a:ext cx="362857" cy="340276"/>
            <a:chOff x="6658158" y="2918992"/>
            <a:chExt cx="362857" cy="340276"/>
          </a:xfrm>
        </p:grpSpPr>
        <p:sp>
          <p:nvSpPr>
            <p:cNvPr id="11795" name="Google Shape;11795;p87"/>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7"/>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7"/>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7"/>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7"/>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7"/>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7"/>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7"/>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7"/>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7"/>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7"/>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7"/>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7"/>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7"/>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7"/>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7"/>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7"/>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7"/>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7"/>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7"/>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87"/>
          <p:cNvGrpSpPr/>
          <p:nvPr/>
        </p:nvGrpSpPr>
        <p:grpSpPr>
          <a:xfrm>
            <a:off x="7972418" y="2723061"/>
            <a:ext cx="362726" cy="362857"/>
            <a:chOff x="7972418" y="2907636"/>
            <a:chExt cx="362726" cy="362857"/>
          </a:xfrm>
        </p:grpSpPr>
        <p:sp>
          <p:nvSpPr>
            <p:cNvPr id="11816" name="Google Shape;11816;p87"/>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7"/>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7"/>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7"/>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7"/>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7"/>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7"/>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7"/>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7"/>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7"/>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7"/>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7"/>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7"/>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7"/>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7"/>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7"/>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7"/>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7"/>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7"/>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7"/>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7"/>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7"/>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7"/>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7"/>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7"/>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7"/>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7"/>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7"/>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7"/>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7"/>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7"/>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7"/>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7"/>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7"/>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7"/>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7"/>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7"/>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7"/>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7"/>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7"/>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7"/>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7"/>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7"/>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7"/>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7"/>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7"/>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7"/>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87"/>
          <p:cNvGrpSpPr/>
          <p:nvPr/>
        </p:nvGrpSpPr>
        <p:grpSpPr>
          <a:xfrm>
            <a:off x="8040058" y="3621746"/>
            <a:ext cx="301275" cy="365480"/>
            <a:chOff x="8040058" y="3806321"/>
            <a:chExt cx="301275" cy="365480"/>
          </a:xfrm>
        </p:grpSpPr>
        <p:sp>
          <p:nvSpPr>
            <p:cNvPr id="11864" name="Google Shape;11864;p87"/>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7"/>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7"/>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7"/>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7"/>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7"/>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7"/>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7"/>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7"/>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7"/>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7"/>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87"/>
          <p:cNvGrpSpPr/>
          <p:nvPr/>
        </p:nvGrpSpPr>
        <p:grpSpPr>
          <a:xfrm>
            <a:off x="4895276" y="4113826"/>
            <a:ext cx="345941" cy="342190"/>
            <a:chOff x="4895276" y="4298401"/>
            <a:chExt cx="345941" cy="342190"/>
          </a:xfrm>
        </p:grpSpPr>
        <p:sp>
          <p:nvSpPr>
            <p:cNvPr id="11876" name="Google Shape;11876;p87"/>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7"/>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7"/>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7"/>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7"/>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7"/>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7"/>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7"/>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7"/>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7"/>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7"/>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7"/>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7"/>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7"/>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7"/>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7"/>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7"/>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7"/>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7"/>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87"/>
          <p:cNvGrpSpPr/>
          <p:nvPr/>
        </p:nvGrpSpPr>
        <p:grpSpPr>
          <a:xfrm>
            <a:off x="7949705" y="4128435"/>
            <a:ext cx="382528" cy="340669"/>
            <a:chOff x="7949705" y="4313010"/>
            <a:chExt cx="382528" cy="340669"/>
          </a:xfrm>
        </p:grpSpPr>
        <p:sp>
          <p:nvSpPr>
            <p:cNvPr id="11896" name="Google Shape;11896;p87"/>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7"/>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7"/>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7"/>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7"/>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7"/>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7"/>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7"/>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7"/>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7"/>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7"/>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7"/>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7"/>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7"/>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7"/>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7"/>
          <p:cNvGrpSpPr/>
          <p:nvPr/>
        </p:nvGrpSpPr>
        <p:grpSpPr>
          <a:xfrm>
            <a:off x="4884418" y="1795001"/>
            <a:ext cx="404008" cy="365664"/>
            <a:chOff x="4884418" y="1979576"/>
            <a:chExt cx="404008" cy="365664"/>
          </a:xfrm>
        </p:grpSpPr>
        <p:sp>
          <p:nvSpPr>
            <p:cNvPr id="11912" name="Google Shape;11912;p87"/>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7"/>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7"/>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7"/>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7"/>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7"/>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7"/>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7"/>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7"/>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7"/>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7"/>
          <p:cNvGrpSpPr/>
          <p:nvPr/>
        </p:nvGrpSpPr>
        <p:grpSpPr>
          <a:xfrm>
            <a:off x="6678877" y="3220387"/>
            <a:ext cx="304029" cy="322572"/>
            <a:chOff x="6678877" y="3404962"/>
            <a:chExt cx="304029" cy="322572"/>
          </a:xfrm>
        </p:grpSpPr>
        <p:sp>
          <p:nvSpPr>
            <p:cNvPr id="11923" name="Google Shape;11923;p87"/>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7"/>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7"/>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7"/>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7"/>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7"/>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7"/>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7"/>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7"/>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7"/>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7"/>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7"/>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7"/>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7"/>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7"/>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7"/>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7"/>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7"/>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7"/>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7"/>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7"/>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7"/>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7"/>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7"/>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7"/>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7"/>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7"/>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7"/>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7"/>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7"/>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7"/>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7"/>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7"/>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7"/>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7"/>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7"/>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87"/>
          <p:cNvGrpSpPr/>
          <p:nvPr/>
        </p:nvGrpSpPr>
        <p:grpSpPr>
          <a:xfrm>
            <a:off x="7083725" y="2713094"/>
            <a:ext cx="387721" cy="382790"/>
            <a:chOff x="7083725" y="2897669"/>
            <a:chExt cx="387721" cy="382790"/>
          </a:xfrm>
        </p:grpSpPr>
        <p:sp>
          <p:nvSpPr>
            <p:cNvPr id="11960" name="Google Shape;11960;p87"/>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7"/>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7"/>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7"/>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7"/>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7"/>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7"/>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7"/>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7"/>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7"/>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7"/>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7"/>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7"/>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7"/>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7"/>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7"/>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87"/>
          <p:cNvGrpSpPr/>
          <p:nvPr/>
        </p:nvGrpSpPr>
        <p:grpSpPr>
          <a:xfrm>
            <a:off x="7539926" y="2723166"/>
            <a:ext cx="351501" cy="362726"/>
            <a:chOff x="7539926" y="2907741"/>
            <a:chExt cx="351501" cy="362726"/>
          </a:xfrm>
        </p:grpSpPr>
        <p:sp>
          <p:nvSpPr>
            <p:cNvPr id="11977" name="Google Shape;11977;p87"/>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7"/>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7"/>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7"/>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7"/>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7"/>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7"/>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7"/>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7"/>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7"/>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7"/>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7"/>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7"/>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7"/>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7"/>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7"/>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7"/>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7"/>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7"/>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7"/>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7"/>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7"/>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7"/>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7"/>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7"/>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7"/>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7"/>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7"/>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7"/>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7"/>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7"/>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7"/>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7"/>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7"/>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7"/>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7"/>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7"/>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4" name="Google Shape;12014;p8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2015" name="Google Shape;12015;p8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19" name="Shape 12019"/>
        <p:cNvGrpSpPr/>
        <p:nvPr/>
      </p:nvGrpSpPr>
      <p:grpSpPr>
        <a:xfrm>
          <a:off x="0" y="0"/>
          <a:ext cx="0" cy="0"/>
          <a:chOff x="0" y="0"/>
          <a:chExt cx="0" cy="0"/>
        </a:xfrm>
      </p:grpSpPr>
      <p:grpSp>
        <p:nvGrpSpPr>
          <p:cNvPr id="12020" name="Google Shape;12020;p88"/>
          <p:cNvGrpSpPr/>
          <p:nvPr/>
        </p:nvGrpSpPr>
        <p:grpSpPr>
          <a:xfrm>
            <a:off x="1770285" y="3182228"/>
            <a:ext cx="294160" cy="358367"/>
            <a:chOff x="1770285" y="3381478"/>
            <a:chExt cx="294160" cy="358367"/>
          </a:xfrm>
        </p:grpSpPr>
        <p:sp>
          <p:nvSpPr>
            <p:cNvPr id="12021" name="Google Shape;12021;p88"/>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8"/>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8"/>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8"/>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8"/>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8"/>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8"/>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8"/>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8"/>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8"/>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8"/>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8"/>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8"/>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8"/>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8"/>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8"/>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88"/>
          <p:cNvGrpSpPr/>
          <p:nvPr/>
        </p:nvGrpSpPr>
        <p:grpSpPr>
          <a:xfrm>
            <a:off x="3563273" y="1339872"/>
            <a:ext cx="333198" cy="312146"/>
            <a:chOff x="3563273" y="1539122"/>
            <a:chExt cx="333198" cy="312146"/>
          </a:xfrm>
        </p:grpSpPr>
        <p:sp>
          <p:nvSpPr>
            <p:cNvPr id="12038" name="Google Shape;12038;p88"/>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8"/>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8"/>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8"/>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8"/>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8"/>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8"/>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8"/>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8"/>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8"/>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8"/>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8"/>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8"/>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8"/>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8"/>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8"/>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88"/>
          <p:cNvGrpSpPr/>
          <p:nvPr/>
        </p:nvGrpSpPr>
        <p:grpSpPr>
          <a:xfrm>
            <a:off x="2642986" y="2256540"/>
            <a:ext cx="358813" cy="323996"/>
            <a:chOff x="2642986" y="2455790"/>
            <a:chExt cx="358813" cy="323996"/>
          </a:xfrm>
        </p:grpSpPr>
        <p:sp>
          <p:nvSpPr>
            <p:cNvPr id="12055" name="Google Shape;12055;p88"/>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8"/>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8"/>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8"/>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8"/>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8"/>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8"/>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8"/>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8"/>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8"/>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8"/>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8"/>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8"/>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8"/>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8"/>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8"/>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8"/>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8"/>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8"/>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8"/>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8"/>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88"/>
          <p:cNvGrpSpPr/>
          <p:nvPr/>
        </p:nvGrpSpPr>
        <p:grpSpPr>
          <a:xfrm>
            <a:off x="4023495" y="3590172"/>
            <a:ext cx="346517" cy="358393"/>
            <a:chOff x="4023495" y="3789422"/>
            <a:chExt cx="346517" cy="358393"/>
          </a:xfrm>
        </p:grpSpPr>
        <p:sp>
          <p:nvSpPr>
            <p:cNvPr id="12077" name="Google Shape;12077;p88"/>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8"/>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8"/>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8"/>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8"/>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8"/>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8"/>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8"/>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8"/>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8"/>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8"/>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88"/>
          <p:cNvGrpSpPr/>
          <p:nvPr/>
        </p:nvGrpSpPr>
        <p:grpSpPr>
          <a:xfrm>
            <a:off x="2189266" y="1788558"/>
            <a:ext cx="365341" cy="358813"/>
            <a:chOff x="2189266" y="1987808"/>
            <a:chExt cx="365341" cy="358813"/>
          </a:xfrm>
        </p:grpSpPr>
        <p:sp>
          <p:nvSpPr>
            <p:cNvPr id="12089" name="Google Shape;12089;p88"/>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8"/>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8"/>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8"/>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8"/>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8"/>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8"/>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8"/>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8"/>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8"/>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8"/>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8"/>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8"/>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8"/>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8"/>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88"/>
          <p:cNvGrpSpPr/>
          <p:nvPr/>
        </p:nvGrpSpPr>
        <p:grpSpPr>
          <a:xfrm>
            <a:off x="863290" y="2701556"/>
            <a:ext cx="273029" cy="358393"/>
            <a:chOff x="863290" y="2900806"/>
            <a:chExt cx="273029" cy="358393"/>
          </a:xfrm>
        </p:grpSpPr>
        <p:sp>
          <p:nvSpPr>
            <p:cNvPr id="12105" name="Google Shape;12105;p88"/>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8"/>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8"/>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8"/>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8"/>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8"/>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8"/>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8"/>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8"/>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8"/>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8"/>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8"/>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8"/>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8"/>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8"/>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88"/>
          <p:cNvGrpSpPr/>
          <p:nvPr/>
        </p:nvGrpSpPr>
        <p:grpSpPr>
          <a:xfrm>
            <a:off x="3087268" y="2269964"/>
            <a:ext cx="358367" cy="297097"/>
            <a:chOff x="3087268" y="2469214"/>
            <a:chExt cx="358367" cy="297097"/>
          </a:xfrm>
        </p:grpSpPr>
        <p:sp>
          <p:nvSpPr>
            <p:cNvPr id="12121" name="Google Shape;12121;p88"/>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8"/>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8"/>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8"/>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8"/>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8"/>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8"/>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8"/>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8"/>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8"/>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8"/>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8"/>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8"/>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8"/>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8"/>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8"/>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8"/>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8"/>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8"/>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8"/>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8"/>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8"/>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8"/>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8"/>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8"/>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8"/>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8"/>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8"/>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8"/>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88"/>
          <p:cNvGrpSpPr/>
          <p:nvPr/>
        </p:nvGrpSpPr>
        <p:grpSpPr>
          <a:xfrm>
            <a:off x="2198600" y="2245555"/>
            <a:ext cx="363506" cy="345914"/>
            <a:chOff x="2198600" y="2444805"/>
            <a:chExt cx="363506" cy="345914"/>
          </a:xfrm>
        </p:grpSpPr>
        <p:sp>
          <p:nvSpPr>
            <p:cNvPr id="12151" name="Google Shape;12151;p88"/>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8"/>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8"/>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8"/>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8"/>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8"/>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8"/>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8"/>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8"/>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8"/>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8"/>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8"/>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8"/>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8"/>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8"/>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8"/>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8"/>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8"/>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8"/>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8"/>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8"/>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8"/>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8"/>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8"/>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88"/>
          <p:cNvGrpSpPr/>
          <p:nvPr/>
        </p:nvGrpSpPr>
        <p:grpSpPr>
          <a:xfrm>
            <a:off x="3982779" y="2701583"/>
            <a:ext cx="361251" cy="358341"/>
            <a:chOff x="3982779" y="2900833"/>
            <a:chExt cx="361251" cy="358341"/>
          </a:xfrm>
        </p:grpSpPr>
        <p:sp>
          <p:nvSpPr>
            <p:cNvPr id="12176" name="Google Shape;12176;p88"/>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8"/>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8"/>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8"/>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8"/>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8"/>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8"/>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8"/>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8"/>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8"/>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8"/>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8"/>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8"/>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8"/>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8"/>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8"/>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8"/>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8"/>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8"/>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8"/>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8"/>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8"/>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8"/>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8"/>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8"/>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88"/>
          <p:cNvGrpSpPr/>
          <p:nvPr/>
        </p:nvGrpSpPr>
        <p:grpSpPr>
          <a:xfrm>
            <a:off x="3531550" y="2701687"/>
            <a:ext cx="358288" cy="358262"/>
            <a:chOff x="3531550" y="2900937"/>
            <a:chExt cx="358288" cy="358262"/>
          </a:xfrm>
        </p:grpSpPr>
        <p:sp>
          <p:nvSpPr>
            <p:cNvPr id="12202" name="Google Shape;12202;p88"/>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8"/>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8"/>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8"/>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8"/>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8"/>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8"/>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8"/>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8"/>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8"/>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8"/>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8"/>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8"/>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8"/>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8"/>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8"/>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8"/>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8"/>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8"/>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8"/>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8"/>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8"/>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8"/>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8"/>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8"/>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8"/>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8"/>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8"/>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88"/>
          <p:cNvGrpSpPr/>
          <p:nvPr/>
        </p:nvGrpSpPr>
        <p:grpSpPr>
          <a:xfrm>
            <a:off x="877343" y="1316696"/>
            <a:ext cx="334824" cy="358393"/>
            <a:chOff x="877343" y="1515946"/>
            <a:chExt cx="334824" cy="358393"/>
          </a:xfrm>
        </p:grpSpPr>
        <p:sp>
          <p:nvSpPr>
            <p:cNvPr id="12231" name="Google Shape;12231;p88"/>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8"/>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8"/>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8"/>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8"/>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8"/>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8"/>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8"/>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8"/>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8"/>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8"/>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8"/>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88"/>
          <p:cNvGrpSpPr/>
          <p:nvPr/>
        </p:nvGrpSpPr>
        <p:grpSpPr>
          <a:xfrm>
            <a:off x="2198521" y="3182228"/>
            <a:ext cx="333959" cy="358341"/>
            <a:chOff x="2198521" y="3381478"/>
            <a:chExt cx="333959" cy="358341"/>
          </a:xfrm>
        </p:grpSpPr>
        <p:sp>
          <p:nvSpPr>
            <p:cNvPr id="12244" name="Google Shape;12244;p88"/>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8"/>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8"/>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8"/>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8"/>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8"/>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8"/>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8"/>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8"/>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8"/>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8"/>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88"/>
          <p:cNvGrpSpPr/>
          <p:nvPr/>
        </p:nvGrpSpPr>
        <p:grpSpPr>
          <a:xfrm>
            <a:off x="2224450" y="3640982"/>
            <a:ext cx="358367" cy="303966"/>
            <a:chOff x="2224450" y="3840232"/>
            <a:chExt cx="358367" cy="303966"/>
          </a:xfrm>
        </p:grpSpPr>
        <p:sp>
          <p:nvSpPr>
            <p:cNvPr id="12256" name="Google Shape;12256;p88"/>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8"/>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8"/>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8"/>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8"/>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8"/>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8"/>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8"/>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8"/>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88"/>
          <p:cNvGrpSpPr/>
          <p:nvPr/>
        </p:nvGrpSpPr>
        <p:grpSpPr>
          <a:xfrm>
            <a:off x="1741498" y="1817922"/>
            <a:ext cx="361723" cy="299587"/>
            <a:chOff x="1741498" y="2017172"/>
            <a:chExt cx="361723" cy="299587"/>
          </a:xfrm>
        </p:grpSpPr>
        <p:sp>
          <p:nvSpPr>
            <p:cNvPr id="12266" name="Google Shape;12266;p88"/>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8"/>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8"/>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8"/>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8"/>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8"/>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8"/>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8"/>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8"/>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8"/>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8"/>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8"/>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8"/>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88"/>
          <p:cNvGrpSpPr/>
          <p:nvPr/>
        </p:nvGrpSpPr>
        <p:grpSpPr>
          <a:xfrm>
            <a:off x="1767715" y="3613820"/>
            <a:ext cx="366258" cy="357371"/>
            <a:chOff x="1767715" y="3813070"/>
            <a:chExt cx="366258" cy="357371"/>
          </a:xfrm>
        </p:grpSpPr>
        <p:sp>
          <p:nvSpPr>
            <p:cNvPr id="12280" name="Google Shape;12280;p88"/>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8"/>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8"/>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8"/>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8"/>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8"/>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8"/>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8"/>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8"/>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8"/>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8"/>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8"/>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8"/>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8"/>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8"/>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88"/>
          <p:cNvGrpSpPr/>
          <p:nvPr/>
        </p:nvGrpSpPr>
        <p:grpSpPr>
          <a:xfrm>
            <a:off x="2672770" y="3613820"/>
            <a:ext cx="358315" cy="358393"/>
            <a:chOff x="2672770" y="3813070"/>
            <a:chExt cx="358315" cy="358393"/>
          </a:xfrm>
        </p:grpSpPr>
        <p:sp>
          <p:nvSpPr>
            <p:cNvPr id="12296" name="Google Shape;12296;p88"/>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8"/>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8"/>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8"/>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8"/>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8"/>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8"/>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8"/>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8"/>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8"/>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8"/>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8"/>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8"/>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8"/>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8"/>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8"/>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8"/>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8"/>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88"/>
          <p:cNvGrpSpPr/>
          <p:nvPr/>
        </p:nvGrpSpPr>
        <p:grpSpPr>
          <a:xfrm>
            <a:off x="3577902" y="3613768"/>
            <a:ext cx="346962" cy="358393"/>
            <a:chOff x="3577903" y="3813018"/>
            <a:chExt cx="346962" cy="358393"/>
          </a:xfrm>
        </p:grpSpPr>
        <p:sp>
          <p:nvSpPr>
            <p:cNvPr id="12315" name="Google Shape;12315;p88"/>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8"/>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8"/>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8"/>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8"/>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8"/>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8"/>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8"/>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8"/>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8"/>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8"/>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8"/>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88"/>
          <p:cNvGrpSpPr/>
          <p:nvPr/>
        </p:nvGrpSpPr>
        <p:grpSpPr>
          <a:xfrm>
            <a:off x="1783865" y="1317272"/>
            <a:ext cx="337000" cy="357816"/>
            <a:chOff x="1783865" y="1516522"/>
            <a:chExt cx="337000" cy="357816"/>
          </a:xfrm>
        </p:grpSpPr>
        <p:sp>
          <p:nvSpPr>
            <p:cNvPr id="12328" name="Google Shape;12328;p88"/>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8"/>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8"/>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8"/>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8"/>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8"/>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8"/>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8"/>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8"/>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8"/>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8"/>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8"/>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8"/>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8"/>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8"/>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8"/>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8"/>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8"/>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8"/>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88"/>
          <p:cNvGrpSpPr/>
          <p:nvPr/>
        </p:nvGrpSpPr>
        <p:grpSpPr>
          <a:xfrm>
            <a:off x="848975" y="1819469"/>
            <a:ext cx="361487" cy="296389"/>
            <a:chOff x="848975" y="2018719"/>
            <a:chExt cx="361487" cy="296389"/>
          </a:xfrm>
        </p:grpSpPr>
        <p:sp>
          <p:nvSpPr>
            <p:cNvPr id="12348" name="Google Shape;12348;p88"/>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8"/>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8"/>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8"/>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8"/>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8"/>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8"/>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8"/>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8"/>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8"/>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8"/>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8"/>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8"/>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88"/>
          <p:cNvGrpSpPr/>
          <p:nvPr/>
        </p:nvGrpSpPr>
        <p:grpSpPr>
          <a:xfrm>
            <a:off x="3078826" y="1815064"/>
            <a:ext cx="374884" cy="305381"/>
            <a:chOff x="3078826" y="2014314"/>
            <a:chExt cx="374884" cy="305381"/>
          </a:xfrm>
        </p:grpSpPr>
        <p:sp>
          <p:nvSpPr>
            <p:cNvPr id="12362" name="Google Shape;12362;p88"/>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8"/>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8"/>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8"/>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8"/>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8"/>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8"/>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8"/>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8"/>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8"/>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8"/>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8"/>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8"/>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88"/>
          <p:cNvGrpSpPr/>
          <p:nvPr/>
        </p:nvGrpSpPr>
        <p:grpSpPr>
          <a:xfrm>
            <a:off x="3531183" y="2239368"/>
            <a:ext cx="359416" cy="358315"/>
            <a:chOff x="3531183" y="2438618"/>
            <a:chExt cx="359416" cy="358315"/>
          </a:xfrm>
        </p:grpSpPr>
        <p:sp>
          <p:nvSpPr>
            <p:cNvPr id="12376" name="Google Shape;12376;p88"/>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8"/>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8"/>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8"/>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8"/>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8"/>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8"/>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8"/>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8"/>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8"/>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8"/>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8"/>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8"/>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8"/>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8"/>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8"/>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8"/>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8"/>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8"/>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8"/>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8"/>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88"/>
          <p:cNvGrpSpPr/>
          <p:nvPr/>
        </p:nvGrpSpPr>
        <p:grpSpPr>
          <a:xfrm>
            <a:off x="1325898" y="3666229"/>
            <a:ext cx="358288" cy="253418"/>
            <a:chOff x="1325898" y="3865479"/>
            <a:chExt cx="358288" cy="253418"/>
          </a:xfrm>
        </p:grpSpPr>
        <p:sp>
          <p:nvSpPr>
            <p:cNvPr id="12398" name="Google Shape;12398;p88"/>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8"/>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8"/>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8"/>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8"/>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8"/>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8"/>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8"/>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6" name="Google Shape;12406;p88"/>
          <p:cNvGrpSpPr/>
          <p:nvPr/>
        </p:nvGrpSpPr>
        <p:grpSpPr>
          <a:xfrm>
            <a:off x="3121823" y="3613742"/>
            <a:ext cx="354933" cy="358524"/>
            <a:chOff x="3121823" y="3812992"/>
            <a:chExt cx="354933" cy="358524"/>
          </a:xfrm>
        </p:grpSpPr>
        <p:sp>
          <p:nvSpPr>
            <p:cNvPr id="12407" name="Google Shape;12407;p88"/>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8"/>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8"/>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8"/>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8"/>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8"/>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8"/>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8"/>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8"/>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8"/>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8"/>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8"/>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8"/>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8"/>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88"/>
          <p:cNvGrpSpPr/>
          <p:nvPr/>
        </p:nvGrpSpPr>
        <p:grpSpPr>
          <a:xfrm>
            <a:off x="876687" y="3614817"/>
            <a:ext cx="362457" cy="356296"/>
            <a:chOff x="876687" y="3814067"/>
            <a:chExt cx="362457" cy="356296"/>
          </a:xfrm>
        </p:grpSpPr>
        <p:sp>
          <p:nvSpPr>
            <p:cNvPr id="12422" name="Google Shape;12422;p88"/>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8"/>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8"/>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8"/>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8"/>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8"/>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8"/>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8"/>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8"/>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8"/>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8"/>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8"/>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8"/>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8"/>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8"/>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8"/>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8"/>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8"/>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8"/>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8"/>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8"/>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8"/>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8"/>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8"/>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8"/>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8"/>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88"/>
          <p:cNvGrpSpPr/>
          <p:nvPr/>
        </p:nvGrpSpPr>
        <p:grpSpPr>
          <a:xfrm>
            <a:off x="4008787" y="1316696"/>
            <a:ext cx="330734" cy="358367"/>
            <a:chOff x="4008787" y="1515946"/>
            <a:chExt cx="330734" cy="358367"/>
          </a:xfrm>
        </p:grpSpPr>
        <p:sp>
          <p:nvSpPr>
            <p:cNvPr id="12449" name="Google Shape;12449;p88"/>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8"/>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8"/>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8"/>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8"/>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8"/>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8"/>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8"/>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8"/>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8"/>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8"/>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8"/>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8"/>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8"/>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8"/>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88"/>
          <p:cNvGrpSpPr/>
          <p:nvPr/>
        </p:nvGrpSpPr>
        <p:grpSpPr>
          <a:xfrm>
            <a:off x="3962539" y="2309185"/>
            <a:ext cx="378502" cy="218470"/>
            <a:chOff x="3962539" y="2508435"/>
            <a:chExt cx="378502" cy="218470"/>
          </a:xfrm>
        </p:grpSpPr>
        <p:sp>
          <p:nvSpPr>
            <p:cNvPr id="12465" name="Google Shape;12465;p88"/>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8"/>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8"/>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8"/>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8"/>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8"/>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8"/>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88"/>
          <p:cNvGrpSpPr/>
          <p:nvPr/>
        </p:nvGrpSpPr>
        <p:grpSpPr>
          <a:xfrm>
            <a:off x="2241439" y="2701687"/>
            <a:ext cx="225811" cy="358262"/>
            <a:chOff x="2241439" y="2900937"/>
            <a:chExt cx="225811" cy="358262"/>
          </a:xfrm>
        </p:grpSpPr>
        <p:sp>
          <p:nvSpPr>
            <p:cNvPr id="12473" name="Google Shape;12473;p88"/>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8"/>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8"/>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8"/>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8"/>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8"/>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8"/>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8"/>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8"/>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8"/>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8"/>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8"/>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8"/>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8"/>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8"/>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8"/>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8"/>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88"/>
          <p:cNvGrpSpPr/>
          <p:nvPr/>
        </p:nvGrpSpPr>
        <p:grpSpPr>
          <a:xfrm>
            <a:off x="3533936" y="3237888"/>
            <a:ext cx="361775" cy="246969"/>
            <a:chOff x="3533936" y="3437138"/>
            <a:chExt cx="361775" cy="246969"/>
          </a:xfrm>
        </p:grpSpPr>
        <p:sp>
          <p:nvSpPr>
            <p:cNvPr id="12491" name="Google Shape;12491;p88"/>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8"/>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8"/>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8"/>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8"/>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8"/>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8"/>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8"/>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8"/>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8"/>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8"/>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88"/>
          <p:cNvGrpSpPr/>
          <p:nvPr/>
        </p:nvGrpSpPr>
        <p:grpSpPr>
          <a:xfrm>
            <a:off x="3531838" y="1806202"/>
            <a:ext cx="358288" cy="323209"/>
            <a:chOff x="3531838" y="2005452"/>
            <a:chExt cx="358288" cy="323209"/>
          </a:xfrm>
        </p:grpSpPr>
        <p:sp>
          <p:nvSpPr>
            <p:cNvPr id="12503" name="Google Shape;12503;p88"/>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8"/>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8"/>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8"/>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8"/>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8"/>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8"/>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8"/>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8"/>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8"/>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8"/>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8"/>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8"/>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88"/>
          <p:cNvGrpSpPr/>
          <p:nvPr/>
        </p:nvGrpSpPr>
        <p:grpSpPr>
          <a:xfrm>
            <a:off x="3136452" y="1316696"/>
            <a:ext cx="297988" cy="358393"/>
            <a:chOff x="3136452" y="1515946"/>
            <a:chExt cx="297988" cy="358393"/>
          </a:xfrm>
        </p:grpSpPr>
        <p:sp>
          <p:nvSpPr>
            <p:cNvPr id="12517" name="Google Shape;12517;p88"/>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8"/>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8"/>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8"/>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8"/>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8"/>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8"/>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8"/>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8"/>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8"/>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8"/>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8"/>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8"/>
          <p:cNvGrpSpPr/>
          <p:nvPr/>
        </p:nvGrpSpPr>
        <p:grpSpPr>
          <a:xfrm>
            <a:off x="2674893" y="1316696"/>
            <a:ext cx="332254" cy="358393"/>
            <a:chOff x="2674893" y="1515946"/>
            <a:chExt cx="332254" cy="358393"/>
          </a:xfrm>
        </p:grpSpPr>
        <p:sp>
          <p:nvSpPr>
            <p:cNvPr id="12530" name="Google Shape;12530;p88"/>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8"/>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8"/>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8"/>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8"/>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8"/>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8"/>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8"/>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8"/>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8"/>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8"/>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8"/>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8"/>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8"/>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8"/>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8"/>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8"/>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8"/>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8"/>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8"/>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8"/>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8"/>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88"/>
          <p:cNvGrpSpPr/>
          <p:nvPr/>
        </p:nvGrpSpPr>
        <p:grpSpPr>
          <a:xfrm>
            <a:off x="1753768" y="2239263"/>
            <a:ext cx="358839" cy="358419"/>
            <a:chOff x="1753768" y="2438513"/>
            <a:chExt cx="358839" cy="358419"/>
          </a:xfrm>
        </p:grpSpPr>
        <p:sp>
          <p:nvSpPr>
            <p:cNvPr id="12553" name="Google Shape;12553;p88"/>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8"/>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8"/>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8"/>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8"/>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8"/>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8"/>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8"/>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8"/>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88"/>
          <p:cNvGrpSpPr/>
          <p:nvPr/>
        </p:nvGrpSpPr>
        <p:grpSpPr>
          <a:xfrm>
            <a:off x="2246840" y="1316722"/>
            <a:ext cx="301423" cy="358367"/>
            <a:chOff x="2246840" y="1515972"/>
            <a:chExt cx="301423" cy="358367"/>
          </a:xfrm>
        </p:grpSpPr>
        <p:sp>
          <p:nvSpPr>
            <p:cNvPr id="12563" name="Google Shape;12563;p88"/>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8"/>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8"/>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8"/>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8"/>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8"/>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8"/>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8"/>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8"/>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8"/>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8"/>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8"/>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8"/>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8"/>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8"/>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8"/>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8"/>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8"/>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8"/>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8"/>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3" name="Google Shape;12583;p88"/>
          <p:cNvGrpSpPr/>
          <p:nvPr/>
        </p:nvGrpSpPr>
        <p:grpSpPr>
          <a:xfrm>
            <a:off x="2703575" y="4087256"/>
            <a:ext cx="339097" cy="358446"/>
            <a:chOff x="2703575" y="4286506"/>
            <a:chExt cx="339097" cy="358446"/>
          </a:xfrm>
        </p:grpSpPr>
        <p:sp>
          <p:nvSpPr>
            <p:cNvPr id="12584" name="Google Shape;12584;p88"/>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8"/>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8"/>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8"/>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8"/>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8"/>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8"/>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8"/>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8"/>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8"/>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8"/>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88"/>
          <p:cNvGrpSpPr/>
          <p:nvPr/>
        </p:nvGrpSpPr>
        <p:grpSpPr>
          <a:xfrm>
            <a:off x="2638346" y="1806281"/>
            <a:ext cx="358551" cy="322869"/>
            <a:chOff x="2638346" y="2005531"/>
            <a:chExt cx="358551" cy="322869"/>
          </a:xfrm>
        </p:grpSpPr>
        <p:sp>
          <p:nvSpPr>
            <p:cNvPr id="12596" name="Google Shape;12596;p88"/>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8"/>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8"/>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8"/>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8"/>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8"/>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8"/>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8"/>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8"/>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8"/>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8"/>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8"/>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8"/>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8"/>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8"/>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8"/>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88"/>
          <p:cNvGrpSpPr/>
          <p:nvPr/>
        </p:nvGrpSpPr>
        <p:grpSpPr>
          <a:xfrm>
            <a:off x="2695605" y="2701583"/>
            <a:ext cx="221826" cy="358419"/>
            <a:chOff x="2695605" y="2900833"/>
            <a:chExt cx="221826" cy="358419"/>
          </a:xfrm>
        </p:grpSpPr>
        <p:sp>
          <p:nvSpPr>
            <p:cNvPr id="12613" name="Google Shape;12613;p88"/>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8"/>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8"/>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8"/>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8"/>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8"/>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8"/>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8"/>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8"/>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8"/>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88"/>
          <p:cNvGrpSpPr/>
          <p:nvPr/>
        </p:nvGrpSpPr>
        <p:grpSpPr>
          <a:xfrm>
            <a:off x="1309564" y="3182254"/>
            <a:ext cx="320509" cy="358341"/>
            <a:chOff x="1309564" y="3381504"/>
            <a:chExt cx="320509" cy="358341"/>
          </a:xfrm>
        </p:grpSpPr>
        <p:sp>
          <p:nvSpPr>
            <p:cNvPr id="12624" name="Google Shape;12624;p88"/>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8"/>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8"/>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8"/>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8"/>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8"/>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8"/>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8"/>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8"/>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8"/>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8"/>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88"/>
          <p:cNvGrpSpPr/>
          <p:nvPr/>
        </p:nvGrpSpPr>
        <p:grpSpPr>
          <a:xfrm>
            <a:off x="1309486" y="2243170"/>
            <a:ext cx="359311" cy="350554"/>
            <a:chOff x="1309486" y="2442420"/>
            <a:chExt cx="359311" cy="350554"/>
          </a:xfrm>
        </p:grpSpPr>
        <p:sp>
          <p:nvSpPr>
            <p:cNvPr id="12636" name="Google Shape;12636;p88"/>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8"/>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8"/>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8"/>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8"/>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8"/>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8"/>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8"/>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8"/>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8"/>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8"/>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8"/>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8"/>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8"/>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8"/>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8"/>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8"/>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8"/>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8"/>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8"/>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8"/>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8"/>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8"/>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8"/>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88"/>
          <p:cNvGrpSpPr/>
          <p:nvPr/>
        </p:nvGrpSpPr>
        <p:grpSpPr>
          <a:xfrm>
            <a:off x="3125755" y="3182254"/>
            <a:ext cx="278115" cy="358341"/>
            <a:chOff x="3125755" y="3381504"/>
            <a:chExt cx="278115" cy="358341"/>
          </a:xfrm>
        </p:grpSpPr>
        <p:sp>
          <p:nvSpPr>
            <p:cNvPr id="12661" name="Google Shape;12661;p88"/>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8"/>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8"/>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8"/>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8"/>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8"/>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8"/>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8"/>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8"/>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8"/>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8"/>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8"/>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8"/>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8"/>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8"/>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88"/>
          <p:cNvGrpSpPr/>
          <p:nvPr/>
        </p:nvGrpSpPr>
        <p:grpSpPr>
          <a:xfrm>
            <a:off x="1298081" y="1797341"/>
            <a:ext cx="358577" cy="341011"/>
            <a:chOff x="1298081" y="1996591"/>
            <a:chExt cx="358577" cy="341011"/>
          </a:xfrm>
        </p:grpSpPr>
        <p:sp>
          <p:nvSpPr>
            <p:cNvPr id="12677" name="Google Shape;12677;p88"/>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8"/>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8"/>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8"/>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8"/>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8"/>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8"/>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8"/>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8"/>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8"/>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8"/>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8"/>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8"/>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8"/>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8"/>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8"/>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8"/>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8"/>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8"/>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8"/>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88"/>
          <p:cNvGrpSpPr/>
          <p:nvPr/>
        </p:nvGrpSpPr>
        <p:grpSpPr>
          <a:xfrm>
            <a:off x="3985322" y="3188153"/>
            <a:ext cx="358682" cy="346386"/>
            <a:chOff x="3985322" y="3387403"/>
            <a:chExt cx="358682" cy="346386"/>
          </a:xfrm>
        </p:grpSpPr>
        <p:sp>
          <p:nvSpPr>
            <p:cNvPr id="12699" name="Google Shape;12699;p88"/>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8"/>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8"/>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8"/>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8"/>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8"/>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8"/>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8"/>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8"/>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8"/>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8"/>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8"/>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8"/>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8"/>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8"/>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8"/>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8"/>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8"/>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8"/>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88"/>
          <p:cNvGrpSpPr/>
          <p:nvPr/>
        </p:nvGrpSpPr>
        <p:grpSpPr>
          <a:xfrm>
            <a:off x="2162341" y="4087361"/>
            <a:ext cx="351341" cy="358262"/>
            <a:chOff x="2162341" y="4286611"/>
            <a:chExt cx="351341" cy="358262"/>
          </a:xfrm>
        </p:grpSpPr>
        <p:sp>
          <p:nvSpPr>
            <p:cNvPr id="12720" name="Google Shape;12720;p88"/>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8"/>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8"/>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8"/>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8"/>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8"/>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8"/>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8"/>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8"/>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8"/>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8"/>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88"/>
          <p:cNvGrpSpPr/>
          <p:nvPr/>
        </p:nvGrpSpPr>
        <p:grpSpPr>
          <a:xfrm>
            <a:off x="869949" y="3182228"/>
            <a:ext cx="303389" cy="358472"/>
            <a:chOff x="869949" y="3381478"/>
            <a:chExt cx="303389" cy="358472"/>
          </a:xfrm>
        </p:grpSpPr>
        <p:sp>
          <p:nvSpPr>
            <p:cNvPr id="12732" name="Google Shape;12732;p88"/>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8"/>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8"/>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8"/>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8"/>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8"/>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8"/>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8"/>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88"/>
          <p:cNvGrpSpPr/>
          <p:nvPr/>
        </p:nvGrpSpPr>
        <p:grpSpPr>
          <a:xfrm>
            <a:off x="1772461" y="2701583"/>
            <a:ext cx="261729" cy="358393"/>
            <a:chOff x="1772461" y="2900833"/>
            <a:chExt cx="261729" cy="358393"/>
          </a:xfrm>
        </p:grpSpPr>
        <p:sp>
          <p:nvSpPr>
            <p:cNvPr id="12741" name="Google Shape;12741;p88"/>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8"/>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8"/>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8"/>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8"/>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8"/>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8"/>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8"/>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8"/>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8"/>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8"/>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8"/>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8"/>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8"/>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8"/>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8"/>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8"/>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8"/>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8"/>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88"/>
          <p:cNvGrpSpPr/>
          <p:nvPr/>
        </p:nvGrpSpPr>
        <p:grpSpPr>
          <a:xfrm>
            <a:off x="1352587" y="1316827"/>
            <a:ext cx="310992" cy="358262"/>
            <a:chOff x="1352587" y="1516077"/>
            <a:chExt cx="310992" cy="358262"/>
          </a:xfrm>
        </p:grpSpPr>
        <p:sp>
          <p:nvSpPr>
            <p:cNvPr id="12761" name="Google Shape;12761;p88"/>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8"/>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8"/>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8"/>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8"/>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8"/>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8"/>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8"/>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8"/>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8"/>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8"/>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8"/>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8"/>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8"/>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8"/>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8"/>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8"/>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8"/>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1" name="Google Shape;12781;p88"/>
          <p:cNvSpPr/>
          <p:nvPr/>
        </p:nvSpPr>
        <p:spPr>
          <a:xfrm>
            <a:off x="1324482" y="304180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2" name="Google Shape;12782;p88"/>
          <p:cNvGrpSpPr/>
          <p:nvPr/>
        </p:nvGrpSpPr>
        <p:grpSpPr>
          <a:xfrm>
            <a:off x="1319160" y="2701687"/>
            <a:ext cx="265295" cy="358262"/>
            <a:chOff x="1319160" y="2900937"/>
            <a:chExt cx="265295" cy="358262"/>
          </a:xfrm>
        </p:grpSpPr>
        <p:sp>
          <p:nvSpPr>
            <p:cNvPr id="12783" name="Google Shape;12783;p88"/>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8"/>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8"/>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8"/>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8"/>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8"/>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8"/>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8"/>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8"/>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8"/>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8"/>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8"/>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8"/>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8"/>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88"/>
          <p:cNvGrpSpPr/>
          <p:nvPr/>
        </p:nvGrpSpPr>
        <p:grpSpPr>
          <a:xfrm>
            <a:off x="3978401" y="1805966"/>
            <a:ext cx="358839" cy="323472"/>
            <a:chOff x="3978401" y="2005216"/>
            <a:chExt cx="358839" cy="323472"/>
          </a:xfrm>
        </p:grpSpPr>
        <p:sp>
          <p:nvSpPr>
            <p:cNvPr id="12805" name="Google Shape;12805;p88"/>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8"/>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8"/>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8"/>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8"/>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8"/>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8"/>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8"/>
          <p:cNvGrpSpPr/>
          <p:nvPr/>
        </p:nvGrpSpPr>
        <p:grpSpPr>
          <a:xfrm>
            <a:off x="865099" y="2239394"/>
            <a:ext cx="360569" cy="358210"/>
            <a:chOff x="865099" y="2438644"/>
            <a:chExt cx="360569" cy="358210"/>
          </a:xfrm>
        </p:grpSpPr>
        <p:sp>
          <p:nvSpPr>
            <p:cNvPr id="12816" name="Google Shape;12816;p88"/>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8"/>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8"/>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8"/>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8"/>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8"/>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8"/>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8"/>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8"/>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8"/>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8"/>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8"/>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88"/>
          <p:cNvGrpSpPr/>
          <p:nvPr/>
        </p:nvGrpSpPr>
        <p:grpSpPr>
          <a:xfrm>
            <a:off x="3126490" y="2701766"/>
            <a:ext cx="265242" cy="358288"/>
            <a:chOff x="3126490" y="2901016"/>
            <a:chExt cx="265242" cy="358288"/>
          </a:xfrm>
        </p:grpSpPr>
        <p:sp>
          <p:nvSpPr>
            <p:cNvPr id="12832" name="Google Shape;12832;p88"/>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8"/>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8"/>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8"/>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8"/>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8"/>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8"/>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8"/>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8"/>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8"/>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8"/>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8"/>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8"/>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8"/>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8"/>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8"/>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88"/>
          <p:cNvGrpSpPr/>
          <p:nvPr/>
        </p:nvGrpSpPr>
        <p:grpSpPr>
          <a:xfrm>
            <a:off x="2671485" y="3182202"/>
            <a:ext cx="289336" cy="358393"/>
            <a:chOff x="2671485" y="3381452"/>
            <a:chExt cx="289336" cy="358393"/>
          </a:xfrm>
        </p:grpSpPr>
        <p:sp>
          <p:nvSpPr>
            <p:cNvPr id="12850" name="Google Shape;12850;p88"/>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8"/>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8"/>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8"/>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8"/>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8"/>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8"/>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8"/>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8"/>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8"/>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8"/>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8"/>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8"/>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8"/>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8"/>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88"/>
          <p:cNvGrpSpPr/>
          <p:nvPr/>
        </p:nvGrpSpPr>
        <p:grpSpPr>
          <a:xfrm>
            <a:off x="7153891" y="1314152"/>
            <a:ext cx="289546" cy="364974"/>
            <a:chOff x="7153891" y="1513402"/>
            <a:chExt cx="289546" cy="364974"/>
          </a:xfrm>
        </p:grpSpPr>
        <p:sp>
          <p:nvSpPr>
            <p:cNvPr id="12866" name="Google Shape;12866;p88"/>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8"/>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8"/>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8"/>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8"/>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8"/>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8"/>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8"/>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8"/>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8"/>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8"/>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8"/>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8"/>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8"/>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8"/>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8"/>
          <p:cNvGrpSpPr/>
          <p:nvPr/>
        </p:nvGrpSpPr>
        <p:grpSpPr>
          <a:xfrm>
            <a:off x="6255941" y="3598300"/>
            <a:ext cx="284958" cy="364974"/>
            <a:chOff x="6255941" y="3797550"/>
            <a:chExt cx="284958" cy="364974"/>
          </a:xfrm>
        </p:grpSpPr>
        <p:sp>
          <p:nvSpPr>
            <p:cNvPr id="12882" name="Google Shape;12882;p88"/>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8"/>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8"/>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8"/>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8"/>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8"/>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8"/>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8"/>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8"/>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8"/>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8"/>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8"/>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8"/>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8"/>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8"/>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8"/>
          <p:cNvGrpSpPr/>
          <p:nvPr/>
        </p:nvGrpSpPr>
        <p:grpSpPr>
          <a:xfrm>
            <a:off x="6698309" y="1314152"/>
            <a:ext cx="300557" cy="364974"/>
            <a:chOff x="6698309" y="1513402"/>
            <a:chExt cx="300557" cy="364974"/>
          </a:xfrm>
        </p:grpSpPr>
        <p:sp>
          <p:nvSpPr>
            <p:cNvPr id="12898" name="Google Shape;12898;p88"/>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8"/>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8"/>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8"/>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8"/>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8"/>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8"/>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8"/>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8"/>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8"/>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8"/>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8"/>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8"/>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8"/>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8"/>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8"/>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8"/>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88"/>
          <p:cNvGrpSpPr/>
          <p:nvPr/>
        </p:nvGrpSpPr>
        <p:grpSpPr>
          <a:xfrm>
            <a:off x="5327187" y="1314152"/>
            <a:ext cx="342243" cy="364974"/>
            <a:chOff x="5327187" y="1513402"/>
            <a:chExt cx="342243" cy="364974"/>
          </a:xfrm>
        </p:grpSpPr>
        <p:sp>
          <p:nvSpPr>
            <p:cNvPr id="12916" name="Google Shape;12916;p88"/>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8"/>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8"/>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8"/>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8"/>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8"/>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8"/>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8"/>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8"/>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8"/>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8"/>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8"/>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8"/>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8"/>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8"/>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88"/>
          <p:cNvGrpSpPr/>
          <p:nvPr/>
        </p:nvGrpSpPr>
        <p:grpSpPr>
          <a:xfrm>
            <a:off x="5782978" y="1314152"/>
            <a:ext cx="330839" cy="364974"/>
            <a:chOff x="5782978" y="1513402"/>
            <a:chExt cx="330839" cy="364974"/>
          </a:xfrm>
        </p:grpSpPr>
        <p:sp>
          <p:nvSpPr>
            <p:cNvPr id="12932" name="Google Shape;12932;p88"/>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8"/>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8"/>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8"/>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8"/>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8"/>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8"/>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8"/>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8"/>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8"/>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8"/>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8"/>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8"/>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8"/>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8"/>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8"/>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88"/>
          <p:cNvGrpSpPr/>
          <p:nvPr/>
        </p:nvGrpSpPr>
        <p:grpSpPr>
          <a:xfrm>
            <a:off x="4905609" y="3598300"/>
            <a:ext cx="285063" cy="364974"/>
            <a:chOff x="4905609" y="3797550"/>
            <a:chExt cx="285063" cy="364974"/>
          </a:xfrm>
        </p:grpSpPr>
        <p:sp>
          <p:nvSpPr>
            <p:cNvPr id="12949" name="Google Shape;12949;p88"/>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8"/>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8"/>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8"/>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8"/>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8"/>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8"/>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8"/>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8"/>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8"/>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8"/>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8"/>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8"/>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8"/>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8"/>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8"/>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88"/>
          <p:cNvGrpSpPr/>
          <p:nvPr/>
        </p:nvGrpSpPr>
        <p:grpSpPr>
          <a:xfrm>
            <a:off x="8056219" y="1314100"/>
            <a:ext cx="285168" cy="365026"/>
            <a:chOff x="8056219" y="1513350"/>
            <a:chExt cx="285168" cy="365026"/>
          </a:xfrm>
        </p:grpSpPr>
        <p:sp>
          <p:nvSpPr>
            <p:cNvPr id="12966" name="Google Shape;12966;p88"/>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8"/>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8"/>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8"/>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8"/>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8"/>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8"/>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8"/>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8"/>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8"/>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8"/>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8"/>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8"/>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8"/>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8"/>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8"/>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88"/>
          <p:cNvGrpSpPr/>
          <p:nvPr/>
        </p:nvGrpSpPr>
        <p:grpSpPr>
          <a:xfrm>
            <a:off x="6233054" y="1314152"/>
            <a:ext cx="330839" cy="364974"/>
            <a:chOff x="6233054" y="1513402"/>
            <a:chExt cx="330839" cy="364974"/>
          </a:xfrm>
        </p:grpSpPr>
        <p:sp>
          <p:nvSpPr>
            <p:cNvPr id="12983" name="Google Shape;12983;p88"/>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8"/>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8"/>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8"/>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8"/>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8"/>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8"/>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8"/>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8"/>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8"/>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8"/>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8"/>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8"/>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8"/>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8"/>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8"/>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8"/>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8"/>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8"/>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8"/>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8"/>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8"/>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88"/>
          <p:cNvGrpSpPr/>
          <p:nvPr/>
        </p:nvGrpSpPr>
        <p:grpSpPr>
          <a:xfrm>
            <a:off x="5805866" y="3598221"/>
            <a:ext cx="285168" cy="365288"/>
            <a:chOff x="5805866" y="3797471"/>
            <a:chExt cx="285168" cy="365288"/>
          </a:xfrm>
        </p:grpSpPr>
        <p:sp>
          <p:nvSpPr>
            <p:cNvPr id="13006" name="Google Shape;13006;p88"/>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8"/>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8"/>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8"/>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8"/>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8"/>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8"/>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8"/>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8"/>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8"/>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8"/>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8"/>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8"/>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8"/>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8"/>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8"/>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8"/>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8"/>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8"/>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8"/>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88"/>
          <p:cNvGrpSpPr/>
          <p:nvPr/>
        </p:nvGrpSpPr>
        <p:grpSpPr>
          <a:xfrm>
            <a:off x="5355790" y="3598221"/>
            <a:ext cx="284958" cy="365052"/>
            <a:chOff x="5355790" y="3797471"/>
            <a:chExt cx="284958" cy="365052"/>
          </a:xfrm>
        </p:grpSpPr>
        <p:sp>
          <p:nvSpPr>
            <p:cNvPr id="13027" name="Google Shape;13027;p88"/>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8"/>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8"/>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8"/>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8"/>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8"/>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8"/>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8"/>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8"/>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8"/>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8"/>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8"/>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8"/>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8"/>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8"/>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8"/>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8"/>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8"/>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8"/>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8"/>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8"/>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8"/>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8"/>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8"/>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88"/>
          <p:cNvGrpSpPr/>
          <p:nvPr/>
        </p:nvGrpSpPr>
        <p:grpSpPr>
          <a:xfrm>
            <a:off x="7156067" y="3598300"/>
            <a:ext cx="285089" cy="364974"/>
            <a:chOff x="7156067" y="3797550"/>
            <a:chExt cx="285089" cy="364974"/>
          </a:xfrm>
        </p:grpSpPr>
        <p:sp>
          <p:nvSpPr>
            <p:cNvPr id="13052" name="Google Shape;13052;p88"/>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8"/>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8"/>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8"/>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8"/>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8"/>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8"/>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8"/>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8"/>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8"/>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8"/>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8"/>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8"/>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8"/>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8"/>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8"/>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8"/>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8"/>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88"/>
          <p:cNvGrpSpPr/>
          <p:nvPr/>
        </p:nvGrpSpPr>
        <p:grpSpPr>
          <a:xfrm>
            <a:off x="6255941" y="4086837"/>
            <a:ext cx="284958" cy="364948"/>
            <a:chOff x="6255941" y="4286087"/>
            <a:chExt cx="284958" cy="364948"/>
          </a:xfrm>
        </p:grpSpPr>
        <p:sp>
          <p:nvSpPr>
            <p:cNvPr id="13071" name="Google Shape;13071;p88"/>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8"/>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8"/>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8"/>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8"/>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8"/>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8"/>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8"/>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8"/>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8"/>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8"/>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8"/>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8"/>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8"/>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8"/>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8"/>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8"/>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8"/>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8"/>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8"/>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8"/>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88"/>
          <p:cNvGrpSpPr/>
          <p:nvPr/>
        </p:nvGrpSpPr>
        <p:grpSpPr>
          <a:xfrm>
            <a:off x="7606143" y="3598352"/>
            <a:ext cx="285089" cy="364948"/>
            <a:chOff x="7606143" y="3797602"/>
            <a:chExt cx="285089" cy="364948"/>
          </a:xfrm>
        </p:grpSpPr>
        <p:sp>
          <p:nvSpPr>
            <p:cNvPr id="13093" name="Google Shape;13093;p88"/>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8"/>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8"/>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8"/>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8"/>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8"/>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8"/>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8"/>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8"/>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8"/>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8"/>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8"/>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8"/>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8"/>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8"/>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8"/>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8"/>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8"/>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8"/>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8"/>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8"/>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88"/>
          <p:cNvGrpSpPr/>
          <p:nvPr/>
        </p:nvGrpSpPr>
        <p:grpSpPr>
          <a:xfrm>
            <a:off x="7606143" y="3157269"/>
            <a:ext cx="285089" cy="365052"/>
            <a:chOff x="7606143" y="3356519"/>
            <a:chExt cx="285089" cy="365052"/>
          </a:xfrm>
        </p:grpSpPr>
        <p:sp>
          <p:nvSpPr>
            <p:cNvPr id="13115" name="Google Shape;13115;p88"/>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8"/>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8"/>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8"/>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8"/>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8"/>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8"/>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8"/>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8"/>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8"/>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8"/>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8"/>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8"/>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8"/>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8"/>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8"/>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8"/>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2" name="Google Shape;13132;p88"/>
          <p:cNvGrpSpPr/>
          <p:nvPr/>
        </p:nvGrpSpPr>
        <p:grpSpPr>
          <a:xfrm>
            <a:off x="4905557" y="4086260"/>
            <a:ext cx="285797" cy="366390"/>
            <a:chOff x="4905557" y="4285510"/>
            <a:chExt cx="285797" cy="366390"/>
          </a:xfrm>
        </p:grpSpPr>
        <p:sp>
          <p:nvSpPr>
            <p:cNvPr id="13133" name="Google Shape;13133;p88"/>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8"/>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8"/>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8"/>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8"/>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8"/>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8"/>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8"/>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8"/>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8"/>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8"/>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8"/>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8"/>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8"/>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8"/>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8"/>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88"/>
          <p:cNvGrpSpPr/>
          <p:nvPr/>
        </p:nvGrpSpPr>
        <p:grpSpPr>
          <a:xfrm>
            <a:off x="7606248" y="2232053"/>
            <a:ext cx="284984" cy="364843"/>
            <a:chOff x="7606248" y="2431303"/>
            <a:chExt cx="284984" cy="364843"/>
          </a:xfrm>
        </p:grpSpPr>
        <p:sp>
          <p:nvSpPr>
            <p:cNvPr id="13150" name="Google Shape;13150;p88"/>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8"/>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8"/>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8"/>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8"/>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8"/>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8"/>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8"/>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8"/>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8"/>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8"/>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8"/>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8"/>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8"/>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8"/>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8"/>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88"/>
          <p:cNvGrpSpPr/>
          <p:nvPr/>
        </p:nvGrpSpPr>
        <p:grpSpPr>
          <a:xfrm>
            <a:off x="5805866" y="4086837"/>
            <a:ext cx="284879" cy="364948"/>
            <a:chOff x="5805866" y="4286087"/>
            <a:chExt cx="284879" cy="364948"/>
          </a:xfrm>
        </p:grpSpPr>
        <p:sp>
          <p:nvSpPr>
            <p:cNvPr id="13167" name="Google Shape;13167;p88"/>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8"/>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8"/>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8"/>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8"/>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8"/>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8"/>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8"/>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8"/>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8"/>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8"/>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8"/>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8"/>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8"/>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8"/>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8"/>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8"/>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8"/>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8"/>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8"/>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8"/>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8"/>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88"/>
          <p:cNvGrpSpPr/>
          <p:nvPr/>
        </p:nvGrpSpPr>
        <p:grpSpPr>
          <a:xfrm>
            <a:off x="5355790" y="4086837"/>
            <a:ext cx="284958" cy="364948"/>
            <a:chOff x="5355790" y="4286087"/>
            <a:chExt cx="284958" cy="364948"/>
          </a:xfrm>
        </p:grpSpPr>
        <p:sp>
          <p:nvSpPr>
            <p:cNvPr id="13190" name="Google Shape;13190;p88"/>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8"/>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8"/>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8"/>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8"/>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8"/>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8"/>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8"/>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8"/>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8"/>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8"/>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8"/>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8"/>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8"/>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8"/>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8"/>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8"/>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8"/>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8"/>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8"/>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8"/>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8"/>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8"/>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8"/>
          <p:cNvGrpSpPr/>
          <p:nvPr/>
        </p:nvGrpSpPr>
        <p:grpSpPr>
          <a:xfrm>
            <a:off x="8056219" y="1784258"/>
            <a:ext cx="284984" cy="364869"/>
            <a:chOff x="8056219" y="1983508"/>
            <a:chExt cx="284984" cy="364869"/>
          </a:xfrm>
        </p:grpSpPr>
        <p:sp>
          <p:nvSpPr>
            <p:cNvPr id="13214" name="Google Shape;13214;p88"/>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8"/>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8"/>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8"/>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8"/>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8"/>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8"/>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8"/>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8"/>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8"/>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8"/>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8"/>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8"/>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8"/>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8" name="Google Shape;13228;p88"/>
          <p:cNvGrpSpPr/>
          <p:nvPr/>
        </p:nvGrpSpPr>
        <p:grpSpPr>
          <a:xfrm>
            <a:off x="7161782" y="4086732"/>
            <a:ext cx="273580" cy="365131"/>
            <a:chOff x="7161782" y="4285982"/>
            <a:chExt cx="273580" cy="365131"/>
          </a:xfrm>
        </p:grpSpPr>
        <p:sp>
          <p:nvSpPr>
            <p:cNvPr id="13229" name="Google Shape;13229;p88"/>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8"/>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8"/>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8"/>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8"/>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8"/>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8"/>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8"/>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8"/>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8"/>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8"/>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8"/>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8"/>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8"/>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8"/>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88"/>
          <p:cNvGrpSpPr/>
          <p:nvPr/>
        </p:nvGrpSpPr>
        <p:grpSpPr>
          <a:xfrm>
            <a:off x="7606352" y="1784258"/>
            <a:ext cx="285063" cy="364869"/>
            <a:chOff x="7606352" y="1983508"/>
            <a:chExt cx="285063" cy="364869"/>
          </a:xfrm>
        </p:grpSpPr>
        <p:sp>
          <p:nvSpPr>
            <p:cNvPr id="13245" name="Google Shape;13245;p88"/>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8"/>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8"/>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8"/>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8"/>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8"/>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8"/>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8"/>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8"/>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8"/>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8"/>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8"/>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8"/>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8"/>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8"/>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88"/>
          <p:cNvGrpSpPr/>
          <p:nvPr/>
        </p:nvGrpSpPr>
        <p:grpSpPr>
          <a:xfrm>
            <a:off x="7611937" y="4086837"/>
            <a:ext cx="273580" cy="365052"/>
            <a:chOff x="7611937" y="4286087"/>
            <a:chExt cx="273580" cy="365052"/>
          </a:xfrm>
        </p:grpSpPr>
        <p:sp>
          <p:nvSpPr>
            <p:cNvPr id="13261" name="Google Shape;13261;p88"/>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8"/>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8"/>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8"/>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8"/>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8"/>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8"/>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8"/>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8"/>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8"/>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8"/>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8"/>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8"/>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8"/>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8"/>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8"/>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8"/>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8"/>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8"/>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8"/>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8"/>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88"/>
          <p:cNvGrpSpPr/>
          <p:nvPr/>
        </p:nvGrpSpPr>
        <p:grpSpPr>
          <a:xfrm>
            <a:off x="8061934" y="2231948"/>
            <a:ext cx="273658" cy="365052"/>
            <a:chOff x="8061934" y="2431198"/>
            <a:chExt cx="273658" cy="365052"/>
          </a:xfrm>
        </p:grpSpPr>
        <p:sp>
          <p:nvSpPr>
            <p:cNvPr id="13283" name="Google Shape;13283;p88"/>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8"/>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8"/>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8"/>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8"/>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8"/>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8"/>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8"/>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8"/>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8"/>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8"/>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8"/>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8"/>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8"/>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8"/>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8"/>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9" name="Google Shape;13299;p88"/>
          <p:cNvGrpSpPr/>
          <p:nvPr/>
        </p:nvGrpSpPr>
        <p:grpSpPr>
          <a:xfrm>
            <a:off x="7161861" y="3157269"/>
            <a:ext cx="273501" cy="365131"/>
            <a:chOff x="7161861" y="3356519"/>
            <a:chExt cx="273501" cy="365131"/>
          </a:xfrm>
        </p:grpSpPr>
        <p:sp>
          <p:nvSpPr>
            <p:cNvPr id="13300" name="Google Shape;13300;p88"/>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8"/>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8"/>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8"/>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8"/>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8"/>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8"/>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8"/>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8"/>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8"/>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8"/>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8"/>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8"/>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8"/>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8"/>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8"/>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8"/>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8"/>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8"/>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8"/>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88"/>
          <p:cNvGrpSpPr/>
          <p:nvPr/>
        </p:nvGrpSpPr>
        <p:grpSpPr>
          <a:xfrm>
            <a:off x="7156067" y="1784258"/>
            <a:ext cx="285089" cy="365131"/>
            <a:chOff x="7156067" y="1983508"/>
            <a:chExt cx="285089" cy="365131"/>
          </a:xfrm>
        </p:grpSpPr>
        <p:sp>
          <p:nvSpPr>
            <p:cNvPr id="13321" name="Google Shape;13321;p88"/>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8"/>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8"/>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8"/>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8"/>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8"/>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8"/>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8"/>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8"/>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8"/>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8"/>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8"/>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8"/>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8"/>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8"/>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8"/>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8"/>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8"/>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88"/>
          <p:cNvGrpSpPr/>
          <p:nvPr/>
        </p:nvGrpSpPr>
        <p:grpSpPr>
          <a:xfrm>
            <a:off x="5355790" y="1784258"/>
            <a:ext cx="284879" cy="364974"/>
            <a:chOff x="5355790" y="1983508"/>
            <a:chExt cx="284879" cy="364974"/>
          </a:xfrm>
        </p:grpSpPr>
        <p:sp>
          <p:nvSpPr>
            <p:cNvPr id="13340" name="Google Shape;13340;p88"/>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8"/>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8"/>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8"/>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8"/>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8"/>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8"/>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8"/>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8"/>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8"/>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8"/>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8"/>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8"/>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8"/>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8"/>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8"/>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8"/>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8"/>
          <p:cNvGrpSpPr/>
          <p:nvPr/>
        </p:nvGrpSpPr>
        <p:grpSpPr>
          <a:xfrm>
            <a:off x="7161573" y="2695500"/>
            <a:ext cx="273868" cy="365131"/>
            <a:chOff x="7161573" y="2894750"/>
            <a:chExt cx="273868" cy="365131"/>
          </a:xfrm>
        </p:grpSpPr>
        <p:sp>
          <p:nvSpPr>
            <p:cNvPr id="13358" name="Google Shape;13358;p88"/>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8"/>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8"/>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8"/>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8"/>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8"/>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8"/>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8"/>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8"/>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8"/>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8"/>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8"/>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88"/>
          <p:cNvGrpSpPr/>
          <p:nvPr/>
        </p:nvGrpSpPr>
        <p:grpSpPr>
          <a:xfrm>
            <a:off x="4911692" y="1314152"/>
            <a:ext cx="273108" cy="364974"/>
            <a:chOff x="4911692" y="1513402"/>
            <a:chExt cx="273108" cy="364974"/>
          </a:xfrm>
        </p:grpSpPr>
        <p:sp>
          <p:nvSpPr>
            <p:cNvPr id="13371" name="Google Shape;13371;p88"/>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8"/>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8"/>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8"/>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8"/>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8"/>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8"/>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8"/>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8"/>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8"/>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8"/>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8"/>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8"/>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8"/>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8"/>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8"/>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8"/>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8"/>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88"/>
          <p:cNvGrpSpPr/>
          <p:nvPr/>
        </p:nvGrpSpPr>
        <p:grpSpPr>
          <a:xfrm>
            <a:off x="8062013" y="3598378"/>
            <a:ext cx="273580" cy="364921"/>
            <a:chOff x="8062013" y="3797628"/>
            <a:chExt cx="273580" cy="364921"/>
          </a:xfrm>
        </p:grpSpPr>
        <p:sp>
          <p:nvSpPr>
            <p:cNvPr id="13390" name="Google Shape;13390;p88"/>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8"/>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8"/>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8"/>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8"/>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8"/>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8"/>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8"/>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8"/>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8"/>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8"/>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8"/>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8"/>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8"/>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8"/>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8"/>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8"/>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8"/>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8"/>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8"/>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8"/>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8"/>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88"/>
          <p:cNvGrpSpPr/>
          <p:nvPr/>
        </p:nvGrpSpPr>
        <p:grpSpPr>
          <a:xfrm>
            <a:off x="6711785" y="3157348"/>
            <a:ext cx="273501" cy="365052"/>
            <a:chOff x="6711785" y="3356598"/>
            <a:chExt cx="273501" cy="365052"/>
          </a:xfrm>
        </p:grpSpPr>
        <p:sp>
          <p:nvSpPr>
            <p:cNvPr id="13413" name="Google Shape;13413;p88"/>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8"/>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8"/>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8"/>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8"/>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8"/>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8"/>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8"/>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8"/>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8"/>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8"/>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8"/>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8"/>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8"/>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8"/>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8"/>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8"/>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88"/>
          <p:cNvGrpSpPr/>
          <p:nvPr/>
        </p:nvGrpSpPr>
        <p:grpSpPr>
          <a:xfrm>
            <a:off x="6261814" y="3157348"/>
            <a:ext cx="273501" cy="364948"/>
            <a:chOff x="6261814" y="3356598"/>
            <a:chExt cx="273501" cy="364948"/>
          </a:xfrm>
        </p:grpSpPr>
        <p:sp>
          <p:nvSpPr>
            <p:cNvPr id="13431" name="Google Shape;13431;p88"/>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8"/>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8"/>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8"/>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8"/>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8"/>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8"/>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8"/>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8"/>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8"/>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8"/>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8"/>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8"/>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8"/>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8"/>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8"/>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8"/>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8"/>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8"/>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88"/>
          <p:cNvGrpSpPr/>
          <p:nvPr/>
        </p:nvGrpSpPr>
        <p:grpSpPr>
          <a:xfrm>
            <a:off x="7611753" y="2695421"/>
            <a:ext cx="273868" cy="365131"/>
            <a:chOff x="7611753" y="2894671"/>
            <a:chExt cx="273868" cy="365131"/>
          </a:xfrm>
        </p:grpSpPr>
        <p:sp>
          <p:nvSpPr>
            <p:cNvPr id="13451" name="Google Shape;13451;p88"/>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8"/>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8"/>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8"/>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8"/>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8"/>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8"/>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8"/>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8"/>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8"/>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8"/>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8"/>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8"/>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8"/>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8"/>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8"/>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8"/>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8"/>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88"/>
          <p:cNvGrpSpPr/>
          <p:nvPr/>
        </p:nvGrpSpPr>
        <p:grpSpPr>
          <a:xfrm>
            <a:off x="6706096" y="1784232"/>
            <a:ext cx="284984" cy="364895"/>
            <a:chOff x="6706096" y="1983482"/>
            <a:chExt cx="284984" cy="364895"/>
          </a:xfrm>
        </p:grpSpPr>
        <p:sp>
          <p:nvSpPr>
            <p:cNvPr id="13470" name="Google Shape;13470;p88"/>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8"/>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8"/>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8"/>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8"/>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8"/>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8"/>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8"/>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8"/>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8"/>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8"/>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8"/>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8"/>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8"/>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8"/>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8"/>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8"/>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8"/>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8"/>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8"/>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8"/>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8"/>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8"/>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8"/>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8"/>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88"/>
          <p:cNvGrpSpPr/>
          <p:nvPr/>
        </p:nvGrpSpPr>
        <p:grpSpPr>
          <a:xfrm>
            <a:off x="6261526" y="2695421"/>
            <a:ext cx="273868" cy="365026"/>
            <a:chOff x="6261526" y="2894671"/>
            <a:chExt cx="273868" cy="365026"/>
          </a:xfrm>
        </p:grpSpPr>
        <p:sp>
          <p:nvSpPr>
            <p:cNvPr id="13496" name="Google Shape;13496;p88"/>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8"/>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8"/>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8"/>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8"/>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8"/>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8"/>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8"/>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8"/>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8"/>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8"/>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8"/>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8"/>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8"/>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8"/>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8"/>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8"/>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88"/>
          <p:cNvGrpSpPr/>
          <p:nvPr/>
        </p:nvGrpSpPr>
        <p:grpSpPr>
          <a:xfrm>
            <a:off x="4905609" y="1784258"/>
            <a:ext cx="285063" cy="364869"/>
            <a:chOff x="4905609" y="1983508"/>
            <a:chExt cx="285063" cy="364869"/>
          </a:xfrm>
        </p:grpSpPr>
        <p:sp>
          <p:nvSpPr>
            <p:cNvPr id="13514" name="Google Shape;13514;p88"/>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8"/>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8"/>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8"/>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8"/>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8"/>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8"/>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8"/>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8"/>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8"/>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8"/>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8"/>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8"/>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8"/>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8"/>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8"/>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8"/>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8"/>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8"/>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8"/>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8"/>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8"/>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8"/>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8"/>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88"/>
          <p:cNvGrpSpPr/>
          <p:nvPr/>
        </p:nvGrpSpPr>
        <p:grpSpPr>
          <a:xfrm>
            <a:off x="5811555" y="2695500"/>
            <a:ext cx="273684" cy="365052"/>
            <a:chOff x="5811555" y="2894750"/>
            <a:chExt cx="273684" cy="365052"/>
          </a:xfrm>
        </p:grpSpPr>
        <p:sp>
          <p:nvSpPr>
            <p:cNvPr id="13539" name="Google Shape;13539;p88"/>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8"/>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8"/>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8"/>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8"/>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8"/>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8"/>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8"/>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8"/>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8"/>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8"/>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8"/>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8"/>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8"/>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8"/>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8"/>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8"/>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88"/>
          <p:cNvGrpSpPr/>
          <p:nvPr/>
        </p:nvGrpSpPr>
        <p:grpSpPr>
          <a:xfrm>
            <a:off x="5361296" y="2695500"/>
            <a:ext cx="274052" cy="365157"/>
            <a:chOff x="5361296" y="2894750"/>
            <a:chExt cx="274052" cy="365157"/>
          </a:xfrm>
        </p:grpSpPr>
        <p:sp>
          <p:nvSpPr>
            <p:cNvPr id="13557" name="Google Shape;13557;p88"/>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8"/>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8"/>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8"/>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8"/>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8"/>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8"/>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8"/>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8"/>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8"/>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8"/>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8"/>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8"/>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8"/>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8"/>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8"/>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8"/>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88"/>
          <p:cNvGrpSpPr/>
          <p:nvPr/>
        </p:nvGrpSpPr>
        <p:grpSpPr>
          <a:xfrm>
            <a:off x="5805866" y="1784180"/>
            <a:ext cx="284958" cy="365079"/>
            <a:chOff x="5805866" y="1983430"/>
            <a:chExt cx="284958" cy="365079"/>
          </a:xfrm>
        </p:grpSpPr>
        <p:sp>
          <p:nvSpPr>
            <p:cNvPr id="13575" name="Google Shape;13575;p88"/>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8"/>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8"/>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8"/>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8"/>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8"/>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8"/>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8"/>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8"/>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8"/>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8"/>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8"/>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8"/>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8"/>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8"/>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8"/>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8"/>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8"/>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8"/>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8"/>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8"/>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8"/>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8"/>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8"/>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8"/>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8"/>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8"/>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88"/>
          <p:cNvGrpSpPr/>
          <p:nvPr/>
        </p:nvGrpSpPr>
        <p:grpSpPr>
          <a:xfrm>
            <a:off x="6255941" y="1784258"/>
            <a:ext cx="284958" cy="364948"/>
            <a:chOff x="6255941" y="1983508"/>
            <a:chExt cx="284958" cy="364948"/>
          </a:xfrm>
        </p:grpSpPr>
        <p:sp>
          <p:nvSpPr>
            <p:cNvPr id="13603" name="Google Shape;13603;p88"/>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8"/>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8"/>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8"/>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8"/>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8"/>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8"/>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8"/>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8"/>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8"/>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8"/>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8"/>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8"/>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8"/>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8"/>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8"/>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8"/>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8"/>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8"/>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8"/>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8"/>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8"/>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8"/>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8"/>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8"/>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8"/>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8"/>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8"/>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88"/>
          <p:cNvGrpSpPr/>
          <p:nvPr/>
        </p:nvGrpSpPr>
        <p:grpSpPr>
          <a:xfrm>
            <a:off x="6711706" y="2695605"/>
            <a:ext cx="273763" cy="364948"/>
            <a:chOff x="6711706" y="2894855"/>
            <a:chExt cx="273763" cy="364948"/>
          </a:xfrm>
        </p:grpSpPr>
        <p:sp>
          <p:nvSpPr>
            <p:cNvPr id="13632" name="Google Shape;13632;p88"/>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8"/>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8"/>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8"/>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8"/>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8"/>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8"/>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8"/>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8"/>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8"/>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8"/>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8"/>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8"/>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8"/>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8"/>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8"/>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8"/>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8"/>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88"/>
          <p:cNvGrpSpPr/>
          <p:nvPr/>
        </p:nvGrpSpPr>
        <p:grpSpPr>
          <a:xfrm>
            <a:off x="7611753" y="1314152"/>
            <a:ext cx="273501" cy="364974"/>
            <a:chOff x="7611753" y="1513402"/>
            <a:chExt cx="273501" cy="364974"/>
          </a:xfrm>
        </p:grpSpPr>
        <p:sp>
          <p:nvSpPr>
            <p:cNvPr id="13651" name="Google Shape;13651;p88"/>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8"/>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8"/>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8"/>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8"/>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8"/>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8"/>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8"/>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8"/>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8"/>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8"/>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8"/>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8"/>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8"/>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8"/>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8"/>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88"/>
          <p:cNvGrpSpPr/>
          <p:nvPr/>
        </p:nvGrpSpPr>
        <p:grpSpPr>
          <a:xfrm>
            <a:off x="6711706" y="4086837"/>
            <a:ext cx="273580" cy="365052"/>
            <a:chOff x="6711706" y="4286087"/>
            <a:chExt cx="273580" cy="365052"/>
          </a:xfrm>
        </p:grpSpPr>
        <p:sp>
          <p:nvSpPr>
            <p:cNvPr id="13668" name="Google Shape;13668;p88"/>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8"/>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8"/>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8"/>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8"/>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8"/>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8"/>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8"/>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8"/>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8"/>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8"/>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8"/>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8"/>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8"/>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8"/>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8"/>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8"/>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8"/>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8"/>
          <p:cNvGrpSpPr/>
          <p:nvPr/>
        </p:nvGrpSpPr>
        <p:grpSpPr>
          <a:xfrm>
            <a:off x="8058499" y="4086837"/>
            <a:ext cx="280606" cy="365052"/>
            <a:chOff x="8058499" y="4286087"/>
            <a:chExt cx="280606" cy="365052"/>
          </a:xfrm>
        </p:grpSpPr>
        <p:sp>
          <p:nvSpPr>
            <p:cNvPr id="13687" name="Google Shape;13687;p88"/>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8"/>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8"/>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8"/>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8"/>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8"/>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8"/>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8"/>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8"/>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8"/>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8"/>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8"/>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8"/>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8"/>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8"/>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8"/>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8"/>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4" name="Google Shape;13704;p88"/>
          <p:cNvGrpSpPr/>
          <p:nvPr/>
        </p:nvGrpSpPr>
        <p:grpSpPr>
          <a:xfrm>
            <a:off x="6711785" y="3598300"/>
            <a:ext cx="273606" cy="365052"/>
            <a:chOff x="6711785" y="3797550"/>
            <a:chExt cx="273606" cy="365052"/>
          </a:xfrm>
        </p:grpSpPr>
        <p:sp>
          <p:nvSpPr>
            <p:cNvPr id="13705" name="Google Shape;13705;p88"/>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8"/>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8"/>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8"/>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8"/>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8"/>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8"/>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8"/>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8"/>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8"/>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8"/>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8"/>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8"/>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8"/>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8"/>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88"/>
          <p:cNvGrpSpPr/>
          <p:nvPr/>
        </p:nvGrpSpPr>
        <p:grpSpPr>
          <a:xfrm>
            <a:off x="7156067" y="2231948"/>
            <a:ext cx="285089" cy="364948"/>
            <a:chOff x="7156067" y="2431198"/>
            <a:chExt cx="285089" cy="364948"/>
          </a:xfrm>
        </p:grpSpPr>
        <p:sp>
          <p:nvSpPr>
            <p:cNvPr id="13721" name="Google Shape;13721;p88"/>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8"/>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8"/>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8"/>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8"/>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8"/>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8"/>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8"/>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8"/>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8"/>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8"/>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8"/>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8"/>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8"/>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8"/>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8"/>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8"/>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8"/>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8"/>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88"/>
          <p:cNvGrpSpPr/>
          <p:nvPr/>
        </p:nvGrpSpPr>
        <p:grpSpPr>
          <a:xfrm>
            <a:off x="8061252" y="2694373"/>
            <a:ext cx="274864" cy="367517"/>
            <a:chOff x="8061252" y="2893623"/>
            <a:chExt cx="274864" cy="367517"/>
          </a:xfrm>
        </p:grpSpPr>
        <p:sp>
          <p:nvSpPr>
            <p:cNvPr id="13741" name="Google Shape;13741;p88"/>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8"/>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8"/>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8"/>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8"/>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8"/>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8"/>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8"/>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8"/>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8"/>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8"/>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8"/>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8"/>
          <p:cNvGrpSpPr/>
          <p:nvPr/>
        </p:nvGrpSpPr>
        <p:grpSpPr>
          <a:xfrm>
            <a:off x="4905714" y="2231948"/>
            <a:ext cx="284958" cy="365052"/>
            <a:chOff x="4905714" y="2431198"/>
            <a:chExt cx="284958" cy="365052"/>
          </a:xfrm>
        </p:grpSpPr>
        <p:sp>
          <p:nvSpPr>
            <p:cNvPr id="13754" name="Google Shape;13754;p88"/>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8"/>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8"/>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8"/>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8"/>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8"/>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8"/>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8"/>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8"/>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8"/>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8"/>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8"/>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8"/>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8"/>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8"/>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8"/>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8"/>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8"/>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8"/>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8"/>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8"/>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8"/>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8"/>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88"/>
          <p:cNvGrpSpPr/>
          <p:nvPr/>
        </p:nvGrpSpPr>
        <p:grpSpPr>
          <a:xfrm>
            <a:off x="4911403" y="3157295"/>
            <a:ext cx="273475" cy="365052"/>
            <a:chOff x="4911403" y="3356545"/>
            <a:chExt cx="273475" cy="365052"/>
          </a:xfrm>
        </p:grpSpPr>
        <p:sp>
          <p:nvSpPr>
            <p:cNvPr id="13778" name="Google Shape;13778;p88"/>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8"/>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8"/>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8"/>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8"/>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8"/>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8"/>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8"/>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8"/>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8"/>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8"/>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8"/>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8"/>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8"/>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8"/>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8"/>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8"/>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8"/>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8"/>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88"/>
          <p:cNvGrpSpPr/>
          <p:nvPr/>
        </p:nvGrpSpPr>
        <p:grpSpPr>
          <a:xfrm>
            <a:off x="5361479" y="3157348"/>
            <a:ext cx="273580" cy="364948"/>
            <a:chOff x="5361479" y="3356598"/>
            <a:chExt cx="273580" cy="364948"/>
          </a:xfrm>
        </p:grpSpPr>
        <p:sp>
          <p:nvSpPr>
            <p:cNvPr id="13798" name="Google Shape;13798;p88"/>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8"/>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8"/>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8"/>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8"/>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8"/>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8"/>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8"/>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8"/>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8"/>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8"/>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8"/>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8"/>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8"/>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8"/>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8"/>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8"/>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8"/>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8"/>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8"/>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88"/>
          <p:cNvGrpSpPr/>
          <p:nvPr/>
        </p:nvGrpSpPr>
        <p:grpSpPr>
          <a:xfrm>
            <a:off x="5808042" y="2231975"/>
            <a:ext cx="280711" cy="365026"/>
            <a:chOff x="5808042" y="2431225"/>
            <a:chExt cx="280711" cy="365026"/>
          </a:xfrm>
        </p:grpSpPr>
        <p:sp>
          <p:nvSpPr>
            <p:cNvPr id="13819" name="Google Shape;13819;p88"/>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8"/>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8"/>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8"/>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8"/>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8"/>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8"/>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8"/>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8"/>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8"/>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8"/>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8"/>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8"/>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8"/>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8"/>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8"/>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8"/>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8"/>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8"/>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88"/>
          <p:cNvGrpSpPr/>
          <p:nvPr/>
        </p:nvGrpSpPr>
        <p:grpSpPr>
          <a:xfrm>
            <a:off x="6705912" y="2231975"/>
            <a:ext cx="285063" cy="365026"/>
            <a:chOff x="6705912" y="2431225"/>
            <a:chExt cx="285063" cy="365026"/>
          </a:xfrm>
        </p:grpSpPr>
        <p:sp>
          <p:nvSpPr>
            <p:cNvPr id="13839" name="Google Shape;13839;p88"/>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8"/>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8"/>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8"/>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8"/>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8"/>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8"/>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8"/>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8"/>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8"/>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8"/>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8"/>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8"/>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8"/>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8"/>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8"/>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8"/>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8"/>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8"/>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8"/>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8"/>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8"/>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8"/>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8"/>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88"/>
          <p:cNvGrpSpPr/>
          <p:nvPr/>
        </p:nvGrpSpPr>
        <p:grpSpPr>
          <a:xfrm>
            <a:off x="5811634" y="3157452"/>
            <a:ext cx="273501" cy="364948"/>
            <a:chOff x="5811634" y="3356702"/>
            <a:chExt cx="273501" cy="364948"/>
          </a:xfrm>
        </p:grpSpPr>
        <p:sp>
          <p:nvSpPr>
            <p:cNvPr id="13864" name="Google Shape;13864;p88"/>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8"/>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8"/>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8"/>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8"/>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8"/>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8"/>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8"/>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8"/>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8"/>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8"/>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8"/>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8"/>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8"/>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8"/>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88"/>
          <p:cNvGrpSpPr/>
          <p:nvPr/>
        </p:nvGrpSpPr>
        <p:grpSpPr>
          <a:xfrm>
            <a:off x="4905793" y="2695552"/>
            <a:ext cx="284879" cy="365105"/>
            <a:chOff x="4905793" y="2894802"/>
            <a:chExt cx="284879" cy="365105"/>
          </a:xfrm>
        </p:grpSpPr>
        <p:sp>
          <p:nvSpPr>
            <p:cNvPr id="13880" name="Google Shape;13880;p88"/>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8"/>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8"/>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8"/>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8"/>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8"/>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8"/>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8"/>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8"/>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8"/>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8"/>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8"/>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8"/>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8"/>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8"/>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8"/>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8"/>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8"/>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8"/>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8"/>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8"/>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8"/>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8"/>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8"/>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8"/>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8"/>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88"/>
          <p:cNvGrpSpPr/>
          <p:nvPr/>
        </p:nvGrpSpPr>
        <p:grpSpPr>
          <a:xfrm>
            <a:off x="8062013" y="3157348"/>
            <a:ext cx="273501" cy="364948"/>
            <a:chOff x="8062013" y="3356598"/>
            <a:chExt cx="273501" cy="364948"/>
          </a:xfrm>
        </p:grpSpPr>
        <p:sp>
          <p:nvSpPr>
            <p:cNvPr id="13907" name="Google Shape;13907;p88"/>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8"/>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8"/>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8"/>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8"/>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8"/>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8"/>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8"/>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8"/>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8"/>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8"/>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8"/>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8"/>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8"/>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8"/>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8"/>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8"/>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8"/>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88"/>
          <p:cNvGrpSpPr/>
          <p:nvPr/>
        </p:nvGrpSpPr>
        <p:grpSpPr>
          <a:xfrm>
            <a:off x="6261709" y="2231948"/>
            <a:ext cx="273606" cy="365052"/>
            <a:chOff x="6261709" y="2431198"/>
            <a:chExt cx="273606" cy="365052"/>
          </a:xfrm>
        </p:grpSpPr>
        <p:sp>
          <p:nvSpPr>
            <p:cNvPr id="13926" name="Google Shape;13926;p88"/>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8"/>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8"/>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8"/>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8"/>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8"/>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8"/>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8"/>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8"/>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8"/>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8"/>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8"/>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8"/>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8"/>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8"/>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8"/>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88"/>
          <p:cNvGrpSpPr/>
          <p:nvPr/>
        </p:nvGrpSpPr>
        <p:grpSpPr>
          <a:xfrm>
            <a:off x="5361296" y="2231948"/>
            <a:ext cx="273947" cy="365052"/>
            <a:chOff x="5361296" y="2431198"/>
            <a:chExt cx="273947" cy="365052"/>
          </a:xfrm>
        </p:grpSpPr>
        <p:sp>
          <p:nvSpPr>
            <p:cNvPr id="13943" name="Google Shape;13943;p88"/>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8"/>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8"/>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8"/>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8"/>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8"/>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8"/>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8"/>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8"/>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8"/>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8"/>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8"/>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8"/>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8"/>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8"/>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8"/>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8"/>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8"/>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8"/>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8"/>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8"/>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4" name="Google Shape;13964;p88"/>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3965" name="Google Shape;13965;p88"/>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69" name="Shape 13969"/>
        <p:cNvGrpSpPr/>
        <p:nvPr/>
      </p:nvGrpSpPr>
      <p:grpSpPr>
        <a:xfrm>
          <a:off x="0" y="0"/>
          <a:ext cx="0" cy="0"/>
          <a:chOff x="0" y="0"/>
          <a:chExt cx="0" cy="0"/>
        </a:xfrm>
      </p:grpSpPr>
      <p:grpSp>
        <p:nvGrpSpPr>
          <p:cNvPr id="13970" name="Google Shape;13970;p89"/>
          <p:cNvGrpSpPr/>
          <p:nvPr/>
        </p:nvGrpSpPr>
        <p:grpSpPr>
          <a:xfrm>
            <a:off x="3516462" y="3178478"/>
            <a:ext cx="367569" cy="365289"/>
            <a:chOff x="3516462" y="3365328"/>
            <a:chExt cx="367569" cy="365289"/>
          </a:xfrm>
        </p:grpSpPr>
        <p:sp>
          <p:nvSpPr>
            <p:cNvPr id="13971" name="Google Shape;13971;p89"/>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9"/>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9"/>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9"/>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9"/>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9"/>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9"/>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9"/>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9"/>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9"/>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9"/>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9"/>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9"/>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9"/>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9"/>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9"/>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9"/>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9"/>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9"/>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89"/>
          <p:cNvGrpSpPr/>
          <p:nvPr/>
        </p:nvGrpSpPr>
        <p:grpSpPr>
          <a:xfrm>
            <a:off x="2758162" y="1778583"/>
            <a:ext cx="112330" cy="366285"/>
            <a:chOff x="2758162" y="1965433"/>
            <a:chExt cx="112330" cy="366285"/>
          </a:xfrm>
        </p:grpSpPr>
        <p:sp>
          <p:nvSpPr>
            <p:cNvPr id="13991" name="Google Shape;13991;p89"/>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9"/>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9"/>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9"/>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9"/>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9"/>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9"/>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9"/>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9"/>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9"/>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1" name="Google Shape;14001;p89"/>
          <p:cNvGrpSpPr/>
          <p:nvPr/>
        </p:nvGrpSpPr>
        <p:grpSpPr>
          <a:xfrm>
            <a:off x="1840734" y="3622479"/>
            <a:ext cx="169818" cy="365525"/>
            <a:chOff x="1840734" y="3809329"/>
            <a:chExt cx="169818" cy="365525"/>
          </a:xfrm>
        </p:grpSpPr>
        <p:sp>
          <p:nvSpPr>
            <p:cNvPr id="14002" name="Google Shape;14002;p89"/>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9"/>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9"/>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9"/>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9"/>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9"/>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9"/>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9"/>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9"/>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9"/>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9"/>
          <p:cNvGrpSpPr/>
          <p:nvPr/>
        </p:nvGrpSpPr>
        <p:grpSpPr>
          <a:xfrm>
            <a:off x="3964761" y="1823232"/>
            <a:ext cx="365394" cy="276856"/>
            <a:chOff x="3964761" y="2010082"/>
            <a:chExt cx="365394" cy="276856"/>
          </a:xfrm>
        </p:grpSpPr>
        <p:sp>
          <p:nvSpPr>
            <p:cNvPr id="14013" name="Google Shape;14013;p89"/>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9"/>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9"/>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9"/>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9"/>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9"/>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89"/>
          <p:cNvGrpSpPr/>
          <p:nvPr/>
        </p:nvGrpSpPr>
        <p:grpSpPr>
          <a:xfrm>
            <a:off x="1769017" y="1830490"/>
            <a:ext cx="365420" cy="248216"/>
            <a:chOff x="1769017" y="2017340"/>
            <a:chExt cx="365420" cy="248216"/>
          </a:xfrm>
        </p:grpSpPr>
        <p:sp>
          <p:nvSpPr>
            <p:cNvPr id="14020" name="Google Shape;14020;p89"/>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9"/>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9"/>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9"/>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9"/>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9"/>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9"/>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9"/>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9"/>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9"/>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9"/>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9"/>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89"/>
          <p:cNvGrpSpPr/>
          <p:nvPr/>
        </p:nvGrpSpPr>
        <p:grpSpPr>
          <a:xfrm>
            <a:off x="1298499" y="1879436"/>
            <a:ext cx="365525" cy="164421"/>
            <a:chOff x="1298499" y="2066286"/>
            <a:chExt cx="365525" cy="164421"/>
          </a:xfrm>
        </p:grpSpPr>
        <p:sp>
          <p:nvSpPr>
            <p:cNvPr id="14033" name="Google Shape;14033;p89"/>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9"/>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9"/>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9"/>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9"/>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9"/>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9"/>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9"/>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9"/>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9"/>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9"/>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9"/>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9"/>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9"/>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9"/>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9"/>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9"/>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9"/>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89"/>
          <p:cNvGrpSpPr/>
          <p:nvPr/>
        </p:nvGrpSpPr>
        <p:grpSpPr>
          <a:xfrm>
            <a:off x="854105" y="1898328"/>
            <a:ext cx="365551" cy="126663"/>
            <a:chOff x="854105" y="2085178"/>
            <a:chExt cx="365551" cy="126663"/>
          </a:xfrm>
        </p:grpSpPr>
        <p:sp>
          <p:nvSpPr>
            <p:cNvPr id="14056" name="Google Shape;14056;p89"/>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9"/>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9"/>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9"/>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89"/>
          <p:cNvGrpSpPr/>
          <p:nvPr/>
        </p:nvGrpSpPr>
        <p:grpSpPr>
          <a:xfrm>
            <a:off x="2315916" y="1778950"/>
            <a:ext cx="110706" cy="365472"/>
            <a:chOff x="2315916" y="1965800"/>
            <a:chExt cx="110706" cy="365472"/>
          </a:xfrm>
        </p:grpSpPr>
        <p:sp>
          <p:nvSpPr>
            <p:cNvPr id="14061" name="Google Shape;14061;p89"/>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9"/>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9"/>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9"/>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89"/>
          <p:cNvGrpSpPr/>
          <p:nvPr/>
        </p:nvGrpSpPr>
        <p:grpSpPr>
          <a:xfrm>
            <a:off x="936878" y="3622558"/>
            <a:ext cx="198615" cy="365446"/>
            <a:chOff x="936878" y="3809408"/>
            <a:chExt cx="198615" cy="365446"/>
          </a:xfrm>
        </p:grpSpPr>
        <p:sp>
          <p:nvSpPr>
            <p:cNvPr id="14066" name="Google Shape;14066;p89"/>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9"/>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9"/>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9"/>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9"/>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9"/>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9"/>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9"/>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9"/>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9"/>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9"/>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9"/>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89"/>
          <p:cNvGrpSpPr/>
          <p:nvPr/>
        </p:nvGrpSpPr>
        <p:grpSpPr>
          <a:xfrm>
            <a:off x="2270140" y="3622610"/>
            <a:ext cx="202021" cy="365394"/>
            <a:chOff x="2270140" y="3809460"/>
            <a:chExt cx="202021" cy="365394"/>
          </a:xfrm>
        </p:grpSpPr>
        <p:sp>
          <p:nvSpPr>
            <p:cNvPr id="14079" name="Google Shape;14079;p89"/>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9"/>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9"/>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9"/>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9"/>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9"/>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9"/>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9"/>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9"/>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9"/>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9"/>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9"/>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9"/>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9"/>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89"/>
          <p:cNvGrpSpPr/>
          <p:nvPr/>
        </p:nvGrpSpPr>
        <p:grpSpPr>
          <a:xfrm>
            <a:off x="3201010" y="1778976"/>
            <a:ext cx="115370" cy="365420"/>
            <a:chOff x="3201010" y="1965826"/>
            <a:chExt cx="115370" cy="365420"/>
          </a:xfrm>
        </p:grpSpPr>
        <p:sp>
          <p:nvSpPr>
            <p:cNvPr id="14094" name="Google Shape;14094;p89"/>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9"/>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9"/>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9"/>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9"/>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9"/>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9"/>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89"/>
          <p:cNvGrpSpPr/>
          <p:nvPr/>
        </p:nvGrpSpPr>
        <p:grpSpPr>
          <a:xfrm>
            <a:off x="3520366" y="1823232"/>
            <a:ext cx="365551" cy="276856"/>
            <a:chOff x="3520366" y="2010082"/>
            <a:chExt cx="365551" cy="276856"/>
          </a:xfrm>
        </p:grpSpPr>
        <p:sp>
          <p:nvSpPr>
            <p:cNvPr id="14102" name="Google Shape;14102;p89"/>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9"/>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9"/>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9"/>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9"/>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9"/>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9"/>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9"/>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9"/>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9"/>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89"/>
          <p:cNvGrpSpPr/>
          <p:nvPr/>
        </p:nvGrpSpPr>
        <p:grpSpPr>
          <a:xfrm>
            <a:off x="1298368" y="3622610"/>
            <a:ext cx="365420" cy="365394"/>
            <a:chOff x="1298368" y="3809460"/>
            <a:chExt cx="365420" cy="365394"/>
          </a:xfrm>
        </p:grpSpPr>
        <p:sp>
          <p:nvSpPr>
            <p:cNvPr id="14113" name="Google Shape;14113;p89"/>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9"/>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9"/>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9"/>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9"/>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9"/>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9"/>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9"/>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9"/>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9"/>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9"/>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9"/>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9"/>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9"/>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9"/>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9"/>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9"/>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9"/>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9"/>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9"/>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9"/>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9"/>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9"/>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9"/>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9"/>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9"/>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9"/>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9"/>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9"/>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9"/>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9"/>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9"/>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9"/>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9"/>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9"/>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9"/>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9"/>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9"/>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9"/>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9"/>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9"/>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9"/>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9"/>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9"/>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7" name="Google Shape;14157;p89"/>
          <p:cNvGrpSpPr/>
          <p:nvPr/>
        </p:nvGrpSpPr>
        <p:grpSpPr>
          <a:xfrm>
            <a:off x="3963503" y="3164093"/>
            <a:ext cx="365394" cy="365472"/>
            <a:chOff x="3963503" y="3350943"/>
            <a:chExt cx="365394" cy="365472"/>
          </a:xfrm>
        </p:grpSpPr>
        <p:sp>
          <p:nvSpPr>
            <p:cNvPr id="14158" name="Google Shape;14158;p89"/>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9"/>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9"/>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9"/>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9"/>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9"/>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9"/>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9"/>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9"/>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9"/>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9"/>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9"/>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89"/>
          <p:cNvGrpSpPr/>
          <p:nvPr/>
        </p:nvGrpSpPr>
        <p:grpSpPr>
          <a:xfrm>
            <a:off x="858140" y="3178111"/>
            <a:ext cx="319880" cy="365918"/>
            <a:chOff x="858140" y="3364961"/>
            <a:chExt cx="319880" cy="365918"/>
          </a:xfrm>
        </p:grpSpPr>
        <p:sp>
          <p:nvSpPr>
            <p:cNvPr id="14171" name="Google Shape;14171;p89"/>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9"/>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9"/>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9"/>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9"/>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9"/>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9"/>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9"/>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9"/>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9"/>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9"/>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9"/>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9"/>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89"/>
          <p:cNvGrpSpPr/>
          <p:nvPr/>
        </p:nvGrpSpPr>
        <p:grpSpPr>
          <a:xfrm>
            <a:off x="4014938" y="1317445"/>
            <a:ext cx="318125" cy="362931"/>
            <a:chOff x="4014938" y="1504295"/>
            <a:chExt cx="318125" cy="362931"/>
          </a:xfrm>
        </p:grpSpPr>
        <p:sp>
          <p:nvSpPr>
            <p:cNvPr id="14185" name="Google Shape;14185;p89"/>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9"/>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9"/>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9"/>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9"/>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9"/>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9"/>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2" name="Google Shape;14192;p89"/>
          <p:cNvGrpSpPr/>
          <p:nvPr/>
        </p:nvGrpSpPr>
        <p:grpSpPr>
          <a:xfrm>
            <a:off x="1308797" y="3178268"/>
            <a:ext cx="311705" cy="365499"/>
            <a:chOff x="1308797" y="3365118"/>
            <a:chExt cx="311705" cy="365499"/>
          </a:xfrm>
        </p:grpSpPr>
        <p:sp>
          <p:nvSpPr>
            <p:cNvPr id="14193" name="Google Shape;14193;p89"/>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9"/>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9"/>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9"/>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9"/>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9"/>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9"/>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9"/>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9"/>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9"/>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9"/>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9"/>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9"/>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9"/>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9"/>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9"/>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9"/>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9"/>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9"/>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9"/>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9"/>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9"/>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9"/>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9"/>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9"/>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89"/>
          <p:cNvGrpSpPr/>
          <p:nvPr/>
        </p:nvGrpSpPr>
        <p:grpSpPr>
          <a:xfrm>
            <a:off x="2661291" y="1316083"/>
            <a:ext cx="336624" cy="365551"/>
            <a:chOff x="2661291" y="1502933"/>
            <a:chExt cx="336624" cy="365551"/>
          </a:xfrm>
        </p:grpSpPr>
        <p:sp>
          <p:nvSpPr>
            <p:cNvPr id="14219" name="Google Shape;14219;p89"/>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9"/>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9"/>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9"/>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9"/>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9"/>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9"/>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9"/>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9"/>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9"/>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9"/>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9"/>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9"/>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9"/>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9"/>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9"/>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9"/>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9"/>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9"/>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9"/>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9"/>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9"/>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9"/>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9"/>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9"/>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9"/>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9"/>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9"/>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9"/>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9"/>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9"/>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9"/>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9"/>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9"/>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9"/>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9"/>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9"/>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89"/>
          <p:cNvGrpSpPr/>
          <p:nvPr/>
        </p:nvGrpSpPr>
        <p:grpSpPr>
          <a:xfrm>
            <a:off x="854000" y="1404700"/>
            <a:ext cx="365787" cy="188501"/>
            <a:chOff x="854000" y="1591550"/>
            <a:chExt cx="365787" cy="188501"/>
          </a:xfrm>
        </p:grpSpPr>
        <p:sp>
          <p:nvSpPr>
            <p:cNvPr id="14257" name="Google Shape;14257;p89"/>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9"/>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9"/>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89"/>
          <p:cNvGrpSpPr/>
          <p:nvPr/>
        </p:nvGrpSpPr>
        <p:grpSpPr>
          <a:xfrm>
            <a:off x="3562762" y="1316083"/>
            <a:ext cx="326536" cy="365551"/>
            <a:chOff x="3562762" y="1502933"/>
            <a:chExt cx="326536" cy="365551"/>
          </a:xfrm>
        </p:grpSpPr>
        <p:sp>
          <p:nvSpPr>
            <p:cNvPr id="14261" name="Google Shape;14261;p89"/>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9"/>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9"/>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9"/>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9"/>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9"/>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9"/>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9"/>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9"/>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9"/>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9"/>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89"/>
          <p:cNvGrpSpPr/>
          <p:nvPr/>
        </p:nvGrpSpPr>
        <p:grpSpPr>
          <a:xfrm>
            <a:off x="1302508" y="1316083"/>
            <a:ext cx="364162" cy="365551"/>
            <a:chOff x="1302508" y="1502933"/>
            <a:chExt cx="364162" cy="365551"/>
          </a:xfrm>
        </p:grpSpPr>
        <p:sp>
          <p:nvSpPr>
            <p:cNvPr id="14273" name="Google Shape;14273;p89"/>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9"/>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9"/>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9"/>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9"/>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9"/>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9"/>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9"/>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9"/>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9"/>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9"/>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9"/>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9"/>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9"/>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9"/>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9"/>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9"/>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9"/>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9"/>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89"/>
          <p:cNvGrpSpPr/>
          <p:nvPr/>
        </p:nvGrpSpPr>
        <p:grpSpPr>
          <a:xfrm>
            <a:off x="2213019" y="1316083"/>
            <a:ext cx="336755" cy="365551"/>
            <a:chOff x="2213019" y="1502933"/>
            <a:chExt cx="336755" cy="365551"/>
          </a:xfrm>
        </p:grpSpPr>
        <p:sp>
          <p:nvSpPr>
            <p:cNvPr id="14293" name="Google Shape;14293;p89"/>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9"/>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9"/>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9"/>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9"/>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9"/>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9"/>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9"/>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9"/>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9"/>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9"/>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9"/>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89"/>
          <p:cNvGrpSpPr/>
          <p:nvPr/>
        </p:nvGrpSpPr>
        <p:grpSpPr>
          <a:xfrm>
            <a:off x="2202380" y="3178347"/>
            <a:ext cx="306255" cy="365499"/>
            <a:chOff x="2202380" y="3365197"/>
            <a:chExt cx="306255" cy="365499"/>
          </a:xfrm>
        </p:grpSpPr>
        <p:sp>
          <p:nvSpPr>
            <p:cNvPr id="14306" name="Google Shape;14306;p89"/>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9"/>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9"/>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9"/>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9"/>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9"/>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9"/>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9"/>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9"/>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9"/>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9"/>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9"/>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9"/>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89"/>
          <p:cNvGrpSpPr/>
          <p:nvPr/>
        </p:nvGrpSpPr>
        <p:grpSpPr>
          <a:xfrm>
            <a:off x="1759349" y="3178294"/>
            <a:ext cx="304525" cy="365394"/>
            <a:chOff x="1759349" y="3365144"/>
            <a:chExt cx="304525" cy="365394"/>
          </a:xfrm>
        </p:grpSpPr>
        <p:sp>
          <p:nvSpPr>
            <p:cNvPr id="14320" name="Google Shape;14320;p89"/>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9"/>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9"/>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9"/>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9"/>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9"/>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9"/>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9"/>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9"/>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9"/>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9"/>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9"/>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9"/>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9"/>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9"/>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9"/>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9"/>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9"/>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9"/>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89"/>
          <p:cNvGrpSpPr/>
          <p:nvPr/>
        </p:nvGrpSpPr>
        <p:grpSpPr>
          <a:xfrm>
            <a:off x="4110892" y="2234952"/>
            <a:ext cx="95115" cy="365368"/>
            <a:chOff x="4110892" y="2421802"/>
            <a:chExt cx="95115" cy="365368"/>
          </a:xfrm>
        </p:grpSpPr>
        <p:sp>
          <p:nvSpPr>
            <p:cNvPr id="14340" name="Google Shape;14340;p89"/>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9"/>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9"/>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9"/>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9"/>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9"/>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9"/>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89"/>
          <p:cNvGrpSpPr/>
          <p:nvPr/>
        </p:nvGrpSpPr>
        <p:grpSpPr>
          <a:xfrm>
            <a:off x="2769848" y="3618785"/>
            <a:ext cx="91473" cy="365525"/>
            <a:chOff x="2769848" y="3805635"/>
            <a:chExt cx="91473" cy="365525"/>
          </a:xfrm>
        </p:grpSpPr>
        <p:sp>
          <p:nvSpPr>
            <p:cNvPr id="14348" name="Google Shape;14348;p89"/>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9"/>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9"/>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9"/>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9"/>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9"/>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9"/>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9"/>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6" name="Google Shape;14356;p89"/>
          <p:cNvGrpSpPr/>
          <p:nvPr/>
        </p:nvGrpSpPr>
        <p:grpSpPr>
          <a:xfrm>
            <a:off x="1794067" y="2234900"/>
            <a:ext cx="269807" cy="365525"/>
            <a:chOff x="1794067" y="2421750"/>
            <a:chExt cx="269807" cy="365525"/>
          </a:xfrm>
        </p:grpSpPr>
        <p:sp>
          <p:nvSpPr>
            <p:cNvPr id="14357" name="Google Shape;14357;p89"/>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9"/>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9"/>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9"/>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9"/>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9"/>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9"/>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9"/>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9"/>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9"/>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9"/>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9"/>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9"/>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9"/>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9"/>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9"/>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9"/>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9"/>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9"/>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9"/>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9"/>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9"/>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9"/>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9"/>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9"/>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9"/>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9"/>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89"/>
          <p:cNvGrpSpPr/>
          <p:nvPr/>
        </p:nvGrpSpPr>
        <p:grpSpPr>
          <a:xfrm>
            <a:off x="3606782" y="2234900"/>
            <a:ext cx="211585" cy="365525"/>
            <a:chOff x="3606782" y="2421750"/>
            <a:chExt cx="211585" cy="365525"/>
          </a:xfrm>
        </p:grpSpPr>
        <p:sp>
          <p:nvSpPr>
            <p:cNvPr id="14385" name="Google Shape;14385;p89"/>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9"/>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9"/>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9"/>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9"/>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9"/>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9"/>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9"/>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89"/>
          <p:cNvGrpSpPr/>
          <p:nvPr/>
        </p:nvGrpSpPr>
        <p:grpSpPr>
          <a:xfrm>
            <a:off x="3104664" y="1316187"/>
            <a:ext cx="336755" cy="365341"/>
            <a:chOff x="3104664" y="1503037"/>
            <a:chExt cx="336755" cy="365341"/>
          </a:xfrm>
        </p:grpSpPr>
        <p:sp>
          <p:nvSpPr>
            <p:cNvPr id="14394" name="Google Shape;14394;p89"/>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9"/>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9"/>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9"/>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9"/>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9"/>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9"/>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9"/>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9"/>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9"/>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9"/>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9"/>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9"/>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9"/>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8" name="Google Shape;14408;p89"/>
          <p:cNvGrpSpPr/>
          <p:nvPr/>
        </p:nvGrpSpPr>
        <p:grpSpPr>
          <a:xfrm>
            <a:off x="2241946" y="2234900"/>
            <a:ext cx="265562" cy="365525"/>
            <a:chOff x="2241946" y="2421750"/>
            <a:chExt cx="265562" cy="365525"/>
          </a:xfrm>
        </p:grpSpPr>
        <p:sp>
          <p:nvSpPr>
            <p:cNvPr id="14409" name="Google Shape;14409;p89"/>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9"/>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9"/>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9"/>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9"/>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9"/>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9"/>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9"/>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9"/>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9"/>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89"/>
          <p:cNvGrpSpPr/>
          <p:nvPr/>
        </p:nvGrpSpPr>
        <p:grpSpPr>
          <a:xfrm>
            <a:off x="2694018" y="2235031"/>
            <a:ext cx="254583" cy="365394"/>
            <a:chOff x="2694018" y="2421881"/>
            <a:chExt cx="254583" cy="365394"/>
          </a:xfrm>
        </p:grpSpPr>
        <p:sp>
          <p:nvSpPr>
            <p:cNvPr id="14420" name="Google Shape;14420;p89"/>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9"/>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9"/>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9"/>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9"/>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9"/>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9"/>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7" name="Google Shape;14427;p89"/>
          <p:cNvGrpSpPr/>
          <p:nvPr/>
        </p:nvGrpSpPr>
        <p:grpSpPr>
          <a:xfrm>
            <a:off x="3947519" y="4139297"/>
            <a:ext cx="365420" cy="263021"/>
            <a:chOff x="3947519" y="4326147"/>
            <a:chExt cx="365420" cy="263021"/>
          </a:xfrm>
        </p:grpSpPr>
        <p:sp>
          <p:nvSpPr>
            <p:cNvPr id="14428" name="Google Shape;14428;p89"/>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9"/>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9"/>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9"/>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9"/>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9"/>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9"/>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9"/>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9"/>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9"/>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9"/>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9"/>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9"/>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9"/>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9"/>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9"/>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9"/>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9"/>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9"/>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89"/>
          <p:cNvGrpSpPr/>
          <p:nvPr/>
        </p:nvGrpSpPr>
        <p:grpSpPr>
          <a:xfrm>
            <a:off x="3430072" y="4105024"/>
            <a:ext cx="368931" cy="331488"/>
            <a:chOff x="3430072" y="4291874"/>
            <a:chExt cx="368931" cy="331488"/>
          </a:xfrm>
        </p:grpSpPr>
        <p:sp>
          <p:nvSpPr>
            <p:cNvPr id="14448" name="Google Shape;14448;p89"/>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9"/>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9"/>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9"/>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9"/>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9"/>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9"/>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9"/>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9"/>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9"/>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9"/>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9"/>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9"/>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9"/>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9"/>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9"/>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9"/>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9"/>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9"/>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7" name="Google Shape;14467;p89"/>
          <p:cNvGrpSpPr/>
          <p:nvPr/>
        </p:nvGrpSpPr>
        <p:grpSpPr>
          <a:xfrm>
            <a:off x="3153479" y="2235031"/>
            <a:ext cx="225158" cy="364267"/>
            <a:chOff x="3153479" y="2421881"/>
            <a:chExt cx="225158" cy="364267"/>
          </a:xfrm>
        </p:grpSpPr>
        <p:sp>
          <p:nvSpPr>
            <p:cNvPr id="14468" name="Google Shape;14468;p89"/>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9"/>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9"/>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9"/>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9"/>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9"/>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9"/>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9"/>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9"/>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9"/>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9"/>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9"/>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9"/>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89"/>
          <p:cNvGrpSpPr/>
          <p:nvPr/>
        </p:nvGrpSpPr>
        <p:grpSpPr>
          <a:xfrm>
            <a:off x="3967643" y="3653031"/>
            <a:ext cx="365551" cy="297503"/>
            <a:chOff x="3967643" y="3839881"/>
            <a:chExt cx="365551" cy="297503"/>
          </a:xfrm>
        </p:grpSpPr>
        <p:sp>
          <p:nvSpPr>
            <p:cNvPr id="14482" name="Google Shape;14482;p89"/>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9"/>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9"/>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9"/>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9"/>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9"/>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9"/>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9"/>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9"/>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9"/>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9"/>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9"/>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9"/>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9"/>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9"/>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9"/>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9"/>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9"/>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9"/>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9"/>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9"/>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9"/>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9"/>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9"/>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9"/>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89"/>
          <p:cNvGrpSpPr/>
          <p:nvPr/>
        </p:nvGrpSpPr>
        <p:grpSpPr>
          <a:xfrm>
            <a:off x="3220505" y="3618837"/>
            <a:ext cx="80153" cy="365472"/>
            <a:chOff x="3220505" y="3805687"/>
            <a:chExt cx="80153" cy="365472"/>
          </a:xfrm>
        </p:grpSpPr>
        <p:sp>
          <p:nvSpPr>
            <p:cNvPr id="14508" name="Google Shape;14508;p89"/>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9"/>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9"/>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9"/>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9"/>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9"/>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9"/>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9"/>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9"/>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89"/>
          <p:cNvGrpSpPr/>
          <p:nvPr/>
        </p:nvGrpSpPr>
        <p:grpSpPr>
          <a:xfrm>
            <a:off x="1347157" y="2234873"/>
            <a:ext cx="280655" cy="365551"/>
            <a:chOff x="1347157" y="2421723"/>
            <a:chExt cx="280655" cy="365551"/>
          </a:xfrm>
        </p:grpSpPr>
        <p:sp>
          <p:nvSpPr>
            <p:cNvPr id="14518" name="Google Shape;14518;p89"/>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9"/>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9"/>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9"/>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9"/>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9"/>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9"/>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9"/>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9"/>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9"/>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9"/>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9"/>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9"/>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9"/>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9"/>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9"/>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9"/>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9"/>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9"/>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9"/>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9"/>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9"/>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9"/>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1" name="Google Shape;14541;p89"/>
          <p:cNvGrpSpPr/>
          <p:nvPr/>
        </p:nvGrpSpPr>
        <p:grpSpPr>
          <a:xfrm>
            <a:off x="3507658" y="3645406"/>
            <a:ext cx="395474" cy="312491"/>
            <a:chOff x="3507658" y="3832256"/>
            <a:chExt cx="395474" cy="312491"/>
          </a:xfrm>
        </p:grpSpPr>
        <p:sp>
          <p:nvSpPr>
            <p:cNvPr id="14542" name="Google Shape;14542;p89"/>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9"/>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9"/>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89"/>
          <p:cNvGrpSpPr/>
          <p:nvPr/>
        </p:nvGrpSpPr>
        <p:grpSpPr>
          <a:xfrm>
            <a:off x="3962481" y="2714405"/>
            <a:ext cx="365158" cy="365368"/>
            <a:chOff x="3962481" y="2901255"/>
            <a:chExt cx="365158" cy="365368"/>
          </a:xfrm>
        </p:grpSpPr>
        <p:sp>
          <p:nvSpPr>
            <p:cNvPr id="14546" name="Google Shape;14546;p89"/>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9"/>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9"/>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9"/>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9"/>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9"/>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9"/>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9"/>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9"/>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9"/>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9"/>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9"/>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9"/>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9"/>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9"/>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9"/>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9"/>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9"/>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9"/>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89"/>
          <p:cNvGrpSpPr/>
          <p:nvPr/>
        </p:nvGrpSpPr>
        <p:grpSpPr>
          <a:xfrm>
            <a:off x="3520995" y="2738878"/>
            <a:ext cx="365551" cy="316238"/>
            <a:chOff x="3520995" y="2925728"/>
            <a:chExt cx="365551" cy="316238"/>
          </a:xfrm>
        </p:grpSpPr>
        <p:sp>
          <p:nvSpPr>
            <p:cNvPr id="14566" name="Google Shape;14566;p89"/>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9"/>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9"/>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9"/>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9"/>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9"/>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9"/>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9"/>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9"/>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9"/>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9"/>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9"/>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9"/>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9"/>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9"/>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9"/>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9"/>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9"/>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9"/>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9"/>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9"/>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9"/>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9"/>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9"/>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9"/>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9"/>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9"/>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9"/>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9"/>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9"/>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9"/>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9"/>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9"/>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9"/>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9"/>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9"/>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9"/>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9"/>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9"/>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9"/>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89"/>
          <p:cNvGrpSpPr/>
          <p:nvPr/>
        </p:nvGrpSpPr>
        <p:grpSpPr>
          <a:xfrm>
            <a:off x="894378" y="2235188"/>
            <a:ext cx="284926" cy="365237"/>
            <a:chOff x="894378" y="2422038"/>
            <a:chExt cx="284926" cy="365237"/>
          </a:xfrm>
        </p:grpSpPr>
        <p:sp>
          <p:nvSpPr>
            <p:cNvPr id="14607" name="Google Shape;14607;p89"/>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9"/>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9"/>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9"/>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9"/>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9"/>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9"/>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9"/>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9"/>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9"/>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9"/>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9"/>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9"/>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89"/>
          <p:cNvGrpSpPr/>
          <p:nvPr/>
        </p:nvGrpSpPr>
        <p:grpSpPr>
          <a:xfrm>
            <a:off x="3077518" y="2741787"/>
            <a:ext cx="376844" cy="310369"/>
            <a:chOff x="3077518" y="2928637"/>
            <a:chExt cx="376844" cy="310369"/>
          </a:xfrm>
        </p:grpSpPr>
        <p:sp>
          <p:nvSpPr>
            <p:cNvPr id="14621" name="Google Shape;14621;p89"/>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9"/>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9"/>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9"/>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9"/>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9"/>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9"/>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9"/>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9"/>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9"/>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9"/>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9"/>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9"/>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4" name="Google Shape;14634;p89"/>
          <p:cNvGrpSpPr/>
          <p:nvPr/>
        </p:nvGrpSpPr>
        <p:grpSpPr>
          <a:xfrm>
            <a:off x="2637656" y="2714248"/>
            <a:ext cx="365289" cy="365525"/>
            <a:chOff x="2637656" y="2901098"/>
            <a:chExt cx="365289" cy="365525"/>
          </a:xfrm>
        </p:grpSpPr>
        <p:sp>
          <p:nvSpPr>
            <p:cNvPr id="14635" name="Google Shape;14635;p89"/>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9"/>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9"/>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9"/>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9"/>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9"/>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1" name="Google Shape;14641;p89"/>
          <p:cNvGrpSpPr/>
          <p:nvPr/>
        </p:nvGrpSpPr>
        <p:grpSpPr>
          <a:xfrm>
            <a:off x="2195804" y="2759526"/>
            <a:ext cx="365394" cy="274969"/>
            <a:chOff x="2195804" y="2946376"/>
            <a:chExt cx="365394" cy="274969"/>
          </a:xfrm>
        </p:grpSpPr>
        <p:sp>
          <p:nvSpPr>
            <p:cNvPr id="14642" name="Google Shape;14642;p89"/>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9"/>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9"/>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9"/>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9"/>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9"/>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9"/>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9"/>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9"/>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9"/>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9"/>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9"/>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9"/>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9"/>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9"/>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9"/>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9"/>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9"/>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9"/>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9"/>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9"/>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9"/>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9"/>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9"/>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9"/>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9"/>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9"/>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9"/>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9"/>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89"/>
          <p:cNvGrpSpPr/>
          <p:nvPr/>
        </p:nvGrpSpPr>
        <p:grpSpPr>
          <a:xfrm>
            <a:off x="1312334" y="2714248"/>
            <a:ext cx="377342" cy="365525"/>
            <a:chOff x="1312334" y="2901098"/>
            <a:chExt cx="377342" cy="365525"/>
          </a:xfrm>
        </p:grpSpPr>
        <p:sp>
          <p:nvSpPr>
            <p:cNvPr id="14672" name="Google Shape;14672;p89"/>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9"/>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9"/>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9"/>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9"/>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9"/>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9"/>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9" name="Google Shape;14679;p89"/>
          <p:cNvGrpSpPr/>
          <p:nvPr/>
        </p:nvGrpSpPr>
        <p:grpSpPr>
          <a:xfrm>
            <a:off x="859660" y="2714379"/>
            <a:ext cx="377133" cy="365341"/>
            <a:chOff x="859660" y="2901229"/>
            <a:chExt cx="377133" cy="365341"/>
          </a:xfrm>
        </p:grpSpPr>
        <p:sp>
          <p:nvSpPr>
            <p:cNvPr id="14680" name="Google Shape;14680;p89"/>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9"/>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9"/>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9"/>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9"/>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9"/>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9"/>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9"/>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9"/>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9"/>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9"/>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9"/>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9"/>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9"/>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9"/>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9"/>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9"/>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9"/>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9"/>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89"/>
          <p:cNvGrpSpPr/>
          <p:nvPr/>
        </p:nvGrpSpPr>
        <p:grpSpPr>
          <a:xfrm>
            <a:off x="3090671" y="3178425"/>
            <a:ext cx="323365" cy="365420"/>
            <a:chOff x="3090671" y="3365275"/>
            <a:chExt cx="323365" cy="365420"/>
          </a:xfrm>
        </p:grpSpPr>
        <p:sp>
          <p:nvSpPr>
            <p:cNvPr id="14700" name="Google Shape;14700;p89"/>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9"/>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9"/>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9"/>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9"/>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9"/>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9"/>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9"/>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9"/>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9"/>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9"/>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9"/>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9"/>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9"/>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9"/>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9"/>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9"/>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9"/>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9"/>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9"/>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9"/>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9"/>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9"/>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9"/>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9"/>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9"/>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9"/>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7" name="Google Shape;14727;p89"/>
          <p:cNvGrpSpPr/>
          <p:nvPr/>
        </p:nvGrpSpPr>
        <p:grpSpPr>
          <a:xfrm>
            <a:off x="861651" y="4093731"/>
            <a:ext cx="346554" cy="364844"/>
            <a:chOff x="861651" y="4280581"/>
            <a:chExt cx="346554" cy="364844"/>
          </a:xfrm>
        </p:grpSpPr>
        <p:sp>
          <p:nvSpPr>
            <p:cNvPr id="14728" name="Google Shape;14728;p89"/>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9"/>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9"/>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9"/>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9"/>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9"/>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9"/>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9"/>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9"/>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9"/>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9"/>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9"/>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89"/>
          <p:cNvGrpSpPr/>
          <p:nvPr/>
        </p:nvGrpSpPr>
        <p:grpSpPr>
          <a:xfrm>
            <a:off x="1385020" y="4093757"/>
            <a:ext cx="330440" cy="364791"/>
            <a:chOff x="1385020" y="4280607"/>
            <a:chExt cx="330440" cy="364791"/>
          </a:xfrm>
        </p:grpSpPr>
        <p:sp>
          <p:nvSpPr>
            <p:cNvPr id="14741" name="Google Shape;14741;p89"/>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9"/>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9"/>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9"/>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9"/>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9"/>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9"/>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9"/>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9"/>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9"/>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9"/>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9"/>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9"/>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9"/>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9"/>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9"/>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9"/>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9"/>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9"/>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9"/>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9"/>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9"/>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9"/>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9"/>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9"/>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9"/>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89"/>
          <p:cNvGrpSpPr/>
          <p:nvPr/>
        </p:nvGrpSpPr>
        <p:grpSpPr>
          <a:xfrm>
            <a:off x="1737836" y="1314091"/>
            <a:ext cx="392016" cy="369560"/>
            <a:chOff x="1737836" y="1500941"/>
            <a:chExt cx="392016" cy="369560"/>
          </a:xfrm>
        </p:grpSpPr>
        <p:sp>
          <p:nvSpPr>
            <p:cNvPr id="14768" name="Google Shape;14768;p89"/>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9"/>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9"/>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9"/>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9"/>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9"/>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9"/>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9"/>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9"/>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9"/>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9"/>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9"/>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9"/>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9"/>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9"/>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9"/>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9"/>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9"/>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9"/>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9"/>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9"/>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9"/>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9"/>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9"/>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9"/>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9"/>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9"/>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9"/>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9"/>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9"/>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9"/>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9"/>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9"/>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9"/>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9"/>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9"/>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9"/>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89"/>
          <p:cNvGrpSpPr/>
          <p:nvPr/>
        </p:nvGrpSpPr>
        <p:grpSpPr>
          <a:xfrm>
            <a:off x="1879330" y="4111496"/>
            <a:ext cx="379884" cy="329182"/>
            <a:chOff x="1879330" y="4298346"/>
            <a:chExt cx="379884" cy="329182"/>
          </a:xfrm>
        </p:grpSpPr>
        <p:sp>
          <p:nvSpPr>
            <p:cNvPr id="14806" name="Google Shape;14806;p89"/>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9"/>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9"/>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9"/>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9"/>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9"/>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9"/>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9"/>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9"/>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9"/>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9"/>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9"/>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9"/>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9"/>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9"/>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9"/>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9"/>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9"/>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9"/>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9"/>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9"/>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9"/>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89"/>
          <p:cNvGrpSpPr/>
          <p:nvPr/>
        </p:nvGrpSpPr>
        <p:grpSpPr>
          <a:xfrm>
            <a:off x="2399816" y="4111365"/>
            <a:ext cx="365394" cy="329706"/>
            <a:chOff x="2399816" y="4298215"/>
            <a:chExt cx="365394" cy="329706"/>
          </a:xfrm>
        </p:grpSpPr>
        <p:sp>
          <p:nvSpPr>
            <p:cNvPr id="14829" name="Google Shape;14829;p89"/>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9"/>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9"/>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9"/>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9"/>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9"/>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9"/>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9"/>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9"/>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9"/>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9"/>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9"/>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9"/>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9"/>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9"/>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9"/>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89"/>
          <p:cNvGrpSpPr/>
          <p:nvPr/>
        </p:nvGrpSpPr>
        <p:grpSpPr>
          <a:xfrm>
            <a:off x="2915743" y="4108221"/>
            <a:ext cx="366547" cy="335968"/>
            <a:chOff x="2915743" y="4295071"/>
            <a:chExt cx="366547" cy="335968"/>
          </a:xfrm>
        </p:grpSpPr>
        <p:sp>
          <p:nvSpPr>
            <p:cNvPr id="14846" name="Google Shape;14846;p89"/>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9"/>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9"/>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9"/>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9"/>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9"/>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9"/>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9"/>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9"/>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9"/>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9"/>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9"/>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9"/>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9"/>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9"/>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9"/>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9"/>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9"/>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9"/>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9"/>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9"/>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9"/>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9"/>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9"/>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9"/>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9"/>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9"/>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9"/>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9"/>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89"/>
          <p:cNvGrpSpPr/>
          <p:nvPr/>
        </p:nvGrpSpPr>
        <p:grpSpPr>
          <a:xfrm>
            <a:off x="5712834" y="3626121"/>
            <a:ext cx="347550" cy="324046"/>
            <a:chOff x="5712834" y="3812971"/>
            <a:chExt cx="347550" cy="324046"/>
          </a:xfrm>
        </p:grpSpPr>
        <p:sp>
          <p:nvSpPr>
            <p:cNvPr id="14876" name="Google Shape;14876;p89"/>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9"/>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9"/>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9"/>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9"/>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9"/>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9"/>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9"/>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9"/>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9"/>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9"/>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9"/>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9"/>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9"/>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9"/>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9"/>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2" name="Google Shape;14892;p89"/>
          <p:cNvGrpSpPr/>
          <p:nvPr/>
        </p:nvGrpSpPr>
        <p:grpSpPr>
          <a:xfrm>
            <a:off x="6181466" y="3672290"/>
            <a:ext cx="347943" cy="231709"/>
            <a:chOff x="6181466" y="3859140"/>
            <a:chExt cx="347943" cy="231709"/>
          </a:xfrm>
        </p:grpSpPr>
        <p:sp>
          <p:nvSpPr>
            <p:cNvPr id="14893" name="Google Shape;14893;p89"/>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9"/>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9"/>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9"/>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9"/>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9"/>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9"/>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9"/>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9"/>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9"/>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9"/>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9"/>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9"/>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9"/>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89"/>
          <p:cNvGrpSpPr/>
          <p:nvPr/>
        </p:nvGrpSpPr>
        <p:grpSpPr>
          <a:xfrm>
            <a:off x="2656024" y="3178294"/>
            <a:ext cx="298735" cy="365472"/>
            <a:chOff x="2656024" y="3365144"/>
            <a:chExt cx="298735" cy="365472"/>
          </a:xfrm>
        </p:grpSpPr>
        <p:sp>
          <p:nvSpPr>
            <p:cNvPr id="14908" name="Google Shape;14908;p89"/>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9"/>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9"/>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9"/>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9"/>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9"/>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9"/>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9"/>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9"/>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9"/>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9"/>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9"/>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9"/>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9"/>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9"/>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9"/>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9"/>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9"/>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9"/>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9"/>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9"/>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9"/>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9"/>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89"/>
          <p:cNvGrpSpPr/>
          <p:nvPr/>
        </p:nvGrpSpPr>
        <p:grpSpPr>
          <a:xfrm>
            <a:off x="7172235" y="3616505"/>
            <a:ext cx="387561" cy="384312"/>
            <a:chOff x="7172235" y="3803355"/>
            <a:chExt cx="387561" cy="384312"/>
          </a:xfrm>
        </p:grpSpPr>
        <p:sp>
          <p:nvSpPr>
            <p:cNvPr id="14932" name="Google Shape;14932;p89"/>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9"/>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9"/>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9"/>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9"/>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9"/>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9"/>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9"/>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9"/>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9"/>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9"/>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9"/>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9"/>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9"/>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9"/>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9"/>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9"/>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9"/>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9"/>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9"/>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9"/>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9"/>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9"/>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9"/>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9"/>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89"/>
          <p:cNvGrpSpPr/>
          <p:nvPr/>
        </p:nvGrpSpPr>
        <p:grpSpPr>
          <a:xfrm>
            <a:off x="6655443" y="3612365"/>
            <a:ext cx="428280" cy="351638"/>
            <a:chOff x="6655443" y="3799215"/>
            <a:chExt cx="428280" cy="351638"/>
          </a:xfrm>
        </p:grpSpPr>
        <p:sp>
          <p:nvSpPr>
            <p:cNvPr id="14958" name="Google Shape;14958;p89"/>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9"/>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9"/>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9"/>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9"/>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9"/>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9"/>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9"/>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9"/>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9"/>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9"/>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9"/>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9"/>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89"/>
          <p:cNvGrpSpPr/>
          <p:nvPr/>
        </p:nvGrpSpPr>
        <p:grpSpPr>
          <a:xfrm>
            <a:off x="5224551" y="3606417"/>
            <a:ext cx="366547" cy="363507"/>
            <a:chOff x="5224551" y="3793267"/>
            <a:chExt cx="366547" cy="363507"/>
          </a:xfrm>
        </p:grpSpPr>
        <p:sp>
          <p:nvSpPr>
            <p:cNvPr id="14972" name="Google Shape;14972;p89"/>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9"/>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9"/>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9"/>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9"/>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9"/>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9"/>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9"/>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9"/>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9"/>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9"/>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9"/>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9"/>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9"/>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89"/>
          <p:cNvGrpSpPr/>
          <p:nvPr/>
        </p:nvGrpSpPr>
        <p:grpSpPr>
          <a:xfrm>
            <a:off x="7075390" y="3162704"/>
            <a:ext cx="375429" cy="363822"/>
            <a:chOff x="7075390" y="3349554"/>
            <a:chExt cx="375429" cy="363822"/>
          </a:xfrm>
        </p:grpSpPr>
        <p:sp>
          <p:nvSpPr>
            <p:cNvPr id="14987" name="Google Shape;14987;p89"/>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9"/>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9"/>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9"/>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9"/>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9"/>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9"/>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9"/>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9"/>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9"/>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9"/>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9"/>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9"/>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9"/>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9"/>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9"/>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9"/>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9"/>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9"/>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89"/>
          <p:cNvGrpSpPr/>
          <p:nvPr/>
        </p:nvGrpSpPr>
        <p:grpSpPr>
          <a:xfrm>
            <a:off x="6641451" y="3213694"/>
            <a:ext cx="363402" cy="261527"/>
            <a:chOff x="6641451" y="3400544"/>
            <a:chExt cx="363402" cy="261527"/>
          </a:xfrm>
        </p:grpSpPr>
        <p:sp>
          <p:nvSpPr>
            <p:cNvPr id="15007" name="Google Shape;15007;p89"/>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9"/>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9"/>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9"/>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9"/>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9"/>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9"/>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9"/>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9"/>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9"/>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9"/>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9"/>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9"/>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9"/>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9"/>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9"/>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9"/>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9"/>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9"/>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89"/>
          <p:cNvGrpSpPr/>
          <p:nvPr/>
        </p:nvGrpSpPr>
        <p:grpSpPr>
          <a:xfrm>
            <a:off x="7658737" y="3162756"/>
            <a:ext cx="110208" cy="363219"/>
            <a:chOff x="7658737" y="3349606"/>
            <a:chExt cx="110208" cy="363219"/>
          </a:xfrm>
        </p:grpSpPr>
        <p:sp>
          <p:nvSpPr>
            <p:cNvPr id="15027" name="Google Shape;15027;p89"/>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9"/>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9"/>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9"/>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89"/>
          <p:cNvGrpSpPr/>
          <p:nvPr/>
        </p:nvGrpSpPr>
        <p:grpSpPr>
          <a:xfrm>
            <a:off x="7975263" y="3196846"/>
            <a:ext cx="363717" cy="295355"/>
            <a:chOff x="7975263" y="3383696"/>
            <a:chExt cx="363717" cy="295355"/>
          </a:xfrm>
        </p:grpSpPr>
        <p:sp>
          <p:nvSpPr>
            <p:cNvPr id="15032" name="Google Shape;15032;p89"/>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9"/>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9"/>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9"/>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9"/>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9"/>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9"/>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9"/>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9"/>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9"/>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9"/>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9"/>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9"/>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9"/>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9"/>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9"/>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9"/>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9"/>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9"/>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9"/>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89"/>
          <p:cNvGrpSpPr/>
          <p:nvPr/>
        </p:nvGrpSpPr>
        <p:grpSpPr>
          <a:xfrm>
            <a:off x="4891988" y="2241450"/>
            <a:ext cx="285424" cy="363507"/>
            <a:chOff x="4891988" y="2428300"/>
            <a:chExt cx="285424" cy="363507"/>
          </a:xfrm>
        </p:grpSpPr>
        <p:sp>
          <p:nvSpPr>
            <p:cNvPr id="15053" name="Google Shape;15053;p89"/>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9"/>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9"/>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9"/>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9"/>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9"/>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9"/>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9"/>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9"/>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9"/>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89"/>
          <p:cNvGrpSpPr/>
          <p:nvPr/>
        </p:nvGrpSpPr>
        <p:grpSpPr>
          <a:xfrm>
            <a:off x="6632909" y="2260971"/>
            <a:ext cx="368302" cy="324361"/>
            <a:chOff x="6632909" y="2447821"/>
            <a:chExt cx="368302" cy="324361"/>
          </a:xfrm>
        </p:grpSpPr>
        <p:sp>
          <p:nvSpPr>
            <p:cNvPr id="15064" name="Google Shape;15064;p89"/>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9"/>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9"/>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9"/>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9"/>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9"/>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9"/>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9"/>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9"/>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9"/>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9"/>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9"/>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9"/>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9"/>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9"/>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9" name="Google Shape;15079;p89"/>
          <p:cNvGrpSpPr/>
          <p:nvPr/>
        </p:nvGrpSpPr>
        <p:grpSpPr>
          <a:xfrm>
            <a:off x="1754187" y="2714248"/>
            <a:ext cx="365289" cy="365525"/>
            <a:chOff x="1754187" y="2901098"/>
            <a:chExt cx="365289" cy="365525"/>
          </a:xfrm>
        </p:grpSpPr>
        <p:sp>
          <p:nvSpPr>
            <p:cNvPr id="15080" name="Google Shape;15080;p89"/>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9"/>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9"/>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9"/>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9"/>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9"/>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9"/>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9"/>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9"/>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9"/>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9"/>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9"/>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9"/>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9"/>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9"/>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9"/>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9"/>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9"/>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9"/>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9" name="Google Shape;15099;p89"/>
          <p:cNvGrpSpPr/>
          <p:nvPr/>
        </p:nvGrpSpPr>
        <p:grpSpPr>
          <a:xfrm>
            <a:off x="5770820" y="1828499"/>
            <a:ext cx="363507" cy="303032"/>
            <a:chOff x="5770820" y="2015349"/>
            <a:chExt cx="363507" cy="303032"/>
          </a:xfrm>
        </p:grpSpPr>
        <p:sp>
          <p:nvSpPr>
            <p:cNvPr id="15100" name="Google Shape;15100;p89"/>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9"/>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9"/>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9"/>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9"/>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9"/>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9"/>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9"/>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9"/>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9"/>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9"/>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9"/>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9"/>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9"/>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9"/>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9"/>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9"/>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9"/>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9"/>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9"/>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9"/>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9"/>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9"/>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9"/>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9"/>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9"/>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6" name="Google Shape;15126;p89"/>
          <p:cNvGrpSpPr/>
          <p:nvPr/>
        </p:nvGrpSpPr>
        <p:grpSpPr>
          <a:xfrm>
            <a:off x="5322417" y="1799886"/>
            <a:ext cx="368931" cy="359944"/>
            <a:chOff x="5322417" y="1986736"/>
            <a:chExt cx="368931" cy="359944"/>
          </a:xfrm>
        </p:grpSpPr>
        <p:sp>
          <p:nvSpPr>
            <p:cNvPr id="15127" name="Google Shape;15127;p89"/>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9"/>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9"/>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9"/>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9"/>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9"/>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9"/>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9"/>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9"/>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9"/>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9"/>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9"/>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9"/>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9"/>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9"/>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9"/>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9"/>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9"/>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9"/>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9"/>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9"/>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9"/>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9"/>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89"/>
          <p:cNvGrpSpPr/>
          <p:nvPr/>
        </p:nvGrpSpPr>
        <p:grpSpPr>
          <a:xfrm>
            <a:off x="6189641" y="2279418"/>
            <a:ext cx="363298" cy="287572"/>
            <a:chOff x="6189641" y="2466268"/>
            <a:chExt cx="363298" cy="287572"/>
          </a:xfrm>
        </p:grpSpPr>
        <p:sp>
          <p:nvSpPr>
            <p:cNvPr id="15151" name="Google Shape;15151;p89"/>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9"/>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9"/>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9"/>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9"/>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9"/>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9"/>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9"/>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9"/>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9"/>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9"/>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9"/>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9"/>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4" name="Google Shape;15164;p89"/>
          <p:cNvGrpSpPr/>
          <p:nvPr/>
        </p:nvGrpSpPr>
        <p:grpSpPr>
          <a:xfrm>
            <a:off x="7076255" y="2241398"/>
            <a:ext cx="369455" cy="363638"/>
            <a:chOff x="7076255" y="2428248"/>
            <a:chExt cx="369455" cy="363638"/>
          </a:xfrm>
        </p:grpSpPr>
        <p:sp>
          <p:nvSpPr>
            <p:cNvPr id="15165" name="Google Shape;15165;p89"/>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9"/>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9"/>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9"/>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9"/>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9"/>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9"/>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9"/>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9"/>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9"/>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89"/>
          <p:cNvGrpSpPr/>
          <p:nvPr/>
        </p:nvGrpSpPr>
        <p:grpSpPr>
          <a:xfrm>
            <a:off x="5331090" y="3150179"/>
            <a:ext cx="316238" cy="388688"/>
            <a:chOff x="5331090" y="3337029"/>
            <a:chExt cx="316238" cy="388688"/>
          </a:xfrm>
        </p:grpSpPr>
        <p:sp>
          <p:nvSpPr>
            <p:cNvPr id="15176" name="Google Shape;15176;p89"/>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9"/>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9"/>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9"/>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9"/>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9"/>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9"/>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9"/>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9"/>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9"/>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9"/>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9"/>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9"/>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9"/>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9"/>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9"/>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9"/>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9"/>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9"/>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9"/>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9"/>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9"/>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9"/>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9"/>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9"/>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9"/>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2" name="Google Shape;15202;p89"/>
          <p:cNvGrpSpPr/>
          <p:nvPr/>
        </p:nvGrpSpPr>
        <p:grpSpPr>
          <a:xfrm>
            <a:off x="7995963" y="1798313"/>
            <a:ext cx="343279" cy="363402"/>
            <a:chOff x="7995963" y="1985163"/>
            <a:chExt cx="343279" cy="363402"/>
          </a:xfrm>
        </p:grpSpPr>
        <p:sp>
          <p:nvSpPr>
            <p:cNvPr id="15203" name="Google Shape;15203;p89"/>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9"/>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9"/>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9"/>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9"/>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9"/>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9"/>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9"/>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9"/>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9"/>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9"/>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9"/>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9"/>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9"/>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9"/>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9"/>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9"/>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9"/>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9"/>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9"/>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89"/>
          <p:cNvGrpSpPr/>
          <p:nvPr/>
        </p:nvGrpSpPr>
        <p:grpSpPr>
          <a:xfrm>
            <a:off x="5743255" y="2246560"/>
            <a:ext cx="364162" cy="353236"/>
            <a:chOff x="5743255" y="2433410"/>
            <a:chExt cx="364162" cy="353236"/>
          </a:xfrm>
        </p:grpSpPr>
        <p:sp>
          <p:nvSpPr>
            <p:cNvPr id="15224" name="Google Shape;15224;p89"/>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9"/>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9"/>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9"/>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9"/>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9"/>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9"/>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9"/>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9"/>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9"/>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9"/>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9"/>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9"/>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9"/>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9"/>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9"/>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9"/>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9"/>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9"/>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9"/>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9"/>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89"/>
          <p:cNvGrpSpPr/>
          <p:nvPr/>
        </p:nvGrpSpPr>
        <p:grpSpPr>
          <a:xfrm>
            <a:off x="4885202" y="1812410"/>
            <a:ext cx="363271" cy="335104"/>
            <a:chOff x="4885202" y="1999260"/>
            <a:chExt cx="363271" cy="335104"/>
          </a:xfrm>
        </p:grpSpPr>
        <p:sp>
          <p:nvSpPr>
            <p:cNvPr id="15246" name="Google Shape;15246;p89"/>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9"/>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9"/>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9"/>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9"/>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9"/>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9"/>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9"/>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9"/>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9"/>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9"/>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9"/>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9"/>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9"/>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9"/>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9"/>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9"/>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9"/>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4" name="Google Shape;15264;p89"/>
          <p:cNvGrpSpPr/>
          <p:nvPr/>
        </p:nvGrpSpPr>
        <p:grpSpPr>
          <a:xfrm>
            <a:off x="7062315" y="2715113"/>
            <a:ext cx="363507" cy="346423"/>
            <a:chOff x="7062315" y="2901963"/>
            <a:chExt cx="363507" cy="346423"/>
          </a:xfrm>
        </p:grpSpPr>
        <p:sp>
          <p:nvSpPr>
            <p:cNvPr id="15265" name="Google Shape;15265;p89"/>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9"/>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9"/>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9"/>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9"/>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9"/>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9"/>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9"/>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9"/>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9"/>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9"/>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9"/>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89"/>
          <p:cNvGrpSpPr/>
          <p:nvPr/>
        </p:nvGrpSpPr>
        <p:grpSpPr>
          <a:xfrm>
            <a:off x="7541533" y="1798313"/>
            <a:ext cx="359865" cy="363402"/>
            <a:chOff x="7541533" y="1985163"/>
            <a:chExt cx="359865" cy="363402"/>
          </a:xfrm>
        </p:grpSpPr>
        <p:sp>
          <p:nvSpPr>
            <p:cNvPr id="15278" name="Google Shape;15278;p89"/>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9"/>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9"/>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9"/>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9"/>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9"/>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9"/>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9"/>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9"/>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9"/>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9"/>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9"/>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9"/>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9"/>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9"/>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9"/>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9"/>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9"/>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9"/>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9"/>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9"/>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9"/>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9"/>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89"/>
          <p:cNvGrpSpPr/>
          <p:nvPr/>
        </p:nvGrpSpPr>
        <p:grpSpPr>
          <a:xfrm>
            <a:off x="6602959" y="2721663"/>
            <a:ext cx="363402" cy="333322"/>
            <a:chOff x="6602959" y="2908513"/>
            <a:chExt cx="363402" cy="333322"/>
          </a:xfrm>
        </p:grpSpPr>
        <p:sp>
          <p:nvSpPr>
            <p:cNvPr id="15302" name="Google Shape;15302;p89"/>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9"/>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9"/>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9"/>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9"/>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9"/>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9"/>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9"/>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9"/>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9"/>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9"/>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9"/>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9"/>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9"/>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9"/>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9"/>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9"/>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9"/>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9"/>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9"/>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9"/>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9"/>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9"/>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9"/>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9"/>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9"/>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8" name="Google Shape;15328;p89"/>
          <p:cNvGrpSpPr/>
          <p:nvPr/>
        </p:nvGrpSpPr>
        <p:grpSpPr>
          <a:xfrm>
            <a:off x="5289454" y="2297288"/>
            <a:ext cx="371840" cy="252068"/>
            <a:chOff x="5289454" y="2484138"/>
            <a:chExt cx="371840" cy="252068"/>
          </a:xfrm>
        </p:grpSpPr>
        <p:sp>
          <p:nvSpPr>
            <p:cNvPr id="15329" name="Google Shape;15329;p89"/>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9"/>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9"/>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9"/>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9"/>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9"/>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9"/>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9"/>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9"/>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9"/>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9"/>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9"/>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9"/>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9"/>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9"/>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9"/>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9"/>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9"/>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9"/>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9"/>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9"/>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9"/>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9"/>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9"/>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9"/>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9"/>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9"/>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9"/>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9"/>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9"/>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9"/>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9"/>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9"/>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89"/>
          <p:cNvGrpSpPr/>
          <p:nvPr/>
        </p:nvGrpSpPr>
        <p:grpSpPr>
          <a:xfrm>
            <a:off x="6215319" y="1798235"/>
            <a:ext cx="360258" cy="363455"/>
            <a:chOff x="6215319" y="1985085"/>
            <a:chExt cx="360258" cy="363455"/>
          </a:xfrm>
        </p:grpSpPr>
        <p:sp>
          <p:nvSpPr>
            <p:cNvPr id="15363" name="Google Shape;15363;p89"/>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9"/>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9"/>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9"/>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9"/>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9"/>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9"/>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9"/>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9"/>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89"/>
          <p:cNvGrpSpPr/>
          <p:nvPr/>
        </p:nvGrpSpPr>
        <p:grpSpPr>
          <a:xfrm>
            <a:off x="5354856" y="1315847"/>
            <a:ext cx="251334" cy="363402"/>
            <a:chOff x="5354856" y="1502697"/>
            <a:chExt cx="251334" cy="363402"/>
          </a:xfrm>
        </p:grpSpPr>
        <p:sp>
          <p:nvSpPr>
            <p:cNvPr id="15373" name="Google Shape;15373;p89"/>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9"/>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9"/>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9"/>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9"/>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9"/>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9"/>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9"/>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9"/>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9"/>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9"/>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9"/>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9"/>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6" name="Google Shape;15386;p89"/>
          <p:cNvGrpSpPr/>
          <p:nvPr/>
        </p:nvGrpSpPr>
        <p:grpSpPr>
          <a:xfrm>
            <a:off x="7967402" y="2288693"/>
            <a:ext cx="374093" cy="267082"/>
            <a:chOff x="7967402" y="2475543"/>
            <a:chExt cx="374093" cy="267082"/>
          </a:xfrm>
        </p:grpSpPr>
        <p:sp>
          <p:nvSpPr>
            <p:cNvPr id="15387" name="Google Shape;15387;p89"/>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9"/>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9"/>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9"/>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9"/>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9"/>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9"/>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9"/>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9"/>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9"/>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9"/>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9"/>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9"/>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9"/>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9"/>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9"/>
          <p:cNvGrpSpPr/>
          <p:nvPr/>
        </p:nvGrpSpPr>
        <p:grpSpPr>
          <a:xfrm>
            <a:off x="7526624" y="2273836"/>
            <a:ext cx="363979" cy="298604"/>
            <a:chOff x="7526624" y="2460686"/>
            <a:chExt cx="363979" cy="298604"/>
          </a:xfrm>
        </p:grpSpPr>
        <p:sp>
          <p:nvSpPr>
            <p:cNvPr id="15403" name="Google Shape;15403;p89"/>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9"/>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9"/>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9"/>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9"/>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9"/>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9"/>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9"/>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9"/>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9"/>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9"/>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9"/>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9"/>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9"/>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9"/>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9"/>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9"/>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9"/>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9"/>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89"/>
          <p:cNvGrpSpPr/>
          <p:nvPr/>
        </p:nvGrpSpPr>
        <p:grpSpPr>
          <a:xfrm>
            <a:off x="7108353" y="1798235"/>
            <a:ext cx="346161" cy="363481"/>
            <a:chOff x="7108353" y="1985085"/>
            <a:chExt cx="346161" cy="363481"/>
          </a:xfrm>
        </p:grpSpPr>
        <p:sp>
          <p:nvSpPr>
            <p:cNvPr id="15423" name="Google Shape;15423;p89"/>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9"/>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9"/>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9"/>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9"/>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9"/>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9"/>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9"/>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9"/>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9"/>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9"/>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9"/>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9"/>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9"/>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9"/>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9"/>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9"/>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0" name="Google Shape;15440;p89"/>
          <p:cNvGrpSpPr/>
          <p:nvPr/>
        </p:nvGrpSpPr>
        <p:grpSpPr>
          <a:xfrm>
            <a:off x="6139594" y="2730598"/>
            <a:ext cx="371578" cy="315347"/>
            <a:chOff x="6139594" y="2917448"/>
            <a:chExt cx="371578" cy="315347"/>
          </a:xfrm>
        </p:grpSpPr>
        <p:sp>
          <p:nvSpPr>
            <p:cNvPr id="15441" name="Google Shape;15441;p89"/>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9"/>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9"/>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9"/>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9"/>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9"/>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9"/>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9"/>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89"/>
          <p:cNvGrpSpPr/>
          <p:nvPr/>
        </p:nvGrpSpPr>
        <p:grpSpPr>
          <a:xfrm>
            <a:off x="7539253" y="2706545"/>
            <a:ext cx="328186" cy="363429"/>
            <a:chOff x="7539253" y="2893395"/>
            <a:chExt cx="328186" cy="363429"/>
          </a:xfrm>
        </p:grpSpPr>
        <p:sp>
          <p:nvSpPr>
            <p:cNvPr id="15450" name="Google Shape;15450;p89"/>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9"/>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9"/>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9"/>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9"/>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9"/>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9"/>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9"/>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9"/>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9"/>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9"/>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9"/>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9"/>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9"/>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9"/>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5" name="Google Shape;15465;p89"/>
          <p:cNvGrpSpPr/>
          <p:nvPr/>
        </p:nvGrpSpPr>
        <p:grpSpPr>
          <a:xfrm>
            <a:off x="8004138" y="2706571"/>
            <a:ext cx="317365" cy="363402"/>
            <a:chOff x="8004138" y="2893421"/>
            <a:chExt cx="317365" cy="363402"/>
          </a:xfrm>
        </p:grpSpPr>
        <p:sp>
          <p:nvSpPr>
            <p:cNvPr id="15466" name="Google Shape;15466;p89"/>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9"/>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9"/>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9"/>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9"/>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9"/>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9"/>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9"/>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9"/>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9"/>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9"/>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9"/>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9"/>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9"/>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9"/>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9"/>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9"/>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9"/>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9"/>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9"/>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9"/>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9"/>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9"/>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9" name="Google Shape;15489;p89"/>
          <p:cNvGrpSpPr/>
          <p:nvPr/>
        </p:nvGrpSpPr>
        <p:grpSpPr>
          <a:xfrm>
            <a:off x="5683016" y="2706649"/>
            <a:ext cx="365551" cy="363376"/>
            <a:chOff x="5683016" y="2893499"/>
            <a:chExt cx="365551" cy="363376"/>
          </a:xfrm>
        </p:grpSpPr>
        <p:sp>
          <p:nvSpPr>
            <p:cNvPr id="15490" name="Google Shape;15490;p89"/>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9"/>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9"/>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9"/>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9"/>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9"/>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9"/>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9"/>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9"/>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9"/>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9"/>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9"/>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9"/>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9"/>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9"/>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89"/>
          <p:cNvGrpSpPr/>
          <p:nvPr/>
        </p:nvGrpSpPr>
        <p:grpSpPr>
          <a:xfrm>
            <a:off x="4891622" y="1315847"/>
            <a:ext cx="255841" cy="363402"/>
            <a:chOff x="4891622" y="1502697"/>
            <a:chExt cx="255841" cy="363402"/>
          </a:xfrm>
        </p:grpSpPr>
        <p:sp>
          <p:nvSpPr>
            <p:cNvPr id="15506" name="Google Shape;15506;p89"/>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9"/>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9"/>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9"/>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9"/>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9"/>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9"/>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9"/>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9"/>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9"/>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9"/>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9"/>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9"/>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9"/>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9"/>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9"/>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2" name="Google Shape;15522;p89"/>
          <p:cNvGrpSpPr/>
          <p:nvPr/>
        </p:nvGrpSpPr>
        <p:grpSpPr>
          <a:xfrm>
            <a:off x="6281219" y="1315847"/>
            <a:ext cx="243919" cy="363402"/>
            <a:chOff x="6281219" y="1502697"/>
            <a:chExt cx="243919" cy="363402"/>
          </a:xfrm>
        </p:grpSpPr>
        <p:sp>
          <p:nvSpPr>
            <p:cNvPr id="15523" name="Google Shape;15523;p89"/>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9"/>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9"/>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9"/>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9"/>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9"/>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9"/>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9"/>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9"/>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9"/>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9"/>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9"/>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9"/>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9"/>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89"/>
          <p:cNvGrpSpPr/>
          <p:nvPr/>
        </p:nvGrpSpPr>
        <p:grpSpPr>
          <a:xfrm>
            <a:off x="4888713" y="3163018"/>
            <a:ext cx="311469" cy="363167"/>
            <a:chOff x="4888713" y="3349868"/>
            <a:chExt cx="311469" cy="363167"/>
          </a:xfrm>
        </p:grpSpPr>
        <p:sp>
          <p:nvSpPr>
            <p:cNvPr id="15538" name="Google Shape;15538;p89"/>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9"/>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9"/>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9"/>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9"/>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9"/>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9"/>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9"/>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9"/>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9"/>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9"/>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9"/>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9"/>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9"/>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9"/>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89"/>
          <p:cNvGrpSpPr/>
          <p:nvPr/>
        </p:nvGrpSpPr>
        <p:grpSpPr>
          <a:xfrm>
            <a:off x="6196821" y="3222446"/>
            <a:ext cx="363402" cy="243971"/>
            <a:chOff x="6196821" y="3409296"/>
            <a:chExt cx="363402" cy="243971"/>
          </a:xfrm>
        </p:grpSpPr>
        <p:sp>
          <p:nvSpPr>
            <p:cNvPr id="15554" name="Google Shape;15554;p89"/>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9"/>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9"/>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9"/>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9"/>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9"/>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9"/>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9"/>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9"/>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9"/>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9"/>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9"/>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9"/>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9"/>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9"/>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9"/>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0" name="Google Shape;15570;p89"/>
          <p:cNvGrpSpPr/>
          <p:nvPr/>
        </p:nvGrpSpPr>
        <p:grpSpPr>
          <a:xfrm>
            <a:off x="5818221" y="1315847"/>
            <a:ext cx="252723" cy="363402"/>
            <a:chOff x="5818221" y="1502697"/>
            <a:chExt cx="252723" cy="363402"/>
          </a:xfrm>
        </p:grpSpPr>
        <p:sp>
          <p:nvSpPr>
            <p:cNvPr id="15571" name="Google Shape;15571;p89"/>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9"/>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9"/>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9"/>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9"/>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9"/>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9"/>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9"/>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9"/>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9"/>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9"/>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9"/>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9"/>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9"/>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9"/>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89"/>
          <p:cNvGrpSpPr/>
          <p:nvPr/>
        </p:nvGrpSpPr>
        <p:grpSpPr>
          <a:xfrm>
            <a:off x="6660814" y="1798235"/>
            <a:ext cx="355096" cy="363481"/>
            <a:chOff x="6660814" y="1985085"/>
            <a:chExt cx="355096" cy="363481"/>
          </a:xfrm>
        </p:grpSpPr>
        <p:sp>
          <p:nvSpPr>
            <p:cNvPr id="15587" name="Google Shape;15587;p89"/>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9"/>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9"/>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9"/>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9"/>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9"/>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9"/>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9"/>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9"/>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9"/>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9"/>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9"/>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9"/>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9"/>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9"/>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9"/>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9"/>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9"/>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9"/>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9"/>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9"/>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9"/>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9"/>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9"/>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9"/>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9"/>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9"/>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9"/>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9"/>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89"/>
          <p:cNvGrpSpPr/>
          <p:nvPr/>
        </p:nvGrpSpPr>
        <p:grpSpPr>
          <a:xfrm>
            <a:off x="7226448" y="1315847"/>
            <a:ext cx="198379" cy="363402"/>
            <a:chOff x="7226448" y="1502697"/>
            <a:chExt cx="198379" cy="363402"/>
          </a:xfrm>
        </p:grpSpPr>
        <p:sp>
          <p:nvSpPr>
            <p:cNvPr id="15617" name="Google Shape;15617;p89"/>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9"/>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9"/>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9"/>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9"/>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9"/>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9"/>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9"/>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9"/>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9"/>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9"/>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9"/>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9"/>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9"/>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1" name="Google Shape;15631;p89"/>
          <p:cNvGrpSpPr/>
          <p:nvPr/>
        </p:nvGrpSpPr>
        <p:grpSpPr>
          <a:xfrm>
            <a:off x="8169030" y="1315716"/>
            <a:ext cx="158001" cy="363533"/>
            <a:chOff x="8169030" y="1502566"/>
            <a:chExt cx="158001" cy="363533"/>
          </a:xfrm>
        </p:grpSpPr>
        <p:sp>
          <p:nvSpPr>
            <p:cNvPr id="15632" name="Google Shape;15632;p89"/>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9"/>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9"/>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9"/>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9"/>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9"/>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9"/>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9"/>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9"/>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9"/>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9"/>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9"/>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9"/>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89"/>
          <p:cNvGrpSpPr/>
          <p:nvPr/>
        </p:nvGrpSpPr>
        <p:grpSpPr>
          <a:xfrm>
            <a:off x="7706661" y="1315847"/>
            <a:ext cx="160281" cy="363402"/>
            <a:chOff x="7706661" y="1502697"/>
            <a:chExt cx="160281" cy="363402"/>
          </a:xfrm>
        </p:grpSpPr>
        <p:sp>
          <p:nvSpPr>
            <p:cNvPr id="15646" name="Google Shape;15646;p89"/>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9"/>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9"/>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9"/>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9"/>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9"/>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9"/>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9"/>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9"/>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9"/>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9"/>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9"/>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9"/>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9"/>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0" name="Google Shape;15660;p89"/>
          <p:cNvGrpSpPr/>
          <p:nvPr/>
        </p:nvGrpSpPr>
        <p:grpSpPr>
          <a:xfrm>
            <a:off x="6753519" y="1315821"/>
            <a:ext cx="225158" cy="365184"/>
            <a:chOff x="6753519" y="1502671"/>
            <a:chExt cx="225158" cy="365184"/>
          </a:xfrm>
        </p:grpSpPr>
        <p:sp>
          <p:nvSpPr>
            <p:cNvPr id="15661" name="Google Shape;15661;p89"/>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9"/>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9"/>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9"/>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9"/>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9"/>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9"/>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9"/>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9"/>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89"/>
          <p:cNvGrpSpPr/>
          <p:nvPr/>
        </p:nvGrpSpPr>
        <p:grpSpPr>
          <a:xfrm>
            <a:off x="5751876" y="3250561"/>
            <a:ext cx="363769" cy="187924"/>
            <a:chOff x="5751876" y="3437411"/>
            <a:chExt cx="363769" cy="187924"/>
          </a:xfrm>
        </p:grpSpPr>
        <p:sp>
          <p:nvSpPr>
            <p:cNvPr id="15671" name="Google Shape;15671;p89"/>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9"/>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9"/>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9"/>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9"/>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9"/>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9"/>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9"/>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9"/>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9"/>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9"/>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9"/>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9"/>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9"/>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9"/>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9"/>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9"/>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9"/>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9"/>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9"/>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9"/>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9"/>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9"/>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9"/>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9"/>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9"/>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9"/>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9"/>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89"/>
          <p:cNvGrpSpPr/>
          <p:nvPr/>
        </p:nvGrpSpPr>
        <p:grpSpPr>
          <a:xfrm>
            <a:off x="7660518" y="3613439"/>
            <a:ext cx="304263" cy="363664"/>
            <a:chOff x="7660518" y="3800289"/>
            <a:chExt cx="304263" cy="363664"/>
          </a:xfrm>
        </p:grpSpPr>
        <p:sp>
          <p:nvSpPr>
            <p:cNvPr id="15700" name="Google Shape;15700;p89"/>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9"/>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9"/>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9"/>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9"/>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9"/>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9"/>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9"/>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9"/>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9"/>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0" name="Google Shape;15710;p89"/>
          <p:cNvGrpSpPr/>
          <p:nvPr/>
        </p:nvGrpSpPr>
        <p:grpSpPr>
          <a:xfrm>
            <a:off x="5223660" y="2706623"/>
            <a:ext cx="365551" cy="363271"/>
            <a:chOff x="5223660" y="2893473"/>
            <a:chExt cx="365551" cy="363271"/>
          </a:xfrm>
        </p:grpSpPr>
        <p:sp>
          <p:nvSpPr>
            <p:cNvPr id="15711" name="Google Shape;15711;p89"/>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9"/>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9"/>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9"/>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9"/>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9"/>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9"/>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9"/>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9"/>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9"/>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9"/>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9"/>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9"/>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9"/>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89"/>
          <p:cNvGrpSpPr/>
          <p:nvPr/>
        </p:nvGrpSpPr>
        <p:grpSpPr>
          <a:xfrm>
            <a:off x="4864057" y="2706571"/>
            <a:ext cx="166700" cy="363271"/>
            <a:chOff x="4864057" y="2893421"/>
            <a:chExt cx="166700" cy="363271"/>
          </a:xfrm>
        </p:grpSpPr>
        <p:sp>
          <p:nvSpPr>
            <p:cNvPr id="15726" name="Google Shape;15726;p89"/>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9"/>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9"/>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9"/>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9"/>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9"/>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9"/>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9"/>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9"/>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9"/>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9"/>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9"/>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9"/>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9" name="Google Shape;15739;p8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5740" name="Google Shape;15740;p8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44" name="Shape 15744"/>
        <p:cNvGrpSpPr/>
        <p:nvPr/>
      </p:nvGrpSpPr>
      <p:grpSpPr>
        <a:xfrm>
          <a:off x="0" y="0"/>
          <a:ext cx="0" cy="0"/>
          <a:chOff x="0" y="0"/>
          <a:chExt cx="0" cy="0"/>
        </a:xfrm>
      </p:grpSpPr>
      <p:grpSp>
        <p:nvGrpSpPr>
          <p:cNvPr id="15745" name="Google Shape;15745;p90"/>
          <p:cNvGrpSpPr/>
          <p:nvPr/>
        </p:nvGrpSpPr>
        <p:grpSpPr>
          <a:xfrm>
            <a:off x="4110083" y="3048528"/>
            <a:ext cx="361261" cy="357748"/>
            <a:chOff x="4132674" y="2896128"/>
            <a:chExt cx="361261" cy="357748"/>
          </a:xfrm>
        </p:grpSpPr>
        <p:sp>
          <p:nvSpPr>
            <p:cNvPr id="15746" name="Google Shape;15746;p90"/>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0"/>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0"/>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90"/>
          <p:cNvGrpSpPr/>
          <p:nvPr/>
        </p:nvGrpSpPr>
        <p:grpSpPr>
          <a:xfrm>
            <a:off x="7995693" y="3048475"/>
            <a:ext cx="248363" cy="357801"/>
            <a:chOff x="8018284" y="2896075"/>
            <a:chExt cx="248363" cy="357801"/>
          </a:xfrm>
        </p:grpSpPr>
        <p:sp>
          <p:nvSpPr>
            <p:cNvPr id="15750" name="Google Shape;15750;p90"/>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0"/>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0"/>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0"/>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0"/>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90"/>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90"/>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7" name="Google Shape;15757;p90"/>
          <p:cNvGrpSpPr/>
          <p:nvPr/>
        </p:nvGrpSpPr>
        <p:grpSpPr>
          <a:xfrm>
            <a:off x="4657558" y="3048528"/>
            <a:ext cx="360448" cy="357748"/>
            <a:chOff x="4680149" y="2896128"/>
            <a:chExt cx="360448" cy="357748"/>
          </a:xfrm>
        </p:grpSpPr>
        <p:sp>
          <p:nvSpPr>
            <p:cNvPr id="15758" name="Google Shape;15758;p90"/>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0"/>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0"/>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0"/>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0"/>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3" name="Google Shape;15763;p90"/>
          <p:cNvGrpSpPr/>
          <p:nvPr/>
        </p:nvGrpSpPr>
        <p:grpSpPr>
          <a:xfrm>
            <a:off x="7482112" y="3048449"/>
            <a:ext cx="181259" cy="357827"/>
            <a:chOff x="7504703" y="2896049"/>
            <a:chExt cx="181259" cy="357827"/>
          </a:xfrm>
        </p:grpSpPr>
        <p:sp>
          <p:nvSpPr>
            <p:cNvPr id="15764" name="Google Shape;15764;p90"/>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0"/>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0"/>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0"/>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0"/>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0"/>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0"/>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0"/>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0"/>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0"/>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0"/>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5" name="Google Shape;15775;p90"/>
          <p:cNvGrpSpPr/>
          <p:nvPr/>
        </p:nvGrpSpPr>
        <p:grpSpPr>
          <a:xfrm>
            <a:off x="4658160" y="1652371"/>
            <a:ext cx="374341" cy="364590"/>
            <a:chOff x="4680751" y="1499971"/>
            <a:chExt cx="374341" cy="364590"/>
          </a:xfrm>
        </p:grpSpPr>
        <p:sp>
          <p:nvSpPr>
            <p:cNvPr id="15776" name="Google Shape;15776;p90"/>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0"/>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0"/>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0"/>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0"/>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0"/>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0"/>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0"/>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0"/>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0"/>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0"/>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0"/>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90"/>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90"/>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0"/>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0"/>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0"/>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0"/>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4" name="Google Shape;15794;p90"/>
          <p:cNvGrpSpPr/>
          <p:nvPr/>
        </p:nvGrpSpPr>
        <p:grpSpPr>
          <a:xfrm>
            <a:off x="830690" y="1652267"/>
            <a:ext cx="374917" cy="364668"/>
            <a:chOff x="853281" y="1499867"/>
            <a:chExt cx="374917" cy="364668"/>
          </a:xfrm>
        </p:grpSpPr>
        <p:sp>
          <p:nvSpPr>
            <p:cNvPr id="15795" name="Google Shape;15795;p90"/>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0"/>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0"/>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0"/>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0"/>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0"/>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90"/>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90"/>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0"/>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0"/>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0"/>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0"/>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0"/>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0"/>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0"/>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0"/>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0"/>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0"/>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0"/>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90"/>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0"/>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0"/>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0"/>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8" name="Google Shape;15818;p90"/>
          <p:cNvGrpSpPr/>
          <p:nvPr/>
        </p:nvGrpSpPr>
        <p:grpSpPr>
          <a:xfrm>
            <a:off x="6308080" y="1703643"/>
            <a:ext cx="365245" cy="261968"/>
            <a:chOff x="6330671" y="1551243"/>
            <a:chExt cx="365245" cy="261968"/>
          </a:xfrm>
        </p:grpSpPr>
        <p:sp>
          <p:nvSpPr>
            <p:cNvPr id="15819" name="Google Shape;15819;p90"/>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0"/>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0"/>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0"/>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0"/>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0"/>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0"/>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0"/>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0"/>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0"/>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0"/>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0"/>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0"/>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0"/>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0"/>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0"/>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0"/>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0"/>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0"/>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90"/>
          <p:cNvGrpSpPr/>
          <p:nvPr/>
        </p:nvGrpSpPr>
        <p:grpSpPr>
          <a:xfrm>
            <a:off x="3573540" y="1661048"/>
            <a:ext cx="367630" cy="347289"/>
            <a:chOff x="3596131" y="1508648"/>
            <a:chExt cx="367630" cy="347289"/>
          </a:xfrm>
        </p:grpSpPr>
        <p:sp>
          <p:nvSpPr>
            <p:cNvPr id="15839" name="Google Shape;15839;p90"/>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0"/>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0"/>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0"/>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0"/>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0"/>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0"/>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0"/>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0"/>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0"/>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0"/>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0"/>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0"/>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0"/>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0"/>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0"/>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0"/>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90"/>
          <p:cNvGrpSpPr/>
          <p:nvPr/>
        </p:nvGrpSpPr>
        <p:grpSpPr>
          <a:xfrm>
            <a:off x="6299902" y="2574815"/>
            <a:ext cx="375809" cy="349019"/>
            <a:chOff x="6322493" y="2422415"/>
            <a:chExt cx="375809" cy="349019"/>
          </a:xfrm>
        </p:grpSpPr>
        <p:sp>
          <p:nvSpPr>
            <p:cNvPr id="15857" name="Google Shape;15857;p90"/>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0"/>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0"/>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0"/>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0"/>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2" name="Google Shape;15862;p90"/>
          <p:cNvGrpSpPr/>
          <p:nvPr/>
        </p:nvGrpSpPr>
        <p:grpSpPr>
          <a:xfrm>
            <a:off x="2470858" y="3068082"/>
            <a:ext cx="357853" cy="318665"/>
            <a:chOff x="2493449" y="2915682"/>
            <a:chExt cx="357853" cy="318665"/>
          </a:xfrm>
        </p:grpSpPr>
        <p:sp>
          <p:nvSpPr>
            <p:cNvPr id="15863" name="Google Shape;15863;p90"/>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0"/>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0"/>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0"/>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0"/>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0"/>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0"/>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0"/>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0"/>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2" name="Google Shape;15872;p90"/>
          <p:cNvGrpSpPr/>
          <p:nvPr/>
        </p:nvGrpSpPr>
        <p:grpSpPr>
          <a:xfrm>
            <a:off x="1376932" y="3118541"/>
            <a:ext cx="359583" cy="217695"/>
            <a:chOff x="1399523" y="2966141"/>
            <a:chExt cx="359583" cy="217695"/>
          </a:xfrm>
        </p:grpSpPr>
        <p:sp>
          <p:nvSpPr>
            <p:cNvPr id="15873" name="Google Shape;15873;p90"/>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90"/>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0"/>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0"/>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0"/>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0"/>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0"/>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0"/>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0"/>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0"/>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0"/>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90"/>
          <p:cNvGrpSpPr/>
          <p:nvPr/>
        </p:nvGrpSpPr>
        <p:grpSpPr>
          <a:xfrm>
            <a:off x="849642" y="3041110"/>
            <a:ext cx="328810" cy="369911"/>
            <a:chOff x="872232" y="2888710"/>
            <a:chExt cx="328810" cy="369911"/>
          </a:xfrm>
        </p:grpSpPr>
        <p:sp>
          <p:nvSpPr>
            <p:cNvPr id="15885" name="Google Shape;15885;p90"/>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0"/>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0"/>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0"/>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0"/>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0"/>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0"/>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0"/>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0"/>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0"/>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90"/>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90"/>
          <p:cNvGrpSpPr/>
          <p:nvPr/>
        </p:nvGrpSpPr>
        <p:grpSpPr>
          <a:xfrm>
            <a:off x="5792454" y="3048528"/>
            <a:ext cx="281181" cy="357958"/>
            <a:chOff x="5815045" y="2896128"/>
            <a:chExt cx="281181" cy="357958"/>
          </a:xfrm>
        </p:grpSpPr>
        <p:sp>
          <p:nvSpPr>
            <p:cNvPr id="15897" name="Google Shape;15897;p90"/>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0"/>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0"/>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0"/>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0"/>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0"/>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3" name="Google Shape;15903;p90"/>
          <p:cNvGrpSpPr/>
          <p:nvPr/>
        </p:nvGrpSpPr>
        <p:grpSpPr>
          <a:xfrm>
            <a:off x="5216303" y="3048502"/>
            <a:ext cx="336437" cy="357774"/>
            <a:chOff x="5238894" y="2896102"/>
            <a:chExt cx="336437" cy="357774"/>
          </a:xfrm>
        </p:grpSpPr>
        <p:sp>
          <p:nvSpPr>
            <p:cNvPr id="15904" name="Google Shape;15904;p90"/>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0"/>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0"/>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0"/>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0"/>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90"/>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90"/>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1" name="Google Shape;15911;p90"/>
          <p:cNvGrpSpPr/>
          <p:nvPr/>
        </p:nvGrpSpPr>
        <p:grpSpPr>
          <a:xfrm>
            <a:off x="5204403" y="1652319"/>
            <a:ext cx="374786" cy="364616"/>
            <a:chOff x="5226994" y="1499919"/>
            <a:chExt cx="374786" cy="364616"/>
          </a:xfrm>
        </p:grpSpPr>
        <p:sp>
          <p:nvSpPr>
            <p:cNvPr id="15912" name="Google Shape;15912;p90"/>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0"/>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90"/>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0"/>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0"/>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0"/>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0"/>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90"/>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0"/>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0"/>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0"/>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0"/>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0"/>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0"/>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0"/>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0"/>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0"/>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0"/>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0"/>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0"/>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90"/>
          <p:cNvGrpSpPr/>
          <p:nvPr/>
        </p:nvGrpSpPr>
        <p:grpSpPr>
          <a:xfrm>
            <a:off x="5763332" y="2562207"/>
            <a:ext cx="352794" cy="374262"/>
            <a:chOff x="5785923" y="2409807"/>
            <a:chExt cx="352794" cy="374262"/>
          </a:xfrm>
        </p:grpSpPr>
        <p:sp>
          <p:nvSpPr>
            <p:cNvPr id="15933" name="Google Shape;15933;p90"/>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0"/>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0"/>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0"/>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0"/>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0"/>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9" name="Google Shape;15939;p90"/>
          <p:cNvGrpSpPr/>
          <p:nvPr/>
        </p:nvGrpSpPr>
        <p:grpSpPr>
          <a:xfrm>
            <a:off x="3564785" y="3090284"/>
            <a:ext cx="357853" cy="274235"/>
            <a:chOff x="3587376" y="2937884"/>
            <a:chExt cx="357853" cy="274235"/>
          </a:xfrm>
        </p:grpSpPr>
        <p:sp>
          <p:nvSpPr>
            <p:cNvPr id="15940" name="Google Shape;15940;p90"/>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0"/>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0"/>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90"/>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0"/>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0"/>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0"/>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0"/>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0"/>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0"/>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0"/>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0"/>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0"/>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90"/>
          <p:cNvGrpSpPr/>
          <p:nvPr/>
        </p:nvGrpSpPr>
        <p:grpSpPr>
          <a:xfrm>
            <a:off x="1921444" y="3048528"/>
            <a:ext cx="362650" cy="357748"/>
            <a:chOff x="1944035" y="2896128"/>
            <a:chExt cx="362650" cy="357748"/>
          </a:xfrm>
        </p:grpSpPr>
        <p:sp>
          <p:nvSpPr>
            <p:cNvPr id="15954" name="Google Shape;15954;p90"/>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0"/>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0"/>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0"/>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90"/>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90"/>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0"/>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0"/>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0"/>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0"/>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0"/>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0"/>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0"/>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90"/>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0"/>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9" name="Google Shape;15969;p90"/>
          <p:cNvGrpSpPr/>
          <p:nvPr/>
        </p:nvGrpSpPr>
        <p:grpSpPr>
          <a:xfrm>
            <a:off x="3008241" y="3055448"/>
            <a:ext cx="378115" cy="344118"/>
            <a:chOff x="3030832" y="2903048"/>
            <a:chExt cx="378115" cy="344118"/>
          </a:xfrm>
        </p:grpSpPr>
        <p:sp>
          <p:nvSpPr>
            <p:cNvPr id="15970" name="Google Shape;15970;p90"/>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0"/>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0"/>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90"/>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0"/>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0"/>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0"/>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0"/>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0"/>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0"/>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0"/>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90"/>
          <p:cNvGrpSpPr/>
          <p:nvPr/>
        </p:nvGrpSpPr>
        <p:grpSpPr>
          <a:xfrm>
            <a:off x="3013955" y="2582522"/>
            <a:ext cx="379400" cy="333528"/>
            <a:chOff x="3036546" y="2430122"/>
            <a:chExt cx="379400" cy="333528"/>
          </a:xfrm>
        </p:grpSpPr>
        <p:sp>
          <p:nvSpPr>
            <p:cNvPr id="15982" name="Google Shape;15982;p90"/>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90"/>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0"/>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0"/>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0"/>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0"/>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0"/>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90"/>
          <p:cNvGrpSpPr/>
          <p:nvPr/>
        </p:nvGrpSpPr>
        <p:grpSpPr>
          <a:xfrm>
            <a:off x="1921759" y="2629364"/>
            <a:ext cx="375546" cy="240106"/>
            <a:chOff x="1944350" y="2476964"/>
            <a:chExt cx="375546" cy="240106"/>
          </a:xfrm>
        </p:grpSpPr>
        <p:sp>
          <p:nvSpPr>
            <p:cNvPr id="15990" name="Google Shape;15990;p90"/>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0"/>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0"/>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0"/>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0"/>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0"/>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0"/>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0"/>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8" name="Google Shape;15998;p90"/>
          <p:cNvGrpSpPr/>
          <p:nvPr/>
        </p:nvGrpSpPr>
        <p:grpSpPr>
          <a:xfrm>
            <a:off x="7940044" y="2564095"/>
            <a:ext cx="376752" cy="370540"/>
            <a:chOff x="7962635" y="2411695"/>
            <a:chExt cx="376752" cy="370540"/>
          </a:xfrm>
        </p:grpSpPr>
        <p:sp>
          <p:nvSpPr>
            <p:cNvPr id="15999" name="Google Shape;15999;p90"/>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0"/>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0"/>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0"/>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0"/>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0"/>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0"/>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0"/>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0"/>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90"/>
          <p:cNvGrpSpPr/>
          <p:nvPr/>
        </p:nvGrpSpPr>
        <p:grpSpPr>
          <a:xfrm>
            <a:off x="6847035" y="2603597"/>
            <a:ext cx="374341" cy="291535"/>
            <a:chOff x="6869626" y="2451197"/>
            <a:chExt cx="374341" cy="291535"/>
          </a:xfrm>
        </p:grpSpPr>
        <p:sp>
          <p:nvSpPr>
            <p:cNvPr id="16009" name="Google Shape;16009;p90"/>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90"/>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0"/>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0"/>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0"/>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0"/>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0"/>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0"/>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0"/>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90"/>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9" name="Google Shape;16019;p90"/>
          <p:cNvGrpSpPr/>
          <p:nvPr/>
        </p:nvGrpSpPr>
        <p:grpSpPr>
          <a:xfrm>
            <a:off x="6298670" y="3048554"/>
            <a:ext cx="359426" cy="357722"/>
            <a:chOff x="6321261" y="2896154"/>
            <a:chExt cx="359426" cy="357722"/>
          </a:xfrm>
        </p:grpSpPr>
        <p:sp>
          <p:nvSpPr>
            <p:cNvPr id="16020" name="Google Shape;16020;p90"/>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0"/>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0"/>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0"/>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0"/>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0"/>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0"/>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90"/>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90"/>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0"/>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0"/>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1" name="Google Shape;16031;p90"/>
          <p:cNvGrpSpPr/>
          <p:nvPr/>
        </p:nvGrpSpPr>
        <p:grpSpPr>
          <a:xfrm>
            <a:off x="5223276" y="2562181"/>
            <a:ext cx="347447" cy="374341"/>
            <a:chOff x="5245867" y="2409781"/>
            <a:chExt cx="347447" cy="374341"/>
          </a:xfrm>
        </p:grpSpPr>
        <p:sp>
          <p:nvSpPr>
            <p:cNvPr id="16032" name="Google Shape;16032;p90"/>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0"/>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0"/>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0"/>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0"/>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0"/>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0"/>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0"/>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0"/>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90"/>
          <p:cNvGrpSpPr/>
          <p:nvPr/>
        </p:nvGrpSpPr>
        <p:grpSpPr>
          <a:xfrm>
            <a:off x="5760108" y="1652450"/>
            <a:ext cx="367158" cy="364301"/>
            <a:chOff x="5782699" y="1500050"/>
            <a:chExt cx="367158" cy="364301"/>
          </a:xfrm>
        </p:grpSpPr>
        <p:sp>
          <p:nvSpPr>
            <p:cNvPr id="16042" name="Google Shape;16042;p90"/>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0"/>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0"/>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0"/>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0"/>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0"/>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0"/>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0"/>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0"/>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0"/>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90"/>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0"/>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0"/>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0"/>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0"/>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0"/>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0"/>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0"/>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0"/>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90"/>
          <p:cNvGrpSpPr/>
          <p:nvPr/>
        </p:nvGrpSpPr>
        <p:grpSpPr>
          <a:xfrm>
            <a:off x="3026118" y="1675727"/>
            <a:ext cx="366241" cy="317800"/>
            <a:chOff x="3048709" y="1523327"/>
            <a:chExt cx="366241" cy="317800"/>
          </a:xfrm>
        </p:grpSpPr>
        <p:sp>
          <p:nvSpPr>
            <p:cNvPr id="16062" name="Google Shape;16062;p90"/>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0"/>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0"/>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0"/>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0"/>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0"/>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0"/>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0"/>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0"/>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0"/>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2" name="Google Shape;16072;p90"/>
          <p:cNvGrpSpPr/>
          <p:nvPr/>
        </p:nvGrpSpPr>
        <p:grpSpPr>
          <a:xfrm>
            <a:off x="7401115" y="1659160"/>
            <a:ext cx="365297" cy="351038"/>
            <a:chOff x="7423706" y="1506760"/>
            <a:chExt cx="365297" cy="351038"/>
          </a:xfrm>
        </p:grpSpPr>
        <p:sp>
          <p:nvSpPr>
            <p:cNvPr id="16073" name="Google Shape;16073;p90"/>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0"/>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0"/>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0"/>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0"/>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0"/>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0"/>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0"/>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0"/>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0"/>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0"/>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0"/>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0"/>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0"/>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0"/>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0"/>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90"/>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90"/>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90"/>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0"/>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0"/>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0"/>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0"/>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0"/>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7" name="Google Shape;16097;p90"/>
          <p:cNvGrpSpPr/>
          <p:nvPr/>
        </p:nvGrpSpPr>
        <p:grpSpPr>
          <a:xfrm>
            <a:off x="4657505" y="2562207"/>
            <a:ext cx="375782" cy="374262"/>
            <a:chOff x="4680096" y="2409807"/>
            <a:chExt cx="375782" cy="374262"/>
          </a:xfrm>
        </p:grpSpPr>
        <p:sp>
          <p:nvSpPr>
            <p:cNvPr id="16098" name="Google Shape;16098;p90"/>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0"/>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0"/>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0"/>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0"/>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0"/>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0"/>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90"/>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0"/>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0"/>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0"/>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0"/>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0"/>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90"/>
          <p:cNvGrpSpPr/>
          <p:nvPr/>
        </p:nvGrpSpPr>
        <p:grpSpPr>
          <a:xfrm>
            <a:off x="4110739" y="2612063"/>
            <a:ext cx="374944" cy="274550"/>
            <a:chOff x="4133330" y="2459663"/>
            <a:chExt cx="374944" cy="274550"/>
          </a:xfrm>
        </p:grpSpPr>
        <p:sp>
          <p:nvSpPr>
            <p:cNvPr id="16112" name="Google Shape;16112;p90"/>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0"/>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0"/>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0"/>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0"/>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0"/>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0"/>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0"/>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0"/>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0"/>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0"/>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0"/>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0"/>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0"/>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6" name="Google Shape;16126;p90"/>
          <p:cNvGrpSpPr/>
          <p:nvPr/>
        </p:nvGrpSpPr>
        <p:grpSpPr>
          <a:xfrm>
            <a:off x="7392675" y="2592325"/>
            <a:ext cx="376228" cy="313816"/>
            <a:chOff x="7415266" y="2439925"/>
            <a:chExt cx="376228" cy="313816"/>
          </a:xfrm>
        </p:grpSpPr>
        <p:sp>
          <p:nvSpPr>
            <p:cNvPr id="16127" name="Google Shape;16127;p90"/>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0"/>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0"/>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0"/>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0"/>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0"/>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0"/>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0"/>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0"/>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0"/>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0"/>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0"/>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0"/>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0"/>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0"/>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0"/>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0"/>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0"/>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5" name="Google Shape;16145;p90"/>
          <p:cNvGrpSpPr/>
          <p:nvPr/>
        </p:nvGrpSpPr>
        <p:grpSpPr>
          <a:xfrm>
            <a:off x="6880797" y="3048502"/>
            <a:ext cx="289255" cy="357774"/>
            <a:chOff x="6903388" y="2896102"/>
            <a:chExt cx="289255" cy="357774"/>
          </a:xfrm>
        </p:grpSpPr>
        <p:sp>
          <p:nvSpPr>
            <p:cNvPr id="16146" name="Google Shape;16146;p90"/>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0"/>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0"/>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0"/>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0"/>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0"/>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0"/>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0"/>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0"/>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0"/>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0"/>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0"/>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0"/>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90"/>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0"/>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0"/>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0"/>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0"/>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0"/>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0"/>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0"/>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0"/>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0"/>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9" name="Google Shape;16169;p90"/>
          <p:cNvGrpSpPr/>
          <p:nvPr/>
        </p:nvGrpSpPr>
        <p:grpSpPr>
          <a:xfrm>
            <a:off x="3556869" y="2562286"/>
            <a:ext cx="385717" cy="374288"/>
            <a:chOff x="3579459" y="2409886"/>
            <a:chExt cx="385717" cy="374288"/>
          </a:xfrm>
        </p:grpSpPr>
        <p:sp>
          <p:nvSpPr>
            <p:cNvPr id="16170" name="Google Shape;16170;p90"/>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0"/>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0"/>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0"/>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0"/>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0"/>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0"/>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0"/>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0"/>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0"/>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0"/>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90"/>
          <p:cNvGrpSpPr/>
          <p:nvPr/>
        </p:nvGrpSpPr>
        <p:grpSpPr>
          <a:xfrm>
            <a:off x="6854510" y="1659831"/>
            <a:ext cx="365402" cy="360343"/>
            <a:chOff x="6876913" y="1502068"/>
            <a:chExt cx="365402" cy="360343"/>
          </a:xfrm>
        </p:grpSpPr>
        <p:sp>
          <p:nvSpPr>
            <p:cNvPr id="16182" name="Google Shape;16182;p90"/>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0"/>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0"/>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0"/>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0"/>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90"/>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0"/>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0"/>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0"/>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0"/>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0"/>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0"/>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0"/>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0"/>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0"/>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0"/>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0"/>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0"/>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0"/>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0"/>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0"/>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90"/>
          <p:cNvGrpSpPr/>
          <p:nvPr/>
        </p:nvGrpSpPr>
        <p:grpSpPr>
          <a:xfrm>
            <a:off x="1404298" y="1652267"/>
            <a:ext cx="331405" cy="364563"/>
            <a:chOff x="1426889" y="1499867"/>
            <a:chExt cx="331405" cy="364563"/>
          </a:xfrm>
        </p:grpSpPr>
        <p:sp>
          <p:nvSpPr>
            <p:cNvPr id="16204" name="Google Shape;16204;p90"/>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0"/>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0"/>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0"/>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0"/>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0"/>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0"/>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0"/>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90"/>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0"/>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0"/>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0"/>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0"/>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0"/>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0"/>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0"/>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0"/>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0"/>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0"/>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0"/>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0"/>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5" name="Google Shape;16225;p90"/>
          <p:cNvGrpSpPr/>
          <p:nvPr/>
        </p:nvGrpSpPr>
        <p:grpSpPr>
          <a:xfrm>
            <a:off x="4115247" y="1658059"/>
            <a:ext cx="370566" cy="353056"/>
            <a:chOff x="4137838" y="1505659"/>
            <a:chExt cx="370566" cy="353056"/>
          </a:xfrm>
        </p:grpSpPr>
        <p:sp>
          <p:nvSpPr>
            <p:cNvPr id="16226" name="Google Shape;16226;p90"/>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0"/>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0"/>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0"/>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0"/>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0"/>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0"/>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0"/>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0"/>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0"/>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0"/>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0"/>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0"/>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0"/>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0"/>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0"/>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0"/>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0"/>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0"/>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0"/>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0"/>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0"/>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0"/>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9" name="Google Shape;16249;p90"/>
          <p:cNvGrpSpPr/>
          <p:nvPr/>
        </p:nvGrpSpPr>
        <p:grpSpPr>
          <a:xfrm>
            <a:off x="7948170" y="1659239"/>
            <a:ext cx="364668" cy="350776"/>
            <a:chOff x="7970761" y="1506839"/>
            <a:chExt cx="364668" cy="350776"/>
          </a:xfrm>
        </p:grpSpPr>
        <p:sp>
          <p:nvSpPr>
            <p:cNvPr id="16250" name="Google Shape;16250;p90"/>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0"/>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0"/>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0"/>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0"/>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0"/>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0"/>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0"/>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0"/>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0"/>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0"/>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0"/>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0"/>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0"/>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0"/>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0"/>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0"/>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0"/>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0"/>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0"/>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0"/>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0"/>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2" name="Google Shape;16272;p90"/>
          <p:cNvGrpSpPr/>
          <p:nvPr/>
        </p:nvGrpSpPr>
        <p:grpSpPr>
          <a:xfrm>
            <a:off x="1374442" y="2562181"/>
            <a:ext cx="374341" cy="374839"/>
            <a:chOff x="1397033" y="2409781"/>
            <a:chExt cx="374341" cy="374839"/>
          </a:xfrm>
        </p:grpSpPr>
        <p:sp>
          <p:nvSpPr>
            <p:cNvPr id="16273" name="Google Shape;16273;p90"/>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0"/>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0"/>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0"/>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0"/>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0"/>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0"/>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0"/>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0"/>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0"/>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0"/>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0"/>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0"/>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0"/>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90"/>
          <p:cNvGrpSpPr/>
          <p:nvPr/>
        </p:nvGrpSpPr>
        <p:grpSpPr>
          <a:xfrm>
            <a:off x="827204" y="2564095"/>
            <a:ext cx="374524" cy="370540"/>
            <a:chOff x="849795" y="2411695"/>
            <a:chExt cx="374524" cy="370540"/>
          </a:xfrm>
        </p:grpSpPr>
        <p:sp>
          <p:nvSpPr>
            <p:cNvPr id="16288" name="Google Shape;16288;p90"/>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0"/>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0"/>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90"/>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0"/>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0"/>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0"/>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0"/>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0"/>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0"/>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0"/>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0"/>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0"/>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90"/>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90"/>
          <p:cNvGrpSpPr/>
          <p:nvPr/>
        </p:nvGrpSpPr>
        <p:grpSpPr>
          <a:xfrm>
            <a:off x="2481081" y="1652371"/>
            <a:ext cx="364668" cy="364459"/>
            <a:chOff x="2503672" y="1499971"/>
            <a:chExt cx="364668" cy="364459"/>
          </a:xfrm>
        </p:grpSpPr>
        <p:sp>
          <p:nvSpPr>
            <p:cNvPr id="16303" name="Google Shape;16303;p90"/>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0"/>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0"/>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0"/>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0"/>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0"/>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0"/>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0"/>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0"/>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0"/>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90"/>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0"/>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0"/>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0"/>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0"/>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0"/>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0"/>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0"/>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0"/>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0"/>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0"/>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0"/>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0"/>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0"/>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0"/>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8" name="Google Shape;16328;p90"/>
          <p:cNvGrpSpPr/>
          <p:nvPr/>
        </p:nvGrpSpPr>
        <p:grpSpPr>
          <a:xfrm>
            <a:off x="1928391" y="1652371"/>
            <a:ext cx="376674" cy="364563"/>
            <a:chOff x="1950982" y="1499971"/>
            <a:chExt cx="376674" cy="364563"/>
          </a:xfrm>
        </p:grpSpPr>
        <p:sp>
          <p:nvSpPr>
            <p:cNvPr id="16329" name="Google Shape;16329;p90"/>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0"/>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0"/>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0"/>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0"/>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0"/>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0"/>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0"/>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0"/>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0"/>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0"/>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0"/>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0"/>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0"/>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0"/>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0"/>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0"/>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0"/>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0"/>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0"/>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0"/>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0"/>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0"/>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0"/>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0"/>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0"/>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0"/>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0"/>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0"/>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0"/>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0"/>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90"/>
          <p:cNvGrpSpPr/>
          <p:nvPr/>
        </p:nvGrpSpPr>
        <p:grpSpPr>
          <a:xfrm>
            <a:off x="2468997" y="2616520"/>
            <a:ext cx="374367" cy="265742"/>
            <a:chOff x="2491588" y="2464120"/>
            <a:chExt cx="374367" cy="265742"/>
          </a:xfrm>
        </p:grpSpPr>
        <p:sp>
          <p:nvSpPr>
            <p:cNvPr id="16361" name="Google Shape;16361;p90"/>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0"/>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0"/>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0"/>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0"/>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0"/>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0"/>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0"/>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0"/>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0"/>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0"/>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0"/>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0"/>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0"/>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0"/>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0"/>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0"/>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0"/>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0"/>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0"/>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90"/>
          <p:cNvGrpSpPr/>
          <p:nvPr/>
        </p:nvGrpSpPr>
        <p:grpSpPr>
          <a:xfrm>
            <a:off x="3874669" y="3500536"/>
            <a:ext cx="271850" cy="360999"/>
            <a:chOff x="3897260" y="3348136"/>
            <a:chExt cx="271850" cy="360999"/>
          </a:xfrm>
        </p:grpSpPr>
        <p:sp>
          <p:nvSpPr>
            <p:cNvPr id="16382" name="Google Shape;16382;p90"/>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0"/>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0"/>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0"/>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0"/>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0"/>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0"/>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90"/>
          <p:cNvGrpSpPr/>
          <p:nvPr/>
        </p:nvGrpSpPr>
        <p:grpSpPr>
          <a:xfrm>
            <a:off x="3561823" y="2111719"/>
            <a:ext cx="384328" cy="378430"/>
            <a:chOff x="3584414" y="1959319"/>
            <a:chExt cx="384328" cy="378430"/>
          </a:xfrm>
        </p:grpSpPr>
        <p:sp>
          <p:nvSpPr>
            <p:cNvPr id="16390" name="Google Shape;16390;p90"/>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0"/>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0"/>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0"/>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0"/>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0"/>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0"/>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0"/>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0"/>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0"/>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0"/>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0"/>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90"/>
          <p:cNvGrpSpPr/>
          <p:nvPr/>
        </p:nvGrpSpPr>
        <p:grpSpPr>
          <a:xfrm>
            <a:off x="6018668" y="3500484"/>
            <a:ext cx="362729" cy="361051"/>
            <a:chOff x="6041259" y="3348084"/>
            <a:chExt cx="362729" cy="361051"/>
          </a:xfrm>
        </p:grpSpPr>
        <p:sp>
          <p:nvSpPr>
            <p:cNvPr id="16403" name="Google Shape;16403;p90"/>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0"/>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0"/>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0"/>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0"/>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8" name="Google Shape;16408;p90"/>
          <p:cNvGrpSpPr/>
          <p:nvPr/>
        </p:nvGrpSpPr>
        <p:grpSpPr>
          <a:xfrm>
            <a:off x="5199422" y="2120815"/>
            <a:ext cx="378849" cy="360317"/>
            <a:chOff x="5222013" y="1968415"/>
            <a:chExt cx="378849" cy="360317"/>
          </a:xfrm>
        </p:grpSpPr>
        <p:sp>
          <p:nvSpPr>
            <p:cNvPr id="16409" name="Google Shape;16409;p90"/>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0"/>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0"/>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0"/>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0"/>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0"/>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0"/>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0"/>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0"/>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0"/>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9" name="Google Shape;16419;p90"/>
          <p:cNvGrpSpPr/>
          <p:nvPr/>
        </p:nvGrpSpPr>
        <p:grpSpPr>
          <a:xfrm>
            <a:off x="4105391" y="2185455"/>
            <a:ext cx="381444" cy="231063"/>
            <a:chOff x="4127982" y="2033055"/>
            <a:chExt cx="381444" cy="231063"/>
          </a:xfrm>
        </p:grpSpPr>
        <p:sp>
          <p:nvSpPr>
            <p:cNvPr id="16420" name="Google Shape;16420;p90"/>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0"/>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0"/>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0"/>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0"/>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5" name="Google Shape;16425;p90"/>
          <p:cNvGrpSpPr/>
          <p:nvPr/>
        </p:nvGrpSpPr>
        <p:grpSpPr>
          <a:xfrm>
            <a:off x="5745455" y="2131457"/>
            <a:ext cx="381549" cy="339059"/>
            <a:chOff x="5768046" y="1979057"/>
            <a:chExt cx="381549" cy="339059"/>
          </a:xfrm>
        </p:grpSpPr>
        <p:sp>
          <p:nvSpPr>
            <p:cNvPr id="16426" name="Google Shape;16426;p90"/>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0"/>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0"/>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0"/>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0"/>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0"/>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0"/>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0"/>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0"/>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90"/>
          <p:cNvGrpSpPr/>
          <p:nvPr/>
        </p:nvGrpSpPr>
        <p:grpSpPr>
          <a:xfrm>
            <a:off x="7643345" y="3502397"/>
            <a:ext cx="386058" cy="360972"/>
            <a:chOff x="7665936" y="3349997"/>
            <a:chExt cx="386058" cy="360972"/>
          </a:xfrm>
        </p:grpSpPr>
        <p:sp>
          <p:nvSpPr>
            <p:cNvPr id="16436" name="Google Shape;16436;p90"/>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0"/>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0"/>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0"/>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0"/>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0"/>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90"/>
          <p:cNvGrpSpPr/>
          <p:nvPr/>
        </p:nvGrpSpPr>
        <p:grpSpPr>
          <a:xfrm>
            <a:off x="6293532" y="2147054"/>
            <a:ext cx="380579" cy="307709"/>
            <a:chOff x="6316123" y="1994654"/>
            <a:chExt cx="380579" cy="307709"/>
          </a:xfrm>
        </p:grpSpPr>
        <p:sp>
          <p:nvSpPr>
            <p:cNvPr id="16443" name="Google Shape;16443;p90"/>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0"/>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0"/>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0"/>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90"/>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0"/>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0"/>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0"/>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0"/>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90"/>
          <p:cNvGrpSpPr/>
          <p:nvPr/>
        </p:nvGrpSpPr>
        <p:grpSpPr>
          <a:xfrm>
            <a:off x="7095923" y="3500536"/>
            <a:ext cx="380317" cy="360972"/>
            <a:chOff x="7118514" y="3348136"/>
            <a:chExt cx="380317" cy="360972"/>
          </a:xfrm>
        </p:grpSpPr>
        <p:sp>
          <p:nvSpPr>
            <p:cNvPr id="16453" name="Google Shape;16453;p90"/>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0"/>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0"/>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0"/>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0"/>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0"/>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0"/>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0"/>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1" name="Google Shape;16461;p90"/>
          <p:cNvGrpSpPr/>
          <p:nvPr/>
        </p:nvGrpSpPr>
        <p:grpSpPr>
          <a:xfrm>
            <a:off x="4651791" y="2150147"/>
            <a:ext cx="381706" cy="301391"/>
            <a:chOff x="4674382" y="1997747"/>
            <a:chExt cx="381706" cy="301391"/>
          </a:xfrm>
        </p:grpSpPr>
        <p:sp>
          <p:nvSpPr>
            <p:cNvPr id="16462" name="Google Shape;16462;p90"/>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0"/>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0"/>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0"/>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0"/>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0"/>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0"/>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0"/>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0"/>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0"/>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2" name="Google Shape;16472;p90"/>
          <p:cNvGrpSpPr/>
          <p:nvPr/>
        </p:nvGrpSpPr>
        <p:grpSpPr>
          <a:xfrm>
            <a:off x="1913554" y="2111719"/>
            <a:ext cx="387526" cy="378351"/>
            <a:chOff x="1936145" y="1959319"/>
            <a:chExt cx="387526" cy="378351"/>
          </a:xfrm>
        </p:grpSpPr>
        <p:sp>
          <p:nvSpPr>
            <p:cNvPr id="16473" name="Google Shape;16473;p90"/>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0"/>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0"/>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0"/>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0"/>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0"/>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0"/>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0"/>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0"/>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0"/>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0"/>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0"/>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0"/>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0"/>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90"/>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0"/>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0"/>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0"/>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0"/>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90"/>
          <p:cNvGrpSpPr/>
          <p:nvPr/>
        </p:nvGrpSpPr>
        <p:grpSpPr>
          <a:xfrm>
            <a:off x="6842527" y="2111745"/>
            <a:ext cx="374262" cy="378404"/>
            <a:chOff x="6865118" y="1959345"/>
            <a:chExt cx="374262" cy="378404"/>
          </a:xfrm>
        </p:grpSpPr>
        <p:sp>
          <p:nvSpPr>
            <p:cNvPr id="16493" name="Google Shape;16493;p90"/>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0"/>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0"/>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0"/>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0"/>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0"/>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0"/>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0"/>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0"/>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0"/>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0"/>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0"/>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0"/>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6" name="Google Shape;16506;p90"/>
          <p:cNvGrpSpPr/>
          <p:nvPr/>
        </p:nvGrpSpPr>
        <p:grpSpPr>
          <a:xfrm>
            <a:off x="1687550" y="3500562"/>
            <a:ext cx="269019" cy="360972"/>
            <a:chOff x="1710141" y="3348162"/>
            <a:chExt cx="269019" cy="360972"/>
          </a:xfrm>
        </p:grpSpPr>
        <p:sp>
          <p:nvSpPr>
            <p:cNvPr id="16507" name="Google Shape;16507;p90"/>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0"/>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0"/>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0"/>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0"/>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0"/>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0"/>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0"/>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0"/>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0"/>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0"/>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8" name="Google Shape;16518;p90"/>
          <p:cNvGrpSpPr/>
          <p:nvPr/>
        </p:nvGrpSpPr>
        <p:grpSpPr>
          <a:xfrm>
            <a:off x="4925659" y="3517522"/>
            <a:ext cx="360972" cy="327053"/>
            <a:chOff x="4948250" y="3365122"/>
            <a:chExt cx="360972" cy="327053"/>
          </a:xfrm>
        </p:grpSpPr>
        <p:sp>
          <p:nvSpPr>
            <p:cNvPr id="16519" name="Google Shape;16519;p90"/>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0"/>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0"/>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0"/>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0"/>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0"/>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0"/>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0"/>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0"/>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0"/>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0"/>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0" name="Google Shape;16530;p90"/>
          <p:cNvGrpSpPr/>
          <p:nvPr/>
        </p:nvGrpSpPr>
        <p:grpSpPr>
          <a:xfrm>
            <a:off x="3289553" y="3500641"/>
            <a:ext cx="348154" cy="360789"/>
            <a:chOff x="3312144" y="3348241"/>
            <a:chExt cx="348154" cy="360789"/>
          </a:xfrm>
        </p:grpSpPr>
        <p:sp>
          <p:nvSpPr>
            <p:cNvPr id="16531" name="Google Shape;16531;p90"/>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0"/>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90"/>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90"/>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0"/>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0"/>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0"/>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0"/>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0"/>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0"/>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0"/>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0"/>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0"/>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4" name="Google Shape;16544;p90"/>
          <p:cNvGrpSpPr/>
          <p:nvPr/>
        </p:nvGrpSpPr>
        <p:grpSpPr>
          <a:xfrm>
            <a:off x="1114964" y="3500562"/>
            <a:ext cx="317564" cy="360972"/>
            <a:chOff x="1137555" y="3348162"/>
            <a:chExt cx="317564" cy="360972"/>
          </a:xfrm>
        </p:grpSpPr>
        <p:sp>
          <p:nvSpPr>
            <p:cNvPr id="16545" name="Google Shape;16545;p90"/>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90"/>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0"/>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0"/>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0"/>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0"/>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0"/>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0"/>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0"/>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0"/>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0"/>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0"/>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0"/>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0"/>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0"/>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0"/>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0"/>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0"/>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0"/>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0"/>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5" name="Google Shape;16565;p90"/>
          <p:cNvGrpSpPr/>
          <p:nvPr/>
        </p:nvGrpSpPr>
        <p:grpSpPr>
          <a:xfrm>
            <a:off x="7375217" y="2111745"/>
            <a:ext cx="403463" cy="378325"/>
            <a:chOff x="7397808" y="1959345"/>
            <a:chExt cx="403463" cy="378325"/>
          </a:xfrm>
        </p:grpSpPr>
        <p:sp>
          <p:nvSpPr>
            <p:cNvPr id="16566" name="Google Shape;16566;p90"/>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0"/>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0"/>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0"/>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0"/>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0"/>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0"/>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0"/>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0"/>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0"/>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0"/>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0"/>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0"/>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0"/>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0"/>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0"/>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0"/>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3" name="Google Shape;16583;p90"/>
          <p:cNvGrpSpPr/>
          <p:nvPr/>
        </p:nvGrpSpPr>
        <p:grpSpPr>
          <a:xfrm>
            <a:off x="6546745" y="3500536"/>
            <a:ext cx="387893" cy="360972"/>
            <a:chOff x="6569336" y="3348136"/>
            <a:chExt cx="387893" cy="360972"/>
          </a:xfrm>
        </p:grpSpPr>
        <p:sp>
          <p:nvSpPr>
            <p:cNvPr id="16584" name="Google Shape;16584;p90"/>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0"/>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0"/>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0"/>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0"/>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0"/>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0"/>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0"/>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0"/>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0"/>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0"/>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0"/>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0"/>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0"/>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0"/>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9" name="Google Shape;16599;p90"/>
          <p:cNvGrpSpPr/>
          <p:nvPr/>
        </p:nvGrpSpPr>
        <p:grpSpPr>
          <a:xfrm>
            <a:off x="7933124" y="2138404"/>
            <a:ext cx="380081" cy="325114"/>
            <a:chOff x="7955715" y="1986004"/>
            <a:chExt cx="380081" cy="325114"/>
          </a:xfrm>
        </p:grpSpPr>
        <p:sp>
          <p:nvSpPr>
            <p:cNvPr id="16600" name="Google Shape;16600;p90"/>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90"/>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0"/>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0"/>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0"/>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0"/>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0"/>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0"/>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0"/>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0"/>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0"/>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90"/>
          <p:cNvGrpSpPr/>
          <p:nvPr/>
        </p:nvGrpSpPr>
        <p:grpSpPr>
          <a:xfrm>
            <a:off x="2215627" y="3500562"/>
            <a:ext cx="306765" cy="360999"/>
            <a:chOff x="2238218" y="3348162"/>
            <a:chExt cx="306765" cy="360999"/>
          </a:xfrm>
        </p:grpSpPr>
        <p:sp>
          <p:nvSpPr>
            <p:cNvPr id="16612" name="Google Shape;16612;p90"/>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0"/>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0"/>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90"/>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0"/>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0"/>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0"/>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0"/>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0"/>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0"/>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0"/>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0"/>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0"/>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5" name="Google Shape;16625;p90"/>
          <p:cNvGrpSpPr/>
          <p:nvPr/>
        </p:nvGrpSpPr>
        <p:grpSpPr>
          <a:xfrm>
            <a:off x="2771437" y="3500510"/>
            <a:ext cx="290461" cy="360658"/>
            <a:chOff x="2794028" y="3348110"/>
            <a:chExt cx="290461" cy="360658"/>
          </a:xfrm>
        </p:grpSpPr>
        <p:sp>
          <p:nvSpPr>
            <p:cNvPr id="16626" name="Google Shape;16626;p90"/>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0"/>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0"/>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0"/>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0"/>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0"/>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0"/>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0"/>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0"/>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0"/>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0"/>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0"/>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0"/>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0"/>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90"/>
          <p:cNvGrpSpPr/>
          <p:nvPr/>
        </p:nvGrpSpPr>
        <p:grpSpPr>
          <a:xfrm>
            <a:off x="2473925" y="2111719"/>
            <a:ext cx="358823" cy="378430"/>
            <a:chOff x="2496516" y="1959319"/>
            <a:chExt cx="358823" cy="378430"/>
          </a:xfrm>
        </p:grpSpPr>
        <p:sp>
          <p:nvSpPr>
            <p:cNvPr id="16641" name="Google Shape;16641;p90"/>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0"/>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0"/>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0"/>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0"/>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0"/>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0"/>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90"/>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0"/>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0"/>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0"/>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0"/>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0"/>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0"/>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0"/>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0"/>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0"/>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0"/>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0"/>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0"/>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0"/>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2" name="Google Shape;16662;p90"/>
          <p:cNvGrpSpPr/>
          <p:nvPr/>
        </p:nvGrpSpPr>
        <p:grpSpPr>
          <a:xfrm>
            <a:off x="4390583" y="3500641"/>
            <a:ext cx="336726" cy="360972"/>
            <a:chOff x="4413174" y="3348241"/>
            <a:chExt cx="336726" cy="360972"/>
          </a:xfrm>
        </p:grpSpPr>
        <p:sp>
          <p:nvSpPr>
            <p:cNvPr id="16663" name="Google Shape;16663;p90"/>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0"/>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0"/>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0"/>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0"/>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0"/>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0"/>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0"/>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0"/>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0"/>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0"/>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0"/>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0"/>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0"/>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0"/>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0"/>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0"/>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0"/>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0"/>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2" name="Google Shape;16682;p90"/>
          <p:cNvGrpSpPr/>
          <p:nvPr/>
        </p:nvGrpSpPr>
        <p:grpSpPr>
          <a:xfrm>
            <a:off x="1364665" y="2120579"/>
            <a:ext cx="391484" cy="360553"/>
            <a:chOff x="1387256" y="1968179"/>
            <a:chExt cx="391484" cy="360553"/>
          </a:xfrm>
        </p:grpSpPr>
        <p:sp>
          <p:nvSpPr>
            <p:cNvPr id="16683" name="Google Shape;16683;p90"/>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0"/>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0"/>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0"/>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0"/>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0"/>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0"/>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0"/>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0"/>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0"/>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0"/>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0"/>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0"/>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0"/>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0"/>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0"/>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0"/>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0"/>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0"/>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0"/>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0"/>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90"/>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0"/>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0"/>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0"/>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0"/>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9" name="Google Shape;16709;p90"/>
          <p:cNvGrpSpPr/>
          <p:nvPr/>
        </p:nvGrpSpPr>
        <p:grpSpPr>
          <a:xfrm>
            <a:off x="3011649" y="2132506"/>
            <a:ext cx="379033" cy="336752"/>
            <a:chOff x="3034239" y="1980106"/>
            <a:chExt cx="379033" cy="336752"/>
          </a:xfrm>
        </p:grpSpPr>
        <p:sp>
          <p:nvSpPr>
            <p:cNvPr id="16710" name="Google Shape;16710;p90"/>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0"/>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0"/>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0"/>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0"/>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0"/>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90"/>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0"/>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0"/>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0"/>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0"/>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90"/>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90"/>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0"/>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0"/>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0"/>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0"/>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0"/>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0"/>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0"/>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0"/>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1" name="Google Shape;16731;p90"/>
          <p:cNvGrpSpPr/>
          <p:nvPr/>
        </p:nvGrpSpPr>
        <p:grpSpPr>
          <a:xfrm>
            <a:off x="852263" y="2117722"/>
            <a:ext cx="322361" cy="368653"/>
            <a:chOff x="874854" y="1965322"/>
            <a:chExt cx="322361" cy="368653"/>
          </a:xfrm>
        </p:grpSpPr>
        <p:sp>
          <p:nvSpPr>
            <p:cNvPr id="16732" name="Google Shape;16732;p90"/>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0"/>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0"/>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0"/>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0"/>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0"/>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0"/>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0"/>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0"/>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0"/>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0"/>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0"/>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0"/>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0"/>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0"/>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0"/>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0"/>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0"/>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0"/>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1" name="Google Shape;16751;p90"/>
          <p:cNvGrpSpPr/>
          <p:nvPr/>
        </p:nvGrpSpPr>
        <p:grpSpPr>
          <a:xfrm>
            <a:off x="5472347" y="3519226"/>
            <a:ext cx="362545" cy="323593"/>
            <a:chOff x="5494938" y="3366826"/>
            <a:chExt cx="362545" cy="323593"/>
          </a:xfrm>
        </p:grpSpPr>
        <p:sp>
          <p:nvSpPr>
            <p:cNvPr id="16752" name="Google Shape;16752;p90"/>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0"/>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0"/>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0"/>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0"/>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0"/>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0"/>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0"/>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0"/>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0"/>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0"/>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0"/>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0"/>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0"/>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0"/>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0"/>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0"/>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0"/>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90"/>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0"/>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0"/>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0"/>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0"/>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0"/>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0"/>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0"/>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0"/>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0"/>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0"/>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0"/>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82" name="Google Shape;16782;p90"/>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786" name="Shape 16786"/>
        <p:cNvGrpSpPr/>
        <p:nvPr/>
      </p:nvGrpSpPr>
      <p:grpSpPr>
        <a:xfrm>
          <a:off x="0" y="0"/>
          <a:ext cx="0" cy="0"/>
          <a:chOff x="0" y="0"/>
          <a:chExt cx="0" cy="0"/>
        </a:xfrm>
      </p:grpSpPr>
      <p:grpSp>
        <p:nvGrpSpPr>
          <p:cNvPr id="16787" name="Google Shape;16787;p91"/>
          <p:cNvGrpSpPr/>
          <p:nvPr/>
        </p:nvGrpSpPr>
        <p:grpSpPr>
          <a:xfrm>
            <a:off x="1781397" y="3398339"/>
            <a:ext cx="363604" cy="278156"/>
            <a:chOff x="1807567" y="3398339"/>
            <a:chExt cx="363604" cy="278156"/>
          </a:xfrm>
        </p:grpSpPr>
        <p:sp>
          <p:nvSpPr>
            <p:cNvPr id="16788" name="Google Shape;16788;p91"/>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1"/>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1"/>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1"/>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1"/>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1"/>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1"/>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1"/>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1"/>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1"/>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1"/>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1"/>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1"/>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1"/>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1"/>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1"/>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1"/>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1"/>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1"/>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1"/>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1"/>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1"/>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1"/>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1"/>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91"/>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91"/>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1"/>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1"/>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1"/>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1"/>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1"/>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9" name="Google Shape;16819;p91"/>
          <p:cNvGrpSpPr/>
          <p:nvPr/>
        </p:nvGrpSpPr>
        <p:grpSpPr>
          <a:xfrm>
            <a:off x="2247081" y="3385065"/>
            <a:ext cx="363760" cy="304600"/>
            <a:chOff x="2273251" y="3385065"/>
            <a:chExt cx="363760" cy="304600"/>
          </a:xfrm>
        </p:grpSpPr>
        <p:sp>
          <p:nvSpPr>
            <p:cNvPr id="16820" name="Google Shape;16820;p91"/>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1"/>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1"/>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1"/>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1"/>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1"/>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91"/>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1"/>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1"/>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1"/>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1"/>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1"/>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1"/>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1"/>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1"/>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1"/>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1"/>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1"/>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1"/>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1"/>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1"/>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1"/>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1"/>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1"/>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1"/>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1"/>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1"/>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1"/>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91"/>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91"/>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1"/>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1"/>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1"/>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1"/>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1"/>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1"/>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1"/>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1"/>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1"/>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1"/>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1"/>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1"/>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1"/>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91"/>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91"/>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1"/>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1"/>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1"/>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1"/>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1"/>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1"/>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1"/>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1"/>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1"/>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1"/>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91"/>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1"/>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1"/>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1"/>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1"/>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1"/>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1"/>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1"/>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1"/>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1"/>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1"/>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1"/>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91"/>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91"/>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1"/>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1"/>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1"/>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1"/>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1"/>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1"/>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5" name="Google Shape;16895;p91"/>
          <p:cNvGrpSpPr/>
          <p:nvPr/>
        </p:nvGrpSpPr>
        <p:grpSpPr>
          <a:xfrm>
            <a:off x="2712374" y="3367028"/>
            <a:ext cx="363500" cy="340674"/>
            <a:chOff x="2738545" y="3367028"/>
            <a:chExt cx="363500" cy="340674"/>
          </a:xfrm>
        </p:grpSpPr>
        <p:sp>
          <p:nvSpPr>
            <p:cNvPr id="16896" name="Google Shape;16896;p91"/>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1"/>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1"/>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1"/>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1"/>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1"/>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1"/>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1"/>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1"/>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1"/>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1"/>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1"/>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1"/>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1"/>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1"/>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1"/>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2" name="Google Shape;16912;p91"/>
          <p:cNvGrpSpPr/>
          <p:nvPr/>
        </p:nvGrpSpPr>
        <p:grpSpPr>
          <a:xfrm>
            <a:off x="3643274" y="3378376"/>
            <a:ext cx="363474" cy="317978"/>
            <a:chOff x="3669445" y="3378376"/>
            <a:chExt cx="363474" cy="317978"/>
          </a:xfrm>
        </p:grpSpPr>
        <p:sp>
          <p:nvSpPr>
            <p:cNvPr id="16913" name="Google Shape;16913;p91"/>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1"/>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1"/>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1"/>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1"/>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1"/>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1"/>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91"/>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1"/>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91"/>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91"/>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1"/>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1"/>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1"/>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91"/>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1"/>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1"/>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1"/>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1"/>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91"/>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91"/>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1"/>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91"/>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91"/>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91"/>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91"/>
          <p:cNvGrpSpPr/>
          <p:nvPr/>
        </p:nvGrpSpPr>
        <p:grpSpPr>
          <a:xfrm>
            <a:off x="1809324" y="1506921"/>
            <a:ext cx="356629" cy="356525"/>
            <a:chOff x="1835495" y="1506921"/>
            <a:chExt cx="356629" cy="356525"/>
          </a:xfrm>
        </p:grpSpPr>
        <p:sp>
          <p:nvSpPr>
            <p:cNvPr id="16939" name="Google Shape;16939;p91"/>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1"/>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91"/>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1"/>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91"/>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91"/>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1"/>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91"/>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1"/>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1"/>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1"/>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91"/>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91"/>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1"/>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3" name="Google Shape;16953;p91"/>
          <p:cNvGrpSpPr/>
          <p:nvPr/>
        </p:nvGrpSpPr>
        <p:grpSpPr>
          <a:xfrm>
            <a:off x="4160857" y="1499946"/>
            <a:ext cx="375941" cy="363500"/>
            <a:chOff x="4187027" y="1499946"/>
            <a:chExt cx="375941" cy="363500"/>
          </a:xfrm>
        </p:grpSpPr>
        <p:sp>
          <p:nvSpPr>
            <p:cNvPr id="16954" name="Google Shape;16954;p91"/>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1"/>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1"/>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91"/>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91"/>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91"/>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91"/>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1"/>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1"/>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91"/>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91"/>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1"/>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1"/>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1"/>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1"/>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91"/>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91"/>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1" name="Google Shape;16971;p91"/>
          <p:cNvGrpSpPr/>
          <p:nvPr/>
        </p:nvGrpSpPr>
        <p:grpSpPr>
          <a:xfrm>
            <a:off x="2274357" y="1508404"/>
            <a:ext cx="362771" cy="355223"/>
            <a:chOff x="2300528" y="1508404"/>
            <a:chExt cx="362771" cy="355223"/>
          </a:xfrm>
        </p:grpSpPr>
        <p:sp>
          <p:nvSpPr>
            <p:cNvPr id="16972" name="Google Shape;16972;p91"/>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1"/>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1"/>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1"/>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1"/>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1"/>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1"/>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1"/>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1"/>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1"/>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1"/>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1"/>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1"/>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1"/>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91"/>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91"/>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1"/>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1"/>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1"/>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1"/>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2" name="Google Shape;16992;p91"/>
          <p:cNvGrpSpPr/>
          <p:nvPr/>
        </p:nvGrpSpPr>
        <p:grpSpPr>
          <a:xfrm>
            <a:off x="854635" y="1528081"/>
            <a:ext cx="376956" cy="335651"/>
            <a:chOff x="880806" y="1528081"/>
            <a:chExt cx="376956" cy="335651"/>
          </a:xfrm>
        </p:grpSpPr>
        <p:sp>
          <p:nvSpPr>
            <p:cNvPr id="16993" name="Google Shape;16993;p91"/>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1"/>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91"/>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1"/>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91"/>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91"/>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1"/>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1"/>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1"/>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1"/>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1"/>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91"/>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1"/>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1"/>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1"/>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91"/>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1"/>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91"/>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91"/>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1"/>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1"/>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1"/>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5" name="Google Shape;17015;p91"/>
          <p:cNvGrpSpPr/>
          <p:nvPr/>
        </p:nvGrpSpPr>
        <p:grpSpPr>
          <a:xfrm>
            <a:off x="1384789" y="1509341"/>
            <a:ext cx="261108" cy="363552"/>
            <a:chOff x="1410960" y="1509341"/>
            <a:chExt cx="261108" cy="363552"/>
          </a:xfrm>
        </p:grpSpPr>
        <p:sp>
          <p:nvSpPr>
            <p:cNvPr id="17016" name="Google Shape;17016;p91"/>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1"/>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1"/>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91"/>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91"/>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1"/>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1"/>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1"/>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1"/>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1"/>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1"/>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1"/>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91"/>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1"/>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1"/>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1"/>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1"/>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91"/>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1"/>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1"/>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1"/>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1"/>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1"/>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1"/>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0" name="Google Shape;17040;p91"/>
          <p:cNvGrpSpPr/>
          <p:nvPr/>
        </p:nvGrpSpPr>
        <p:grpSpPr>
          <a:xfrm>
            <a:off x="2243228" y="1990746"/>
            <a:ext cx="392260" cy="356160"/>
            <a:chOff x="2269399" y="1990746"/>
            <a:chExt cx="392260" cy="356160"/>
          </a:xfrm>
        </p:grpSpPr>
        <p:sp>
          <p:nvSpPr>
            <p:cNvPr id="17041" name="Google Shape;17041;p91"/>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1"/>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1"/>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1"/>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91"/>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1"/>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91"/>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91"/>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9" name="Google Shape;17049;p91"/>
          <p:cNvGrpSpPr/>
          <p:nvPr/>
        </p:nvGrpSpPr>
        <p:grpSpPr>
          <a:xfrm>
            <a:off x="5579564" y="1525687"/>
            <a:ext cx="371829" cy="355978"/>
            <a:chOff x="5605734" y="1525687"/>
            <a:chExt cx="371829" cy="355978"/>
          </a:xfrm>
        </p:grpSpPr>
        <p:sp>
          <p:nvSpPr>
            <p:cNvPr id="17050" name="Google Shape;17050;p91"/>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1"/>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1"/>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91"/>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91"/>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1"/>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1"/>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91"/>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1"/>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1"/>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91"/>
          <p:cNvGrpSpPr/>
          <p:nvPr/>
        </p:nvGrpSpPr>
        <p:grpSpPr>
          <a:xfrm>
            <a:off x="5159870" y="1525609"/>
            <a:ext cx="266964" cy="356056"/>
            <a:chOff x="5186041" y="1525609"/>
            <a:chExt cx="266964" cy="356056"/>
          </a:xfrm>
        </p:grpSpPr>
        <p:sp>
          <p:nvSpPr>
            <p:cNvPr id="17061" name="Google Shape;17061;p91"/>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91"/>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91"/>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91"/>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91"/>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1"/>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1"/>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1"/>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1"/>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1"/>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1"/>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1"/>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1"/>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4" name="Google Shape;17074;p91"/>
          <p:cNvGrpSpPr/>
          <p:nvPr/>
        </p:nvGrpSpPr>
        <p:grpSpPr>
          <a:xfrm>
            <a:off x="1330028" y="2907591"/>
            <a:ext cx="379143" cy="337655"/>
            <a:chOff x="1356198" y="2907591"/>
            <a:chExt cx="379143" cy="337655"/>
          </a:xfrm>
        </p:grpSpPr>
        <p:sp>
          <p:nvSpPr>
            <p:cNvPr id="17075" name="Google Shape;17075;p91"/>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1"/>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1"/>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1"/>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1"/>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1"/>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91"/>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91"/>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1"/>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1"/>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1"/>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1"/>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91"/>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91"/>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1"/>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0" name="Google Shape;17090;p91"/>
          <p:cNvGrpSpPr/>
          <p:nvPr/>
        </p:nvGrpSpPr>
        <p:grpSpPr>
          <a:xfrm>
            <a:off x="1834519" y="2886795"/>
            <a:ext cx="307905" cy="379143"/>
            <a:chOff x="1860689" y="2886795"/>
            <a:chExt cx="307905" cy="379143"/>
          </a:xfrm>
        </p:grpSpPr>
        <p:sp>
          <p:nvSpPr>
            <p:cNvPr id="17091" name="Google Shape;17091;p91"/>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1"/>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1"/>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1"/>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91"/>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1"/>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1"/>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1"/>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1"/>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1"/>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1"/>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1"/>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1"/>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1"/>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1"/>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91"/>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91"/>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1"/>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1"/>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1"/>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91"/>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1"/>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1"/>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1"/>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1"/>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1"/>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1"/>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1"/>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1"/>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1"/>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1"/>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1"/>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1"/>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91"/>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91"/>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1"/>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1"/>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91"/>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91"/>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1"/>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1"/>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1"/>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1"/>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1"/>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1"/>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1"/>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1"/>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1"/>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1"/>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1"/>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1"/>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2" name="Google Shape;17142;p91"/>
          <p:cNvGrpSpPr/>
          <p:nvPr/>
        </p:nvGrpSpPr>
        <p:grpSpPr>
          <a:xfrm>
            <a:off x="1790923" y="1990798"/>
            <a:ext cx="356004" cy="355900"/>
            <a:chOff x="1817093" y="1990798"/>
            <a:chExt cx="356004" cy="355900"/>
          </a:xfrm>
        </p:grpSpPr>
        <p:sp>
          <p:nvSpPr>
            <p:cNvPr id="17143" name="Google Shape;17143;p91"/>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1"/>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91"/>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1"/>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1"/>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1"/>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1"/>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1"/>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1"/>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1"/>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1"/>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1"/>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1"/>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1"/>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1"/>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8" name="Google Shape;17158;p91"/>
          <p:cNvGrpSpPr/>
          <p:nvPr/>
        </p:nvGrpSpPr>
        <p:grpSpPr>
          <a:xfrm>
            <a:off x="6532066" y="1550777"/>
            <a:ext cx="355978" cy="305797"/>
            <a:chOff x="6558237" y="1550777"/>
            <a:chExt cx="355978" cy="305797"/>
          </a:xfrm>
        </p:grpSpPr>
        <p:sp>
          <p:nvSpPr>
            <p:cNvPr id="17159" name="Google Shape;17159;p91"/>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1"/>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1"/>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1"/>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91"/>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1"/>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1"/>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1"/>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91"/>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1"/>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1"/>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1"/>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1"/>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1"/>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1"/>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1"/>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1"/>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91"/>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91"/>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8" name="Google Shape;17178;p91"/>
          <p:cNvGrpSpPr/>
          <p:nvPr/>
        </p:nvGrpSpPr>
        <p:grpSpPr>
          <a:xfrm>
            <a:off x="1783687" y="2454296"/>
            <a:ext cx="417065" cy="312018"/>
            <a:chOff x="1809858" y="2454296"/>
            <a:chExt cx="417065" cy="312018"/>
          </a:xfrm>
        </p:grpSpPr>
        <p:sp>
          <p:nvSpPr>
            <p:cNvPr id="17179" name="Google Shape;17179;p91"/>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1"/>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91"/>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91"/>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1"/>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91"/>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1"/>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1"/>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1"/>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8" name="Google Shape;17188;p91"/>
          <p:cNvGrpSpPr/>
          <p:nvPr/>
        </p:nvGrpSpPr>
        <p:grpSpPr>
          <a:xfrm>
            <a:off x="851096" y="1990798"/>
            <a:ext cx="340934" cy="355952"/>
            <a:chOff x="877266" y="1990798"/>
            <a:chExt cx="340934" cy="355952"/>
          </a:xfrm>
        </p:grpSpPr>
        <p:sp>
          <p:nvSpPr>
            <p:cNvPr id="17189" name="Google Shape;17189;p91"/>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91"/>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91"/>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1"/>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1"/>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91"/>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1"/>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1"/>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1"/>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1"/>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1"/>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1"/>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1"/>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1"/>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1"/>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91"/>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91"/>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6" name="Google Shape;17206;p91"/>
          <p:cNvGrpSpPr/>
          <p:nvPr/>
        </p:nvGrpSpPr>
        <p:grpSpPr>
          <a:xfrm>
            <a:off x="6497736" y="2422490"/>
            <a:ext cx="400928" cy="375603"/>
            <a:chOff x="6523907" y="2422490"/>
            <a:chExt cx="400928" cy="375603"/>
          </a:xfrm>
        </p:grpSpPr>
        <p:sp>
          <p:nvSpPr>
            <p:cNvPr id="17207" name="Google Shape;17207;p91"/>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1"/>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91"/>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1"/>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1"/>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1"/>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1"/>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91"/>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1"/>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1"/>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1"/>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91"/>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91"/>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91"/>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1" name="Google Shape;17221;p91"/>
          <p:cNvGrpSpPr/>
          <p:nvPr/>
        </p:nvGrpSpPr>
        <p:grpSpPr>
          <a:xfrm>
            <a:off x="5165466" y="1972006"/>
            <a:ext cx="231332" cy="370580"/>
            <a:chOff x="5191637" y="1972006"/>
            <a:chExt cx="231332" cy="370580"/>
          </a:xfrm>
        </p:grpSpPr>
        <p:sp>
          <p:nvSpPr>
            <p:cNvPr id="17222" name="Google Shape;17222;p91"/>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91"/>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91"/>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1"/>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1"/>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91"/>
          <p:cNvGrpSpPr/>
          <p:nvPr/>
        </p:nvGrpSpPr>
        <p:grpSpPr>
          <a:xfrm>
            <a:off x="4641350" y="1540132"/>
            <a:ext cx="363786" cy="326983"/>
            <a:chOff x="4667521" y="1540132"/>
            <a:chExt cx="363786" cy="326983"/>
          </a:xfrm>
        </p:grpSpPr>
        <p:sp>
          <p:nvSpPr>
            <p:cNvPr id="17228" name="Google Shape;17228;p91"/>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1"/>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91"/>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91"/>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1"/>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91"/>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91"/>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91"/>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1"/>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1"/>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1"/>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1"/>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91"/>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91"/>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1"/>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91"/>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91"/>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1"/>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1"/>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91"/>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1"/>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1"/>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0" name="Google Shape;17250;p91"/>
          <p:cNvGrpSpPr/>
          <p:nvPr/>
        </p:nvGrpSpPr>
        <p:grpSpPr>
          <a:xfrm>
            <a:off x="2267772" y="2937262"/>
            <a:ext cx="379065" cy="278130"/>
            <a:chOff x="2293943" y="2937262"/>
            <a:chExt cx="379065" cy="278130"/>
          </a:xfrm>
        </p:grpSpPr>
        <p:sp>
          <p:nvSpPr>
            <p:cNvPr id="17251" name="Google Shape;17251;p91"/>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1"/>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91"/>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1"/>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1"/>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91"/>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91"/>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91"/>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1"/>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91"/>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1"/>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1"/>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1"/>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1"/>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91"/>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91"/>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91"/>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1"/>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1"/>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1"/>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1"/>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1"/>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1"/>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1"/>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1"/>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1"/>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1"/>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1"/>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9" name="Google Shape;17279;p91"/>
          <p:cNvGrpSpPr/>
          <p:nvPr/>
        </p:nvGrpSpPr>
        <p:grpSpPr>
          <a:xfrm>
            <a:off x="2736658" y="2898611"/>
            <a:ext cx="378960" cy="355536"/>
            <a:chOff x="2762829" y="2898611"/>
            <a:chExt cx="378960" cy="355536"/>
          </a:xfrm>
        </p:grpSpPr>
        <p:sp>
          <p:nvSpPr>
            <p:cNvPr id="17280" name="Google Shape;17280;p91"/>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91"/>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91"/>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1"/>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91"/>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91"/>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91"/>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91"/>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91"/>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91"/>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1"/>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1"/>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1"/>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91"/>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1"/>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1"/>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1"/>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1"/>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1"/>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1"/>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91"/>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91"/>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91"/>
          <p:cNvGrpSpPr/>
          <p:nvPr/>
        </p:nvGrpSpPr>
        <p:grpSpPr>
          <a:xfrm>
            <a:off x="4155261" y="1990720"/>
            <a:ext cx="357436" cy="356056"/>
            <a:chOff x="4181432" y="1990720"/>
            <a:chExt cx="357436" cy="356056"/>
          </a:xfrm>
        </p:grpSpPr>
        <p:sp>
          <p:nvSpPr>
            <p:cNvPr id="17303" name="Google Shape;17303;p91"/>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91"/>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1"/>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1"/>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1"/>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1"/>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91"/>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91"/>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1"/>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1"/>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91"/>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1"/>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91"/>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91"/>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91"/>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1"/>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1"/>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1"/>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91"/>
          <p:cNvGrpSpPr/>
          <p:nvPr/>
        </p:nvGrpSpPr>
        <p:grpSpPr>
          <a:xfrm>
            <a:off x="3200936" y="2886821"/>
            <a:ext cx="383932" cy="379117"/>
            <a:chOff x="3227107" y="2886821"/>
            <a:chExt cx="383932" cy="379117"/>
          </a:xfrm>
        </p:grpSpPr>
        <p:sp>
          <p:nvSpPr>
            <p:cNvPr id="17322" name="Google Shape;17322;p91"/>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91"/>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91"/>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91"/>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1"/>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1"/>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91"/>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91"/>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91"/>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91"/>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91"/>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91"/>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1"/>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5" name="Google Shape;17335;p91"/>
          <p:cNvGrpSpPr/>
          <p:nvPr/>
        </p:nvGrpSpPr>
        <p:grpSpPr>
          <a:xfrm>
            <a:off x="3676225" y="1990746"/>
            <a:ext cx="363396" cy="356030"/>
            <a:chOff x="3702395" y="1990746"/>
            <a:chExt cx="363396" cy="356030"/>
          </a:xfrm>
        </p:grpSpPr>
        <p:sp>
          <p:nvSpPr>
            <p:cNvPr id="17336" name="Google Shape;17336;p91"/>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91"/>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1"/>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1"/>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1"/>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91"/>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91"/>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1"/>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1"/>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1"/>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1"/>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91"/>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91"/>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91"/>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91"/>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1"/>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1"/>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91"/>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91"/>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91"/>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91"/>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7" name="Google Shape;17357;p91"/>
          <p:cNvGrpSpPr/>
          <p:nvPr/>
        </p:nvGrpSpPr>
        <p:grpSpPr>
          <a:xfrm>
            <a:off x="1293485" y="2442662"/>
            <a:ext cx="457173" cy="335364"/>
            <a:chOff x="1319656" y="2442662"/>
            <a:chExt cx="457173" cy="335364"/>
          </a:xfrm>
        </p:grpSpPr>
        <p:sp>
          <p:nvSpPr>
            <p:cNvPr id="17358" name="Google Shape;17358;p91"/>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1"/>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91"/>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1"/>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1"/>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1"/>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1"/>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91"/>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91"/>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91"/>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1"/>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1"/>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91"/>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91"/>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1"/>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1"/>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91"/>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91"/>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1"/>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7" name="Google Shape;17377;p91"/>
          <p:cNvGrpSpPr/>
          <p:nvPr/>
        </p:nvGrpSpPr>
        <p:grpSpPr>
          <a:xfrm>
            <a:off x="4188342" y="2453905"/>
            <a:ext cx="314126" cy="312955"/>
            <a:chOff x="4214512" y="2453905"/>
            <a:chExt cx="314126" cy="312955"/>
          </a:xfrm>
        </p:grpSpPr>
        <p:sp>
          <p:nvSpPr>
            <p:cNvPr id="17378" name="Google Shape;17378;p91"/>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91"/>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91"/>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91"/>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91"/>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91"/>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91"/>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91"/>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91"/>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91"/>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91"/>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1"/>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1"/>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91"/>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91"/>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91"/>
          <p:cNvGrpSpPr/>
          <p:nvPr/>
        </p:nvGrpSpPr>
        <p:grpSpPr>
          <a:xfrm>
            <a:off x="869653" y="2452812"/>
            <a:ext cx="361938" cy="315063"/>
            <a:chOff x="895824" y="2452812"/>
            <a:chExt cx="361938" cy="315063"/>
          </a:xfrm>
        </p:grpSpPr>
        <p:sp>
          <p:nvSpPr>
            <p:cNvPr id="17394" name="Google Shape;17394;p91"/>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91"/>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91"/>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91"/>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91"/>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91"/>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91"/>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91"/>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91"/>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1"/>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1"/>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91"/>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91"/>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91"/>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91"/>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1"/>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1"/>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91"/>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91"/>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91"/>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4" name="Google Shape;17414;p91"/>
          <p:cNvGrpSpPr/>
          <p:nvPr/>
        </p:nvGrpSpPr>
        <p:grpSpPr>
          <a:xfrm>
            <a:off x="3742152" y="2886769"/>
            <a:ext cx="242811" cy="379091"/>
            <a:chOff x="3768323" y="2886769"/>
            <a:chExt cx="242811" cy="379091"/>
          </a:xfrm>
        </p:grpSpPr>
        <p:sp>
          <p:nvSpPr>
            <p:cNvPr id="17415" name="Google Shape;17415;p91"/>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1"/>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91"/>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1"/>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1"/>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91"/>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91"/>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1"/>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1"/>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91"/>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91"/>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6" name="Google Shape;17426;p91"/>
          <p:cNvGrpSpPr/>
          <p:nvPr/>
        </p:nvGrpSpPr>
        <p:grpSpPr>
          <a:xfrm>
            <a:off x="3701419" y="2438549"/>
            <a:ext cx="346921" cy="343953"/>
            <a:chOff x="3727590" y="2438549"/>
            <a:chExt cx="346921" cy="343953"/>
          </a:xfrm>
        </p:grpSpPr>
        <p:sp>
          <p:nvSpPr>
            <p:cNvPr id="17427" name="Google Shape;17427;p91"/>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1"/>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1"/>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91"/>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91"/>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1"/>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1"/>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91"/>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91"/>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1"/>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1"/>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1"/>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1"/>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1"/>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1"/>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1"/>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91"/>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91"/>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91"/>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6" name="Google Shape;17446;p91"/>
          <p:cNvGrpSpPr/>
          <p:nvPr/>
        </p:nvGrpSpPr>
        <p:grpSpPr>
          <a:xfrm>
            <a:off x="6059797" y="1559106"/>
            <a:ext cx="356004" cy="289061"/>
            <a:chOff x="6085968" y="1559106"/>
            <a:chExt cx="356004" cy="289061"/>
          </a:xfrm>
        </p:grpSpPr>
        <p:sp>
          <p:nvSpPr>
            <p:cNvPr id="17447" name="Google Shape;17447;p91"/>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91"/>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91"/>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91"/>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91"/>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1"/>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91"/>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91"/>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1"/>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91"/>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91"/>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1"/>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1"/>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91"/>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91"/>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91"/>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91"/>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91"/>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91"/>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91"/>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91"/>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91"/>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91"/>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91"/>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91"/>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91"/>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91"/>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4" name="Google Shape;17474;p91"/>
          <p:cNvGrpSpPr/>
          <p:nvPr/>
        </p:nvGrpSpPr>
        <p:grpSpPr>
          <a:xfrm>
            <a:off x="7000223" y="1998398"/>
            <a:ext cx="347363" cy="317223"/>
            <a:chOff x="7026393" y="1998398"/>
            <a:chExt cx="347363" cy="317223"/>
          </a:xfrm>
        </p:grpSpPr>
        <p:sp>
          <p:nvSpPr>
            <p:cNvPr id="17475" name="Google Shape;17475;p91"/>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91"/>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1"/>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1"/>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91"/>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91"/>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91"/>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1"/>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91"/>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91"/>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91"/>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6" name="Google Shape;17486;p91"/>
          <p:cNvGrpSpPr/>
          <p:nvPr/>
        </p:nvGrpSpPr>
        <p:grpSpPr>
          <a:xfrm>
            <a:off x="2734836" y="2017372"/>
            <a:ext cx="360845" cy="302674"/>
            <a:chOff x="2761007" y="2017372"/>
            <a:chExt cx="360845" cy="302674"/>
          </a:xfrm>
        </p:grpSpPr>
        <p:sp>
          <p:nvSpPr>
            <p:cNvPr id="17487" name="Google Shape;17487;p91"/>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91"/>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91"/>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1"/>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91"/>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91"/>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91"/>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91"/>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91"/>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91"/>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91"/>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91"/>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91"/>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1"/>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91"/>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91"/>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91"/>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91"/>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91"/>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91"/>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91"/>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91"/>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91"/>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91"/>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91"/>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91"/>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91"/>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1"/>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5" name="Google Shape;17515;p91"/>
          <p:cNvGrpSpPr/>
          <p:nvPr/>
        </p:nvGrpSpPr>
        <p:grpSpPr>
          <a:xfrm>
            <a:off x="5549450" y="2902906"/>
            <a:ext cx="379143" cy="337499"/>
            <a:chOff x="5575621" y="2902906"/>
            <a:chExt cx="379143" cy="337499"/>
          </a:xfrm>
        </p:grpSpPr>
        <p:sp>
          <p:nvSpPr>
            <p:cNvPr id="17516" name="Google Shape;17516;p91"/>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91"/>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91"/>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91"/>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91"/>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91"/>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91"/>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91"/>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91"/>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1"/>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91"/>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91"/>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1"/>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91"/>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91"/>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1" name="Google Shape;17531;p91"/>
          <p:cNvGrpSpPr/>
          <p:nvPr/>
        </p:nvGrpSpPr>
        <p:grpSpPr>
          <a:xfrm>
            <a:off x="7514136" y="1997409"/>
            <a:ext cx="265611" cy="319800"/>
            <a:chOff x="7540306" y="1997409"/>
            <a:chExt cx="265611" cy="319800"/>
          </a:xfrm>
        </p:grpSpPr>
        <p:sp>
          <p:nvSpPr>
            <p:cNvPr id="17532" name="Google Shape;17532;p91"/>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1"/>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91"/>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91"/>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91"/>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91"/>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91"/>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1"/>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91"/>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91"/>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1"/>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91"/>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91"/>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5" name="Google Shape;17545;p91"/>
          <p:cNvGrpSpPr/>
          <p:nvPr/>
        </p:nvGrpSpPr>
        <p:grpSpPr>
          <a:xfrm>
            <a:off x="890918" y="2925706"/>
            <a:ext cx="319722" cy="301320"/>
            <a:chOff x="917089" y="2925706"/>
            <a:chExt cx="319722" cy="301320"/>
          </a:xfrm>
        </p:grpSpPr>
        <p:sp>
          <p:nvSpPr>
            <p:cNvPr id="17546" name="Google Shape;17546;p91"/>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91"/>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91"/>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91"/>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91"/>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91"/>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91"/>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91"/>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91"/>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91"/>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91"/>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91"/>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91"/>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1"/>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91"/>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91"/>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91"/>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91"/>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91"/>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1"/>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91"/>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91"/>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91"/>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91"/>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91"/>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91"/>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91"/>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3" name="Google Shape;17573;p91"/>
          <p:cNvGrpSpPr/>
          <p:nvPr/>
        </p:nvGrpSpPr>
        <p:grpSpPr>
          <a:xfrm>
            <a:off x="4572950" y="3415570"/>
            <a:ext cx="365973" cy="243695"/>
            <a:chOff x="4599121" y="3415570"/>
            <a:chExt cx="365973" cy="243695"/>
          </a:xfrm>
        </p:grpSpPr>
        <p:sp>
          <p:nvSpPr>
            <p:cNvPr id="17574" name="Google Shape;17574;p91"/>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91"/>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91"/>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91"/>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1"/>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1"/>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91"/>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91"/>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91"/>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91"/>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91"/>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91"/>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91"/>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91"/>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8" name="Google Shape;17588;p91"/>
          <p:cNvGrpSpPr/>
          <p:nvPr/>
        </p:nvGrpSpPr>
        <p:grpSpPr>
          <a:xfrm>
            <a:off x="3210280" y="1990798"/>
            <a:ext cx="356160" cy="356186"/>
            <a:chOff x="3236451" y="1990798"/>
            <a:chExt cx="356160" cy="356186"/>
          </a:xfrm>
        </p:grpSpPr>
        <p:sp>
          <p:nvSpPr>
            <p:cNvPr id="17589" name="Google Shape;17589;p91"/>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91"/>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91"/>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91"/>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91"/>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91"/>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91"/>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91"/>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91"/>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1"/>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91"/>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91"/>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91"/>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91"/>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91"/>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1"/>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91"/>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91"/>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91"/>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91"/>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91"/>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91"/>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91"/>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91"/>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1"/>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91"/>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91"/>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1"/>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91"/>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91"/>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91"/>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91"/>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91"/>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2" name="Google Shape;17622;p91"/>
          <p:cNvGrpSpPr/>
          <p:nvPr/>
        </p:nvGrpSpPr>
        <p:grpSpPr>
          <a:xfrm>
            <a:off x="4172673" y="2918392"/>
            <a:ext cx="319982" cy="315974"/>
            <a:chOff x="4198844" y="2918392"/>
            <a:chExt cx="319982" cy="315974"/>
          </a:xfrm>
        </p:grpSpPr>
        <p:sp>
          <p:nvSpPr>
            <p:cNvPr id="17623" name="Google Shape;17623;p91"/>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91"/>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91"/>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91"/>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1"/>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91"/>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91"/>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91"/>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1"/>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91"/>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1"/>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91"/>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91"/>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91"/>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91"/>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91"/>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91"/>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91"/>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91"/>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91"/>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3" name="Google Shape;17643;p91"/>
          <p:cNvGrpSpPr/>
          <p:nvPr/>
        </p:nvGrpSpPr>
        <p:grpSpPr>
          <a:xfrm>
            <a:off x="4630913" y="2911911"/>
            <a:ext cx="332007" cy="319592"/>
            <a:chOff x="4657084" y="2911911"/>
            <a:chExt cx="332007" cy="319592"/>
          </a:xfrm>
        </p:grpSpPr>
        <p:sp>
          <p:nvSpPr>
            <p:cNvPr id="17644" name="Google Shape;17644;p91"/>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91"/>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91"/>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91"/>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91"/>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91"/>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91"/>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1"/>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1"/>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91"/>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91"/>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91"/>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91"/>
          <p:cNvGrpSpPr/>
          <p:nvPr/>
        </p:nvGrpSpPr>
        <p:grpSpPr>
          <a:xfrm>
            <a:off x="6976850" y="2476992"/>
            <a:ext cx="383749" cy="266600"/>
            <a:chOff x="7003021" y="2476992"/>
            <a:chExt cx="383749" cy="266600"/>
          </a:xfrm>
        </p:grpSpPr>
        <p:sp>
          <p:nvSpPr>
            <p:cNvPr id="17657" name="Google Shape;17657;p91"/>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91"/>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91"/>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91"/>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91"/>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91"/>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91"/>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91"/>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91"/>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91"/>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91"/>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91"/>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9" name="Google Shape;17669;p91"/>
          <p:cNvGrpSpPr/>
          <p:nvPr/>
        </p:nvGrpSpPr>
        <p:grpSpPr>
          <a:xfrm>
            <a:off x="5570870" y="2013989"/>
            <a:ext cx="366884" cy="286563"/>
            <a:chOff x="5597041" y="2013989"/>
            <a:chExt cx="366884" cy="286563"/>
          </a:xfrm>
        </p:grpSpPr>
        <p:sp>
          <p:nvSpPr>
            <p:cNvPr id="17670" name="Google Shape;17670;p91"/>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91"/>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91"/>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91"/>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91"/>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91"/>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1"/>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1"/>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91"/>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91"/>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91"/>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91"/>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91"/>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91"/>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91"/>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91"/>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91"/>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91"/>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91"/>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91"/>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91"/>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91"/>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91"/>
          <p:cNvGrpSpPr/>
          <p:nvPr/>
        </p:nvGrpSpPr>
        <p:grpSpPr>
          <a:xfrm>
            <a:off x="5121584" y="2911807"/>
            <a:ext cx="297286" cy="319696"/>
            <a:chOff x="5147755" y="2911807"/>
            <a:chExt cx="297286" cy="319696"/>
          </a:xfrm>
        </p:grpSpPr>
        <p:sp>
          <p:nvSpPr>
            <p:cNvPr id="17693" name="Google Shape;17693;p91"/>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91"/>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1"/>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91"/>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91"/>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91"/>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1"/>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1"/>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91"/>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91"/>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1"/>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1"/>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1"/>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1"/>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91"/>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91"/>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9" name="Google Shape;17709;p91"/>
          <p:cNvGrpSpPr/>
          <p:nvPr/>
        </p:nvGrpSpPr>
        <p:grpSpPr>
          <a:xfrm>
            <a:off x="6112633" y="1997409"/>
            <a:ext cx="224669" cy="319748"/>
            <a:chOff x="6138804" y="1997409"/>
            <a:chExt cx="224669" cy="319748"/>
          </a:xfrm>
        </p:grpSpPr>
        <p:sp>
          <p:nvSpPr>
            <p:cNvPr id="17710" name="Google Shape;17710;p91"/>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91"/>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91"/>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91"/>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91"/>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91"/>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91"/>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91"/>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91"/>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91"/>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91"/>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91"/>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91"/>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91"/>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91"/>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1"/>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91"/>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91"/>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91"/>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91"/>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91"/>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1" name="Google Shape;17731;p91"/>
          <p:cNvGrpSpPr/>
          <p:nvPr/>
        </p:nvGrpSpPr>
        <p:grpSpPr>
          <a:xfrm>
            <a:off x="6585917" y="1997409"/>
            <a:ext cx="224565" cy="319748"/>
            <a:chOff x="6612088" y="1997409"/>
            <a:chExt cx="224565" cy="319748"/>
          </a:xfrm>
        </p:grpSpPr>
        <p:sp>
          <p:nvSpPr>
            <p:cNvPr id="17732" name="Google Shape;17732;p91"/>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1"/>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91"/>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91"/>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91"/>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91"/>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1"/>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1"/>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91"/>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91"/>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91"/>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1"/>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1"/>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1"/>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1"/>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91"/>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91"/>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91"/>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91"/>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91"/>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91"/>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91"/>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4" name="Google Shape;17754;p91"/>
          <p:cNvGrpSpPr/>
          <p:nvPr/>
        </p:nvGrpSpPr>
        <p:grpSpPr>
          <a:xfrm>
            <a:off x="6034446" y="2898247"/>
            <a:ext cx="346738" cy="346816"/>
            <a:chOff x="6060617" y="2898247"/>
            <a:chExt cx="346738" cy="346816"/>
          </a:xfrm>
        </p:grpSpPr>
        <p:sp>
          <p:nvSpPr>
            <p:cNvPr id="17755" name="Google Shape;17755;p91"/>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91"/>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91"/>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91"/>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91"/>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1"/>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91"/>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91"/>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91"/>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4" name="Google Shape;17764;p91"/>
          <p:cNvGrpSpPr/>
          <p:nvPr/>
        </p:nvGrpSpPr>
        <p:grpSpPr>
          <a:xfrm>
            <a:off x="1316649" y="1992178"/>
            <a:ext cx="358737" cy="353245"/>
            <a:chOff x="1342820" y="1992178"/>
            <a:chExt cx="358737" cy="353245"/>
          </a:xfrm>
        </p:grpSpPr>
        <p:sp>
          <p:nvSpPr>
            <p:cNvPr id="17765" name="Google Shape;17765;p91"/>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91"/>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91"/>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91"/>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91"/>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91"/>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91"/>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1"/>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1"/>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91"/>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91"/>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91"/>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91"/>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1"/>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91"/>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91"/>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91"/>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91"/>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1"/>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91"/>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91"/>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91"/>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91"/>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91"/>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1"/>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1"/>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91"/>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91"/>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91"/>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91"/>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91"/>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91"/>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91"/>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91"/>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1"/>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1"/>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91"/>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91"/>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91"/>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1"/>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1"/>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91"/>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91"/>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91"/>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91"/>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91"/>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1" name="Google Shape;17811;p91"/>
          <p:cNvGrpSpPr/>
          <p:nvPr/>
        </p:nvGrpSpPr>
        <p:grpSpPr>
          <a:xfrm>
            <a:off x="7933491" y="2436857"/>
            <a:ext cx="352829" cy="347467"/>
            <a:chOff x="7959662" y="2436857"/>
            <a:chExt cx="352829" cy="347467"/>
          </a:xfrm>
        </p:grpSpPr>
        <p:sp>
          <p:nvSpPr>
            <p:cNvPr id="17812" name="Google Shape;17812;p91"/>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91"/>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91"/>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91"/>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91"/>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91"/>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91"/>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91"/>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91"/>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1"/>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91"/>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91"/>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91"/>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91"/>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91"/>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91"/>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8" name="Google Shape;17828;p91"/>
          <p:cNvGrpSpPr/>
          <p:nvPr/>
        </p:nvGrpSpPr>
        <p:grpSpPr>
          <a:xfrm>
            <a:off x="6983357" y="2897961"/>
            <a:ext cx="325578" cy="347207"/>
            <a:chOff x="7009528" y="2897961"/>
            <a:chExt cx="325578" cy="347207"/>
          </a:xfrm>
        </p:grpSpPr>
        <p:sp>
          <p:nvSpPr>
            <p:cNvPr id="17829" name="Google Shape;17829;p91"/>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1"/>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91"/>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91"/>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91"/>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91"/>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91"/>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91"/>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91"/>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91"/>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91"/>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91"/>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91"/>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91"/>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91"/>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91"/>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1"/>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91"/>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91"/>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91"/>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91"/>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0" name="Google Shape;17850;p91"/>
          <p:cNvGrpSpPr/>
          <p:nvPr/>
        </p:nvGrpSpPr>
        <p:grpSpPr>
          <a:xfrm>
            <a:off x="6953972" y="1563869"/>
            <a:ext cx="456522" cy="279535"/>
            <a:chOff x="6980143" y="1563869"/>
            <a:chExt cx="456522" cy="279535"/>
          </a:xfrm>
        </p:grpSpPr>
        <p:sp>
          <p:nvSpPr>
            <p:cNvPr id="17851" name="Google Shape;17851;p91"/>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1"/>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1"/>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1"/>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1"/>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91"/>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91"/>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91"/>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91"/>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1"/>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1"/>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91"/>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91"/>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91"/>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1"/>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6" name="Google Shape;17866;p91"/>
          <p:cNvGrpSpPr/>
          <p:nvPr/>
        </p:nvGrpSpPr>
        <p:grpSpPr>
          <a:xfrm>
            <a:off x="2801388" y="2428451"/>
            <a:ext cx="264778" cy="363864"/>
            <a:chOff x="2827559" y="2428451"/>
            <a:chExt cx="264778" cy="363864"/>
          </a:xfrm>
        </p:grpSpPr>
        <p:sp>
          <p:nvSpPr>
            <p:cNvPr id="17867" name="Google Shape;17867;p91"/>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91"/>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91"/>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91"/>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91"/>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1"/>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91"/>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91"/>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91"/>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91"/>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1"/>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91"/>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91"/>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91"/>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91"/>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91"/>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1"/>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4" name="Google Shape;17884;p91"/>
          <p:cNvGrpSpPr/>
          <p:nvPr/>
        </p:nvGrpSpPr>
        <p:grpSpPr>
          <a:xfrm>
            <a:off x="7462133" y="2436571"/>
            <a:ext cx="352490" cy="347493"/>
            <a:chOff x="7488303" y="2436571"/>
            <a:chExt cx="352490" cy="347493"/>
          </a:xfrm>
        </p:grpSpPr>
        <p:sp>
          <p:nvSpPr>
            <p:cNvPr id="17885" name="Google Shape;17885;p91"/>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91"/>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91"/>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91"/>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91"/>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91"/>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91"/>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91"/>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91"/>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91"/>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91"/>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91"/>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1"/>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1"/>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1"/>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91"/>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91"/>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91"/>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91"/>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1"/>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1"/>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91"/>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91"/>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8" name="Google Shape;17908;p91"/>
          <p:cNvGrpSpPr/>
          <p:nvPr/>
        </p:nvGrpSpPr>
        <p:grpSpPr>
          <a:xfrm>
            <a:off x="4120019" y="3339908"/>
            <a:ext cx="341975" cy="394915"/>
            <a:chOff x="4146190" y="3339908"/>
            <a:chExt cx="341975" cy="394915"/>
          </a:xfrm>
        </p:grpSpPr>
        <p:sp>
          <p:nvSpPr>
            <p:cNvPr id="17909" name="Google Shape;17909;p91"/>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91"/>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91"/>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91"/>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91"/>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1"/>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1"/>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91"/>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91"/>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91"/>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91"/>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91"/>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91"/>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91"/>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91"/>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91"/>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91"/>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91"/>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7" name="Google Shape;17927;p91"/>
          <p:cNvGrpSpPr/>
          <p:nvPr/>
        </p:nvGrpSpPr>
        <p:grpSpPr>
          <a:xfrm>
            <a:off x="6503227" y="2898143"/>
            <a:ext cx="346999" cy="347025"/>
            <a:chOff x="6529398" y="2898143"/>
            <a:chExt cx="346999" cy="347025"/>
          </a:xfrm>
        </p:grpSpPr>
        <p:sp>
          <p:nvSpPr>
            <p:cNvPr id="17928" name="Google Shape;17928;p91"/>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91"/>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91"/>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91"/>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1"/>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1"/>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91"/>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91"/>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91"/>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91"/>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91"/>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91"/>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91"/>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91"/>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91"/>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91"/>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91"/>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1"/>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91"/>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91"/>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1"/>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91"/>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91"/>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91"/>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1"/>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91"/>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4" name="Google Shape;17954;p91"/>
          <p:cNvGrpSpPr/>
          <p:nvPr/>
        </p:nvGrpSpPr>
        <p:grpSpPr>
          <a:xfrm>
            <a:off x="5985358" y="3354899"/>
            <a:ext cx="403582" cy="382344"/>
            <a:chOff x="6011529" y="3354899"/>
            <a:chExt cx="403582" cy="382344"/>
          </a:xfrm>
        </p:grpSpPr>
        <p:sp>
          <p:nvSpPr>
            <p:cNvPr id="17955" name="Google Shape;17955;p91"/>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91"/>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1"/>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91"/>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91"/>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91"/>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91"/>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2" name="Google Shape;17962;p91"/>
          <p:cNvGrpSpPr/>
          <p:nvPr/>
        </p:nvGrpSpPr>
        <p:grpSpPr>
          <a:xfrm>
            <a:off x="5562177" y="2418482"/>
            <a:ext cx="386847" cy="383723"/>
            <a:chOff x="5588348" y="2418482"/>
            <a:chExt cx="386847" cy="383723"/>
          </a:xfrm>
        </p:grpSpPr>
        <p:sp>
          <p:nvSpPr>
            <p:cNvPr id="17963" name="Google Shape;17963;p91"/>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91"/>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91"/>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91"/>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91"/>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1"/>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91"/>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0" name="Google Shape;17970;p91"/>
          <p:cNvGrpSpPr/>
          <p:nvPr/>
        </p:nvGrpSpPr>
        <p:grpSpPr>
          <a:xfrm>
            <a:off x="6039287" y="2434229"/>
            <a:ext cx="378154" cy="352230"/>
            <a:chOff x="6065458" y="2434229"/>
            <a:chExt cx="378154" cy="352230"/>
          </a:xfrm>
        </p:grpSpPr>
        <p:sp>
          <p:nvSpPr>
            <p:cNvPr id="17971" name="Google Shape;17971;p91"/>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91"/>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91"/>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91"/>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91"/>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1"/>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91"/>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91"/>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91"/>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91"/>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91"/>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91"/>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3" name="Google Shape;17983;p91"/>
          <p:cNvGrpSpPr/>
          <p:nvPr/>
        </p:nvGrpSpPr>
        <p:grpSpPr>
          <a:xfrm>
            <a:off x="2608537" y="3844133"/>
            <a:ext cx="375421" cy="353610"/>
            <a:chOff x="2870687" y="3796508"/>
            <a:chExt cx="375421" cy="353610"/>
          </a:xfrm>
        </p:grpSpPr>
        <p:sp>
          <p:nvSpPr>
            <p:cNvPr id="17984" name="Google Shape;17984;p91"/>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1"/>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1"/>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91"/>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8" name="Google Shape;17988;p91"/>
          <p:cNvGrpSpPr/>
          <p:nvPr/>
        </p:nvGrpSpPr>
        <p:grpSpPr>
          <a:xfrm>
            <a:off x="7994551" y="1543724"/>
            <a:ext cx="264309" cy="319826"/>
            <a:chOff x="8020722" y="1543724"/>
            <a:chExt cx="264309" cy="319826"/>
          </a:xfrm>
        </p:grpSpPr>
        <p:sp>
          <p:nvSpPr>
            <p:cNvPr id="17989" name="Google Shape;17989;p91"/>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91"/>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1"/>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1"/>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1"/>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91"/>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91"/>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91"/>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91"/>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91"/>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91"/>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91"/>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1"/>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1"/>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91"/>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91"/>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5" name="Google Shape;18005;p91"/>
          <p:cNvGrpSpPr/>
          <p:nvPr/>
        </p:nvGrpSpPr>
        <p:grpSpPr>
          <a:xfrm>
            <a:off x="2293045" y="2452526"/>
            <a:ext cx="343875" cy="315609"/>
            <a:chOff x="2319216" y="2452526"/>
            <a:chExt cx="343875" cy="315609"/>
          </a:xfrm>
        </p:grpSpPr>
        <p:sp>
          <p:nvSpPr>
            <p:cNvPr id="18006" name="Google Shape;18006;p91"/>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91"/>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91"/>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91"/>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91"/>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91"/>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91"/>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91"/>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1"/>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91"/>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91"/>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91"/>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1"/>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91"/>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0" name="Google Shape;18020;p91"/>
          <p:cNvGrpSpPr/>
          <p:nvPr/>
        </p:nvGrpSpPr>
        <p:grpSpPr>
          <a:xfrm>
            <a:off x="7964333" y="1997539"/>
            <a:ext cx="301320" cy="319592"/>
            <a:chOff x="7990504" y="1997539"/>
            <a:chExt cx="301320" cy="319592"/>
          </a:xfrm>
        </p:grpSpPr>
        <p:sp>
          <p:nvSpPr>
            <p:cNvPr id="18021" name="Google Shape;18021;p91"/>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91"/>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91"/>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91"/>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91"/>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91"/>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91"/>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1"/>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91"/>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91"/>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91"/>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91"/>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91"/>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91"/>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91"/>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91"/>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1"/>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91"/>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91"/>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1"/>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1"/>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1"/>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91"/>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91"/>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91"/>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91"/>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91"/>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91"/>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91"/>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91"/>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1"/>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1"/>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1"/>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91"/>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91"/>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91"/>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7" name="Google Shape;18057;p91"/>
          <p:cNvGrpSpPr/>
          <p:nvPr/>
        </p:nvGrpSpPr>
        <p:grpSpPr>
          <a:xfrm>
            <a:off x="3039969" y="3844159"/>
            <a:ext cx="372844" cy="353610"/>
            <a:chOff x="3302118" y="3796534"/>
            <a:chExt cx="372844" cy="353610"/>
          </a:xfrm>
        </p:grpSpPr>
        <p:sp>
          <p:nvSpPr>
            <p:cNvPr id="18058" name="Google Shape;18058;p91"/>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91"/>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91"/>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91"/>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91"/>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1"/>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91"/>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91"/>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6" name="Google Shape;18066;p91"/>
          <p:cNvGrpSpPr/>
          <p:nvPr/>
        </p:nvGrpSpPr>
        <p:grpSpPr>
          <a:xfrm>
            <a:off x="6936481" y="3354899"/>
            <a:ext cx="404051" cy="382344"/>
            <a:chOff x="6962652" y="3354899"/>
            <a:chExt cx="404051" cy="382344"/>
          </a:xfrm>
        </p:grpSpPr>
        <p:sp>
          <p:nvSpPr>
            <p:cNvPr id="18067" name="Google Shape;18067;p91"/>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91"/>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91"/>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91"/>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91"/>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91"/>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91"/>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91"/>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91"/>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91"/>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91"/>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8" name="Google Shape;18078;p91"/>
          <p:cNvGrpSpPr/>
          <p:nvPr/>
        </p:nvGrpSpPr>
        <p:grpSpPr>
          <a:xfrm>
            <a:off x="3482281" y="3844159"/>
            <a:ext cx="372740" cy="353610"/>
            <a:chOff x="3744430" y="3796534"/>
            <a:chExt cx="372740" cy="353610"/>
          </a:xfrm>
        </p:grpSpPr>
        <p:sp>
          <p:nvSpPr>
            <p:cNvPr id="18079" name="Google Shape;18079;p91"/>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91"/>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91"/>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91"/>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91"/>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91"/>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91"/>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91"/>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91"/>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8" name="Google Shape;18088;p91"/>
          <p:cNvGrpSpPr/>
          <p:nvPr/>
        </p:nvGrpSpPr>
        <p:grpSpPr>
          <a:xfrm>
            <a:off x="4808954" y="3844159"/>
            <a:ext cx="372844" cy="353610"/>
            <a:chOff x="5071104" y="3796534"/>
            <a:chExt cx="372844" cy="353610"/>
          </a:xfrm>
        </p:grpSpPr>
        <p:sp>
          <p:nvSpPr>
            <p:cNvPr id="18089" name="Google Shape;18089;p91"/>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91"/>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91"/>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91"/>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91"/>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91"/>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91"/>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6" name="Google Shape;18096;p91"/>
          <p:cNvGrpSpPr/>
          <p:nvPr/>
        </p:nvGrpSpPr>
        <p:grpSpPr>
          <a:xfrm>
            <a:off x="7412030" y="3354899"/>
            <a:ext cx="403504" cy="382318"/>
            <a:chOff x="7438201" y="3354899"/>
            <a:chExt cx="403504" cy="382318"/>
          </a:xfrm>
        </p:grpSpPr>
        <p:sp>
          <p:nvSpPr>
            <p:cNvPr id="18097" name="Google Shape;18097;p91"/>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91"/>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91"/>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91"/>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91"/>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91"/>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91"/>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91"/>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91"/>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91"/>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91"/>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91"/>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91"/>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91"/>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91"/>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2" name="Google Shape;18112;p91"/>
          <p:cNvGrpSpPr/>
          <p:nvPr/>
        </p:nvGrpSpPr>
        <p:grpSpPr>
          <a:xfrm>
            <a:off x="5134129" y="2435035"/>
            <a:ext cx="288515" cy="350512"/>
            <a:chOff x="5160300" y="2435035"/>
            <a:chExt cx="288515" cy="350512"/>
          </a:xfrm>
        </p:grpSpPr>
        <p:sp>
          <p:nvSpPr>
            <p:cNvPr id="18113" name="Google Shape;18113;p91"/>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91"/>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91"/>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91"/>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91"/>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91"/>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91"/>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91"/>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91"/>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91"/>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91"/>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91"/>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5" name="Google Shape;18125;p91"/>
          <p:cNvGrpSpPr/>
          <p:nvPr/>
        </p:nvGrpSpPr>
        <p:grpSpPr>
          <a:xfrm>
            <a:off x="5693499" y="3844159"/>
            <a:ext cx="372766" cy="353610"/>
            <a:chOff x="5955648" y="3796534"/>
            <a:chExt cx="372766" cy="353610"/>
          </a:xfrm>
        </p:grpSpPr>
        <p:sp>
          <p:nvSpPr>
            <p:cNvPr id="18126" name="Google Shape;18126;p91"/>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91"/>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91"/>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91"/>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91"/>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91"/>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91"/>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3" name="Google Shape;18133;p91"/>
          <p:cNvGrpSpPr/>
          <p:nvPr/>
        </p:nvGrpSpPr>
        <p:grpSpPr>
          <a:xfrm>
            <a:off x="4629560" y="2446592"/>
            <a:ext cx="372818" cy="327504"/>
            <a:chOff x="4655731" y="2446592"/>
            <a:chExt cx="372818" cy="327504"/>
          </a:xfrm>
        </p:grpSpPr>
        <p:sp>
          <p:nvSpPr>
            <p:cNvPr id="18134" name="Google Shape;18134;p91"/>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91"/>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91"/>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91"/>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91"/>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91"/>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91"/>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91"/>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91"/>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91"/>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91"/>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91"/>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91"/>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91"/>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8" name="Google Shape;18148;p91"/>
          <p:cNvGrpSpPr/>
          <p:nvPr/>
        </p:nvGrpSpPr>
        <p:grpSpPr>
          <a:xfrm>
            <a:off x="7432904" y="2926643"/>
            <a:ext cx="365062" cy="290024"/>
            <a:chOff x="7459075" y="2926643"/>
            <a:chExt cx="365062" cy="290024"/>
          </a:xfrm>
        </p:grpSpPr>
        <p:sp>
          <p:nvSpPr>
            <p:cNvPr id="18149" name="Google Shape;18149;p91"/>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91"/>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91"/>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91"/>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91"/>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91"/>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91"/>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91"/>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91"/>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91"/>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91"/>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91"/>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91"/>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91"/>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91"/>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91"/>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91"/>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91"/>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91"/>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91"/>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91"/>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91"/>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91"/>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2" name="Google Shape;18172;p91"/>
          <p:cNvGrpSpPr/>
          <p:nvPr/>
        </p:nvGrpSpPr>
        <p:grpSpPr>
          <a:xfrm>
            <a:off x="5034235" y="3354899"/>
            <a:ext cx="403582" cy="382344"/>
            <a:chOff x="5060406" y="3354899"/>
            <a:chExt cx="403582" cy="382344"/>
          </a:xfrm>
        </p:grpSpPr>
        <p:sp>
          <p:nvSpPr>
            <p:cNvPr id="18173" name="Google Shape;18173;p91"/>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91"/>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91"/>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91"/>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91"/>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8" name="Google Shape;18178;p91"/>
          <p:cNvGrpSpPr/>
          <p:nvPr/>
        </p:nvGrpSpPr>
        <p:grpSpPr>
          <a:xfrm>
            <a:off x="5509784" y="3354899"/>
            <a:ext cx="403608" cy="382344"/>
            <a:chOff x="5535955" y="3354899"/>
            <a:chExt cx="403608" cy="382344"/>
          </a:xfrm>
        </p:grpSpPr>
        <p:sp>
          <p:nvSpPr>
            <p:cNvPr id="18179" name="Google Shape;18179;p91"/>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91"/>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91"/>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91"/>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91"/>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4" name="Google Shape;18184;p91"/>
          <p:cNvGrpSpPr/>
          <p:nvPr/>
        </p:nvGrpSpPr>
        <p:grpSpPr>
          <a:xfrm>
            <a:off x="7887604" y="3354795"/>
            <a:ext cx="423285" cy="382422"/>
            <a:chOff x="7913775" y="3354795"/>
            <a:chExt cx="423285" cy="382422"/>
          </a:xfrm>
        </p:grpSpPr>
        <p:sp>
          <p:nvSpPr>
            <p:cNvPr id="18185" name="Google Shape;18185;p91"/>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91"/>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91"/>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91"/>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91"/>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91"/>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91"/>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91"/>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91"/>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91"/>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91"/>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91"/>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91"/>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91"/>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9" name="Google Shape;18199;p91"/>
          <p:cNvGrpSpPr/>
          <p:nvPr/>
        </p:nvGrpSpPr>
        <p:grpSpPr>
          <a:xfrm>
            <a:off x="7473194" y="1534536"/>
            <a:ext cx="354807" cy="338357"/>
            <a:chOff x="7499365" y="1534536"/>
            <a:chExt cx="354807" cy="338357"/>
          </a:xfrm>
        </p:grpSpPr>
        <p:sp>
          <p:nvSpPr>
            <p:cNvPr id="18200" name="Google Shape;18200;p91"/>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91"/>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91"/>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91"/>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91"/>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91"/>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91"/>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91"/>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91"/>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91"/>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91"/>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91"/>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91"/>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91"/>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91"/>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91"/>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91"/>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91"/>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91"/>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9" name="Google Shape;18219;p91"/>
          <p:cNvGrpSpPr/>
          <p:nvPr/>
        </p:nvGrpSpPr>
        <p:grpSpPr>
          <a:xfrm>
            <a:off x="3924514" y="3844159"/>
            <a:ext cx="372844" cy="353610"/>
            <a:chOff x="4186663" y="3796534"/>
            <a:chExt cx="372844" cy="353610"/>
          </a:xfrm>
        </p:grpSpPr>
        <p:sp>
          <p:nvSpPr>
            <p:cNvPr id="18220" name="Google Shape;18220;p91"/>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91"/>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91"/>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91"/>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91"/>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5" name="Google Shape;18225;p91"/>
          <p:cNvGrpSpPr/>
          <p:nvPr/>
        </p:nvGrpSpPr>
        <p:grpSpPr>
          <a:xfrm>
            <a:off x="4366747" y="3844159"/>
            <a:ext cx="372740" cy="353610"/>
            <a:chOff x="4628896" y="3796534"/>
            <a:chExt cx="372740" cy="353610"/>
          </a:xfrm>
        </p:grpSpPr>
        <p:sp>
          <p:nvSpPr>
            <p:cNvPr id="18226" name="Google Shape;18226;p91"/>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91"/>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91"/>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91"/>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91"/>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91"/>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91"/>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91"/>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4" name="Google Shape;18234;p91"/>
          <p:cNvGrpSpPr/>
          <p:nvPr/>
        </p:nvGrpSpPr>
        <p:grpSpPr>
          <a:xfrm>
            <a:off x="5251292" y="3844159"/>
            <a:ext cx="372818" cy="353610"/>
            <a:chOff x="5513441" y="3796534"/>
            <a:chExt cx="372818" cy="353610"/>
          </a:xfrm>
        </p:grpSpPr>
        <p:sp>
          <p:nvSpPr>
            <p:cNvPr id="18235" name="Google Shape;18235;p91"/>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91"/>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91"/>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91"/>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91"/>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91"/>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91"/>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91"/>
          <p:cNvGrpSpPr/>
          <p:nvPr/>
        </p:nvGrpSpPr>
        <p:grpSpPr>
          <a:xfrm>
            <a:off x="6460907" y="3354899"/>
            <a:ext cx="403608" cy="382344"/>
            <a:chOff x="6487078" y="3354899"/>
            <a:chExt cx="403608" cy="382344"/>
          </a:xfrm>
        </p:grpSpPr>
        <p:sp>
          <p:nvSpPr>
            <p:cNvPr id="18243" name="Google Shape;18243;p91"/>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91"/>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91"/>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91"/>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91"/>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91"/>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91"/>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91"/>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91"/>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91"/>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3" name="Google Shape;18253;p91"/>
          <p:cNvGrpSpPr/>
          <p:nvPr/>
        </p:nvGrpSpPr>
        <p:grpSpPr>
          <a:xfrm>
            <a:off x="3164680" y="3342484"/>
            <a:ext cx="389684" cy="389684"/>
            <a:chOff x="3190851" y="3342484"/>
            <a:chExt cx="389684" cy="389684"/>
          </a:xfrm>
        </p:grpSpPr>
        <p:sp>
          <p:nvSpPr>
            <p:cNvPr id="18254" name="Google Shape;18254;p91"/>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91"/>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91"/>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91"/>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91"/>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91"/>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91"/>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91"/>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91"/>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91"/>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91"/>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91"/>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91"/>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91"/>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91"/>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91"/>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91"/>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91"/>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91"/>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91"/>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91"/>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91"/>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91"/>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91"/>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91"/>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91"/>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91"/>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91"/>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91"/>
          <p:cNvGrpSpPr/>
          <p:nvPr/>
        </p:nvGrpSpPr>
        <p:grpSpPr>
          <a:xfrm>
            <a:off x="7900956" y="2879845"/>
            <a:ext cx="364515" cy="383619"/>
            <a:chOff x="7927127" y="2879845"/>
            <a:chExt cx="364515" cy="383619"/>
          </a:xfrm>
        </p:grpSpPr>
        <p:sp>
          <p:nvSpPr>
            <p:cNvPr id="18283" name="Google Shape;18283;p91"/>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91"/>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91"/>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91"/>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91"/>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91"/>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91"/>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91"/>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91"/>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91"/>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91"/>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91"/>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91"/>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91"/>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91"/>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91"/>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91"/>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91"/>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91"/>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91"/>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91"/>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91"/>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91"/>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91"/>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91"/>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91"/>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91"/>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91"/>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91"/>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2" name="Google Shape;18312;p91"/>
          <p:cNvGrpSpPr/>
          <p:nvPr/>
        </p:nvGrpSpPr>
        <p:grpSpPr>
          <a:xfrm>
            <a:off x="833111" y="3352531"/>
            <a:ext cx="327426" cy="357826"/>
            <a:chOff x="859281" y="3352531"/>
            <a:chExt cx="327426" cy="357826"/>
          </a:xfrm>
        </p:grpSpPr>
        <p:sp>
          <p:nvSpPr>
            <p:cNvPr id="18313" name="Google Shape;18313;p91"/>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91"/>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91"/>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91"/>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91"/>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91"/>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91"/>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91"/>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91"/>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91"/>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91"/>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91"/>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91"/>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91"/>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91"/>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91"/>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91"/>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91"/>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1" name="Google Shape;18331;p91"/>
          <p:cNvGrpSpPr/>
          <p:nvPr/>
        </p:nvGrpSpPr>
        <p:grpSpPr>
          <a:xfrm>
            <a:off x="1291741" y="3388371"/>
            <a:ext cx="372115" cy="273185"/>
            <a:chOff x="1317912" y="3388371"/>
            <a:chExt cx="372115" cy="273185"/>
          </a:xfrm>
        </p:grpSpPr>
        <p:sp>
          <p:nvSpPr>
            <p:cNvPr id="18332" name="Google Shape;18332;p91"/>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91"/>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91"/>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91"/>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91"/>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91"/>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91"/>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91"/>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91"/>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91"/>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91"/>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91"/>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1"/>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1"/>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91"/>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91"/>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91"/>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91"/>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91"/>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91"/>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91"/>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91"/>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91"/>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91"/>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91"/>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91"/>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1"/>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91"/>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91"/>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91"/>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1"/>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91"/>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91"/>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5" name="Google Shape;18365;p91"/>
          <p:cNvGrpSpPr/>
          <p:nvPr/>
        </p:nvGrpSpPr>
        <p:grpSpPr>
          <a:xfrm>
            <a:off x="2753576" y="1525426"/>
            <a:ext cx="356993" cy="344214"/>
            <a:chOff x="2779747" y="1525426"/>
            <a:chExt cx="356993" cy="344214"/>
          </a:xfrm>
        </p:grpSpPr>
        <p:sp>
          <p:nvSpPr>
            <p:cNvPr id="18366" name="Google Shape;18366;p91"/>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91"/>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91"/>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1"/>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1"/>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1"/>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91"/>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91"/>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91"/>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1"/>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91"/>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91"/>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91"/>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91"/>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1"/>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1"/>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91"/>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91"/>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91"/>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91"/>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91"/>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91"/>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91"/>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91"/>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0" name="Google Shape;18390;p91"/>
          <p:cNvGrpSpPr/>
          <p:nvPr/>
        </p:nvGrpSpPr>
        <p:grpSpPr>
          <a:xfrm>
            <a:off x="3291798" y="1515432"/>
            <a:ext cx="225112" cy="360663"/>
            <a:chOff x="3317969" y="1515432"/>
            <a:chExt cx="225112" cy="360663"/>
          </a:xfrm>
        </p:grpSpPr>
        <p:sp>
          <p:nvSpPr>
            <p:cNvPr id="18391" name="Google Shape;18391;p91"/>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91"/>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91"/>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91"/>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91"/>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91"/>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91"/>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91"/>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91"/>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91"/>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91"/>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91"/>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91"/>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91"/>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1"/>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91"/>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91"/>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91"/>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91"/>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91"/>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91"/>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1"/>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91"/>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91"/>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5" name="Google Shape;18415;p91"/>
          <p:cNvGrpSpPr/>
          <p:nvPr/>
        </p:nvGrpSpPr>
        <p:grpSpPr>
          <a:xfrm>
            <a:off x="3681716" y="1526233"/>
            <a:ext cx="389684" cy="339164"/>
            <a:chOff x="3707887" y="1526233"/>
            <a:chExt cx="389684" cy="339164"/>
          </a:xfrm>
        </p:grpSpPr>
        <p:sp>
          <p:nvSpPr>
            <p:cNvPr id="18416" name="Google Shape;18416;p91"/>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91"/>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91"/>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91"/>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1"/>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1"/>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91"/>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91"/>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91"/>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91"/>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91"/>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1"/>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1"/>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9" name="Google Shape;18429;p91"/>
          <p:cNvGrpSpPr/>
          <p:nvPr/>
        </p:nvGrpSpPr>
        <p:grpSpPr>
          <a:xfrm>
            <a:off x="4634505" y="1985853"/>
            <a:ext cx="346921" cy="346921"/>
            <a:chOff x="4660676" y="1985853"/>
            <a:chExt cx="346921" cy="346921"/>
          </a:xfrm>
        </p:grpSpPr>
        <p:sp>
          <p:nvSpPr>
            <p:cNvPr id="18430" name="Google Shape;18430;p91"/>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91"/>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91"/>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91"/>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91"/>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91"/>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91"/>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91"/>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91"/>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1"/>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91"/>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91"/>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91"/>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91"/>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91"/>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91"/>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91"/>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91"/>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91"/>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91"/>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91"/>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91"/>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91"/>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91"/>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91"/>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91"/>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91"/>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91"/>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91"/>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91"/>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91"/>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91"/>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91"/>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91"/>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91"/>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91"/>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91"/>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91"/>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91"/>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91"/>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91"/>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91"/>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91"/>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3" name="Google Shape;18473;p91"/>
          <p:cNvGrpSpPr/>
          <p:nvPr/>
        </p:nvGrpSpPr>
        <p:grpSpPr>
          <a:xfrm>
            <a:off x="3212675" y="2464342"/>
            <a:ext cx="383177" cy="291976"/>
            <a:chOff x="3238846" y="2464342"/>
            <a:chExt cx="383177" cy="291976"/>
          </a:xfrm>
        </p:grpSpPr>
        <p:sp>
          <p:nvSpPr>
            <p:cNvPr id="18474" name="Google Shape;18474;p91"/>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91"/>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91"/>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91"/>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91"/>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91"/>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91"/>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91"/>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91"/>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91"/>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91"/>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91"/>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91"/>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91"/>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91"/>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91"/>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91"/>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91"/>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2" name="Google Shape;18492;p91"/>
          <p:cNvGrpSpPr/>
          <p:nvPr/>
        </p:nvGrpSpPr>
        <p:grpSpPr>
          <a:xfrm>
            <a:off x="6135687" y="3847218"/>
            <a:ext cx="347434" cy="347434"/>
            <a:chOff x="2775123" y="1408261"/>
            <a:chExt cx="3847554" cy="3847554"/>
          </a:xfrm>
        </p:grpSpPr>
        <p:sp>
          <p:nvSpPr>
            <p:cNvPr id="18493" name="Google Shape;18493;p91"/>
            <p:cNvSpPr/>
            <p:nvPr/>
          </p:nvSpPr>
          <p:spPr>
            <a:xfrm>
              <a:off x="2775123" y="1408261"/>
              <a:ext cx="3847554" cy="3847554"/>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91"/>
            <p:cNvSpPr/>
            <p:nvPr/>
          </p:nvSpPr>
          <p:spPr>
            <a:xfrm>
              <a:off x="2887575" y="1520575"/>
              <a:ext cx="3622913" cy="362291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95" name="Google Shape;18495;p91"/>
            <p:cNvGrpSpPr/>
            <p:nvPr/>
          </p:nvGrpSpPr>
          <p:grpSpPr>
            <a:xfrm>
              <a:off x="3503656" y="1972170"/>
              <a:ext cx="2391038" cy="2719924"/>
              <a:chOff x="1512725" y="258500"/>
              <a:chExt cx="4570900" cy="5199625"/>
            </a:xfrm>
          </p:grpSpPr>
          <p:sp>
            <p:nvSpPr>
              <p:cNvPr id="18496" name="Google Shape;18496;p91"/>
              <p:cNvSpPr/>
              <p:nvPr/>
            </p:nvSpPr>
            <p:spPr>
              <a:xfrm>
                <a:off x="1616300" y="358975"/>
                <a:ext cx="4365375" cy="4995600"/>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91"/>
              <p:cNvSpPr/>
              <p:nvPr/>
            </p:nvSpPr>
            <p:spPr>
              <a:xfrm>
                <a:off x="2197750" y="2419075"/>
                <a:ext cx="229175" cy="204450"/>
              </a:xfrm>
              <a:custGeom>
                <a:rect b="b" l="l" r="r" t="t"/>
                <a:pathLst>
                  <a:path extrusionOk="0" h="8178" w="9167">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9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91"/>
              <p:cNvSpPr/>
              <p:nvPr/>
            </p:nvSpPr>
            <p:spPr>
              <a:xfrm>
                <a:off x="4254425" y="4678500"/>
                <a:ext cx="238150" cy="212225"/>
              </a:xfrm>
              <a:custGeom>
                <a:rect b="b" l="l" r="r" t="t"/>
                <a:pathLst>
                  <a:path extrusionOk="0" h="8489" w="9526">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9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01" name="Google Shape;18501;p91"/>
            <p:cNvSpPr/>
            <p:nvPr/>
          </p:nvSpPr>
          <p:spPr>
            <a:xfrm>
              <a:off x="4465397" y="1520575"/>
              <a:ext cx="2111987" cy="3622915"/>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02" name="Google Shape;18502;p91"/>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06" name="Shape 18506"/>
        <p:cNvGrpSpPr/>
        <p:nvPr/>
      </p:nvGrpSpPr>
      <p:grpSpPr>
        <a:xfrm>
          <a:off x="0" y="0"/>
          <a:ext cx="0" cy="0"/>
          <a:chOff x="0" y="0"/>
          <a:chExt cx="0" cy="0"/>
        </a:xfrm>
      </p:grpSpPr>
      <p:grpSp>
        <p:nvGrpSpPr>
          <p:cNvPr id="18507" name="Google Shape;18507;p92"/>
          <p:cNvGrpSpPr/>
          <p:nvPr/>
        </p:nvGrpSpPr>
        <p:grpSpPr>
          <a:xfrm>
            <a:off x="941736" y="1559475"/>
            <a:ext cx="2625261" cy="2600383"/>
            <a:chOff x="1048350" y="1559475"/>
            <a:chExt cx="2625261" cy="2600383"/>
          </a:xfrm>
        </p:grpSpPr>
        <p:sp>
          <p:nvSpPr>
            <p:cNvPr id="18508" name="Google Shape;18508;p92"/>
            <p:cNvSpPr/>
            <p:nvPr/>
          </p:nvSpPr>
          <p:spPr>
            <a:xfrm>
              <a:off x="199871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92"/>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92"/>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11" name="Google Shape;18511;p92"/>
            <p:cNvGrpSpPr/>
            <p:nvPr/>
          </p:nvGrpSpPr>
          <p:grpSpPr>
            <a:xfrm>
              <a:off x="3214959" y="3616099"/>
              <a:ext cx="197356" cy="197404"/>
              <a:chOff x="4456875" y="1435075"/>
              <a:chExt cx="481825" cy="481825"/>
            </a:xfrm>
          </p:grpSpPr>
          <p:sp>
            <p:nvSpPr>
              <p:cNvPr id="18512" name="Google Shape;18512;p92"/>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13" name="Google Shape;18513;p92"/>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14" name="Google Shape;18514;p92"/>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15" name="Google Shape;18515;p92"/>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16" name="Google Shape;18516;p92"/>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17" name="Google Shape;18517;p92"/>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18" name="Google Shape;18518;p92"/>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19" name="Google Shape;18519;p92"/>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0" name="Google Shape;18520;p92"/>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1" name="Google Shape;18521;p92"/>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2" name="Google Shape;18522;p92"/>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3" name="Google Shape;18523;p92"/>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4" name="Google Shape;18524;p92"/>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5" name="Google Shape;18525;p92"/>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6" name="Google Shape;18526;p92"/>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7" name="Google Shape;18527;p92"/>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8" name="Google Shape;18528;p92"/>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29" name="Google Shape;18529;p92"/>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30" name="Google Shape;18530;p92"/>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8531" name="Google Shape;18531;p92"/>
            <p:cNvGrpSpPr/>
            <p:nvPr/>
          </p:nvGrpSpPr>
          <p:grpSpPr>
            <a:xfrm>
              <a:off x="1310190" y="3616094"/>
              <a:ext cx="199291" cy="197414"/>
              <a:chOff x="5049725" y="1435050"/>
              <a:chExt cx="486550" cy="481850"/>
            </a:xfrm>
          </p:grpSpPr>
          <p:sp>
            <p:nvSpPr>
              <p:cNvPr id="18532" name="Google Shape;18532;p92"/>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33" name="Google Shape;18533;p92"/>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34" name="Google Shape;18534;p92"/>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35" name="Google Shape;18535;p92"/>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8536" name="Google Shape;18536;p92"/>
            <p:cNvGrpSpPr/>
            <p:nvPr/>
          </p:nvGrpSpPr>
          <p:grpSpPr>
            <a:xfrm>
              <a:off x="2263986" y="3617981"/>
              <a:ext cx="193649" cy="193696"/>
              <a:chOff x="6239925" y="2032450"/>
              <a:chExt cx="472775" cy="472775"/>
            </a:xfrm>
          </p:grpSpPr>
          <p:sp>
            <p:nvSpPr>
              <p:cNvPr id="18537" name="Google Shape;18537;p92"/>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38" name="Google Shape;18538;p92"/>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8539" name="Google Shape;18539;p92"/>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40" name="Google Shape;18540;p92"/>
            <p:cNvGrpSpPr/>
            <p:nvPr/>
          </p:nvGrpSpPr>
          <p:grpSpPr>
            <a:xfrm>
              <a:off x="1312952" y="1620834"/>
              <a:ext cx="197386" cy="197404"/>
              <a:chOff x="2685825" y="840375"/>
              <a:chExt cx="481900" cy="481825"/>
            </a:xfrm>
          </p:grpSpPr>
          <p:sp>
            <p:nvSpPr>
              <p:cNvPr id="18541" name="Google Shape;18541;p92"/>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42" name="Google Shape;18542;p92"/>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8543" name="Google Shape;18543;p92"/>
            <p:cNvSpPr/>
            <p:nvPr/>
          </p:nvSpPr>
          <p:spPr>
            <a:xfrm>
              <a:off x="199871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44" name="Google Shape;18544;p92"/>
            <p:cNvGrpSpPr/>
            <p:nvPr/>
          </p:nvGrpSpPr>
          <p:grpSpPr>
            <a:xfrm>
              <a:off x="2258881" y="1620650"/>
              <a:ext cx="203858" cy="197772"/>
              <a:chOff x="3270675" y="841800"/>
              <a:chExt cx="497700" cy="482725"/>
            </a:xfrm>
          </p:grpSpPr>
          <p:sp>
            <p:nvSpPr>
              <p:cNvPr id="18545" name="Google Shape;18545;p92"/>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46" name="Google Shape;18546;p92"/>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47" name="Google Shape;18547;p92"/>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8548" name="Google Shape;18548;p92"/>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49" name="Google Shape;18549;p92"/>
            <p:cNvGrpSpPr/>
            <p:nvPr/>
          </p:nvGrpSpPr>
          <p:grpSpPr>
            <a:xfrm>
              <a:off x="3214958" y="1620862"/>
              <a:ext cx="197356" cy="197404"/>
              <a:chOff x="3271200" y="1435075"/>
              <a:chExt cx="481825" cy="481825"/>
            </a:xfrm>
          </p:grpSpPr>
          <p:sp>
            <p:nvSpPr>
              <p:cNvPr id="18550" name="Google Shape;18550;p92"/>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551" name="Google Shape;18551;p92"/>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8552" name="Google Shape;18552;p92"/>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92"/>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92"/>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92"/>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92"/>
            <p:cNvSpPr/>
            <p:nvPr/>
          </p:nvSpPr>
          <p:spPr>
            <a:xfrm>
              <a:off x="2134225"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92"/>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92"/>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92"/>
            <p:cNvSpPr/>
            <p:nvPr/>
          </p:nvSpPr>
          <p:spPr>
            <a:xfrm>
              <a:off x="2134225"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92"/>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92"/>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sp>
          <p:nvSpPr>
            <p:cNvPr id="18562" name="Google Shape;18562;p92"/>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8563" name="Google Shape;18563;p92"/>
            <p:cNvSpPr txBox="1"/>
            <p:nvPr/>
          </p:nvSpPr>
          <p:spPr>
            <a:xfrm>
              <a:off x="1998710"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8564" name="Google Shape;18564;p92"/>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8565" name="Google Shape;18565;p92"/>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8566" name="Google Shape;18566;p92"/>
            <p:cNvSpPr txBox="1"/>
            <p:nvPr/>
          </p:nvSpPr>
          <p:spPr>
            <a:xfrm>
              <a:off x="199871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8567" name="Google Shape;18567;p92"/>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8568" name="Google Shape;18568;p92"/>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92"/>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92"/>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92"/>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92"/>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92"/>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92"/>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92"/>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92"/>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92"/>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92"/>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92"/>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580" name="Google Shape;18580;p92"/>
            <p:cNvCxnSpPr>
              <a:stCxn id="18568" idx="4"/>
              <a:endCxn id="18574"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8581" name="Google Shape;18581;p92"/>
            <p:cNvCxnSpPr>
              <a:stCxn id="18570" idx="4"/>
              <a:endCxn id="18576"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8582" name="Google Shape;18582;p92"/>
            <p:cNvCxnSpPr>
              <a:stCxn id="18569" idx="4"/>
              <a:endCxn id="18575"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8583" name="Google Shape;18583;p92"/>
            <p:cNvCxnSpPr>
              <a:stCxn id="18571" idx="0"/>
              <a:endCxn id="18577"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8584" name="Google Shape;18584;p92"/>
            <p:cNvCxnSpPr>
              <a:stCxn id="18573" idx="0"/>
              <a:endCxn id="18579"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8585" name="Google Shape;18585;p92"/>
            <p:cNvCxnSpPr>
              <a:stCxn id="18572" idx="0"/>
              <a:endCxn id="18578"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grpSp>
      <p:grpSp>
        <p:nvGrpSpPr>
          <p:cNvPr id="18586" name="Google Shape;18586;p92"/>
          <p:cNvGrpSpPr/>
          <p:nvPr/>
        </p:nvGrpSpPr>
        <p:grpSpPr>
          <a:xfrm>
            <a:off x="3930764" y="1668291"/>
            <a:ext cx="4271500" cy="2382750"/>
            <a:chOff x="4037377" y="1662350"/>
            <a:chExt cx="4271500" cy="2382750"/>
          </a:xfrm>
        </p:grpSpPr>
        <p:sp>
          <p:nvSpPr>
            <p:cNvPr id="18587" name="Google Shape;18587;p92"/>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88" name="Google Shape;18588;p92"/>
            <p:cNvGrpSpPr/>
            <p:nvPr/>
          </p:nvGrpSpPr>
          <p:grpSpPr>
            <a:xfrm>
              <a:off x="6869704" y="3731340"/>
              <a:ext cx="201221" cy="201192"/>
              <a:chOff x="583100" y="3982600"/>
              <a:chExt cx="296175" cy="296175"/>
            </a:xfrm>
          </p:grpSpPr>
          <p:sp>
            <p:nvSpPr>
              <p:cNvPr id="18589" name="Google Shape;18589;p9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9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9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9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9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9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9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96" name="Google Shape;18596;p92"/>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92"/>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8" name="Google Shape;18598;p92"/>
            <p:cNvGrpSpPr/>
            <p:nvPr/>
          </p:nvGrpSpPr>
          <p:grpSpPr>
            <a:xfrm>
              <a:off x="6078082" y="1755032"/>
              <a:ext cx="201221" cy="201192"/>
              <a:chOff x="3497300" y="3227275"/>
              <a:chExt cx="296175" cy="296175"/>
            </a:xfrm>
          </p:grpSpPr>
          <p:sp>
            <p:nvSpPr>
              <p:cNvPr id="18599" name="Google Shape;18599;p9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9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9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9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9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9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9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9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07" name="Google Shape;18607;p92"/>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08" name="Google Shape;18608;p92"/>
            <p:cNvGrpSpPr/>
            <p:nvPr/>
          </p:nvGrpSpPr>
          <p:grpSpPr>
            <a:xfrm>
              <a:off x="7655950" y="1754675"/>
              <a:ext cx="201221" cy="201905"/>
              <a:chOff x="4991425" y="3234750"/>
              <a:chExt cx="296175" cy="297225"/>
            </a:xfrm>
          </p:grpSpPr>
          <p:sp>
            <p:nvSpPr>
              <p:cNvPr id="18609" name="Google Shape;18609;p9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9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9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9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9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9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15" name="Google Shape;18615;p92"/>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92"/>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92"/>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8618" name="Google Shape;18618;p92"/>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8619" name="Google Shape;18619;p92"/>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8620" name="Google Shape;18620;p92"/>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92"/>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92"/>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92"/>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92"/>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92"/>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92"/>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8627" name="Google Shape;18627;p92"/>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92"/>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92"/>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92"/>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92"/>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32" name="Google Shape;18632;p92"/>
            <p:cNvCxnSpPr>
              <a:stCxn id="18621" idx="0"/>
              <a:endCxn id="18627"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8633" name="Google Shape;18633;p92"/>
            <p:cNvCxnSpPr>
              <a:stCxn id="18622" idx="0"/>
              <a:endCxn id="18628"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8634" name="Google Shape;18634;p92"/>
            <p:cNvCxnSpPr>
              <a:stCxn id="18623" idx="0"/>
              <a:endCxn id="18629"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8635" name="Google Shape;18635;p92"/>
            <p:cNvCxnSpPr>
              <a:stCxn id="18624" idx="4"/>
              <a:endCxn id="18630"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8636" name="Google Shape;18636;p92"/>
            <p:cNvCxnSpPr>
              <a:stCxn id="18625" idx="4"/>
              <a:endCxn id="18631"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8637" name="Google Shape;18637;p92"/>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8638" name="Google Shape;18638;p92"/>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8639" name="Google Shape;18639;p92"/>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8640" name="Google Shape;18640;p92"/>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grpSp>
          <p:nvGrpSpPr>
            <p:cNvPr id="18641" name="Google Shape;18641;p92"/>
            <p:cNvGrpSpPr/>
            <p:nvPr/>
          </p:nvGrpSpPr>
          <p:grpSpPr>
            <a:xfrm>
              <a:off x="5307356" y="3748469"/>
              <a:ext cx="206115" cy="206115"/>
              <a:chOff x="1049375" y="2680675"/>
              <a:chExt cx="297725" cy="297725"/>
            </a:xfrm>
          </p:grpSpPr>
          <p:sp>
            <p:nvSpPr>
              <p:cNvPr id="18642" name="Google Shape;18642;p9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9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44" name="Google Shape;18644;p92"/>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8645" name="Google Shape;18645;p92"/>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the smallest planet in the Solar System”</a:t>
              </a:r>
              <a:endParaRPr sz="800">
                <a:solidFill>
                  <a:srgbClr val="A5B7C6"/>
                </a:solidFill>
              </a:endParaRPr>
            </a:p>
          </p:txBody>
        </p:sp>
        <p:sp>
          <p:nvSpPr>
            <p:cNvPr id="18646" name="Google Shape;18646;p92"/>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 planet from the Sun”</a:t>
              </a:r>
              <a:endParaRPr sz="800">
                <a:solidFill>
                  <a:srgbClr val="A5B7C6"/>
                </a:solidFill>
              </a:endParaRPr>
            </a:p>
          </p:txBody>
        </p:sp>
        <p:sp>
          <p:nvSpPr>
            <p:cNvPr id="18647" name="Google Shape;18647;p92"/>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8648" name="Google Shape;18648;p92"/>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grpSp>
          <p:nvGrpSpPr>
            <p:cNvPr id="18649" name="Google Shape;18649;p92"/>
            <p:cNvGrpSpPr/>
            <p:nvPr/>
          </p:nvGrpSpPr>
          <p:grpSpPr>
            <a:xfrm>
              <a:off x="4500213" y="1773492"/>
              <a:ext cx="201221" cy="164272"/>
              <a:chOff x="3860400" y="3254050"/>
              <a:chExt cx="296175" cy="241825"/>
            </a:xfrm>
          </p:grpSpPr>
          <p:sp>
            <p:nvSpPr>
              <p:cNvPr id="18650" name="Google Shape;18650;p9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9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9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9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9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9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9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657" name="Google Shape;18657;p92"/>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61" name="Shape 18661"/>
        <p:cNvGrpSpPr/>
        <p:nvPr/>
      </p:nvGrpSpPr>
      <p:grpSpPr>
        <a:xfrm>
          <a:off x="0" y="0"/>
          <a:ext cx="0" cy="0"/>
          <a:chOff x="0" y="0"/>
          <a:chExt cx="0" cy="0"/>
        </a:xfrm>
      </p:grpSpPr>
      <p:grpSp>
        <p:nvGrpSpPr>
          <p:cNvPr id="18662" name="Google Shape;18662;p93"/>
          <p:cNvGrpSpPr/>
          <p:nvPr/>
        </p:nvGrpSpPr>
        <p:grpSpPr>
          <a:xfrm>
            <a:off x="3425572" y="1727786"/>
            <a:ext cx="4683860" cy="2286200"/>
            <a:chOff x="3439355" y="1746200"/>
            <a:chExt cx="4683860" cy="2286200"/>
          </a:xfrm>
        </p:grpSpPr>
        <p:sp>
          <p:nvSpPr>
            <p:cNvPr id="18663" name="Google Shape;18663;p93"/>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93"/>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65" name="Google Shape;18665;p93"/>
            <p:cNvGrpSpPr/>
            <p:nvPr/>
          </p:nvGrpSpPr>
          <p:grpSpPr>
            <a:xfrm>
              <a:off x="3576486" y="2168116"/>
              <a:ext cx="1443832" cy="1443832"/>
              <a:chOff x="5681300" y="2527788"/>
              <a:chExt cx="805800" cy="805800"/>
            </a:xfrm>
          </p:grpSpPr>
          <p:sp>
            <p:nvSpPr>
              <p:cNvPr id="18666" name="Google Shape;18666;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93"/>
              <p:cNvSpPr/>
              <p:nvPr/>
            </p:nvSpPr>
            <p:spPr>
              <a:xfrm>
                <a:off x="5681300" y="2527788"/>
                <a:ext cx="805800" cy="805800"/>
              </a:xfrm>
              <a:prstGeom prst="pie">
                <a:avLst>
                  <a:gd fmla="val 10800131"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8" name="Google Shape;18668;p93"/>
            <p:cNvGrpSpPr/>
            <p:nvPr/>
          </p:nvGrpSpPr>
          <p:grpSpPr>
            <a:xfrm>
              <a:off x="6240887" y="1783888"/>
              <a:ext cx="626590" cy="626590"/>
              <a:chOff x="5681300" y="2527788"/>
              <a:chExt cx="805800" cy="805800"/>
            </a:xfrm>
          </p:grpSpPr>
          <p:sp>
            <p:nvSpPr>
              <p:cNvPr id="18669" name="Google Shape;18669;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93"/>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71" name="Google Shape;18671;p93"/>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8672" name="Google Shape;18672;p93"/>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3" name="Google Shape;18673;p93"/>
            <p:cNvGrpSpPr/>
            <p:nvPr/>
          </p:nvGrpSpPr>
          <p:grpSpPr>
            <a:xfrm>
              <a:off x="6240887" y="2575988"/>
              <a:ext cx="626590" cy="626590"/>
              <a:chOff x="5681300" y="2527788"/>
              <a:chExt cx="805800" cy="805800"/>
            </a:xfrm>
          </p:grpSpPr>
          <p:sp>
            <p:nvSpPr>
              <p:cNvPr id="18674" name="Google Shape;18674;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93"/>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76" name="Google Shape;18676;p93"/>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“Jupiter is the biggest planet in the entire Solar System”</a:t>
              </a:r>
              <a:endParaRPr sz="800">
                <a:solidFill>
                  <a:srgbClr val="A5B7C6"/>
                </a:solidFill>
              </a:endParaRPr>
            </a:p>
          </p:txBody>
        </p:sp>
        <p:sp>
          <p:nvSpPr>
            <p:cNvPr id="18677" name="Google Shape;18677;p93"/>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8" name="Google Shape;18678;p93"/>
            <p:cNvGrpSpPr/>
            <p:nvPr/>
          </p:nvGrpSpPr>
          <p:grpSpPr>
            <a:xfrm>
              <a:off x="6240887" y="3368088"/>
              <a:ext cx="626590" cy="626590"/>
              <a:chOff x="5681300" y="2527788"/>
              <a:chExt cx="805800" cy="805800"/>
            </a:xfrm>
          </p:grpSpPr>
          <p:sp>
            <p:nvSpPr>
              <p:cNvPr id="18679" name="Google Shape;18679;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93"/>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1" name="Google Shape;18681;p93"/>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8682" name="Google Shape;18682;p93"/>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93"/>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93"/>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85" name="Google Shape;18685;p93"/>
            <p:cNvCxnSpPr>
              <a:stCxn id="18684" idx="6"/>
              <a:endCxn id="18670"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8686" name="Google Shape;18686;p93"/>
            <p:cNvCxnSpPr>
              <a:stCxn id="18684" idx="6"/>
              <a:endCxn id="18680"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8687" name="Google Shape;18687;p93"/>
            <p:cNvCxnSpPr>
              <a:stCxn id="18684" idx="6"/>
              <a:endCxn id="18675"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8688" name="Google Shape;18688;p93"/>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grpSp>
      <p:sp>
        <p:nvSpPr>
          <p:cNvPr id="18689" name="Google Shape;18689;p93"/>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grpSp>
        <p:nvGrpSpPr>
          <p:cNvPr id="18690" name="Google Shape;18690;p93"/>
          <p:cNvGrpSpPr/>
          <p:nvPr/>
        </p:nvGrpSpPr>
        <p:grpSpPr>
          <a:xfrm>
            <a:off x="1034567" y="1585529"/>
            <a:ext cx="1655700" cy="2570712"/>
            <a:chOff x="1048350" y="1585529"/>
            <a:chExt cx="1655700" cy="2570712"/>
          </a:xfrm>
        </p:grpSpPr>
        <p:sp>
          <p:nvSpPr>
            <p:cNvPr id="18691" name="Google Shape;18691;p93"/>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93"/>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93"/>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94" name="Google Shape;18694;p93"/>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18695" name="Google Shape;18695;p93"/>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the smallest planet in the Solar System”</a:t>
              </a:r>
              <a:endParaRPr sz="800">
                <a:solidFill>
                  <a:srgbClr val="A5B7C6"/>
                </a:solidFill>
              </a:endParaRPr>
            </a:p>
          </p:txBody>
        </p:sp>
        <p:cxnSp>
          <p:nvCxnSpPr>
            <p:cNvPr id="18696" name="Google Shape;18696;p93"/>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18697" name="Google Shape;18697;p93"/>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cxnSp>
          <p:nvCxnSpPr>
            <p:cNvPr id="18698" name="Google Shape;18698;p93"/>
            <p:cNvCxnSpPr/>
            <p:nvPr/>
          </p:nvCxnSpPr>
          <p:spPr>
            <a:xfrm>
              <a:off x="1876201" y="2351463"/>
              <a:ext cx="0" cy="220800"/>
            </a:xfrm>
            <a:prstGeom prst="straightConnector1">
              <a:avLst/>
            </a:prstGeom>
            <a:noFill/>
            <a:ln cap="flat" cmpd="sng" w="9525">
              <a:solidFill>
                <a:srgbClr val="D7DFE5"/>
              </a:solidFill>
              <a:prstDash val="solid"/>
              <a:round/>
              <a:headEnd len="med" w="med" type="none"/>
              <a:tailEnd len="med" w="med" type="none"/>
            </a:ln>
          </p:spPr>
        </p:cxnSp>
        <p:grpSp>
          <p:nvGrpSpPr>
            <p:cNvPr id="18699" name="Google Shape;18699;p93"/>
            <p:cNvGrpSpPr/>
            <p:nvPr/>
          </p:nvGrpSpPr>
          <p:grpSpPr>
            <a:xfrm>
              <a:off x="1494592" y="1585529"/>
              <a:ext cx="763219" cy="763219"/>
              <a:chOff x="4049800" y="640400"/>
              <a:chExt cx="858900" cy="858900"/>
            </a:xfrm>
          </p:grpSpPr>
          <p:sp>
            <p:nvSpPr>
              <p:cNvPr id="18700" name="Google Shape;18700;p93"/>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93"/>
              <p:cNvSpPr/>
              <p:nvPr/>
            </p:nvSpPr>
            <p:spPr>
              <a:xfrm>
                <a:off x="4049800" y="640400"/>
                <a:ext cx="858900" cy="858900"/>
              </a:xfrm>
              <a:prstGeom prst="blockArc">
                <a:avLst>
                  <a:gd fmla="val 16133799" name="adj1"/>
                  <a:gd fmla="val 10841788" name="adj2"/>
                  <a:gd fmla="val 11587"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8702" name="Google Shape;18702;p93"/>
            <p:cNvCxnSpPr>
              <a:stCxn id="18700" idx="4"/>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sp>
          <p:nvSpPr>
            <p:cNvPr id="18703" name="Google Shape;18703;p93"/>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07" name="Shape 18707"/>
        <p:cNvGrpSpPr/>
        <p:nvPr/>
      </p:nvGrpSpPr>
      <p:grpSpPr>
        <a:xfrm>
          <a:off x="0" y="0"/>
          <a:ext cx="0" cy="0"/>
          <a:chOff x="0" y="0"/>
          <a:chExt cx="0" cy="0"/>
        </a:xfrm>
      </p:grpSpPr>
      <p:grpSp>
        <p:nvGrpSpPr>
          <p:cNvPr id="18708" name="Google Shape;18708;p94"/>
          <p:cNvGrpSpPr/>
          <p:nvPr/>
        </p:nvGrpSpPr>
        <p:grpSpPr>
          <a:xfrm>
            <a:off x="1049134" y="1799928"/>
            <a:ext cx="356229" cy="295563"/>
            <a:chOff x="1049134" y="1952328"/>
            <a:chExt cx="356229" cy="295563"/>
          </a:xfrm>
        </p:grpSpPr>
        <p:sp>
          <p:nvSpPr>
            <p:cNvPr id="18709" name="Google Shape;18709;p94"/>
            <p:cNvSpPr/>
            <p:nvPr/>
          </p:nvSpPr>
          <p:spPr>
            <a:xfrm>
              <a:off x="1054485" y="1956938"/>
              <a:ext cx="345495" cy="284828"/>
            </a:xfrm>
            <a:custGeom>
              <a:rect b="b" l="l" r="r" t="t"/>
              <a:pathLst>
                <a:path extrusionOk="0" h="8836" w="10718">
                  <a:moveTo>
                    <a:pt x="977" y="0"/>
                  </a:moveTo>
                  <a:cubicBezTo>
                    <a:pt x="430" y="0"/>
                    <a:pt x="1" y="429"/>
                    <a:pt x="1" y="977"/>
                  </a:cubicBezTo>
                  <a:lnTo>
                    <a:pt x="1" y="7859"/>
                  </a:lnTo>
                  <a:cubicBezTo>
                    <a:pt x="1" y="8383"/>
                    <a:pt x="430" y="8835"/>
                    <a:pt x="977" y="8835"/>
                  </a:cubicBezTo>
                  <a:lnTo>
                    <a:pt x="9717" y="8835"/>
                  </a:lnTo>
                  <a:cubicBezTo>
                    <a:pt x="10265" y="8835"/>
                    <a:pt x="10717" y="8383"/>
                    <a:pt x="10717" y="7859"/>
                  </a:cubicBezTo>
                  <a:lnTo>
                    <a:pt x="10717" y="977"/>
                  </a:lnTo>
                  <a:cubicBezTo>
                    <a:pt x="10717" y="429"/>
                    <a:pt x="10265" y="0"/>
                    <a:pt x="97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94"/>
            <p:cNvSpPr/>
            <p:nvPr/>
          </p:nvSpPr>
          <p:spPr>
            <a:xfrm>
              <a:off x="1339314" y="1956938"/>
              <a:ext cx="60666" cy="284828"/>
            </a:xfrm>
            <a:custGeom>
              <a:rect b="b" l="l" r="r" t="t"/>
              <a:pathLst>
                <a:path extrusionOk="0" h="8836" w="1882">
                  <a:moveTo>
                    <a:pt x="0" y="0"/>
                  </a:moveTo>
                  <a:cubicBezTo>
                    <a:pt x="524" y="0"/>
                    <a:pt x="977" y="429"/>
                    <a:pt x="977" y="977"/>
                  </a:cubicBezTo>
                  <a:lnTo>
                    <a:pt x="977" y="7859"/>
                  </a:lnTo>
                  <a:cubicBezTo>
                    <a:pt x="977" y="8383"/>
                    <a:pt x="524" y="8835"/>
                    <a:pt x="0" y="8835"/>
                  </a:cubicBezTo>
                  <a:lnTo>
                    <a:pt x="881" y="8835"/>
                  </a:lnTo>
                  <a:cubicBezTo>
                    <a:pt x="1429" y="8835"/>
                    <a:pt x="1881" y="8383"/>
                    <a:pt x="1881" y="7859"/>
                  </a:cubicBezTo>
                  <a:lnTo>
                    <a:pt x="1881" y="977"/>
                  </a:lnTo>
                  <a:cubicBezTo>
                    <a:pt x="1881" y="429"/>
                    <a:pt x="1429" y="0"/>
                    <a:pt x="881"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94"/>
            <p:cNvSpPr/>
            <p:nvPr/>
          </p:nvSpPr>
          <p:spPr>
            <a:xfrm>
              <a:off x="1054485" y="1956938"/>
              <a:ext cx="345495" cy="55283"/>
            </a:xfrm>
            <a:custGeom>
              <a:rect b="b" l="l" r="r" t="t"/>
              <a:pathLst>
                <a:path extrusionOk="0" h="1715" w="10718">
                  <a:moveTo>
                    <a:pt x="977" y="0"/>
                  </a:moveTo>
                  <a:cubicBezTo>
                    <a:pt x="430" y="0"/>
                    <a:pt x="1" y="453"/>
                    <a:pt x="1" y="977"/>
                  </a:cubicBezTo>
                  <a:lnTo>
                    <a:pt x="1" y="1715"/>
                  </a:lnTo>
                  <a:lnTo>
                    <a:pt x="10670" y="1715"/>
                  </a:lnTo>
                  <a:lnTo>
                    <a:pt x="10670" y="977"/>
                  </a:lnTo>
                  <a:cubicBezTo>
                    <a:pt x="10717" y="453"/>
                    <a:pt x="10265" y="0"/>
                    <a:pt x="9717"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94"/>
            <p:cNvSpPr/>
            <p:nvPr/>
          </p:nvSpPr>
          <p:spPr>
            <a:xfrm>
              <a:off x="1339314" y="1956938"/>
              <a:ext cx="60666" cy="55283"/>
            </a:xfrm>
            <a:custGeom>
              <a:rect b="b" l="l" r="r" t="t"/>
              <a:pathLst>
                <a:path extrusionOk="0" h="1715" w="1882">
                  <a:moveTo>
                    <a:pt x="0" y="0"/>
                  </a:moveTo>
                  <a:cubicBezTo>
                    <a:pt x="524" y="0"/>
                    <a:pt x="977" y="429"/>
                    <a:pt x="977" y="977"/>
                  </a:cubicBezTo>
                  <a:lnTo>
                    <a:pt x="977" y="1715"/>
                  </a:lnTo>
                  <a:lnTo>
                    <a:pt x="1881" y="1715"/>
                  </a:lnTo>
                  <a:lnTo>
                    <a:pt x="1881" y="977"/>
                  </a:lnTo>
                  <a:cubicBezTo>
                    <a:pt x="1881" y="429"/>
                    <a:pt x="1429" y="0"/>
                    <a:pt x="881"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94"/>
            <p:cNvSpPr/>
            <p:nvPr/>
          </p:nvSpPr>
          <p:spPr>
            <a:xfrm>
              <a:off x="1089041" y="2046745"/>
              <a:ext cx="273321" cy="92160"/>
            </a:xfrm>
            <a:custGeom>
              <a:rect b="b" l="l" r="r" t="t"/>
              <a:pathLst>
                <a:path extrusionOk="0" h="2859" w="8479">
                  <a:moveTo>
                    <a:pt x="191" y="0"/>
                  </a:moveTo>
                  <a:cubicBezTo>
                    <a:pt x="72" y="0"/>
                    <a:pt x="1" y="96"/>
                    <a:pt x="1" y="215"/>
                  </a:cubicBezTo>
                  <a:lnTo>
                    <a:pt x="1" y="2668"/>
                  </a:lnTo>
                  <a:cubicBezTo>
                    <a:pt x="1" y="2787"/>
                    <a:pt x="72" y="2858"/>
                    <a:pt x="191" y="2858"/>
                  </a:cubicBezTo>
                  <a:lnTo>
                    <a:pt x="8264" y="2858"/>
                  </a:lnTo>
                  <a:cubicBezTo>
                    <a:pt x="8383" y="2858"/>
                    <a:pt x="8479" y="2787"/>
                    <a:pt x="8479" y="2668"/>
                  </a:cubicBezTo>
                  <a:lnTo>
                    <a:pt x="8479" y="215"/>
                  </a:lnTo>
                  <a:cubicBezTo>
                    <a:pt x="8479" y="96"/>
                    <a:pt x="8383" y="0"/>
                    <a:pt x="826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94"/>
            <p:cNvSpPr/>
            <p:nvPr/>
          </p:nvSpPr>
          <p:spPr>
            <a:xfrm>
              <a:off x="1240288" y="2168045"/>
              <a:ext cx="119785" cy="72948"/>
            </a:xfrm>
            <a:custGeom>
              <a:rect b="b" l="l" r="r" t="t"/>
              <a:pathLst>
                <a:path extrusionOk="0" h="2263" w="3716">
                  <a:moveTo>
                    <a:pt x="214" y="0"/>
                  </a:moveTo>
                  <a:cubicBezTo>
                    <a:pt x="95" y="0"/>
                    <a:pt x="0" y="95"/>
                    <a:pt x="0" y="214"/>
                  </a:cubicBezTo>
                  <a:lnTo>
                    <a:pt x="0" y="2262"/>
                  </a:lnTo>
                  <a:lnTo>
                    <a:pt x="3715" y="2262"/>
                  </a:lnTo>
                  <a:lnTo>
                    <a:pt x="3715" y="214"/>
                  </a:lnTo>
                  <a:cubicBezTo>
                    <a:pt x="3715" y="95"/>
                    <a:pt x="3644" y="0"/>
                    <a:pt x="3525"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94"/>
            <p:cNvSpPr/>
            <p:nvPr/>
          </p:nvSpPr>
          <p:spPr>
            <a:xfrm>
              <a:off x="1087494" y="2045197"/>
              <a:ext cx="201952" cy="92934"/>
            </a:xfrm>
            <a:custGeom>
              <a:rect b="b" l="l" r="r" t="t"/>
              <a:pathLst>
                <a:path extrusionOk="0" h="2883" w="6265">
                  <a:moveTo>
                    <a:pt x="191" y="1"/>
                  </a:moveTo>
                  <a:cubicBezTo>
                    <a:pt x="120" y="25"/>
                    <a:pt x="1" y="120"/>
                    <a:pt x="1" y="239"/>
                  </a:cubicBezTo>
                  <a:lnTo>
                    <a:pt x="1" y="2668"/>
                  </a:lnTo>
                  <a:cubicBezTo>
                    <a:pt x="1" y="2787"/>
                    <a:pt x="96" y="2882"/>
                    <a:pt x="215" y="2882"/>
                  </a:cubicBezTo>
                  <a:lnTo>
                    <a:pt x="3383" y="2882"/>
                  </a:lnTo>
                  <a:lnTo>
                    <a:pt x="626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94"/>
            <p:cNvSpPr/>
            <p:nvPr/>
          </p:nvSpPr>
          <p:spPr>
            <a:xfrm>
              <a:off x="1049134" y="1952328"/>
              <a:ext cx="356229" cy="295563"/>
            </a:xfrm>
            <a:custGeom>
              <a:rect b="b" l="l" r="r" t="t"/>
              <a:pathLst>
                <a:path extrusionOk="0" h="9169" w="11051">
                  <a:moveTo>
                    <a:pt x="9883" y="310"/>
                  </a:moveTo>
                  <a:cubicBezTo>
                    <a:pt x="10336" y="310"/>
                    <a:pt x="10693" y="667"/>
                    <a:pt x="10693" y="1120"/>
                  </a:cubicBezTo>
                  <a:lnTo>
                    <a:pt x="10693" y="1715"/>
                  </a:lnTo>
                  <a:lnTo>
                    <a:pt x="334" y="1715"/>
                  </a:lnTo>
                  <a:lnTo>
                    <a:pt x="334" y="1120"/>
                  </a:lnTo>
                  <a:cubicBezTo>
                    <a:pt x="334" y="667"/>
                    <a:pt x="691" y="310"/>
                    <a:pt x="1143" y="310"/>
                  </a:cubicBezTo>
                  <a:close/>
                  <a:moveTo>
                    <a:pt x="9526" y="6835"/>
                  </a:moveTo>
                  <a:lnTo>
                    <a:pt x="9526" y="8812"/>
                  </a:lnTo>
                  <a:lnTo>
                    <a:pt x="6121" y="8812"/>
                  </a:lnTo>
                  <a:lnTo>
                    <a:pt x="6121" y="6835"/>
                  </a:lnTo>
                  <a:close/>
                  <a:moveTo>
                    <a:pt x="1143" y="0"/>
                  </a:moveTo>
                  <a:cubicBezTo>
                    <a:pt x="524" y="0"/>
                    <a:pt x="0" y="500"/>
                    <a:pt x="0" y="1120"/>
                  </a:cubicBezTo>
                  <a:lnTo>
                    <a:pt x="0" y="6597"/>
                  </a:lnTo>
                  <a:cubicBezTo>
                    <a:pt x="0" y="6704"/>
                    <a:pt x="84" y="6758"/>
                    <a:pt x="167" y="6758"/>
                  </a:cubicBezTo>
                  <a:cubicBezTo>
                    <a:pt x="250" y="6758"/>
                    <a:pt x="334" y="6704"/>
                    <a:pt x="334" y="6597"/>
                  </a:cubicBezTo>
                  <a:lnTo>
                    <a:pt x="334" y="2025"/>
                  </a:lnTo>
                  <a:lnTo>
                    <a:pt x="10693" y="2025"/>
                  </a:lnTo>
                  <a:lnTo>
                    <a:pt x="10693" y="8002"/>
                  </a:lnTo>
                  <a:cubicBezTo>
                    <a:pt x="10693" y="8454"/>
                    <a:pt x="10336" y="8812"/>
                    <a:pt x="9883" y="8812"/>
                  </a:cubicBezTo>
                  <a:lnTo>
                    <a:pt x="9859" y="8812"/>
                  </a:lnTo>
                  <a:lnTo>
                    <a:pt x="9859" y="6692"/>
                  </a:lnTo>
                  <a:cubicBezTo>
                    <a:pt x="9859" y="6597"/>
                    <a:pt x="9812" y="6549"/>
                    <a:pt x="9717" y="6549"/>
                  </a:cubicBezTo>
                  <a:lnTo>
                    <a:pt x="5954" y="6549"/>
                  </a:lnTo>
                  <a:cubicBezTo>
                    <a:pt x="5882" y="6549"/>
                    <a:pt x="5811" y="6597"/>
                    <a:pt x="5811" y="6692"/>
                  </a:cubicBezTo>
                  <a:lnTo>
                    <a:pt x="5811" y="8812"/>
                  </a:lnTo>
                  <a:lnTo>
                    <a:pt x="1143" y="8812"/>
                  </a:lnTo>
                  <a:cubicBezTo>
                    <a:pt x="691" y="8812"/>
                    <a:pt x="334" y="8454"/>
                    <a:pt x="334" y="8002"/>
                  </a:cubicBezTo>
                  <a:lnTo>
                    <a:pt x="334" y="7454"/>
                  </a:lnTo>
                  <a:cubicBezTo>
                    <a:pt x="334" y="7359"/>
                    <a:pt x="250" y="7311"/>
                    <a:pt x="167" y="7311"/>
                  </a:cubicBezTo>
                  <a:cubicBezTo>
                    <a:pt x="84" y="7311"/>
                    <a:pt x="0" y="7359"/>
                    <a:pt x="0" y="7454"/>
                  </a:cubicBezTo>
                  <a:lnTo>
                    <a:pt x="0" y="8026"/>
                  </a:lnTo>
                  <a:cubicBezTo>
                    <a:pt x="0" y="8645"/>
                    <a:pt x="524" y="9169"/>
                    <a:pt x="1143" y="9169"/>
                  </a:cubicBezTo>
                  <a:lnTo>
                    <a:pt x="9907" y="9169"/>
                  </a:lnTo>
                  <a:cubicBezTo>
                    <a:pt x="10550" y="9169"/>
                    <a:pt x="11050" y="8645"/>
                    <a:pt x="11050" y="8026"/>
                  </a:cubicBezTo>
                  <a:lnTo>
                    <a:pt x="11050" y="1143"/>
                  </a:lnTo>
                  <a:cubicBezTo>
                    <a:pt x="11026" y="500"/>
                    <a:pt x="10502" y="0"/>
                    <a:pt x="98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94"/>
            <p:cNvSpPr/>
            <p:nvPr/>
          </p:nvSpPr>
          <p:spPr>
            <a:xfrm>
              <a:off x="1082917" y="1976891"/>
              <a:ext cx="19212" cy="19212"/>
            </a:xfrm>
            <a:custGeom>
              <a:rect b="b" l="l" r="r" t="t"/>
              <a:pathLst>
                <a:path extrusionOk="0" h="596" w="596">
                  <a:moveTo>
                    <a:pt x="310" y="310"/>
                  </a:moveTo>
                  <a:cubicBezTo>
                    <a:pt x="310" y="310"/>
                    <a:pt x="333" y="310"/>
                    <a:pt x="310" y="334"/>
                  </a:cubicBezTo>
                  <a:cubicBezTo>
                    <a:pt x="262" y="310"/>
                    <a:pt x="310" y="310"/>
                    <a:pt x="310" y="310"/>
                  </a:cubicBezTo>
                  <a:close/>
                  <a:moveTo>
                    <a:pt x="310" y="0"/>
                  </a:moveTo>
                  <a:cubicBezTo>
                    <a:pt x="119" y="0"/>
                    <a:pt x="0" y="143"/>
                    <a:pt x="0" y="310"/>
                  </a:cubicBezTo>
                  <a:cubicBezTo>
                    <a:pt x="0" y="477"/>
                    <a:pt x="143" y="596"/>
                    <a:pt x="310" y="596"/>
                  </a:cubicBezTo>
                  <a:cubicBezTo>
                    <a:pt x="453" y="596"/>
                    <a:pt x="595" y="453"/>
                    <a:pt x="595" y="310"/>
                  </a:cubicBezTo>
                  <a:cubicBezTo>
                    <a:pt x="595" y="119"/>
                    <a:pt x="476"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94"/>
            <p:cNvSpPr/>
            <p:nvPr/>
          </p:nvSpPr>
          <p:spPr>
            <a:xfrm>
              <a:off x="1116667" y="1976891"/>
              <a:ext cx="19244" cy="19212"/>
            </a:xfrm>
            <a:custGeom>
              <a:rect b="b" l="l" r="r" t="t"/>
              <a:pathLst>
                <a:path extrusionOk="0" h="596" w="597">
                  <a:moveTo>
                    <a:pt x="271" y="323"/>
                  </a:moveTo>
                  <a:cubicBezTo>
                    <a:pt x="273" y="323"/>
                    <a:pt x="279" y="326"/>
                    <a:pt x="287" y="334"/>
                  </a:cubicBezTo>
                  <a:cubicBezTo>
                    <a:pt x="271" y="334"/>
                    <a:pt x="266" y="323"/>
                    <a:pt x="271" y="323"/>
                  </a:cubicBezTo>
                  <a:close/>
                  <a:moveTo>
                    <a:pt x="287" y="310"/>
                  </a:moveTo>
                  <a:lnTo>
                    <a:pt x="287" y="334"/>
                  </a:lnTo>
                  <a:cubicBezTo>
                    <a:pt x="263" y="310"/>
                    <a:pt x="287" y="310"/>
                    <a:pt x="287" y="310"/>
                  </a:cubicBezTo>
                  <a:close/>
                  <a:moveTo>
                    <a:pt x="287" y="0"/>
                  </a:moveTo>
                  <a:cubicBezTo>
                    <a:pt x="120" y="0"/>
                    <a:pt x="1" y="143"/>
                    <a:pt x="1" y="310"/>
                  </a:cubicBezTo>
                  <a:cubicBezTo>
                    <a:pt x="1" y="477"/>
                    <a:pt x="144" y="596"/>
                    <a:pt x="287" y="596"/>
                  </a:cubicBezTo>
                  <a:cubicBezTo>
                    <a:pt x="477" y="596"/>
                    <a:pt x="596" y="453"/>
                    <a:pt x="596" y="310"/>
                  </a:cubicBezTo>
                  <a:cubicBezTo>
                    <a:pt x="596" y="119"/>
                    <a:pt x="453" y="0"/>
                    <a:pt x="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94"/>
            <p:cNvSpPr/>
            <p:nvPr/>
          </p:nvSpPr>
          <p:spPr>
            <a:xfrm>
              <a:off x="1148934" y="1976891"/>
              <a:ext cx="19212" cy="19212"/>
            </a:xfrm>
            <a:custGeom>
              <a:rect b="b" l="l" r="r" t="t"/>
              <a:pathLst>
                <a:path extrusionOk="0" h="596" w="596">
                  <a:moveTo>
                    <a:pt x="325" y="290"/>
                  </a:moveTo>
                  <a:cubicBezTo>
                    <a:pt x="331" y="290"/>
                    <a:pt x="326" y="317"/>
                    <a:pt x="310" y="334"/>
                  </a:cubicBezTo>
                  <a:cubicBezTo>
                    <a:pt x="286" y="310"/>
                    <a:pt x="310" y="310"/>
                    <a:pt x="310" y="310"/>
                  </a:cubicBezTo>
                  <a:cubicBezTo>
                    <a:pt x="317" y="295"/>
                    <a:pt x="322" y="290"/>
                    <a:pt x="325" y="290"/>
                  </a:cubicBezTo>
                  <a:close/>
                  <a:moveTo>
                    <a:pt x="326" y="323"/>
                  </a:moveTo>
                  <a:cubicBezTo>
                    <a:pt x="331" y="323"/>
                    <a:pt x="326" y="334"/>
                    <a:pt x="310" y="334"/>
                  </a:cubicBezTo>
                  <a:cubicBezTo>
                    <a:pt x="318" y="326"/>
                    <a:pt x="323" y="323"/>
                    <a:pt x="326" y="323"/>
                  </a:cubicBezTo>
                  <a:close/>
                  <a:moveTo>
                    <a:pt x="310" y="0"/>
                  </a:moveTo>
                  <a:cubicBezTo>
                    <a:pt x="119" y="0"/>
                    <a:pt x="0" y="143"/>
                    <a:pt x="0" y="310"/>
                  </a:cubicBezTo>
                  <a:cubicBezTo>
                    <a:pt x="0" y="477"/>
                    <a:pt x="167" y="596"/>
                    <a:pt x="310" y="596"/>
                  </a:cubicBezTo>
                  <a:cubicBezTo>
                    <a:pt x="476" y="596"/>
                    <a:pt x="595" y="453"/>
                    <a:pt x="595" y="310"/>
                  </a:cubicBezTo>
                  <a:cubicBezTo>
                    <a:pt x="595" y="119"/>
                    <a:pt x="476"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94"/>
            <p:cNvSpPr/>
            <p:nvPr/>
          </p:nvSpPr>
          <p:spPr>
            <a:xfrm>
              <a:off x="1083658" y="2042135"/>
              <a:ext cx="284087" cy="102894"/>
            </a:xfrm>
            <a:custGeom>
              <a:rect b="b" l="l" r="r" t="t"/>
              <a:pathLst>
                <a:path extrusionOk="0" h="3192" w="8813">
                  <a:moveTo>
                    <a:pt x="6026" y="310"/>
                  </a:moveTo>
                  <a:lnTo>
                    <a:pt x="3454" y="2858"/>
                  </a:lnTo>
                  <a:lnTo>
                    <a:pt x="310" y="2858"/>
                  </a:lnTo>
                  <a:lnTo>
                    <a:pt x="310" y="310"/>
                  </a:lnTo>
                  <a:close/>
                  <a:moveTo>
                    <a:pt x="168" y="1"/>
                  </a:moveTo>
                  <a:cubicBezTo>
                    <a:pt x="72" y="1"/>
                    <a:pt x="1" y="48"/>
                    <a:pt x="1" y="143"/>
                  </a:cubicBezTo>
                  <a:lnTo>
                    <a:pt x="1" y="3025"/>
                  </a:lnTo>
                  <a:cubicBezTo>
                    <a:pt x="1" y="3120"/>
                    <a:pt x="72" y="3192"/>
                    <a:pt x="168" y="3192"/>
                  </a:cubicBezTo>
                  <a:lnTo>
                    <a:pt x="8669" y="3192"/>
                  </a:lnTo>
                  <a:cubicBezTo>
                    <a:pt x="8765" y="3192"/>
                    <a:pt x="8812" y="3120"/>
                    <a:pt x="8812" y="3025"/>
                  </a:cubicBezTo>
                  <a:lnTo>
                    <a:pt x="8812" y="1691"/>
                  </a:lnTo>
                  <a:cubicBezTo>
                    <a:pt x="8812" y="1596"/>
                    <a:pt x="8735" y="1548"/>
                    <a:pt x="8657" y="1548"/>
                  </a:cubicBezTo>
                  <a:cubicBezTo>
                    <a:pt x="8580" y="1548"/>
                    <a:pt x="8503" y="1596"/>
                    <a:pt x="8503" y="1691"/>
                  </a:cubicBezTo>
                  <a:lnTo>
                    <a:pt x="8503" y="2858"/>
                  </a:lnTo>
                  <a:lnTo>
                    <a:pt x="3906" y="2858"/>
                  </a:lnTo>
                  <a:lnTo>
                    <a:pt x="6455" y="310"/>
                  </a:lnTo>
                  <a:lnTo>
                    <a:pt x="8455" y="310"/>
                  </a:lnTo>
                  <a:lnTo>
                    <a:pt x="8455" y="810"/>
                  </a:lnTo>
                  <a:cubicBezTo>
                    <a:pt x="8503" y="906"/>
                    <a:pt x="8550" y="953"/>
                    <a:pt x="8622" y="977"/>
                  </a:cubicBezTo>
                  <a:cubicBezTo>
                    <a:pt x="8693" y="977"/>
                    <a:pt x="8788" y="929"/>
                    <a:pt x="8788" y="834"/>
                  </a:cubicBezTo>
                  <a:lnTo>
                    <a:pt x="8788" y="143"/>
                  </a:lnTo>
                  <a:cubicBezTo>
                    <a:pt x="8788" y="48"/>
                    <a:pt x="8741" y="1"/>
                    <a:pt x="86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94"/>
            <p:cNvSpPr/>
            <p:nvPr/>
          </p:nvSpPr>
          <p:spPr>
            <a:xfrm>
              <a:off x="1296312" y="2078980"/>
              <a:ext cx="43034" cy="10025"/>
            </a:xfrm>
            <a:custGeom>
              <a:rect b="b" l="l" r="r" t="t"/>
              <a:pathLst>
                <a:path extrusionOk="0" h="311" w="1335">
                  <a:moveTo>
                    <a:pt x="191" y="1"/>
                  </a:moveTo>
                  <a:cubicBezTo>
                    <a:pt x="1" y="1"/>
                    <a:pt x="1" y="310"/>
                    <a:pt x="191" y="310"/>
                  </a:cubicBezTo>
                  <a:lnTo>
                    <a:pt x="1120" y="310"/>
                  </a:lnTo>
                  <a:cubicBezTo>
                    <a:pt x="1334" y="310"/>
                    <a:pt x="1334"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94"/>
            <p:cNvSpPr/>
            <p:nvPr/>
          </p:nvSpPr>
          <p:spPr>
            <a:xfrm>
              <a:off x="1267913" y="2102028"/>
              <a:ext cx="71433" cy="9993"/>
            </a:xfrm>
            <a:custGeom>
              <a:rect b="b" l="l" r="r" t="t"/>
              <a:pathLst>
                <a:path extrusionOk="0" h="310" w="2216">
                  <a:moveTo>
                    <a:pt x="215" y="0"/>
                  </a:moveTo>
                  <a:cubicBezTo>
                    <a:pt x="0" y="0"/>
                    <a:pt x="0" y="310"/>
                    <a:pt x="215" y="310"/>
                  </a:cubicBezTo>
                  <a:lnTo>
                    <a:pt x="2001" y="310"/>
                  </a:lnTo>
                  <a:cubicBezTo>
                    <a:pt x="2215" y="310"/>
                    <a:pt x="2215" y="0"/>
                    <a:pt x="2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94"/>
            <p:cNvSpPr/>
            <p:nvPr/>
          </p:nvSpPr>
          <p:spPr>
            <a:xfrm>
              <a:off x="1081369" y="2163435"/>
              <a:ext cx="127457" cy="9993"/>
            </a:xfrm>
            <a:custGeom>
              <a:rect b="b" l="l" r="r" t="t"/>
              <a:pathLst>
                <a:path extrusionOk="0" h="310" w="3954">
                  <a:moveTo>
                    <a:pt x="191" y="0"/>
                  </a:moveTo>
                  <a:cubicBezTo>
                    <a:pt x="0" y="0"/>
                    <a:pt x="0" y="310"/>
                    <a:pt x="191" y="310"/>
                  </a:cubicBezTo>
                  <a:lnTo>
                    <a:pt x="3739" y="310"/>
                  </a:lnTo>
                  <a:cubicBezTo>
                    <a:pt x="3954" y="310"/>
                    <a:pt x="3954" y="0"/>
                    <a:pt x="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94"/>
            <p:cNvSpPr/>
            <p:nvPr/>
          </p:nvSpPr>
          <p:spPr>
            <a:xfrm>
              <a:off x="1081369" y="2187225"/>
              <a:ext cx="127457" cy="10766"/>
            </a:xfrm>
            <a:custGeom>
              <a:rect b="b" l="l" r="r" t="t"/>
              <a:pathLst>
                <a:path extrusionOk="0" h="334" w="3954">
                  <a:moveTo>
                    <a:pt x="191" y="0"/>
                  </a:moveTo>
                  <a:cubicBezTo>
                    <a:pt x="0" y="0"/>
                    <a:pt x="0" y="334"/>
                    <a:pt x="191" y="334"/>
                  </a:cubicBezTo>
                  <a:lnTo>
                    <a:pt x="3739" y="334"/>
                  </a:lnTo>
                  <a:cubicBezTo>
                    <a:pt x="3954" y="334"/>
                    <a:pt x="3954" y="0"/>
                    <a:pt x="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94"/>
            <p:cNvSpPr/>
            <p:nvPr/>
          </p:nvSpPr>
          <p:spPr>
            <a:xfrm>
              <a:off x="1081369" y="2210241"/>
              <a:ext cx="127457" cy="10799"/>
            </a:xfrm>
            <a:custGeom>
              <a:rect b="b" l="l" r="r" t="t"/>
              <a:pathLst>
                <a:path extrusionOk="0" h="335" w="3954">
                  <a:moveTo>
                    <a:pt x="191" y="1"/>
                  </a:moveTo>
                  <a:cubicBezTo>
                    <a:pt x="0" y="1"/>
                    <a:pt x="0" y="334"/>
                    <a:pt x="191" y="334"/>
                  </a:cubicBezTo>
                  <a:lnTo>
                    <a:pt x="3739" y="334"/>
                  </a:lnTo>
                  <a:cubicBezTo>
                    <a:pt x="3954" y="334"/>
                    <a:pt x="3954" y="1"/>
                    <a:pt x="3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6" name="Google Shape;18726;p94"/>
          <p:cNvGrpSpPr/>
          <p:nvPr/>
        </p:nvGrpSpPr>
        <p:grpSpPr>
          <a:xfrm>
            <a:off x="1770715" y="1823718"/>
            <a:ext cx="361902" cy="245534"/>
            <a:chOff x="1770715" y="1976118"/>
            <a:chExt cx="361902" cy="245534"/>
          </a:xfrm>
        </p:grpSpPr>
        <p:sp>
          <p:nvSpPr>
            <p:cNvPr id="18727" name="Google Shape;18727;p94"/>
            <p:cNvSpPr/>
            <p:nvPr/>
          </p:nvSpPr>
          <p:spPr>
            <a:xfrm>
              <a:off x="1774551" y="1983016"/>
              <a:ext cx="344721" cy="82167"/>
            </a:xfrm>
            <a:custGeom>
              <a:rect b="b" l="l" r="r" t="t"/>
              <a:pathLst>
                <a:path extrusionOk="0" h="2549" w="10694">
                  <a:moveTo>
                    <a:pt x="1287" y="1"/>
                  </a:moveTo>
                  <a:cubicBezTo>
                    <a:pt x="572" y="1"/>
                    <a:pt x="1" y="549"/>
                    <a:pt x="1" y="1263"/>
                  </a:cubicBezTo>
                  <a:cubicBezTo>
                    <a:pt x="1" y="1954"/>
                    <a:pt x="572" y="2549"/>
                    <a:pt x="1287" y="2549"/>
                  </a:cubicBezTo>
                  <a:lnTo>
                    <a:pt x="9408" y="2549"/>
                  </a:lnTo>
                  <a:cubicBezTo>
                    <a:pt x="10122" y="2549"/>
                    <a:pt x="10694" y="1977"/>
                    <a:pt x="10694" y="1263"/>
                  </a:cubicBezTo>
                  <a:cubicBezTo>
                    <a:pt x="10694" y="549"/>
                    <a:pt x="10122" y="1"/>
                    <a:pt x="9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94"/>
            <p:cNvSpPr/>
            <p:nvPr/>
          </p:nvSpPr>
          <p:spPr>
            <a:xfrm>
              <a:off x="2050934" y="1983016"/>
              <a:ext cx="68338" cy="82167"/>
            </a:xfrm>
            <a:custGeom>
              <a:rect b="b" l="l" r="r" t="t"/>
              <a:pathLst>
                <a:path extrusionOk="0" h="2549" w="2120">
                  <a:moveTo>
                    <a:pt x="0" y="1"/>
                  </a:moveTo>
                  <a:cubicBezTo>
                    <a:pt x="691" y="1"/>
                    <a:pt x="1262" y="549"/>
                    <a:pt x="1262" y="1263"/>
                  </a:cubicBezTo>
                  <a:cubicBezTo>
                    <a:pt x="1262" y="1977"/>
                    <a:pt x="691" y="2549"/>
                    <a:pt x="0" y="2549"/>
                  </a:cubicBezTo>
                  <a:lnTo>
                    <a:pt x="834" y="2549"/>
                  </a:lnTo>
                  <a:cubicBezTo>
                    <a:pt x="1548" y="2549"/>
                    <a:pt x="2120" y="1954"/>
                    <a:pt x="2120" y="1263"/>
                  </a:cubicBezTo>
                  <a:cubicBezTo>
                    <a:pt x="2120" y="549"/>
                    <a:pt x="1548" y="1"/>
                    <a:pt x="83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94"/>
            <p:cNvSpPr/>
            <p:nvPr/>
          </p:nvSpPr>
          <p:spPr>
            <a:xfrm>
              <a:off x="2035558" y="2118887"/>
              <a:ext cx="36877" cy="38424"/>
            </a:xfrm>
            <a:custGeom>
              <a:rect b="b" l="l" r="r" t="t"/>
              <a:pathLst>
                <a:path extrusionOk="0" h="1192" w="1144">
                  <a:moveTo>
                    <a:pt x="549" y="1"/>
                  </a:moveTo>
                  <a:lnTo>
                    <a:pt x="1" y="430"/>
                  </a:lnTo>
                  <a:lnTo>
                    <a:pt x="596" y="1192"/>
                  </a:lnTo>
                  <a:lnTo>
                    <a:pt x="1144" y="787"/>
                  </a:lnTo>
                  <a:lnTo>
                    <a:pt x="549" y="1"/>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94"/>
            <p:cNvSpPr/>
            <p:nvPr/>
          </p:nvSpPr>
          <p:spPr>
            <a:xfrm>
              <a:off x="1941915" y="2011415"/>
              <a:ext cx="132067" cy="132840"/>
            </a:xfrm>
            <a:custGeom>
              <a:rect b="b" l="l" r="r" t="t"/>
              <a:pathLst>
                <a:path extrusionOk="0" h="4121" w="4097">
                  <a:moveTo>
                    <a:pt x="2049" y="1"/>
                  </a:moveTo>
                  <a:cubicBezTo>
                    <a:pt x="905" y="1"/>
                    <a:pt x="0" y="930"/>
                    <a:pt x="0" y="2049"/>
                  </a:cubicBezTo>
                  <a:cubicBezTo>
                    <a:pt x="0" y="3192"/>
                    <a:pt x="905" y="4121"/>
                    <a:pt x="2049" y="4121"/>
                  </a:cubicBezTo>
                  <a:cubicBezTo>
                    <a:pt x="3192" y="4121"/>
                    <a:pt x="4097" y="3192"/>
                    <a:pt x="4097" y="2049"/>
                  </a:cubicBezTo>
                  <a:cubicBezTo>
                    <a:pt x="4097" y="930"/>
                    <a:pt x="3192" y="1"/>
                    <a:pt x="2049"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94"/>
            <p:cNvSpPr/>
            <p:nvPr/>
          </p:nvSpPr>
          <p:spPr>
            <a:xfrm>
              <a:off x="1961868" y="2031401"/>
              <a:ext cx="92160" cy="92128"/>
            </a:xfrm>
            <a:custGeom>
              <a:rect b="b" l="l" r="r" t="t"/>
              <a:pathLst>
                <a:path extrusionOk="0" h="2858" w="2859">
                  <a:moveTo>
                    <a:pt x="1430" y="0"/>
                  </a:moveTo>
                  <a:cubicBezTo>
                    <a:pt x="644" y="0"/>
                    <a:pt x="1" y="643"/>
                    <a:pt x="1" y="1429"/>
                  </a:cubicBezTo>
                  <a:cubicBezTo>
                    <a:pt x="1" y="2215"/>
                    <a:pt x="644" y="2858"/>
                    <a:pt x="1430" y="2858"/>
                  </a:cubicBezTo>
                  <a:cubicBezTo>
                    <a:pt x="2215" y="2858"/>
                    <a:pt x="2858" y="2215"/>
                    <a:pt x="2858" y="1429"/>
                  </a:cubicBezTo>
                  <a:cubicBezTo>
                    <a:pt x="2858" y="643"/>
                    <a:pt x="2215" y="0"/>
                    <a:pt x="1430" y="0"/>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94"/>
            <p:cNvSpPr/>
            <p:nvPr/>
          </p:nvSpPr>
          <p:spPr>
            <a:xfrm>
              <a:off x="1993362" y="2032303"/>
              <a:ext cx="66791" cy="91032"/>
            </a:xfrm>
            <a:custGeom>
              <a:rect b="b" l="l" r="r" t="t"/>
              <a:pathLst>
                <a:path extrusionOk="0" h="2824" w="2072">
                  <a:moveTo>
                    <a:pt x="458" y="1"/>
                  </a:moveTo>
                  <a:cubicBezTo>
                    <a:pt x="305" y="1"/>
                    <a:pt x="151" y="23"/>
                    <a:pt x="0" y="67"/>
                  </a:cubicBezTo>
                  <a:cubicBezTo>
                    <a:pt x="286" y="163"/>
                    <a:pt x="500" y="306"/>
                    <a:pt x="691" y="544"/>
                  </a:cubicBezTo>
                  <a:cubicBezTo>
                    <a:pt x="1167" y="1163"/>
                    <a:pt x="1048" y="2068"/>
                    <a:pt x="429" y="2544"/>
                  </a:cubicBezTo>
                  <a:cubicBezTo>
                    <a:pt x="310" y="2639"/>
                    <a:pt x="167" y="2711"/>
                    <a:pt x="0" y="2735"/>
                  </a:cubicBezTo>
                  <a:cubicBezTo>
                    <a:pt x="161" y="2794"/>
                    <a:pt x="326" y="2823"/>
                    <a:pt x="487" y="2823"/>
                  </a:cubicBezTo>
                  <a:cubicBezTo>
                    <a:pt x="780" y="2823"/>
                    <a:pt x="1065" y="2728"/>
                    <a:pt x="1310" y="2544"/>
                  </a:cubicBezTo>
                  <a:cubicBezTo>
                    <a:pt x="1953" y="2044"/>
                    <a:pt x="2072" y="1139"/>
                    <a:pt x="1596" y="544"/>
                  </a:cubicBezTo>
                  <a:cubicBezTo>
                    <a:pt x="1298" y="176"/>
                    <a:pt x="883" y="1"/>
                    <a:pt x="458"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94"/>
            <p:cNvSpPr/>
            <p:nvPr/>
          </p:nvSpPr>
          <p:spPr>
            <a:xfrm>
              <a:off x="2060894" y="2152669"/>
              <a:ext cx="60699" cy="65115"/>
            </a:xfrm>
            <a:custGeom>
              <a:rect b="b" l="l" r="r" t="t"/>
              <a:pathLst>
                <a:path extrusionOk="0" h="2020" w="1883">
                  <a:moveTo>
                    <a:pt x="715" y="1"/>
                  </a:moveTo>
                  <a:lnTo>
                    <a:pt x="1" y="525"/>
                  </a:lnTo>
                  <a:lnTo>
                    <a:pt x="1001" y="1835"/>
                  </a:lnTo>
                  <a:cubicBezTo>
                    <a:pt x="1098" y="1960"/>
                    <a:pt x="1228" y="2020"/>
                    <a:pt x="1362" y="2020"/>
                  </a:cubicBezTo>
                  <a:cubicBezTo>
                    <a:pt x="1457" y="2020"/>
                    <a:pt x="1555" y="1989"/>
                    <a:pt x="1644" y="1930"/>
                  </a:cubicBezTo>
                  <a:cubicBezTo>
                    <a:pt x="1834" y="1787"/>
                    <a:pt x="1882" y="1525"/>
                    <a:pt x="1715" y="1311"/>
                  </a:cubicBezTo>
                  <a:lnTo>
                    <a:pt x="71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94"/>
            <p:cNvSpPr/>
            <p:nvPr/>
          </p:nvSpPr>
          <p:spPr>
            <a:xfrm>
              <a:off x="2045551" y="2136680"/>
              <a:ext cx="46096" cy="38650"/>
            </a:xfrm>
            <a:custGeom>
              <a:rect b="b" l="l" r="r" t="t"/>
              <a:pathLst>
                <a:path extrusionOk="0" h="1199" w="1430">
                  <a:moveTo>
                    <a:pt x="1091" y="1"/>
                  </a:moveTo>
                  <a:cubicBezTo>
                    <a:pt x="1033" y="1"/>
                    <a:pt x="976" y="22"/>
                    <a:pt x="929" y="68"/>
                  </a:cubicBezTo>
                  <a:lnTo>
                    <a:pt x="143" y="664"/>
                  </a:lnTo>
                  <a:cubicBezTo>
                    <a:pt x="24" y="759"/>
                    <a:pt x="0" y="973"/>
                    <a:pt x="96" y="1092"/>
                  </a:cubicBezTo>
                  <a:cubicBezTo>
                    <a:pt x="137" y="1162"/>
                    <a:pt x="227" y="1199"/>
                    <a:pt x="319" y="1199"/>
                  </a:cubicBezTo>
                  <a:cubicBezTo>
                    <a:pt x="385" y="1199"/>
                    <a:pt x="451" y="1180"/>
                    <a:pt x="501" y="1140"/>
                  </a:cubicBezTo>
                  <a:lnTo>
                    <a:pt x="1286" y="544"/>
                  </a:lnTo>
                  <a:cubicBezTo>
                    <a:pt x="1405" y="473"/>
                    <a:pt x="1429" y="259"/>
                    <a:pt x="1334" y="140"/>
                  </a:cubicBezTo>
                  <a:cubicBezTo>
                    <a:pt x="1276" y="52"/>
                    <a:pt x="1182" y="1"/>
                    <a:pt x="1091"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94"/>
            <p:cNvSpPr/>
            <p:nvPr/>
          </p:nvSpPr>
          <p:spPr>
            <a:xfrm>
              <a:off x="1950361" y="2026211"/>
              <a:ext cx="109051" cy="100412"/>
            </a:xfrm>
            <a:custGeom>
              <a:rect b="b" l="l" r="r" t="t"/>
              <a:pathLst>
                <a:path extrusionOk="0" h="3115" w="3383">
                  <a:moveTo>
                    <a:pt x="1810" y="328"/>
                  </a:moveTo>
                  <a:cubicBezTo>
                    <a:pt x="2215" y="328"/>
                    <a:pt x="2572" y="495"/>
                    <a:pt x="2834" y="804"/>
                  </a:cubicBezTo>
                  <a:cubicBezTo>
                    <a:pt x="2977" y="1090"/>
                    <a:pt x="3073" y="1423"/>
                    <a:pt x="3049" y="1757"/>
                  </a:cubicBezTo>
                  <a:cubicBezTo>
                    <a:pt x="3001" y="2066"/>
                    <a:pt x="2834" y="2376"/>
                    <a:pt x="2572" y="2590"/>
                  </a:cubicBezTo>
                  <a:cubicBezTo>
                    <a:pt x="2346" y="2757"/>
                    <a:pt x="2075" y="2839"/>
                    <a:pt x="1807" y="2839"/>
                  </a:cubicBezTo>
                  <a:cubicBezTo>
                    <a:pt x="1425" y="2839"/>
                    <a:pt x="1048" y="2674"/>
                    <a:pt x="810" y="2352"/>
                  </a:cubicBezTo>
                  <a:cubicBezTo>
                    <a:pt x="381" y="1804"/>
                    <a:pt x="477" y="995"/>
                    <a:pt x="1048" y="590"/>
                  </a:cubicBezTo>
                  <a:cubicBezTo>
                    <a:pt x="1286" y="399"/>
                    <a:pt x="1548" y="328"/>
                    <a:pt x="1810" y="328"/>
                  </a:cubicBezTo>
                  <a:close/>
                  <a:moveTo>
                    <a:pt x="1800" y="1"/>
                  </a:moveTo>
                  <a:cubicBezTo>
                    <a:pt x="1465" y="1"/>
                    <a:pt x="1124" y="108"/>
                    <a:pt x="834" y="328"/>
                  </a:cubicBezTo>
                  <a:cubicBezTo>
                    <a:pt x="143" y="852"/>
                    <a:pt x="0" y="1828"/>
                    <a:pt x="548" y="2519"/>
                  </a:cubicBezTo>
                  <a:cubicBezTo>
                    <a:pt x="810" y="2852"/>
                    <a:pt x="1167" y="3067"/>
                    <a:pt x="1572" y="3114"/>
                  </a:cubicBezTo>
                  <a:lnTo>
                    <a:pt x="1787" y="3114"/>
                  </a:lnTo>
                  <a:cubicBezTo>
                    <a:pt x="2144" y="3114"/>
                    <a:pt x="2477" y="2995"/>
                    <a:pt x="2739" y="2781"/>
                  </a:cubicBezTo>
                  <a:cubicBezTo>
                    <a:pt x="3073" y="2519"/>
                    <a:pt x="3287" y="2162"/>
                    <a:pt x="3334" y="1757"/>
                  </a:cubicBezTo>
                  <a:cubicBezTo>
                    <a:pt x="3382" y="1328"/>
                    <a:pt x="3287" y="923"/>
                    <a:pt x="3001" y="590"/>
                  </a:cubicBezTo>
                  <a:cubicBezTo>
                    <a:pt x="2711" y="203"/>
                    <a:pt x="226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94"/>
            <p:cNvSpPr/>
            <p:nvPr/>
          </p:nvSpPr>
          <p:spPr>
            <a:xfrm>
              <a:off x="1985078" y="2046358"/>
              <a:ext cx="50996" cy="21243"/>
            </a:xfrm>
            <a:custGeom>
              <a:rect b="b" l="l" r="r" t="t"/>
              <a:pathLst>
                <a:path extrusionOk="0" h="659" w="1582">
                  <a:moveTo>
                    <a:pt x="723" y="1"/>
                  </a:moveTo>
                  <a:cubicBezTo>
                    <a:pt x="520" y="1"/>
                    <a:pt x="315" y="65"/>
                    <a:pt x="138" y="203"/>
                  </a:cubicBezTo>
                  <a:cubicBezTo>
                    <a:pt x="1" y="301"/>
                    <a:pt x="89" y="495"/>
                    <a:pt x="231" y="495"/>
                  </a:cubicBezTo>
                  <a:cubicBezTo>
                    <a:pt x="261" y="495"/>
                    <a:pt x="295" y="486"/>
                    <a:pt x="329" y="465"/>
                  </a:cubicBezTo>
                  <a:cubicBezTo>
                    <a:pt x="427" y="386"/>
                    <a:pt x="558" y="340"/>
                    <a:pt x="709" y="340"/>
                  </a:cubicBezTo>
                  <a:cubicBezTo>
                    <a:pt x="740" y="340"/>
                    <a:pt x="772" y="342"/>
                    <a:pt x="805" y="346"/>
                  </a:cubicBezTo>
                  <a:cubicBezTo>
                    <a:pt x="971" y="370"/>
                    <a:pt x="1138" y="465"/>
                    <a:pt x="1210" y="584"/>
                  </a:cubicBezTo>
                  <a:cubicBezTo>
                    <a:pt x="1242" y="636"/>
                    <a:pt x="1288" y="658"/>
                    <a:pt x="1334" y="658"/>
                  </a:cubicBezTo>
                  <a:cubicBezTo>
                    <a:pt x="1455" y="658"/>
                    <a:pt x="1582" y="508"/>
                    <a:pt x="1495" y="370"/>
                  </a:cubicBezTo>
                  <a:cubicBezTo>
                    <a:pt x="1300" y="132"/>
                    <a:pt x="1013" y="1"/>
                    <a:pt x="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94"/>
            <p:cNvSpPr/>
            <p:nvPr/>
          </p:nvSpPr>
          <p:spPr>
            <a:xfrm>
              <a:off x="1770715" y="1976118"/>
              <a:ext cx="361902" cy="245534"/>
            </a:xfrm>
            <a:custGeom>
              <a:rect b="b" l="l" r="r" t="t"/>
              <a:pathLst>
                <a:path extrusionOk="0" h="7617" w="11227">
                  <a:moveTo>
                    <a:pt x="8812" y="4763"/>
                  </a:moveTo>
                  <a:lnTo>
                    <a:pt x="9050" y="5097"/>
                  </a:lnTo>
                  <a:lnTo>
                    <a:pt x="8788" y="5287"/>
                  </a:lnTo>
                  <a:lnTo>
                    <a:pt x="8550" y="5002"/>
                  </a:lnTo>
                  <a:cubicBezTo>
                    <a:pt x="8622" y="4978"/>
                    <a:pt x="8669" y="4930"/>
                    <a:pt x="8693" y="4882"/>
                  </a:cubicBezTo>
                  <a:cubicBezTo>
                    <a:pt x="8765" y="4859"/>
                    <a:pt x="8788" y="4811"/>
                    <a:pt x="8812" y="4763"/>
                  </a:cubicBezTo>
                  <a:close/>
                  <a:moveTo>
                    <a:pt x="9608" y="5143"/>
                  </a:moveTo>
                  <a:cubicBezTo>
                    <a:pt x="9660" y="5143"/>
                    <a:pt x="9710" y="5170"/>
                    <a:pt x="9741" y="5216"/>
                  </a:cubicBezTo>
                  <a:cubicBezTo>
                    <a:pt x="9812" y="5263"/>
                    <a:pt x="9765" y="5359"/>
                    <a:pt x="9717" y="5406"/>
                  </a:cubicBezTo>
                  <a:lnTo>
                    <a:pt x="8931" y="6002"/>
                  </a:lnTo>
                  <a:cubicBezTo>
                    <a:pt x="8911" y="6032"/>
                    <a:pt x="8883" y="6045"/>
                    <a:pt x="8853" y="6045"/>
                  </a:cubicBezTo>
                  <a:cubicBezTo>
                    <a:pt x="8812" y="6045"/>
                    <a:pt x="8768" y="6019"/>
                    <a:pt x="8741" y="5978"/>
                  </a:cubicBezTo>
                  <a:cubicBezTo>
                    <a:pt x="8669" y="5930"/>
                    <a:pt x="8693" y="5835"/>
                    <a:pt x="8765" y="5764"/>
                  </a:cubicBezTo>
                  <a:lnTo>
                    <a:pt x="9527" y="5168"/>
                  </a:lnTo>
                  <a:cubicBezTo>
                    <a:pt x="9552" y="5151"/>
                    <a:pt x="9580" y="5143"/>
                    <a:pt x="9608" y="5143"/>
                  </a:cubicBezTo>
                  <a:close/>
                  <a:moveTo>
                    <a:pt x="9741" y="5764"/>
                  </a:moveTo>
                  <a:lnTo>
                    <a:pt x="10598" y="6907"/>
                  </a:lnTo>
                  <a:cubicBezTo>
                    <a:pt x="10646" y="6954"/>
                    <a:pt x="10670" y="7025"/>
                    <a:pt x="10670" y="7120"/>
                  </a:cubicBezTo>
                  <a:lnTo>
                    <a:pt x="10670" y="7120"/>
                  </a:lnTo>
                  <a:cubicBezTo>
                    <a:pt x="10670" y="7096"/>
                    <a:pt x="10668" y="7087"/>
                    <a:pt x="10666" y="7087"/>
                  </a:cubicBezTo>
                  <a:cubicBezTo>
                    <a:pt x="10662" y="7087"/>
                    <a:pt x="10655" y="7131"/>
                    <a:pt x="10662" y="7131"/>
                  </a:cubicBezTo>
                  <a:cubicBezTo>
                    <a:pt x="10664" y="7131"/>
                    <a:pt x="10666" y="7128"/>
                    <a:pt x="10670" y="7121"/>
                  </a:cubicBezTo>
                  <a:lnTo>
                    <a:pt x="10670" y="7121"/>
                  </a:lnTo>
                  <a:cubicBezTo>
                    <a:pt x="10655" y="7271"/>
                    <a:pt x="10517" y="7355"/>
                    <a:pt x="10382" y="7355"/>
                  </a:cubicBezTo>
                  <a:cubicBezTo>
                    <a:pt x="10302" y="7355"/>
                    <a:pt x="10223" y="7326"/>
                    <a:pt x="10170" y="7264"/>
                  </a:cubicBezTo>
                  <a:lnTo>
                    <a:pt x="9289" y="6121"/>
                  </a:lnTo>
                  <a:lnTo>
                    <a:pt x="9741" y="5764"/>
                  </a:lnTo>
                  <a:close/>
                  <a:moveTo>
                    <a:pt x="1430" y="1"/>
                  </a:moveTo>
                  <a:cubicBezTo>
                    <a:pt x="644" y="1"/>
                    <a:pt x="1" y="644"/>
                    <a:pt x="1" y="1429"/>
                  </a:cubicBezTo>
                  <a:cubicBezTo>
                    <a:pt x="1" y="2215"/>
                    <a:pt x="668" y="2858"/>
                    <a:pt x="1430" y="2858"/>
                  </a:cubicBezTo>
                  <a:lnTo>
                    <a:pt x="5192" y="2858"/>
                  </a:lnTo>
                  <a:cubicBezTo>
                    <a:pt x="5121" y="3382"/>
                    <a:pt x="5288" y="3954"/>
                    <a:pt x="5645" y="4430"/>
                  </a:cubicBezTo>
                  <a:cubicBezTo>
                    <a:pt x="6002" y="4906"/>
                    <a:pt x="6526" y="5216"/>
                    <a:pt x="7098" y="5263"/>
                  </a:cubicBezTo>
                  <a:cubicBezTo>
                    <a:pt x="7193" y="5263"/>
                    <a:pt x="7312" y="5287"/>
                    <a:pt x="7383" y="5287"/>
                  </a:cubicBezTo>
                  <a:cubicBezTo>
                    <a:pt x="7717" y="5287"/>
                    <a:pt x="8026" y="5240"/>
                    <a:pt x="8312" y="5097"/>
                  </a:cubicBezTo>
                  <a:lnTo>
                    <a:pt x="8622" y="5454"/>
                  </a:lnTo>
                  <a:cubicBezTo>
                    <a:pt x="8407" y="5597"/>
                    <a:pt x="8384" y="5883"/>
                    <a:pt x="8526" y="6097"/>
                  </a:cubicBezTo>
                  <a:cubicBezTo>
                    <a:pt x="8622" y="6216"/>
                    <a:pt x="8765" y="6288"/>
                    <a:pt x="8884" y="6288"/>
                  </a:cubicBezTo>
                  <a:cubicBezTo>
                    <a:pt x="8931" y="6288"/>
                    <a:pt x="9003" y="6288"/>
                    <a:pt x="9050" y="6240"/>
                  </a:cubicBezTo>
                  <a:lnTo>
                    <a:pt x="9908" y="7383"/>
                  </a:lnTo>
                  <a:cubicBezTo>
                    <a:pt x="10035" y="7548"/>
                    <a:pt x="10197" y="7617"/>
                    <a:pt x="10358" y="7617"/>
                  </a:cubicBezTo>
                  <a:cubicBezTo>
                    <a:pt x="10800" y="7617"/>
                    <a:pt x="11227" y="7099"/>
                    <a:pt x="10860" y="6645"/>
                  </a:cubicBezTo>
                  <a:lnTo>
                    <a:pt x="10003" y="5502"/>
                  </a:lnTo>
                  <a:cubicBezTo>
                    <a:pt x="10074" y="5454"/>
                    <a:pt x="10098" y="5359"/>
                    <a:pt x="10098" y="5263"/>
                  </a:cubicBezTo>
                  <a:cubicBezTo>
                    <a:pt x="10122" y="5144"/>
                    <a:pt x="10074" y="5025"/>
                    <a:pt x="10003" y="4930"/>
                  </a:cubicBezTo>
                  <a:cubicBezTo>
                    <a:pt x="9920" y="4819"/>
                    <a:pt x="9780" y="4757"/>
                    <a:pt x="9640" y="4757"/>
                  </a:cubicBezTo>
                  <a:cubicBezTo>
                    <a:pt x="9540" y="4757"/>
                    <a:pt x="9440" y="4789"/>
                    <a:pt x="9360" y="4859"/>
                  </a:cubicBezTo>
                  <a:lnTo>
                    <a:pt x="9050" y="4501"/>
                  </a:lnTo>
                  <a:cubicBezTo>
                    <a:pt x="9169" y="4335"/>
                    <a:pt x="9289" y="4168"/>
                    <a:pt x="9360" y="3978"/>
                  </a:cubicBezTo>
                  <a:cubicBezTo>
                    <a:pt x="9423" y="3867"/>
                    <a:pt x="9309" y="3768"/>
                    <a:pt x="9197" y="3768"/>
                  </a:cubicBezTo>
                  <a:cubicBezTo>
                    <a:pt x="9140" y="3768"/>
                    <a:pt x="9083" y="3794"/>
                    <a:pt x="9050" y="3858"/>
                  </a:cubicBezTo>
                  <a:cubicBezTo>
                    <a:pt x="8931" y="4168"/>
                    <a:pt x="8717" y="4406"/>
                    <a:pt x="8479" y="4573"/>
                  </a:cubicBezTo>
                  <a:cubicBezTo>
                    <a:pt x="8146" y="4843"/>
                    <a:pt x="7722" y="4987"/>
                    <a:pt x="7286" y="4987"/>
                  </a:cubicBezTo>
                  <a:cubicBezTo>
                    <a:pt x="7224" y="4987"/>
                    <a:pt x="7161" y="4984"/>
                    <a:pt x="7098" y="4978"/>
                  </a:cubicBezTo>
                  <a:cubicBezTo>
                    <a:pt x="6597" y="4906"/>
                    <a:pt x="6145" y="4644"/>
                    <a:pt x="5835" y="4263"/>
                  </a:cubicBezTo>
                  <a:cubicBezTo>
                    <a:pt x="5216" y="3430"/>
                    <a:pt x="5359" y="2263"/>
                    <a:pt x="6193" y="1596"/>
                  </a:cubicBezTo>
                  <a:cubicBezTo>
                    <a:pt x="6538" y="1340"/>
                    <a:pt x="6945" y="1214"/>
                    <a:pt x="7348" y="1214"/>
                  </a:cubicBezTo>
                  <a:cubicBezTo>
                    <a:pt x="7919" y="1214"/>
                    <a:pt x="8483" y="1465"/>
                    <a:pt x="8860" y="1953"/>
                  </a:cubicBezTo>
                  <a:cubicBezTo>
                    <a:pt x="9098" y="2263"/>
                    <a:pt x="9241" y="2644"/>
                    <a:pt x="9241" y="3025"/>
                  </a:cubicBezTo>
                  <a:cubicBezTo>
                    <a:pt x="9241" y="3132"/>
                    <a:pt x="9324" y="3186"/>
                    <a:pt x="9408" y="3186"/>
                  </a:cubicBezTo>
                  <a:cubicBezTo>
                    <a:pt x="9491" y="3186"/>
                    <a:pt x="9574" y="3132"/>
                    <a:pt x="9574" y="3025"/>
                  </a:cubicBezTo>
                  <a:lnTo>
                    <a:pt x="9574" y="2882"/>
                  </a:lnTo>
                  <a:cubicBezTo>
                    <a:pt x="10336" y="2882"/>
                    <a:pt x="11003" y="2263"/>
                    <a:pt x="11003" y="1453"/>
                  </a:cubicBezTo>
                  <a:cubicBezTo>
                    <a:pt x="11003" y="644"/>
                    <a:pt x="10336" y="1"/>
                    <a:pt x="9574" y="1"/>
                  </a:cubicBezTo>
                  <a:lnTo>
                    <a:pt x="2835" y="1"/>
                  </a:lnTo>
                  <a:cubicBezTo>
                    <a:pt x="2620" y="1"/>
                    <a:pt x="2620" y="334"/>
                    <a:pt x="2835" y="334"/>
                  </a:cubicBezTo>
                  <a:lnTo>
                    <a:pt x="9574" y="334"/>
                  </a:lnTo>
                  <a:cubicBezTo>
                    <a:pt x="10193" y="334"/>
                    <a:pt x="10694" y="834"/>
                    <a:pt x="10694" y="1453"/>
                  </a:cubicBezTo>
                  <a:cubicBezTo>
                    <a:pt x="10694" y="1453"/>
                    <a:pt x="10214" y="2550"/>
                    <a:pt x="9612" y="2550"/>
                  </a:cubicBezTo>
                  <a:cubicBezTo>
                    <a:pt x="9600" y="2550"/>
                    <a:pt x="9587" y="2550"/>
                    <a:pt x="9574" y="2549"/>
                  </a:cubicBezTo>
                  <a:lnTo>
                    <a:pt x="9503" y="2549"/>
                  </a:lnTo>
                  <a:cubicBezTo>
                    <a:pt x="9455" y="2287"/>
                    <a:pt x="9289" y="2025"/>
                    <a:pt x="9122" y="1787"/>
                  </a:cubicBezTo>
                  <a:cubicBezTo>
                    <a:pt x="8683" y="1221"/>
                    <a:pt x="8010" y="915"/>
                    <a:pt x="7335" y="915"/>
                  </a:cubicBezTo>
                  <a:cubicBezTo>
                    <a:pt x="6874" y="915"/>
                    <a:pt x="6413" y="1058"/>
                    <a:pt x="6026" y="1358"/>
                  </a:cubicBezTo>
                  <a:cubicBezTo>
                    <a:pt x="5597" y="1668"/>
                    <a:pt x="5335" y="2120"/>
                    <a:pt x="5216" y="2596"/>
                  </a:cubicBezTo>
                  <a:lnTo>
                    <a:pt x="1406" y="2596"/>
                  </a:lnTo>
                  <a:cubicBezTo>
                    <a:pt x="787" y="2596"/>
                    <a:pt x="310" y="1453"/>
                    <a:pt x="310" y="1453"/>
                  </a:cubicBezTo>
                  <a:cubicBezTo>
                    <a:pt x="310" y="834"/>
                    <a:pt x="811" y="310"/>
                    <a:pt x="1430" y="310"/>
                  </a:cubicBezTo>
                  <a:lnTo>
                    <a:pt x="1858" y="310"/>
                  </a:lnTo>
                  <a:cubicBezTo>
                    <a:pt x="2073" y="310"/>
                    <a:pt x="2073" y="1"/>
                    <a:pt x="1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94"/>
            <p:cNvSpPr/>
            <p:nvPr/>
          </p:nvSpPr>
          <p:spPr>
            <a:xfrm>
              <a:off x="1816005" y="2018346"/>
              <a:ext cx="107504" cy="10766"/>
            </a:xfrm>
            <a:custGeom>
              <a:rect b="b" l="l" r="r" t="t"/>
              <a:pathLst>
                <a:path extrusionOk="0" h="334" w="3335">
                  <a:moveTo>
                    <a:pt x="144" y="0"/>
                  </a:moveTo>
                  <a:cubicBezTo>
                    <a:pt x="72" y="24"/>
                    <a:pt x="1" y="96"/>
                    <a:pt x="1" y="167"/>
                  </a:cubicBezTo>
                  <a:cubicBezTo>
                    <a:pt x="1" y="262"/>
                    <a:pt x="72" y="334"/>
                    <a:pt x="144" y="334"/>
                  </a:cubicBezTo>
                  <a:lnTo>
                    <a:pt x="3121" y="334"/>
                  </a:lnTo>
                  <a:cubicBezTo>
                    <a:pt x="3335" y="334"/>
                    <a:pt x="3335" y="0"/>
                    <a:pt x="3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9" name="Google Shape;18739;p94"/>
          <p:cNvGrpSpPr/>
          <p:nvPr/>
        </p:nvGrpSpPr>
        <p:grpSpPr>
          <a:xfrm>
            <a:off x="2523048" y="1775365"/>
            <a:ext cx="359291" cy="343174"/>
            <a:chOff x="2523048" y="1927765"/>
            <a:chExt cx="359291" cy="343174"/>
          </a:xfrm>
        </p:grpSpPr>
        <p:sp>
          <p:nvSpPr>
            <p:cNvPr id="18740" name="Google Shape;18740;p94"/>
            <p:cNvSpPr/>
            <p:nvPr/>
          </p:nvSpPr>
          <p:spPr>
            <a:xfrm>
              <a:off x="2664269" y="2187998"/>
              <a:ext cx="58378" cy="53768"/>
            </a:xfrm>
            <a:custGeom>
              <a:rect b="b" l="l" r="r" t="t"/>
              <a:pathLst>
                <a:path extrusionOk="0" h="1668" w="1811">
                  <a:moveTo>
                    <a:pt x="1" y="0"/>
                  </a:moveTo>
                  <a:lnTo>
                    <a:pt x="1" y="1667"/>
                  </a:lnTo>
                  <a:lnTo>
                    <a:pt x="1811" y="1667"/>
                  </a:lnTo>
                  <a:lnTo>
                    <a:pt x="1811"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94"/>
            <p:cNvSpPr/>
            <p:nvPr/>
          </p:nvSpPr>
          <p:spPr>
            <a:xfrm>
              <a:off x="2618238" y="2241734"/>
              <a:ext cx="152020" cy="25369"/>
            </a:xfrm>
            <a:custGeom>
              <a:rect b="b" l="l" r="r" t="t"/>
              <a:pathLst>
                <a:path extrusionOk="0" h="787" w="4716">
                  <a:moveTo>
                    <a:pt x="429" y="0"/>
                  </a:moveTo>
                  <a:cubicBezTo>
                    <a:pt x="214" y="0"/>
                    <a:pt x="71" y="191"/>
                    <a:pt x="24" y="358"/>
                  </a:cubicBezTo>
                  <a:cubicBezTo>
                    <a:pt x="0" y="596"/>
                    <a:pt x="191" y="786"/>
                    <a:pt x="429" y="786"/>
                  </a:cubicBezTo>
                  <a:lnTo>
                    <a:pt x="4287" y="786"/>
                  </a:lnTo>
                  <a:cubicBezTo>
                    <a:pt x="4501" y="786"/>
                    <a:pt x="4644" y="619"/>
                    <a:pt x="4668" y="429"/>
                  </a:cubicBezTo>
                  <a:cubicBezTo>
                    <a:pt x="4715" y="191"/>
                    <a:pt x="4525" y="0"/>
                    <a:pt x="4287"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94"/>
            <p:cNvSpPr/>
            <p:nvPr/>
          </p:nvSpPr>
          <p:spPr>
            <a:xfrm>
              <a:off x="2728771" y="2241734"/>
              <a:ext cx="41486" cy="25369"/>
            </a:xfrm>
            <a:custGeom>
              <a:rect b="b" l="l" r="r" t="t"/>
              <a:pathLst>
                <a:path extrusionOk="0" h="787" w="1287">
                  <a:moveTo>
                    <a:pt x="0" y="0"/>
                  </a:moveTo>
                  <a:cubicBezTo>
                    <a:pt x="215" y="0"/>
                    <a:pt x="381" y="191"/>
                    <a:pt x="381" y="381"/>
                  </a:cubicBezTo>
                  <a:cubicBezTo>
                    <a:pt x="381" y="596"/>
                    <a:pt x="215" y="786"/>
                    <a:pt x="0" y="786"/>
                  </a:cubicBezTo>
                  <a:lnTo>
                    <a:pt x="881" y="786"/>
                  </a:lnTo>
                  <a:cubicBezTo>
                    <a:pt x="1072" y="786"/>
                    <a:pt x="1239" y="619"/>
                    <a:pt x="1239" y="429"/>
                  </a:cubicBezTo>
                  <a:cubicBezTo>
                    <a:pt x="1286" y="191"/>
                    <a:pt x="1096" y="0"/>
                    <a:pt x="858"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94"/>
            <p:cNvSpPr/>
            <p:nvPr/>
          </p:nvSpPr>
          <p:spPr>
            <a:xfrm>
              <a:off x="2528399" y="1944656"/>
              <a:ext cx="330892" cy="247984"/>
            </a:xfrm>
            <a:custGeom>
              <a:rect b="b" l="l" r="r" t="t"/>
              <a:pathLst>
                <a:path extrusionOk="0" h="7693" w="10265">
                  <a:moveTo>
                    <a:pt x="739" y="0"/>
                  </a:moveTo>
                  <a:cubicBezTo>
                    <a:pt x="310" y="0"/>
                    <a:pt x="1" y="310"/>
                    <a:pt x="1" y="738"/>
                  </a:cubicBezTo>
                  <a:lnTo>
                    <a:pt x="1" y="6954"/>
                  </a:lnTo>
                  <a:cubicBezTo>
                    <a:pt x="1" y="7383"/>
                    <a:pt x="310" y="7692"/>
                    <a:pt x="739" y="7692"/>
                  </a:cubicBezTo>
                  <a:lnTo>
                    <a:pt x="9527" y="7692"/>
                  </a:lnTo>
                  <a:cubicBezTo>
                    <a:pt x="9931" y="7692"/>
                    <a:pt x="10265" y="7383"/>
                    <a:pt x="10265" y="6954"/>
                  </a:cubicBezTo>
                  <a:lnTo>
                    <a:pt x="10265" y="5906"/>
                  </a:lnTo>
                  <a:lnTo>
                    <a:pt x="10265" y="5406"/>
                  </a:lnTo>
                  <a:lnTo>
                    <a:pt x="10265" y="738"/>
                  </a:lnTo>
                  <a:cubicBezTo>
                    <a:pt x="10265" y="310"/>
                    <a:pt x="9931" y="0"/>
                    <a:pt x="952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94"/>
            <p:cNvSpPr/>
            <p:nvPr/>
          </p:nvSpPr>
          <p:spPr>
            <a:xfrm>
              <a:off x="2807070" y="1944656"/>
              <a:ext cx="52221" cy="247984"/>
            </a:xfrm>
            <a:custGeom>
              <a:rect b="b" l="l" r="r" t="t"/>
              <a:pathLst>
                <a:path extrusionOk="0" h="7693" w="1620">
                  <a:moveTo>
                    <a:pt x="0" y="0"/>
                  </a:moveTo>
                  <a:cubicBezTo>
                    <a:pt x="405" y="0"/>
                    <a:pt x="715" y="310"/>
                    <a:pt x="715" y="738"/>
                  </a:cubicBezTo>
                  <a:lnTo>
                    <a:pt x="715" y="5406"/>
                  </a:lnTo>
                  <a:lnTo>
                    <a:pt x="715" y="5906"/>
                  </a:lnTo>
                  <a:lnTo>
                    <a:pt x="715" y="6954"/>
                  </a:lnTo>
                  <a:cubicBezTo>
                    <a:pt x="715" y="7359"/>
                    <a:pt x="381" y="7692"/>
                    <a:pt x="0" y="7692"/>
                  </a:cubicBezTo>
                  <a:lnTo>
                    <a:pt x="882" y="7692"/>
                  </a:lnTo>
                  <a:cubicBezTo>
                    <a:pt x="1286" y="7692"/>
                    <a:pt x="1620" y="7359"/>
                    <a:pt x="1620" y="6954"/>
                  </a:cubicBezTo>
                  <a:lnTo>
                    <a:pt x="1620" y="5906"/>
                  </a:lnTo>
                  <a:lnTo>
                    <a:pt x="1620" y="5406"/>
                  </a:lnTo>
                  <a:lnTo>
                    <a:pt x="1620" y="738"/>
                  </a:lnTo>
                  <a:cubicBezTo>
                    <a:pt x="1620" y="310"/>
                    <a:pt x="1286" y="0"/>
                    <a:pt x="88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94"/>
            <p:cNvSpPr/>
            <p:nvPr/>
          </p:nvSpPr>
          <p:spPr>
            <a:xfrm>
              <a:off x="2717263" y="2012189"/>
              <a:ext cx="108245" cy="86777"/>
            </a:xfrm>
            <a:custGeom>
              <a:rect b="b" l="l" r="r" t="t"/>
              <a:pathLst>
                <a:path extrusionOk="0" h="2692" w="3358">
                  <a:moveTo>
                    <a:pt x="0" y="1"/>
                  </a:moveTo>
                  <a:lnTo>
                    <a:pt x="0" y="2692"/>
                  </a:lnTo>
                  <a:lnTo>
                    <a:pt x="3358" y="2692"/>
                  </a:lnTo>
                  <a:lnTo>
                    <a:pt x="3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94"/>
            <p:cNvSpPr/>
            <p:nvPr/>
          </p:nvSpPr>
          <p:spPr>
            <a:xfrm>
              <a:off x="2529172" y="2135036"/>
              <a:ext cx="330119" cy="57604"/>
            </a:xfrm>
            <a:custGeom>
              <a:rect b="b" l="l" r="r" t="t"/>
              <a:pathLst>
                <a:path extrusionOk="0" h="1787" w="10241">
                  <a:moveTo>
                    <a:pt x="1" y="0"/>
                  </a:moveTo>
                  <a:lnTo>
                    <a:pt x="1" y="1048"/>
                  </a:lnTo>
                  <a:cubicBezTo>
                    <a:pt x="1" y="1477"/>
                    <a:pt x="334" y="1786"/>
                    <a:pt x="739" y="1786"/>
                  </a:cubicBezTo>
                  <a:lnTo>
                    <a:pt x="9503" y="1786"/>
                  </a:lnTo>
                  <a:cubicBezTo>
                    <a:pt x="9907" y="1786"/>
                    <a:pt x="10241" y="1477"/>
                    <a:pt x="10241" y="1048"/>
                  </a:cubicBezTo>
                  <a:lnTo>
                    <a:pt x="10241"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94"/>
            <p:cNvSpPr/>
            <p:nvPr/>
          </p:nvSpPr>
          <p:spPr>
            <a:xfrm>
              <a:off x="2807070" y="2135036"/>
              <a:ext cx="52221" cy="57604"/>
            </a:xfrm>
            <a:custGeom>
              <a:rect b="b" l="l" r="r" t="t"/>
              <a:pathLst>
                <a:path extrusionOk="0" h="1787" w="1620">
                  <a:moveTo>
                    <a:pt x="715" y="0"/>
                  </a:moveTo>
                  <a:lnTo>
                    <a:pt x="715" y="1048"/>
                  </a:lnTo>
                  <a:cubicBezTo>
                    <a:pt x="715" y="1477"/>
                    <a:pt x="381" y="1786"/>
                    <a:pt x="0" y="1786"/>
                  </a:cubicBezTo>
                  <a:lnTo>
                    <a:pt x="882" y="1786"/>
                  </a:lnTo>
                  <a:cubicBezTo>
                    <a:pt x="1286" y="1786"/>
                    <a:pt x="1620" y="1477"/>
                    <a:pt x="1620" y="1048"/>
                  </a:cubicBezTo>
                  <a:lnTo>
                    <a:pt x="162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94"/>
            <p:cNvSpPr/>
            <p:nvPr/>
          </p:nvSpPr>
          <p:spPr>
            <a:xfrm>
              <a:off x="2524563" y="1927765"/>
              <a:ext cx="32" cy="32"/>
            </a:xfrm>
            <a:custGeom>
              <a:rect b="b" l="l" r="r" t="t"/>
              <a:pathLst>
                <a:path extrusionOk="0" h="1" w="1">
                  <a:moveTo>
                    <a:pt x="1" y="0"/>
                  </a:move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94"/>
            <p:cNvSpPr/>
            <p:nvPr/>
          </p:nvSpPr>
          <p:spPr>
            <a:xfrm>
              <a:off x="2816289" y="2088650"/>
              <a:ext cx="58378" cy="69466"/>
            </a:xfrm>
            <a:custGeom>
              <a:rect b="b" l="l" r="r" t="t"/>
              <a:pathLst>
                <a:path extrusionOk="0" h="2155" w="1811">
                  <a:moveTo>
                    <a:pt x="91" y="1"/>
                  </a:moveTo>
                  <a:cubicBezTo>
                    <a:pt x="48" y="1"/>
                    <a:pt x="18" y="23"/>
                    <a:pt x="0" y="58"/>
                  </a:cubicBezTo>
                  <a:lnTo>
                    <a:pt x="0" y="2082"/>
                  </a:lnTo>
                  <a:cubicBezTo>
                    <a:pt x="0" y="2128"/>
                    <a:pt x="40" y="2154"/>
                    <a:pt x="81" y="2154"/>
                  </a:cubicBezTo>
                  <a:cubicBezTo>
                    <a:pt x="103" y="2154"/>
                    <a:pt x="126" y="2147"/>
                    <a:pt x="143" y="2130"/>
                  </a:cubicBezTo>
                  <a:lnTo>
                    <a:pt x="667" y="1391"/>
                  </a:lnTo>
                  <a:cubicBezTo>
                    <a:pt x="667" y="1391"/>
                    <a:pt x="691" y="1368"/>
                    <a:pt x="738" y="1368"/>
                  </a:cubicBezTo>
                  <a:lnTo>
                    <a:pt x="1691" y="1368"/>
                  </a:lnTo>
                  <a:cubicBezTo>
                    <a:pt x="1786" y="1368"/>
                    <a:pt x="1810" y="1249"/>
                    <a:pt x="1739" y="1201"/>
                  </a:cubicBezTo>
                  <a:lnTo>
                    <a:pt x="143" y="10"/>
                  </a:lnTo>
                  <a:cubicBezTo>
                    <a:pt x="124" y="4"/>
                    <a:pt x="106" y="1"/>
                    <a:pt x="91"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94"/>
            <p:cNvSpPr/>
            <p:nvPr/>
          </p:nvSpPr>
          <p:spPr>
            <a:xfrm>
              <a:off x="2728739" y="2036752"/>
              <a:ext cx="37683" cy="38585"/>
            </a:xfrm>
            <a:custGeom>
              <a:rect b="b" l="l" r="r" t="t"/>
              <a:pathLst>
                <a:path extrusionOk="0" h="1197" w="1169">
                  <a:moveTo>
                    <a:pt x="621" y="525"/>
                  </a:moveTo>
                  <a:lnTo>
                    <a:pt x="716" y="739"/>
                  </a:lnTo>
                  <a:lnTo>
                    <a:pt x="525" y="739"/>
                  </a:lnTo>
                  <a:lnTo>
                    <a:pt x="621" y="525"/>
                  </a:lnTo>
                  <a:close/>
                  <a:moveTo>
                    <a:pt x="621" y="1"/>
                  </a:moveTo>
                  <a:cubicBezTo>
                    <a:pt x="573" y="1"/>
                    <a:pt x="501" y="25"/>
                    <a:pt x="478" y="72"/>
                  </a:cubicBezTo>
                  <a:lnTo>
                    <a:pt x="49" y="953"/>
                  </a:lnTo>
                  <a:cubicBezTo>
                    <a:pt x="0" y="1068"/>
                    <a:pt x="119" y="1171"/>
                    <a:pt x="229" y="1171"/>
                  </a:cubicBezTo>
                  <a:cubicBezTo>
                    <a:pt x="280" y="1171"/>
                    <a:pt x="329" y="1149"/>
                    <a:pt x="359" y="1096"/>
                  </a:cubicBezTo>
                  <a:lnTo>
                    <a:pt x="359" y="1073"/>
                  </a:lnTo>
                  <a:lnTo>
                    <a:pt x="835" y="1073"/>
                  </a:lnTo>
                  <a:lnTo>
                    <a:pt x="835" y="1096"/>
                  </a:lnTo>
                  <a:cubicBezTo>
                    <a:pt x="855" y="1137"/>
                    <a:pt x="929" y="1196"/>
                    <a:pt x="980" y="1196"/>
                  </a:cubicBezTo>
                  <a:cubicBezTo>
                    <a:pt x="988" y="1196"/>
                    <a:pt x="995" y="1195"/>
                    <a:pt x="1002" y="1192"/>
                  </a:cubicBezTo>
                  <a:cubicBezTo>
                    <a:pt x="1121" y="1144"/>
                    <a:pt x="1168" y="1025"/>
                    <a:pt x="1121" y="953"/>
                  </a:cubicBezTo>
                  <a:lnTo>
                    <a:pt x="763" y="72"/>
                  </a:lnTo>
                  <a:cubicBezTo>
                    <a:pt x="740" y="25"/>
                    <a:pt x="692" y="1"/>
                    <a:pt x="6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94"/>
            <p:cNvSpPr/>
            <p:nvPr/>
          </p:nvSpPr>
          <p:spPr>
            <a:xfrm>
              <a:off x="2776350" y="2036752"/>
              <a:ext cx="34588" cy="38424"/>
            </a:xfrm>
            <a:custGeom>
              <a:rect b="b" l="l" r="r" t="t"/>
              <a:pathLst>
                <a:path extrusionOk="0" h="1192" w="1073">
                  <a:moveTo>
                    <a:pt x="477" y="287"/>
                  </a:moveTo>
                  <a:cubicBezTo>
                    <a:pt x="644" y="287"/>
                    <a:pt x="787" y="406"/>
                    <a:pt x="739" y="596"/>
                  </a:cubicBezTo>
                  <a:cubicBezTo>
                    <a:pt x="715" y="763"/>
                    <a:pt x="596" y="858"/>
                    <a:pt x="453" y="858"/>
                  </a:cubicBezTo>
                  <a:lnTo>
                    <a:pt x="334" y="858"/>
                  </a:lnTo>
                  <a:lnTo>
                    <a:pt x="334" y="287"/>
                  </a:lnTo>
                  <a:close/>
                  <a:moveTo>
                    <a:pt x="144" y="1"/>
                  </a:moveTo>
                  <a:cubicBezTo>
                    <a:pt x="72" y="1"/>
                    <a:pt x="1" y="48"/>
                    <a:pt x="1" y="144"/>
                  </a:cubicBezTo>
                  <a:lnTo>
                    <a:pt x="1" y="1025"/>
                  </a:lnTo>
                  <a:cubicBezTo>
                    <a:pt x="1" y="1120"/>
                    <a:pt x="72" y="1192"/>
                    <a:pt x="144" y="1192"/>
                  </a:cubicBezTo>
                  <a:lnTo>
                    <a:pt x="453" y="1192"/>
                  </a:lnTo>
                  <a:cubicBezTo>
                    <a:pt x="787" y="1192"/>
                    <a:pt x="1049" y="906"/>
                    <a:pt x="1072" y="596"/>
                  </a:cubicBezTo>
                  <a:cubicBezTo>
                    <a:pt x="1072" y="263"/>
                    <a:pt x="787"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94"/>
            <p:cNvSpPr/>
            <p:nvPr/>
          </p:nvSpPr>
          <p:spPr>
            <a:xfrm>
              <a:off x="2552962" y="1979180"/>
              <a:ext cx="277157" cy="10025"/>
            </a:xfrm>
            <a:custGeom>
              <a:rect b="b" l="l" r="r" t="t"/>
              <a:pathLst>
                <a:path extrusionOk="0" h="311" w="8598">
                  <a:moveTo>
                    <a:pt x="215" y="1"/>
                  </a:moveTo>
                  <a:cubicBezTo>
                    <a:pt x="1" y="1"/>
                    <a:pt x="1" y="310"/>
                    <a:pt x="215" y="310"/>
                  </a:cubicBezTo>
                  <a:lnTo>
                    <a:pt x="8431" y="310"/>
                  </a:lnTo>
                  <a:cubicBezTo>
                    <a:pt x="8550" y="310"/>
                    <a:pt x="8598" y="239"/>
                    <a:pt x="8598" y="144"/>
                  </a:cubicBezTo>
                  <a:cubicBezTo>
                    <a:pt x="8598" y="48"/>
                    <a:pt x="8526" y="1"/>
                    <a:pt x="8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94"/>
            <p:cNvSpPr/>
            <p:nvPr/>
          </p:nvSpPr>
          <p:spPr>
            <a:xfrm>
              <a:off x="2552962" y="2006838"/>
              <a:ext cx="142833" cy="10766"/>
            </a:xfrm>
            <a:custGeom>
              <a:rect b="b" l="l" r="r" t="t"/>
              <a:pathLst>
                <a:path extrusionOk="0" h="334" w="4431">
                  <a:moveTo>
                    <a:pt x="215" y="0"/>
                  </a:moveTo>
                  <a:cubicBezTo>
                    <a:pt x="1" y="0"/>
                    <a:pt x="1" y="334"/>
                    <a:pt x="215" y="334"/>
                  </a:cubicBezTo>
                  <a:lnTo>
                    <a:pt x="4240" y="334"/>
                  </a:lnTo>
                  <a:cubicBezTo>
                    <a:pt x="4430" y="334"/>
                    <a:pt x="4430" y="0"/>
                    <a:pt x="42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94"/>
            <p:cNvSpPr/>
            <p:nvPr/>
          </p:nvSpPr>
          <p:spPr>
            <a:xfrm>
              <a:off x="2552962" y="2036752"/>
              <a:ext cx="142833" cy="10025"/>
            </a:xfrm>
            <a:custGeom>
              <a:rect b="b" l="l" r="r" t="t"/>
              <a:pathLst>
                <a:path extrusionOk="0" h="311" w="4431">
                  <a:moveTo>
                    <a:pt x="215" y="1"/>
                  </a:moveTo>
                  <a:cubicBezTo>
                    <a:pt x="1" y="1"/>
                    <a:pt x="1" y="310"/>
                    <a:pt x="215" y="310"/>
                  </a:cubicBezTo>
                  <a:lnTo>
                    <a:pt x="4240" y="310"/>
                  </a:lnTo>
                  <a:cubicBezTo>
                    <a:pt x="4430" y="310"/>
                    <a:pt x="4430" y="1"/>
                    <a:pt x="4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94"/>
            <p:cNvSpPr/>
            <p:nvPr/>
          </p:nvSpPr>
          <p:spPr>
            <a:xfrm>
              <a:off x="2552962" y="2064410"/>
              <a:ext cx="142833" cy="10766"/>
            </a:xfrm>
            <a:custGeom>
              <a:rect b="b" l="l" r="r" t="t"/>
              <a:pathLst>
                <a:path extrusionOk="0" h="334" w="4431">
                  <a:moveTo>
                    <a:pt x="215" y="0"/>
                  </a:moveTo>
                  <a:cubicBezTo>
                    <a:pt x="1" y="0"/>
                    <a:pt x="1" y="334"/>
                    <a:pt x="215" y="334"/>
                  </a:cubicBezTo>
                  <a:lnTo>
                    <a:pt x="4240" y="334"/>
                  </a:lnTo>
                  <a:cubicBezTo>
                    <a:pt x="4430" y="334"/>
                    <a:pt x="4430" y="0"/>
                    <a:pt x="42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94"/>
            <p:cNvSpPr/>
            <p:nvPr/>
          </p:nvSpPr>
          <p:spPr>
            <a:xfrm>
              <a:off x="2552962" y="2094324"/>
              <a:ext cx="142833" cy="10025"/>
            </a:xfrm>
            <a:custGeom>
              <a:rect b="b" l="l" r="r" t="t"/>
              <a:pathLst>
                <a:path extrusionOk="0" h="311" w="4431">
                  <a:moveTo>
                    <a:pt x="215" y="1"/>
                  </a:moveTo>
                  <a:cubicBezTo>
                    <a:pt x="1" y="1"/>
                    <a:pt x="1" y="311"/>
                    <a:pt x="215" y="311"/>
                  </a:cubicBezTo>
                  <a:lnTo>
                    <a:pt x="4240" y="311"/>
                  </a:lnTo>
                  <a:cubicBezTo>
                    <a:pt x="4430" y="311"/>
                    <a:pt x="4430" y="1"/>
                    <a:pt x="4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94"/>
            <p:cNvSpPr/>
            <p:nvPr/>
          </p:nvSpPr>
          <p:spPr>
            <a:xfrm>
              <a:off x="2523048" y="1938500"/>
              <a:ext cx="359291" cy="332440"/>
            </a:xfrm>
            <a:custGeom>
              <a:rect b="b" l="l" r="r" t="t"/>
              <a:pathLst>
                <a:path extrusionOk="0" h="10313" w="11146">
                  <a:moveTo>
                    <a:pt x="9240" y="2454"/>
                  </a:moveTo>
                  <a:lnTo>
                    <a:pt x="9240" y="4525"/>
                  </a:lnTo>
                  <a:cubicBezTo>
                    <a:pt x="9169" y="4525"/>
                    <a:pt x="9121" y="4525"/>
                    <a:pt x="9050" y="4549"/>
                  </a:cubicBezTo>
                  <a:cubicBezTo>
                    <a:pt x="9002" y="4621"/>
                    <a:pt x="8930" y="4668"/>
                    <a:pt x="8930" y="4763"/>
                  </a:cubicBezTo>
                  <a:lnTo>
                    <a:pt x="8930" y="4787"/>
                  </a:lnTo>
                  <a:lnTo>
                    <a:pt x="6168" y="4787"/>
                  </a:lnTo>
                  <a:lnTo>
                    <a:pt x="6168" y="2454"/>
                  </a:lnTo>
                  <a:close/>
                  <a:moveTo>
                    <a:pt x="9264" y="4954"/>
                  </a:moveTo>
                  <a:lnTo>
                    <a:pt x="10550" y="5907"/>
                  </a:lnTo>
                  <a:lnTo>
                    <a:pt x="9859" y="5907"/>
                  </a:lnTo>
                  <a:cubicBezTo>
                    <a:pt x="9764" y="5907"/>
                    <a:pt x="9716" y="5954"/>
                    <a:pt x="9693" y="6026"/>
                  </a:cubicBezTo>
                  <a:lnTo>
                    <a:pt x="9264" y="6550"/>
                  </a:lnTo>
                  <a:lnTo>
                    <a:pt x="9264" y="4954"/>
                  </a:lnTo>
                  <a:close/>
                  <a:moveTo>
                    <a:pt x="10288" y="6264"/>
                  </a:moveTo>
                  <a:lnTo>
                    <a:pt x="10288" y="7169"/>
                  </a:lnTo>
                  <a:cubicBezTo>
                    <a:pt x="10288" y="7478"/>
                    <a:pt x="10050" y="7740"/>
                    <a:pt x="9716" y="7740"/>
                  </a:cubicBezTo>
                  <a:lnTo>
                    <a:pt x="929" y="7740"/>
                  </a:lnTo>
                  <a:cubicBezTo>
                    <a:pt x="595" y="7740"/>
                    <a:pt x="357" y="7478"/>
                    <a:pt x="357" y="7169"/>
                  </a:cubicBezTo>
                  <a:lnTo>
                    <a:pt x="357" y="6288"/>
                  </a:lnTo>
                  <a:lnTo>
                    <a:pt x="8978" y="6288"/>
                  </a:lnTo>
                  <a:lnTo>
                    <a:pt x="8978" y="6812"/>
                  </a:lnTo>
                  <a:cubicBezTo>
                    <a:pt x="8978" y="6967"/>
                    <a:pt x="9101" y="7062"/>
                    <a:pt x="9225" y="7062"/>
                  </a:cubicBezTo>
                  <a:cubicBezTo>
                    <a:pt x="9291" y="7062"/>
                    <a:pt x="9357" y="7036"/>
                    <a:pt x="9407" y="6978"/>
                  </a:cubicBezTo>
                  <a:lnTo>
                    <a:pt x="9931" y="6264"/>
                  </a:lnTo>
                  <a:close/>
                  <a:moveTo>
                    <a:pt x="6073" y="8074"/>
                  </a:moveTo>
                  <a:lnTo>
                    <a:pt x="6073" y="9264"/>
                  </a:lnTo>
                  <a:lnTo>
                    <a:pt x="4549" y="9264"/>
                  </a:lnTo>
                  <a:lnTo>
                    <a:pt x="4549" y="8074"/>
                  </a:lnTo>
                  <a:close/>
                  <a:moveTo>
                    <a:pt x="2429" y="1"/>
                  </a:moveTo>
                  <a:cubicBezTo>
                    <a:pt x="2215" y="1"/>
                    <a:pt x="2215" y="334"/>
                    <a:pt x="2429" y="334"/>
                  </a:cubicBezTo>
                  <a:lnTo>
                    <a:pt x="9693" y="334"/>
                  </a:lnTo>
                  <a:cubicBezTo>
                    <a:pt x="10002" y="334"/>
                    <a:pt x="10240" y="596"/>
                    <a:pt x="10240" y="906"/>
                  </a:cubicBezTo>
                  <a:lnTo>
                    <a:pt x="10240" y="5240"/>
                  </a:lnTo>
                  <a:lnTo>
                    <a:pt x="9502" y="4716"/>
                  </a:lnTo>
                  <a:lnTo>
                    <a:pt x="9502" y="4668"/>
                  </a:lnTo>
                  <a:lnTo>
                    <a:pt x="9502" y="2287"/>
                  </a:lnTo>
                  <a:cubicBezTo>
                    <a:pt x="9502" y="2192"/>
                    <a:pt x="9454" y="2144"/>
                    <a:pt x="9359" y="2144"/>
                  </a:cubicBezTo>
                  <a:lnTo>
                    <a:pt x="5977" y="2144"/>
                  </a:lnTo>
                  <a:cubicBezTo>
                    <a:pt x="5906" y="2144"/>
                    <a:pt x="5835" y="2192"/>
                    <a:pt x="5835" y="2287"/>
                  </a:cubicBezTo>
                  <a:lnTo>
                    <a:pt x="5835" y="4978"/>
                  </a:lnTo>
                  <a:cubicBezTo>
                    <a:pt x="5835" y="5073"/>
                    <a:pt x="5906" y="5121"/>
                    <a:pt x="5977" y="5121"/>
                  </a:cubicBezTo>
                  <a:lnTo>
                    <a:pt x="8930" y="5121"/>
                  </a:lnTo>
                  <a:lnTo>
                    <a:pt x="8930" y="5954"/>
                  </a:lnTo>
                  <a:lnTo>
                    <a:pt x="333" y="5954"/>
                  </a:lnTo>
                  <a:lnTo>
                    <a:pt x="333" y="929"/>
                  </a:lnTo>
                  <a:cubicBezTo>
                    <a:pt x="333" y="596"/>
                    <a:pt x="595" y="358"/>
                    <a:pt x="905" y="358"/>
                  </a:cubicBezTo>
                  <a:lnTo>
                    <a:pt x="1429" y="358"/>
                  </a:lnTo>
                  <a:cubicBezTo>
                    <a:pt x="1643" y="358"/>
                    <a:pt x="1643" y="24"/>
                    <a:pt x="1429" y="24"/>
                  </a:cubicBezTo>
                  <a:lnTo>
                    <a:pt x="905" y="24"/>
                  </a:lnTo>
                  <a:cubicBezTo>
                    <a:pt x="381" y="24"/>
                    <a:pt x="0" y="453"/>
                    <a:pt x="0" y="929"/>
                  </a:cubicBezTo>
                  <a:lnTo>
                    <a:pt x="0" y="7145"/>
                  </a:lnTo>
                  <a:cubicBezTo>
                    <a:pt x="0" y="7645"/>
                    <a:pt x="381" y="8050"/>
                    <a:pt x="905" y="8050"/>
                  </a:cubicBezTo>
                  <a:lnTo>
                    <a:pt x="4239" y="8050"/>
                  </a:lnTo>
                  <a:lnTo>
                    <a:pt x="4239" y="9241"/>
                  </a:lnTo>
                  <a:lnTo>
                    <a:pt x="3334" y="9241"/>
                  </a:lnTo>
                  <a:cubicBezTo>
                    <a:pt x="2643" y="9241"/>
                    <a:pt x="2643" y="10312"/>
                    <a:pt x="3334" y="10312"/>
                  </a:cubicBezTo>
                  <a:lnTo>
                    <a:pt x="6192" y="10312"/>
                  </a:lnTo>
                  <a:cubicBezTo>
                    <a:pt x="6406" y="10312"/>
                    <a:pt x="6406" y="9979"/>
                    <a:pt x="6192" y="9979"/>
                  </a:cubicBezTo>
                  <a:lnTo>
                    <a:pt x="3358" y="9979"/>
                  </a:lnTo>
                  <a:cubicBezTo>
                    <a:pt x="3096" y="9979"/>
                    <a:pt x="3096" y="9550"/>
                    <a:pt x="3358" y="9550"/>
                  </a:cubicBezTo>
                  <a:lnTo>
                    <a:pt x="7240" y="9550"/>
                  </a:lnTo>
                  <a:cubicBezTo>
                    <a:pt x="7502" y="9550"/>
                    <a:pt x="7502" y="9979"/>
                    <a:pt x="7240" y="9979"/>
                  </a:cubicBezTo>
                  <a:lnTo>
                    <a:pt x="7144" y="9979"/>
                  </a:lnTo>
                  <a:cubicBezTo>
                    <a:pt x="6930" y="9979"/>
                    <a:pt x="6930" y="10312"/>
                    <a:pt x="7144" y="10312"/>
                  </a:cubicBezTo>
                  <a:lnTo>
                    <a:pt x="7263" y="10312"/>
                  </a:lnTo>
                  <a:cubicBezTo>
                    <a:pt x="7954" y="10312"/>
                    <a:pt x="7954" y="9241"/>
                    <a:pt x="7263" y="9241"/>
                  </a:cubicBezTo>
                  <a:lnTo>
                    <a:pt x="6406" y="9241"/>
                  </a:lnTo>
                  <a:lnTo>
                    <a:pt x="6406" y="8050"/>
                  </a:lnTo>
                  <a:lnTo>
                    <a:pt x="9693" y="8050"/>
                  </a:lnTo>
                  <a:cubicBezTo>
                    <a:pt x="10193" y="8050"/>
                    <a:pt x="10574" y="7645"/>
                    <a:pt x="10574" y="7145"/>
                  </a:cubicBezTo>
                  <a:lnTo>
                    <a:pt x="10574" y="6192"/>
                  </a:lnTo>
                  <a:lnTo>
                    <a:pt x="10788" y="6192"/>
                  </a:lnTo>
                  <a:cubicBezTo>
                    <a:pt x="11050" y="6192"/>
                    <a:pt x="11145" y="5907"/>
                    <a:pt x="10955" y="5740"/>
                  </a:cubicBezTo>
                  <a:lnTo>
                    <a:pt x="10597" y="5478"/>
                  </a:lnTo>
                  <a:lnTo>
                    <a:pt x="10597" y="906"/>
                  </a:lnTo>
                  <a:cubicBezTo>
                    <a:pt x="10597" y="382"/>
                    <a:pt x="10216" y="1"/>
                    <a:pt x="9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8" name="Google Shape;18758;p94"/>
          <p:cNvGrpSpPr/>
          <p:nvPr/>
        </p:nvGrpSpPr>
        <p:grpSpPr>
          <a:xfrm>
            <a:off x="3263840" y="1769982"/>
            <a:ext cx="333181" cy="353908"/>
            <a:chOff x="3263840" y="1922382"/>
            <a:chExt cx="333181" cy="353908"/>
          </a:xfrm>
        </p:grpSpPr>
        <p:sp>
          <p:nvSpPr>
            <p:cNvPr id="18759" name="Google Shape;18759;p94"/>
            <p:cNvSpPr/>
            <p:nvPr/>
          </p:nvSpPr>
          <p:spPr>
            <a:xfrm>
              <a:off x="3292981" y="2072855"/>
              <a:ext cx="300205" cy="198084"/>
            </a:xfrm>
            <a:custGeom>
              <a:rect b="b" l="l" r="r" t="t"/>
              <a:pathLst>
                <a:path extrusionOk="0" h="6145" w="9313">
                  <a:moveTo>
                    <a:pt x="8217" y="0"/>
                  </a:moveTo>
                  <a:lnTo>
                    <a:pt x="8217" y="24"/>
                  </a:lnTo>
                  <a:lnTo>
                    <a:pt x="1096" y="24"/>
                  </a:lnTo>
                  <a:lnTo>
                    <a:pt x="263" y="1048"/>
                  </a:lnTo>
                  <a:cubicBezTo>
                    <a:pt x="96" y="1262"/>
                    <a:pt x="1" y="1524"/>
                    <a:pt x="1" y="1786"/>
                  </a:cubicBezTo>
                  <a:lnTo>
                    <a:pt x="1" y="5311"/>
                  </a:lnTo>
                  <a:cubicBezTo>
                    <a:pt x="1" y="5739"/>
                    <a:pt x="358" y="6144"/>
                    <a:pt x="834" y="6144"/>
                  </a:cubicBezTo>
                  <a:lnTo>
                    <a:pt x="8455" y="6144"/>
                  </a:lnTo>
                  <a:cubicBezTo>
                    <a:pt x="8931" y="6144"/>
                    <a:pt x="9312" y="5739"/>
                    <a:pt x="9312" y="5263"/>
                  </a:cubicBezTo>
                  <a:lnTo>
                    <a:pt x="9312" y="1762"/>
                  </a:lnTo>
                  <a:cubicBezTo>
                    <a:pt x="9312" y="1500"/>
                    <a:pt x="9217" y="1215"/>
                    <a:pt x="9050" y="1024"/>
                  </a:cubicBezTo>
                  <a:lnTo>
                    <a:pt x="8217" y="0"/>
                  </a:ln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94"/>
            <p:cNvSpPr/>
            <p:nvPr/>
          </p:nvSpPr>
          <p:spPr>
            <a:xfrm>
              <a:off x="3327537" y="1926992"/>
              <a:ext cx="228030" cy="284828"/>
            </a:xfrm>
            <a:custGeom>
              <a:rect b="b" l="l" r="r" t="t"/>
              <a:pathLst>
                <a:path extrusionOk="0" h="8836" w="7074">
                  <a:moveTo>
                    <a:pt x="572" y="0"/>
                  </a:moveTo>
                  <a:cubicBezTo>
                    <a:pt x="239" y="0"/>
                    <a:pt x="1" y="262"/>
                    <a:pt x="1" y="572"/>
                  </a:cubicBezTo>
                  <a:lnTo>
                    <a:pt x="1" y="6549"/>
                  </a:lnTo>
                  <a:lnTo>
                    <a:pt x="3549" y="8836"/>
                  </a:lnTo>
                  <a:lnTo>
                    <a:pt x="7074" y="6621"/>
                  </a:lnTo>
                  <a:lnTo>
                    <a:pt x="7074" y="548"/>
                  </a:lnTo>
                  <a:cubicBezTo>
                    <a:pt x="7074" y="239"/>
                    <a:pt x="6835" y="0"/>
                    <a:pt x="655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94"/>
            <p:cNvSpPr/>
            <p:nvPr/>
          </p:nvSpPr>
          <p:spPr>
            <a:xfrm>
              <a:off x="3428110" y="1926992"/>
              <a:ext cx="129004" cy="284828"/>
            </a:xfrm>
            <a:custGeom>
              <a:rect b="b" l="l" r="r" t="t"/>
              <a:pathLst>
                <a:path extrusionOk="0" h="8836" w="4002">
                  <a:moveTo>
                    <a:pt x="2572" y="0"/>
                  </a:moveTo>
                  <a:cubicBezTo>
                    <a:pt x="2858" y="0"/>
                    <a:pt x="3096" y="239"/>
                    <a:pt x="3096" y="572"/>
                  </a:cubicBezTo>
                  <a:lnTo>
                    <a:pt x="3096" y="6621"/>
                  </a:lnTo>
                  <a:lnTo>
                    <a:pt x="24" y="8550"/>
                  </a:lnTo>
                  <a:lnTo>
                    <a:pt x="0" y="8574"/>
                  </a:lnTo>
                  <a:lnTo>
                    <a:pt x="477" y="8836"/>
                  </a:lnTo>
                  <a:lnTo>
                    <a:pt x="3954" y="6621"/>
                  </a:lnTo>
                  <a:lnTo>
                    <a:pt x="4001" y="572"/>
                  </a:lnTo>
                  <a:cubicBezTo>
                    <a:pt x="4001" y="262"/>
                    <a:pt x="3763" y="0"/>
                    <a:pt x="3430"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94"/>
            <p:cNvSpPr/>
            <p:nvPr/>
          </p:nvSpPr>
          <p:spPr>
            <a:xfrm>
              <a:off x="3327537" y="1927765"/>
              <a:ext cx="229578" cy="43775"/>
            </a:xfrm>
            <a:custGeom>
              <a:rect b="b" l="l" r="r" t="t"/>
              <a:pathLst>
                <a:path extrusionOk="0" h="1358" w="7122">
                  <a:moveTo>
                    <a:pt x="572" y="0"/>
                  </a:moveTo>
                  <a:cubicBezTo>
                    <a:pt x="263" y="0"/>
                    <a:pt x="1" y="238"/>
                    <a:pt x="1" y="572"/>
                  </a:cubicBezTo>
                  <a:lnTo>
                    <a:pt x="1" y="1358"/>
                  </a:lnTo>
                  <a:lnTo>
                    <a:pt x="7121" y="1358"/>
                  </a:lnTo>
                  <a:lnTo>
                    <a:pt x="7121" y="572"/>
                  </a:lnTo>
                  <a:cubicBezTo>
                    <a:pt x="7121" y="238"/>
                    <a:pt x="6835" y="0"/>
                    <a:pt x="6550"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94"/>
            <p:cNvSpPr/>
            <p:nvPr/>
          </p:nvSpPr>
          <p:spPr>
            <a:xfrm>
              <a:off x="3511792" y="1927765"/>
              <a:ext cx="45322" cy="43775"/>
            </a:xfrm>
            <a:custGeom>
              <a:rect b="b" l="l" r="r" t="t"/>
              <a:pathLst>
                <a:path extrusionOk="0" h="1358" w="1406">
                  <a:moveTo>
                    <a:pt x="0" y="0"/>
                  </a:moveTo>
                  <a:cubicBezTo>
                    <a:pt x="286" y="0"/>
                    <a:pt x="524" y="238"/>
                    <a:pt x="524" y="572"/>
                  </a:cubicBezTo>
                  <a:lnTo>
                    <a:pt x="524" y="1358"/>
                  </a:lnTo>
                  <a:lnTo>
                    <a:pt x="1405" y="1358"/>
                  </a:lnTo>
                  <a:lnTo>
                    <a:pt x="1405" y="572"/>
                  </a:lnTo>
                  <a:cubicBezTo>
                    <a:pt x="1405" y="238"/>
                    <a:pt x="1167" y="0"/>
                    <a:pt x="857"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94"/>
            <p:cNvSpPr/>
            <p:nvPr/>
          </p:nvSpPr>
          <p:spPr>
            <a:xfrm>
              <a:off x="3357483" y="2000681"/>
              <a:ext cx="171232" cy="61440"/>
            </a:xfrm>
            <a:custGeom>
              <a:rect b="b" l="l" r="r" t="t"/>
              <a:pathLst>
                <a:path extrusionOk="0" h="1906" w="5312">
                  <a:moveTo>
                    <a:pt x="0" y="1"/>
                  </a:moveTo>
                  <a:lnTo>
                    <a:pt x="0" y="1906"/>
                  </a:lnTo>
                  <a:lnTo>
                    <a:pt x="5311" y="1906"/>
                  </a:lnTo>
                  <a:lnTo>
                    <a:pt x="5311"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94"/>
            <p:cNvSpPr/>
            <p:nvPr/>
          </p:nvSpPr>
          <p:spPr>
            <a:xfrm>
              <a:off x="3263840" y="1922382"/>
              <a:ext cx="32" cy="32"/>
            </a:xfrm>
            <a:custGeom>
              <a:rect b="b" l="l" r="r" t="t"/>
              <a:pathLst>
                <a:path extrusionOk="0" h="1" w="1">
                  <a:moveTo>
                    <a:pt x="0" y="1"/>
                  </a:move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94"/>
            <p:cNvSpPr/>
            <p:nvPr/>
          </p:nvSpPr>
          <p:spPr>
            <a:xfrm>
              <a:off x="3263840" y="1922382"/>
              <a:ext cx="32" cy="32"/>
            </a:xfrm>
            <a:custGeom>
              <a:rect b="b" l="l" r="r" t="t"/>
              <a:pathLst>
                <a:path extrusionOk="0" h="1" w="1">
                  <a:moveTo>
                    <a:pt x="0" y="1"/>
                  </a:move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94"/>
            <p:cNvSpPr/>
            <p:nvPr/>
          </p:nvSpPr>
          <p:spPr>
            <a:xfrm>
              <a:off x="3290692" y="2118145"/>
              <a:ext cx="301720" cy="154309"/>
            </a:xfrm>
            <a:custGeom>
              <a:rect b="b" l="l" r="r" t="t"/>
              <a:pathLst>
                <a:path extrusionOk="0" h="4787" w="9360">
                  <a:moveTo>
                    <a:pt x="96" y="0"/>
                  </a:moveTo>
                  <a:cubicBezTo>
                    <a:pt x="48" y="143"/>
                    <a:pt x="1" y="262"/>
                    <a:pt x="1" y="405"/>
                  </a:cubicBezTo>
                  <a:lnTo>
                    <a:pt x="1" y="3953"/>
                  </a:lnTo>
                  <a:cubicBezTo>
                    <a:pt x="1" y="4430"/>
                    <a:pt x="405" y="4787"/>
                    <a:pt x="834" y="4787"/>
                  </a:cubicBezTo>
                  <a:lnTo>
                    <a:pt x="8502" y="4787"/>
                  </a:lnTo>
                  <a:cubicBezTo>
                    <a:pt x="8979" y="4787"/>
                    <a:pt x="9360" y="4406"/>
                    <a:pt x="9360" y="3930"/>
                  </a:cubicBezTo>
                  <a:lnTo>
                    <a:pt x="9360" y="381"/>
                  </a:lnTo>
                  <a:cubicBezTo>
                    <a:pt x="9360" y="238"/>
                    <a:pt x="9312" y="119"/>
                    <a:pt x="9288" y="0"/>
                  </a:cubicBezTo>
                  <a:lnTo>
                    <a:pt x="4692" y="2906"/>
                  </a:lnTo>
                  <a:lnTo>
                    <a:pt x="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94"/>
            <p:cNvSpPr/>
            <p:nvPr/>
          </p:nvSpPr>
          <p:spPr>
            <a:xfrm>
              <a:off x="3532519" y="2118145"/>
              <a:ext cx="60666" cy="154309"/>
            </a:xfrm>
            <a:custGeom>
              <a:rect b="b" l="l" r="r" t="t"/>
              <a:pathLst>
                <a:path extrusionOk="0" h="4787" w="1882">
                  <a:moveTo>
                    <a:pt x="1786" y="0"/>
                  </a:moveTo>
                  <a:lnTo>
                    <a:pt x="834" y="619"/>
                  </a:lnTo>
                  <a:lnTo>
                    <a:pt x="834" y="3930"/>
                  </a:lnTo>
                  <a:cubicBezTo>
                    <a:pt x="834" y="4406"/>
                    <a:pt x="453" y="4787"/>
                    <a:pt x="0" y="4787"/>
                  </a:cubicBezTo>
                  <a:lnTo>
                    <a:pt x="1024" y="4787"/>
                  </a:lnTo>
                  <a:cubicBezTo>
                    <a:pt x="1500" y="4787"/>
                    <a:pt x="1881" y="4406"/>
                    <a:pt x="1881" y="3930"/>
                  </a:cubicBezTo>
                  <a:lnTo>
                    <a:pt x="1881" y="381"/>
                  </a:lnTo>
                  <a:cubicBezTo>
                    <a:pt x="1858" y="262"/>
                    <a:pt x="1858" y="143"/>
                    <a:pt x="1786" y="0"/>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94"/>
            <p:cNvSpPr/>
            <p:nvPr/>
          </p:nvSpPr>
          <p:spPr>
            <a:xfrm>
              <a:off x="3527909" y="1944656"/>
              <a:ext cx="9993" cy="9219"/>
            </a:xfrm>
            <a:custGeom>
              <a:rect b="b" l="l" r="r" t="t"/>
              <a:pathLst>
                <a:path extrusionOk="0" h="286" w="310">
                  <a:moveTo>
                    <a:pt x="143" y="0"/>
                  </a:moveTo>
                  <a:cubicBezTo>
                    <a:pt x="72" y="0"/>
                    <a:pt x="0" y="48"/>
                    <a:pt x="0" y="143"/>
                  </a:cubicBezTo>
                  <a:cubicBezTo>
                    <a:pt x="0" y="214"/>
                    <a:pt x="72" y="286"/>
                    <a:pt x="143" y="286"/>
                  </a:cubicBezTo>
                  <a:cubicBezTo>
                    <a:pt x="238" y="286"/>
                    <a:pt x="310" y="214"/>
                    <a:pt x="310" y="143"/>
                  </a:cubicBezTo>
                  <a:cubicBezTo>
                    <a:pt x="310" y="48"/>
                    <a:pt x="238" y="0"/>
                    <a:pt x="1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94"/>
            <p:cNvSpPr/>
            <p:nvPr/>
          </p:nvSpPr>
          <p:spPr>
            <a:xfrm>
              <a:off x="3346716" y="1944656"/>
              <a:ext cx="80652" cy="9219"/>
            </a:xfrm>
            <a:custGeom>
              <a:rect b="b" l="l" r="r" t="t"/>
              <a:pathLst>
                <a:path extrusionOk="0" h="286" w="2502">
                  <a:moveTo>
                    <a:pt x="144" y="0"/>
                  </a:moveTo>
                  <a:cubicBezTo>
                    <a:pt x="49" y="0"/>
                    <a:pt x="1" y="48"/>
                    <a:pt x="1" y="143"/>
                  </a:cubicBezTo>
                  <a:cubicBezTo>
                    <a:pt x="1" y="238"/>
                    <a:pt x="49" y="286"/>
                    <a:pt x="144" y="286"/>
                  </a:cubicBezTo>
                  <a:lnTo>
                    <a:pt x="2359" y="286"/>
                  </a:lnTo>
                  <a:cubicBezTo>
                    <a:pt x="2430" y="286"/>
                    <a:pt x="2502" y="238"/>
                    <a:pt x="2502" y="143"/>
                  </a:cubicBezTo>
                  <a:cubicBezTo>
                    <a:pt x="2502" y="48"/>
                    <a:pt x="2430" y="0"/>
                    <a:pt x="2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94"/>
            <p:cNvSpPr/>
            <p:nvPr/>
          </p:nvSpPr>
          <p:spPr>
            <a:xfrm>
              <a:off x="3351326" y="1996071"/>
              <a:ext cx="181225" cy="71433"/>
            </a:xfrm>
            <a:custGeom>
              <a:rect b="b" l="l" r="r" t="t"/>
              <a:pathLst>
                <a:path extrusionOk="0" h="2216" w="5622">
                  <a:moveTo>
                    <a:pt x="5312" y="310"/>
                  </a:moveTo>
                  <a:lnTo>
                    <a:pt x="5312" y="1906"/>
                  </a:lnTo>
                  <a:lnTo>
                    <a:pt x="310" y="1906"/>
                  </a:lnTo>
                  <a:lnTo>
                    <a:pt x="310" y="310"/>
                  </a:lnTo>
                  <a:close/>
                  <a:moveTo>
                    <a:pt x="144" y="1"/>
                  </a:moveTo>
                  <a:cubicBezTo>
                    <a:pt x="72" y="1"/>
                    <a:pt x="1" y="72"/>
                    <a:pt x="1" y="144"/>
                  </a:cubicBezTo>
                  <a:lnTo>
                    <a:pt x="1" y="2049"/>
                  </a:lnTo>
                  <a:cubicBezTo>
                    <a:pt x="1" y="2144"/>
                    <a:pt x="72" y="2215"/>
                    <a:pt x="144" y="2215"/>
                  </a:cubicBezTo>
                  <a:lnTo>
                    <a:pt x="5478" y="2215"/>
                  </a:lnTo>
                  <a:cubicBezTo>
                    <a:pt x="5573" y="2215"/>
                    <a:pt x="5621" y="2144"/>
                    <a:pt x="5621" y="2049"/>
                  </a:cubicBezTo>
                  <a:lnTo>
                    <a:pt x="5621" y="144"/>
                  </a:lnTo>
                  <a:cubicBezTo>
                    <a:pt x="5621" y="72"/>
                    <a:pt x="5573" y="1"/>
                    <a:pt x="5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94"/>
            <p:cNvSpPr/>
            <p:nvPr/>
          </p:nvSpPr>
          <p:spPr>
            <a:xfrm>
              <a:off x="3349811" y="2088973"/>
              <a:ext cx="185029" cy="10766"/>
            </a:xfrm>
            <a:custGeom>
              <a:rect b="b" l="l" r="r" t="t"/>
              <a:pathLst>
                <a:path extrusionOk="0" h="334" w="5740">
                  <a:moveTo>
                    <a:pt x="191" y="0"/>
                  </a:moveTo>
                  <a:cubicBezTo>
                    <a:pt x="0" y="0"/>
                    <a:pt x="0" y="334"/>
                    <a:pt x="191" y="334"/>
                  </a:cubicBezTo>
                  <a:lnTo>
                    <a:pt x="5525" y="334"/>
                  </a:lnTo>
                  <a:cubicBezTo>
                    <a:pt x="5740" y="334"/>
                    <a:pt x="5740" y="0"/>
                    <a:pt x="5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94"/>
            <p:cNvSpPr/>
            <p:nvPr/>
          </p:nvSpPr>
          <p:spPr>
            <a:xfrm>
              <a:off x="3349811" y="2118145"/>
              <a:ext cx="185029" cy="10766"/>
            </a:xfrm>
            <a:custGeom>
              <a:rect b="b" l="l" r="r" t="t"/>
              <a:pathLst>
                <a:path extrusionOk="0" h="334" w="5740">
                  <a:moveTo>
                    <a:pt x="191" y="0"/>
                  </a:moveTo>
                  <a:cubicBezTo>
                    <a:pt x="0" y="0"/>
                    <a:pt x="0" y="334"/>
                    <a:pt x="191" y="334"/>
                  </a:cubicBezTo>
                  <a:lnTo>
                    <a:pt x="5525" y="334"/>
                  </a:lnTo>
                  <a:cubicBezTo>
                    <a:pt x="5740" y="334"/>
                    <a:pt x="5740" y="0"/>
                    <a:pt x="5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94"/>
            <p:cNvSpPr/>
            <p:nvPr/>
          </p:nvSpPr>
          <p:spPr>
            <a:xfrm>
              <a:off x="3286082" y="1923156"/>
              <a:ext cx="310939" cy="353134"/>
            </a:xfrm>
            <a:custGeom>
              <a:rect b="b" l="l" r="r" t="t"/>
              <a:pathLst>
                <a:path extrusionOk="0" h="10955" w="9646">
                  <a:moveTo>
                    <a:pt x="7836" y="310"/>
                  </a:moveTo>
                  <a:cubicBezTo>
                    <a:pt x="8050" y="310"/>
                    <a:pt x="8217" y="477"/>
                    <a:pt x="8217" y="691"/>
                  </a:cubicBezTo>
                  <a:lnTo>
                    <a:pt x="8217" y="1310"/>
                  </a:lnTo>
                  <a:lnTo>
                    <a:pt x="1430" y="1310"/>
                  </a:lnTo>
                  <a:lnTo>
                    <a:pt x="1430" y="691"/>
                  </a:lnTo>
                  <a:cubicBezTo>
                    <a:pt x="1430" y="477"/>
                    <a:pt x="1620" y="310"/>
                    <a:pt x="1858" y="310"/>
                  </a:cubicBezTo>
                  <a:close/>
                  <a:moveTo>
                    <a:pt x="1120" y="5097"/>
                  </a:moveTo>
                  <a:lnTo>
                    <a:pt x="1120" y="6430"/>
                  </a:lnTo>
                  <a:lnTo>
                    <a:pt x="453" y="6025"/>
                  </a:lnTo>
                  <a:cubicBezTo>
                    <a:pt x="453" y="5930"/>
                    <a:pt x="501" y="5859"/>
                    <a:pt x="572" y="5787"/>
                  </a:cubicBezTo>
                  <a:lnTo>
                    <a:pt x="1120" y="5097"/>
                  </a:lnTo>
                  <a:close/>
                  <a:moveTo>
                    <a:pt x="8550" y="5097"/>
                  </a:moveTo>
                  <a:lnTo>
                    <a:pt x="9122" y="5787"/>
                  </a:lnTo>
                  <a:cubicBezTo>
                    <a:pt x="9169" y="5835"/>
                    <a:pt x="9193" y="5930"/>
                    <a:pt x="9217" y="5978"/>
                  </a:cubicBezTo>
                  <a:lnTo>
                    <a:pt x="8550" y="6430"/>
                  </a:lnTo>
                  <a:lnTo>
                    <a:pt x="8550" y="5097"/>
                  </a:lnTo>
                  <a:close/>
                  <a:moveTo>
                    <a:pt x="7169" y="7288"/>
                  </a:moveTo>
                  <a:lnTo>
                    <a:pt x="6264" y="7883"/>
                  </a:lnTo>
                  <a:lnTo>
                    <a:pt x="3430" y="7883"/>
                  </a:lnTo>
                  <a:lnTo>
                    <a:pt x="2477" y="7288"/>
                  </a:lnTo>
                  <a:close/>
                  <a:moveTo>
                    <a:pt x="5740" y="8192"/>
                  </a:moveTo>
                  <a:lnTo>
                    <a:pt x="4859" y="8764"/>
                  </a:lnTo>
                  <a:lnTo>
                    <a:pt x="3954" y="8192"/>
                  </a:lnTo>
                  <a:close/>
                  <a:moveTo>
                    <a:pt x="1811" y="0"/>
                  </a:moveTo>
                  <a:cubicBezTo>
                    <a:pt x="1430" y="0"/>
                    <a:pt x="1096" y="334"/>
                    <a:pt x="1096" y="715"/>
                  </a:cubicBezTo>
                  <a:lnTo>
                    <a:pt x="1096" y="4620"/>
                  </a:lnTo>
                  <a:lnTo>
                    <a:pt x="310" y="5597"/>
                  </a:lnTo>
                  <a:cubicBezTo>
                    <a:pt x="96" y="5835"/>
                    <a:pt x="1" y="6144"/>
                    <a:pt x="1" y="6454"/>
                  </a:cubicBezTo>
                  <a:lnTo>
                    <a:pt x="1" y="8597"/>
                  </a:lnTo>
                  <a:cubicBezTo>
                    <a:pt x="1" y="8704"/>
                    <a:pt x="84" y="8758"/>
                    <a:pt x="167" y="8758"/>
                  </a:cubicBezTo>
                  <a:cubicBezTo>
                    <a:pt x="251" y="8758"/>
                    <a:pt x="334" y="8704"/>
                    <a:pt x="334" y="8597"/>
                  </a:cubicBezTo>
                  <a:lnTo>
                    <a:pt x="334" y="6430"/>
                  </a:lnTo>
                  <a:lnTo>
                    <a:pt x="334" y="6311"/>
                  </a:lnTo>
                  <a:lnTo>
                    <a:pt x="4740" y="9050"/>
                  </a:lnTo>
                  <a:cubicBezTo>
                    <a:pt x="4764" y="9062"/>
                    <a:pt x="4793" y="9068"/>
                    <a:pt x="4823" y="9068"/>
                  </a:cubicBezTo>
                  <a:cubicBezTo>
                    <a:pt x="4853" y="9068"/>
                    <a:pt x="4883" y="9062"/>
                    <a:pt x="4906" y="9050"/>
                  </a:cubicBezTo>
                  <a:lnTo>
                    <a:pt x="9312" y="6287"/>
                  </a:lnTo>
                  <a:lnTo>
                    <a:pt x="9312" y="6406"/>
                  </a:lnTo>
                  <a:lnTo>
                    <a:pt x="9312" y="9955"/>
                  </a:lnTo>
                  <a:cubicBezTo>
                    <a:pt x="9312" y="10336"/>
                    <a:pt x="9026" y="10622"/>
                    <a:pt x="8645" y="10622"/>
                  </a:cubicBezTo>
                  <a:lnTo>
                    <a:pt x="1025" y="10622"/>
                  </a:lnTo>
                  <a:cubicBezTo>
                    <a:pt x="620" y="10622"/>
                    <a:pt x="334" y="10336"/>
                    <a:pt x="334" y="9955"/>
                  </a:cubicBezTo>
                  <a:lnTo>
                    <a:pt x="334" y="9526"/>
                  </a:lnTo>
                  <a:cubicBezTo>
                    <a:pt x="334" y="9419"/>
                    <a:pt x="251" y="9365"/>
                    <a:pt x="167" y="9365"/>
                  </a:cubicBezTo>
                  <a:cubicBezTo>
                    <a:pt x="84" y="9365"/>
                    <a:pt x="1" y="9419"/>
                    <a:pt x="1" y="9526"/>
                  </a:cubicBezTo>
                  <a:lnTo>
                    <a:pt x="1" y="9955"/>
                  </a:lnTo>
                  <a:cubicBezTo>
                    <a:pt x="1" y="10502"/>
                    <a:pt x="453" y="10955"/>
                    <a:pt x="1025" y="10955"/>
                  </a:cubicBezTo>
                  <a:lnTo>
                    <a:pt x="8645" y="10955"/>
                  </a:lnTo>
                  <a:cubicBezTo>
                    <a:pt x="9193" y="10955"/>
                    <a:pt x="9646" y="10502"/>
                    <a:pt x="9646" y="9955"/>
                  </a:cubicBezTo>
                  <a:lnTo>
                    <a:pt x="9646" y="6430"/>
                  </a:lnTo>
                  <a:cubicBezTo>
                    <a:pt x="9646" y="6144"/>
                    <a:pt x="9550" y="5835"/>
                    <a:pt x="9360" y="5597"/>
                  </a:cubicBezTo>
                  <a:lnTo>
                    <a:pt x="8550" y="4597"/>
                  </a:lnTo>
                  <a:lnTo>
                    <a:pt x="8550" y="3930"/>
                  </a:lnTo>
                  <a:cubicBezTo>
                    <a:pt x="8550" y="3823"/>
                    <a:pt x="8467" y="3769"/>
                    <a:pt x="8383" y="3769"/>
                  </a:cubicBezTo>
                  <a:cubicBezTo>
                    <a:pt x="8300" y="3769"/>
                    <a:pt x="8217" y="3823"/>
                    <a:pt x="8217" y="3930"/>
                  </a:cubicBezTo>
                  <a:lnTo>
                    <a:pt x="8217" y="6645"/>
                  </a:lnTo>
                  <a:lnTo>
                    <a:pt x="7621" y="7026"/>
                  </a:lnTo>
                  <a:cubicBezTo>
                    <a:pt x="7597" y="7002"/>
                    <a:pt x="7574" y="6978"/>
                    <a:pt x="7502" y="6978"/>
                  </a:cubicBezTo>
                  <a:lnTo>
                    <a:pt x="2168" y="6978"/>
                  </a:lnTo>
                  <a:cubicBezTo>
                    <a:pt x="2120" y="6978"/>
                    <a:pt x="2096" y="7002"/>
                    <a:pt x="2049" y="7026"/>
                  </a:cubicBezTo>
                  <a:lnTo>
                    <a:pt x="1430" y="6645"/>
                  </a:lnTo>
                  <a:lnTo>
                    <a:pt x="1430" y="1644"/>
                  </a:lnTo>
                  <a:lnTo>
                    <a:pt x="8217" y="1644"/>
                  </a:lnTo>
                  <a:lnTo>
                    <a:pt x="8217" y="2953"/>
                  </a:lnTo>
                  <a:cubicBezTo>
                    <a:pt x="8217" y="3049"/>
                    <a:pt x="8300" y="3096"/>
                    <a:pt x="8383" y="3096"/>
                  </a:cubicBezTo>
                  <a:cubicBezTo>
                    <a:pt x="8467" y="3096"/>
                    <a:pt x="8550" y="3049"/>
                    <a:pt x="8550" y="2953"/>
                  </a:cubicBezTo>
                  <a:lnTo>
                    <a:pt x="8550" y="715"/>
                  </a:lnTo>
                  <a:cubicBezTo>
                    <a:pt x="8550" y="334"/>
                    <a:pt x="8217" y="0"/>
                    <a:pt x="7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5" name="Google Shape;18775;p94"/>
          <p:cNvGrpSpPr/>
          <p:nvPr/>
        </p:nvGrpSpPr>
        <p:grpSpPr>
          <a:xfrm>
            <a:off x="4014593" y="1769982"/>
            <a:ext cx="333213" cy="358260"/>
            <a:chOff x="4014593" y="1922382"/>
            <a:chExt cx="333213" cy="358260"/>
          </a:xfrm>
        </p:grpSpPr>
        <p:sp>
          <p:nvSpPr>
            <p:cNvPr id="18776" name="Google Shape;18776;p94"/>
            <p:cNvSpPr/>
            <p:nvPr/>
          </p:nvSpPr>
          <p:spPr>
            <a:xfrm>
              <a:off x="4153558" y="1926992"/>
              <a:ext cx="188091" cy="218038"/>
            </a:xfrm>
            <a:custGeom>
              <a:rect b="b" l="l" r="r" t="t"/>
              <a:pathLst>
                <a:path extrusionOk="0" h="6764" w="5835">
                  <a:moveTo>
                    <a:pt x="1048" y="0"/>
                  </a:moveTo>
                  <a:cubicBezTo>
                    <a:pt x="476" y="0"/>
                    <a:pt x="0" y="477"/>
                    <a:pt x="0" y="1048"/>
                  </a:cubicBezTo>
                  <a:lnTo>
                    <a:pt x="0" y="5621"/>
                  </a:lnTo>
                  <a:lnTo>
                    <a:pt x="429" y="5621"/>
                  </a:lnTo>
                  <a:cubicBezTo>
                    <a:pt x="595" y="5740"/>
                    <a:pt x="810" y="5835"/>
                    <a:pt x="1048" y="5835"/>
                  </a:cubicBezTo>
                  <a:lnTo>
                    <a:pt x="3001" y="5835"/>
                  </a:lnTo>
                  <a:lnTo>
                    <a:pt x="3001" y="6764"/>
                  </a:lnTo>
                  <a:lnTo>
                    <a:pt x="4263" y="5835"/>
                  </a:lnTo>
                  <a:lnTo>
                    <a:pt x="4787" y="5835"/>
                  </a:lnTo>
                  <a:cubicBezTo>
                    <a:pt x="5358" y="5835"/>
                    <a:pt x="5835" y="5359"/>
                    <a:pt x="5835" y="4787"/>
                  </a:cubicBezTo>
                  <a:lnTo>
                    <a:pt x="5835" y="1048"/>
                  </a:lnTo>
                  <a:cubicBezTo>
                    <a:pt x="5835" y="477"/>
                    <a:pt x="5358" y="0"/>
                    <a:pt x="4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94"/>
            <p:cNvSpPr/>
            <p:nvPr/>
          </p:nvSpPr>
          <p:spPr>
            <a:xfrm>
              <a:off x="4250263" y="1926992"/>
              <a:ext cx="91386" cy="218811"/>
            </a:xfrm>
            <a:custGeom>
              <a:rect b="b" l="l" r="r" t="t"/>
              <a:pathLst>
                <a:path extrusionOk="0" h="6788" w="2835">
                  <a:moveTo>
                    <a:pt x="906" y="0"/>
                  </a:moveTo>
                  <a:cubicBezTo>
                    <a:pt x="1477" y="0"/>
                    <a:pt x="1953" y="477"/>
                    <a:pt x="1953" y="1048"/>
                  </a:cubicBezTo>
                  <a:lnTo>
                    <a:pt x="1953" y="4787"/>
                  </a:lnTo>
                  <a:cubicBezTo>
                    <a:pt x="1953" y="5359"/>
                    <a:pt x="1477" y="5835"/>
                    <a:pt x="906" y="5835"/>
                  </a:cubicBezTo>
                  <a:lnTo>
                    <a:pt x="358" y="5835"/>
                  </a:lnTo>
                  <a:lnTo>
                    <a:pt x="1" y="6097"/>
                  </a:lnTo>
                  <a:lnTo>
                    <a:pt x="1" y="6787"/>
                  </a:lnTo>
                  <a:lnTo>
                    <a:pt x="1263" y="5835"/>
                  </a:lnTo>
                  <a:lnTo>
                    <a:pt x="1787" y="5835"/>
                  </a:lnTo>
                  <a:cubicBezTo>
                    <a:pt x="2382" y="5835"/>
                    <a:pt x="2835" y="5359"/>
                    <a:pt x="2835" y="4787"/>
                  </a:cubicBezTo>
                  <a:lnTo>
                    <a:pt x="2835" y="1048"/>
                  </a:lnTo>
                  <a:cubicBezTo>
                    <a:pt x="2835" y="477"/>
                    <a:pt x="2358" y="0"/>
                    <a:pt x="1787"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94"/>
            <p:cNvSpPr/>
            <p:nvPr/>
          </p:nvSpPr>
          <p:spPr>
            <a:xfrm>
              <a:off x="4214966" y="1964610"/>
              <a:ext cx="88292" cy="111340"/>
            </a:xfrm>
            <a:custGeom>
              <a:rect b="b" l="l" r="r" t="t"/>
              <a:pathLst>
                <a:path extrusionOk="0" h="3454" w="2739">
                  <a:moveTo>
                    <a:pt x="1310" y="0"/>
                  </a:moveTo>
                  <a:cubicBezTo>
                    <a:pt x="1215" y="0"/>
                    <a:pt x="1167" y="96"/>
                    <a:pt x="1167" y="167"/>
                  </a:cubicBezTo>
                  <a:cubicBezTo>
                    <a:pt x="1167" y="453"/>
                    <a:pt x="1072" y="715"/>
                    <a:pt x="881" y="929"/>
                  </a:cubicBezTo>
                  <a:lnTo>
                    <a:pt x="238" y="1667"/>
                  </a:lnTo>
                  <a:lnTo>
                    <a:pt x="0" y="1667"/>
                  </a:lnTo>
                  <a:lnTo>
                    <a:pt x="0" y="3120"/>
                  </a:lnTo>
                  <a:lnTo>
                    <a:pt x="215" y="3144"/>
                  </a:lnTo>
                  <a:lnTo>
                    <a:pt x="334" y="3239"/>
                  </a:lnTo>
                  <a:cubicBezTo>
                    <a:pt x="500" y="3382"/>
                    <a:pt x="715" y="3453"/>
                    <a:pt x="929" y="3453"/>
                  </a:cubicBezTo>
                  <a:lnTo>
                    <a:pt x="2477" y="3453"/>
                  </a:lnTo>
                  <a:cubicBezTo>
                    <a:pt x="2620" y="3453"/>
                    <a:pt x="2739" y="3334"/>
                    <a:pt x="2739" y="3191"/>
                  </a:cubicBezTo>
                  <a:lnTo>
                    <a:pt x="2739" y="1644"/>
                  </a:lnTo>
                  <a:cubicBezTo>
                    <a:pt x="2739" y="1477"/>
                    <a:pt x="2620" y="1358"/>
                    <a:pt x="2477" y="1358"/>
                  </a:cubicBezTo>
                  <a:lnTo>
                    <a:pt x="1429" y="1358"/>
                  </a:lnTo>
                  <a:lnTo>
                    <a:pt x="1548" y="1072"/>
                  </a:lnTo>
                  <a:cubicBezTo>
                    <a:pt x="1667" y="739"/>
                    <a:pt x="1667" y="381"/>
                    <a:pt x="1477" y="96"/>
                  </a:cubicBezTo>
                  <a:cubicBezTo>
                    <a:pt x="1453" y="24"/>
                    <a:pt x="1405" y="0"/>
                    <a:pt x="13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94"/>
            <p:cNvSpPr/>
            <p:nvPr/>
          </p:nvSpPr>
          <p:spPr>
            <a:xfrm>
              <a:off x="4194239" y="2010674"/>
              <a:ext cx="27658" cy="62955"/>
            </a:xfrm>
            <a:custGeom>
              <a:rect b="b" l="l" r="r" t="t"/>
              <a:pathLst>
                <a:path extrusionOk="0" h="1953" w="858">
                  <a:moveTo>
                    <a:pt x="72" y="0"/>
                  </a:moveTo>
                  <a:cubicBezTo>
                    <a:pt x="24" y="0"/>
                    <a:pt x="0" y="24"/>
                    <a:pt x="0" y="95"/>
                  </a:cubicBezTo>
                  <a:lnTo>
                    <a:pt x="0" y="1882"/>
                  </a:lnTo>
                  <a:cubicBezTo>
                    <a:pt x="0" y="1929"/>
                    <a:pt x="24" y="1953"/>
                    <a:pt x="72" y="1953"/>
                  </a:cubicBezTo>
                  <a:lnTo>
                    <a:pt x="762" y="1953"/>
                  </a:lnTo>
                  <a:cubicBezTo>
                    <a:pt x="786" y="1953"/>
                    <a:pt x="858" y="1905"/>
                    <a:pt x="858" y="1882"/>
                  </a:cubicBezTo>
                  <a:lnTo>
                    <a:pt x="858" y="95"/>
                  </a:lnTo>
                  <a:cubicBezTo>
                    <a:pt x="858" y="24"/>
                    <a:pt x="834" y="0"/>
                    <a:pt x="76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94"/>
            <p:cNvSpPr/>
            <p:nvPr/>
          </p:nvSpPr>
          <p:spPr>
            <a:xfrm>
              <a:off x="4019203" y="2019861"/>
              <a:ext cx="148958" cy="172780"/>
            </a:xfrm>
            <a:custGeom>
              <a:rect b="b" l="l" r="r" t="t"/>
              <a:pathLst>
                <a:path extrusionOk="0" h="5360" w="4621">
                  <a:moveTo>
                    <a:pt x="834" y="1"/>
                  </a:moveTo>
                  <a:cubicBezTo>
                    <a:pt x="382" y="1"/>
                    <a:pt x="0" y="358"/>
                    <a:pt x="0" y="834"/>
                  </a:cubicBezTo>
                  <a:lnTo>
                    <a:pt x="0" y="3787"/>
                  </a:lnTo>
                  <a:cubicBezTo>
                    <a:pt x="0" y="4240"/>
                    <a:pt x="358" y="4621"/>
                    <a:pt x="834" y="4621"/>
                  </a:cubicBezTo>
                  <a:lnTo>
                    <a:pt x="2477" y="4621"/>
                  </a:lnTo>
                  <a:lnTo>
                    <a:pt x="2477" y="5359"/>
                  </a:lnTo>
                  <a:lnTo>
                    <a:pt x="3454" y="4621"/>
                  </a:lnTo>
                  <a:lnTo>
                    <a:pt x="4620" y="4621"/>
                  </a:lnTo>
                  <a:lnTo>
                    <a:pt x="4620" y="834"/>
                  </a:lnTo>
                  <a:cubicBezTo>
                    <a:pt x="4620" y="406"/>
                    <a:pt x="4263" y="1"/>
                    <a:pt x="3787" y="1"/>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94"/>
            <p:cNvSpPr/>
            <p:nvPr/>
          </p:nvSpPr>
          <p:spPr>
            <a:xfrm>
              <a:off x="4103659" y="2021408"/>
              <a:ext cx="64502" cy="147411"/>
            </a:xfrm>
            <a:custGeom>
              <a:rect b="b" l="l" r="r" t="t"/>
              <a:pathLst>
                <a:path extrusionOk="0" h="4573" w="2001">
                  <a:moveTo>
                    <a:pt x="0" y="1"/>
                  </a:moveTo>
                  <a:cubicBezTo>
                    <a:pt x="453" y="1"/>
                    <a:pt x="834" y="358"/>
                    <a:pt x="834" y="834"/>
                  </a:cubicBezTo>
                  <a:lnTo>
                    <a:pt x="834" y="4573"/>
                  </a:lnTo>
                  <a:lnTo>
                    <a:pt x="2000" y="4573"/>
                  </a:lnTo>
                  <a:lnTo>
                    <a:pt x="2000" y="786"/>
                  </a:lnTo>
                  <a:cubicBezTo>
                    <a:pt x="1977" y="358"/>
                    <a:pt x="1619" y="1"/>
                    <a:pt x="1167" y="1"/>
                  </a:cubicBezTo>
                  <a:close/>
                </a:path>
              </a:pathLst>
            </a:custGeom>
            <a:solidFill>
              <a:srgbClr val="8F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94"/>
            <p:cNvSpPr/>
            <p:nvPr/>
          </p:nvSpPr>
          <p:spPr>
            <a:xfrm>
              <a:off x="4132831" y="2149607"/>
              <a:ext cx="105183" cy="122848"/>
            </a:xfrm>
            <a:custGeom>
              <a:rect b="b" l="l" r="r" t="t"/>
              <a:pathLst>
                <a:path extrusionOk="0" h="3811" w="3263">
                  <a:moveTo>
                    <a:pt x="595" y="1"/>
                  </a:moveTo>
                  <a:cubicBezTo>
                    <a:pt x="262" y="1"/>
                    <a:pt x="0" y="263"/>
                    <a:pt x="0" y="596"/>
                  </a:cubicBezTo>
                  <a:lnTo>
                    <a:pt x="0" y="2692"/>
                  </a:lnTo>
                  <a:cubicBezTo>
                    <a:pt x="0" y="3001"/>
                    <a:pt x="262" y="3287"/>
                    <a:pt x="595" y="3287"/>
                  </a:cubicBezTo>
                  <a:lnTo>
                    <a:pt x="1738" y="3287"/>
                  </a:lnTo>
                  <a:lnTo>
                    <a:pt x="1738" y="3811"/>
                  </a:lnTo>
                  <a:lnTo>
                    <a:pt x="2429" y="3287"/>
                  </a:lnTo>
                  <a:lnTo>
                    <a:pt x="2667" y="3287"/>
                  </a:lnTo>
                  <a:cubicBezTo>
                    <a:pt x="3001" y="3287"/>
                    <a:pt x="3263" y="3001"/>
                    <a:pt x="3263" y="2692"/>
                  </a:cubicBezTo>
                  <a:lnTo>
                    <a:pt x="3263" y="596"/>
                  </a:lnTo>
                  <a:cubicBezTo>
                    <a:pt x="3263" y="263"/>
                    <a:pt x="3001" y="1"/>
                    <a:pt x="2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94"/>
            <p:cNvSpPr/>
            <p:nvPr/>
          </p:nvSpPr>
          <p:spPr>
            <a:xfrm>
              <a:off x="4188856" y="2149607"/>
              <a:ext cx="49158" cy="122848"/>
            </a:xfrm>
            <a:custGeom>
              <a:rect b="b" l="l" r="r" t="t"/>
              <a:pathLst>
                <a:path extrusionOk="0" h="3811" w="1525">
                  <a:moveTo>
                    <a:pt x="48" y="1"/>
                  </a:moveTo>
                  <a:cubicBezTo>
                    <a:pt x="358" y="1"/>
                    <a:pt x="643" y="263"/>
                    <a:pt x="643" y="596"/>
                  </a:cubicBezTo>
                  <a:lnTo>
                    <a:pt x="643" y="2692"/>
                  </a:lnTo>
                  <a:cubicBezTo>
                    <a:pt x="643" y="3001"/>
                    <a:pt x="358" y="3287"/>
                    <a:pt x="48" y="3287"/>
                  </a:cubicBezTo>
                  <a:lnTo>
                    <a:pt x="0" y="3287"/>
                  </a:lnTo>
                  <a:lnTo>
                    <a:pt x="0" y="3811"/>
                  </a:lnTo>
                  <a:lnTo>
                    <a:pt x="691" y="3287"/>
                  </a:lnTo>
                  <a:lnTo>
                    <a:pt x="929" y="3287"/>
                  </a:lnTo>
                  <a:cubicBezTo>
                    <a:pt x="1263" y="3287"/>
                    <a:pt x="1525" y="3001"/>
                    <a:pt x="1525" y="2692"/>
                  </a:cubicBezTo>
                  <a:lnTo>
                    <a:pt x="1525" y="596"/>
                  </a:lnTo>
                  <a:cubicBezTo>
                    <a:pt x="1525" y="263"/>
                    <a:pt x="1263" y="1"/>
                    <a:pt x="929" y="1"/>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94"/>
            <p:cNvSpPr/>
            <p:nvPr/>
          </p:nvSpPr>
          <p:spPr>
            <a:xfrm>
              <a:off x="4160457" y="2183711"/>
              <a:ext cx="49932" cy="41938"/>
            </a:xfrm>
            <a:custGeom>
              <a:rect b="b" l="l" r="r" t="t"/>
              <a:pathLst>
                <a:path extrusionOk="0" h="1301" w="1549">
                  <a:moveTo>
                    <a:pt x="423" y="0"/>
                  </a:moveTo>
                  <a:cubicBezTo>
                    <a:pt x="214" y="0"/>
                    <a:pt x="0" y="176"/>
                    <a:pt x="0" y="467"/>
                  </a:cubicBezTo>
                  <a:cubicBezTo>
                    <a:pt x="0" y="800"/>
                    <a:pt x="262" y="1038"/>
                    <a:pt x="762" y="1300"/>
                  </a:cubicBezTo>
                  <a:cubicBezTo>
                    <a:pt x="1286" y="1038"/>
                    <a:pt x="1548" y="800"/>
                    <a:pt x="1548" y="467"/>
                  </a:cubicBezTo>
                  <a:cubicBezTo>
                    <a:pt x="1548" y="178"/>
                    <a:pt x="1330" y="21"/>
                    <a:pt x="1115" y="21"/>
                  </a:cubicBezTo>
                  <a:cubicBezTo>
                    <a:pt x="976" y="21"/>
                    <a:pt x="838" y="88"/>
                    <a:pt x="762" y="229"/>
                  </a:cubicBezTo>
                  <a:cubicBezTo>
                    <a:pt x="688" y="71"/>
                    <a:pt x="557" y="0"/>
                    <a:pt x="4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94"/>
            <p:cNvSpPr/>
            <p:nvPr/>
          </p:nvSpPr>
          <p:spPr>
            <a:xfrm>
              <a:off x="4014593" y="1922382"/>
              <a:ext cx="333213" cy="358260"/>
            </a:xfrm>
            <a:custGeom>
              <a:rect b="b" l="l" r="r" t="t"/>
              <a:pathLst>
                <a:path extrusionOk="0" h="11114" w="10337">
                  <a:moveTo>
                    <a:pt x="8621" y="1"/>
                  </a:moveTo>
                  <a:cubicBezTo>
                    <a:pt x="8431" y="1"/>
                    <a:pt x="8431" y="334"/>
                    <a:pt x="8621" y="334"/>
                  </a:cubicBezTo>
                  <a:lnTo>
                    <a:pt x="9098" y="334"/>
                  </a:lnTo>
                  <a:cubicBezTo>
                    <a:pt x="9574" y="334"/>
                    <a:pt x="10003" y="715"/>
                    <a:pt x="10003" y="1215"/>
                  </a:cubicBezTo>
                  <a:lnTo>
                    <a:pt x="10003" y="4978"/>
                  </a:lnTo>
                  <a:cubicBezTo>
                    <a:pt x="10003" y="5454"/>
                    <a:pt x="9622" y="5859"/>
                    <a:pt x="9098" y="5859"/>
                  </a:cubicBezTo>
                  <a:lnTo>
                    <a:pt x="8574" y="5859"/>
                  </a:lnTo>
                  <a:cubicBezTo>
                    <a:pt x="8550" y="5859"/>
                    <a:pt x="8502" y="5859"/>
                    <a:pt x="8479" y="5883"/>
                  </a:cubicBezTo>
                  <a:lnTo>
                    <a:pt x="7502" y="6645"/>
                  </a:lnTo>
                  <a:lnTo>
                    <a:pt x="7502" y="6002"/>
                  </a:lnTo>
                  <a:cubicBezTo>
                    <a:pt x="7502" y="5930"/>
                    <a:pt x="7431" y="5859"/>
                    <a:pt x="7359" y="5859"/>
                  </a:cubicBezTo>
                  <a:lnTo>
                    <a:pt x="5383" y="5859"/>
                  </a:lnTo>
                  <a:cubicBezTo>
                    <a:pt x="5240" y="5859"/>
                    <a:pt x="5049" y="5835"/>
                    <a:pt x="4930" y="5740"/>
                  </a:cubicBezTo>
                  <a:lnTo>
                    <a:pt x="4930" y="3930"/>
                  </a:lnTo>
                  <a:cubicBezTo>
                    <a:pt x="4930" y="3596"/>
                    <a:pt x="4763" y="3311"/>
                    <a:pt x="4525" y="3120"/>
                  </a:cubicBezTo>
                  <a:lnTo>
                    <a:pt x="4525" y="1239"/>
                  </a:lnTo>
                  <a:cubicBezTo>
                    <a:pt x="4525" y="763"/>
                    <a:pt x="4906" y="358"/>
                    <a:pt x="5383" y="358"/>
                  </a:cubicBezTo>
                  <a:lnTo>
                    <a:pt x="7621" y="358"/>
                  </a:lnTo>
                  <a:cubicBezTo>
                    <a:pt x="7836" y="358"/>
                    <a:pt x="7836" y="24"/>
                    <a:pt x="7621" y="24"/>
                  </a:cubicBezTo>
                  <a:lnTo>
                    <a:pt x="5383" y="24"/>
                  </a:lnTo>
                  <a:cubicBezTo>
                    <a:pt x="4740" y="24"/>
                    <a:pt x="4168" y="572"/>
                    <a:pt x="4168" y="1239"/>
                  </a:cubicBezTo>
                  <a:lnTo>
                    <a:pt x="4168" y="2977"/>
                  </a:lnTo>
                  <a:cubicBezTo>
                    <a:pt x="4097" y="2954"/>
                    <a:pt x="4025" y="2954"/>
                    <a:pt x="3930" y="2954"/>
                  </a:cubicBezTo>
                  <a:lnTo>
                    <a:pt x="977" y="2954"/>
                  </a:lnTo>
                  <a:cubicBezTo>
                    <a:pt x="453" y="2954"/>
                    <a:pt x="1" y="3382"/>
                    <a:pt x="1" y="3930"/>
                  </a:cubicBezTo>
                  <a:lnTo>
                    <a:pt x="1" y="4287"/>
                  </a:lnTo>
                  <a:cubicBezTo>
                    <a:pt x="1" y="4394"/>
                    <a:pt x="84" y="4448"/>
                    <a:pt x="167" y="4448"/>
                  </a:cubicBezTo>
                  <a:cubicBezTo>
                    <a:pt x="251" y="4448"/>
                    <a:pt x="334" y="4394"/>
                    <a:pt x="334" y="4287"/>
                  </a:cubicBezTo>
                  <a:lnTo>
                    <a:pt x="334" y="3930"/>
                  </a:lnTo>
                  <a:cubicBezTo>
                    <a:pt x="334" y="3573"/>
                    <a:pt x="620" y="3263"/>
                    <a:pt x="977" y="3263"/>
                  </a:cubicBezTo>
                  <a:lnTo>
                    <a:pt x="3930" y="3263"/>
                  </a:lnTo>
                  <a:cubicBezTo>
                    <a:pt x="4287" y="3263"/>
                    <a:pt x="4573" y="3573"/>
                    <a:pt x="4573" y="3930"/>
                  </a:cubicBezTo>
                  <a:lnTo>
                    <a:pt x="4573" y="5811"/>
                  </a:lnTo>
                  <a:lnTo>
                    <a:pt x="4573" y="5835"/>
                  </a:lnTo>
                  <a:lnTo>
                    <a:pt x="4573" y="6883"/>
                  </a:lnTo>
                  <a:lnTo>
                    <a:pt x="4573" y="6930"/>
                  </a:lnTo>
                  <a:lnTo>
                    <a:pt x="4240" y="6930"/>
                  </a:lnTo>
                  <a:cubicBezTo>
                    <a:pt x="3882" y="6930"/>
                    <a:pt x="3573" y="7192"/>
                    <a:pt x="3501" y="7550"/>
                  </a:cubicBezTo>
                  <a:cubicBezTo>
                    <a:pt x="3501" y="7550"/>
                    <a:pt x="3478" y="7550"/>
                    <a:pt x="3478" y="7597"/>
                  </a:cubicBezTo>
                  <a:lnTo>
                    <a:pt x="2763" y="8145"/>
                  </a:lnTo>
                  <a:lnTo>
                    <a:pt x="2763" y="7740"/>
                  </a:lnTo>
                  <a:cubicBezTo>
                    <a:pt x="2763" y="7645"/>
                    <a:pt x="2692" y="7597"/>
                    <a:pt x="2620" y="7597"/>
                  </a:cubicBezTo>
                  <a:lnTo>
                    <a:pt x="977" y="7597"/>
                  </a:lnTo>
                  <a:cubicBezTo>
                    <a:pt x="620" y="7597"/>
                    <a:pt x="310" y="7288"/>
                    <a:pt x="310" y="6930"/>
                  </a:cubicBezTo>
                  <a:lnTo>
                    <a:pt x="310" y="5287"/>
                  </a:lnTo>
                  <a:cubicBezTo>
                    <a:pt x="310" y="5192"/>
                    <a:pt x="233" y="5144"/>
                    <a:pt x="155" y="5144"/>
                  </a:cubicBezTo>
                  <a:cubicBezTo>
                    <a:pt x="78" y="5144"/>
                    <a:pt x="1" y="5192"/>
                    <a:pt x="1" y="5287"/>
                  </a:cubicBezTo>
                  <a:lnTo>
                    <a:pt x="1" y="6930"/>
                  </a:lnTo>
                  <a:cubicBezTo>
                    <a:pt x="1" y="7478"/>
                    <a:pt x="429" y="7907"/>
                    <a:pt x="977" y="7907"/>
                  </a:cubicBezTo>
                  <a:lnTo>
                    <a:pt x="2430" y="7907"/>
                  </a:lnTo>
                  <a:lnTo>
                    <a:pt x="2430" y="8502"/>
                  </a:lnTo>
                  <a:cubicBezTo>
                    <a:pt x="2430" y="8587"/>
                    <a:pt x="2503" y="8660"/>
                    <a:pt x="2588" y="8660"/>
                  </a:cubicBezTo>
                  <a:cubicBezTo>
                    <a:pt x="2622" y="8660"/>
                    <a:pt x="2658" y="8649"/>
                    <a:pt x="2692" y="8621"/>
                  </a:cubicBezTo>
                  <a:lnTo>
                    <a:pt x="3501" y="8002"/>
                  </a:lnTo>
                  <a:lnTo>
                    <a:pt x="3501" y="9812"/>
                  </a:lnTo>
                  <a:cubicBezTo>
                    <a:pt x="3501" y="10241"/>
                    <a:pt x="3835" y="10574"/>
                    <a:pt x="4240" y="10574"/>
                  </a:cubicBezTo>
                  <a:lnTo>
                    <a:pt x="5240" y="10574"/>
                  </a:lnTo>
                  <a:lnTo>
                    <a:pt x="5240" y="10955"/>
                  </a:lnTo>
                  <a:cubicBezTo>
                    <a:pt x="5240" y="11040"/>
                    <a:pt x="5313" y="11113"/>
                    <a:pt x="5398" y="11113"/>
                  </a:cubicBezTo>
                  <a:cubicBezTo>
                    <a:pt x="5432" y="11113"/>
                    <a:pt x="5468" y="11101"/>
                    <a:pt x="5502" y="11074"/>
                  </a:cubicBezTo>
                  <a:lnTo>
                    <a:pt x="6145" y="10574"/>
                  </a:lnTo>
                  <a:lnTo>
                    <a:pt x="6335" y="10574"/>
                  </a:lnTo>
                  <a:cubicBezTo>
                    <a:pt x="6740" y="10574"/>
                    <a:pt x="7074" y="10241"/>
                    <a:pt x="7074" y="9812"/>
                  </a:cubicBezTo>
                  <a:lnTo>
                    <a:pt x="7074" y="9526"/>
                  </a:lnTo>
                  <a:cubicBezTo>
                    <a:pt x="7074" y="9419"/>
                    <a:pt x="6990" y="9366"/>
                    <a:pt x="6907" y="9366"/>
                  </a:cubicBezTo>
                  <a:cubicBezTo>
                    <a:pt x="6823" y="9366"/>
                    <a:pt x="6740" y="9419"/>
                    <a:pt x="6740" y="9526"/>
                  </a:cubicBezTo>
                  <a:lnTo>
                    <a:pt x="6740" y="9812"/>
                  </a:lnTo>
                  <a:cubicBezTo>
                    <a:pt x="6740" y="9812"/>
                    <a:pt x="6550" y="10241"/>
                    <a:pt x="6335" y="10241"/>
                  </a:cubicBezTo>
                  <a:lnTo>
                    <a:pt x="6097" y="10241"/>
                  </a:lnTo>
                  <a:cubicBezTo>
                    <a:pt x="6073" y="10241"/>
                    <a:pt x="6026" y="10241"/>
                    <a:pt x="6002" y="10265"/>
                  </a:cubicBezTo>
                  <a:lnTo>
                    <a:pt x="5597" y="10598"/>
                  </a:lnTo>
                  <a:lnTo>
                    <a:pt x="5597" y="10336"/>
                  </a:lnTo>
                  <a:cubicBezTo>
                    <a:pt x="5597" y="10241"/>
                    <a:pt x="5406" y="10169"/>
                    <a:pt x="5406" y="10169"/>
                  </a:cubicBezTo>
                  <a:lnTo>
                    <a:pt x="4240" y="10169"/>
                  </a:lnTo>
                  <a:cubicBezTo>
                    <a:pt x="4001" y="10169"/>
                    <a:pt x="3835" y="10003"/>
                    <a:pt x="3835" y="9764"/>
                  </a:cubicBezTo>
                  <a:lnTo>
                    <a:pt x="3835" y="7669"/>
                  </a:lnTo>
                  <a:cubicBezTo>
                    <a:pt x="3835" y="7431"/>
                    <a:pt x="4001" y="7264"/>
                    <a:pt x="4240" y="7264"/>
                  </a:cubicBezTo>
                  <a:lnTo>
                    <a:pt x="6335" y="7264"/>
                  </a:lnTo>
                  <a:cubicBezTo>
                    <a:pt x="6573" y="7264"/>
                    <a:pt x="6740" y="7431"/>
                    <a:pt x="6740" y="7669"/>
                  </a:cubicBezTo>
                  <a:lnTo>
                    <a:pt x="6740" y="8478"/>
                  </a:lnTo>
                  <a:cubicBezTo>
                    <a:pt x="6740" y="8586"/>
                    <a:pt x="6823" y="8639"/>
                    <a:pt x="6907" y="8639"/>
                  </a:cubicBezTo>
                  <a:cubicBezTo>
                    <a:pt x="6990" y="8639"/>
                    <a:pt x="7074" y="8586"/>
                    <a:pt x="7074" y="8478"/>
                  </a:cubicBezTo>
                  <a:lnTo>
                    <a:pt x="7074" y="7645"/>
                  </a:lnTo>
                  <a:cubicBezTo>
                    <a:pt x="7074" y="7240"/>
                    <a:pt x="6740" y="6907"/>
                    <a:pt x="6335" y="6907"/>
                  </a:cubicBezTo>
                  <a:lnTo>
                    <a:pt x="4906" y="6907"/>
                  </a:lnTo>
                  <a:lnTo>
                    <a:pt x="4906" y="6073"/>
                  </a:lnTo>
                  <a:cubicBezTo>
                    <a:pt x="5049" y="6121"/>
                    <a:pt x="5192" y="6168"/>
                    <a:pt x="5359" y="6168"/>
                  </a:cubicBezTo>
                  <a:lnTo>
                    <a:pt x="7145" y="6168"/>
                  </a:lnTo>
                  <a:lnTo>
                    <a:pt x="7145" y="6954"/>
                  </a:lnTo>
                  <a:cubicBezTo>
                    <a:pt x="7145" y="7039"/>
                    <a:pt x="7218" y="7112"/>
                    <a:pt x="7303" y="7112"/>
                  </a:cubicBezTo>
                  <a:cubicBezTo>
                    <a:pt x="7337" y="7112"/>
                    <a:pt x="7373" y="7101"/>
                    <a:pt x="7407" y="7073"/>
                  </a:cubicBezTo>
                  <a:lnTo>
                    <a:pt x="8598" y="6168"/>
                  </a:lnTo>
                  <a:lnTo>
                    <a:pt x="9074" y="6168"/>
                  </a:lnTo>
                  <a:cubicBezTo>
                    <a:pt x="9717" y="6168"/>
                    <a:pt x="10288" y="5621"/>
                    <a:pt x="10288" y="4930"/>
                  </a:cubicBezTo>
                  <a:lnTo>
                    <a:pt x="10288" y="1191"/>
                  </a:lnTo>
                  <a:cubicBezTo>
                    <a:pt x="10336" y="524"/>
                    <a:pt x="9788" y="1"/>
                    <a:pt x="90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94"/>
            <p:cNvSpPr/>
            <p:nvPr/>
          </p:nvSpPr>
          <p:spPr>
            <a:xfrm>
              <a:off x="4188082" y="1959904"/>
              <a:ext cx="119785" cy="119882"/>
            </a:xfrm>
            <a:custGeom>
              <a:rect b="b" l="l" r="r" t="t"/>
              <a:pathLst>
                <a:path extrusionOk="0" h="3719" w="3716">
                  <a:moveTo>
                    <a:pt x="858" y="1718"/>
                  </a:moveTo>
                  <a:lnTo>
                    <a:pt x="858" y="3361"/>
                  </a:lnTo>
                  <a:lnTo>
                    <a:pt x="334" y="3361"/>
                  </a:lnTo>
                  <a:lnTo>
                    <a:pt x="334" y="1718"/>
                  </a:lnTo>
                  <a:close/>
                  <a:moveTo>
                    <a:pt x="2215" y="384"/>
                  </a:moveTo>
                  <a:cubicBezTo>
                    <a:pt x="2358" y="623"/>
                    <a:pt x="2358" y="956"/>
                    <a:pt x="2263" y="1218"/>
                  </a:cubicBezTo>
                  <a:lnTo>
                    <a:pt x="2144" y="1504"/>
                  </a:lnTo>
                  <a:cubicBezTo>
                    <a:pt x="2144" y="1551"/>
                    <a:pt x="2120" y="1575"/>
                    <a:pt x="2144" y="1599"/>
                  </a:cubicBezTo>
                  <a:cubicBezTo>
                    <a:pt x="2168" y="1694"/>
                    <a:pt x="2239" y="1718"/>
                    <a:pt x="2287" y="1718"/>
                  </a:cubicBezTo>
                  <a:lnTo>
                    <a:pt x="3311" y="1694"/>
                  </a:lnTo>
                  <a:cubicBezTo>
                    <a:pt x="3359" y="1694"/>
                    <a:pt x="3406" y="1718"/>
                    <a:pt x="3406" y="1790"/>
                  </a:cubicBezTo>
                  <a:lnTo>
                    <a:pt x="3406" y="2028"/>
                  </a:lnTo>
                  <a:lnTo>
                    <a:pt x="3406" y="3337"/>
                  </a:lnTo>
                  <a:cubicBezTo>
                    <a:pt x="3406" y="3361"/>
                    <a:pt x="3359" y="3385"/>
                    <a:pt x="3359" y="3385"/>
                  </a:cubicBezTo>
                  <a:cubicBezTo>
                    <a:pt x="3335" y="3409"/>
                    <a:pt x="3335" y="3409"/>
                    <a:pt x="3311" y="3409"/>
                  </a:cubicBezTo>
                  <a:lnTo>
                    <a:pt x="1763" y="3409"/>
                  </a:lnTo>
                  <a:cubicBezTo>
                    <a:pt x="1572" y="3409"/>
                    <a:pt x="1406" y="3361"/>
                    <a:pt x="1263" y="3242"/>
                  </a:cubicBezTo>
                  <a:lnTo>
                    <a:pt x="1191" y="3218"/>
                  </a:lnTo>
                  <a:lnTo>
                    <a:pt x="1191" y="1956"/>
                  </a:lnTo>
                  <a:lnTo>
                    <a:pt x="1858" y="1218"/>
                  </a:lnTo>
                  <a:cubicBezTo>
                    <a:pt x="2049" y="980"/>
                    <a:pt x="2168" y="670"/>
                    <a:pt x="2168" y="384"/>
                  </a:cubicBezTo>
                  <a:close/>
                  <a:moveTo>
                    <a:pt x="2186" y="0"/>
                  </a:moveTo>
                  <a:cubicBezTo>
                    <a:pt x="2184" y="0"/>
                    <a:pt x="2202" y="7"/>
                    <a:pt x="2263" y="27"/>
                  </a:cubicBezTo>
                  <a:cubicBezTo>
                    <a:pt x="2232" y="17"/>
                    <a:pt x="2201" y="12"/>
                    <a:pt x="2171" y="12"/>
                  </a:cubicBezTo>
                  <a:cubicBezTo>
                    <a:pt x="1997" y="12"/>
                    <a:pt x="1858" y="178"/>
                    <a:pt x="1858" y="361"/>
                  </a:cubicBezTo>
                  <a:cubicBezTo>
                    <a:pt x="1858" y="599"/>
                    <a:pt x="1763" y="789"/>
                    <a:pt x="1620" y="980"/>
                  </a:cubicBezTo>
                  <a:lnTo>
                    <a:pt x="1168" y="1480"/>
                  </a:lnTo>
                  <a:cubicBezTo>
                    <a:pt x="1144" y="1456"/>
                    <a:pt x="1072" y="1432"/>
                    <a:pt x="1025" y="1432"/>
                  </a:cubicBezTo>
                  <a:lnTo>
                    <a:pt x="144" y="1432"/>
                  </a:lnTo>
                  <a:cubicBezTo>
                    <a:pt x="72" y="1432"/>
                    <a:pt x="1" y="1575"/>
                    <a:pt x="1" y="1575"/>
                  </a:cubicBezTo>
                  <a:lnTo>
                    <a:pt x="1" y="3504"/>
                  </a:lnTo>
                  <a:cubicBezTo>
                    <a:pt x="1" y="3599"/>
                    <a:pt x="72" y="3647"/>
                    <a:pt x="144" y="3647"/>
                  </a:cubicBezTo>
                  <a:lnTo>
                    <a:pt x="1025" y="3647"/>
                  </a:lnTo>
                  <a:cubicBezTo>
                    <a:pt x="1072" y="3647"/>
                    <a:pt x="1144" y="3623"/>
                    <a:pt x="1168" y="3576"/>
                  </a:cubicBezTo>
                  <a:cubicBezTo>
                    <a:pt x="1334" y="3647"/>
                    <a:pt x="1549" y="3718"/>
                    <a:pt x="1763" y="3718"/>
                  </a:cubicBezTo>
                  <a:lnTo>
                    <a:pt x="3311" y="3718"/>
                  </a:lnTo>
                  <a:cubicBezTo>
                    <a:pt x="3549" y="3718"/>
                    <a:pt x="3716" y="3504"/>
                    <a:pt x="3716" y="3266"/>
                  </a:cubicBezTo>
                  <a:lnTo>
                    <a:pt x="3716" y="1742"/>
                  </a:lnTo>
                  <a:cubicBezTo>
                    <a:pt x="3716" y="1504"/>
                    <a:pt x="3549" y="1337"/>
                    <a:pt x="3311" y="1337"/>
                  </a:cubicBezTo>
                  <a:lnTo>
                    <a:pt x="2501" y="1337"/>
                  </a:lnTo>
                  <a:lnTo>
                    <a:pt x="2525" y="1242"/>
                  </a:lnTo>
                  <a:cubicBezTo>
                    <a:pt x="2692" y="885"/>
                    <a:pt x="2644" y="480"/>
                    <a:pt x="2477" y="146"/>
                  </a:cubicBezTo>
                  <a:cubicBezTo>
                    <a:pt x="2406" y="122"/>
                    <a:pt x="2358" y="51"/>
                    <a:pt x="2263" y="27"/>
                  </a:cubicBezTo>
                  <a:lnTo>
                    <a:pt x="2263" y="27"/>
                  </a:lnTo>
                  <a:cubicBezTo>
                    <a:pt x="2263" y="27"/>
                    <a:pt x="2263" y="27"/>
                    <a:pt x="2263" y="27"/>
                  </a:cubicBezTo>
                  <a:lnTo>
                    <a:pt x="2263" y="27"/>
                  </a:lnTo>
                  <a:cubicBezTo>
                    <a:pt x="2274" y="30"/>
                    <a:pt x="2280" y="31"/>
                    <a:pt x="2281" y="31"/>
                  </a:cubicBezTo>
                  <a:cubicBezTo>
                    <a:pt x="2290" y="31"/>
                    <a:pt x="2191" y="0"/>
                    <a:pt x="21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94"/>
            <p:cNvSpPr/>
            <p:nvPr/>
          </p:nvSpPr>
          <p:spPr>
            <a:xfrm>
              <a:off x="4053759" y="2055964"/>
              <a:ext cx="79105" cy="81393"/>
            </a:xfrm>
            <a:custGeom>
              <a:rect b="b" l="l" r="r" t="t"/>
              <a:pathLst>
                <a:path extrusionOk="0" h="2525" w="2454">
                  <a:moveTo>
                    <a:pt x="1453" y="1072"/>
                  </a:moveTo>
                  <a:lnTo>
                    <a:pt x="1405" y="1453"/>
                  </a:lnTo>
                  <a:lnTo>
                    <a:pt x="1024" y="1453"/>
                  </a:lnTo>
                  <a:lnTo>
                    <a:pt x="1072" y="1072"/>
                  </a:lnTo>
                  <a:close/>
                  <a:moveTo>
                    <a:pt x="1096" y="0"/>
                  </a:moveTo>
                  <a:cubicBezTo>
                    <a:pt x="1024" y="0"/>
                    <a:pt x="929" y="48"/>
                    <a:pt x="929" y="119"/>
                  </a:cubicBezTo>
                  <a:lnTo>
                    <a:pt x="834" y="715"/>
                  </a:lnTo>
                  <a:lnTo>
                    <a:pt x="191" y="715"/>
                  </a:lnTo>
                  <a:cubicBezTo>
                    <a:pt x="95" y="715"/>
                    <a:pt x="24" y="762"/>
                    <a:pt x="0" y="858"/>
                  </a:cubicBezTo>
                  <a:cubicBezTo>
                    <a:pt x="0" y="953"/>
                    <a:pt x="72" y="1024"/>
                    <a:pt x="143" y="1024"/>
                  </a:cubicBezTo>
                  <a:lnTo>
                    <a:pt x="738" y="1024"/>
                  </a:lnTo>
                  <a:lnTo>
                    <a:pt x="691" y="1429"/>
                  </a:lnTo>
                  <a:lnTo>
                    <a:pt x="143" y="1453"/>
                  </a:lnTo>
                  <a:cubicBezTo>
                    <a:pt x="72" y="1453"/>
                    <a:pt x="0" y="1548"/>
                    <a:pt x="0" y="1620"/>
                  </a:cubicBezTo>
                  <a:cubicBezTo>
                    <a:pt x="0" y="1715"/>
                    <a:pt x="72" y="1786"/>
                    <a:pt x="143" y="1810"/>
                  </a:cubicBezTo>
                  <a:lnTo>
                    <a:pt x="619" y="1810"/>
                  </a:lnTo>
                  <a:lnTo>
                    <a:pt x="548" y="2334"/>
                  </a:lnTo>
                  <a:cubicBezTo>
                    <a:pt x="548" y="2429"/>
                    <a:pt x="596" y="2525"/>
                    <a:pt x="667" y="2525"/>
                  </a:cubicBezTo>
                  <a:lnTo>
                    <a:pt x="691" y="2525"/>
                  </a:lnTo>
                  <a:cubicBezTo>
                    <a:pt x="786" y="2525"/>
                    <a:pt x="834" y="2453"/>
                    <a:pt x="834" y="2382"/>
                  </a:cubicBezTo>
                  <a:lnTo>
                    <a:pt x="929" y="1810"/>
                  </a:lnTo>
                  <a:lnTo>
                    <a:pt x="1310" y="1810"/>
                  </a:lnTo>
                  <a:lnTo>
                    <a:pt x="1215" y="2334"/>
                  </a:lnTo>
                  <a:cubicBezTo>
                    <a:pt x="1215" y="2429"/>
                    <a:pt x="1286" y="2525"/>
                    <a:pt x="1334" y="2525"/>
                  </a:cubicBezTo>
                  <a:lnTo>
                    <a:pt x="1381" y="2525"/>
                  </a:lnTo>
                  <a:cubicBezTo>
                    <a:pt x="1453" y="2525"/>
                    <a:pt x="1524" y="2453"/>
                    <a:pt x="1524" y="2382"/>
                  </a:cubicBezTo>
                  <a:lnTo>
                    <a:pt x="1620" y="1810"/>
                  </a:lnTo>
                  <a:lnTo>
                    <a:pt x="2263" y="1810"/>
                  </a:lnTo>
                  <a:cubicBezTo>
                    <a:pt x="2358" y="1810"/>
                    <a:pt x="2405" y="1715"/>
                    <a:pt x="2405" y="1620"/>
                  </a:cubicBezTo>
                  <a:cubicBezTo>
                    <a:pt x="2405" y="1548"/>
                    <a:pt x="2263" y="1453"/>
                    <a:pt x="2263" y="1453"/>
                  </a:cubicBezTo>
                  <a:lnTo>
                    <a:pt x="1667" y="1453"/>
                  </a:lnTo>
                  <a:lnTo>
                    <a:pt x="1739" y="1072"/>
                  </a:lnTo>
                  <a:lnTo>
                    <a:pt x="2263" y="1072"/>
                  </a:lnTo>
                  <a:cubicBezTo>
                    <a:pt x="2358" y="1072"/>
                    <a:pt x="2405" y="1000"/>
                    <a:pt x="2453" y="905"/>
                  </a:cubicBezTo>
                  <a:cubicBezTo>
                    <a:pt x="2453" y="810"/>
                    <a:pt x="2382" y="738"/>
                    <a:pt x="2286" y="738"/>
                  </a:cubicBezTo>
                  <a:lnTo>
                    <a:pt x="1810" y="738"/>
                  </a:lnTo>
                  <a:lnTo>
                    <a:pt x="1905" y="191"/>
                  </a:lnTo>
                  <a:cubicBezTo>
                    <a:pt x="1905" y="95"/>
                    <a:pt x="1858" y="24"/>
                    <a:pt x="1786" y="24"/>
                  </a:cubicBezTo>
                  <a:cubicBezTo>
                    <a:pt x="1691" y="24"/>
                    <a:pt x="1620" y="72"/>
                    <a:pt x="1620" y="143"/>
                  </a:cubicBezTo>
                  <a:lnTo>
                    <a:pt x="1524" y="738"/>
                  </a:lnTo>
                  <a:lnTo>
                    <a:pt x="1143" y="738"/>
                  </a:lnTo>
                  <a:lnTo>
                    <a:pt x="1215" y="167"/>
                  </a:lnTo>
                  <a:cubicBezTo>
                    <a:pt x="1215" y="72"/>
                    <a:pt x="1167" y="0"/>
                    <a:pt x="10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94"/>
            <p:cNvSpPr/>
            <p:nvPr/>
          </p:nvSpPr>
          <p:spPr>
            <a:xfrm>
              <a:off x="4155847" y="2176974"/>
              <a:ext cx="61440" cy="52511"/>
            </a:xfrm>
            <a:custGeom>
              <a:rect b="b" l="l" r="r" t="t"/>
              <a:pathLst>
                <a:path extrusionOk="0" h="1629" w="1906">
                  <a:moveTo>
                    <a:pt x="1334" y="342"/>
                  </a:moveTo>
                  <a:cubicBezTo>
                    <a:pt x="1429" y="366"/>
                    <a:pt x="1501" y="461"/>
                    <a:pt x="1501" y="652"/>
                  </a:cubicBezTo>
                  <a:cubicBezTo>
                    <a:pt x="1501" y="890"/>
                    <a:pt x="1358" y="1057"/>
                    <a:pt x="905" y="1295"/>
                  </a:cubicBezTo>
                  <a:cubicBezTo>
                    <a:pt x="477" y="1057"/>
                    <a:pt x="310" y="890"/>
                    <a:pt x="310" y="652"/>
                  </a:cubicBezTo>
                  <a:cubicBezTo>
                    <a:pt x="310" y="461"/>
                    <a:pt x="405" y="366"/>
                    <a:pt x="524" y="342"/>
                  </a:cubicBezTo>
                  <a:lnTo>
                    <a:pt x="596" y="342"/>
                  </a:lnTo>
                  <a:cubicBezTo>
                    <a:pt x="643" y="342"/>
                    <a:pt x="739" y="366"/>
                    <a:pt x="786" y="461"/>
                  </a:cubicBezTo>
                  <a:cubicBezTo>
                    <a:pt x="834" y="533"/>
                    <a:pt x="882" y="557"/>
                    <a:pt x="929" y="557"/>
                  </a:cubicBezTo>
                  <a:cubicBezTo>
                    <a:pt x="1001" y="557"/>
                    <a:pt x="1048" y="533"/>
                    <a:pt x="1096" y="461"/>
                  </a:cubicBezTo>
                  <a:cubicBezTo>
                    <a:pt x="1144" y="342"/>
                    <a:pt x="1239" y="342"/>
                    <a:pt x="1334" y="342"/>
                  </a:cubicBezTo>
                  <a:close/>
                  <a:moveTo>
                    <a:pt x="554" y="1"/>
                  </a:moveTo>
                  <a:cubicBezTo>
                    <a:pt x="514" y="1"/>
                    <a:pt x="472" y="4"/>
                    <a:pt x="429" y="9"/>
                  </a:cubicBezTo>
                  <a:cubicBezTo>
                    <a:pt x="239" y="80"/>
                    <a:pt x="0" y="295"/>
                    <a:pt x="0" y="604"/>
                  </a:cubicBezTo>
                  <a:cubicBezTo>
                    <a:pt x="0" y="819"/>
                    <a:pt x="72" y="1009"/>
                    <a:pt x="239" y="1176"/>
                  </a:cubicBezTo>
                  <a:cubicBezTo>
                    <a:pt x="334" y="1319"/>
                    <a:pt x="548" y="1438"/>
                    <a:pt x="858" y="1604"/>
                  </a:cubicBezTo>
                  <a:cubicBezTo>
                    <a:pt x="882" y="1604"/>
                    <a:pt x="905" y="1628"/>
                    <a:pt x="953" y="1628"/>
                  </a:cubicBezTo>
                  <a:cubicBezTo>
                    <a:pt x="977" y="1628"/>
                    <a:pt x="1001" y="1628"/>
                    <a:pt x="1024" y="1604"/>
                  </a:cubicBezTo>
                  <a:cubicBezTo>
                    <a:pt x="1548" y="1319"/>
                    <a:pt x="1906" y="1057"/>
                    <a:pt x="1906" y="604"/>
                  </a:cubicBezTo>
                  <a:cubicBezTo>
                    <a:pt x="1906" y="247"/>
                    <a:pt x="1667" y="57"/>
                    <a:pt x="1429" y="9"/>
                  </a:cubicBezTo>
                  <a:cubicBezTo>
                    <a:pt x="1215" y="9"/>
                    <a:pt x="1024" y="57"/>
                    <a:pt x="905" y="128"/>
                  </a:cubicBezTo>
                  <a:cubicBezTo>
                    <a:pt x="813" y="36"/>
                    <a:pt x="692"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9" name="Google Shape;18789;p94"/>
          <p:cNvGrpSpPr/>
          <p:nvPr/>
        </p:nvGrpSpPr>
        <p:grpSpPr>
          <a:xfrm>
            <a:off x="4743878" y="1771529"/>
            <a:ext cx="356809" cy="352457"/>
            <a:chOff x="4743878" y="1923929"/>
            <a:chExt cx="356809" cy="352457"/>
          </a:xfrm>
        </p:grpSpPr>
        <p:sp>
          <p:nvSpPr>
            <p:cNvPr id="18790" name="Google Shape;18790;p94"/>
            <p:cNvSpPr/>
            <p:nvPr/>
          </p:nvSpPr>
          <p:spPr>
            <a:xfrm>
              <a:off x="4749261" y="2019861"/>
              <a:ext cx="267164" cy="251852"/>
            </a:xfrm>
            <a:custGeom>
              <a:rect b="b" l="l" r="r" t="t"/>
              <a:pathLst>
                <a:path extrusionOk="0" h="7813" w="8288">
                  <a:moveTo>
                    <a:pt x="714" y="1"/>
                  </a:moveTo>
                  <a:lnTo>
                    <a:pt x="714" y="5716"/>
                  </a:lnTo>
                  <a:lnTo>
                    <a:pt x="0" y="7812"/>
                  </a:lnTo>
                  <a:lnTo>
                    <a:pt x="8288" y="7812"/>
                  </a:lnTo>
                  <a:lnTo>
                    <a:pt x="8288"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94"/>
            <p:cNvSpPr/>
            <p:nvPr/>
          </p:nvSpPr>
          <p:spPr>
            <a:xfrm>
              <a:off x="4987220" y="2019119"/>
              <a:ext cx="29205" cy="251820"/>
            </a:xfrm>
            <a:custGeom>
              <a:rect b="b" l="l" r="r" t="t"/>
              <a:pathLst>
                <a:path extrusionOk="0" h="7812" w="906">
                  <a:moveTo>
                    <a:pt x="1" y="0"/>
                  </a:moveTo>
                  <a:lnTo>
                    <a:pt x="1" y="7811"/>
                  </a:lnTo>
                  <a:lnTo>
                    <a:pt x="906" y="7811"/>
                  </a:lnTo>
                  <a:lnTo>
                    <a:pt x="906"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94"/>
            <p:cNvSpPr/>
            <p:nvPr/>
          </p:nvSpPr>
          <p:spPr>
            <a:xfrm>
              <a:off x="4749261" y="2204116"/>
              <a:ext cx="267164" cy="67597"/>
            </a:xfrm>
            <a:custGeom>
              <a:rect b="b" l="l" r="r" t="t"/>
              <a:pathLst>
                <a:path extrusionOk="0" h="2097" w="8288">
                  <a:moveTo>
                    <a:pt x="714" y="0"/>
                  </a:moveTo>
                  <a:lnTo>
                    <a:pt x="0" y="2096"/>
                  </a:lnTo>
                  <a:lnTo>
                    <a:pt x="8288" y="2096"/>
                  </a:lnTo>
                  <a:lnTo>
                    <a:pt x="8288"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94"/>
            <p:cNvSpPr/>
            <p:nvPr/>
          </p:nvSpPr>
          <p:spPr>
            <a:xfrm>
              <a:off x="4932711" y="2132715"/>
              <a:ext cx="161239" cy="138997"/>
            </a:xfrm>
            <a:custGeom>
              <a:rect b="b" l="l" r="r" t="t"/>
              <a:pathLst>
                <a:path extrusionOk="0" h="4312" w="5002">
                  <a:moveTo>
                    <a:pt x="501" y="1"/>
                  </a:moveTo>
                  <a:lnTo>
                    <a:pt x="501" y="3382"/>
                  </a:lnTo>
                  <a:lnTo>
                    <a:pt x="1" y="4311"/>
                  </a:lnTo>
                  <a:lnTo>
                    <a:pt x="5002" y="4311"/>
                  </a:lnTo>
                  <a:lnTo>
                    <a:pt x="4502" y="3382"/>
                  </a:lnTo>
                  <a:lnTo>
                    <a:pt x="450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94"/>
            <p:cNvSpPr/>
            <p:nvPr/>
          </p:nvSpPr>
          <p:spPr>
            <a:xfrm>
              <a:off x="5048628" y="2132715"/>
              <a:ext cx="45322" cy="138997"/>
            </a:xfrm>
            <a:custGeom>
              <a:rect b="b" l="l" r="r" t="t"/>
              <a:pathLst>
                <a:path extrusionOk="0" h="4312" w="1406">
                  <a:moveTo>
                    <a:pt x="1" y="1"/>
                  </a:moveTo>
                  <a:lnTo>
                    <a:pt x="1" y="3382"/>
                  </a:lnTo>
                  <a:lnTo>
                    <a:pt x="525" y="4311"/>
                  </a:lnTo>
                  <a:lnTo>
                    <a:pt x="1406" y="4311"/>
                  </a:lnTo>
                  <a:lnTo>
                    <a:pt x="906" y="3382"/>
                  </a:lnTo>
                  <a:lnTo>
                    <a:pt x="906" y="1"/>
                  </a:ln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94"/>
            <p:cNvSpPr/>
            <p:nvPr/>
          </p:nvSpPr>
          <p:spPr>
            <a:xfrm>
              <a:off x="4932711" y="2241734"/>
              <a:ext cx="162013" cy="29979"/>
            </a:xfrm>
            <a:custGeom>
              <a:rect b="b" l="l" r="r" t="t"/>
              <a:pathLst>
                <a:path extrusionOk="0" h="930" w="5026">
                  <a:moveTo>
                    <a:pt x="501" y="0"/>
                  </a:moveTo>
                  <a:lnTo>
                    <a:pt x="1" y="929"/>
                  </a:lnTo>
                  <a:lnTo>
                    <a:pt x="5026" y="929"/>
                  </a:lnTo>
                  <a:lnTo>
                    <a:pt x="4525" y="0"/>
                  </a:ln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94"/>
            <p:cNvSpPr/>
            <p:nvPr/>
          </p:nvSpPr>
          <p:spPr>
            <a:xfrm>
              <a:off x="5048628" y="2241734"/>
              <a:ext cx="45322" cy="29979"/>
            </a:xfrm>
            <a:custGeom>
              <a:rect b="b" l="l" r="r" t="t"/>
              <a:pathLst>
                <a:path extrusionOk="0" h="930" w="1406">
                  <a:moveTo>
                    <a:pt x="1" y="0"/>
                  </a:moveTo>
                  <a:lnTo>
                    <a:pt x="525" y="929"/>
                  </a:lnTo>
                  <a:lnTo>
                    <a:pt x="1406" y="929"/>
                  </a:lnTo>
                  <a:lnTo>
                    <a:pt x="906"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94"/>
            <p:cNvSpPr/>
            <p:nvPr/>
          </p:nvSpPr>
          <p:spPr>
            <a:xfrm>
              <a:off x="4743878" y="1923929"/>
              <a:ext cx="356809" cy="352457"/>
            </a:xfrm>
            <a:custGeom>
              <a:rect b="b" l="l" r="r" t="t"/>
              <a:pathLst>
                <a:path extrusionOk="0" h="10934" w="11069">
                  <a:moveTo>
                    <a:pt x="4668" y="286"/>
                  </a:moveTo>
                  <a:cubicBezTo>
                    <a:pt x="5525" y="286"/>
                    <a:pt x="6240" y="1000"/>
                    <a:pt x="6240" y="1858"/>
                  </a:cubicBezTo>
                  <a:lnTo>
                    <a:pt x="6240" y="2810"/>
                  </a:lnTo>
                  <a:lnTo>
                    <a:pt x="3096" y="2810"/>
                  </a:lnTo>
                  <a:lnTo>
                    <a:pt x="3096" y="1858"/>
                  </a:lnTo>
                  <a:cubicBezTo>
                    <a:pt x="3096" y="1000"/>
                    <a:pt x="3811" y="286"/>
                    <a:pt x="4668" y="286"/>
                  </a:cubicBezTo>
                  <a:close/>
                  <a:moveTo>
                    <a:pt x="8621" y="5430"/>
                  </a:moveTo>
                  <a:cubicBezTo>
                    <a:pt x="8883" y="5549"/>
                    <a:pt x="9074" y="5787"/>
                    <a:pt x="9074" y="6073"/>
                  </a:cubicBezTo>
                  <a:lnTo>
                    <a:pt x="9074" y="6287"/>
                  </a:lnTo>
                  <a:lnTo>
                    <a:pt x="8621" y="6287"/>
                  </a:lnTo>
                  <a:lnTo>
                    <a:pt x="8621" y="5430"/>
                  </a:lnTo>
                  <a:close/>
                  <a:moveTo>
                    <a:pt x="8312" y="5406"/>
                  </a:moveTo>
                  <a:lnTo>
                    <a:pt x="8312" y="6311"/>
                  </a:lnTo>
                  <a:lnTo>
                    <a:pt x="7669" y="6311"/>
                  </a:lnTo>
                  <a:lnTo>
                    <a:pt x="7669" y="6073"/>
                  </a:lnTo>
                  <a:cubicBezTo>
                    <a:pt x="7669" y="5716"/>
                    <a:pt x="7954" y="5430"/>
                    <a:pt x="8312" y="5406"/>
                  </a:cubicBezTo>
                  <a:close/>
                  <a:moveTo>
                    <a:pt x="6216" y="8883"/>
                  </a:moveTo>
                  <a:lnTo>
                    <a:pt x="6216" y="9835"/>
                  </a:lnTo>
                  <a:lnTo>
                    <a:pt x="5763" y="10645"/>
                  </a:lnTo>
                  <a:lnTo>
                    <a:pt x="405" y="10645"/>
                  </a:lnTo>
                  <a:lnTo>
                    <a:pt x="1048" y="8883"/>
                  </a:lnTo>
                  <a:close/>
                  <a:moveTo>
                    <a:pt x="10217" y="6644"/>
                  </a:moveTo>
                  <a:lnTo>
                    <a:pt x="10217" y="9716"/>
                  </a:lnTo>
                  <a:lnTo>
                    <a:pt x="9574" y="9716"/>
                  </a:lnTo>
                  <a:cubicBezTo>
                    <a:pt x="9383" y="9716"/>
                    <a:pt x="9383" y="10050"/>
                    <a:pt x="9574" y="10050"/>
                  </a:cubicBezTo>
                  <a:lnTo>
                    <a:pt x="10264" y="10050"/>
                  </a:lnTo>
                  <a:lnTo>
                    <a:pt x="10598" y="10645"/>
                  </a:lnTo>
                  <a:lnTo>
                    <a:pt x="6121" y="10645"/>
                  </a:lnTo>
                  <a:lnTo>
                    <a:pt x="6454" y="10050"/>
                  </a:lnTo>
                  <a:lnTo>
                    <a:pt x="8740" y="10050"/>
                  </a:lnTo>
                  <a:cubicBezTo>
                    <a:pt x="8955" y="10050"/>
                    <a:pt x="8955" y="9716"/>
                    <a:pt x="8740" y="9716"/>
                  </a:cubicBezTo>
                  <a:lnTo>
                    <a:pt x="6549" y="9716"/>
                  </a:lnTo>
                  <a:lnTo>
                    <a:pt x="6549" y="6644"/>
                  </a:lnTo>
                  <a:lnTo>
                    <a:pt x="7359" y="6644"/>
                  </a:lnTo>
                  <a:lnTo>
                    <a:pt x="7359" y="7025"/>
                  </a:lnTo>
                  <a:cubicBezTo>
                    <a:pt x="7359" y="7133"/>
                    <a:pt x="7436" y="7186"/>
                    <a:pt x="7514" y="7186"/>
                  </a:cubicBezTo>
                  <a:cubicBezTo>
                    <a:pt x="7591" y="7186"/>
                    <a:pt x="7669" y="7133"/>
                    <a:pt x="7669" y="7025"/>
                  </a:cubicBezTo>
                  <a:lnTo>
                    <a:pt x="7669" y="6644"/>
                  </a:lnTo>
                  <a:lnTo>
                    <a:pt x="9074" y="6644"/>
                  </a:lnTo>
                  <a:lnTo>
                    <a:pt x="9074" y="7025"/>
                  </a:lnTo>
                  <a:cubicBezTo>
                    <a:pt x="9074" y="7133"/>
                    <a:pt x="9157" y="7186"/>
                    <a:pt x="9240" y="7186"/>
                  </a:cubicBezTo>
                  <a:cubicBezTo>
                    <a:pt x="9324" y="7186"/>
                    <a:pt x="9407" y="7133"/>
                    <a:pt x="9407" y="7025"/>
                  </a:cubicBezTo>
                  <a:lnTo>
                    <a:pt x="9407" y="6644"/>
                  </a:lnTo>
                  <a:close/>
                  <a:moveTo>
                    <a:pt x="4692" y="0"/>
                  </a:moveTo>
                  <a:cubicBezTo>
                    <a:pt x="3668" y="0"/>
                    <a:pt x="2787" y="881"/>
                    <a:pt x="2787" y="1905"/>
                  </a:cubicBezTo>
                  <a:lnTo>
                    <a:pt x="2787" y="2858"/>
                  </a:lnTo>
                  <a:lnTo>
                    <a:pt x="929" y="2858"/>
                  </a:lnTo>
                  <a:cubicBezTo>
                    <a:pt x="834" y="2858"/>
                    <a:pt x="762" y="2929"/>
                    <a:pt x="762" y="3025"/>
                  </a:cubicBezTo>
                  <a:lnTo>
                    <a:pt x="762" y="3691"/>
                  </a:lnTo>
                  <a:cubicBezTo>
                    <a:pt x="762" y="3799"/>
                    <a:pt x="846" y="3852"/>
                    <a:pt x="929" y="3852"/>
                  </a:cubicBezTo>
                  <a:cubicBezTo>
                    <a:pt x="1012" y="3852"/>
                    <a:pt x="1096" y="3799"/>
                    <a:pt x="1096" y="3691"/>
                  </a:cubicBezTo>
                  <a:lnTo>
                    <a:pt x="1096" y="3144"/>
                  </a:lnTo>
                  <a:lnTo>
                    <a:pt x="2787" y="3144"/>
                  </a:lnTo>
                  <a:lnTo>
                    <a:pt x="2787" y="4144"/>
                  </a:lnTo>
                  <a:cubicBezTo>
                    <a:pt x="2787" y="4251"/>
                    <a:pt x="2870" y="4305"/>
                    <a:pt x="2953" y="4305"/>
                  </a:cubicBezTo>
                  <a:cubicBezTo>
                    <a:pt x="3037" y="4305"/>
                    <a:pt x="3120" y="4251"/>
                    <a:pt x="3120" y="4144"/>
                  </a:cubicBezTo>
                  <a:lnTo>
                    <a:pt x="3120" y="3144"/>
                  </a:lnTo>
                  <a:lnTo>
                    <a:pt x="6287" y="3144"/>
                  </a:lnTo>
                  <a:lnTo>
                    <a:pt x="6287" y="4144"/>
                  </a:lnTo>
                  <a:cubicBezTo>
                    <a:pt x="6287" y="4251"/>
                    <a:pt x="6365" y="4305"/>
                    <a:pt x="6442" y="4305"/>
                  </a:cubicBezTo>
                  <a:cubicBezTo>
                    <a:pt x="6520" y="4305"/>
                    <a:pt x="6597" y="4251"/>
                    <a:pt x="6597" y="4144"/>
                  </a:cubicBezTo>
                  <a:lnTo>
                    <a:pt x="6597" y="3144"/>
                  </a:lnTo>
                  <a:lnTo>
                    <a:pt x="8312" y="3144"/>
                  </a:lnTo>
                  <a:lnTo>
                    <a:pt x="8312" y="5073"/>
                  </a:lnTo>
                  <a:cubicBezTo>
                    <a:pt x="7764" y="5096"/>
                    <a:pt x="7359" y="5549"/>
                    <a:pt x="7359" y="6073"/>
                  </a:cubicBezTo>
                  <a:lnTo>
                    <a:pt x="7359" y="6287"/>
                  </a:lnTo>
                  <a:lnTo>
                    <a:pt x="6359" y="6287"/>
                  </a:lnTo>
                  <a:cubicBezTo>
                    <a:pt x="6287" y="6287"/>
                    <a:pt x="6216" y="6359"/>
                    <a:pt x="6216" y="6430"/>
                  </a:cubicBezTo>
                  <a:lnTo>
                    <a:pt x="6216" y="8526"/>
                  </a:lnTo>
                  <a:lnTo>
                    <a:pt x="1072" y="8526"/>
                  </a:lnTo>
                  <a:lnTo>
                    <a:pt x="1072" y="4501"/>
                  </a:lnTo>
                  <a:cubicBezTo>
                    <a:pt x="1072" y="4394"/>
                    <a:pt x="989" y="4340"/>
                    <a:pt x="905" y="4340"/>
                  </a:cubicBezTo>
                  <a:cubicBezTo>
                    <a:pt x="822" y="4340"/>
                    <a:pt x="739" y="4394"/>
                    <a:pt x="739" y="4501"/>
                  </a:cubicBezTo>
                  <a:lnTo>
                    <a:pt x="739" y="8669"/>
                  </a:lnTo>
                  <a:lnTo>
                    <a:pt x="24" y="10717"/>
                  </a:lnTo>
                  <a:cubicBezTo>
                    <a:pt x="0" y="10812"/>
                    <a:pt x="96" y="10931"/>
                    <a:pt x="167" y="10931"/>
                  </a:cubicBezTo>
                  <a:lnTo>
                    <a:pt x="10884" y="10931"/>
                  </a:lnTo>
                  <a:cubicBezTo>
                    <a:pt x="10893" y="10933"/>
                    <a:pt x="10901" y="10934"/>
                    <a:pt x="10910" y="10934"/>
                  </a:cubicBezTo>
                  <a:cubicBezTo>
                    <a:pt x="11013" y="10934"/>
                    <a:pt x="11069" y="10805"/>
                    <a:pt x="11003" y="10717"/>
                  </a:cubicBezTo>
                  <a:lnTo>
                    <a:pt x="10526" y="9835"/>
                  </a:lnTo>
                  <a:lnTo>
                    <a:pt x="10526" y="6478"/>
                  </a:lnTo>
                  <a:cubicBezTo>
                    <a:pt x="10526" y="6382"/>
                    <a:pt x="10479" y="6311"/>
                    <a:pt x="10383" y="6311"/>
                  </a:cubicBezTo>
                  <a:lnTo>
                    <a:pt x="9407" y="6311"/>
                  </a:lnTo>
                  <a:lnTo>
                    <a:pt x="9407" y="6120"/>
                  </a:lnTo>
                  <a:cubicBezTo>
                    <a:pt x="9407" y="5644"/>
                    <a:pt x="9074" y="5215"/>
                    <a:pt x="8621" y="5120"/>
                  </a:cubicBezTo>
                  <a:lnTo>
                    <a:pt x="8621" y="3025"/>
                  </a:lnTo>
                  <a:cubicBezTo>
                    <a:pt x="8621" y="2929"/>
                    <a:pt x="8574" y="2858"/>
                    <a:pt x="8478" y="2858"/>
                  </a:cubicBezTo>
                  <a:lnTo>
                    <a:pt x="6597" y="2858"/>
                  </a:lnTo>
                  <a:lnTo>
                    <a:pt x="6597" y="1905"/>
                  </a:lnTo>
                  <a:cubicBezTo>
                    <a:pt x="6597" y="881"/>
                    <a:pt x="5740" y="0"/>
                    <a:pt x="4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8" name="Google Shape;18798;p94"/>
          <p:cNvGrpSpPr/>
          <p:nvPr/>
        </p:nvGrpSpPr>
        <p:grpSpPr>
          <a:xfrm>
            <a:off x="5516132" y="1768628"/>
            <a:ext cx="356229" cy="356036"/>
            <a:chOff x="5516132" y="1921028"/>
            <a:chExt cx="356229" cy="356036"/>
          </a:xfrm>
        </p:grpSpPr>
        <p:sp>
          <p:nvSpPr>
            <p:cNvPr id="18799" name="Google Shape;18799;p94"/>
            <p:cNvSpPr/>
            <p:nvPr/>
          </p:nvSpPr>
          <p:spPr>
            <a:xfrm>
              <a:off x="5773303" y="1950781"/>
              <a:ext cx="90613" cy="140512"/>
            </a:xfrm>
            <a:custGeom>
              <a:rect b="b" l="l" r="r" t="t"/>
              <a:pathLst>
                <a:path extrusionOk="0" h="4359" w="2811">
                  <a:moveTo>
                    <a:pt x="929" y="1"/>
                  </a:moveTo>
                  <a:cubicBezTo>
                    <a:pt x="763" y="1"/>
                    <a:pt x="596" y="96"/>
                    <a:pt x="501" y="215"/>
                  </a:cubicBezTo>
                  <a:lnTo>
                    <a:pt x="120" y="715"/>
                  </a:lnTo>
                  <a:cubicBezTo>
                    <a:pt x="24" y="810"/>
                    <a:pt x="1" y="929"/>
                    <a:pt x="1" y="1048"/>
                  </a:cubicBezTo>
                  <a:lnTo>
                    <a:pt x="1" y="3811"/>
                  </a:lnTo>
                  <a:cubicBezTo>
                    <a:pt x="1" y="4121"/>
                    <a:pt x="239" y="4359"/>
                    <a:pt x="548" y="4359"/>
                  </a:cubicBezTo>
                  <a:lnTo>
                    <a:pt x="2263" y="4359"/>
                  </a:lnTo>
                  <a:cubicBezTo>
                    <a:pt x="2549" y="4359"/>
                    <a:pt x="2811" y="4097"/>
                    <a:pt x="2763" y="3811"/>
                  </a:cubicBezTo>
                  <a:lnTo>
                    <a:pt x="2763" y="1048"/>
                  </a:lnTo>
                  <a:cubicBezTo>
                    <a:pt x="2763" y="929"/>
                    <a:pt x="2739" y="810"/>
                    <a:pt x="2644" y="715"/>
                  </a:cubicBezTo>
                  <a:lnTo>
                    <a:pt x="2263" y="215"/>
                  </a:lnTo>
                  <a:cubicBezTo>
                    <a:pt x="2168" y="72"/>
                    <a:pt x="2001" y="1"/>
                    <a:pt x="185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94"/>
            <p:cNvSpPr/>
            <p:nvPr/>
          </p:nvSpPr>
          <p:spPr>
            <a:xfrm>
              <a:off x="5804764" y="1950007"/>
              <a:ext cx="59151" cy="140512"/>
            </a:xfrm>
            <a:custGeom>
              <a:rect b="b" l="l" r="r" t="t"/>
              <a:pathLst>
                <a:path extrusionOk="0" h="4359" w="1835">
                  <a:moveTo>
                    <a:pt x="1" y="1"/>
                  </a:moveTo>
                  <a:cubicBezTo>
                    <a:pt x="168" y="1"/>
                    <a:pt x="334" y="72"/>
                    <a:pt x="430" y="215"/>
                  </a:cubicBezTo>
                  <a:lnTo>
                    <a:pt x="811" y="715"/>
                  </a:lnTo>
                  <a:cubicBezTo>
                    <a:pt x="906" y="811"/>
                    <a:pt x="930" y="930"/>
                    <a:pt x="930" y="1049"/>
                  </a:cubicBezTo>
                  <a:lnTo>
                    <a:pt x="930" y="3811"/>
                  </a:lnTo>
                  <a:cubicBezTo>
                    <a:pt x="930" y="4121"/>
                    <a:pt x="692" y="4359"/>
                    <a:pt x="406" y="4359"/>
                  </a:cubicBezTo>
                  <a:lnTo>
                    <a:pt x="1287" y="4359"/>
                  </a:lnTo>
                  <a:cubicBezTo>
                    <a:pt x="1597" y="4359"/>
                    <a:pt x="1835" y="4121"/>
                    <a:pt x="1835" y="3811"/>
                  </a:cubicBezTo>
                  <a:lnTo>
                    <a:pt x="1835" y="1049"/>
                  </a:lnTo>
                  <a:cubicBezTo>
                    <a:pt x="1835" y="930"/>
                    <a:pt x="1763" y="811"/>
                    <a:pt x="1716" y="715"/>
                  </a:cubicBezTo>
                  <a:lnTo>
                    <a:pt x="1311" y="215"/>
                  </a:lnTo>
                  <a:cubicBezTo>
                    <a:pt x="1239" y="96"/>
                    <a:pt x="1049" y="1"/>
                    <a:pt x="9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94"/>
            <p:cNvSpPr/>
            <p:nvPr/>
          </p:nvSpPr>
          <p:spPr>
            <a:xfrm>
              <a:off x="5519194" y="2010674"/>
              <a:ext cx="230351" cy="261039"/>
            </a:xfrm>
            <a:custGeom>
              <a:rect b="b" l="l" r="r" t="t"/>
              <a:pathLst>
                <a:path extrusionOk="0" h="8098" w="7146">
                  <a:moveTo>
                    <a:pt x="1" y="0"/>
                  </a:moveTo>
                  <a:lnTo>
                    <a:pt x="1" y="7478"/>
                  </a:lnTo>
                  <a:cubicBezTo>
                    <a:pt x="1" y="7835"/>
                    <a:pt x="311" y="8097"/>
                    <a:pt x="692" y="8097"/>
                  </a:cubicBezTo>
                  <a:lnTo>
                    <a:pt x="7145" y="8097"/>
                  </a:lnTo>
                  <a:lnTo>
                    <a:pt x="7145"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94"/>
            <p:cNvSpPr/>
            <p:nvPr/>
          </p:nvSpPr>
          <p:spPr>
            <a:xfrm>
              <a:off x="5519194" y="2222522"/>
              <a:ext cx="230351" cy="49191"/>
            </a:xfrm>
            <a:custGeom>
              <a:rect b="b" l="l" r="r" t="t"/>
              <a:pathLst>
                <a:path extrusionOk="0" h="1526" w="7146">
                  <a:moveTo>
                    <a:pt x="1" y="1"/>
                  </a:moveTo>
                  <a:lnTo>
                    <a:pt x="1" y="906"/>
                  </a:lnTo>
                  <a:cubicBezTo>
                    <a:pt x="1" y="1263"/>
                    <a:pt x="334" y="1525"/>
                    <a:pt x="692" y="1525"/>
                  </a:cubicBezTo>
                  <a:lnTo>
                    <a:pt x="7145" y="1525"/>
                  </a:lnTo>
                  <a:lnTo>
                    <a:pt x="7145"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94"/>
            <p:cNvSpPr/>
            <p:nvPr/>
          </p:nvSpPr>
          <p:spPr>
            <a:xfrm>
              <a:off x="5710348" y="2117372"/>
              <a:ext cx="155115" cy="154341"/>
            </a:xfrm>
            <a:custGeom>
              <a:rect b="b" l="l" r="r" t="t"/>
              <a:pathLst>
                <a:path extrusionOk="0" h="4788" w="4812">
                  <a:moveTo>
                    <a:pt x="477" y="0"/>
                  </a:moveTo>
                  <a:cubicBezTo>
                    <a:pt x="191" y="24"/>
                    <a:pt x="1" y="215"/>
                    <a:pt x="1" y="500"/>
                  </a:cubicBezTo>
                  <a:lnTo>
                    <a:pt x="1" y="4311"/>
                  </a:lnTo>
                  <a:cubicBezTo>
                    <a:pt x="1" y="4573"/>
                    <a:pt x="239" y="4787"/>
                    <a:pt x="501" y="4787"/>
                  </a:cubicBezTo>
                  <a:lnTo>
                    <a:pt x="4311" y="4787"/>
                  </a:lnTo>
                  <a:cubicBezTo>
                    <a:pt x="4573" y="4787"/>
                    <a:pt x="4811" y="4549"/>
                    <a:pt x="4788" y="4287"/>
                  </a:cubicBezTo>
                  <a:lnTo>
                    <a:pt x="4788" y="477"/>
                  </a:lnTo>
                  <a:cubicBezTo>
                    <a:pt x="4788" y="191"/>
                    <a:pt x="4549" y="0"/>
                    <a:pt x="42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94"/>
            <p:cNvSpPr/>
            <p:nvPr/>
          </p:nvSpPr>
          <p:spPr>
            <a:xfrm>
              <a:off x="5819366" y="2118145"/>
              <a:ext cx="46096" cy="153568"/>
            </a:xfrm>
            <a:custGeom>
              <a:rect b="b" l="l" r="r" t="t"/>
              <a:pathLst>
                <a:path extrusionOk="0" h="4764" w="1430">
                  <a:moveTo>
                    <a:pt x="0" y="0"/>
                  </a:moveTo>
                  <a:cubicBezTo>
                    <a:pt x="262" y="0"/>
                    <a:pt x="501" y="191"/>
                    <a:pt x="501" y="476"/>
                  </a:cubicBezTo>
                  <a:lnTo>
                    <a:pt x="501" y="4263"/>
                  </a:lnTo>
                  <a:cubicBezTo>
                    <a:pt x="501" y="4525"/>
                    <a:pt x="310" y="4763"/>
                    <a:pt x="0" y="4763"/>
                  </a:cubicBezTo>
                  <a:lnTo>
                    <a:pt x="905" y="4763"/>
                  </a:lnTo>
                  <a:cubicBezTo>
                    <a:pt x="1167" y="4763"/>
                    <a:pt x="1406" y="4525"/>
                    <a:pt x="1406" y="4263"/>
                  </a:cubicBezTo>
                  <a:lnTo>
                    <a:pt x="1406" y="453"/>
                  </a:lnTo>
                  <a:cubicBezTo>
                    <a:pt x="1429" y="215"/>
                    <a:pt x="1191" y="0"/>
                    <a:pt x="90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94"/>
            <p:cNvSpPr/>
            <p:nvPr/>
          </p:nvSpPr>
          <p:spPr>
            <a:xfrm>
              <a:off x="5711121" y="2118145"/>
              <a:ext cx="154341" cy="29946"/>
            </a:xfrm>
            <a:custGeom>
              <a:rect b="b" l="l" r="r" t="t"/>
              <a:pathLst>
                <a:path extrusionOk="0" h="929" w="4788">
                  <a:moveTo>
                    <a:pt x="477" y="0"/>
                  </a:moveTo>
                  <a:cubicBezTo>
                    <a:pt x="215" y="0"/>
                    <a:pt x="1" y="238"/>
                    <a:pt x="1" y="500"/>
                  </a:cubicBezTo>
                  <a:lnTo>
                    <a:pt x="1" y="929"/>
                  </a:lnTo>
                  <a:lnTo>
                    <a:pt x="4787" y="929"/>
                  </a:lnTo>
                  <a:lnTo>
                    <a:pt x="4787" y="476"/>
                  </a:lnTo>
                  <a:cubicBezTo>
                    <a:pt x="4787" y="215"/>
                    <a:pt x="4549" y="0"/>
                    <a:pt x="4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94"/>
            <p:cNvSpPr/>
            <p:nvPr/>
          </p:nvSpPr>
          <p:spPr>
            <a:xfrm>
              <a:off x="5819366" y="2118145"/>
              <a:ext cx="46096" cy="29946"/>
            </a:xfrm>
            <a:custGeom>
              <a:rect b="b" l="l" r="r" t="t"/>
              <a:pathLst>
                <a:path extrusionOk="0" h="929" w="1430">
                  <a:moveTo>
                    <a:pt x="0" y="0"/>
                  </a:moveTo>
                  <a:cubicBezTo>
                    <a:pt x="262" y="0"/>
                    <a:pt x="501" y="191"/>
                    <a:pt x="501" y="476"/>
                  </a:cubicBezTo>
                  <a:lnTo>
                    <a:pt x="501" y="929"/>
                  </a:lnTo>
                  <a:lnTo>
                    <a:pt x="1406" y="929"/>
                  </a:lnTo>
                  <a:lnTo>
                    <a:pt x="1406" y="476"/>
                  </a:lnTo>
                  <a:cubicBezTo>
                    <a:pt x="1429" y="215"/>
                    <a:pt x="1191" y="0"/>
                    <a:pt x="90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94"/>
            <p:cNvSpPr/>
            <p:nvPr/>
          </p:nvSpPr>
          <p:spPr>
            <a:xfrm>
              <a:off x="5584470" y="2084750"/>
              <a:ext cx="100573" cy="92128"/>
            </a:xfrm>
            <a:custGeom>
              <a:rect b="b" l="l" r="r" t="t"/>
              <a:pathLst>
                <a:path extrusionOk="0" h="2858" w="3120">
                  <a:moveTo>
                    <a:pt x="1548" y="322"/>
                  </a:moveTo>
                  <a:cubicBezTo>
                    <a:pt x="1786" y="322"/>
                    <a:pt x="2001" y="369"/>
                    <a:pt x="2191" y="536"/>
                  </a:cubicBezTo>
                  <a:lnTo>
                    <a:pt x="643" y="2084"/>
                  </a:lnTo>
                  <a:cubicBezTo>
                    <a:pt x="334" y="1655"/>
                    <a:pt x="381" y="1060"/>
                    <a:pt x="762" y="655"/>
                  </a:cubicBezTo>
                  <a:cubicBezTo>
                    <a:pt x="977" y="441"/>
                    <a:pt x="1286" y="322"/>
                    <a:pt x="1548" y="322"/>
                  </a:cubicBezTo>
                  <a:close/>
                  <a:moveTo>
                    <a:pt x="2429" y="798"/>
                  </a:moveTo>
                  <a:lnTo>
                    <a:pt x="2429" y="798"/>
                  </a:lnTo>
                  <a:cubicBezTo>
                    <a:pt x="2739" y="1203"/>
                    <a:pt x="2715" y="1846"/>
                    <a:pt x="2310" y="2227"/>
                  </a:cubicBezTo>
                  <a:cubicBezTo>
                    <a:pt x="2096" y="2417"/>
                    <a:pt x="1834" y="2560"/>
                    <a:pt x="1548" y="2560"/>
                  </a:cubicBezTo>
                  <a:cubicBezTo>
                    <a:pt x="1310" y="2560"/>
                    <a:pt x="1072" y="2465"/>
                    <a:pt x="881" y="2346"/>
                  </a:cubicBezTo>
                  <a:lnTo>
                    <a:pt x="2429" y="798"/>
                  </a:lnTo>
                  <a:close/>
                  <a:moveTo>
                    <a:pt x="2819" y="0"/>
                  </a:moveTo>
                  <a:cubicBezTo>
                    <a:pt x="2775" y="0"/>
                    <a:pt x="2727" y="12"/>
                    <a:pt x="2691" y="36"/>
                  </a:cubicBezTo>
                  <a:lnTo>
                    <a:pt x="2429" y="322"/>
                  </a:lnTo>
                  <a:cubicBezTo>
                    <a:pt x="2164" y="112"/>
                    <a:pt x="1852" y="4"/>
                    <a:pt x="1545" y="4"/>
                  </a:cubicBezTo>
                  <a:cubicBezTo>
                    <a:pt x="1190" y="4"/>
                    <a:pt x="840" y="147"/>
                    <a:pt x="572" y="441"/>
                  </a:cubicBezTo>
                  <a:cubicBezTo>
                    <a:pt x="48" y="941"/>
                    <a:pt x="0" y="1774"/>
                    <a:pt x="453" y="2298"/>
                  </a:cubicBezTo>
                  <a:lnTo>
                    <a:pt x="167" y="2584"/>
                  </a:lnTo>
                  <a:cubicBezTo>
                    <a:pt x="72" y="2679"/>
                    <a:pt x="72" y="2751"/>
                    <a:pt x="143" y="2822"/>
                  </a:cubicBezTo>
                  <a:cubicBezTo>
                    <a:pt x="179" y="2846"/>
                    <a:pt x="226" y="2858"/>
                    <a:pt x="271" y="2858"/>
                  </a:cubicBezTo>
                  <a:cubicBezTo>
                    <a:pt x="316" y="2858"/>
                    <a:pt x="357" y="2846"/>
                    <a:pt x="381" y="2822"/>
                  </a:cubicBezTo>
                  <a:lnTo>
                    <a:pt x="643" y="2560"/>
                  </a:lnTo>
                  <a:cubicBezTo>
                    <a:pt x="881" y="2751"/>
                    <a:pt x="1215" y="2846"/>
                    <a:pt x="1548" y="2846"/>
                  </a:cubicBezTo>
                  <a:cubicBezTo>
                    <a:pt x="1929" y="2846"/>
                    <a:pt x="2286" y="2703"/>
                    <a:pt x="2548" y="2417"/>
                  </a:cubicBezTo>
                  <a:cubicBezTo>
                    <a:pt x="3048" y="1917"/>
                    <a:pt x="3120" y="1084"/>
                    <a:pt x="2667" y="560"/>
                  </a:cubicBezTo>
                  <a:lnTo>
                    <a:pt x="2929" y="274"/>
                  </a:lnTo>
                  <a:cubicBezTo>
                    <a:pt x="3001" y="226"/>
                    <a:pt x="3001" y="107"/>
                    <a:pt x="2929" y="36"/>
                  </a:cubicBezTo>
                  <a:cubicBezTo>
                    <a:pt x="2906" y="12"/>
                    <a:pt x="2864" y="0"/>
                    <a:pt x="28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94"/>
            <p:cNvSpPr/>
            <p:nvPr/>
          </p:nvSpPr>
          <p:spPr>
            <a:xfrm>
              <a:off x="5789420" y="2014768"/>
              <a:ext cx="59151" cy="53510"/>
            </a:xfrm>
            <a:custGeom>
              <a:rect b="b" l="l" r="r" t="t"/>
              <a:pathLst>
                <a:path extrusionOk="0" h="1660" w="1835">
                  <a:moveTo>
                    <a:pt x="929" y="326"/>
                  </a:moveTo>
                  <a:cubicBezTo>
                    <a:pt x="1001" y="326"/>
                    <a:pt x="1072" y="349"/>
                    <a:pt x="1144" y="373"/>
                  </a:cubicBezTo>
                  <a:lnTo>
                    <a:pt x="477" y="1016"/>
                  </a:lnTo>
                  <a:cubicBezTo>
                    <a:pt x="406" y="850"/>
                    <a:pt x="429" y="611"/>
                    <a:pt x="572" y="469"/>
                  </a:cubicBezTo>
                  <a:cubicBezTo>
                    <a:pt x="667" y="373"/>
                    <a:pt x="787" y="326"/>
                    <a:pt x="929" y="326"/>
                  </a:cubicBezTo>
                  <a:close/>
                  <a:moveTo>
                    <a:pt x="1382" y="611"/>
                  </a:moveTo>
                  <a:lnTo>
                    <a:pt x="1382" y="611"/>
                  </a:lnTo>
                  <a:cubicBezTo>
                    <a:pt x="1453" y="802"/>
                    <a:pt x="1430" y="992"/>
                    <a:pt x="1287" y="1183"/>
                  </a:cubicBezTo>
                  <a:cubicBezTo>
                    <a:pt x="1195" y="1275"/>
                    <a:pt x="1064" y="1317"/>
                    <a:pt x="932" y="1317"/>
                  </a:cubicBezTo>
                  <a:cubicBezTo>
                    <a:pt x="858" y="1317"/>
                    <a:pt x="783" y="1304"/>
                    <a:pt x="715" y="1278"/>
                  </a:cubicBezTo>
                  <a:lnTo>
                    <a:pt x="1382" y="611"/>
                  </a:lnTo>
                  <a:close/>
                  <a:moveTo>
                    <a:pt x="930" y="0"/>
                  </a:moveTo>
                  <a:cubicBezTo>
                    <a:pt x="721" y="0"/>
                    <a:pt x="512" y="80"/>
                    <a:pt x="334" y="230"/>
                  </a:cubicBezTo>
                  <a:cubicBezTo>
                    <a:pt x="72" y="492"/>
                    <a:pt x="1" y="945"/>
                    <a:pt x="239" y="1278"/>
                  </a:cubicBezTo>
                  <a:lnTo>
                    <a:pt x="167" y="1350"/>
                  </a:lnTo>
                  <a:cubicBezTo>
                    <a:pt x="96" y="1421"/>
                    <a:pt x="96" y="1540"/>
                    <a:pt x="167" y="1588"/>
                  </a:cubicBezTo>
                  <a:cubicBezTo>
                    <a:pt x="191" y="1624"/>
                    <a:pt x="233" y="1641"/>
                    <a:pt x="278" y="1641"/>
                  </a:cubicBezTo>
                  <a:cubicBezTo>
                    <a:pt x="322" y="1641"/>
                    <a:pt x="370" y="1624"/>
                    <a:pt x="406" y="1588"/>
                  </a:cubicBezTo>
                  <a:lnTo>
                    <a:pt x="477" y="1516"/>
                  </a:lnTo>
                  <a:cubicBezTo>
                    <a:pt x="644" y="1588"/>
                    <a:pt x="787" y="1659"/>
                    <a:pt x="929" y="1659"/>
                  </a:cubicBezTo>
                  <a:cubicBezTo>
                    <a:pt x="1144" y="1659"/>
                    <a:pt x="1358" y="1564"/>
                    <a:pt x="1501" y="1421"/>
                  </a:cubicBezTo>
                  <a:cubicBezTo>
                    <a:pt x="1763" y="1159"/>
                    <a:pt x="1834" y="707"/>
                    <a:pt x="1596" y="373"/>
                  </a:cubicBezTo>
                  <a:lnTo>
                    <a:pt x="1668" y="278"/>
                  </a:lnTo>
                  <a:cubicBezTo>
                    <a:pt x="1763" y="207"/>
                    <a:pt x="1763" y="111"/>
                    <a:pt x="1715" y="40"/>
                  </a:cubicBezTo>
                  <a:cubicBezTo>
                    <a:pt x="1680" y="16"/>
                    <a:pt x="1632" y="4"/>
                    <a:pt x="1587" y="4"/>
                  </a:cubicBezTo>
                  <a:cubicBezTo>
                    <a:pt x="1543" y="4"/>
                    <a:pt x="1501" y="16"/>
                    <a:pt x="1477" y="40"/>
                  </a:cubicBezTo>
                  <a:lnTo>
                    <a:pt x="1382" y="135"/>
                  </a:lnTo>
                  <a:cubicBezTo>
                    <a:pt x="1240" y="44"/>
                    <a:pt x="1085" y="0"/>
                    <a:pt x="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94"/>
            <p:cNvSpPr/>
            <p:nvPr/>
          </p:nvSpPr>
          <p:spPr>
            <a:xfrm>
              <a:off x="5769467" y="1921028"/>
              <a:ext cx="99832" cy="174875"/>
            </a:xfrm>
            <a:custGeom>
              <a:rect b="b" l="l" r="r" t="t"/>
              <a:pathLst>
                <a:path extrusionOk="0" h="5425" w="3097">
                  <a:moveTo>
                    <a:pt x="1572" y="1"/>
                  </a:moveTo>
                  <a:cubicBezTo>
                    <a:pt x="1489" y="1"/>
                    <a:pt x="1406" y="54"/>
                    <a:pt x="1406" y="162"/>
                  </a:cubicBezTo>
                  <a:lnTo>
                    <a:pt x="1406" y="757"/>
                  </a:lnTo>
                  <a:lnTo>
                    <a:pt x="1096" y="757"/>
                  </a:lnTo>
                  <a:cubicBezTo>
                    <a:pt x="905" y="757"/>
                    <a:pt x="691" y="852"/>
                    <a:pt x="572" y="1019"/>
                  </a:cubicBezTo>
                  <a:lnTo>
                    <a:pt x="143" y="1519"/>
                  </a:lnTo>
                  <a:cubicBezTo>
                    <a:pt x="72" y="1638"/>
                    <a:pt x="1" y="1805"/>
                    <a:pt x="1" y="1971"/>
                  </a:cubicBezTo>
                  <a:lnTo>
                    <a:pt x="1" y="4734"/>
                  </a:lnTo>
                  <a:cubicBezTo>
                    <a:pt x="1" y="5139"/>
                    <a:pt x="310" y="5425"/>
                    <a:pt x="691" y="5425"/>
                  </a:cubicBezTo>
                  <a:lnTo>
                    <a:pt x="2406" y="5425"/>
                  </a:lnTo>
                  <a:cubicBezTo>
                    <a:pt x="2811" y="5425"/>
                    <a:pt x="3096" y="5139"/>
                    <a:pt x="3096" y="4734"/>
                  </a:cubicBezTo>
                  <a:lnTo>
                    <a:pt x="3096" y="3377"/>
                  </a:lnTo>
                  <a:cubicBezTo>
                    <a:pt x="3096" y="3269"/>
                    <a:pt x="3013" y="3216"/>
                    <a:pt x="2930" y="3216"/>
                  </a:cubicBezTo>
                  <a:cubicBezTo>
                    <a:pt x="2846" y="3216"/>
                    <a:pt x="2763" y="3269"/>
                    <a:pt x="2763" y="3377"/>
                  </a:cubicBezTo>
                  <a:lnTo>
                    <a:pt x="2763" y="4734"/>
                  </a:lnTo>
                  <a:cubicBezTo>
                    <a:pt x="2763" y="4948"/>
                    <a:pt x="2596" y="5139"/>
                    <a:pt x="2382" y="5139"/>
                  </a:cubicBezTo>
                  <a:lnTo>
                    <a:pt x="691" y="5139"/>
                  </a:lnTo>
                  <a:cubicBezTo>
                    <a:pt x="477" y="5139"/>
                    <a:pt x="310" y="4948"/>
                    <a:pt x="310" y="4734"/>
                  </a:cubicBezTo>
                  <a:lnTo>
                    <a:pt x="310" y="1971"/>
                  </a:lnTo>
                  <a:cubicBezTo>
                    <a:pt x="310" y="1876"/>
                    <a:pt x="334" y="1805"/>
                    <a:pt x="382" y="1733"/>
                  </a:cubicBezTo>
                  <a:lnTo>
                    <a:pt x="786" y="1233"/>
                  </a:lnTo>
                  <a:cubicBezTo>
                    <a:pt x="834" y="1138"/>
                    <a:pt x="953" y="1090"/>
                    <a:pt x="1072" y="1090"/>
                  </a:cubicBezTo>
                  <a:lnTo>
                    <a:pt x="1382" y="1090"/>
                  </a:lnTo>
                  <a:lnTo>
                    <a:pt x="1382" y="1805"/>
                  </a:lnTo>
                  <a:cubicBezTo>
                    <a:pt x="1382" y="1876"/>
                    <a:pt x="1429" y="1948"/>
                    <a:pt x="1525" y="1971"/>
                  </a:cubicBezTo>
                  <a:cubicBezTo>
                    <a:pt x="1596" y="1971"/>
                    <a:pt x="1691" y="1924"/>
                    <a:pt x="1691" y="1829"/>
                  </a:cubicBezTo>
                  <a:lnTo>
                    <a:pt x="1691" y="1114"/>
                  </a:lnTo>
                  <a:lnTo>
                    <a:pt x="2001" y="1114"/>
                  </a:lnTo>
                  <a:cubicBezTo>
                    <a:pt x="2120" y="1114"/>
                    <a:pt x="2215" y="1162"/>
                    <a:pt x="2287" y="1257"/>
                  </a:cubicBezTo>
                  <a:lnTo>
                    <a:pt x="2668" y="1757"/>
                  </a:lnTo>
                  <a:cubicBezTo>
                    <a:pt x="2739" y="1829"/>
                    <a:pt x="2763" y="1924"/>
                    <a:pt x="2763" y="1995"/>
                  </a:cubicBezTo>
                  <a:lnTo>
                    <a:pt x="2763" y="2472"/>
                  </a:lnTo>
                  <a:cubicBezTo>
                    <a:pt x="2763" y="2543"/>
                    <a:pt x="2858" y="2591"/>
                    <a:pt x="2954" y="2591"/>
                  </a:cubicBezTo>
                  <a:cubicBezTo>
                    <a:pt x="3049" y="2591"/>
                    <a:pt x="3096" y="2543"/>
                    <a:pt x="3096" y="2448"/>
                  </a:cubicBezTo>
                  <a:lnTo>
                    <a:pt x="3096" y="1971"/>
                  </a:lnTo>
                  <a:cubicBezTo>
                    <a:pt x="3096" y="1829"/>
                    <a:pt x="3049" y="1686"/>
                    <a:pt x="2954" y="1519"/>
                  </a:cubicBezTo>
                  <a:lnTo>
                    <a:pt x="2572" y="1019"/>
                  </a:lnTo>
                  <a:cubicBezTo>
                    <a:pt x="2453" y="852"/>
                    <a:pt x="2239" y="757"/>
                    <a:pt x="2025" y="757"/>
                  </a:cubicBezTo>
                  <a:lnTo>
                    <a:pt x="1739" y="757"/>
                  </a:lnTo>
                  <a:lnTo>
                    <a:pt x="1739" y="162"/>
                  </a:lnTo>
                  <a:cubicBezTo>
                    <a:pt x="1739" y="54"/>
                    <a:pt x="1656" y="1"/>
                    <a:pt x="1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94"/>
            <p:cNvSpPr/>
            <p:nvPr/>
          </p:nvSpPr>
          <p:spPr>
            <a:xfrm>
              <a:off x="5516132" y="1923156"/>
              <a:ext cx="356229" cy="353908"/>
            </a:xfrm>
            <a:custGeom>
              <a:rect b="b" l="l" r="r" t="t"/>
              <a:pathLst>
                <a:path extrusionOk="0" h="10979" w="11051">
                  <a:moveTo>
                    <a:pt x="3811" y="286"/>
                  </a:moveTo>
                  <a:cubicBezTo>
                    <a:pt x="4525" y="286"/>
                    <a:pt x="5097" y="858"/>
                    <a:pt x="5097" y="1572"/>
                  </a:cubicBezTo>
                  <a:lnTo>
                    <a:pt x="5097" y="2572"/>
                  </a:lnTo>
                  <a:lnTo>
                    <a:pt x="2239" y="2572"/>
                  </a:lnTo>
                  <a:lnTo>
                    <a:pt x="2239" y="1572"/>
                  </a:lnTo>
                  <a:cubicBezTo>
                    <a:pt x="2239" y="858"/>
                    <a:pt x="2787" y="286"/>
                    <a:pt x="3501" y="286"/>
                  </a:cubicBezTo>
                  <a:close/>
                  <a:moveTo>
                    <a:pt x="10312" y="6216"/>
                  </a:moveTo>
                  <a:cubicBezTo>
                    <a:pt x="10479" y="6216"/>
                    <a:pt x="10622" y="6383"/>
                    <a:pt x="10622" y="6549"/>
                  </a:cubicBezTo>
                  <a:lnTo>
                    <a:pt x="10622" y="6811"/>
                  </a:lnTo>
                  <a:lnTo>
                    <a:pt x="6192" y="6811"/>
                  </a:lnTo>
                  <a:lnTo>
                    <a:pt x="6192" y="6549"/>
                  </a:lnTo>
                  <a:cubicBezTo>
                    <a:pt x="6192" y="6383"/>
                    <a:pt x="6335" y="6216"/>
                    <a:pt x="6526" y="6216"/>
                  </a:cubicBezTo>
                  <a:close/>
                  <a:moveTo>
                    <a:pt x="3549" y="0"/>
                  </a:moveTo>
                  <a:cubicBezTo>
                    <a:pt x="2692" y="0"/>
                    <a:pt x="1977" y="715"/>
                    <a:pt x="1977" y="1572"/>
                  </a:cubicBezTo>
                  <a:lnTo>
                    <a:pt x="1977" y="2572"/>
                  </a:lnTo>
                  <a:lnTo>
                    <a:pt x="144" y="2572"/>
                  </a:lnTo>
                  <a:cubicBezTo>
                    <a:pt x="72" y="2572"/>
                    <a:pt x="1" y="2620"/>
                    <a:pt x="1" y="2715"/>
                  </a:cubicBezTo>
                  <a:lnTo>
                    <a:pt x="1" y="3525"/>
                  </a:lnTo>
                  <a:cubicBezTo>
                    <a:pt x="1" y="3620"/>
                    <a:pt x="84" y="3668"/>
                    <a:pt x="167" y="3668"/>
                  </a:cubicBezTo>
                  <a:cubicBezTo>
                    <a:pt x="251" y="3668"/>
                    <a:pt x="334" y="3620"/>
                    <a:pt x="334" y="3525"/>
                  </a:cubicBezTo>
                  <a:lnTo>
                    <a:pt x="334" y="2858"/>
                  </a:lnTo>
                  <a:lnTo>
                    <a:pt x="2001" y="2858"/>
                  </a:lnTo>
                  <a:lnTo>
                    <a:pt x="2001" y="3525"/>
                  </a:lnTo>
                  <a:cubicBezTo>
                    <a:pt x="2001" y="3620"/>
                    <a:pt x="2084" y="3668"/>
                    <a:pt x="2168" y="3668"/>
                  </a:cubicBezTo>
                  <a:cubicBezTo>
                    <a:pt x="2251" y="3668"/>
                    <a:pt x="2335" y="3620"/>
                    <a:pt x="2335" y="3525"/>
                  </a:cubicBezTo>
                  <a:lnTo>
                    <a:pt x="2335" y="2858"/>
                  </a:lnTo>
                  <a:lnTo>
                    <a:pt x="5145" y="2858"/>
                  </a:lnTo>
                  <a:lnTo>
                    <a:pt x="5145" y="3525"/>
                  </a:lnTo>
                  <a:cubicBezTo>
                    <a:pt x="5145" y="3620"/>
                    <a:pt x="5228" y="3668"/>
                    <a:pt x="5311" y="3668"/>
                  </a:cubicBezTo>
                  <a:cubicBezTo>
                    <a:pt x="5395" y="3668"/>
                    <a:pt x="5478" y="3620"/>
                    <a:pt x="5478" y="3525"/>
                  </a:cubicBezTo>
                  <a:lnTo>
                    <a:pt x="5478" y="2858"/>
                  </a:lnTo>
                  <a:lnTo>
                    <a:pt x="7121" y="2858"/>
                  </a:lnTo>
                  <a:lnTo>
                    <a:pt x="7121" y="5859"/>
                  </a:lnTo>
                  <a:lnTo>
                    <a:pt x="6574" y="5859"/>
                  </a:lnTo>
                  <a:cubicBezTo>
                    <a:pt x="6216" y="5859"/>
                    <a:pt x="5931" y="6168"/>
                    <a:pt x="5931" y="6525"/>
                  </a:cubicBezTo>
                  <a:lnTo>
                    <a:pt x="5931" y="9097"/>
                  </a:lnTo>
                  <a:lnTo>
                    <a:pt x="2239" y="9097"/>
                  </a:lnTo>
                  <a:cubicBezTo>
                    <a:pt x="2025" y="9097"/>
                    <a:pt x="2025" y="9431"/>
                    <a:pt x="2239" y="9431"/>
                  </a:cubicBezTo>
                  <a:lnTo>
                    <a:pt x="5931" y="9431"/>
                  </a:lnTo>
                  <a:lnTo>
                    <a:pt x="5931" y="10336"/>
                  </a:lnTo>
                  <a:cubicBezTo>
                    <a:pt x="5931" y="10455"/>
                    <a:pt x="5954" y="10574"/>
                    <a:pt x="6026" y="10645"/>
                  </a:cubicBezTo>
                  <a:lnTo>
                    <a:pt x="810" y="10645"/>
                  </a:lnTo>
                  <a:cubicBezTo>
                    <a:pt x="548" y="10645"/>
                    <a:pt x="334" y="10455"/>
                    <a:pt x="334" y="10169"/>
                  </a:cubicBezTo>
                  <a:lnTo>
                    <a:pt x="334" y="9431"/>
                  </a:lnTo>
                  <a:lnTo>
                    <a:pt x="1311" y="9431"/>
                  </a:lnTo>
                  <a:cubicBezTo>
                    <a:pt x="1525" y="9431"/>
                    <a:pt x="1525" y="9097"/>
                    <a:pt x="1311" y="9097"/>
                  </a:cubicBezTo>
                  <a:lnTo>
                    <a:pt x="334" y="9097"/>
                  </a:lnTo>
                  <a:lnTo>
                    <a:pt x="334" y="4406"/>
                  </a:lnTo>
                  <a:cubicBezTo>
                    <a:pt x="334" y="4299"/>
                    <a:pt x="251" y="4245"/>
                    <a:pt x="167" y="4245"/>
                  </a:cubicBezTo>
                  <a:cubicBezTo>
                    <a:pt x="84" y="4245"/>
                    <a:pt x="1" y="4299"/>
                    <a:pt x="1" y="4406"/>
                  </a:cubicBezTo>
                  <a:lnTo>
                    <a:pt x="1" y="10169"/>
                  </a:lnTo>
                  <a:cubicBezTo>
                    <a:pt x="1" y="10622"/>
                    <a:pt x="358" y="10979"/>
                    <a:pt x="810" y="10979"/>
                  </a:cubicBezTo>
                  <a:lnTo>
                    <a:pt x="9122" y="10979"/>
                  </a:lnTo>
                  <a:cubicBezTo>
                    <a:pt x="9312" y="10979"/>
                    <a:pt x="9312" y="10645"/>
                    <a:pt x="9122" y="10645"/>
                  </a:cubicBezTo>
                  <a:lnTo>
                    <a:pt x="6574" y="10645"/>
                  </a:lnTo>
                  <a:cubicBezTo>
                    <a:pt x="6407" y="10645"/>
                    <a:pt x="6264" y="10502"/>
                    <a:pt x="6264" y="10336"/>
                  </a:cubicBezTo>
                  <a:lnTo>
                    <a:pt x="6264" y="7121"/>
                  </a:lnTo>
                  <a:lnTo>
                    <a:pt x="10717" y="7121"/>
                  </a:lnTo>
                  <a:lnTo>
                    <a:pt x="10717" y="10336"/>
                  </a:lnTo>
                  <a:cubicBezTo>
                    <a:pt x="10717" y="10502"/>
                    <a:pt x="10574" y="10645"/>
                    <a:pt x="10384" y="10645"/>
                  </a:cubicBezTo>
                  <a:lnTo>
                    <a:pt x="10003" y="10645"/>
                  </a:lnTo>
                  <a:cubicBezTo>
                    <a:pt x="9788" y="10645"/>
                    <a:pt x="9788" y="10979"/>
                    <a:pt x="10003" y="10979"/>
                  </a:cubicBezTo>
                  <a:lnTo>
                    <a:pt x="10384" y="10979"/>
                  </a:lnTo>
                  <a:cubicBezTo>
                    <a:pt x="10741" y="10979"/>
                    <a:pt x="11051" y="10693"/>
                    <a:pt x="11051" y="10336"/>
                  </a:cubicBezTo>
                  <a:lnTo>
                    <a:pt x="11051" y="6525"/>
                  </a:lnTo>
                  <a:cubicBezTo>
                    <a:pt x="10955" y="6168"/>
                    <a:pt x="10670" y="5906"/>
                    <a:pt x="10312" y="5906"/>
                  </a:cubicBezTo>
                  <a:lnTo>
                    <a:pt x="7359" y="5906"/>
                  </a:lnTo>
                  <a:lnTo>
                    <a:pt x="7359" y="2715"/>
                  </a:lnTo>
                  <a:cubicBezTo>
                    <a:pt x="7359" y="2620"/>
                    <a:pt x="7288" y="2572"/>
                    <a:pt x="7217" y="2572"/>
                  </a:cubicBezTo>
                  <a:lnTo>
                    <a:pt x="5430" y="2572"/>
                  </a:lnTo>
                  <a:lnTo>
                    <a:pt x="5430" y="1572"/>
                  </a:lnTo>
                  <a:cubicBezTo>
                    <a:pt x="5430" y="715"/>
                    <a:pt x="4716" y="0"/>
                    <a:pt x="3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94"/>
            <p:cNvSpPr/>
            <p:nvPr/>
          </p:nvSpPr>
          <p:spPr>
            <a:xfrm>
              <a:off x="5751028" y="2177039"/>
              <a:ext cx="71433" cy="66436"/>
            </a:xfrm>
            <a:custGeom>
              <a:rect b="b" l="l" r="r" t="t"/>
              <a:pathLst>
                <a:path extrusionOk="0" h="2061" w="2216">
                  <a:moveTo>
                    <a:pt x="1120" y="316"/>
                  </a:moveTo>
                  <a:cubicBezTo>
                    <a:pt x="1239" y="316"/>
                    <a:pt x="1358" y="340"/>
                    <a:pt x="1477" y="412"/>
                  </a:cubicBezTo>
                  <a:lnTo>
                    <a:pt x="525" y="1364"/>
                  </a:lnTo>
                  <a:cubicBezTo>
                    <a:pt x="358" y="1126"/>
                    <a:pt x="406" y="769"/>
                    <a:pt x="644" y="531"/>
                  </a:cubicBezTo>
                  <a:cubicBezTo>
                    <a:pt x="763" y="412"/>
                    <a:pt x="930" y="316"/>
                    <a:pt x="1120" y="316"/>
                  </a:cubicBezTo>
                  <a:close/>
                  <a:moveTo>
                    <a:pt x="1739" y="650"/>
                  </a:moveTo>
                  <a:cubicBezTo>
                    <a:pt x="1858" y="936"/>
                    <a:pt x="1835" y="1269"/>
                    <a:pt x="1620" y="1507"/>
                  </a:cubicBezTo>
                  <a:cubicBezTo>
                    <a:pt x="1484" y="1644"/>
                    <a:pt x="1316" y="1710"/>
                    <a:pt x="1148" y="1710"/>
                  </a:cubicBezTo>
                  <a:cubicBezTo>
                    <a:pt x="1023" y="1710"/>
                    <a:pt x="898" y="1673"/>
                    <a:pt x="787" y="1602"/>
                  </a:cubicBezTo>
                  <a:lnTo>
                    <a:pt x="1739" y="650"/>
                  </a:lnTo>
                  <a:close/>
                  <a:moveTo>
                    <a:pt x="1969" y="1"/>
                  </a:moveTo>
                  <a:cubicBezTo>
                    <a:pt x="1924" y="1"/>
                    <a:pt x="1882" y="19"/>
                    <a:pt x="1858" y="55"/>
                  </a:cubicBezTo>
                  <a:lnTo>
                    <a:pt x="1716" y="197"/>
                  </a:lnTo>
                  <a:cubicBezTo>
                    <a:pt x="1542" y="65"/>
                    <a:pt x="1342" y="2"/>
                    <a:pt x="1142" y="2"/>
                  </a:cubicBezTo>
                  <a:cubicBezTo>
                    <a:pt x="876" y="2"/>
                    <a:pt x="610" y="113"/>
                    <a:pt x="406" y="316"/>
                  </a:cubicBezTo>
                  <a:cubicBezTo>
                    <a:pt x="49" y="674"/>
                    <a:pt x="1" y="1198"/>
                    <a:pt x="287" y="1626"/>
                  </a:cubicBezTo>
                  <a:lnTo>
                    <a:pt x="120" y="1769"/>
                  </a:lnTo>
                  <a:cubicBezTo>
                    <a:pt x="72" y="1841"/>
                    <a:pt x="72" y="1960"/>
                    <a:pt x="120" y="2007"/>
                  </a:cubicBezTo>
                  <a:cubicBezTo>
                    <a:pt x="156" y="2043"/>
                    <a:pt x="203" y="2061"/>
                    <a:pt x="248" y="2061"/>
                  </a:cubicBezTo>
                  <a:cubicBezTo>
                    <a:pt x="293" y="2061"/>
                    <a:pt x="334" y="2043"/>
                    <a:pt x="358" y="2007"/>
                  </a:cubicBezTo>
                  <a:lnTo>
                    <a:pt x="525" y="1864"/>
                  </a:lnTo>
                  <a:cubicBezTo>
                    <a:pt x="692" y="1983"/>
                    <a:pt x="906" y="2031"/>
                    <a:pt x="1120" y="2031"/>
                  </a:cubicBezTo>
                  <a:cubicBezTo>
                    <a:pt x="1382" y="2031"/>
                    <a:pt x="1620" y="1960"/>
                    <a:pt x="1835" y="1745"/>
                  </a:cubicBezTo>
                  <a:cubicBezTo>
                    <a:pt x="2192" y="1388"/>
                    <a:pt x="2216" y="840"/>
                    <a:pt x="1954" y="436"/>
                  </a:cubicBezTo>
                  <a:lnTo>
                    <a:pt x="2097" y="293"/>
                  </a:lnTo>
                  <a:cubicBezTo>
                    <a:pt x="2144" y="221"/>
                    <a:pt x="2144" y="102"/>
                    <a:pt x="2097" y="55"/>
                  </a:cubicBezTo>
                  <a:cubicBezTo>
                    <a:pt x="2061" y="19"/>
                    <a:pt x="2013" y="1"/>
                    <a:pt x="19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2" name="Google Shape;18812;p94"/>
          <p:cNvGrpSpPr/>
          <p:nvPr/>
        </p:nvGrpSpPr>
        <p:grpSpPr>
          <a:xfrm>
            <a:off x="6241581" y="1769982"/>
            <a:ext cx="357003" cy="354682"/>
            <a:chOff x="6241581" y="1922382"/>
            <a:chExt cx="357003" cy="354682"/>
          </a:xfrm>
        </p:grpSpPr>
        <p:sp>
          <p:nvSpPr>
            <p:cNvPr id="18813" name="Google Shape;18813;p94"/>
            <p:cNvSpPr/>
            <p:nvPr/>
          </p:nvSpPr>
          <p:spPr>
            <a:xfrm>
              <a:off x="6307598" y="1994556"/>
              <a:ext cx="224968" cy="211881"/>
            </a:xfrm>
            <a:custGeom>
              <a:rect b="b" l="l" r="r" t="t"/>
              <a:pathLst>
                <a:path extrusionOk="0" h="6573" w="6979">
                  <a:moveTo>
                    <a:pt x="3525" y="0"/>
                  </a:moveTo>
                  <a:cubicBezTo>
                    <a:pt x="2334" y="0"/>
                    <a:pt x="1358" y="905"/>
                    <a:pt x="1358" y="2096"/>
                  </a:cubicBezTo>
                  <a:cubicBezTo>
                    <a:pt x="1358" y="2786"/>
                    <a:pt x="1787" y="3858"/>
                    <a:pt x="763" y="4430"/>
                  </a:cubicBezTo>
                  <a:cubicBezTo>
                    <a:pt x="120" y="4763"/>
                    <a:pt x="0" y="5382"/>
                    <a:pt x="191" y="5882"/>
                  </a:cubicBezTo>
                  <a:cubicBezTo>
                    <a:pt x="334" y="6311"/>
                    <a:pt x="691" y="6573"/>
                    <a:pt x="1048" y="6573"/>
                  </a:cubicBezTo>
                  <a:lnTo>
                    <a:pt x="5930" y="6573"/>
                  </a:lnTo>
                  <a:cubicBezTo>
                    <a:pt x="6287" y="6573"/>
                    <a:pt x="6645" y="6311"/>
                    <a:pt x="6788" y="5882"/>
                  </a:cubicBezTo>
                  <a:cubicBezTo>
                    <a:pt x="6978" y="5406"/>
                    <a:pt x="6859" y="4763"/>
                    <a:pt x="6240" y="4430"/>
                  </a:cubicBezTo>
                  <a:cubicBezTo>
                    <a:pt x="5192" y="3858"/>
                    <a:pt x="5644" y="2786"/>
                    <a:pt x="5644" y="2096"/>
                  </a:cubicBezTo>
                  <a:cubicBezTo>
                    <a:pt x="5644" y="929"/>
                    <a:pt x="4668" y="0"/>
                    <a:pt x="3525"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94"/>
            <p:cNvSpPr/>
            <p:nvPr/>
          </p:nvSpPr>
          <p:spPr>
            <a:xfrm>
              <a:off x="6405850" y="1994556"/>
              <a:ext cx="126716" cy="211881"/>
            </a:xfrm>
            <a:custGeom>
              <a:rect b="b" l="l" r="r" t="t"/>
              <a:pathLst>
                <a:path extrusionOk="0" h="6573" w="3931">
                  <a:moveTo>
                    <a:pt x="477" y="0"/>
                  </a:moveTo>
                  <a:cubicBezTo>
                    <a:pt x="334" y="0"/>
                    <a:pt x="144" y="0"/>
                    <a:pt x="1" y="24"/>
                  </a:cubicBezTo>
                  <a:cubicBezTo>
                    <a:pt x="953" y="214"/>
                    <a:pt x="1692" y="1048"/>
                    <a:pt x="1692" y="2096"/>
                  </a:cubicBezTo>
                  <a:cubicBezTo>
                    <a:pt x="1692" y="2786"/>
                    <a:pt x="1239" y="3858"/>
                    <a:pt x="2287" y="4430"/>
                  </a:cubicBezTo>
                  <a:cubicBezTo>
                    <a:pt x="2906" y="4763"/>
                    <a:pt x="3025" y="5406"/>
                    <a:pt x="2858" y="5882"/>
                  </a:cubicBezTo>
                  <a:cubicBezTo>
                    <a:pt x="2716" y="6311"/>
                    <a:pt x="2335" y="6573"/>
                    <a:pt x="2001" y="6573"/>
                  </a:cubicBezTo>
                  <a:lnTo>
                    <a:pt x="2882" y="6573"/>
                  </a:lnTo>
                  <a:cubicBezTo>
                    <a:pt x="3239" y="6573"/>
                    <a:pt x="3597" y="6311"/>
                    <a:pt x="3740" y="5882"/>
                  </a:cubicBezTo>
                  <a:cubicBezTo>
                    <a:pt x="3930" y="5406"/>
                    <a:pt x="3811" y="4763"/>
                    <a:pt x="3192" y="4430"/>
                  </a:cubicBezTo>
                  <a:cubicBezTo>
                    <a:pt x="2144" y="3858"/>
                    <a:pt x="2596" y="2786"/>
                    <a:pt x="2596" y="2096"/>
                  </a:cubicBezTo>
                  <a:cubicBezTo>
                    <a:pt x="2596" y="929"/>
                    <a:pt x="1620"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94"/>
            <p:cNvSpPr/>
            <p:nvPr/>
          </p:nvSpPr>
          <p:spPr>
            <a:xfrm>
              <a:off x="6344442" y="2140387"/>
              <a:ext cx="151247" cy="65308"/>
            </a:xfrm>
            <a:custGeom>
              <a:rect b="b" l="l" r="r" t="t"/>
              <a:pathLst>
                <a:path extrusionOk="0" h="2026" w="4692">
                  <a:moveTo>
                    <a:pt x="1001" y="1"/>
                  </a:moveTo>
                  <a:cubicBezTo>
                    <a:pt x="453" y="1"/>
                    <a:pt x="1" y="429"/>
                    <a:pt x="1" y="1001"/>
                  </a:cubicBezTo>
                  <a:lnTo>
                    <a:pt x="1" y="2025"/>
                  </a:lnTo>
                  <a:lnTo>
                    <a:pt x="4692" y="2025"/>
                  </a:lnTo>
                  <a:lnTo>
                    <a:pt x="4692" y="1001"/>
                  </a:lnTo>
                  <a:cubicBezTo>
                    <a:pt x="4692" y="429"/>
                    <a:pt x="4263" y="1"/>
                    <a:pt x="369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94"/>
            <p:cNvSpPr/>
            <p:nvPr/>
          </p:nvSpPr>
          <p:spPr>
            <a:xfrm>
              <a:off x="6426577" y="2140387"/>
              <a:ext cx="70659" cy="66050"/>
            </a:xfrm>
            <a:custGeom>
              <a:rect b="b" l="l" r="r" t="t"/>
              <a:pathLst>
                <a:path extrusionOk="0" h="2049" w="2192">
                  <a:moveTo>
                    <a:pt x="1" y="1"/>
                  </a:moveTo>
                  <a:cubicBezTo>
                    <a:pt x="691" y="1"/>
                    <a:pt x="1239" y="525"/>
                    <a:pt x="1239" y="1215"/>
                  </a:cubicBezTo>
                  <a:lnTo>
                    <a:pt x="1239" y="2049"/>
                  </a:lnTo>
                  <a:lnTo>
                    <a:pt x="2120" y="2049"/>
                  </a:lnTo>
                  <a:lnTo>
                    <a:pt x="2120" y="1215"/>
                  </a:lnTo>
                  <a:cubicBezTo>
                    <a:pt x="2192" y="549"/>
                    <a:pt x="1620" y="1"/>
                    <a:pt x="929"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94"/>
            <p:cNvSpPr/>
            <p:nvPr/>
          </p:nvSpPr>
          <p:spPr>
            <a:xfrm>
              <a:off x="6403561" y="2117372"/>
              <a:ext cx="33041" cy="47611"/>
            </a:xfrm>
            <a:custGeom>
              <a:rect b="b" l="l" r="r" t="t"/>
              <a:pathLst>
                <a:path extrusionOk="0" h="1477" w="1025">
                  <a:moveTo>
                    <a:pt x="0" y="0"/>
                  </a:moveTo>
                  <a:lnTo>
                    <a:pt x="0" y="977"/>
                  </a:lnTo>
                  <a:cubicBezTo>
                    <a:pt x="0" y="1239"/>
                    <a:pt x="238" y="1477"/>
                    <a:pt x="500" y="1477"/>
                  </a:cubicBezTo>
                  <a:cubicBezTo>
                    <a:pt x="786" y="1477"/>
                    <a:pt x="1024" y="1239"/>
                    <a:pt x="1024" y="977"/>
                  </a:cubicBezTo>
                  <a:lnTo>
                    <a:pt x="1024"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94"/>
            <p:cNvSpPr/>
            <p:nvPr/>
          </p:nvSpPr>
          <p:spPr>
            <a:xfrm>
              <a:off x="6372841" y="2027565"/>
              <a:ext cx="94449" cy="97511"/>
            </a:xfrm>
            <a:custGeom>
              <a:rect b="b" l="l" r="r" t="t"/>
              <a:pathLst>
                <a:path extrusionOk="0" h="3025" w="2930">
                  <a:moveTo>
                    <a:pt x="1763" y="0"/>
                  </a:moveTo>
                  <a:cubicBezTo>
                    <a:pt x="1763" y="17"/>
                    <a:pt x="1763" y="34"/>
                    <a:pt x="1764" y="50"/>
                  </a:cubicBezTo>
                  <a:lnTo>
                    <a:pt x="1764" y="50"/>
                  </a:lnTo>
                  <a:cubicBezTo>
                    <a:pt x="1764" y="34"/>
                    <a:pt x="1764" y="17"/>
                    <a:pt x="1763" y="0"/>
                  </a:cubicBezTo>
                  <a:close/>
                  <a:moveTo>
                    <a:pt x="1764" y="50"/>
                  </a:moveTo>
                  <a:cubicBezTo>
                    <a:pt x="1759" y="695"/>
                    <a:pt x="1222" y="1238"/>
                    <a:pt x="572" y="1238"/>
                  </a:cubicBezTo>
                  <a:lnTo>
                    <a:pt x="1" y="1238"/>
                  </a:lnTo>
                  <a:lnTo>
                    <a:pt x="1" y="1667"/>
                  </a:lnTo>
                  <a:cubicBezTo>
                    <a:pt x="1" y="2429"/>
                    <a:pt x="596" y="3025"/>
                    <a:pt x="1358" y="3025"/>
                  </a:cubicBezTo>
                  <a:lnTo>
                    <a:pt x="1596" y="3025"/>
                  </a:lnTo>
                  <a:cubicBezTo>
                    <a:pt x="2335" y="3025"/>
                    <a:pt x="2930" y="2429"/>
                    <a:pt x="2930" y="1667"/>
                  </a:cubicBezTo>
                  <a:lnTo>
                    <a:pt x="2930" y="1238"/>
                  </a:lnTo>
                  <a:cubicBezTo>
                    <a:pt x="2324" y="1238"/>
                    <a:pt x="1786" y="828"/>
                    <a:pt x="1764" y="5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94"/>
            <p:cNvSpPr/>
            <p:nvPr/>
          </p:nvSpPr>
          <p:spPr>
            <a:xfrm>
              <a:off x="6429639" y="2026791"/>
              <a:ext cx="806" cy="806"/>
            </a:xfrm>
            <a:custGeom>
              <a:rect b="b" l="l" r="r" t="t"/>
              <a:pathLst>
                <a:path extrusionOk="0" h="25" w="25">
                  <a:moveTo>
                    <a:pt x="1" y="0"/>
                  </a:moveTo>
                  <a:lnTo>
                    <a:pt x="1" y="24"/>
                  </a:lnTo>
                  <a:cubicBezTo>
                    <a:pt x="25" y="24"/>
                    <a:pt x="25" y="0"/>
                    <a:pt x="1"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94"/>
            <p:cNvSpPr/>
            <p:nvPr/>
          </p:nvSpPr>
          <p:spPr>
            <a:xfrm>
              <a:off x="6406624" y="2027565"/>
              <a:ext cx="61440" cy="95964"/>
            </a:xfrm>
            <a:custGeom>
              <a:rect b="b" l="l" r="r" t="t"/>
              <a:pathLst>
                <a:path extrusionOk="0" h="2977" w="1906">
                  <a:moveTo>
                    <a:pt x="739" y="0"/>
                  </a:moveTo>
                  <a:cubicBezTo>
                    <a:pt x="739" y="405"/>
                    <a:pt x="548" y="715"/>
                    <a:pt x="262" y="953"/>
                  </a:cubicBezTo>
                  <a:cubicBezTo>
                    <a:pt x="382" y="1048"/>
                    <a:pt x="501" y="1119"/>
                    <a:pt x="620" y="1143"/>
                  </a:cubicBezTo>
                  <a:cubicBezTo>
                    <a:pt x="834" y="1191"/>
                    <a:pt x="1025" y="1405"/>
                    <a:pt x="1025" y="1643"/>
                  </a:cubicBezTo>
                  <a:cubicBezTo>
                    <a:pt x="1025" y="2262"/>
                    <a:pt x="596" y="2810"/>
                    <a:pt x="1" y="2953"/>
                  </a:cubicBezTo>
                  <a:cubicBezTo>
                    <a:pt x="120" y="2977"/>
                    <a:pt x="215" y="2977"/>
                    <a:pt x="334" y="2977"/>
                  </a:cubicBezTo>
                  <a:lnTo>
                    <a:pt x="572" y="2977"/>
                  </a:lnTo>
                  <a:cubicBezTo>
                    <a:pt x="1310" y="2977"/>
                    <a:pt x="1906" y="2382"/>
                    <a:pt x="1906" y="1643"/>
                  </a:cubicBezTo>
                  <a:lnTo>
                    <a:pt x="1906" y="1191"/>
                  </a:lnTo>
                  <a:cubicBezTo>
                    <a:pt x="1287" y="1191"/>
                    <a:pt x="739" y="810"/>
                    <a:pt x="739"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94"/>
            <p:cNvSpPr/>
            <p:nvPr/>
          </p:nvSpPr>
          <p:spPr>
            <a:xfrm>
              <a:off x="6242354" y="1922382"/>
              <a:ext cx="32" cy="32"/>
            </a:xfrm>
            <a:custGeom>
              <a:rect b="b" l="l" r="r" t="t"/>
              <a:pathLst>
                <a:path extrusionOk="0" h="1" w="1">
                  <a:moveTo>
                    <a:pt x="0" y="1"/>
                  </a:move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94"/>
            <p:cNvSpPr/>
            <p:nvPr/>
          </p:nvSpPr>
          <p:spPr>
            <a:xfrm>
              <a:off x="6306824" y="1988399"/>
              <a:ext cx="230319" cy="223421"/>
            </a:xfrm>
            <a:custGeom>
              <a:rect b="b" l="l" r="r" t="t"/>
              <a:pathLst>
                <a:path extrusionOk="0" h="6931" w="7145">
                  <a:moveTo>
                    <a:pt x="3811" y="1858"/>
                  </a:moveTo>
                  <a:cubicBezTo>
                    <a:pt x="3882" y="1977"/>
                    <a:pt x="3954" y="2096"/>
                    <a:pt x="4049" y="2215"/>
                  </a:cubicBezTo>
                  <a:cubicBezTo>
                    <a:pt x="4263" y="2382"/>
                    <a:pt x="4525" y="2501"/>
                    <a:pt x="4787" y="2573"/>
                  </a:cubicBezTo>
                  <a:lnTo>
                    <a:pt x="4787" y="2858"/>
                  </a:lnTo>
                  <a:cubicBezTo>
                    <a:pt x="4787" y="3501"/>
                    <a:pt x="4263" y="4049"/>
                    <a:pt x="3597" y="4049"/>
                  </a:cubicBezTo>
                  <a:lnTo>
                    <a:pt x="3358" y="4049"/>
                  </a:lnTo>
                  <a:cubicBezTo>
                    <a:pt x="2739" y="4049"/>
                    <a:pt x="2215" y="3525"/>
                    <a:pt x="2215" y="2858"/>
                  </a:cubicBezTo>
                  <a:lnTo>
                    <a:pt x="2215" y="2573"/>
                  </a:lnTo>
                  <a:lnTo>
                    <a:pt x="2620" y="2573"/>
                  </a:lnTo>
                  <a:cubicBezTo>
                    <a:pt x="2977" y="2573"/>
                    <a:pt x="3335" y="2406"/>
                    <a:pt x="3597" y="2144"/>
                  </a:cubicBezTo>
                  <a:cubicBezTo>
                    <a:pt x="3692" y="2049"/>
                    <a:pt x="3763" y="1977"/>
                    <a:pt x="3811" y="1858"/>
                  </a:cubicBezTo>
                  <a:close/>
                  <a:moveTo>
                    <a:pt x="3882" y="4382"/>
                  </a:moveTo>
                  <a:lnTo>
                    <a:pt x="3882" y="5002"/>
                  </a:lnTo>
                  <a:cubicBezTo>
                    <a:pt x="3882" y="5228"/>
                    <a:pt x="3710" y="5341"/>
                    <a:pt x="3537" y="5341"/>
                  </a:cubicBezTo>
                  <a:cubicBezTo>
                    <a:pt x="3364" y="5341"/>
                    <a:pt x="3192" y="5228"/>
                    <a:pt x="3192" y="5002"/>
                  </a:cubicBezTo>
                  <a:lnTo>
                    <a:pt x="3192" y="4382"/>
                  </a:lnTo>
                  <a:cubicBezTo>
                    <a:pt x="3287" y="4382"/>
                    <a:pt x="3335" y="4406"/>
                    <a:pt x="3430" y="4406"/>
                  </a:cubicBezTo>
                  <a:cubicBezTo>
                    <a:pt x="3489" y="4394"/>
                    <a:pt x="3555" y="4394"/>
                    <a:pt x="3629" y="4394"/>
                  </a:cubicBezTo>
                  <a:cubicBezTo>
                    <a:pt x="3704" y="4394"/>
                    <a:pt x="3787" y="4394"/>
                    <a:pt x="3882" y="4382"/>
                  </a:cubicBezTo>
                  <a:close/>
                  <a:moveTo>
                    <a:pt x="4835" y="4859"/>
                  </a:moveTo>
                  <a:cubicBezTo>
                    <a:pt x="5311" y="4859"/>
                    <a:pt x="5692" y="5240"/>
                    <a:pt x="5692" y="5716"/>
                  </a:cubicBezTo>
                  <a:lnTo>
                    <a:pt x="5716" y="6573"/>
                  </a:lnTo>
                  <a:lnTo>
                    <a:pt x="1334" y="6573"/>
                  </a:lnTo>
                  <a:lnTo>
                    <a:pt x="1334" y="5716"/>
                  </a:lnTo>
                  <a:cubicBezTo>
                    <a:pt x="1334" y="5240"/>
                    <a:pt x="1715" y="4859"/>
                    <a:pt x="2215" y="4859"/>
                  </a:cubicBezTo>
                  <a:lnTo>
                    <a:pt x="2858" y="4859"/>
                  </a:lnTo>
                  <a:lnTo>
                    <a:pt x="2858" y="4978"/>
                  </a:lnTo>
                  <a:cubicBezTo>
                    <a:pt x="2858" y="5335"/>
                    <a:pt x="3168" y="5668"/>
                    <a:pt x="3525" y="5668"/>
                  </a:cubicBezTo>
                  <a:cubicBezTo>
                    <a:pt x="3882" y="5668"/>
                    <a:pt x="4168" y="5359"/>
                    <a:pt x="4168" y="4978"/>
                  </a:cubicBezTo>
                  <a:lnTo>
                    <a:pt x="4168" y="4859"/>
                  </a:lnTo>
                  <a:close/>
                  <a:moveTo>
                    <a:pt x="3549" y="1"/>
                  </a:moveTo>
                  <a:cubicBezTo>
                    <a:pt x="3192" y="1"/>
                    <a:pt x="2835" y="72"/>
                    <a:pt x="2501" y="239"/>
                  </a:cubicBezTo>
                  <a:cubicBezTo>
                    <a:pt x="2353" y="324"/>
                    <a:pt x="2431" y="560"/>
                    <a:pt x="2585" y="560"/>
                  </a:cubicBezTo>
                  <a:cubicBezTo>
                    <a:pt x="2603" y="560"/>
                    <a:pt x="2623" y="556"/>
                    <a:pt x="2644" y="548"/>
                  </a:cubicBezTo>
                  <a:cubicBezTo>
                    <a:pt x="2930" y="382"/>
                    <a:pt x="3239" y="334"/>
                    <a:pt x="3549" y="334"/>
                  </a:cubicBezTo>
                  <a:cubicBezTo>
                    <a:pt x="4621" y="334"/>
                    <a:pt x="5502" y="1215"/>
                    <a:pt x="5502" y="2287"/>
                  </a:cubicBezTo>
                  <a:cubicBezTo>
                    <a:pt x="5502" y="2453"/>
                    <a:pt x="5478" y="2596"/>
                    <a:pt x="5478" y="2763"/>
                  </a:cubicBezTo>
                  <a:cubicBezTo>
                    <a:pt x="5383" y="3406"/>
                    <a:pt x="5264" y="4287"/>
                    <a:pt x="6192" y="4763"/>
                  </a:cubicBezTo>
                  <a:cubicBezTo>
                    <a:pt x="6788" y="5097"/>
                    <a:pt x="6812" y="5668"/>
                    <a:pt x="6693" y="6049"/>
                  </a:cubicBezTo>
                  <a:cubicBezTo>
                    <a:pt x="6573" y="6383"/>
                    <a:pt x="6335" y="6573"/>
                    <a:pt x="6073" y="6621"/>
                  </a:cubicBezTo>
                  <a:lnTo>
                    <a:pt x="6073" y="5954"/>
                  </a:lnTo>
                  <a:cubicBezTo>
                    <a:pt x="6073" y="5192"/>
                    <a:pt x="5454" y="4597"/>
                    <a:pt x="4716" y="4597"/>
                  </a:cubicBezTo>
                  <a:lnTo>
                    <a:pt x="4240" y="4597"/>
                  </a:lnTo>
                  <a:lnTo>
                    <a:pt x="4240" y="4311"/>
                  </a:lnTo>
                  <a:cubicBezTo>
                    <a:pt x="4787" y="4120"/>
                    <a:pt x="5192" y="3549"/>
                    <a:pt x="5192" y="2930"/>
                  </a:cubicBezTo>
                  <a:lnTo>
                    <a:pt x="5192" y="2477"/>
                  </a:lnTo>
                  <a:cubicBezTo>
                    <a:pt x="5192" y="2382"/>
                    <a:pt x="5121" y="2334"/>
                    <a:pt x="5026" y="2334"/>
                  </a:cubicBezTo>
                  <a:cubicBezTo>
                    <a:pt x="4311" y="2334"/>
                    <a:pt x="4073" y="1787"/>
                    <a:pt x="4049" y="1310"/>
                  </a:cubicBezTo>
                  <a:cubicBezTo>
                    <a:pt x="4049" y="1179"/>
                    <a:pt x="3966" y="1114"/>
                    <a:pt x="3882" y="1114"/>
                  </a:cubicBezTo>
                  <a:cubicBezTo>
                    <a:pt x="3799" y="1114"/>
                    <a:pt x="3716" y="1179"/>
                    <a:pt x="3716" y="1310"/>
                  </a:cubicBezTo>
                  <a:cubicBezTo>
                    <a:pt x="3716" y="1572"/>
                    <a:pt x="3597" y="1810"/>
                    <a:pt x="3430" y="2025"/>
                  </a:cubicBezTo>
                  <a:cubicBezTo>
                    <a:pt x="3216" y="2239"/>
                    <a:pt x="2954" y="2358"/>
                    <a:pt x="2692" y="2358"/>
                  </a:cubicBezTo>
                  <a:lnTo>
                    <a:pt x="2144" y="2358"/>
                  </a:lnTo>
                  <a:cubicBezTo>
                    <a:pt x="2049" y="2358"/>
                    <a:pt x="2001" y="2406"/>
                    <a:pt x="2001" y="2501"/>
                  </a:cubicBezTo>
                  <a:lnTo>
                    <a:pt x="2001" y="2954"/>
                  </a:lnTo>
                  <a:cubicBezTo>
                    <a:pt x="2001" y="3573"/>
                    <a:pt x="2382" y="4120"/>
                    <a:pt x="2954" y="4359"/>
                  </a:cubicBezTo>
                  <a:lnTo>
                    <a:pt x="2954" y="4621"/>
                  </a:lnTo>
                  <a:lnTo>
                    <a:pt x="2477" y="4621"/>
                  </a:lnTo>
                  <a:cubicBezTo>
                    <a:pt x="1691" y="4621"/>
                    <a:pt x="1096" y="5240"/>
                    <a:pt x="1096" y="5978"/>
                  </a:cubicBezTo>
                  <a:lnTo>
                    <a:pt x="1096" y="6645"/>
                  </a:lnTo>
                  <a:cubicBezTo>
                    <a:pt x="834" y="6621"/>
                    <a:pt x="572" y="6407"/>
                    <a:pt x="477" y="6073"/>
                  </a:cubicBezTo>
                  <a:cubicBezTo>
                    <a:pt x="334" y="5692"/>
                    <a:pt x="382" y="5121"/>
                    <a:pt x="977" y="4787"/>
                  </a:cubicBezTo>
                  <a:cubicBezTo>
                    <a:pt x="1906" y="4287"/>
                    <a:pt x="1787" y="3430"/>
                    <a:pt x="1691" y="2811"/>
                  </a:cubicBezTo>
                  <a:cubicBezTo>
                    <a:pt x="1668" y="2620"/>
                    <a:pt x="1668" y="2477"/>
                    <a:pt x="1668" y="2334"/>
                  </a:cubicBezTo>
                  <a:cubicBezTo>
                    <a:pt x="1668" y="1882"/>
                    <a:pt x="1811" y="1453"/>
                    <a:pt x="2096" y="1144"/>
                  </a:cubicBezTo>
                  <a:cubicBezTo>
                    <a:pt x="2184" y="1003"/>
                    <a:pt x="2078" y="876"/>
                    <a:pt x="1949" y="876"/>
                  </a:cubicBezTo>
                  <a:cubicBezTo>
                    <a:pt x="1903" y="876"/>
                    <a:pt x="1854" y="892"/>
                    <a:pt x="1811" y="929"/>
                  </a:cubicBezTo>
                  <a:cubicBezTo>
                    <a:pt x="1525" y="1334"/>
                    <a:pt x="1334" y="1810"/>
                    <a:pt x="1334" y="2334"/>
                  </a:cubicBezTo>
                  <a:cubicBezTo>
                    <a:pt x="1334" y="2477"/>
                    <a:pt x="1382" y="2644"/>
                    <a:pt x="1406" y="2834"/>
                  </a:cubicBezTo>
                  <a:cubicBezTo>
                    <a:pt x="1501" y="3454"/>
                    <a:pt x="1572" y="4120"/>
                    <a:pt x="834" y="4501"/>
                  </a:cubicBezTo>
                  <a:cubicBezTo>
                    <a:pt x="120" y="4882"/>
                    <a:pt x="1" y="5621"/>
                    <a:pt x="191" y="6168"/>
                  </a:cubicBezTo>
                  <a:cubicBezTo>
                    <a:pt x="358" y="6645"/>
                    <a:pt x="739" y="6931"/>
                    <a:pt x="1191" y="6931"/>
                  </a:cubicBezTo>
                  <a:lnTo>
                    <a:pt x="5978" y="6931"/>
                  </a:lnTo>
                  <a:cubicBezTo>
                    <a:pt x="6502" y="6931"/>
                    <a:pt x="6978" y="6621"/>
                    <a:pt x="7097" y="6168"/>
                  </a:cubicBezTo>
                  <a:cubicBezTo>
                    <a:pt x="7002" y="6097"/>
                    <a:pt x="7002" y="6073"/>
                    <a:pt x="7002" y="6049"/>
                  </a:cubicBezTo>
                  <a:cubicBezTo>
                    <a:pt x="7145" y="5502"/>
                    <a:pt x="7002" y="4835"/>
                    <a:pt x="6311" y="4478"/>
                  </a:cubicBezTo>
                  <a:cubicBezTo>
                    <a:pt x="5597" y="4073"/>
                    <a:pt x="5668" y="3430"/>
                    <a:pt x="5740" y="2811"/>
                  </a:cubicBezTo>
                  <a:cubicBezTo>
                    <a:pt x="5788" y="2620"/>
                    <a:pt x="5811" y="2453"/>
                    <a:pt x="5811" y="2287"/>
                  </a:cubicBezTo>
                  <a:cubicBezTo>
                    <a:pt x="5811" y="1048"/>
                    <a:pt x="4787" y="1"/>
                    <a:pt x="3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94"/>
            <p:cNvSpPr/>
            <p:nvPr/>
          </p:nvSpPr>
          <p:spPr>
            <a:xfrm>
              <a:off x="6280714" y="2193543"/>
              <a:ext cx="48417" cy="45161"/>
            </a:xfrm>
            <a:custGeom>
              <a:rect b="b" l="l" r="r" t="t"/>
              <a:pathLst>
                <a:path extrusionOk="0" h="1401" w="1502">
                  <a:moveTo>
                    <a:pt x="168" y="1"/>
                  </a:moveTo>
                  <a:cubicBezTo>
                    <a:pt x="84" y="1"/>
                    <a:pt x="1" y="55"/>
                    <a:pt x="1" y="162"/>
                  </a:cubicBezTo>
                  <a:lnTo>
                    <a:pt x="1" y="757"/>
                  </a:lnTo>
                  <a:cubicBezTo>
                    <a:pt x="1" y="1114"/>
                    <a:pt x="311" y="1400"/>
                    <a:pt x="668" y="1400"/>
                  </a:cubicBezTo>
                  <a:lnTo>
                    <a:pt x="1287" y="1400"/>
                  </a:lnTo>
                  <a:cubicBezTo>
                    <a:pt x="1501" y="1400"/>
                    <a:pt x="1501" y="1090"/>
                    <a:pt x="1287" y="1090"/>
                  </a:cubicBezTo>
                  <a:lnTo>
                    <a:pt x="668" y="1090"/>
                  </a:lnTo>
                  <a:cubicBezTo>
                    <a:pt x="477" y="1090"/>
                    <a:pt x="334" y="924"/>
                    <a:pt x="334" y="757"/>
                  </a:cubicBezTo>
                  <a:lnTo>
                    <a:pt x="334" y="162"/>
                  </a:lnTo>
                  <a:cubicBezTo>
                    <a:pt x="334" y="55"/>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94"/>
            <p:cNvSpPr/>
            <p:nvPr/>
          </p:nvSpPr>
          <p:spPr>
            <a:xfrm>
              <a:off x="6513322" y="2192802"/>
              <a:ext cx="46870" cy="45903"/>
            </a:xfrm>
            <a:custGeom>
              <a:rect b="b" l="l" r="r" t="t"/>
              <a:pathLst>
                <a:path extrusionOk="0" h="1424" w="1454">
                  <a:moveTo>
                    <a:pt x="1287" y="0"/>
                  </a:moveTo>
                  <a:cubicBezTo>
                    <a:pt x="1203" y="0"/>
                    <a:pt x="1120" y="54"/>
                    <a:pt x="1120" y="161"/>
                  </a:cubicBezTo>
                  <a:lnTo>
                    <a:pt x="1120" y="780"/>
                  </a:lnTo>
                  <a:cubicBezTo>
                    <a:pt x="1120" y="947"/>
                    <a:pt x="977" y="1113"/>
                    <a:pt x="810" y="1113"/>
                  </a:cubicBezTo>
                  <a:lnTo>
                    <a:pt x="215" y="1113"/>
                  </a:lnTo>
                  <a:cubicBezTo>
                    <a:pt x="1" y="1113"/>
                    <a:pt x="1" y="1423"/>
                    <a:pt x="215" y="1423"/>
                  </a:cubicBezTo>
                  <a:lnTo>
                    <a:pt x="810" y="1423"/>
                  </a:lnTo>
                  <a:cubicBezTo>
                    <a:pt x="1168" y="1423"/>
                    <a:pt x="1453" y="1137"/>
                    <a:pt x="1453" y="780"/>
                  </a:cubicBezTo>
                  <a:lnTo>
                    <a:pt x="1453" y="161"/>
                  </a:lnTo>
                  <a:cubicBezTo>
                    <a:pt x="1453" y="54"/>
                    <a:pt x="1370"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94"/>
            <p:cNvSpPr/>
            <p:nvPr/>
          </p:nvSpPr>
          <p:spPr>
            <a:xfrm>
              <a:off x="6512548" y="1960774"/>
              <a:ext cx="46870" cy="45032"/>
            </a:xfrm>
            <a:custGeom>
              <a:rect b="b" l="l" r="r" t="t"/>
              <a:pathLst>
                <a:path extrusionOk="0" h="1397" w="1454">
                  <a:moveTo>
                    <a:pt x="144" y="0"/>
                  </a:moveTo>
                  <a:cubicBezTo>
                    <a:pt x="1" y="143"/>
                    <a:pt x="72" y="286"/>
                    <a:pt x="215" y="286"/>
                  </a:cubicBezTo>
                  <a:lnTo>
                    <a:pt x="1025" y="286"/>
                  </a:lnTo>
                  <a:cubicBezTo>
                    <a:pt x="1096" y="286"/>
                    <a:pt x="1120" y="334"/>
                    <a:pt x="1120" y="381"/>
                  </a:cubicBezTo>
                  <a:lnTo>
                    <a:pt x="1120" y="1215"/>
                  </a:lnTo>
                  <a:cubicBezTo>
                    <a:pt x="1132" y="1337"/>
                    <a:pt x="1220" y="1396"/>
                    <a:pt x="1302" y="1396"/>
                  </a:cubicBezTo>
                  <a:cubicBezTo>
                    <a:pt x="1380" y="1396"/>
                    <a:pt x="1454" y="1343"/>
                    <a:pt x="1454" y="1239"/>
                  </a:cubicBezTo>
                  <a:lnTo>
                    <a:pt x="1454" y="167"/>
                  </a:lnTo>
                  <a:cubicBezTo>
                    <a:pt x="1454" y="95"/>
                    <a:pt x="135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94"/>
            <p:cNvSpPr/>
            <p:nvPr/>
          </p:nvSpPr>
          <p:spPr>
            <a:xfrm>
              <a:off x="6280714" y="1960774"/>
              <a:ext cx="45322" cy="44355"/>
            </a:xfrm>
            <a:custGeom>
              <a:rect b="b" l="l" r="r" t="t"/>
              <a:pathLst>
                <a:path extrusionOk="0" h="1376" w="1406">
                  <a:moveTo>
                    <a:pt x="668" y="0"/>
                  </a:moveTo>
                  <a:cubicBezTo>
                    <a:pt x="311" y="0"/>
                    <a:pt x="1" y="286"/>
                    <a:pt x="1" y="643"/>
                  </a:cubicBezTo>
                  <a:lnTo>
                    <a:pt x="1" y="1215"/>
                  </a:lnTo>
                  <a:cubicBezTo>
                    <a:pt x="1" y="1322"/>
                    <a:pt x="84" y="1376"/>
                    <a:pt x="168" y="1376"/>
                  </a:cubicBezTo>
                  <a:cubicBezTo>
                    <a:pt x="251" y="1376"/>
                    <a:pt x="334" y="1322"/>
                    <a:pt x="334" y="1215"/>
                  </a:cubicBezTo>
                  <a:lnTo>
                    <a:pt x="334" y="643"/>
                  </a:lnTo>
                  <a:cubicBezTo>
                    <a:pt x="334" y="477"/>
                    <a:pt x="477" y="334"/>
                    <a:pt x="668" y="334"/>
                  </a:cubicBezTo>
                  <a:lnTo>
                    <a:pt x="1192" y="334"/>
                  </a:lnTo>
                  <a:cubicBezTo>
                    <a:pt x="1406" y="334"/>
                    <a:pt x="1406" y="0"/>
                    <a:pt x="1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94"/>
            <p:cNvSpPr/>
            <p:nvPr/>
          </p:nvSpPr>
          <p:spPr>
            <a:xfrm>
              <a:off x="6241580" y="1923027"/>
              <a:ext cx="357003" cy="354037"/>
            </a:xfrm>
            <a:custGeom>
              <a:rect b="b" l="l" r="r" t="t"/>
              <a:pathLst>
                <a:path extrusionOk="0" h="10983" w="11075">
                  <a:moveTo>
                    <a:pt x="5559" y="1"/>
                  </a:moveTo>
                  <a:cubicBezTo>
                    <a:pt x="5454" y="1"/>
                    <a:pt x="5359" y="83"/>
                    <a:pt x="5359" y="147"/>
                  </a:cubicBezTo>
                  <a:lnTo>
                    <a:pt x="5359" y="552"/>
                  </a:lnTo>
                  <a:lnTo>
                    <a:pt x="1787" y="552"/>
                  </a:lnTo>
                  <a:cubicBezTo>
                    <a:pt x="1096" y="552"/>
                    <a:pt x="572" y="1100"/>
                    <a:pt x="572" y="1767"/>
                  </a:cubicBezTo>
                  <a:lnTo>
                    <a:pt x="572" y="5339"/>
                  </a:lnTo>
                  <a:lnTo>
                    <a:pt x="191" y="5339"/>
                  </a:lnTo>
                  <a:cubicBezTo>
                    <a:pt x="96" y="5339"/>
                    <a:pt x="24" y="5386"/>
                    <a:pt x="0" y="5482"/>
                  </a:cubicBezTo>
                  <a:cubicBezTo>
                    <a:pt x="0" y="5577"/>
                    <a:pt x="72" y="5672"/>
                    <a:pt x="143" y="5672"/>
                  </a:cubicBezTo>
                  <a:lnTo>
                    <a:pt x="548" y="5672"/>
                  </a:lnTo>
                  <a:lnTo>
                    <a:pt x="548" y="9244"/>
                  </a:lnTo>
                  <a:cubicBezTo>
                    <a:pt x="548" y="9911"/>
                    <a:pt x="1096" y="10459"/>
                    <a:pt x="1763" y="10459"/>
                  </a:cubicBezTo>
                  <a:lnTo>
                    <a:pt x="5335" y="10459"/>
                  </a:lnTo>
                  <a:lnTo>
                    <a:pt x="5335" y="10840"/>
                  </a:lnTo>
                  <a:cubicBezTo>
                    <a:pt x="5335" y="10935"/>
                    <a:pt x="5430" y="10983"/>
                    <a:pt x="5502" y="10983"/>
                  </a:cubicBezTo>
                  <a:cubicBezTo>
                    <a:pt x="5597" y="10983"/>
                    <a:pt x="5668" y="10935"/>
                    <a:pt x="5692" y="10840"/>
                  </a:cubicBezTo>
                  <a:lnTo>
                    <a:pt x="5692" y="10459"/>
                  </a:lnTo>
                  <a:lnTo>
                    <a:pt x="7573" y="10459"/>
                  </a:lnTo>
                  <a:cubicBezTo>
                    <a:pt x="7764" y="10459"/>
                    <a:pt x="7764" y="10125"/>
                    <a:pt x="7573" y="10125"/>
                  </a:cubicBezTo>
                  <a:lnTo>
                    <a:pt x="5692" y="10125"/>
                  </a:lnTo>
                  <a:lnTo>
                    <a:pt x="5692" y="9792"/>
                  </a:lnTo>
                  <a:cubicBezTo>
                    <a:pt x="5692" y="9721"/>
                    <a:pt x="5597" y="9649"/>
                    <a:pt x="5502" y="9649"/>
                  </a:cubicBezTo>
                  <a:cubicBezTo>
                    <a:pt x="5430" y="9649"/>
                    <a:pt x="5335" y="9792"/>
                    <a:pt x="5335" y="9792"/>
                  </a:cubicBezTo>
                  <a:lnTo>
                    <a:pt x="5335" y="10125"/>
                  </a:lnTo>
                  <a:lnTo>
                    <a:pt x="1763" y="10125"/>
                  </a:lnTo>
                  <a:cubicBezTo>
                    <a:pt x="1263" y="10125"/>
                    <a:pt x="858" y="9721"/>
                    <a:pt x="858" y="9244"/>
                  </a:cubicBezTo>
                  <a:lnTo>
                    <a:pt x="858" y="5672"/>
                  </a:lnTo>
                  <a:lnTo>
                    <a:pt x="1191" y="5672"/>
                  </a:lnTo>
                  <a:cubicBezTo>
                    <a:pt x="1286" y="5672"/>
                    <a:pt x="1334" y="5601"/>
                    <a:pt x="1382" y="5505"/>
                  </a:cubicBezTo>
                  <a:cubicBezTo>
                    <a:pt x="1382" y="5434"/>
                    <a:pt x="1310" y="5339"/>
                    <a:pt x="1215" y="5339"/>
                  </a:cubicBezTo>
                  <a:lnTo>
                    <a:pt x="905" y="5339"/>
                  </a:lnTo>
                  <a:lnTo>
                    <a:pt x="905" y="1767"/>
                  </a:lnTo>
                  <a:cubicBezTo>
                    <a:pt x="905" y="1266"/>
                    <a:pt x="1310" y="862"/>
                    <a:pt x="1787" y="862"/>
                  </a:cubicBezTo>
                  <a:lnTo>
                    <a:pt x="5382" y="862"/>
                  </a:lnTo>
                  <a:lnTo>
                    <a:pt x="5382" y="1195"/>
                  </a:lnTo>
                  <a:cubicBezTo>
                    <a:pt x="5382" y="1290"/>
                    <a:pt x="5454" y="1338"/>
                    <a:pt x="5549" y="1386"/>
                  </a:cubicBezTo>
                  <a:cubicBezTo>
                    <a:pt x="5621" y="1386"/>
                    <a:pt x="5716" y="1314"/>
                    <a:pt x="5716" y="1219"/>
                  </a:cubicBezTo>
                  <a:lnTo>
                    <a:pt x="5716" y="909"/>
                  </a:lnTo>
                  <a:lnTo>
                    <a:pt x="9288" y="909"/>
                  </a:lnTo>
                  <a:cubicBezTo>
                    <a:pt x="9788" y="909"/>
                    <a:pt x="10193" y="1314"/>
                    <a:pt x="10193" y="1790"/>
                  </a:cubicBezTo>
                  <a:lnTo>
                    <a:pt x="10193" y="5363"/>
                  </a:lnTo>
                  <a:lnTo>
                    <a:pt x="9860" y="5363"/>
                  </a:lnTo>
                  <a:cubicBezTo>
                    <a:pt x="9764" y="5363"/>
                    <a:pt x="9717" y="5434"/>
                    <a:pt x="9669" y="5505"/>
                  </a:cubicBezTo>
                  <a:cubicBezTo>
                    <a:pt x="9669" y="5601"/>
                    <a:pt x="9741" y="5696"/>
                    <a:pt x="9836" y="5696"/>
                  </a:cubicBezTo>
                  <a:lnTo>
                    <a:pt x="10145" y="5696"/>
                  </a:lnTo>
                  <a:lnTo>
                    <a:pt x="10145" y="9268"/>
                  </a:lnTo>
                  <a:cubicBezTo>
                    <a:pt x="10145" y="9768"/>
                    <a:pt x="9741" y="10149"/>
                    <a:pt x="9264" y="10149"/>
                  </a:cubicBezTo>
                  <a:lnTo>
                    <a:pt x="8574" y="10149"/>
                  </a:lnTo>
                  <a:cubicBezTo>
                    <a:pt x="8359" y="10149"/>
                    <a:pt x="8359" y="10483"/>
                    <a:pt x="8574" y="10483"/>
                  </a:cubicBezTo>
                  <a:lnTo>
                    <a:pt x="9264" y="10483"/>
                  </a:lnTo>
                  <a:cubicBezTo>
                    <a:pt x="9955" y="10483"/>
                    <a:pt x="10479" y="9911"/>
                    <a:pt x="10479" y="9268"/>
                  </a:cubicBezTo>
                  <a:lnTo>
                    <a:pt x="10479" y="5696"/>
                  </a:lnTo>
                  <a:lnTo>
                    <a:pt x="10860" y="5696"/>
                  </a:lnTo>
                  <a:cubicBezTo>
                    <a:pt x="10955" y="5696"/>
                    <a:pt x="11027" y="5625"/>
                    <a:pt x="11050" y="5553"/>
                  </a:cubicBezTo>
                  <a:cubicBezTo>
                    <a:pt x="11074" y="5386"/>
                    <a:pt x="10979" y="5339"/>
                    <a:pt x="10907" y="5339"/>
                  </a:cubicBezTo>
                  <a:lnTo>
                    <a:pt x="10503" y="5339"/>
                  </a:lnTo>
                  <a:lnTo>
                    <a:pt x="10503" y="1767"/>
                  </a:lnTo>
                  <a:cubicBezTo>
                    <a:pt x="10503" y="1076"/>
                    <a:pt x="9955" y="552"/>
                    <a:pt x="9288" y="552"/>
                  </a:cubicBezTo>
                  <a:lnTo>
                    <a:pt x="5716" y="552"/>
                  </a:lnTo>
                  <a:lnTo>
                    <a:pt x="5716" y="147"/>
                  </a:lnTo>
                  <a:cubicBezTo>
                    <a:pt x="5716" y="100"/>
                    <a:pt x="5668" y="4"/>
                    <a:pt x="5597" y="4"/>
                  </a:cubicBezTo>
                  <a:cubicBezTo>
                    <a:pt x="5584" y="2"/>
                    <a:pt x="5571" y="1"/>
                    <a:pt x="5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8" name="Google Shape;18828;p94"/>
          <p:cNvGrpSpPr/>
          <p:nvPr/>
        </p:nvGrpSpPr>
        <p:grpSpPr>
          <a:xfrm>
            <a:off x="6996202" y="1769982"/>
            <a:ext cx="354682" cy="354682"/>
            <a:chOff x="6996202" y="1922382"/>
            <a:chExt cx="354682" cy="354682"/>
          </a:xfrm>
        </p:grpSpPr>
        <p:sp>
          <p:nvSpPr>
            <p:cNvPr id="18829" name="Google Shape;18829;p94"/>
            <p:cNvSpPr/>
            <p:nvPr/>
          </p:nvSpPr>
          <p:spPr>
            <a:xfrm>
              <a:off x="7001553" y="2061315"/>
              <a:ext cx="62214" cy="210398"/>
            </a:xfrm>
            <a:custGeom>
              <a:rect b="b" l="l" r="r" t="t"/>
              <a:pathLst>
                <a:path extrusionOk="0" h="6527" w="1930">
                  <a:moveTo>
                    <a:pt x="548" y="1"/>
                  </a:moveTo>
                  <a:cubicBezTo>
                    <a:pt x="239" y="1"/>
                    <a:pt x="1" y="239"/>
                    <a:pt x="1" y="525"/>
                  </a:cubicBezTo>
                  <a:lnTo>
                    <a:pt x="1" y="5978"/>
                  </a:lnTo>
                  <a:cubicBezTo>
                    <a:pt x="1" y="6288"/>
                    <a:pt x="239" y="6526"/>
                    <a:pt x="548" y="6526"/>
                  </a:cubicBezTo>
                  <a:lnTo>
                    <a:pt x="1406" y="6526"/>
                  </a:lnTo>
                  <a:cubicBezTo>
                    <a:pt x="1668" y="6526"/>
                    <a:pt x="1906" y="6288"/>
                    <a:pt x="1930" y="6026"/>
                  </a:cubicBezTo>
                  <a:lnTo>
                    <a:pt x="1930" y="525"/>
                  </a:lnTo>
                  <a:cubicBezTo>
                    <a:pt x="1930" y="239"/>
                    <a:pt x="1692"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94"/>
            <p:cNvSpPr/>
            <p:nvPr/>
          </p:nvSpPr>
          <p:spPr>
            <a:xfrm>
              <a:off x="7016929" y="2061315"/>
              <a:ext cx="46064" cy="211139"/>
            </a:xfrm>
            <a:custGeom>
              <a:rect b="b" l="l" r="r" t="t"/>
              <a:pathLst>
                <a:path extrusionOk="0" h="6550" w="1429">
                  <a:moveTo>
                    <a:pt x="0" y="1"/>
                  </a:moveTo>
                  <a:cubicBezTo>
                    <a:pt x="310" y="1"/>
                    <a:pt x="500" y="239"/>
                    <a:pt x="500" y="549"/>
                  </a:cubicBezTo>
                  <a:lnTo>
                    <a:pt x="500" y="6026"/>
                  </a:lnTo>
                  <a:cubicBezTo>
                    <a:pt x="500" y="6312"/>
                    <a:pt x="262" y="6526"/>
                    <a:pt x="0" y="6550"/>
                  </a:cubicBezTo>
                  <a:lnTo>
                    <a:pt x="905" y="6550"/>
                  </a:lnTo>
                  <a:cubicBezTo>
                    <a:pt x="1191" y="6550"/>
                    <a:pt x="1429" y="6312"/>
                    <a:pt x="1429" y="6026"/>
                  </a:cubicBezTo>
                  <a:lnTo>
                    <a:pt x="1429" y="549"/>
                  </a:lnTo>
                  <a:cubicBezTo>
                    <a:pt x="1429" y="239"/>
                    <a:pt x="1191" y="1"/>
                    <a:pt x="905" y="1"/>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94"/>
            <p:cNvSpPr/>
            <p:nvPr/>
          </p:nvSpPr>
          <p:spPr>
            <a:xfrm>
              <a:off x="7095969" y="2141935"/>
              <a:ext cx="62214" cy="129778"/>
            </a:xfrm>
            <a:custGeom>
              <a:rect b="b" l="l" r="r" t="t"/>
              <a:pathLst>
                <a:path extrusionOk="0" h="4026" w="1930">
                  <a:moveTo>
                    <a:pt x="525" y="0"/>
                  </a:moveTo>
                  <a:cubicBezTo>
                    <a:pt x="239" y="0"/>
                    <a:pt x="1" y="239"/>
                    <a:pt x="1" y="548"/>
                  </a:cubicBezTo>
                  <a:lnTo>
                    <a:pt x="1" y="3477"/>
                  </a:lnTo>
                  <a:cubicBezTo>
                    <a:pt x="1" y="3787"/>
                    <a:pt x="239" y="4025"/>
                    <a:pt x="525" y="4025"/>
                  </a:cubicBezTo>
                  <a:lnTo>
                    <a:pt x="1382" y="4025"/>
                  </a:lnTo>
                  <a:cubicBezTo>
                    <a:pt x="1692" y="4025"/>
                    <a:pt x="1930" y="3787"/>
                    <a:pt x="1930" y="3477"/>
                  </a:cubicBezTo>
                  <a:lnTo>
                    <a:pt x="1930" y="548"/>
                  </a:lnTo>
                  <a:cubicBezTo>
                    <a:pt x="1930" y="239"/>
                    <a:pt x="1692" y="0"/>
                    <a:pt x="138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94"/>
            <p:cNvSpPr/>
            <p:nvPr/>
          </p:nvSpPr>
          <p:spPr>
            <a:xfrm>
              <a:off x="7112119" y="2142708"/>
              <a:ext cx="46064" cy="129746"/>
            </a:xfrm>
            <a:custGeom>
              <a:rect b="b" l="l" r="r" t="t"/>
              <a:pathLst>
                <a:path extrusionOk="0" h="4025" w="1429">
                  <a:moveTo>
                    <a:pt x="0" y="0"/>
                  </a:moveTo>
                  <a:cubicBezTo>
                    <a:pt x="286" y="0"/>
                    <a:pt x="500" y="238"/>
                    <a:pt x="500" y="548"/>
                  </a:cubicBezTo>
                  <a:lnTo>
                    <a:pt x="500" y="3501"/>
                  </a:lnTo>
                  <a:cubicBezTo>
                    <a:pt x="500" y="3787"/>
                    <a:pt x="262" y="4001"/>
                    <a:pt x="0" y="4025"/>
                  </a:cubicBezTo>
                  <a:lnTo>
                    <a:pt x="881" y="4025"/>
                  </a:lnTo>
                  <a:cubicBezTo>
                    <a:pt x="1191" y="4025"/>
                    <a:pt x="1429" y="3787"/>
                    <a:pt x="1429" y="3501"/>
                  </a:cubicBezTo>
                  <a:lnTo>
                    <a:pt x="1429" y="548"/>
                  </a:lnTo>
                  <a:cubicBezTo>
                    <a:pt x="1429" y="238"/>
                    <a:pt x="1191" y="0"/>
                    <a:pt x="88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94"/>
            <p:cNvSpPr/>
            <p:nvPr/>
          </p:nvSpPr>
          <p:spPr>
            <a:xfrm>
              <a:off x="7188870" y="2080527"/>
              <a:ext cx="62214" cy="191186"/>
            </a:xfrm>
            <a:custGeom>
              <a:rect b="b" l="l" r="r" t="t"/>
              <a:pathLst>
                <a:path extrusionOk="0" h="5931" w="1930">
                  <a:moveTo>
                    <a:pt x="524" y="0"/>
                  </a:moveTo>
                  <a:cubicBezTo>
                    <a:pt x="239" y="0"/>
                    <a:pt x="0" y="238"/>
                    <a:pt x="0" y="524"/>
                  </a:cubicBezTo>
                  <a:lnTo>
                    <a:pt x="0" y="5382"/>
                  </a:lnTo>
                  <a:cubicBezTo>
                    <a:pt x="0" y="5692"/>
                    <a:pt x="239" y="5930"/>
                    <a:pt x="524" y="5930"/>
                  </a:cubicBezTo>
                  <a:lnTo>
                    <a:pt x="1406" y="5930"/>
                  </a:lnTo>
                  <a:cubicBezTo>
                    <a:pt x="1691" y="5930"/>
                    <a:pt x="1929" y="5692"/>
                    <a:pt x="1929" y="5430"/>
                  </a:cubicBezTo>
                  <a:lnTo>
                    <a:pt x="1929" y="524"/>
                  </a:lnTo>
                  <a:cubicBezTo>
                    <a:pt x="1929" y="238"/>
                    <a:pt x="1691" y="0"/>
                    <a:pt x="140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94"/>
            <p:cNvSpPr/>
            <p:nvPr/>
          </p:nvSpPr>
          <p:spPr>
            <a:xfrm>
              <a:off x="7205762" y="2081301"/>
              <a:ext cx="46096" cy="191154"/>
            </a:xfrm>
            <a:custGeom>
              <a:rect b="b" l="l" r="r" t="t"/>
              <a:pathLst>
                <a:path extrusionOk="0" h="5930" w="1430">
                  <a:moveTo>
                    <a:pt x="0" y="0"/>
                  </a:moveTo>
                  <a:cubicBezTo>
                    <a:pt x="310" y="0"/>
                    <a:pt x="524" y="238"/>
                    <a:pt x="524" y="548"/>
                  </a:cubicBezTo>
                  <a:lnTo>
                    <a:pt x="524" y="5406"/>
                  </a:lnTo>
                  <a:cubicBezTo>
                    <a:pt x="524" y="5692"/>
                    <a:pt x="286" y="5906"/>
                    <a:pt x="0" y="5930"/>
                  </a:cubicBezTo>
                  <a:lnTo>
                    <a:pt x="905" y="5930"/>
                  </a:lnTo>
                  <a:cubicBezTo>
                    <a:pt x="1191" y="5930"/>
                    <a:pt x="1429" y="5692"/>
                    <a:pt x="1429" y="5406"/>
                  </a:cubicBezTo>
                  <a:lnTo>
                    <a:pt x="1429" y="548"/>
                  </a:lnTo>
                  <a:cubicBezTo>
                    <a:pt x="1429" y="238"/>
                    <a:pt x="1191" y="0"/>
                    <a:pt x="905" y="0"/>
                  </a:cubicBezTo>
                  <a:close/>
                </a:path>
              </a:pathLst>
            </a:custGeom>
            <a:solidFill>
              <a:srgbClr val="8F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94"/>
            <p:cNvSpPr/>
            <p:nvPr/>
          </p:nvSpPr>
          <p:spPr>
            <a:xfrm>
              <a:off x="7284060" y="2012962"/>
              <a:ext cx="62214" cy="258750"/>
            </a:xfrm>
            <a:custGeom>
              <a:rect b="b" l="l" r="r" t="t"/>
              <a:pathLst>
                <a:path extrusionOk="0" h="8027" w="1930">
                  <a:moveTo>
                    <a:pt x="524" y="1"/>
                  </a:moveTo>
                  <a:cubicBezTo>
                    <a:pt x="239" y="1"/>
                    <a:pt x="0" y="239"/>
                    <a:pt x="0" y="548"/>
                  </a:cubicBezTo>
                  <a:lnTo>
                    <a:pt x="0" y="7478"/>
                  </a:lnTo>
                  <a:cubicBezTo>
                    <a:pt x="0" y="7788"/>
                    <a:pt x="239" y="8026"/>
                    <a:pt x="524" y="8026"/>
                  </a:cubicBezTo>
                  <a:lnTo>
                    <a:pt x="1382" y="8026"/>
                  </a:lnTo>
                  <a:cubicBezTo>
                    <a:pt x="1691" y="8026"/>
                    <a:pt x="1929" y="7788"/>
                    <a:pt x="1929" y="7526"/>
                  </a:cubicBezTo>
                  <a:lnTo>
                    <a:pt x="1929" y="548"/>
                  </a:lnTo>
                  <a:cubicBezTo>
                    <a:pt x="1929" y="239"/>
                    <a:pt x="1691" y="1"/>
                    <a:pt x="138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94"/>
            <p:cNvSpPr/>
            <p:nvPr/>
          </p:nvSpPr>
          <p:spPr>
            <a:xfrm>
              <a:off x="7300178" y="2013736"/>
              <a:ext cx="46870" cy="258718"/>
            </a:xfrm>
            <a:custGeom>
              <a:rect b="b" l="l" r="r" t="t"/>
              <a:pathLst>
                <a:path extrusionOk="0" h="8026" w="1454">
                  <a:moveTo>
                    <a:pt x="1" y="0"/>
                  </a:moveTo>
                  <a:cubicBezTo>
                    <a:pt x="286" y="0"/>
                    <a:pt x="501" y="239"/>
                    <a:pt x="501" y="524"/>
                  </a:cubicBezTo>
                  <a:lnTo>
                    <a:pt x="501" y="7502"/>
                  </a:lnTo>
                  <a:cubicBezTo>
                    <a:pt x="501" y="7788"/>
                    <a:pt x="263" y="8002"/>
                    <a:pt x="1" y="8026"/>
                  </a:cubicBezTo>
                  <a:lnTo>
                    <a:pt x="929" y="8026"/>
                  </a:lnTo>
                  <a:cubicBezTo>
                    <a:pt x="1215" y="8026"/>
                    <a:pt x="1453" y="7788"/>
                    <a:pt x="1453" y="7502"/>
                  </a:cubicBezTo>
                  <a:lnTo>
                    <a:pt x="1453" y="548"/>
                  </a:lnTo>
                  <a:cubicBezTo>
                    <a:pt x="1429" y="239"/>
                    <a:pt x="1191" y="0"/>
                    <a:pt x="88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94"/>
            <p:cNvSpPr/>
            <p:nvPr/>
          </p:nvSpPr>
          <p:spPr>
            <a:xfrm>
              <a:off x="7016155" y="1980727"/>
              <a:ext cx="32267" cy="33041"/>
            </a:xfrm>
            <a:custGeom>
              <a:rect b="b" l="l" r="r" t="t"/>
              <a:pathLst>
                <a:path extrusionOk="0" h="1025" w="1001">
                  <a:moveTo>
                    <a:pt x="500" y="0"/>
                  </a:moveTo>
                  <a:cubicBezTo>
                    <a:pt x="215" y="0"/>
                    <a:pt x="0" y="239"/>
                    <a:pt x="0" y="501"/>
                  </a:cubicBezTo>
                  <a:cubicBezTo>
                    <a:pt x="0" y="786"/>
                    <a:pt x="215" y="1024"/>
                    <a:pt x="500" y="1024"/>
                  </a:cubicBezTo>
                  <a:cubicBezTo>
                    <a:pt x="786" y="1024"/>
                    <a:pt x="1000" y="786"/>
                    <a:pt x="1000" y="501"/>
                  </a:cubicBezTo>
                  <a:cubicBezTo>
                    <a:pt x="1000" y="239"/>
                    <a:pt x="786" y="0"/>
                    <a:pt x="500"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94"/>
            <p:cNvSpPr/>
            <p:nvPr/>
          </p:nvSpPr>
          <p:spPr>
            <a:xfrm>
              <a:off x="7109798" y="2078980"/>
              <a:ext cx="33041" cy="32267"/>
            </a:xfrm>
            <a:custGeom>
              <a:rect b="b" l="l" r="r" t="t"/>
              <a:pathLst>
                <a:path extrusionOk="0" h="1001" w="1025">
                  <a:moveTo>
                    <a:pt x="525" y="1"/>
                  </a:moveTo>
                  <a:cubicBezTo>
                    <a:pt x="239" y="1"/>
                    <a:pt x="1" y="215"/>
                    <a:pt x="1" y="501"/>
                  </a:cubicBezTo>
                  <a:cubicBezTo>
                    <a:pt x="1" y="763"/>
                    <a:pt x="239" y="1001"/>
                    <a:pt x="525" y="1001"/>
                  </a:cubicBezTo>
                  <a:cubicBezTo>
                    <a:pt x="786" y="1001"/>
                    <a:pt x="1025" y="763"/>
                    <a:pt x="1025" y="501"/>
                  </a:cubicBezTo>
                  <a:cubicBezTo>
                    <a:pt x="1025" y="215"/>
                    <a:pt x="786" y="1"/>
                    <a:pt x="525"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94"/>
            <p:cNvSpPr/>
            <p:nvPr/>
          </p:nvSpPr>
          <p:spPr>
            <a:xfrm>
              <a:off x="7204214" y="2003002"/>
              <a:ext cx="32267" cy="32267"/>
            </a:xfrm>
            <a:custGeom>
              <a:rect b="b" l="l" r="r" t="t"/>
              <a:pathLst>
                <a:path extrusionOk="0" h="1001" w="1001">
                  <a:moveTo>
                    <a:pt x="501" y="0"/>
                  </a:moveTo>
                  <a:cubicBezTo>
                    <a:pt x="215" y="0"/>
                    <a:pt x="1" y="214"/>
                    <a:pt x="1" y="500"/>
                  </a:cubicBezTo>
                  <a:cubicBezTo>
                    <a:pt x="1" y="786"/>
                    <a:pt x="215" y="1000"/>
                    <a:pt x="501" y="1000"/>
                  </a:cubicBezTo>
                  <a:cubicBezTo>
                    <a:pt x="787" y="1000"/>
                    <a:pt x="1001" y="786"/>
                    <a:pt x="1001" y="500"/>
                  </a:cubicBezTo>
                  <a:cubicBezTo>
                    <a:pt x="1001" y="214"/>
                    <a:pt x="787" y="0"/>
                    <a:pt x="50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94"/>
            <p:cNvSpPr/>
            <p:nvPr/>
          </p:nvSpPr>
          <p:spPr>
            <a:xfrm>
              <a:off x="7299404" y="1926992"/>
              <a:ext cx="32267" cy="33041"/>
            </a:xfrm>
            <a:custGeom>
              <a:rect b="b" l="l" r="r" t="t"/>
              <a:pathLst>
                <a:path extrusionOk="0" h="1025" w="1001">
                  <a:moveTo>
                    <a:pt x="501" y="0"/>
                  </a:moveTo>
                  <a:cubicBezTo>
                    <a:pt x="215" y="0"/>
                    <a:pt x="1" y="239"/>
                    <a:pt x="1" y="501"/>
                  </a:cubicBezTo>
                  <a:cubicBezTo>
                    <a:pt x="1" y="786"/>
                    <a:pt x="215" y="1024"/>
                    <a:pt x="501" y="1024"/>
                  </a:cubicBezTo>
                  <a:cubicBezTo>
                    <a:pt x="763" y="1024"/>
                    <a:pt x="1001" y="786"/>
                    <a:pt x="1001" y="501"/>
                  </a:cubicBezTo>
                  <a:cubicBezTo>
                    <a:pt x="1001" y="239"/>
                    <a:pt x="763" y="0"/>
                    <a:pt x="50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94"/>
            <p:cNvSpPr/>
            <p:nvPr/>
          </p:nvSpPr>
          <p:spPr>
            <a:xfrm>
              <a:off x="6996202" y="2056738"/>
              <a:ext cx="71401" cy="219553"/>
            </a:xfrm>
            <a:custGeom>
              <a:rect b="b" l="l" r="r" t="t"/>
              <a:pathLst>
                <a:path extrusionOk="0" h="6811" w="2215">
                  <a:moveTo>
                    <a:pt x="667" y="0"/>
                  </a:moveTo>
                  <a:cubicBezTo>
                    <a:pt x="286" y="0"/>
                    <a:pt x="0" y="286"/>
                    <a:pt x="0" y="691"/>
                  </a:cubicBezTo>
                  <a:lnTo>
                    <a:pt x="0" y="4549"/>
                  </a:lnTo>
                  <a:cubicBezTo>
                    <a:pt x="0" y="4656"/>
                    <a:pt x="77" y="4709"/>
                    <a:pt x="155" y="4709"/>
                  </a:cubicBezTo>
                  <a:cubicBezTo>
                    <a:pt x="232" y="4709"/>
                    <a:pt x="310" y="4656"/>
                    <a:pt x="310" y="4549"/>
                  </a:cubicBezTo>
                  <a:lnTo>
                    <a:pt x="310" y="691"/>
                  </a:lnTo>
                  <a:cubicBezTo>
                    <a:pt x="310" y="476"/>
                    <a:pt x="500" y="333"/>
                    <a:pt x="667" y="333"/>
                  </a:cubicBezTo>
                  <a:lnTo>
                    <a:pt x="1548" y="333"/>
                  </a:lnTo>
                  <a:cubicBezTo>
                    <a:pt x="1739" y="333"/>
                    <a:pt x="1905" y="500"/>
                    <a:pt x="1905" y="691"/>
                  </a:cubicBezTo>
                  <a:lnTo>
                    <a:pt x="1905" y="6120"/>
                  </a:lnTo>
                  <a:cubicBezTo>
                    <a:pt x="1905" y="6335"/>
                    <a:pt x="1715" y="6478"/>
                    <a:pt x="1548" y="6478"/>
                  </a:cubicBezTo>
                  <a:lnTo>
                    <a:pt x="667" y="6478"/>
                  </a:lnTo>
                  <a:cubicBezTo>
                    <a:pt x="476" y="6478"/>
                    <a:pt x="310" y="6311"/>
                    <a:pt x="310" y="6120"/>
                  </a:cubicBezTo>
                  <a:lnTo>
                    <a:pt x="310" y="5477"/>
                  </a:lnTo>
                  <a:cubicBezTo>
                    <a:pt x="310" y="5370"/>
                    <a:pt x="232" y="5317"/>
                    <a:pt x="155" y="5317"/>
                  </a:cubicBezTo>
                  <a:cubicBezTo>
                    <a:pt x="77" y="5317"/>
                    <a:pt x="0" y="5370"/>
                    <a:pt x="0" y="5477"/>
                  </a:cubicBezTo>
                  <a:lnTo>
                    <a:pt x="0" y="6120"/>
                  </a:lnTo>
                  <a:cubicBezTo>
                    <a:pt x="0" y="6525"/>
                    <a:pt x="286" y="6811"/>
                    <a:pt x="667" y="6811"/>
                  </a:cubicBezTo>
                  <a:lnTo>
                    <a:pt x="1548" y="6811"/>
                  </a:lnTo>
                  <a:cubicBezTo>
                    <a:pt x="1929" y="6811"/>
                    <a:pt x="2215" y="6525"/>
                    <a:pt x="2215" y="6120"/>
                  </a:cubicBezTo>
                  <a:lnTo>
                    <a:pt x="2215" y="643"/>
                  </a:lnTo>
                  <a:cubicBezTo>
                    <a:pt x="2215" y="286"/>
                    <a:pt x="1929" y="0"/>
                    <a:pt x="1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94"/>
            <p:cNvSpPr/>
            <p:nvPr/>
          </p:nvSpPr>
          <p:spPr>
            <a:xfrm>
              <a:off x="7090618" y="2138099"/>
              <a:ext cx="72174" cy="138965"/>
            </a:xfrm>
            <a:custGeom>
              <a:rect b="b" l="l" r="r" t="t"/>
              <a:pathLst>
                <a:path extrusionOk="0" h="4311" w="2239">
                  <a:moveTo>
                    <a:pt x="1524" y="334"/>
                  </a:moveTo>
                  <a:cubicBezTo>
                    <a:pt x="1739" y="334"/>
                    <a:pt x="1882" y="500"/>
                    <a:pt x="1882" y="691"/>
                  </a:cubicBezTo>
                  <a:lnTo>
                    <a:pt x="1882" y="3644"/>
                  </a:lnTo>
                  <a:cubicBezTo>
                    <a:pt x="1905" y="3834"/>
                    <a:pt x="1739" y="4001"/>
                    <a:pt x="1524" y="4001"/>
                  </a:cubicBezTo>
                  <a:lnTo>
                    <a:pt x="667" y="4001"/>
                  </a:lnTo>
                  <a:cubicBezTo>
                    <a:pt x="453" y="4001"/>
                    <a:pt x="310" y="3811"/>
                    <a:pt x="310" y="3644"/>
                  </a:cubicBezTo>
                  <a:lnTo>
                    <a:pt x="310" y="691"/>
                  </a:lnTo>
                  <a:cubicBezTo>
                    <a:pt x="310" y="477"/>
                    <a:pt x="477" y="334"/>
                    <a:pt x="667" y="334"/>
                  </a:cubicBezTo>
                  <a:close/>
                  <a:moveTo>
                    <a:pt x="691" y="0"/>
                  </a:moveTo>
                  <a:cubicBezTo>
                    <a:pt x="310" y="0"/>
                    <a:pt x="0" y="310"/>
                    <a:pt x="0" y="691"/>
                  </a:cubicBezTo>
                  <a:lnTo>
                    <a:pt x="0" y="3644"/>
                  </a:lnTo>
                  <a:cubicBezTo>
                    <a:pt x="0" y="4025"/>
                    <a:pt x="310" y="4311"/>
                    <a:pt x="691" y="4311"/>
                  </a:cubicBezTo>
                  <a:lnTo>
                    <a:pt x="1548" y="4311"/>
                  </a:lnTo>
                  <a:cubicBezTo>
                    <a:pt x="1953" y="4311"/>
                    <a:pt x="2239" y="4025"/>
                    <a:pt x="2239" y="3644"/>
                  </a:cubicBezTo>
                  <a:lnTo>
                    <a:pt x="2239" y="691"/>
                  </a:lnTo>
                  <a:cubicBezTo>
                    <a:pt x="2239" y="310"/>
                    <a:pt x="1905" y="0"/>
                    <a:pt x="1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94"/>
            <p:cNvSpPr/>
            <p:nvPr/>
          </p:nvSpPr>
          <p:spPr>
            <a:xfrm>
              <a:off x="7185034" y="2076691"/>
              <a:ext cx="72174" cy="200373"/>
            </a:xfrm>
            <a:custGeom>
              <a:rect b="b" l="l" r="r" t="t"/>
              <a:pathLst>
                <a:path extrusionOk="0" h="6216" w="2239">
                  <a:moveTo>
                    <a:pt x="691" y="0"/>
                  </a:moveTo>
                  <a:cubicBezTo>
                    <a:pt x="286" y="0"/>
                    <a:pt x="0" y="310"/>
                    <a:pt x="0" y="691"/>
                  </a:cubicBezTo>
                  <a:lnTo>
                    <a:pt x="0" y="5549"/>
                  </a:lnTo>
                  <a:cubicBezTo>
                    <a:pt x="0" y="5930"/>
                    <a:pt x="286" y="6216"/>
                    <a:pt x="691" y="6216"/>
                  </a:cubicBezTo>
                  <a:lnTo>
                    <a:pt x="1548" y="6216"/>
                  </a:lnTo>
                  <a:cubicBezTo>
                    <a:pt x="1929" y="6216"/>
                    <a:pt x="2239" y="5930"/>
                    <a:pt x="2239" y="5549"/>
                  </a:cubicBezTo>
                  <a:lnTo>
                    <a:pt x="2239" y="2024"/>
                  </a:lnTo>
                  <a:cubicBezTo>
                    <a:pt x="2239" y="1917"/>
                    <a:pt x="2156" y="1864"/>
                    <a:pt x="2072" y="1864"/>
                  </a:cubicBezTo>
                  <a:cubicBezTo>
                    <a:pt x="1989" y="1864"/>
                    <a:pt x="1906" y="1917"/>
                    <a:pt x="1906" y="2024"/>
                  </a:cubicBezTo>
                  <a:lnTo>
                    <a:pt x="1906" y="5549"/>
                  </a:lnTo>
                  <a:cubicBezTo>
                    <a:pt x="1906" y="5739"/>
                    <a:pt x="1715" y="5906"/>
                    <a:pt x="1548" y="5906"/>
                  </a:cubicBezTo>
                  <a:lnTo>
                    <a:pt x="667" y="5906"/>
                  </a:lnTo>
                  <a:cubicBezTo>
                    <a:pt x="477" y="5906"/>
                    <a:pt x="310" y="5716"/>
                    <a:pt x="310" y="5549"/>
                  </a:cubicBezTo>
                  <a:lnTo>
                    <a:pt x="310" y="691"/>
                  </a:lnTo>
                  <a:cubicBezTo>
                    <a:pt x="310" y="476"/>
                    <a:pt x="501" y="334"/>
                    <a:pt x="667" y="334"/>
                  </a:cubicBezTo>
                  <a:lnTo>
                    <a:pt x="1548" y="334"/>
                  </a:lnTo>
                  <a:cubicBezTo>
                    <a:pt x="1763" y="334"/>
                    <a:pt x="1906" y="500"/>
                    <a:pt x="1906" y="691"/>
                  </a:cubicBezTo>
                  <a:lnTo>
                    <a:pt x="1906" y="1048"/>
                  </a:lnTo>
                  <a:cubicBezTo>
                    <a:pt x="1906" y="1143"/>
                    <a:pt x="1989" y="1191"/>
                    <a:pt x="2072" y="1191"/>
                  </a:cubicBezTo>
                  <a:cubicBezTo>
                    <a:pt x="2156" y="1191"/>
                    <a:pt x="2239" y="1143"/>
                    <a:pt x="2239" y="1048"/>
                  </a:cubicBezTo>
                  <a:lnTo>
                    <a:pt x="2239" y="691"/>
                  </a:lnTo>
                  <a:cubicBezTo>
                    <a:pt x="2239" y="310"/>
                    <a:pt x="1929" y="0"/>
                    <a:pt x="1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94"/>
            <p:cNvSpPr/>
            <p:nvPr/>
          </p:nvSpPr>
          <p:spPr>
            <a:xfrm>
              <a:off x="7278677" y="2008353"/>
              <a:ext cx="72206" cy="268711"/>
            </a:xfrm>
            <a:custGeom>
              <a:rect b="b" l="l" r="r" t="t"/>
              <a:pathLst>
                <a:path extrusionOk="0" h="8336" w="2240">
                  <a:moveTo>
                    <a:pt x="1549" y="358"/>
                  </a:moveTo>
                  <a:cubicBezTo>
                    <a:pt x="1763" y="358"/>
                    <a:pt x="1906" y="548"/>
                    <a:pt x="1906" y="715"/>
                  </a:cubicBezTo>
                  <a:lnTo>
                    <a:pt x="1906" y="7669"/>
                  </a:lnTo>
                  <a:cubicBezTo>
                    <a:pt x="1906" y="7859"/>
                    <a:pt x="1763" y="8026"/>
                    <a:pt x="1549" y="8026"/>
                  </a:cubicBezTo>
                  <a:lnTo>
                    <a:pt x="691" y="8026"/>
                  </a:lnTo>
                  <a:cubicBezTo>
                    <a:pt x="477" y="8026"/>
                    <a:pt x="334" y="7836"/>
                    <a:pt x="334" y="7669"/>
                  </a:cubicBezTo>
                  <a:lnTo>
                    <a:pt x="334" y="715"/>
                  </a:lnTo>
                  <a:cubicBezTo>
                    <a:pt x="334" y="525"/>
                    <a:pt x="525" y="358"/>
                    <a:pt x="691" y="358"/>
                  </a:cubicBezTo>
                  <a:close/>
                  <a:moveTo>
                    <a:pt x="691" y="1"/>
                  </a:moveTo>
                  <a:cubicBezTo>
                    <a:pt x="310" y="1"/>
                    <a:pt x="1" y="310"/>
                    <a:pt x="1" y="691"/>
                  </a:cubicBezTo>
                  <a:lnTo>
                    <a:pt x="1" y="7669"/>
                  </a:lnTo>
                  <a:cubicBezTo>
                    <a:pt x="1" y="8050"/>
                    <a:pt x="310" y="8336"/>
                    <a:pt x="691" y="8336"/>
                  </a:cubicBezTo>
                  <a:lnTo>
                    <a:pt x="1549" y="8336"/>
                  </a:lnTo>
                  <a:cubicBezTo>
                    <a:pt x="1930" y="8336"/>
                    <a:pt x="2239" y="8050"/>
                    <a:pt x="2239" y="7669"/>
                  </a:cubicBezTo>
                  <a:lnTo>
                    <a:pt x="2239" y="715"/>
                  </a:lnTo>
                  <a:cubicBezTo>
                    <a:pt x="2239" y="334"/>
                    <a:pt x="1954" y="1"/>
                    <a:pt x="1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94"/>
            <p:cNvSpPr/>
            <p:nvPr/>
          </p:nvSpPr>
          <p:spPr>
            <a:xfrm>
              <a:off x="7010772" y="1922382"/>
              <a:ext cx="325509" cy="192701"/>
            </a:xfrm>
            <a:custGeom>
              <a:rect b="b" l="l" r="r" t="t"/>
              <a:pathLst>
                <a:path extrusionOk="0" h="5978" w="10098">
                  <a:moveTo>
                    <a:pt x="9455" y="334"/>
                  </a:moveTo>
                  <a:cubicBezTo>
                    <a:pt x="9622" y="334"/>
                    <a:pt x="9788" y="477"/>
                    <a:pt x="9788" y="644"/>
                  </a:cubicBezTo>
                  <a:cubicBezTo>
                    <a:pt x="9788" y="834"/>
                    <a:pt x="9622" y="977"/>
                    <a:pt x="9455" y="977"/>
                  </a:cubicBezTo>
                  <a:cubicBezTo>
                    <a:pt x="9264" y="977"/>
                    <a:pt x="9121" y="834"/>
                    <a:pt x="9121" y="644"/>
                  </a:cubicBezTo>
                  <a:cubicBezTo>
                    <a:pt x="9098" y="477"/>
                    <a:pt x="9241" y="334"/>
                    <a:pt x="9455" y="334"/>
                  </a:cubicBezTo>
                  <a:close/>
                  <a:moveTo>
                    <a:pt x="667" y="2001"/>
                  </a:moveTo>
                  <a:cubicBezTo>
                    <a:pt x="858" y="2001"/>
                    <a:pt x="1001" y="2144"/>
                    <a:pt x="1001" y="2311"/>
                  </a:cubicBezTo>
                  <a:cubicBezTo>
                    <a:pt x="1001" y="2501"/>
                    <a:pt x="858" y="2644"/>
                    <a:pt x="667" y="2644"/>
                  </a:cubicBezTo>
                  <a:cubicBezTo>
                    <a:pt x="501" y="2644"/>
                    <a:pt x="334" y="2501"/>
                    <a:pt x="334" y="2311"/>
                  </a:cubicBezTo>
                  <a:cubicBezTo>
                    <a:pt x="334" y="2144"/>
                    <a:pt x="501" y="2001"/>
                    <a:pt x="667" y="2001"/>
                  </a:cubicBezTo>
                  <a:close/>
                  <a:moveTo>
                    <a:pt x="6502" y="2668"/>
                  </a:moveTo>
                  <a:cubicBezTo>
                    <a:pt x="6716" y="2668"/>
                    <a:pt x="6859" y="2858"/>
                    <a:pt x="6835" y="3073"/>
                  </a:cubicBezTo>
                  <a:cubicBezTo>
                    <a:pt x="6814" y="3225"/>
                    <a:pt x="6652" y="3338"/>
                    <a:pt x="6498" y="3338"/>
                  </a:cubicBezTo>
                  <a:cubicBezTo>
                    <a:pt x="6483" y="3338"/>
                    <a:pt x="6469" y="3337"/>
                    <a:pt x="6454" y="3335"/>
                  </a:cubicBezTo>
                  <a:cubicBezTo>
                    <a:pt x="6359" y="3311"/>
                    <a:pt x="6264" y="3263"/>
                    <a:pt x="6240" y="3192"/>
                  </a:cubicBezTo>
                  <a:cubicBezTo>
                    <a:pt x="6168" y="3120"/>
                    <a:pt x="6168" y="3025"/>
                    <a:pt x="6168" y="2954"/>
                  </a:cubicBezTo>
                  <a:cubicBezTo>
                    <a:pt x="6216" y="2787"/>
                    <a:pt x="6359" y="2668"/>
                    <a:pt x="6502" y="2668"/>
                  </a:cubicBezTo>
                  <a:close/>
                  <a:moveTo>
                    <a:pt x="3604" y="5008"/>
                  </a:moveTo>
                  <a:cubicBezTo>
                    <a:pt x="3704" y="5008"/>
                    <a:pt x="3802" y="5050"/>
                    <a:pt x="3858" y="5144"/>
                  </a:cubicBezTo>
                  <a:cubicBezTo>
                    <a:pt x="3906" y="5216"/>
                    <a:pt x="3906" y="5287"/>
                    <a:pt x="3906" y="5383"/>
                  </a:cubicBezTo>
                  <a:cubicBezTo>
                    <a:pt x="3886" y="5545"/>
                    <a:pt x="3762" y="5655"/>
                    <a:pt x="3608" y="5655"/>
                  </a:cubicBezTo>
                  <a:cubicBezTo>
                    <a:pt x="3581" y="5655"/>
                    <a:pt x="3554" y="5652"/>
                    <a:pt x="3525" y="5645"/>
                  </a:cubicBezTo>
                  <a:cubicBezTo>
                    <a:pt x="3358" y="5621"/>
                    <a:pt x="3239" y="5454"/>
                    <a:pt x="3263" y="5263"/>
                  </a:cubicBezTo>
                  <a:cubicBezTo>
                    <a:pt x="3292" y="5105"/>
                    <a:pt x="3451" y="5008"/>
                    <a:pt x="3604" y="5008"/>
                  </a:cubicBezTo>
                  <a:close/>
                  <a:moveTo>
                    <a:pt x="9455" y="1"/>
                  </a:moveTo>
                  <a:cubicBezTo>
                    <a:pt x="9098" y="1"/>
                    <a:pt x="8788" y="286"/>
                    <a:pt x="8788" y="644"/>
                  </a:cubicBezTo>
                  <a:cubicBezTo>
                    <a:pt x="8788" y="739"/>
                    <a:pt x="8812" y="834"/>
                    <a:pt x="8860" y="929"/>
                  </a:cubicBezTo>
                  <a:lnTo>
                    <a:pt x="6907" y="2477"/>
                  </a:lnTo>
                  <a:cubicBezTo>
                    <a:pt x="6835" y="2406"/>
                    <a:pt x="6740" y="2382"/>
                    <a:pt x="6645" y="2358"/>
                  </a:cubicBezTo>
                  <a:cubicBezTo>
                    <a:pt x="6602" y="2350"/>
                    <a:pt x="6559" y="2345"/>
                    <a:pt x="6517" y="2345"/>
                  </a:cubicBezTo>
                  <a:cubicBezTo>
                    <a:pt x="6206" y="2345"/>
                    <a:pt x="5925" y="2568"/>
                    <a:pt x="5883" y="2882"/>
                  </a:cubicBezTo>
                  <a:cubicBezTo>
                    <a:pt x="5835" y="3001"/>
                    <a:pt x="5883" y="3144"/>
                    <a:pt x="5930" y="3263"/>
                  </a:cubicBezTo>
                  <a:lnTo>
                    <a:pt x="4001" y="4811"/>
                  </a:lnTo>
                  <a:cubicBezTo>
                    <a:pt x="3906" y="4763"/>
                    <a:pt x="3811" y="4692"/>
                    <a:pt x="3692" y="4692"/>
                  </a:cubicBezTo>
                  <a:cubicBezTo>
                    <a:pt x="3658" y="4686"/>
                    <a:pt x="3624" y="4683"/>
                    <a:pt x="3591" y="4683"/>
                  </a:cubicBezTo>
                  <a:cubicBezTo>
                    <a:pt x="3481" y="4683"/>
                    <a:pt x="3372" y="4714"/>
                    <a:pt x="3263" y="4787"/>
                  </a:cubicBezTo>
                  <a:lnTo>
                    <a:pt x="1239" y="2668"/>
                  </a:lnTo>
                  <a:cubicBezTo>
                    <a:pt x="1287" y="2596"/>
                    <a:pt x="1310" y="2477"/>
                    <a:pt x="1310" y="2311"/>
                  </a:cubicBezTo>
                  <a:cubicBezTo>
                    <a:pt x="1310" y="1953"/>
                    <a:pt x="1025" y="1668"/>
                    <a:pt x="667" y="1668"/>
                  </a:cubicBezTo>
                  <a:cubicBezTo>
                    <a:pt x="310" y="1668"/>
                    <a:pt x="1" y="1953"/>
                    <a:pt x="1" y="2311"/>
                  </a:cubicBezTo>
                  <a:cubicBezTo>
                    <a:pt x="24" y="2715"/>
                    <a:pt x="286" y="2977"/>
                    <a:pt x="667" y="2977"/>
                  </a:cubicBezTo>
                  <a:cubicBezTo>
                    <a:pt x="786" y="2977"/>
                    <a:pt x="905" y="2954"/>
                    <a:pt x="1001" y="2882"/>
                  </a:cubicBezTo>
                  <a:lnTo>
                    <a:pt x="3025" y="5002"/>
                  </a:lnTo>
                  <a:cubicBezTo>
                    <a:pt x="3001" y="5049"/>
                    <a:pt x="2954" y="5144"/>
                    <a:pt x="2930" y="5240"/>
                  </a:cubicBezTo>
                  <a:cubicBezTo>
                    <a:pt x="2906" y="5406"/>
                    <a:pt x="2930" y="5597"/>
                    <a:pt x="3049" y="5740"/>
                  </a:cubicBezTo>
                  <a:cubicBezTo>
                    <a:pt x="3144" y="5859"/>
                    <a:pt x="3287" y="5954"/>
                    <a:pt x="3477" y="5978"/>
                  </a:cubicBezTo>
                  <a:lnTo>
                    <a:pt x="3597" y="5978"/>
                  </a:lnTo>
                  <a:cubicBezTo>
                    <a:pt x="3906" y="5978"/>
                    <a:pt x="4192" y="5740"/>
                    <a:pt x="4240" y="5454"/>
                  </a:cubicBezTo>
                  <a:cubicBezTo>
                    <a:pt x="4263" y="5335"/>
                    <a:pt x="4240" y="5168"/>
                    <a:pt x="4192" y="5049"/>
                  </a:cubicBezTo>
                  <a:lnTo>
                    <a:pt x="6121" y="3501"/>
                  </a:lnTo>
                  <a:cubicBezTo>
                    <a:pt x="6240" y="3596"/>
                    <a:pt x="6383" y="3668"/>
                    <a:pt x="6526" y="3668"/>
                  </a:cubicBezTo>
                  <a:cubicBezTo>
                    <a:pt x="6859" y="3668"/>
                    <a:pt x="7121" y="3430"/>
                    <a:pt x="7193" y="3120"/>
                  </a:cubicBezTo>
                  <a:cubicBezTo>
                    <a:pt x="7216" y="2977"/>
                    <a:pt x="7193" y="2858"/>
                    <a:pt x="7121" y="2739"/>
                  </a:cubicBezTo>
                  <a:lnTo>
                    <a:pt x="9050" y="1191"/>
                  </a:lnTo>
                  <a:cubicBezTo>
                    <a:pt x="9169" y="1286"/>
                    <a:pt x="9288" y="1310"/>
                    <a:pt x="9455" y="1310"/>
                  </a:cubicBezTo>
                  <a:cubicBezTo>
                    <a:pt x="9812" y="1310"/>
                    <a:pt x="10098" y="1001"/>
                    <a:pt x="10098" y="644"/>
                  </a:cubicBezTo>
                  <a:cubicBezTo>
                    <a:pt x="10098" y="286"/>
                    <a:pt x="9812" y="1"/>
                    <a:pt x="9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6" name="Google Shape;18846;p94"/>
          <p:cNvGrpSpPr/>
          <p:nvPr/>
        </p:nvGrpSpPr>
        <p:grpSpPr>
          <a:xfrm>
            <a:off x="7812199" y="1789162"/>
            <a:ext cx="207303" cy="354714"/>
            <a:chOff x="7812199" y="1941562"/>
            <a:chExt cx="207303" cy="354714"/>
          </a:xfrm>
        </p:grpSpPr>
        <p:sp>
          <p:nvSpPr>
            <p:cNvPr id="18847" name="Google Shape;18847;p94"/>
            <p:cNvSpPr/>
            <p:nvPr/>
          </p:nvSpPr>
          <p:spPr>
            <a:xfrm>
              <a:off x="7817582" y="1946172"/>
              <a:ext cx="197310" cy="345495"/>
            </a:xfrm>
            <a:custGeom>
              <a:rect b="b" l="l" r="r" t="t"/>
              <a:pathLst>
                <a:path extrusionOk="0" h="10718" w="6121">
                  <a:moveTo>
                    <a:pt x="834" y="1"/>
                  </a:moveTo>
                  <a:cubicBezTo>
                    <a:pt x="358" y="1"/>
                    <a:pt x="1" y="382"/>
                    <a:pt x="1" y="834"/>
                  </a:cubicBezTo>
                  <a:lnTo>
                    <a:pt x="1" y="9884"/>
                  </a:lnTo>
                  <a:cubicBezTo>
                    <a:pt x="1" y="10360"/>
                    <a:pt x="382" y="10717"/>
                    <a:pt x="834" y="10717"/>
                  </a:cubicBezTo>
                  <a:lnTo>
                    <a:pt x="5287" y="10717"/>
                  </a:lnTo>
                  <a:cubicBezTo>
                    <a:pt x="5740" y="10717"/>
                    <a:pt x="6121" y="10336"/>
                    <a:pt x="6121" y="9884"/>
                  </a:cubicBezTo>
                  <a:lnTo>
                    <a:pt x="6121" y="834"/>
                  </a:lnTo>
                  <a:cubicBezTo>
                    <a:pt x="6121" y="358"/>
                    <a:pt x="5740" y="1"/>
                    <a:pt x="5287"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94"/>
            <p:cNvSpPr/>
            <p:nvPr/>
          </p:nvSpPr>
          <p:spPr>
            <a:xfrm>
              <a:off x="7959609" y="1946172"/>
              <a:ext cx="55283" cy="345495"/>
            </a:xfrm>
            <a:custGeom>
              <a:rect b="b" l="l" r="r" t="t"/>
              <a:pathLst>
                <a:path extrusionOk="0" h="10718" w="1715">
                  <a:moveTo>
                    <a:pt x="0" y="1"/>
                  </a:moveTo>
                  <a:cubicBezTo>
                    <a:pt x="429" y="1"/>
                    <a:pt x="834" y="358"/>
                    <a:pt x="834" y="834"/>
                  </a:cubicBezTo>
                  <a:lnTo>
                    <a:pt x="834" y="9884"/>
                  </a:lnTo>
                  <a:cubicBezTo>
                    <a:pt x="834" y="10336"/>
                    <a:pt x="453" y="10717"/>
                    <a:pt x="0" y="10717"/>
                  </a:cubicBezTo>
                  <a:lnTo>
                    <a:pt x="881" y="10717"/>
                  </a:lnTo>
                  <a:cubicBezTo>
                    <a:pt x="1334" y="10717"/>
                    <a:pt x="1715" y="10360"/>
                    <a:pt x="1715" y="9884"/>
                  </a:cubicBezTo>
                  <a:lnTo>
                    <a:pt x="1715" y="834"/>
                  </a:lnTo>
                  <a:cubicBezTo>
                    <a:pt x="1715" y="382"/>
                    <a:pt x="1358" y="1"/>
                    <a:pt x="88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94"/>
            <p:cNvSpPr/>
            <p:nvPr/>
          </p:nvSpPr>
          <p:spPr>
            <a:xfrm>
              <a:off x="7817582" y="1979954"/>
              <a:ext cx="196569" cy="257977"/>
            </a:xfrm>
            <a:custGeom>
              <a:rect b="b" l="l" r="r" t="t"/>
              <a:pathLst>
                <a:path extrusionOk="0" h="8003" w="6098">
                  <a:moveTo>
                    <a:pt x="1" y="1"/>
                  </a:moveTo>
                  <a:lnTo>
                    <a:pt x="1" y="8002"/>
                  </a:lnTo>
                  <a:lnTo>
                    <a:pt x="6097" y="8002"/>
                  </a:lnTo>
                  <a:lnTo>
                    <a:pt x="6097"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94"/>
            <p:cNvSpPr/>
            <p:nvPr/>
          </p:nvSpPr>
          <p:spPr>
            <a:xfrm>
              <a:off x="7984946" y="1979954"/>
              <a:ext cx="29205" cy="257977"/>
            </a:xfrm>
            <a:custGeom>
              <a:rect b="b" l="l" r="r" t="t"/>
              <a:pathLst>
                <a:path extrusionOk="0" h="8003" w="906">
                  <a:moveTo>
                    <a:pt x="0" y="1"/>
                  </a:moveTo>
                  <a:lnTo>
                    <a:pt x="0" y="8002"/>
                  </a:lnTo>
                  <a:lnTo>
                    <a:pt x="905" y="8002"/>
                  </a:lnTo>
                  <a:lnTo>
                    <a:pt x="905"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94"/>
            <p:cNvSpPr/>
            <p:nvPr/>
          </p:nvSpPr>
          <p:spPr>
            <a:xfrm>
              <a:off x="7857489" y="2073596"/>
              <a:ext cx="110598" cy="59151"/>
            </a:xfrm>
            <a:custGeom>
              <a:rect b="b" l="l" r="r" t="t"/>
              <a:pathLst>
                <a:path extrusionOk="0" h="1835" w="3431">
                  <a:moveTo>
                    <a:pt x="239" y="1"/>
                  </a:moveTo>
                  <a:cubicBezTo>
                    <a:pt x="120" y="1"/>
                    <a:pt x="1" y="120"/>
                    <a:pt x="25" y="287"/>
                  </a:cubicBezTo>
                  <a:lnTo>
                    <a:pt x="334" y="1644"/>
                  </a:lnTo>
                  <a:cubicBezTo>
                    <a:pt x="334" y="1739"/>
                    <a:pt x="430" y="1835"/>
                    <a:pt x="549" y="1835"/>
                  </a:cubicBezTo>
                  <a:lnTo>
                    <a:pt x="3097" y="1835"/>
                  </a:lnTo>
                  <a:lnTo>
                    <a:pt x="3430"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94"/>
            <p:cNvSpPr/>
            <p:nvPr/>
          </p:nvSpPr>
          <p:spPr>
            <a:xfrm>
              <a:off x="7927374" y="2073596"/>
              <a:ext cx="40713" cy="59151"/>
            </a:xfrm>
            <a:custGeom>
              <a:rect b="b" l="l" r="r" t="t"/>
              <a:pathLst>
                <a:path extrusionOk="0" h="1835" w="1263">
                  <a:moveTo>
                    <a:pt x="333" y="1"/>
                  </a:moveTo>
                  <a:lnTo>
                    <a:pt x="0" y="1835"/>
                  </a:lnTo>
                  <a:lnTo>
                    <a:pt x="929" y="1835"/>
                  </a:lnTo>
                  <a:lnTo>
                    <a:pt x="1262"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94"/>
            <p:cNvSpPr/>
            <p:nvPr/>
          </p:nvSpPr>
          <p:spPr>
            <a:xfrm>
              <a:off x="7875927" y="2154216"/>
              <a:ext cx="20759" cy="21533"/>
            </a:xfrm>
            <a:custGeom>
              <a:rect b="b" l="l" r="r" t="t"/>
              <a:pathLst>
                <a:path extrusionOk="0" h="668" w="644">
                  <a:moveTo>
                    <a:pt x="334" y="0"/>
                  </a:moveTo>
                  <a:cubicBezTo>
                    <a:pt x="143" y="0"/>
                    <a:pt x="0" y="143"/>
                    <a:pt x="0" y="334"/>
                  </a:cubicBezTo>
                  <a:cubicBezTo>
                    <a:pt x="0" y="524"/>
                    <a:pt x="143" y="667"/>
                    <a:pt x="334" y="667"/>
                  </a:cubicBezTo>
                  <a:cubicBezTo>
                    <a:pt x="501" y="667"/>
                    <a:pt x="643" y="524"/>
                    <a:pt x="643" y="334"/>
                  </a:cubicBezTo>
                  <a:cubicBezTo>
                    <a:pt x="643" y="143"/>
                    <a:pt x="501" y="0"/>
                    <a:pt x="33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94"/>
            <p:cNvSpPr/>
            <p:nvPr/>
          </p:nvSpPr>
          <p:spPr>
            <a:xfrm>
              <a:off x="7927374" y="2154216"/>
              <a:ext cx="21501" cy="21533"/>
            </a:xfrm>
            <a:custGeom>
              <a:rect b="b" l="l" r="r" t="t"/>
              <a:pathLst>
                <a:path extrusionOk="0" h="668" w="667">
                  <a:moveTo>
                    <a:pt x="333" y="0"/>
                  </a:moveTo>
                  <a:cubicBezTo>
                    <a:pt x="143" y="0"/>
                    <a:pt x="0" y="143"/>
                    <a:pt x="0" y="334"/>
                  </a:cubicBezTo>
                  <a:cubicBezTo>
                    <a:pt x="0" y="524"/>
                    <a:pt x="143" y="667"/>
                    <a:pt x="333" y="667"/>
                  </a:cubicBezTo>
                  <a:cubicBezTo>
                    <a:pt x="524" y="667"/>
                    <a:pt x="667" y="524"/>
                    <a:pt x="667" y="334"/>
                  </a:cubicBezTo>
                  <a:cubicBezTo>
                    <a:pt x="667" y="143"/>
                    <a:pt x="524" y="0"/>
                    <a:pt x="33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94"/>
            <p:cNvSpPr/>
            <p:nvPr/>
          </p:nvSpPr>
          <p:spPr>
            <a:xfrm>
              <a:off x="7812199" y="1941562"/>
              <a:ext cx="207303" cy="354714"/>
            </a:xfrm>
            <a:custGeom>
              <a:rect b="b" l="l" r="r" t="t"/>
              <a:pathLst>
                <a:path extrusionOk="0" h="11004" w="6431">
                  <a:moveTo>
                    <a:pt x="6121" y="1334"/>
                  </a:moveTo>
                  <a:lnTo>
                    <a:pt x="6121" y="9027"/>
                  </a:lnTo>
                  <a:lnTo>
                    <a:pt x="334" y="9027"/>
                  </a:lnTo>
                  <a:lnTo>
                    <a:pt x="334" y="1334"/>
                  </a:lnTo>
                  <a:close/>
                  <a:moveTo>
                    <a:pt x="1001" y="1"/>
                  </a:moveTo>
                  <a:cubicBezTo>
                    <a:pt x="453" y="1"/>
                    <a:pt x="1" y="453"/>
                    <a:pt x="1" y="977"/>
                  </a:cubicBezTo>
                  <a:lnTo>
                    <a:pt x="1" y="10027"/>
                  </a:lnTo>
                  <a:cubicBezTo>
                    <a:pt x="1" y="10574"/>
                    <a:pt x="453" y="11003"/>
                    <a:pt x="1001" y="11003"/>
                  </a:cubicBezTo>
                  <a:lnTo>
                    <a:pt x="4121" y="11003"/>
                  </a:lnTo>
                  <a:cubicBezTo>
                    <a:pt x="4335" y="11003"/>
                    <a:pt x="4335" y="10694"/>
                    <a:pt x="4121" y="10694"/>
                  </a:cubicBezTo>
                  <a:lnTo>
                    <a:pt x="1001" y="10694"/>
                  </a:lnTo>
                  <a:cubicBezTo>
                    <a:pt x="644" y="10694"/>
                    <a:pt x="334" y="10384"/>
                    <a:pt x="334" y="10027"/>
                  </a:cubicBezTo>
                  <a:lnTo>
                    <a:pt x="334" y="9336"/>
                  </a:lnTo>
                  <a:lnTo>
                    <a:pt x="6121" y="9336"/>
                  </a:lnTo>
                  <a:lnTo>
                    <a:pt x="6121" y="10027"/>
                  </a:lnTo>
                  <a:cubicBezTo>
                    <a:pt x="6121" y="10384"/>
                    <a:pt x="5812" y="10694"/>
                    <a:pt x="5454" y="10694"/>
                  </a:cubicBezTo>
                  <a:lnTo>
                    <a:pt x="5073" y="10694"/>
                  </a:lnTo>
                  <a:cubicBezTo>
                    <a:pt x="4859" y="10694"/>
                    <a:pt x="4859" y="11003"/>
                    <a:pt x="5073" y="11003"/>
                  </a:cubicBezTo>
                  <a:lnTo>
                    <a:pt x="5454" y="11003"/>
                  </a:lnTo>
                  <a:cubicBezTo>
                    <a:pt x="5978" y="11003"/>
                    <a:pt x="6431" y="10574"/>
                    <a:pt x="6431" y="10027"/>
                  </a:cubicBezTo>
                  <a:lnTo>
                    <a:pt x="6431" y="977"/>
                  </a:lnTo>
                  <a:cubicBezTo>
                    <a:pt x="6431" y="977"/>
                    <a:pt x="6002" y="1"/>
                    <a:pt x="5454" y="1"/>
                  </a:cubicBezTo>
                  <a:lnTo>
                    <a:pt x="2335" y="1"/>
                  </a:lnTo>
                  <a:cubicBezTo>
                    <a:pt x="2120" y="1"/>
                    <a:pt x="2335" y="287"/>
                    <a:pt x="2335" y="287"/>
                  </a:cubicBezTo>
                  <a:lnTo>
                    <a:pt x="5454" y="287"/>
                  </a:lnTo>
                  <a:cubicBezTo>
                    <a:pt x="5812" y="287"/>
                    <a:pt x="6121" y="596"/>
                    <a:pt x="6121" y="953"/>
                  </a:cubicBezTo>
                  <a:lnTo>
                    <a:pt x="6121" y="1001"/>
                  </a:lnTo>
                  <a:lnTo>
                    <a:pt x="334" y="1001"/>
                  </a:lnTo>
                  <a:lnTo>
                    <a:pt x="334" y="977"/>
                  </a:lnTo>
                  <a:cubicBezTo>
                    <a:pt x="334" y="620"/>
                    <a:pt x="644" y="334"/>
                    <a:pt x="1001" y="334"/>
                  </a:cubicBezTo>
                  <a:lnTo>
                    <a:pt x="1382" y="334"/>
                  </a:lnTo>
                  <a:cubicBezTo>
                    <a:pt x="1596" y="334"/>
                    <a:pt x="159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94"/>
            <p:cNvSpPr/>
            <p:nvPr/>
          </p:nvSpPr>
          <p:spPr>
            <a:xfrm>
              <a:off x="7896654" y="2257852"/>
              <a:ext cx="38424" cy="10766"/>
            </a:xfrm>
            <a:custGeom>
              <a:rect b="b" l="l" r="r" t="t"/>
              <a:pathLst>
                <a:path extrusionOk="0" h="334" w="1192">
                  <a:moveTo>
                    <a:pt x="215" y="0"/>
                  </a:moveTo>
                  <a:cubicBezTo>
                    <a:pt x="0" y="0"/>
                    <a:pt x="0" y="334"/>
                    <a:pt x="215" y="334"/>
                  </a:cubicBezTo>
                  <a:lnTo>
                    <a:pt x="1001" y="334"/>
                  </a:lnTo>
                  <a:cubicBezTo>
                    <a:pt x="1191" y="334"/>
                    <a:pt x="1191" y="0"/>
                    <a:pt x="1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94"/>
            <p:cNvSpPr/>
            <p:nvPr/>
          </p:nvSpPr>
          <p:spPr>
            <a:xfrm>
              <a:off x="7852911" y="2041361"/>
              <a:ext cx="141254" cy="139964"/>
            </a:xfrm>
            <a:custGeom>
              <a:rect b="b" l="l" r="r" t="t"/>
              <a:pathLst>
                <a:path extrusionOk="0" h="4342" w="4382">
                  <a:moveTo>
                    <a:pt x="3358" y="1120"/>
                  </a:moveTo>
                  <a:lnTo>
                    <a:pt x="3096" y="2644"/>
                  </a:lnTo>
                  <a:lnTo>
                    <a:pt x="691" y="2644"/>
                  </a:lnTo>
                  <a:cubicBezTo>
                    <a:pt x="643" y="2644"/>
                    <a:pt x="619" y="2620"/>
                    <a:pt x="619" y="2597"/>
                  </a:cubicBezTo>
                  <a:lnTo>
                    <a:pt x="333" y="1215"/>
                  </a:lnTo>
                  <a:lnTo>
                    <a:pt x="333" y="1168"/>
                  </a:lnTo>
                  <a:cubicBezTo>
                    <a:pt x="333" y="1168"/>
                    <a:pt x="357" y="1120"/>
                    <a:pt x="381" y="1120"/>
                  </a:cubicBezTo>
                  <a:close/>
                  <a:moveTo>
                    <a:pt x="1072" y="3692"/>
                  </a:moveTo>
                  <a:cubicBezTo>
                    <a:pt x="1119" y="3692"/>
                    <a:pt x="1215" y="3740"/>
                    <a:pt x="1215" y="3835"/>
                  </a:cubicBezTo>
                  <a:cubicBezTo>
                    <a:pt x="1215" y="3930"/>
                    <a:pt x="1167" y="3978"/>
                    <a:pt x="1072" y="3978"/>
                  </a:cubicBezTo>
                  <a:cubicBezTo>
                    <a:pt x="976" y="3978"/>
                    <a:pt x="929" y="3930"/>
                    <a:pt x="929" y="3835"/>
                  </a:cubicBezTo>
                  <a:cubicBezTo>
                    <a:pt x="929" y="3740"/>
                    <a:pt x="976" y="3692"/>
                    <a:pt x="1072" y="3692"/>
                  </a:cubicBezTo>
                  <a:close/>
                  <a:moveTo>
                    <a:pt x="2643" y="3716"/>
                  </a:moveTo>
                  <a:cubicBezTo>
                    <a:pt x="2739" y="3716"/>
                    <a:pt x="2786" y="3763"/>
                    <a:pt x="2786" y="3859"/>
                  </a:cubicBezTo>
                  <a:cubicBezTo>
                    <a:pt x="2786" y="3954"/>
                    <a:pt x="2739" y="4025"/>
                    <a:pt x="2643" y="4025"/>
                  </a:cubicBezTo>
                  <a:cubicBezTo>
                    <a:pt x="2548" y="4025"/>
                    <a:pt x="2501" y="3954"/>
                    <a:pt x="2501" y="3859"/>
                  </a:cubicBezTo>
                  <a:cubicBezTo>
                    <a:pt x="2501" y="3763"/>
                    <a:pt x="2548" y="3716"/>
                    <a:pt x="2643" y="3716"/>
                  </a:cubicBezTo>
                  <a:close/>
                  <a:moveTo>
                    <a:pt x="3977" y="1"/>
                  </a:moveTo>
                  <a:cubicBezTo>
                    <a:pt x="3739" y="1"/>
                    <a:pt x="3572" y="144"/>
                    <a:pt x="3501" y="382"/>
                  </a:cubicBezTo>
                  <a:lnTo>
                    <a:pt x="3429" y="810"/>
                  </a:lnTo>
                  <a:lnTo>
                    <a:pt x="405" y="810"/>
                  </a:lnTo>
                  <a:cubicBezTo>
                    <a:pt x="333" y="810"/>
                    <a:pt x="238" y="834"/>
                    <a:pt x="167" y="882"/>
                  </a:cubicBezTo>
                  <a:cubicBezTo>
                    <a:pt x="48" y="977"/>
                    <a:pt x="0" y="1120"/>
                    <a:pt x="24" y="1287"/>
                  </a:cubicBezTo>
                  <a:lnTo>
                    <a:pt x="286" y="2644"/>
                  </a:lnTo>
                  <a:cubicBezTo>
                    <a:pt x="333" y="2835"/>
                    <a:pt x="500" y="2954"/>
                    <a:pt x="691" y="2954"/>
                  </a:cubicBezTo>
                  <a:lnTo>
                    <a:pt x="3024" y="2954"/>
                  </a:lnTo>
                  <a:lnTo>
                    <a:pt x="3024" y="3001"/>
                  </a:lnTo>
                  <a:cubicBezTo>
                    <a:pt x="3001" y="3192"/>
                    <a:pt x="2810" y="3335"/>
                    <a:pt x="2643" y="3335"/>
                  </a:cubicBezTo>
                  <a:lnTo>
                    <a:pt x="714" y="3335"/>
                  </a:lnTo>
                  <a:cubicBezTo>
                    <a:pt x="619" y="3335"/>
                    <a:pt x="572" y="3382"/>
                    <a:pt x="524" y="3478"/>
                  </a:cubicBezTo>
                  <a:cubicBezTo>
                    <a:pt x="524" y="3549"/>
                    <a:pt x="572" y="3597"/>
                    <a:pt x="595" y="3621"/>
                  </a:cubicBezTo>
                  <a:cubicBezTo>
                    <a:pt x="572" y="3692"/>
                    <a:pt x="524" y="3787"/>
                    <a:pt x="572" y="3859"/>
                  </a:cubicBezTo>
                  <a:cubicBezTo>
                    <a:pt x="595" y="4097"/>
                    <a:pt x="762" y="4287"/>
                    <a:pt x="1000" y="4311"/>
                  </a:cubicBezTo>
                  <a:cubicBezTo>
                    <a:pt x="1014" y="4312"/>
                    <a:pt x="1027" y="4313"/>
                    <a:pt x="1040" y="4313"/>
                  </a:cubicBezTo>
                  <a:cubicBezTo>
                    <a:pt x="1308" y="4313"/>
                    <a:pt x="1524" y="4085"/>
                    <a:pt x="1524" y="3835"/>
                  </a:cubicBezTo>
                  <a:cubicBezTo>
                    <a:pt x="1524" y="3787"/>
                    <a:pt x="1524" y="3716"/>
                    <a:pt x="1477" y="3692"/>
                  </a:cubicBezTo>
                  <a:lnTo>
                    <a:pt x="2167" y="3692"/>
                  </a:lnTo>
                  <a:cubicBezTo>
                    <a:pt x="2143" y="3740"/>
                    <a:pt x="2143" y="3835"/>
                    <a:pt x="2143" y="3930"/>
                  </a:cubicBezTo>
                  <a:cubicBezTo>
                    <a:pt x="2167" y="4144"/>
                    <a:pt x="2358" y="4311"/>
                    <a:pt x="2548" y="4335"/>
                  </a:cubicBezTo>
                  <a:cubicBezTo>
                    <a:pt x="2575" y="4339"/>
                    <a:pt x="2601" y="4341"/>
                    <a:pt x="2627" y="4341"/>
                  </a:cubicBezTo>
                  <a:cubicBezTo>
                    <a:pt x="2897" y="4341"/>
                    <a:pt x="3096" y="4120"/>
                    <a:pt x="3096" y="3859"/>
                  </a:cubicBezTo>
                  <a:cubicBezTo>
                    <a:pt x="3096" y="3740"/>
                    <a:pt x="3048" y="3668"/>
                    <a:pt x="3001" y="3597"/>
                  </a:cubicBezTo>
                  <a:cubicBezTo>
                    <a:pt x="3144" y="3478"/>
                    <a:pt x="3263" y="3335"/>
                    <a:pt x="3286" y="3120"/>
                  </a:cubicBezTo>
                  <a:lnTo>
                    <a:pt x="3810" y="477"/>
                  </a:lnTo>
                  <a:cubicBezTo>
                    <a:pt x="3810" y="382"/>
                    <a:pt x="3882" y="358"/>
                    <a:pt x="3953" y="358"/>
                  </a:cubicBezTo>
                  <a:lnTo>
                    <a:pt x="4144" y="358"/>
                  </a:lnTo>
                  <a:cubicBezTo>
                    <a:pt x="4382" y="334"/>
                    <a:pt x="4382" y="1"/>
                    <a:pt x="4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8" name="Google Shape;18858;p94"/>
          <p:cNvGrpSpPr/>
          <p:nvPr/>
        </p:nvGrpSpPr>
        <p:grpSpPr>
          <a:xfrm>
            <a:off x="7739283" y="2331032"/>
            <a:ext cx="355455" cy="355552"/>
            <a:chOff x="7739283" y="2483432"/>
            <a:chExt cx="355455" cy="355552"/>
          </a:xfrm>
        </p:grpSpPr>
        <p:sp>
          <p:nvSpPr>
            <p:cNvPr id="18859" name="Google Shape;18859;p94"/>
            <p:cNvSpPr/>
            <p:nvPr/>
          </p:nvSpPr>
          <p:spPr>
            <a:xfrm>
              <a:off x="7743119" y="2526530"/>
              <a:ext cx="224194" cy="306329"/>
            </a:xfrm>
            <a:custGeom>
              <a:rect b="b" l="l" r="r" t="t"/>
              <a:pathLst>
                <a:path extrusionOk="0" h="9503" w="6955">
                  <a:moveTo>
                    <a:pt x="1025" y="0"/>
                  </a:moveTo>
                  <a:cubicBezTo>
                    <a:pt x="453" y="0"/>
                    <a:pt x="1" y="453"/>
                    <a:pt x="1" y="1024"/>
                  </a:cubicBezTo>
                  <a:lnTo>
                    <a:pt x="1" y="8502"/>
                  </a:lnTo>
                  <a:cubicBezTo>
                    <a:pt x="1" y="9050"/>
                    <a:pt x="453" y="9502"/>
                    <a:pt x="1025" y="9502"/>
                  </a:cubicBezTo>
                  <a:lnTo>
                    <a:pt x="6954" y="9502"/>
                  </a:lnTo>
                  <a:lnTo>
                    <a:pt x="6954" y="1977"/>
                  </a:lnTo>
                  <a:lnTo>
                    <a:pt x="6954" y="1024"/>
                  </a:lnTo>
                  <a:cubicBezTo>
                    <a:pt x="6954" y="453"/>
                    <a:pt x="6502" y="0"/>
                    <a:pt x="59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94"/>
            <p:cNvSpPr/>
            <p:nvPr/>
          </p:nvSpPr>
          <p:spPr>
            <a:xfrm>
              <a:off x="7905874" y="2526530"/>
              <a:ext cx="61440" cy="306329"/>
            </a:xfrm>
            <a:custGeom>
              <a:rect b="b" l="l" r="r" t="t"/>
              <a:pathLst>
                <a:path extrusionOk="0" h="9503" w="1906">
                  <a:moveTo>
                    <a:pt x="0" y="0"/>
                  </a:moveTo>
                  <a:cubicBezTo>
                    <a:pt x="548" y="0"/>
                    <a:pt x="1000" y="453"/>
                    <a:pt x="1000" y="1024"/>
                  </a:cubicBezTo>
                  <a:lnTo>
                    <a:pt x="1000" y="1977"/>
                  </a:lnTo>
                  <a:lnTo>
                    <a:pt x="1000" y="9502"/>
                  </a:lnTo>
                  <a:lnTo>
                    <a:pt x="1905" y="9502"/>
                  </a:lnTo>
                  <a:lnTo>
                    <a:pt x="1905" y="1977"/>
                  </a:lnTo>
                  <a:lnTo>
                    <a:pt x="1905" y="1024"/>
                  </a:lnTo>
                  <a:cubicBezTo>
                    <a:pt x="1905" y="453"/>
                    <a:pt x="1453" y="0"/>
                    <a:pt x="88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94"/>
            <p:cNvSpPr/>
            <p:nvPr/>
          </p:nvSpPr>
          <p:spPr>
            <a:xfrm>
              <a:off x="7769229" y="2552641"/>
              <a:ext cx="171974" cy="251820"/>
            </a:xfrm>
            <a:custGeom>
              <a:rect b="b" l="l" r="r" t="t"/>
              <a:pathLst>
                <a:path extrusionOk="0" h="7812" w="5335">
                  <a:moveTo>
                    <a:pt x="215" y="0"/>
                  </a:moveTo>
                  <a:cubicBezTo>
                    <a:pt x="96" y="0"/>
                    <a:pt x="0" y="95"/>
                    <a:pt x="0" y="214"/>
                  </a:cubicBezTo>
                  <a:lnTo>
                    <a:pt x="0" y="7597"/>
                  </a:lnTo>
                  <a:cubicBezTo>
                    <a:pt x="0" y="7716"/>
                    <a:pt x="96" y="7811"/>
                    <a:pt x="215" y="7811"/>
                  </a:cubicBezTo>
                  <a:lnTo>
                    <a:pt x="5120" y="7811"/>
                  </a:lnTo>
                  <a:cubicBezTo>
                    <a:pt x="5239" y="7811"/>
                    <a:pt x="5335" y="7716"/>
                    <a:pt x="5335" y="7597"/>
                  </a:cubicBezTo>
                  <a:lnTo>
                    <a:pt x="5335" y="214"/>
                  </a:lnTo>
                  <a:cubicBezTo>
                    <a:pt x="5335" y="95"/>
                    <a:pt x="5239" y="0"/>
                    <a:pt x="512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94"/>
            <p:cNvSpPr/>
            <p:nvPr/>
          </p:nvSpPr>
          <p:spPr>
            <a:xfrm>
              <a:off x="7806848" y="2488106"/>
              <a:ext cx="95964" cy="76075"/>
            </a:xfrm>
            <a:custGeom>
              <a:rect b="b" l="l" r="r" t="t"/>
              <a:pathLst>
                <a:path extrusionOk="0" h="2360" w="2977">
                  <a:moveTo>
                    <a:pt x="1512" y="621"/>
                  </a:moveTo>
                  <a:cubicBezTo>
                    <a:pt x="1578" y="621"/>
                    <a:pt x="1643" y="645"/>
                    <a:pt x="1691" y="692"/>
                  </a:cubicBezTo>
                  <a:cubicBezTo>
                    <a:pt x="1786" y="788"/>
                    <a:pt x="1786" y="954"/>
                    <a:pt x="1691" y="1050"/>
                  </a:cubicBezTo>
                  <a:cubicBezTo>
                    <a:pt x="1643" y="1097"/>
                    <a:pt x="1578" y="1121"/>
                    <a:pt x="1512" y="1121"/>
                  </a:cubicBezTo>
                  <a:cubicBezTo>
                    <a:pt x="1447" y="1121"/>
                    <a:pt x="1381" y="1097"/>
                    <a:pt x="1334" y="1050"/>
                  </a:cubicBezTo>
                  <a:cubicBezTo>
                    <a:pt x="1239" y="954"/>
                    <a:pt x="1239" y="788"/>
                    <a:pt x="1334" y="692"/>
                  </a:cubicBezTo>
                  <a:cubicBezTo>
                    <a:pt x="1381" y="645"/>
                    <a:pt x="1447" y="621"/>
                    <a:pt x="1512" y="621"/>
                  </a:cubicBezTo>
                  <a:close/>
                  <a:moveTo>
                    <a:pt x="1504" y="1"/>
                  </a:moveTo>
                  <a:cubicBezTo>
                    <a:pt x="1024" y="1"/>
                    <a:pt x="643" y="373"/>
                    <a:pt x="643" y="835"/>
                  </a:cubicBezTo>
                  <a:cubicBezTo>
                    <a:pt x="643" y="954"/>
                    <a:pt x="691" y="1073"/>
                    <a:pt x="715" y="1169"/>
                  </a:cubicBezTo>
                  <a:lnTo>
                    <a:pt x="0" y="1169"/>
                  </a:lnTo>
                  <a:lnTo>
                    <a:pt x="0" y="2359"/>
                  </a:lnTo>
                  <a:lnTo>
                    <a:pt x="2977" y="2359"/>
                  </a:lnTo>
                  <a:lnTo>
                    <a:pt x="2977" y="1169"/>
                  </a:lnTo>
                  <a:lnTo>
                    <a:pt x="2272" y="1169"/>
                  </a:lnTo>
                  <a:cubicBezTo>
                    <a:pt x="2316" y="1055"/>
                    <a:pt x="2355" y="923"/>
                    <a:pt x="2310" y="811"/>
                  </a:cubicBezTo>
                  <a:cubicBezTo>
                    <a:pt x="2286" y="407"/>
                    <a:pt x="1953" y="26"/>
                    <a:pt x="1548" y="2"/>
                  </a:cubicBezTo>
                  <a:cubicBezTo>
                    <a:pt x="1533" y="1"/>
                    <a:pt x="1518" y="1"/>
                    <a:pt x="150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94"/>
            <p:cNvSpPr/>
            <p:nvPr/>
          </p:nvSpPr>
          <p:spPr>
            <a:xfrm>
              <a:off x="7951937" y="2812100"/>
              <a:ext cx="138191" cy="20759"/>
            </a:xfrm>
            <a:custGeom>
              <a:rect b="b" l="l" r="r" t="t"/>
              <a:pathLst>
                <a:path extrusionOk="0" h="644" w="4287">
                  <a:moveTo>
                    <a:pt x="310" y="0"/>
                  </a:moveTo>
                  <a:cubicBezTo>
                    <a:pt x="143" y="0"/>
                    <a:pt x="0" y="143"/>
                    <a:pt x="0" y="310"/>
                  </a:cubicBezTo>
                  <a:cubicBezTo>
                    <a:pt x="0" y="500"/>
                    <a:pt x="119" y="643"/>
                    <a:pt x="310" y="643"/>
                  </a:cubicBezTo>
                  <a:lnTo>
                    <a:pt x="3953" y="643"/>
                  </a:lnTo>
                  <a:cubicBezTo>
                    <a:pt x="4120" y="643"/>
                    <a:pt x="4287" y="500"/>
                    <a:pt x="4287" y="310"/>
                  </a:cubicBezTo>
                  <a:cubicBezTo>
                    <a:pt x="4287" y="143"/>
                    <a:pt x="4120" y="0"/>
                    <a:pt x="395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94"/>
            <p:cNvSpPr/>
            <p:nvPr/>
          </p:nvSpPr>
          <p:spPr>
            <a:xfrm>
              <a:off x="8048642" y="2812100"/>
              <a:ext cx="39198" cy="20759"/>
            </a:xfrm>
            <a:custGeom>
              <a:rect b="b" l="l" r="r" t="t"/>
              <a:pathLst>
                <a:path extrusionOk="0" h="644" w="1216">
                  <a:moveTo>
                    <a:pt x="1" y="0"/>
                  </a:moveTo>
                  <a:cubicBezTo>
                    <a:pt x="167" y="0"/>
                    <a:pt x="334" y="143"/>
                    <a:pt x="334" y="310"/>
                  </a:cubicBezTo>
                  <a:cubicBezTo>
                    <a:pt x="334" y="500"/>
                    <a:pt x="167" y="643"/>
                    <a:pt x="1" y="643"/>
                  </a:cubicBezTo>
                  <a:lnTo>
                    <a:pt x="882" y="643"/>
                  </a:lnTo>
                  <a:cubicBezTo>
                    <a:pt x="1072" y="643"/>
                    <a:pt x="1215" y="500"/>
                    <a:pt x="1215" y="310"/>
                  </a:cubicBezTo>
                  <a:cubicBezTo>
                    <a:pt x="1215" y="143"/>
                    <a:pt x="1072" y="0"/>
                    <a:pt x="882"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94"/>
            <p:cNvSpPr/>
            <p:nvPr/>
          </p:nvSpPr>
          <p:spPr>
            <a:xfrm>
              <a:off x="7967281" y="2579493"/>
              <a:ext cx="105956" cy="58378"/>
            </a:xfrm>
            <a:custGeom>
              <a:rect b="b" l="l" r="r" t="t"/>
              <a:pathLst>
                <a:path extrusionOk="0" h="1811" w="3287">
                  <a:moveTo>
                    <a:pt x="1072" y="1"/>
                  </a:moveTo>
                  <a:lnTo>
                    <a:pt x="72" y="596"/>
                  </a:lnTo>
                  <a:cubicBezTo>
                    <a:pt x="0" y="667"/>
                    <a:pt x="0" y="739"/>
                    <a:pt x="48" y="834"/>
                  </a:cubicBezTo>
                  <a:lnTo>
                    <a:pt x="834" y="1811"/>
                  </a:lnTo>
                  <a:lnTo>
                    <a:pt x="2429" y="1811"/>
                  </a:lnTo>
                  <a:lnTo>
                    <a:pt x="3215" y="834"/>
                  </a:lnTo>
                  <a:cubicBezTo>
                    <a:pt x="3287" y="786"/>
                    <a:pt x="3263" y="667"/>
                    <a:pt x="3168" y="596"/>
                  </a:cubicBezTo>
                  <a:lnTo>
                    <a:pt x="2215"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94"/>
            <p:cNvSpPr/>
            <p:nvPr/>
          </p:nvSpPr>
          <p:spPr>
            <a:xfrm>
              <a:off x="8001837" y="2563375"/>
              <a:ext cx="36877" cy="16150"/>
            </a:xfrm>
            <a:custGeom>
              <a:rect b="b" l="l" r="r" t="t"/>
              <a:pathLst>
                <a:path extrusionOk="0" h="501" w="1144">
                  <a:moveTo>
                    <a:pt x="357" y="1"/>
                  </a:moveTo>
                  <a:cubicBezTo>
                    <a:pt x="143" y="1"/>
                    <a:pt x="0" y="167"/>
                    <a:pt x="0" y="358"/>
                  </a:cubicBezTo>
                  <a:lnTo>
                    <a:pt x="0" y="501"/>
                  </a:lnTo>
                  <a:lnTo>
                    <a:pt x="1119" y="501"/>
                  </a:lnTo>
                  <a:lnTo>
                    <a:pt x="1143" y="358"/>
                  </a:lnTo>
                  <a:cubicBezTo>
                    <a:pt x="1143" y="143"/>
                    <a:pt x="976" y="1"/>
                    <a:pt x="78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94"/>
            <p:cNvSpPr/>
            <p:nvPr/>
          </p:nvSpPr>
          <p:spPr>
            <a:xfrm>
              <a:off x="8009509" y="2563375"/>
              <a:ext cx="28431" cy="15376"/>
            </a:xfrm>
            <a:custGeom>
              <a:rect b="b" l="l" r="r" t="t"/>
              <a:pathLst>
                <a:path extrusionOk="0" h="477" w="882">
                  <a:moveTo>
                    <a:pt x="0" y="1"/>
                  </a:moveTo>
                  <a:cubicBezTo>
                    <a:pt x="143" y="24"/>
                    <a:pt x="238" y="167"/>
                    <a:pt x="238" y="334"/>
                  </a:cubicBezTo>
                  <a:lnTo>
                    <a:pt x="238" y="477"/>
                  </a:lnTo>
                  <a:lnTo>
                    <a:pt x="881" y="477"/>
                  </a:lnTo>
                  <a:lnTo>
                    <a:pt x="881" y="334"/>
                  </a:lnTo>
                  <a:cubicBezTo>
                    <a:pt x="881" y="143"/>
                    <a:pt x="738" y="1"/>
                    <a:pt x="524"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94"/>
            <p:cNvSpPr/>
            <p:nvPr/>
          </p:nvSpPr>
          <p:spPr>
            <a:xfrm>
              <a:off x="7982625" y="2637838"/>
              <a:ext cx="74495" cy="20759"/>
            </a:xfrm>
            <a:custGeom>
              <a:rect b="b" l="l" r="r" t="t"/>
              <a:pathLst>
                <a:path extrusionOk="0" h="644" w="2311">
                  <a:moveTo>
                    <a:pt x="310" y="1"/>
                  </a:moveTo>
                  <a:cubicBezTo>
                    <a:pt x="144" y="1"/>
                    <a:pt x="1" y="167"/>
                    <a:pt x="24" y="358"/>
                  </a:cubicBezTo>
                  <a:cubicBezTo>
                    <a:pt x="48" y="524"/>
                    <a:pt x="191" y="643"/>
                    <a:pt x="358" y="643"/>
                  </a:cubicBezTo>
                  <a:lnTo>
                    <a:pt x="1953" y="643"/>
                  </a:lnTo>
                  <a:cubicBezTo>
                    <a:pt x="2144" y="643"/>
                    <a:pt x="2311" y="453"/>
                    <a:pt x="2263" y="286"/>
                  </a:cubicBezTo>
                  <a:cubicBezTo>
                    <a:pt x="2215" y="120"/>
                    <a:pt x="2073" y="1"/>
                    <a:pt x="1930"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94"/>
            <p:cNvSpPr/>
            <p:nvPr/>
          </p:nvSpPr>
          <p:spPr>
            <a:xfrm>
              <a:off x="8022564" y="2637838"/>
              <a:ext cx="34395" cy="19470"/>
            </a:xfrm>
            <a:custGeom>
              <a:rect b="b" l="l" r="r" t="t"/>
              <a:pathLst>
                <a:path extrusionOk="0" h="604" w="1067">
                  <a:moveTo>
                    <a:pt x="0" y="1"/>
                  </a:moveTo>
                  <a:cubicBezTo>
                    <a:pt x="191" y="1"/>
                    <a:pt x="310" y="167"/>
                    <a:pt x="310" y="310"/>
                  </a:cubicBezTo>
                  <a:cubicBezTo>
                    <a:pt x="310" y="453"/>
                    <a:pt x="143" y="596"/>
                    <a:pt x="0" y="596"/>
                  </a:cubicBezTo>
                  <a:lnTo>
                    <a:pt x="691" y="596"/>
                  </a:lnTo>
                  <a:cubicBezTo>
                    <a:pt x="713" y="601"/>
                    <a:pt x="736" y="603"/>
                    <a:pt x="757" y="603"/>
                  </a:cubicBezTo>
                  <a:cubicBezTo>
                    <a:pt x="938" y="603"/>
                    <a:pt x="1067" y="435"/>
                    <a:pt x="1024" y="286"/>
                  </a:cubicBezTo>
                  <a:cubicBezTo>
                    <a:pt x="976" y="120"/>
                    <a:pt x="857" y="1"/>
                    <a:pt x="691"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94"/>
            <p:cNvSpPr/>
            <p:nvPr/>
          </p:nvSpPr>
          <p:spPr>
            <a:xfrm>
              <a:off x="7968829" y="2579493"/>
              <a:ext cx="102894" cy="22307"/>
            </a:xfrm>
            <a:custGeom>
              <a:rect b="b" l="l" r="r" t="t"/>
              <a:pathLst>
                <a:path extrusionOk="0" h="692" w="3192">
                  <a:moveTo>
                    <a:pt x="1024" y="1"/>
                  </a:moveTo>
                  <a:lnTo>
                    <a:pt x="71" y="596"/>
                  </a:lnTo>
                  <a:cubicBezTo>
                    <a:pt x="24" y="620"/>
                    <a:pt x="0" y="667"/>
                    <a:pt x="0" y="691"/>
                  </a:cubicBezTo>
                  <a:lnTo>
                    <a:pt x="3191" y="691"/>
                  </a:lnTo>
                  <a:cubicBezTo>
                    <a:pt x="3167" y="667"/>
                    <a:pt x="3120" y="596"/>
                    <a:pt x="3096" y="596"/>
                  </a:cubicBezTo>
                  <a:lnTo>
                    <a:pt x="214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94"/>
            <p:cNvSpPr/>
            <p:nvPr/>
          </p:nvSpPr>
          <p:spPr>
            <a:xfrm>
              <a:off x="8017181" y="2579493"/>
              <a:ext cx="53768" cy="22307"/>
            </a:xfrm>
            <a:custGeom>
              <a:rect b="b" l="l" r="r" t="t"/>
              <a:pathLst>
                <a:path extrusionOk="0" h="692" w="1668">
                  <a:moveTo>
                    <a:pt x="0" y="1"/>
                  </a:moveTo>
                  <a:lnTo>
                    <a:pt x="953" y="596"/>
                  </a:lnTo>
                  <a:cubicBezTo>
                    <a:pt x="977" y="620"/>
                    <a:pt x="1001" y="667"/>
                    <a:pt x="1001" y="691"/>
                  </a:cubicBezTo>
                  <a:lnTo>
                    <a:pt x="1667" y="691"/>
                  </a:lnTo>
                  <a:cubicBezTo>
                    <a:pt x="1667" y="667"/>
                    <a:pt x="1667" y="596"/>
                    <a:pt x="1596" y="596"/>
                  </a:cubicBezTo>
                  <a:lnTo>
                    <a:pt x="643"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94"/>
            <p:cNvSpPr/>
            <p:nvPr/>
          </p:nvSpPr>
          <p:spPr>
            <a:xfrm>
              <a:off x="7967281" y="2601767"/>
              <a:ext cx="104441" cy="36103"/>
            </a:xfrm>
            <a:custGeom>
              <a:rect b="b" l="l" r="r" t="t"/>
              <a:pathLst>
                <a:path extrusionOk="0" h="1120" w="3240">
                  <a:moveTo>
                    <a:pt x="0" y="0"/>
                  </a:moveTo>
                  <a:cubicBezTo>
                    <a:pt x="0" y="48"/>
                    <a:pt x="0" y="119"/>
                    <a:pt x="24" y="143"/>
                  </a:cubicBezTo>
                  <a:lnTo>
                    <a:pt x="834" y="1120"/>
                  </a:lnTo>
                  <a:lnTo>
                    <a:pt x="2429" y="1120"/>
                  </a:lnTo>
                  <a:lnTo>
                    <a:pt x="3215" y="143"/>
                  </a:lnTo>
                  <a:cubicBezTo>
                    <a:pt x="3239" y="119"/>
                    <a:pt x="3239" y="48"/>
                    <a:pt x="3239"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94"/>
            <p:cNvSpPr/>
            <p:nvPr/>
          </p:nvSpPr>
          <p:spPr>
            <a:xfrm>
              <a:off x="8023306" y="2601767"/>
              <a:ext cx="49158" cy="36103"/>
            </a:xfrm>
            <a:custGeom>
              <a:rect b="b" l="l" r="r" t="t"/>
              <a:pathLst>
                <a:path extrusionOk="0" h="1120" w="1525">
                  <a:moveTo>
                    <a:pt x="811" y="0"/>
                  </a:moveTo>
                  <a:cubicBezTo>
                    <a:pt x="811" y="48"/>
                    <a:pt x="811" y="119"/>
                    <a:pt x="787" y="143"/>
                  </a:cubicBezTo>
                  <a:lnTo>
                    <a:pt x="1" y="1120"/>
                  </a:lnTo>
                  <a:lnTo>
                    <a:pt x="691" y="1120"/>
                  </a:lnTo>
                  <a:lnTo>
                    <a:pt x="1477" y="143"/>
                  </a:lnTo>
                  <a:cubicBezTo>
                    <a:pt x="1501" y="72"/>
                    <a:pt x="1525" y="48"/>
                    <a:pt x="1501" y="0"/>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94"/>
            <p:cNvSpPr/>
            <p:nvPr/>
          </p:nvSpPr>
          <p:spPr>
            <a:xfrm>
              <a:off x="7983399" y="2658565"/>
              <a:ext cx="73721" cy="125942"/>
            </a:xfrm>
            <a:custGeom>
              <a:rect b="b" l="l" r="r" t="t"/>
              <a:pathLst>
                <a:path extrusionOk="0" h="3907" w="2287">
                  <a:moveTo>
                    <a:pt x="501" y="0"/>
                  </a:moveTo>
                  <a:lnTo>
                    <a:pt x="501" y="3025"/>
                  </a:lnTo>
                  <a:cubicBezTo>
                    <a:pt x="501" y="3263"/>
                    <a:pt x="310" y="3430"/>
                    <a:pt x="96" y="3430"/>
                  </a:cubicBezTo>
                  <a:cubicBezTo>
                    <a:pt x="24" y="3430"/>
                    <a:pt x="0" y="3501"/>
                    <a:pt x="0" y="3549"/>
                  </a:cubicBezTo>
                  <a:lnTo>
                    <a:pt x="0" y="3906"/>
                  </a:lnTo>
                  <a:lnTo>
                    <a:pt x="2287" y="3906"/>
                  </a:lnTo>
                  <a:lnTo>
                    <a:pt x="2287" y="3573"/>
                  </a:lnTo>
                  <a:cubicBezTo>
                    <a:pt x="2287" y="3477"/>
                    <a:pt x="2239" y="3454"/>
                    <a:pt x="2168" y="3454"/>
                  </a:cubicBezTo>
                  <a:cubicBezTo>
                    <a:pt x="1929" y="3454"/>
                    <a:pt x="1763" y="3263"/>
                    <a:pt x="1763" y="3025"/>
                  </a:cubicBezTo>
                  <a:lnTo>
                    <a:pt x="1763"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94"/>
            <p:cNvSpPr/>
            <p:nvPr/>
          </p:nvSpPr>
          <p:spPr>
            <a:xfrm>
              <a:off x="8018696" y="2658565"/>
              <a:ext cx="38424" cy="125942"/>
            </a:xfrm>
            <a:custGeom>
              <a:rect b="b" l="l" r="r" t="t"/>
              <a:pathLst>
                <a:path extrusionOk="0" h="3907" w="1192">
                  <a:moveTo>
                    <a:pt x="1" y="0"/>
                  </a:moveTo>
                  <a:lnTo>
                    <a:pt x="1" y="3025"/>
                  </a:lnTo>
                  <a:cubicBezTo>
                    <a:pt x="1" y="3263"/>
                    <a:pt x="191" y="3430"/>
                    <a:pt x="430" y="3430"/>
                  </a:cubicBezTo>
                  <a:cubicBezTo>
                    <a:pt x="477" y="3430"/>
                    <a:pt x="501" y="3501"/>
                    <a:pt x="501" y="3549"/>
                  </a:cubicBezTo>
                  <a:lnTo>
                    <a:pt x="501" y="3906"/>
                  </a:lnTo>
                  <a:lnTo>
                    <a:pt x="1168" y="3906"/>
                  </a:lnTo>
                  <a:lnTo>
                    <a:pt x="1192" y="3525"/>
                  </a:lnTo>
                  <a:cubicBezTo>
                    <a:pt x="1192" y="3477"/>
                    <a:pt x="1144" y="3406"/>
                    <a:pt x="1073" y="3406"/>
                  </a:cubicBezTo>
                  <a:cubicBezTo>
                    <a:pt x="834" y="3406"/>
                    <a:pt x="668" y="3239"/>
                    <a:pt x="668" y="3001"/>
                  </a:cubicBezTo>
                  <a:lnTo>
                    <a:pt x="668"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94"/>
            <p:cNvSpPr/>
            <p:nvPr/>
          </p:nvSpPr>
          <p:spPr>
            <a:xfrm>
              <a:off x="7964219" y="2783701"/>
              <a:ext cx="111340" cy="28431"/>
            </a:xfrm>
            <a:custGeom>
              <a:rect b="b" l="l" r="r" t="t"/>
              <a:pathLst>
                <a:path extrusionOk="0" h="882" w="3454">
                  <a:moveTo>
                    <a:pt x="476" y="0"/>
                  </a:moveTo>
                  <a:cubicBezTo>
                    <a:pt x="214" y="0"/>
                    <a:pt x="0" y="215"/>
                    <a:pt x="0" y="477"/>
                  </a:cubicBezTo>
                  <a:lnTo>
                    <a:pt x="0" y="881"/>
                  </a:lnTo>
                  <a:lnTo>
                    <a:pt x="3453" y="881"/>
                  </a:lnTo>
                  <a:lnTo>
                    <a:pt x="3453" y="477"/>
                  </a:lnTo>
                  <a:cubicBezTo>
                    <a:pt x="3453" y="215"/>
                    <a:pt x="3239" y="0"/>
                    <a:pt x="2977"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94"/>
            <p:cNvSpPr/>
            <p:nvPr/>
          </p:nvSpPr>
          <p:spPr>
            <a:xfrm>
              <a:off x="8036361" y="2783701"/>
              <a:ext cx="39971" cy="28431"/>
            </a:xfrm>
            <a:custGeom>
              <a:rect b="b" l="l" r="r" t="t"/>
              <a:pathLst>
                <a:path extrusionOk="0" h="882" w="1240">
                  <a:moveTo>
                    <a:pt x="1" y="0"/>
                  </a:moveTo>
                  <a:cubicBezTo>
                    <a:pt x="263" y="0"/>
                    <a:pt x="596" y="215"/>
                    <a:pt x="596" y="477"/>
                  </a:cubicBezTo>
                  <a:lnTo>
                    <a:pt x="596" y="881"/>
                  </a:lnTo>
                  <a:lnTo>
                    <a:pt x="1239" y="881"/>
                  </a:lnTo>
                  <a:lnTo>
                    <a:pt x="1239" y="477"/>
                  </a:lnTo>
                  <a:cubicBezTo>
                    <a:pt x="1239" y="215"/>
                    <a:pt x="1025" y="0"/>
                    <a:pt x="763"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94"/>
            <p:cNvSpPr/>
            <p:nvPr/>
          </p:nvSpPr>
          <p:spPr>
            <a:xfrm>
              <a:off x="7739283" y="2483432"/>
              <a:ext cx="355455" cy="355552"/>
            </a:xfrm>
            <a:custGeom>
              <a:rect b="b" l="l" r="r" t="t"/>
              <a:pathLst>
                <a:path extrusionOk="0" h="11030" w="11027">
                  <a:moveTo>
                    <a:pt x="3570" y="348"/>
                  </a:moveTo>
                  <a:cubicBezTo>
                    <a:pt x="3953" y="348"/>
                    <a:pt x="4263" y="664"/>
                    <a:pt x="4263" y="1052"/>
                  </a:cubicBezTo>
                  <a:cubicBezTo>
                    <a:pt x="4263" y="1123"/>
                    <a:pt x="4239" y="1242"/>
                    <a:pt x="4216" y="1337"/>
                  </a:cubicBezTo>
                  <a:cubicBezTo>
                    <a:pt x="4168" y="1456"/>
                    <a:pt x="4263" y="1552"/>
                    <a:pt x="4359" y="1552"/>
                  </a:cubicBezTo>
                  <a:lnTo>
                    <a:pt x="4882" y="1552"/>
                  </a:lnTo>
                  <a:lnTo>
                    <a:pt x="4882" y="2409"/>
                  </a:lnTo>
                  <a:lnTo>
                    <a:pt x="2239" y="2409"/>
                  </a:lnTo>
                  <a:lnTo>
                    <a:pt x="2239" y="1552"/>
                  </a:lnTo>
                  <a:lnTo>
                    <a:pt x="2811" y="1552"/>
                  </a:lnTo>
                  <a:lnTo>
                    <a:pt x="2811" y="1528"/>
                  </a:lnTo>
                  <a:cubicBezTo>
                    <a:pt x="2906" y="1528"/>
                    <a:pt x="2977" y="1433"/>
                    <a:pt x="2953" y="1314"/>
                  </a:cubicBezTo>
                  <a:cubicBezTo>
                    <a:pt x="2834" y="1075"/>
                    <a:pt x="2858" y="814"/>
                    <a:pt x="3049" y="575"/>
                  </a:cubicBezTo>
                  <a:cubicBezTo>
                    <a:pt x="3049" y="528"/>
                    <a:pt x="3073" y="528"/>
                    <a:pt x="3073" y="528"/>
                  </a:cubicBezTo>
                  <a:cubicBezTo>
                    <a:pt x="3240" y="402"/>
                    <a:pt x="3411" y="348"/>
                    <a:pt x="3570" y="348"/>
                  </a:cubicBezTo>
                  <a:close/>
                  <a:moveTo>
                    <a:pt x="8931" y="2623"/>
                  </a:moveTo>
                  <a:cubicBezTo>
                    <a:pt x="9026" y="2623"/>
                    <a:pt x="9121" y="2719"/>
                    <a:pt x="9121" y="2814"/>
                  </a:cubicBezTo>
                  <a:lnTo>
                    <a:pt x="8312" y="2814"/>
                  </a:lnTo>
                  <a:cubicBezTo>
                    <a:pt x="8312" y="2719"/>
                    <a:pt x="8383" y="2623"/>
                    <a:pt x="8502" y="2623"/>
                  </a:cubicBezTo>
                  <a:close/>
                  <a:moveTo>
                    <a:pt x="9240" y="3123"/>
                  </a:moveTo>
                  <a:lnTo>
                    <a:pt x="9836" y="3481"/>
                  </a:lnTo>
                  <a:lnTo>
                    <a:pt x="7621" y="3481"/>
                  </a:lnTo>
                  <a:lnTo>
                    <a:pt x="8193" y="3123"/>
                  </a:lnTo>
                  <a:close/>
                  <a:moveTo>
                    <a:pt x="10098" y="3838"/>
                  </a:moveTo>
                  <a:lnTo>
                    <a:pt x="9455" y="4648"/>
                  </a:lnTo>
                  <a:lnTo>
                    <a:pt x="7978" y="4648"/>
                  </a:lnTo>
                  <a:lnTo>
                    <a:pt x="7335" y="3838"/>
                  </a:lnTo>
                  <a:close/>
                  <a:moveTo>
                    <a:pt x="9502" y="4981"/>
                  </a:moveTo>
                  <a:cubicBezTo>
                    <a:pt x="9574" y="4981"/>
                    <a:pt x="9645" y="5029"/>
                    <a:pt x="9645" y="5100"/>
                  </a:cubicBezTo>
                  <a:cubicBezTo>
                    <a:pt x="9693" y="5195"/>
                    <a:pt x="9598" y="5267"/>
                    <a:pt x="9502" y="5267"/>
                  </a:cubicBezTo>
                  <a:lnTo>
                    <a:pt x="7907" y="5267"/>
                  </a:lnTo>
                  <a:cubicBezTo>
                    <a:pt x="7835" y="5267"/>
                    <a:pt x="7740" y="5219"/>
                    <a:pt x="7740" y="5148"/>
                  </a:cubicBezTo>
                  <a:cubicBezTo>
                    <a:pt x="7716" y="5076"/>
                    <a:pt x="7812" y="4981"/>
                    <a:pt x="7907" y="4981"/>
                  </a:cubicBezTo>
                  <a:close/>
                  <a:moveTo>
                    <a:pt x="9145" y="5624"/>
                  </a:moveTo>
                  <a:lnTo>
                    <a:pt x="9145" y="8482"/>
                  </a:lnTo>
                  <a:cubicBezTo>
                    <a:pt x="9145" y="8768"/>
                    <a:pt x="9383" y="9029"/>
                    <a:pt x="9693" y="9053"/>
                  </a:cubicBezTo>
                  <a:lnTo>
                    <a:pt x="9693" y="9172"/>
                  </a:lnTo>
                  <a:lnTo>
                    <a:pt x="7716" y="9172"/>
                  </a:lnTo>
                  <a:lnTo>
                    <a:pt x="7716" y="9053"/>
                  </a:lnTo>
                  <a:cubicBezTo>
                    <a:pt x="8026" y="9029"/>
                    <a:pt x="8216" y="8791"/>
                    <a:pt x="8216" y="8482"/>
                  </a:cubicBezTo>
                  <a:lnTo>
                    <a:pt x="8216" y="5624"/>
                  </a:lnTo>
                  <a:close/>
                  <a:moveTo>
                    <a:pt x="7216" y="4243"/>
                  </a:moveTo>
                  <a:lnTo>
                    <a:pt x="7597" y="4743"/>
                  </a:lnTo>
                  <a:cubicBezTo>
                    <a:pt x="7454" y="4838"/>
                    <a:pt x="7359" y="5029"/>
                    <a:pt x="7407" y="5219"/>
                  </a:cubicBezTo>
                  <a:cubicBezTo>
                    <a:pt x="7454" y="5433"/>
                    <a:pt x="7645" y="5600"/>
                    <a:pt x="7883" y="5600"/>
                  </a:cubicBezTo>
                  <a:lnTo>
                    <a:pt x="7883" y="8482"/>
                  </a:lnTo>
                  <a:cubicBezTo>
                    <a:pt x="7883" y="8648"/>
                    <a:pt x="7788" y="8720"/>
                    <a:pt x="7621" y="8720"/>
                  </a:cubicBezTo>
                  <a:cubicBezTo>
                    <a:pt x="7478" y="8720"/>
                    <a:pt x="7359" y="8839"/>
                    <a:pt x="7359" y="9006"/>
                  </a:cubicBezTo>
                  <a:lnTo>
                    <a:pt x="7359" y="9172"/>
                  </a:lnTo>
                  <a:cubicBezTo>
                    <a:pt x="7288" y="9172"/>
                    <a:pt x="7240" y="9196"/>
                    <a:pt x="7192" y="9196"/>
                  </a:cubicBezTo>
                  <a:lnTo>
                    <a:pt x="7192" y="4243"/>
                  </a:lnTo>
                  <a:close/>
                  <a:moveTo>
                    <a:pt x="6121" y="2290"/>
                  </a:moveTo>
                  <a:lnTo>
                    <a:pt x="6121" y="9792"/>
                  </a:lnTo>
                  <a:lnTo>
                    <a:pt x="1120" y="9792"/>
                  </a:lnTo>
                  <a:lnTo>
                    <a:pt x="1120" y="2290"/>
                  </a:lnTo>
                  <a:lnTo>
                    <a:pt x="1977" y="2290"/>
                  </a:lnTo>
                  <a:lnTo>
                    <a:pt x="1977" y="2528"/>
                  </a:lnTo>
                  <a:cubicBezTo>
                    <a:pt x="1977" y="2623"/>
                    <a:pt x="2025" y="2695"/>
                    <a:pt x="2120" y="2695"/>
                  </a:cubicBezTo>
                  <a:lnTo>
                    <a:pt x="5097" y="2695"/>
                  </a:lnTo>
                  <a:cubicBezTo>
                    <a:pt x="5192" y="2695"/>
                    <a:pt x="5240" y="2623"/>
                    <a:pt x="5240" y="2528"/>
                  </a:cubicBezTo>
                  <a:lnTo>
                    <a:pt x="5240" y="2290"/>
                  </a:lnTo>
                  <a:close/>
                  <a:moveTo>
                    <a:pt x="9955" y="9506"/>
                  </a:moveTo>
                  <a:cubicBezTo>
                    <a:pt x="10122" y="9506"/>
                    <a:pt x="10288" y="9649"/>
                    <a:pt x="10288" y="9839"/>
                  </a:cubicBezTo>
                  <a:lnTo>
                    <a:pt x="10288" y="10030"/>
                  </a:lnTo>
                  <a:lnTo>
                    <a:pt x="7121" y="10030"/>
                  </a:lnTo>
                  <a:lnTo>
                    <a:pt x="7121" y="9839"/>
                  </a:lnTo>
                  <a:cubicBezTo>
                    <a:pt x="7121" y="9649"/>
                    <a:pt x="7264" y="9506"/>
                    <a:pt x="7454" y="9506"/>
                  </a:cubicBezTo>
                  <a:close/>
                  <a:moveTo>
                    <a:pt x="3634" y="1"/>
                  </a:moveTo>
                  <a:cubicBezTo>
                    <a:pt x="3075" y="1"/>
                    <a:pt x="2620" y="460"/>
                    <a:pt x="2620" y="1028"/>
                  </a:cubicBezTo>
                  <a:cubicBezTo>
                    <a:pt x="2620" y="1075"/>
                    <a:pt x="2620" y="1147"/>
                    <a:pt x="2644" y="1195"/>
                  </a:cubicBezTo>
                  <a:lnTo>
                    <a:pt x="1191" y="1195"/>
                  </a:lnTo>
                  <a:cubicBezTo>
                    <a:pt x="548" y="1195"/>
                    <a:pt x="48" y="1742"/>
                    <a:pt x="48" y="2361"/>
                  </a:cubicBezTo>
                  <a:lnTo>
                    <a:pt x="48" y="2742"/>
                  </a:lnTo>
                  <a:cubicBezTo>
                    <a:pt x="48" y="2850"/>
                    <a:pt x="126" y="2903"/>
                    <a:pt x="203" y="2903"/>
                  </a:cubicBezTo>
                  <a:cubicBezTo>
                    <a:pt x="280" y="2903"/>
                    <a:pt x="358" y="2850"/>
                    <a:pt x="358" y="2742"/>
                  </a:cubicBezTo>
                  <a:lnTo>
                    <a:pt x="358" y="2338"/>
                  </a:lnTo>
                  <a:cubicBezTo>
                    <a:pt x="358" y="1861"/>
                    <a:pt x="739" y="1504"/>
                    <a:pt x="1191" y="1504"/>
                  </a:cubicBezTo>
                  <a:lnTo>
                    <a:pt x="2001" y="1504"/>
                  </a:lnTo>
                  <a:lnTo>
                    <a:pt x="2001" y="1980"/>
                  </a:lnTo>
                  <a:lnTo>
                    <a:pt x="1001" y="1980"/>
                  </a:lnTo>
                  <a:cubicBezTo>
                    <a:pt x="905" y="1980"/>
                    <a:pt x="834" y="2028"/>
                    <a:pt x="834" y="2123"/>
                  </a:cubicBezTo>
                  <a:lnTo>
                    <a:pt x="834" y="9911"/>
                  </a:lnTo>
                  <a:cubicBezTo>
                    <a:pt x="834" y="10006"/>
                    <a:pt x="905" y="10077"/>
                    <a:pt x="1001" y="10077"/>
                  </a:cubicBezTo>
                  <a:lnTo>
                    <a:pt x="6311" y="10077"/>
                  </a:lnTo>
                  <a:cubicBezTo>
                    <a:pt x="6407" y="10077"/>
                    <a:pt x="6478" y="10006"/>
                    <a:pt x="6478" y="9911"/>
                  </a:cubicBezTo>
                  <a:lnTo>
                    <a:pt x="6478" y="2123"/>
                  </a:lnTo>
                  <a:cubicBezTo>
                    <a:pt x="6478" y="2028"/>
                    <a:pt x="6407" y="1980"/>
                    <a:pt x="6311" y="1980"/>
                  </a:cubicBezTo>
                  <a:lnTo>
                    <a:pt x="5311" y="1980"/>
                  </a:lnTo>
                  <a:lnTo>
                    <a:pt x="5311" y="1504"/>
                  </a:lnTo>
                  <a:lnTo>
                    <a:pt x="6121" y="1504"/>
                  </a:lnTo>
                  <a:cubicBezTo>
                    <a:pt x="6597" y="1504"/>
                    <a:pt x="6954" y="1885"/>
                    <a:pt x="6954" y="2338"/>
                  </a:cubicBezTo>
                  <a:lnTo>
                    <a:pt x="6954" y="9434"/>
                  </a:lnTo>
                  <a:cubicBezTo>
                    <a:pt x="6883" y="9530"/>
                    <a:pt x="6835" y="9672"/>
                    <a:pt x="6835" y="9792"/>
                  </a:cubicBezTo>
                  <a:lnTo>
                    <a:pt x="6835" y="10030"/>
                  </a:lnTo>
                  <a:cubicBezTo>
                    <a:pt x="6621" y="10101"/>
                    <a:pt x="6430" y="10268"/>
                    <a:pt x="6430" y="10506"/>
                  </a:cubicBezTo>
                  <a:cubicBezTo>
                    <a:pt x="6430" y="10577"/>
                    <a:pt x="6430" y="10625"/>
                    <a:pt x="6478" y="10696"/>
                  </a:cubicBezTo>
                  <a:lnTo>
                    <a:pt x="1167" y="10696"/>
                  </a:lnTo>
                  <a:cubicBezTo>
                    <a:pt x="691" y="10696"/>
                    <a:pt x="334" y="10315"/>
                    <a:pt x="334" y="9863"/>
                  </a:cubicBezTo>
                  <a:lnTo>
                    <a:pt x="334" y="3766"/>
                  </a:lnTo>
                  <a:cubicBezTo>
                    <a:pt x="334" y="3766"/>
                    <a:pt x="186" y="3671"/>
                    <a:pt x="87" y="3671"/>
                  </a:cubicBezTo>
                  <a:cubicBezTo>
                    <a:pt x="38" y="3671"/>
                    <a:pt x="0" y="3695"/>
                    <a:pt x="0" y="3766"/>
                  </a:cubicBezTo>
                  <a:lnTo>
                    <a:pt x="0" y="9863"/>
                  </a:lnTo>
                  <a:cubicBezTo>
                    <a:pt x="0" y="10506"/>
                    <a:pt x="548" y="11030"/>
                    <a:pt x="1167" y="11030"/>
                  </a:cubicBezTo>
                  <a:lnTo>
                    <a:pt x="9098" y="11030"/>
                  </a:lnTo>
                  <a:cubicBezTo>
                    <a:pt x="9288" y="10982"/>
                    <a:pt x="9098" y="10696"/>
                    <a:pt x="9098" y="10696"/>
                  </a:cubicBezTo>
                  <a:lnTo>
                    <a:pt x="6907" y="10696"/>
                  </a:lnTo>
                  <a:cubicBezTo>
                    <a:pt x="6835" y="10696"/>
                    <a:pt x="6764" y="10625"/>
                    <a:pt x="6764" y="10554"/>
                  </a:cubicBezTo>
                  <a:cubicBezTo>
                    <a:pt x="6764" y="10458"/>
                    <a:pt x="6835" y="10387"/>
                    <a:pt x="6907" y="10387"/>
                  </a:cubicBezTo>
                  <a:lnTo>
                    <a:pt x="10550" y="10387"/>
                  </a:lnTo>
                  <a:cubicBezTo>
                    <a:pt x="10765" y="10387"/>
                    <a:pt x="10765" y="10720"/>
                    <a:pt x="10550" y="10720"/>
                  </a:cubicBezTo>
                  <a:lnTo>
                    <a:pt x="10098" y="10720"/>
                  </a:lnTo>
                  <a:cubicBezTo>
                    <a:pt x="9883" y="10720"/>
                    <a:pt x="9883" y="11030"/>
                    <a:pt x="10098" y="11030"/>
                  </a:cubicBezTo>
                  <a:lnTo>
                    <a:pt x="10574" y="11030"/>
                  </a:lnTo>
                  <a:cubicBezTo>
                    <a:pt x="10812" y="11030"/>
                    <a:pt x="11027" y="10816"/>
                    <a:pt x="11027" y="10577"/>
                  </a:cubicBezTo>
                  <a:cubicBezTo>
                    <a:pt x="11003" y="10292"/>
                    <a:pt x="10812" y="10125"/>
                    <a:pt x="10598" y="10101"/>
                  </a:cubicBezTo>
                  <a:lnTo>
                    <a:pt x="10598" y="9839"/>
                  </a:lnTo>
                  <a:cubicBezTo>
                    <a:pt x="10598" y="9482"/>
                    <a:pt x="10336" y="9196"/>
                    <a:pt x="10003" y="9172"/>
                  </a:cubicBezTo>
                  <a:lnTo>
                    <a:pt x="10003" y="8958"/>
                  </a:lnTo>
                  <a:cubicBezTo>
                    <a:pt x="10003" y="8815"/>
                    <a:pt x="9883" y="8696"/>
                    <a:pt x="9741" y="8696"/>
                  </a:cubicBezTo>
                  <a:cubicBezTo>
                    <a:pt x="9598" y="8696"/>
                    <a:pt x="9479" y="8577"/>
                    <a:pt x="9479" y="8458"/>
                  </a:cubicBezTo>
                  <a:lnTo>
                    <a:pt x="9479" y="5576"/>
                  </a:lnTo>
                  <a:lnTo>
                    <a:pt x="9502" y="5576"/>
                  </a:lnTo>
                  <a:cubicBezTo>
                    <a:pt x="9741" y="5576"/>
                    <a:pt x="9955" y="5433"/>
                    <a:pt x="9979" y="5195"/>
                  </a:cubicBezTo>
                  <a:cubicBezTo>
                    <a:pt x="10003" y="5005"/>
                    <a:pt x="9931" y="4838"/>
                    <a:pt x="9764" y="4719"/>
                  </a:cubicBezTo>
                  <a:lnTo>
                    <a:pt x="10431" y="3909"/>
                  </a:lnTo>
                  <a:cubicBezTo>
                    <a:pt x="10479" y="3838"/>
                    <a:pt x="10526" y="3719"/>
                    <a:pt x="10479" y="3647"/>
                  </a:cubicBezTo>
                  <a:cubicBezTo>
                    <a:pt x="10455" y="3552"/>
                    <a:pt x="10431" y="3457"/>
                    <a:pt x="10336" y="3433"/>
                  </a:cubicBezTo>
                  <a:lnTo>
                    <a:pt x="9407" y="2862"/>
                  </a:lnTo>
                  <a:lnTo>
                    <a:pt x="9407" y="2814"/>
                  </a:lnTo>
                  <a:cubicBezTo>
                    <a:pt x="9407" y="2528"/>
                    <a:pt x="9169" y="2290"/>
                    <a:pt x="8907" y="2290"/>
                  </a:cubicBezTo>
                  <a:lnTo>
                    <a:pt x="8859" y="2290"/>
                  </a:lnTo>
                  <a:lnTo>
                    <a:pt x="8859" y="1790"/>
                  </a:lnTo>
                  <a:lnTo>
                    <a:pt x="9026" y="1790"/>
                  </a:lnTo>
                  <a:cubicBezTo>
                    <a:pt x="9240" y="1790"/>
                    <a:pt x="9240" y="1456"/>
                    <a:pt x="9026" y="1456"/>
                  </a:cubicBezTo>
                  <a:lnTo>
                    <a:pt x="8859" y="1456"/>
                  </a:lnTo>
                  <a:lnTo>
                    <a:pt x="8859" y="1290"/>
                  </a:lnTo>
                  <a:cubicBezTo>
                    <a:pt x="8859" y="1183"/>
                    <a:pt x="8776" y="1129"/>
                    <a:pt x="8693" y="1129"/>
                  </a:cubicBezTo>
                  <a:cubicBezTo>
                    <a:pt x="8609" y="1129"/>
                    <a:pt x="8526" y="1183"/>
                    <a:pt x="8526" y="1290"/>
                  </a:cubicBezTo>
                  <a:lnTo>
                    <a:pt x="8526" y="1456"/>
                  </a:lnTo>
                  <a:lnTo>
                    <a:pt x="8336" y="1456"/>
                  </a:lnTo>
                  <a:cubicBezTo>
                    <a:pt x="8145" y="1456"/>
                    <a:pt x="8145" y="1790"/>
                    <a:pt x="8336" y="1790"/>
                  </a:cubicBezTo>
                  <a:lnTo>
                    <a:pt x="8526" y="1790"/>
                  </a:lnTo>
                  <a:lnTo>
                    <a:pt x="8526" y="2290"/>
                  </a:lnTo>
                  <a:lnTo>
                    <a:pt x="8455" y="2290"/>
                  </a:lnTo>
                  <a:cubicBezTo>
                    <a:pt x="8193" y="2290"/>
                    <a:pt x="7955" y="2528"/>
                    <a:pt x="7955" y="2814"/>
                  </a:cubicBezTo>
                  <a:lnTo>
                    <a:pt x="7955" y="2862"/>
                  </a:lnTo>
                  <a:lnTo>
                    <a:pt x="7192" y="3338"/>
                  </a:lnTo>
                  <a:lnTo>
                    <a:pt x="7192" y="2338"/>
                  </a:lnTo>
                  <a:cubicBezTo>
                    <a:pt x="7192" y="1671"/>
                    <a:pt x="6645" y="1171"/>
                    <a:pt x="6002" y="1171"/>
                  </a:cubicBezTo>
                  <a:lnTo>
                    <a:pt x="4597" y="1171"/>
                  </a:lnTo>
                  <a:cubicBezTo>
                    <a:pt x="4597" y="1099"/>
                    <a:pt x="4620" y="1028"/>
                    <a:pt x="4620" y="956"/>
                  </a:cubicBezTo>
                  <a:cubicBezTo>
                    <a:pt x="4597" y="456"/>
                    <a:pt x="4216" y="28"/>
                    <a:pt x="3716" y="4"/>
                  </a:cubicBezTo>
                  <a:cubicBezTo>
                    <a:pt x="3688" y="2"/>
                    <a:pt x="3661"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94"/>
            <p:cNvSpPr/>
            <p:nvPr/>
          </p:nvSpPr>
          <p:spPr>
            <a:xfrm>
              <a:off x="7839083" y="2503128"/>
              <a:ext cx="30720" cy="26497"/>
            </a:xfrm>
            <a:custGeom>
              <a:rect b="b" l="l" r="r" t="t"/>
              <a:pathLst>
                <a:path extrusionOk="0" h="822" w="953">
                  <a:moveTo>
                    <a:pt x="477" y="322"/>
                  </a:moveTo>
                  <a:cubicBezTo>
                    <a:pt x="572" y="322"/>
                    <a:pt x="596" y="441"/>
                    <a:pt x="548" y="488"/>
                  </a:cubicBezTo>
                  <a:cubicBezTo>
                    <a:pt x="512" y="512"/>
                    <a:pt x="489" y="524"/>
                    <a:pt x="468" y="524"/>
                  </a:cubicBezTo>
                  <a:cubicBezTo>
                    <a:pt x="447" y="524"/>
                    <a:pt x="429" y="512"/>
                    <a:pt x="405" y="488"/>
                  </a:cubicBezTo>
                  <a:cubicBezTo>
                    <a:pt x="405" y="441"/>
                    <a:pt x="405" y="369"/>
                    <a:pt x="429" y="345"/>
                  </a:cubicBezTo>
                  <a:cubicBezTo>
                    <a:pt x="453" y="322"/>
                    <a:pt x="453" y="322"/>
                    <a:pt x="477" y="322"/>
                  </a:cubicBezTo>
                  <a:close/>
                  <a:moveTo>
                    <a:pt x="489" y="0"/>
                  </a:moveTo>
                  <a:cubicBezTo>
                    <a:pt x="375" y="0"/>
                    <a:pt x="262" y="36"/>
                    <a:pt x="191" y="107"/>
                  </a:cubicBezTo>
                  <a:cubicBezTo>
                    <a:pt x="0" y="298"/>
                    <a:pt x="0" y="536"/>
                    <a:pt x="191" y="703"/>
                  </a:cubicBezTo>
                  <a:cubicBezTo>
                    <a:pt x="286" y="798"/>
                    <a:pt x="405" y="822"/>
                    <a:pt x="477" y="822"/>
                  </a:cubicBezTo>
                  <a:cubicBezTo>
                    <a:pt x="596" y="822"/>
                    <a:pt x="691" y="798"/>
                    <a:pt x="786" y="703"/>
                  </a:cubicBezTo>
                  <a:cubicBezTo>
                    <a:pt x="953" y="536"/>
                    <a:pt x="953" y="298"/>
                    <a:pt x="786" y="107"/>
                  </a:cubicBezTo>
                  <a:cubicBezTo>
                    <a:pt x="715" y="36"/>
                    <a:pt x="602" y="0"/>
                    <a:pt x="4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94"/>
            <p:cNvSpPr/>
            <p:nvPr/>
          </p:nvSpPr>
          <p:spPr>
            <a:xfrm>
              <a:off x="7791729" y="2594192"/>
              <a:ext cx="40068" cy="35974"/>
            </a:xfrm>
            <a:custGeom>
              <a:rect b="b" l="l" r="r" t="t"/>
              <a:pathLst>
                <a:path extrusionOk="0" h="1116" w="1243">
                  <a:moveTo>
                    <a:pt x="249" y="1"/>
                  </a:moveTo>
                  <a:cubicBezTo>
                    <a:pt x="122" y="1"/>
                    <a:pt x="0" y="171"/>
                    <a:pt x="112" y="283"/>
                  </a:cubicBezTo>
                  <a:lnTo>
                    <a:pt x="374" y="569"/>
                  </a:lnTo>
                  <a:lnTo>
                    <a:pt x="112" y="831"/>
                  </a:lnTo>
                  <a:cubicBezTo>
                    <a:pt x="20" y="959"/>
                    <a:pt x="126" y="1116"/>
                    <a:pt x="245" y="1116"/>
                  </a:cubicBezTo>
                  <a:cubicBezTo>
                    <a:pt x="281" y="1116"/>
                    <a:pt x="317" y="1102"/>
                    <a:pt x="350" y="1069"/>
                  </a:cubicBezTo>
                  <a:lnTo>
                    <a:pt x="612" y="807"/>
                  </a:lnTo>
                  <a:lnTo>
                    <a:pt x="874" y="1069"/>
                  </a:lnTo>
                  <a:cubicBezTo>
                    <a:pt x="910" y="1100"/>
                    <a:pt x="950" y="1113"/>
                    <a:pt x="988" y="1113"/>
                  </a:cubicBezTo>
                  <a:cubicBezTo>
                    <a:pt x="1125" y="1113"/>
                    <a:pt x="1243" y="942"/>
                    <a:pt x="1112" y="831"/>
                  </a:cubicBezTo>
                  <a:lnTo>
                    <a:pt x="850" y="569"/>
                  </a:lnTo>
                  <a:lnTo>
                    <a:pt x="1112" y="283"/>
                  </a:lnTo>
                  <a:cubicBezTo>
                    <a:pt x="1243" y="171"/>
                    <a:pt x="1125" y="1"/>
                    <a:pt x="988" y="1"/>
                  </a:cubicBezTo>
                  <a:cubicBezTo>
                    <a:pt x="950" y="1"/>
                    <a:pt x="910" y="14"/>
                    <a:pt x="874" y="45"/>
                  </a:cubicBezTo>
                  <a:lnTo>
                    <a:pt x="612" y="307"/>
                  </a:lnTo>
                  <a:lnTo>
                    <a:pt x="350" y="45"/>
                  </a:lnTo>
                  <a:cubicBezTo>
                    <a:pt x="319" y="14"/>
                    <a:pt x="284" y="1"/>
                    <a:pt x="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94"/>
            <p:cNvSpPr/>
            <p:nvPr/>
          </p:nvSpPr>
          <p:spPr>
            <a:xfrm>
              <a:off x="7877700" y="2680646"/>
              <a:ext cx="40262" cy="35394"/>
            </a:xfrm>
            <a:custGeom>
              <a:rect b="b" l="l" r="r" t="t"/>
              <a:pathLst>
                <a:path extrusionOk="0" h="1098" w="1249">
                  <a:moveTo>
                    <a:pt x="1008" y="0"/>
                  </a:moveTo>
                  <a:cubicBezTo>
                    <a:pt x="964" y="0"/>
                    <a:pt x="922" y="18"/>
                    <a:pt x="898" y="54"/>
                  </a:cubicBezTo>
                  <a:lnTo>
                    <a:pt x="636" y="316"/>
                  </a:lnTo>
                  <a:lnTo>
                    <a:pt x="350" y="54"/>
                  </a:lnTo>
                  <a:cubicBezTo>
                    <a:pt x="319" y="23"/>
                    <a:pt x="284" y="10"/>
                    <a:pt x="249" y="10"/>
                  </a:cubicBezTo>
                  <a:cubicBezTo>
                    <a:pt x="122" y="10"/>
                    <a:pt x="0" y="180"/>
                    <a:pt x="112" y="292"/>
                  </a:cubicBezTo>
                  <a:lnTo>
                    <a:pt x="398" y="554"/>
                  </a:lnTo>
                  <a:lnTo>
                    <a:pt x="112" y="816"/>
                  </a:lnTo>
                  <a:cubicBezTo>
                    <a:pt x="0" y="928"/>
                    <a:pt x="122" y="1098"/>
                    <a:pt x="249" y="1098"/>
                  </a:cubicBezTo>
                  <a:cubicBezTo>
                    <a:pt x="284" y="1098"/>
                    <a:pt x="319" y="1085"/>
                    <a:pt x="350" y="1054"/>
                  </a:cubicBezTo>
                  <a:lnTo>
                    <a:pt x="636" y="792"/>
                  </a:lnTo>
                  <a:lnTo>
                    <a:pt x="898" y="1054"/>
                  </a:lnTo>
                  <a:cubicBezTo>
                    <a:pt x="929" y="1085"/>
                    <a:pt x="965" y="1098"/>
                    <a:pt x="1000" y="1098"/>
                  </a:cubicBezTo>
                  <a:cubicBezTo>
                    <a:pt x="1126" y="1098"/>
                    <a:pt x="1248" y="928"/>
                    <a:pt x="1136" y="816"/>
                  </a:cubicBezTo>
                  <a:lnTo>
                    <a:pt x="874" y="554"/>
                  </a:lnTo>
                  <a:lnTo>
                    <a:pt x="1136" y="292"/>
                  </a:lnTo>
                  <a:cubicBezTo>
                    <a:pt x="1184" y="220"/>
                    <a:pt x="1184" y="101"/>
                    <a:pt x="1136" y="54"/>
                  </a:cubicBezTo>
                  <a:cubicBezTo>
                    <a:pt x="1100" y="18"/>
                    <a:pt x="1053"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94"/>
            <p:cNvSpPr/>
            <p:nvPr/>
          </p:nvSpPr>
          <p:spPr>
            <a:xfrm>
              <a:off x="7834699" y="2742054"/>
              <a:ext cx="40262" cy="35426"/>
            </a:xfrm>
            <a:custGeom>
              <a:rect b="b" l="l" r="r" t="t"/>
              <a:pathLst>
                <a:path extrusionOk="0" h="1099" w="1249">
                  <a:moveTo>
                    <a:pt x="244" y="0"/>
                  </a:moveTo>
                  <a:cubicBezTo>
                    <a:pt x="119" y="0"/>
                    <a:pt x="2" y="182"/>
                    <a:pt x="113" y="292"/>
                  </a:cubicBezTo>
                  <a:lnTo>
                    <a:pt x="375" y="554"/>
                  </a:lnTo>
                  <a:lnTo>
                    <a:pt x="113" y="816"/>
                  </a:lnTo>
                  <a:cubicBezTo>
                    <a:pt x="1" y="928"/>
                    <a:pt x="122" y="1098"/>
                    <a:pt x="249" y="1098"/>
                  </a:cubicBezTo>
                  <a:cubicBezTo>
                    <a:pt x="284" y="1098"/>
                    <a:pt x="320" y="1085"/>
                    <a:pt x="351" y="1054"/>
                  </a:cubicBezTo>
                  <a:lnTo>
                    <a:pt x="613" y="792"/>
                  </a:lnTo>
                  <a:lnTo>
                    <a:pt x="898" y="1054"/>
                  </a:lnTo>
                  <a:cubicBezTo>
                    <a:pt x="929" y="1085"/>
                    <a:pt x="965" y="1098"/>
                    <a:pt x="1000" y="1098"/>
                  </a:cubicBezTo>
                  <a:cubicBezTo>
                    <a:pt x="1127" y="1098"/>
                    <a:pt x="1248" y="928"/>
                    <a:pt x="1137" y="816"/>
                  </a:cubicBezTo>
                  <a:lnTo>
                    <a:pt x="851" y="554"/>
                  </a:lnTo>
                  <a:lnTo>
                    <a:pt x="1137" y="292"/>
                  </a:lnTo>
                  <a:cubicBezTo>
                    <a:pt x="1184" y="221"/>
                    <a:pt x="1184" y="102"/>
                    <a:pt x="1137" y="54"/>
                  </a:cubicBezTo>
                  <a:cubicBezTo>
                    <a:pt x="1101" y="18"/>
                    <a:pt x="1053" y="0"/>
                    <a:pt x="1009" y="0"/>
                  </a:cubicBezTo>
                  <a:cubicBezTo>
                    <a:pt x="964" y="0"/>
                    <a:pt x="922" y="18"/>
                    <a:pt x="898" y="54"/>
                  </a:cubicBezTo>
                  <a:lnTo>
                    <a:pt x="613" y="316"/>
                  </a:lnTo>
                  <a:lnTo>
                    <a:pt x="351" y="54"/>
                  </a:lnTo>
                  <a:cubicBezTo>
                    <a:pt x="318" y="16"/>
                    <a:pt x="281" y="0"/>
                    <a:pt x="2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94"/>
            <p:cNvSpPr/>
            <p:nvPr/>
          </p:nvSpPr>
          <p:spPr>
            <a:xfrm>
              <a:off x="7796081" y="2608794"/>
              <a:ext cx="121333" cy="137901"/>
            </a:xfrm>
            <a:custGeom>
              <a:rect b="b" l="l" r="r" t="t"/>
              <a:pathLst>
                <a:path extrusionOk="0" h="4278" w="3764">
                  <a:moveTo>
                    <a:pt x="3090" y="0"/>
                  </a:moveTo>
                  <a:cubicBezTo>
                    <a:pt x="2964" y="0"/>
                    <a:pt x="2842" y="170"/>
                    <a:pt x="2954" y="282"/>
                  </a:cubicBezTo>
                  <a:lnTo>
                    <a:pt x="3216" y="544"/>
                  </a:lnTo>
                  <a:cubicBezTo>
                    <a:pt x="2382" y="640"/>
                    <a:pt x="1644" y="997"/>
                    <a:pt x="1049" y="1592"/>
                  </a:cubicBezTo>
                  <a:cubicBezTo>
                    <a:pt x="358" y="2283"/>
                    <a:pt x="1" y="3164"/>
                    <a:pt x="1" y="4116"/>
                  </a:cubicBezTo>
                  <a:cubicBezTo>
                    <a:pt x="1" y="4224"/>
                    <a:pt x="84" y="4277"/>
                    <a:pt x="167" y="4277"/>
                  </a:cubicBezTo>
                  <a:cubicBezTo>
                    <a:pt x="251" y="4277"/>
                    <a:pt x="334" y="4224"/>
                    <a:pt x="334" y="4116"/>
                  </a:cubicBezTo>
                  <a:cubicBezTo>
                    <a:pt x="334" y="3259"/>
                    <a:pt x="668" y="2426"/>
                    <a:pt x="1287" y="1830"/>
                  </a:cubicBezTo>
                  <a:cubicBezTo>
                    <a:pt x="1811" y="1306"/>
                    <a:pt x="2477" y="997"/>
                    <a:pt x="3192" y="902"/>
                  </a:cubicBezTo>
                  <a:lnTo>
                    <a:pt x="3192" y="902"/>
                  </a:lnTo>
                  <a:lnTo>
                    <a:pt x="2954" y="1140"/>
                  </a:lnTo>
                  <a:cubicBezTo>
                    <a:pt x="2845" y="1266"/>
                    <a:pt x="2957" y="1434"/>
                    <a:pt x="3079" y="1434"/>
                  </a:cubicBezTo>
                  <a:cubicBezTo>
                    <a:pt x="3118" y="1434"/>
                    <a:pt x="3158" y="1418"/>
                    <a:pt x="3192" y="1378"/>
                  </a:cubicBezTo>
                  <a:lnTo>
                    <a:pt x="3716" y="854"/>
                  </a:lnTo>
                  <a:cubicBezTo>
                    <a:pt x="3763" y="759"/>
                    <a:pt x="3763" y="640"/>
                    <a:pt x="3716" y="592"/>
                  </a:cubicBezTo>
                  <a:lnTo>
                    <a:pt x="3192" y="44"/>
                  </a:lnTo>
                  <a:cubicBezTo>
                    <a:pt x="3161" y="13"/>
                    <a:pt x="3125" y="0"/>
                    <a:pt x="3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4" name="Google Shape;18884;p94"/>
          <p:cNvGrpSpPr/>
          <p:nvPr/>
        </p:nvGrpSpPr>
        <p:grpSpPr>
          <a:xfrm>
            <a:off x="6994655" y="2331903"/>
            <a:ext cx="355455" cy="351619"/>
            <a:chOff x="6994655" y="2484303"/>
            <a:chExt cx="355455" cy="351619"/>
          </a:xfrm>
        </p:grpSpPr>
        <p:sp>
          <p:nvSpPr>
            <p:cNvPr id="18885" name="Google Shape;18885;p94"/>
            <p:cNvSpPr/>
            <p:nvPr/>
          </p:nvSpPr>
          <p:spPr>
            <a:xfrm>
              <a:off x="7002327" y="2491201"/>
              <a:ext cx="343947" cy="340111"/>
            </a:xfrm>
            <a:custGeom>
              <a:rect b="b" l="l" r="r" t="t"/>
              <a:pathLst>
                <a:path extrusionOk="0" h="10551" w="10670">
                  <a:moveTo>
                    <a:pt x="5335" y="1"/>
                  </a:moveTo>
                  <a:cubicBezTo>
                    <a:pt x="4930" y="1"/>
                    <a:pt x="4597" y="954"/>
                    <a:pt x="4216" y="1073"/>
                  </a:cubicBezTo>
                  <a:cubicBezTo>
                    <a:pt x="4188" y="1079"/>
                    <a:pt x="4159" y="1082"/>
                    <a:pt x="4128" y="1082"/>
                  </a:cubicBezTo>
                  <a:cubicBezTo>
                    <a:pt x="3756" y="1082"/>
                    <a:pt x="3214" y="650"/>
                    <a:pt x="2856" y="650"/>
                  </a:cubicBezTo>
                  <a:cubicBezTo>
                    <a:pt x="2795" y="650"/>
                    <a:pt x="2740" y="663"/>
                    <a:pt x="2692" y="692"/>
                  </a:cubicBezTo>
                  <a:cubicBezTo>
                    <a:pt x="2334" y="882"/>
                    <a:pt x="2549" y="1882"/>
                    <a:pt x="2239" y="2168"/>
                  </a:cubicBezTo>
                  <a:cubicBezTo>
                    <a:pt x="1953" y="2478"/>
                    <a:pt x="929" y="2263"/>
                    <a:pt x="715" y="2621"/>
                  </a:cubicBezTo>
                  <a:cubicBezTo>
                    <a:pt x="524" y="2978"/>
                    <a:pt x="1191" y="3716"/>
                    <a:pt x="1072" y="4145"/>
                  </a:cubicBezTo>
                  <a:cubicBezTo>
                    <a:pt x="1001" y="4526"/>
                    <a:pt x="1" y="4835"/>
                    <a:pt x="1" y="5264"/>
                  </a:cubicBezTo>
                  <a:cubicBezTo>
                    <a:pt x="1" y="5716"/>
                    <a:pt x="953" y="6026"/>
                    <a:pt x="1072" y="6407"/>
                  </a:cubicBezTo>
                  <a:cubicBezTo>
                    <a:pt x="1191" y="6812"/>
                    <a:pt x="524" y="7574"/>
                    <a:pt x="715" y="7931"/>
                  </a:cubicBezTo>
                  <a:cubicBezTo>
                    <a:pt x="929" y="8312"/>
                    <a:pt x="1953" y="8074"/>
                    <a:pt x="2239" y="8360"/>
                  </a:cubicBezTo>
                  <a:cubicBezTo>
                    <a:pt x="2549" y="8669"/>
                    <a:pt x="2334" y="9646"/>
                    <a:pt x="2692" y="9860"/>
                  </a:cubicBezTo>
                  <a:cubicBezTo>
                    <a:pt x="2739" y="9888"/>
                    <a:pt x="2792" y="9900"/>
                    <a:pt x="2851" y="9900"/>
                  </a:cubicBezTo>
                  <a:cubicBezTo>
                    <a:pt x="3203" y="9900"/>
                    <a:pt x="3737" y="9466"/>
                    <a:pt x="4110" y="9466"/>
                  </a:cubicBezTo>
                  <a:cubicBezTo>
                    <a:pt x="4147" y="9466"/>
                    <a:pt x="4182" y="9470"/>
                    <a:pt x="4216" y="9479"/>
                  </a:cubicBezTo>
                  <a:cubicBezTo>
                    <a:pt x="4597" y="9551"/>
                    <a:pt x="4930" y="10551"/>
                    <a:pt x="5335" y="10551"/>
                  </a:cubicBezTo>
                  <a:cubicBezTo>
                    <a:pt x="5764" y="10551"/>
                    <a:pt x="6073" y="9598"/>
                    <a:pt x="6478" y="9479"/>
                  </a:cubicBezTo>
                  <a:cubicBezTo>
                    <a:pt x="6504" y="9473"/>
                    <a:pt x="6532" y="9470"/>
                    <a:pt x="6561" y="9470"/>
                  </a:cubicBezTo>
                  <a:cubicBezTo>
                    <a:pt x="6917" y="9470"/>
                    <a:pt x="7456" y="9902"/>
                    <a:pt x="7814" y="9902"/>
                  </a:cubicBezTo>
                  <a:cubicBezTo>
                    <a:pt x="7875" y="9902"/>
                    <a:pt x="7930" y="9889"/>
                    <a:pt x="7978" y="9860"/>
                  </a:cubicBezTo>
                  <a:cubicBezTo>
                    <a:pt x="8336" y="9646"/>
                    <a:pt x="8145" y="8669"/>
                    <a:pt x="8431" y="8360"/>
                  </a:cubicBezTo>
                  <a:cubicBezTo>
                    <a:pt x="8740" y="8074"/>
                    <a:pt x="9741" y="8288"/>
                    <a:pt x="9955" y="7931"/>
                  </a:cubicBezTo>
                  <a:cubicBezTo>
                    <a:pt x="10169" y="7574"/>
                    <a:pt x="9479" y="6812"/>
                    <a:pt x="9598" y="6407"/>
                  </a:cubicBezTo>
                  <a:cubicBezTo>
                    <a:pt x="9693" y="6026"/>
                    <a:pt x="10669" y="5716"/>
                    <a:pt x="10669" y="5264"/>
                  </a:cubicBezTo>
                  <a:cubicBezTo>
                    <a:pt x="10669" y="4835"/>
                    <a:pt x="9693" y="4526"/>
                    <a:pt x="9598" y="4145"/>
                  </a:cubicBezTo>
                  <a:cubicBezTo>
                    <a:pt x="9479" y="3716"/>
                    <a:pt x="10169" y="2978"/>
                    <a:pt x="9955" y="2621"/>
                  </a:cubicBezTo>
                  <a:cubicBezTo>
                    <a:pt x="9741" y="2240"/>
                    <a:pt x="8740" y="2478"/>
                    <a:pt x="8431" y="2168"/>
                  </a:cubicBezTo>
                  <a:cubicBezTo>
                    <a:pt x="8145" y="1882"/>
                    <a:pt x="8336" y="882"/>
                    <a:pt x="7978" y="692"/>
                  </a:cubicBezTo>
                  <a:cubicBezTo>
                    <a:pt x="7931" y="663"/>
                    <a:pt x="7878" y="651"/>
                    <a:pt x="7819" y="651"/>
                  </a:cubicBezTo>
                  <a:cubicBezTo>
                    <a:pt x="7467" y="651"/>
                    <a:pt x="6936" y="1086"/>
                    <a:pt x="6578" y="1086"/>
                  </a:cubicBezTo>
                  <a:cubicBezTo>
                    <a:pt x="6543" y="1086"/>
                    <a:pt x="6510" y="1082"/>
                    <a:pt x="6478" y="1073"/>
                  </a:cubicBezTo>
                  <a:cubicBezTo>
                    <a:pt x="6073" y="977"/>
                    <a:pt x="5764"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94"/>
            <p:cNvSpPr/>
            <p:nvPr/>
          </p:nvSpPr>
          <p:spPr>
            <a:xfrm>
              <a:off x="7235708" y="2512347"/>
              <a:ext cx="110566" cy="297819"/>
            </a:xfrm>
            <a:custGeom>
              <a:rect b="b" l="l" r="r" t="t"/>
              <a:pathLst>
                <a:path extrusionOk="0" h="9239" w="3430">
                  <a:moveTo>
                    <a:pt x="593" y="1"/>
                  </a:moveTo>
                  <a:cubicBezTo>
                    <a:pt x="435" y="1"/>
                    <a:pt x="231" y="90"/>
                    <a:pt x="0" y="178"/>
                  </a:cubicBezTo>
                  <a:cubicBezTo>
                    <a:pt x="191" y="536"/>
                    <a:pt x="72" y="1274"/>
                    <a:pt x="334" y="1512"/>
                  </a:cubicBezTo>
                  <a:cubicBezTo>
                    <a:pt x="619" y="1822"/>
                    <a:pt x="1643" y="1584"/>
                    <a:pt x="1858" y="1965"/>
                  </a:cubicBezTo>
                  <a:cubicBezTo>
                    <a:pt x="2048" y="2322"/>
                    <a:pt x="1381" y="3060"/>
                    <a:pt x="1500" y="3489"/>
                  </a:cubicBezTo>
                  <a:cubicBezTo>
                    <a:pt x="1620" y="3870"/>
                    <a:pt x="2572" y="4179"/>
                    <a:pt x="2572" y="4608"/>
                  </a:cubicBezTo>
                  <a:cubicBezTo>
                    <a:pt x="2572" y="5060"/>
                    <a:pt x="1572" y="5370"/>
                    <a:pt x="1500" y="5751"/>
                  </a:cubicBezTo>
                  <a:cubicBezTo>
                    <a:pt x="1381" y="6156"/>
                    <a:pt x="2048" y="6918"/>
                    <a:pt x="1858" y="7275"/>
                  </a:cubicBezTo>
                  <a:cubicBezTo>
                    <a:pt x="1643" y="7632"/>
                    <a:pt x="619" y="7418"/>
                    <a:pt x="334" y="7704"/>
                  </a:cubicBezTo>
                  <a:cubicBezTo>
                    <a:pt x="72" y="7942"/>
                    <a:pt x="191" y="8728"/>
                    <a:pt x="0" y="9061"/>
                  </a:cubicBezTo>
                  <a:cubicBezTo>
                    <a:pt x="195" y="9150"/>
                    <a:pt x="417" y="9239"/>
                    <a:pt x="586" y="9239"/>
                  </a:cubicBezTo>
                  <a:cubicBezTo>
                    <a:pt x="644" y="9239"/>
                    <a:pt x="696" y="9228"/>
                    <a:pt x="738" y="9204"/>
                  </a:cubicBezTo>
                  <a:cubicBezTo>
                    <a:pt x="1096" y="8990"/>
                    <a:pt x="905" y="8013"/>
                    <a:pt x="1191" y="7704"/>
                  </a:cubicBezTo>
                  <a:cubicBezTo>
                    <a:pt x="1500" y="7418"/>
                    <a:pt x="2501" y="7656"/>
                    <a:pt x="2715" y="7275"/>
                  </a:cubicBezTo>
                  <a:cubicBezTo>
                    <a:pt x="2929" y="6918"/>
                    <a:pt x="2239" y="6156"/>
                    <a:pt x="2358" y="5751"/>
                  </a:cubicBezTo>
                  <a:cubicBezTo>
                    <a:pt x="2453" y="5322"/>
                    <a:pt x="3429" y="5037"/>
                    <a:pt x="3429" y="4608"/>
                  </a:cubicBezTo>
                  <a:cubicBezTo>
                    <a:pt x="3429" y="4179"/>
                    <a:pt x="2453" y="3870"/>
                    <a:pt x="2358" y="3489"/>
                  </a:cubicBezTo>
                  <a:cubicBezTo>
                    <a:pt x="2239" y="3060"/>
                    <a:pt x="2929" y="2322"/>
                    <a:pt x="2715" y="1965"/>
                  </a:cubicBezTo>
                  <a:cubicBezTo>
                    <a:pt x="2501" y="1607"/>
                    <a:pt x="1500" y="1822"/>
                    <a:pt x="1191" y="1512"/>
                  </a:cubicBezTo>
                  <a:cubicBezTo>
                    <a:pt x="905" y="1226"/>
                    <a:pt x="1096" y="226"/>
                    <a:pt x="738" y="36"/>
                  </a:cubicBezTo>
                  <a:cubicBezTo>
                    <a:pt x="696" y="11"/>
                    <a:pt x="647" y="1"/>
                    <a:pt x="593" y="1"/>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94"/>
            <p:cNvSpPr/>
            <p:nvPr/>
          </p:nvSpPr>
          <p:spPr>
            <a:xfrm>
              <a:off x="7067570" y="2555703"/>
              <a:ext cx="209624" cy="208818"/>
            </a:xfrm>
            <a:custGeom>
              <a:rect b="b" l="l" r="r" t="t"/>
              <a:pathLst>
                <a:path extrusionOk="0" h="6478" w="6503">
                  <a:moveTo>
                    <a:pt x="3263" y="0"/>
                  </a:moveTo>
                  <a:cubicBezTo>
                    <a:pt x="1453" y="0"/>
                    <a:pt x="1" y="1453"/>
                    <a:pt x="1" y="3239"/>
                  </a:cubicBezTo>
                  <a:cubicBezTo>
                    <a:pt x="1" y="5025"/>
                    <a:pt x="1453" y="6478"/>
                    <a:pt x="3263" y="6478"/>
                  </a:cubicBezTo>
                  <a:cubicBezTo>
                    <a:pt x="5049" y="6478"/>
                    <a:pt x="6502" y="5025"/>
                    <a:pt x="6502" y="3239"/>
                  </a:cubicBezTo>
                  <a:cubicBezTo>
                    <a:pt x="6502" y="1453"/>
                    <a:pt x="5049" y="0"/>
                    <a:pt x="3263"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94"/>
            <p:cNvSpPr/>
            <p:nvPr/>
          </p:nvSpPr>
          <p:spPr>
            <a:xfrm>
              <a:off x="7158924" y="2555703"/>
              <a:ext cx="118270" cy="208818"/>
            </a:xfrm>
            <a:custGeom>
              <a:rect b="b" l="l" r="r" t="t"/>
              <a:pathLst>
                <a:path extrusionOk="0" h="6478" w="3669">
                  <a:moveTo>
                    <a:pt x="429" y="0"/>
                  </a:moveTo>
                  <a:cubicBezTo>
                    <a:pt x="263" y="0"/>
                    <a:pt x="120" y="0"/>
                    <a:pt x="1" y="24"/>
                  </a:cubicBezTo>
                  <a:cubicBezTo>
                    <a:pt x="1572" y="239"/>
                    <a:pt x="2811" y="1596"/>
                    <a:pt x="2811" y="3239"/>
                  </a:cubicBezTo>
                  <a:cubicBezTo>
                    <a:pt x="2811" y="4882"/>
                    <a:pt x="1572" y="6240"/>
                    <a:pt x="1" y="6454"/>
                  </a:cubicBezTo>
                  <a:cubicBezTo>
                    <a:pt x="144" y="6478"/>
                    <a:pt x="310" y="6478"/>
                    <a:pt x="429" y="6478"/>
                  </a:cubicBezTo>
                  <a:cubicBezTo>
                    <a:pt x="2215" y="6478"/>
                    <a:pt x="3668" y="5025"/>
                    <a:pt x="3668" y="3239"/>
                  </a:cubicBezTo>
                  <a:cubicBezTo>
                    <a:pt x="3668" y="1453"/>
                    <a:pt x="2215" y="0"/>
                    <a:pt x="4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94"/>
            <p:cNvSpPr/>
            <p:nvPr/>
          </p:nvSpPr>
          <p:spPr>
            <a:xfrm>
              <a:off x="6994655" y="2484303"/>
              <a:ext cx="355455" cy="351619"/>
            </a:xfrm>
            <a:custGeom>
              <a:rect b="b" l="l" r="r" t="t"/>
              <a:pathLst>
                <a:path extrusionOk="0" h="10908" w="11027">
                  <a:moveTo>
                    <a:pt x="5549" y="1"/>
                  </a:moveTo>
                  <a:cubicBezTo>
                    <a:pt x="5216" y="1"/>
                    <a:pt x="5001" y="334"/>
                    <a:pt x="4787" y="644"/>
                  </a:cubicBezTo>
                  <a:cubicBezTo>
                    <a:pt x="4644" y="834"/>
                    <a:pt x="4501" y="1048"/>
                    <a:pt x="4382" y="1072"/>
                  </a:cubicBezTo>
                  <a:cubicBezTo>
                    <a:pt x="4360" y="1080"/>
                    <a:pt x="4335" y="1083"/>
                    <a:pt x="4308" y="1083"/>
                  </a:cubicBezTo>
                  <a:cubicBezTo>
                    <a:pt x="4165" y="1083"/>
                    <a:pt x="3964" y="986"/>
                    <a:pt x="3763" y="906"/>
                  </a:cubicBezTo>
                  <a:cubicBezTo>
                    <a:pt x="3518" y="783"/>
                    <a:pt x="3261" y="661"/>
                    <a:pt x="3038" y="661"/>
                  </a:cubicBezTo>
                  <a:cubicBezTo>
                    <a:pt x="2957" y="661"/>
                    <a:pt x="2880" y="677"/>
                    <a:pt x="2811" y="715"/>
                  </a:cubicBezTo>
                  <a:cubicBezTo>
                    <a:pt x="2691" y="787"/>
                    <a:pt x="2620" y="858"/>
                    <a:pt x="2572" y="1025"/>
                  </a:cubicBezTo>
                  <a:cubicBezTo>
                    <a:pt x="2525" y="1096"/>
                    <a:pt x="2572" y="1191"/>
                    <a:pt x="2644" y="1215"/>
                  </a:cubicBezTo>
                  <a:cubicBezTo>
                    <a:pt x="2670" y="1228"/>
                    <a:pt x="2697" y="1234"/>
                    <a:pt x="2722" y="1234"/>
                  </a:cubicBezTo>
                  <a:cubicBezTo>
                    <a:pt x="2787" y="1234"/>
                    <a:pt x="2841" y="1195"/>
                    <a:pt x="2858" y="1144"/>
                  </a:cubicBezTo>
                  <a:cubicBezTo>
                    <a:pt x="2906" y="1072"/>
                    <a:pt x="2930" y="1025"/>
                    <a:pt x="2953" y="977"/>
                  </a:cubicBezTo>
                  <a:cubicBezTo>
                    <a:pt x="2972" y="970"/>
                    <a:pt x="2994" y="966"/>
                    <a:pt x="3020" y="966"/>
                  </a:cubicBezTo>
                  <a:cubicBezTo>
                    <a:pt x="3160" y="966"/>
                    <a:pt x="3395" y="1067"/>
                    <a:pt x="3596" y="1168"/>
                  </a:cubicBezTo>
                  <a:cubicBezTo>
                    <a:pt x="3859" y="1289"/>
                    <a:pt x="4104" y="1393"/>
                    <a:pt x="4317" y="1393"/>
                  </a:cubicBezTo>
                  <a:cubicBezTo>
                    <a:pt x="4356" y="1393"/>
                    <a:pt x="4394" y="1389"/>
                    <a:pt x="4430" y="1382"/>
                  </a:cubicBezTo>
                  <a:cubicBezTo>
                    <a:pt x="4668" y="1310"/>
                    <a:pt x="4859" y="1048"/>
                    <a:pt x="5025" y="787"/>
                  </a:cubicBezTo>
                  <a:cubicBezTo>
                    <a:pt x="5192" y="572"/>
                    <a:pt x="5359" y="310"/>
                    <a:pt x="5502" y="310"/>
                  </a:cubicBezTo>
                  <a:cubicBezTo>
                    <a:pt x="5668" y="310"/>
                    <a:pt x="5835" y="572"/>
                    <a:pt x="5978" y="787"/>
                  </a:cubicBezTo>
                  <a:cubicBezTo>
                    <a:pt x="6168" y="1048"/>
                    <a:pt x="6359" y="1310"/>
                    <a:pt x="6573" y="1382"/>
                  </a:cubicBezTo>
                  <a:cubicBezTo>
                    <a:pt x="6612" y="1388"/>
                    <a:pt x="6651" y="1391"/>
                    <a:pt x="6689" y="1391"/>
                  </a:cubicBezTo>
                  <a:cubicBezTo>
                    <a:pt x="6936" y="1391"/>
                    <a:pt x="7180" y="1270"/>
                    <a:pt x="7407" y="1168"/>
                  </a:cubicBezTo>
                  <a:cubicBezTo>
                    <a:pt x="7608" y="1067"/>
                    <a:pt x="7860" y="966"/>
                    <a:pt x="8005" y="966"/>
                  </a:cubicBezTo>
                  <a:cubicBezTo>
                    <a:pt x="8032" y="966"/>
                    <a:pt x="8055" y="970"/>
                    <a:pt x="8074" y="977"/>
                  </a:cubicBezTo>
                  <a:cubicBezTo>
                    <a:pt x="8193" y="1048"/>
                    <a:pt x="8216" y="1382"/>
                    <a:pt x="8264" y="1644"/>
                  </a:cubicBezTo>
                  <a:cubicBezTo>
                    <a:pt x="8288" y="1977"/>
                    <a:pt x="8312" y="2287"/>
                    <a:pt x="8478" y="2477"/>
                  </a:cubicBezTo>
                  <a:cubicBezTo>
                    <a:pt x="8669" y="2644"/>
                    <a:pt x="9002" y="2692"/>
                    <a:pt x="9312" y="2715"/>
                  </a:cubicBezTo>
                  <a:cubicBezTo>
                    <a:pt x="9598" y="2739"/>
                    <a:pt x="9907" y="2763"/>
                    <a:pt x="9979" y="2882"/>
                  </a:cubicBezTo>
                  <a:cubicBezTo>
                    <a:pt x="10050" y="3025"/>
                    <a:pt x="9907" y="3311"/>
                    <a:pt x="9788" y="3549"/>
                  </a:cubicBezTo>
                  <a:cubicBezTo>
                    <a:pt x="9645" y="3835"/>
                    <a:pt x="9526" y="4144"/>
                    <a:pt x="9598" y="4382"/>
                  </a:cubicBezTo>
                  <a:cubicBezTo>
                    <a:pt x="9645" y="4621"/>
                    <a:pt x="9907" y="4787"/>
                    <a:pt x="10193" y="4978"/>
                  </a:cubicBezTo>
                  <a:cubicBezTo>
                    <a:pt x="10384" y="5121"/>
                    <a:pt x="10669" y="5311"/>
                    <a:pt x="10669" y="5454"/>
                  </a:cubicBezTo>
                  <a:cubicBezTo>
                    <a:pt x="10669" y="5597"/>
                    <a:pt x="10384" y="5788"/>
                    <a:pt x="10193" y="5930"/>
                  </a:cubicBezTo>
                  <a:cubicBezTo>
                    <a:pt x="9907" y="6121"/>
                    <a:pt x="9645" y="6288"/>
                    <a:pt x="9598" y="6526"/>
                  </a:cubicBezTo>
                  <a:cubicBezTo>
                    <a:pt x="9526" y="6764"/>
                    <a:pt x="9645" y="7097"/>
                    <a:pt x="9788" y="7359"/>
                  </a:cubicBezTo>
                  <a:cubicBezTo>
                    <a:pt x="9907" y="7597"/>
                    <a:pt x="10026" y="7907"/>
                    <a:pt x="9979" y="8026"/>
                  </a:cubicBezTo>
                  <a:cubicBezTo>
                    <a:pt x="9907" y="8145"/>
                    <a:pt x="9598" y="8169"/>
                    <a:pt x="9312" y="8193"/>
                  </a:cubicBezTo>
                  <a:cubicBezTo>
                    <a:pt x="9002" y="8217"/>
                    <a:pt x="8669" y="8264"/>
                    <a:pt x="8478" y="8431"/>
                  </a:cubicBezTo>
                  <a:cubicBezTo>
                    <a:pt x="8312" y="8621"/>
                    <a:pt x="8288" y="8931"/>
                    <a:pt x="8264" y="9264"/>
                  </a:cubicBezTo>
                  <a:cubicBezTo>
                    <a:pt x="8216" y="9526"/>
                    <a:pt x="8193" y="9860"/>
                    <a:pt x="8074" y="9931"/>
                  </a:cubicBezTo>
                  <a:cubicBezTo>
                    <a:pt x="8055" y="9939"/>
                    <a:pt x="8033" y="9942"/>
                    <a:pt x="8007" y="9942"/>
                  </a:cubicBezTo>
                  <a:cubicBezTo>
                    <a:pt x="7867" y="9942"/>
                    <a:pt x="7628" y="9841"/>
                    <a:pt x="7407" y="9741"/>
                  </a:cubicBezTo>
                  <a:cubicBezTo>
                    <a:pt x="7165" y="9620"/>
                    <a:pt x="6905" y="9516"/>
                    <a:pt x="6687" y="9516"/>
                  </a:cubicBezTo>
                  <a:cubicBezTo>
                    <a:pt x="6648" y="9516"/>
                    <a:pt x="6610" y="9519"/>
                    <a:pt x="6573" y="9526"/>
                  </a:cubicBezTo>
                  <a:cubicBezTo>
                    <a:pt x="6359" y="9598"/>
                    <a:pt x="6168" y="9860"/>
                    <a:pt x="5978" y="10122"/>
                  </a:cubicBezTo>
                  <a:cubicBezTo>
                    <a:pt x="5835" y="10336"/>
                    <a:pt x="5668" y="10598"/>
                    <a:pt x="5502" y="10598"/>
                  </a:cubicBezTo>
                  <a:cubicBezTo>
                    <a:pt x="5359" y="10598"/>
                    <a:pt x="5192" y="10336"/>
                    <a:pt x="5025" y="10122"/>
                  </a:cubicBezTo>
                  <a:cubicBezTo>
                    <a:pt x="4859" y="9860"/>
                    <a:pt x="4668" y="9598"/>
                    <a:pt x="4430" y="9526"/>
                  </a:cubicBezTo>
                  <a:cubicBezTo>
                    <a:pt x="4394" y="9520"/>
                    <a:pt x="4359" y="9517"/>
                    <a:pt x="4322" y="9517"/>
                  </a:cubicBezTo>
                  <a:cubicBezTo>
                    <a:pt x="4091" y="9517"/>
                    <a:pt x="3844" y="9638"/>
                    <a:pt x="3596" y="9741"/>
                  </a:cubicBezTo>
                  <a:cubicBezTo>
                    <a:pt x="3415" y="9841"/>
                    <a:pt x="3166" y="9942"/>
                    <a:pt x="3021" y="9942"/>
                  </a:cubicBezTo>
                  <a:cubicBezTo>
                    <a:pt x="2995" y="9942"/>
                    <a:pt x="2972" y="9939"/>
                    <a:pt x="2953" y="9931"/>
                  </a:cubicBezTo>
                  <a:cubicBezTo>
                    <a:pt x="2834" y="9860"/>
                    <a:pt x="2811" y="9526"/>
                    <a:pt x="2763" y="9264"/>
                  </a:cubicBezTo>
                  <a:cubicBezTo>
                    <a:pt x="2739" y="8931"/>
                    <a:pt x="2715" y="8621"/>
                    <a:pt x="2525" y="8431"/>
                  </a:cubicBezTo>
                  <a:cubicBezTo>
                    <a:pt x="2358" y="8264"/>
                    <a:pt x="2025" y="8217"/>
                    <a:pt x="1715" y="8193"/>
                  </a:cubicBezTo>
                  <a:cubicBezTo>
                    <a:pt x="1429" y="8169"/>
                    <a:pt x="1120" y="8145"/>
                    <a:pt x="1048" y="8026"/>
                  </a:cubicBezTo>
                  <a:cubicBezTo>
                    <a:pt x="977" y="7883"/>
                    <a:pt x="1120" y="7597"/>
                    <a:pt x="1215" y="7359"/>
                  </a:cubicBezTo>
                  <a:cubicBezTo>
                    <a:pt x="1382" y="7073"/>
                    <a:pt x="1501" y="6764"/>
                    <a:pt x="1429" y="6526"/>
                  </a:cubicBezTo>
                  <a:cubicBezTo>
                    <a:pt x="1382" y="6288"/>
                    <a:pt x="1120" y="6121"/>
                    <a:pt x="834" y="5930"/>
                  </a:cubicBezTo>
                  <a:cubicBezTo>
                    <a:pt x="620" y="5788"/>
                    <a:pt x="358" y="5597"/>
                    <a:pt x="358" y="5454"/>
                  </a:cubicBezTo>
                  <a:cubicBezTo>
                    <a:pt x="358" y="5311"/>
                    <a:pt x="620" y="5121"/>
                    <a:pt x="834" y="4978"/>
                  </a:cubicBezTo>
                  <a:cubicBezTo>
                    <a:pt x="1120" y="4787"/>
                    <a:pt x="1382" y="4621"/>
                    <a:pt x="1429" y="4382"/>
                  </a:cubicBezTo>
                  <a:cubicBezTo>
                    <a:pt x="1501" y="4144"/>
                    <a:pt x="1382" y="3811"/>
                    <a:pt x="1215" y="3549"/>
                  </a:cubicBezTo>
                  <a:cubicBezTo>
                    <a:pt x="1120" y="3311"/>
                    <a:pt x="1001" y="3001"/>
                    <a:pt x="1048" y="2882"/>
                  </a:cubicBezTo>
                  <a:cubicBezTo>
                    <a:pt x="1120" y="2787"/>
                    <a:pt x="1429" y="2739"/>
                    <a:pt x="1715" y="2715"/>
                  </a:cubicBezTo>
                  <a:cubicBezTo>
                    <a:pt x="2025" y="2692"/>
                    <a:pt x="2358" y="2644"/>
                    <a:pt x="2525" y="2477"/>
                  </a:cubicBezTo>
                  <a:cubicBezTo>
                    <a:pt x="2691" y="2334"/>
                    <a:pt x="2715" y="2120"/>
                    <a:pt x="2739" y="1930"/>
                  </a:cubicBezTo>
                  <a:cubicBezTo>
                    <a:pt x="2766" y="1823"/>
                    <a:pt x="2672" y="1761"/>
                    <a:pt x="2577" y="1761"/>
                  </a:cubicBezTo>
                  <a:cubicBezTo>
                    <a:pt x="2502" y="1761"/>
                    <a:pt x="2427" y="1798"/>
                    <a:pt x="2406" y="1882"/>
                  </a:cubicBezTo>
                  <a:cubicBezTo>
                    <a:pt x="2406" y="1930"/>
                    <a:pt x="2382" y="2144"/>
                    <a:pt x="2310" y="2239"/>
                  </a:cubicBezTo>
                  <a:cubicBezTo>
                    <a:pt x="2215" y="2334"/>
                    <a:pt x="1906" y="2358"/>
                    <a:pt x="1667" y="2382"/>
                  </a:cubicBezTo>
                  <a:cubicBezTo>
                    <a:pt x="1310" y="2406"/>
                    <a:pt x="929" y="2454"/>
                    <a:pt x="786" y="2715"/>
                  </a:cubicBezTo>
                  <a:cubicBezTo>
                    <a:pt x="620" y="2977"/>
                    <a:pt x="786" y="3311"/>
                    <a:pt x="929" y="3668"/>
                  </a:cubicBezTo>
                  <a:cubicBezTo>
                    <a:pt x="1048" y="3906"/>
                    <a:pt x="1167" y="4144"/>
                    <a:pt x="1120" y="4287"/>
                  </a:cubicBezTo>
                  <a:cubicBezTo>
                    <a:pt x="1072" y="4406"/>
                    <a:pt x="834" y="4597"/>
                    <a:pt x="620" y="4716"/>
                  </a:cubicBezTo>
                  <a:cubicBezTo>
                    <a:pt x="334" y="4906"/>
                    <a:pt x="0" y="5145"/>
                    <a:pt x="0" y="5454"/>
                  </a:cubicBezTo>
                  <a:cubicBezTo>
                    <a:pt x="0" y="5740"/>
                    <a:pt x="334" y="5978"/>
                    <a:pt x="620" y="6192"/>
                  </a:cubicBezTo>
                  <a:cubicBezTo>
                    <a:pt x="834" y="6335"/>
                    <a:pt x="1048" y="6502"/>
                    <a:pt x="1120" y="6621"/>
                  </a:cubicBezTo>
                  <a:cubicBezTo>
                    <a:pt x="1144" y="6764"/>
                    <a:pt x="1024" y="7002"/>
                    <a:pt x="929" y="7240"/>
                  </a:cubicBezTo>
                  <a:cubicBezTo>
                    <a:pt x="786" y="7574"/>
                    <a:pt x="596" y="7931"/>
                    <a:pt x="786" y="8193"/>
                  </a:cubicBezTo>
                  <a:cubicBezTo>
                    <a:pt x="929" y="8455"/>
                    <a:pt x="1310" y="8479"/>
                    <a:pt x="1667" y="8526"/>
                  </a:cubicBezTo>
                  <a:cubicBezTo>
                    <a:pt x="1906" y="8550"/>
                    <a:pt x="2215" y="8550"/>
                    <a:pt x="2310" y="8669"/>
                  </a:cubicBezTo>
                  <a:cubicBezTo>
                    <a:pt x="2382" y="8764"/>
                    <a:pt x="2406" y="9050"/>
                    <a:pt x="2453" y="9288"/>
                  </a:cubicBezTo>
                  <a:cubicBezTo>
                    <a:pt x="2477" y="9645"/>
                    <a:pt x="2501" y="10026"/>
                    <a:pt x="2787" y="10193"/>
                  </a:cubicBezTo>
                  <a:cubicBezTo>
                    <a:pt x="2861" y="10234"/>
                    <a:pt x="2941" y="10251"/>
                    <a:pt x="3026" y="10251"/>
                  </a:cubicBezTo>
                  <a:cubicBezTo>
                    <a:pt x="3240" y="10251"/>
                    <a:pt x="3483" y="10139"/>
                    <a:pt x="3739" y="10003"/>
                  </a:cubicBezTo>
                  <a:cubicBezTo>
                    <a:pt x="3928" y="9909"/>
                    <a:pt x="4116" y="9814"/>
                    <a:pt x="4257" y="9814"/>
                  </a:cubicBezTo>
                  <a:cubicBezTo>
                    <a:pt x="4294" y="9814"/>
                    <a:pt x="4329" y="9821"/>
                    <a:pt x="4358" y="9836"/>
                  </a:cubicBezTo>
                  <a:cubicBezTo>
                    <a:pt x="4478" y="9860"/>
                    <a:pt x="4644" y="10098"/>
                    <a:pt x="4763" y="10265"/>
                  </a:cubicBezTo>
                  <a:cubicBezTo>
                    <a:pt x="4978" y="10574"/>
                    <a:pt x="5216" y="10908"/>
                    <a:pt x="5525" y="10908"/>
                  </a:cubicBezTo>
                  <a:cubicBezTo>
                    <a:pt x="5835" y="10908"/>
                    <a:pt x="6049" y="10574"/>
                    <a:pt x="6264" y="10265"/>
                  </a:cubicBezTo>
                  <a:cubicBezTo>
                    <a:pt x="6407" y="10074"/>
                    <a:pt x="6549" y="9860"/>
                    <a:pt x="6668" y="9836"/>
                  </a:cubicBezTo>
                  <a:cubicBezTo>
                    <a:pt x="6695" y="9828"/>
                    <a:pt x="6723" y="9825"/>
                    <a:pt x="6752" y="9825"/>
                  </a:cubicBezTo>
                  <a:cubicBezTo>
                    <a:pt x="6910" y="9825"/>
                    <a:pt x="7111" y="9922"/>
                    <a:pt x="7311" y="10003"/>
                  </a:cubicBezTo>
                  <a:cubicBezTo>
                    <a:pt x="7544" y="10110"/>
                    <a:pt x="7803" y="10244"/>
                    <a:pt x="8038" y="10244"/>
                  </a:cubicBezTo>
                  <a:cubicBezTo>
                    <a:pt x="8117" y="10244"/>
                    <a:pt x="8193" y="10229"/>
                    <a:pt x="8264" y="10193"/>
                  </a:cubicBezTo>
                  <a:cubicBezTo>
                    <a:pt x="8526" y="10026"/>
                    <a:pt x="8550" y="9645"/>
                    <a:pt x="8574" y="9288"/>
                  </a:cubicBezTo>
                  <a:cubicBezTo>
                    <a:pt x="8621" y="9050"/>
                    <a:pt x="8645" y="8764"/>
                    <a:pt x="8740" y="8669"/>
                  </a:cubicBezTo>
                  <a:cubicBezTo>
                    <a:pt x="8812" y="8574"/>
                    <a:pt x="9121" y="8550"/>
                    <a:pt x="9360" y="8526"/>
                  </a:cubicBezTo>
                  <a:cubicBezTo>
                    <a:pt x="9717" y="8479"/>
                    <a:pt x="10098" y="8455"/>
                    <a:pt x="10241" y="8193"/>
                  </a:cubicBezTo>
                  <a:cubicBezTo>
                    <a:pt x="10407" y="7931"/>
                    <a:pt x="10241" y="7597"/>
                    <a:pt x="10098" y="7240"/>
                  </a:cubicBezTo>
                  <a:cubicBezTo>
                    <a:pt x="9979" y="7002"/>
                    <a:pt x="9860" y="6764"/>
                    <a:pt x="9931" y="6621"/>
                  </a:cubicBezTo>
                  <a:cubicBezTo>
                    <a:pt x="9955" y="6502"/>
                    <a:pt x="10193" y="6311"/>
                    <a:pt x="10407" y="6192"/>
                  </a:cubicBezTo>
                  <a:cubicBezTo>
                    <a:pt x="10693" y="5978"/>
                    <a:pt x="11027" y="5740"/>
                    <a:pt x="11027" y="5454"/>
                  </a:cubicBezTo>
                  <a:cubicBezTo>
                    <a:pt x="11027" y="5145"/>
                    <a:pt x="10765" y="4954"/>
                    <a:pt x="10431" y="4716"/>
                  </a:cubicBezTo>
                  <a:cubicBezTo>
                    <a:pt x="10217" y="4573"/>
                    <a:pt x="10003" y="4406"/>
                    <a:pt x="9955" y="4287"/>
                  </a:cubicBezTo>
                  <a:cubicBezTo>
                    <a:pt x="9931" y="4144"/>
                    <a:pt x="10050" y="3906"/>
                    <a:pt x="10122" y="3668"/>
                  </a:cubicBezTo>
                  <a:cubicBezTo>
                    <a:pt x="10288" y="3335"/>
                    <a:pt x="10455" y="2977"/>
                    <a:pt x="10288" y="2715"/>
                  </a:cubicBezTo>
                  <a:cubicBezTo>
                    <a:pt x="10122" y="2454"/>
                    <a:pt x="9741" y="2430"/>
                    <a:pt x="9383" y="2382"/>
                  </a:cubicBezTo>
                  <a:cubicBezTo>
                    <a:pt x="9145" y="2358"/>
                    <a:pt x="8859" y="2358"/>
                    <a:pt x="8764" y="2239"/>
                  </a:cubicBezTo>
                  <a:cubicBezTo>
                    <a:pt x="8669" y="2144"/>
                    <a:pt x="8645" y="1858"/>
                    <a:pt x="8621" y="1620"/>
                  </a:cubicBezTo>
                  <a:cubicBezTo>
                    <a:pt x="8574" y="1263"/>
                    <a:pt x="8550" y="858"/>
                    <a:pt x="8288" y="715"/>
                  </a:cubicBezTo>
                  <a:cubicBezTo>
                    <a:pt x="8214" y="675"/>
                    <a:pt x="8134" y="657"/>
                    <a:pt x="8049" y="657"/>
                  </a:cubicBezTo>
                  <a:cubicBezTo>
                    <a:pt x="7835" y="657"/>
                    <a:pt x="7591" y="769"/>
                    <a:pt x="7335" y="906"/>
                  </a:cubicBezTo>
                  <a:cubicBezTo>
                    <a:pt x="7147" y="1000"/>
                    <a:pt x="6959" y="1094"/>
                    <a:pt x="6806" y="1094"/>
                  </a:cubicBezTo>
                  <a:cubicBezTo>
                    <a:pt x="6765" y="1094"/>
                    <a:pt x="6727" y="1087"/>
                    <a:pt x="6692" y="1072"/>
                  </a:cubicBezTo>
                  <a:cubicBezTo>
                    <a:pt x="6573" y="1048"/>
                    <a:pt x="6407" y="810"/>
                    <a:pt x="6287" y="644"/>
                  </a:cubicBezTo>
                  <a:cubicBezTo>
                    <a:pt x="6073" y="334"/>
                    <a:pt x="5835" y="1"/>
                    <a:pt x="5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94"/>
            <p:cNvSpPr/>
            <p:nvPr/>
          </p:nvSpPr>
          <p:spPr>
            <a:xfrm>
              <a:off x="7112119" y="2606377"/>
              <a:ext cx="43775" cy="44549"/>
            </a:xfrm>
            <a:custGeom>
              <a:rect b="b" l="l" r="r" t="t"/>
              <a:pathLst>
                <a:path extrusionOk="0" h="1382" w="1358">
                  <a:moveTo>
                    <a:pt x="691" y="334"/>
                  </a:moveTo>
                  <a:cubicBezTo>
                    <a:pt x="881" y="334"/>
                    <a:pt x="1048" y="500"/>
                    <a:pt x="1048" y="691"/>
                  </a:cubicBezTo>
                  <a:cubicBezTo>
                    <a:pt x="1048" y="786"/>
                    <a:pt x="1000" y="857"/>
                    <a:pt x="929" y="953"/>
                  </a:cubicBezTo>
                  <a:cubicBezTo>
                    <a:pt x="869" y="1024"/>
                    <a:pt x="780" y="1060"/>
                    <a:pt x="685" y="1060"/>
                  </a:cubicBezTo>
                  <a:cubicBezTo>
                    <a:pt x="589" y="1060"/>
                    <a:pt x="488" y="1024"/>
                    <a:pt x="405" y="953"/>
                  </a:cubicBezTo>
                  <a:cubicBezTo>
                    <a:pt x="167" y="715"/>
                    <a:pt x="357" y="334"/>
                    <a:pt x="691" y="334"/>
                  </a:cubicBezTo>
                  <a:close/>
                  <a:moveTo>
                    <a:pt x="667" y="0"/>
                  </a:moveTo>
                  <a:cubicBezTo>
                    <a:pt x="500" y="0"/>
                    <a:pt x="310" y="48"/>
                    <a:pt x="191" y="214"/>
                  </a:cubicBezTo>
                  <a:cubicBezTo>
                    <a:pt x="71" y="334"/>
                    <a:pt x="0" y="500"/>
                    <a:pt x="0" y="691"/>
                  </a:cubicBezTo>
                  <a:cubicBezTo>
                    <a:pt x="0" y="857"/>
                    <a:pt x="48" y="1048"/>
                    <a:pt x="191" y="1167"/>
                  </a:cubicBezTo>
                  <a:cubicBezTo>
                    <a:pt x="357" y="1310"/>
                    <a:pt x="500" y="1381"/>
                    <a:pt x="667" y="1381"/>
                  </a:cubicBezTo>
                  <a:cubicBezTo>
                    <a:pt x="857" y="1381"/>
                    <a:pt x="1048" y="1310"/>
                    <a:pt x="1143" y="1167"/>
                  </a:cubicBezTo>
                  <a:cubicBezTo>
                    <a:pt x="1310" y="1048"/>
                    <a:pt x="1357" y="857"/>
                    <a:pt x="1357" y="691"/>
                  </a:cubicBezTo>
                  <a:cubicBezTo>
                    <a:pt x="1357" y="500"/>
                    <a:pt x="1310" y="334"/>
                    <a:pt x="1143" y="214"/>
                  </a:cubicBezTo>
                  <a:cubicBezTo>
                    <a:pt x="1048" y="95"/>
                    <a:pt x="857" y="0"/>
                    <a:pt x="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94"/>
            <p:cNvSpPr/>
            <p:nvPr/>
          </p:nvSpPr>
          <p:spPr>
            <a:xfrm>
              <a:off x="7189644" y="2670653"/>
              <a:ext cx="45322" cy="43969"/>
            </a:xfrm>
            <a:custGeom>
              <a:rect b="b" l="l" r="r" t="t"/>
              <a:pathLst>
                <a:path extrusionOk="0" h="1364" w="1406">
                  <a:moveTo>
                    <a:pt x="739" y="340"/>
                  </a:moveTo>
                  <a:cubicBezTo>
                    <a:pt x="953" y="340"/>
                    <a:pt x="1096" y="507"/>
                    <a:pt x="1096" y="697"/>
                  </a:cubicBezTo>
                  <a:cubicBezTo>
                    <a:pt x="1096" y="888"/>
                    <a:pt x="929" y="1054"/>
                    <a:pt x="739" y="1054"/>
                  </a:cubicBezTo>
                  <a:cubicBezTo>
                    <a:pt x="524" y="1054"/>
                    <a:pt x="381" y="864"/>
                    <a:pt x="381" y="697"/>
                  </a:cubicBezTo>
                  <a:cubicBezTo>
                    <a:pt x="358" y="602"/>
                    <a:pt x="381" y="507"/>
                    <a:pt x="477" y="459"/>
                  </a:cubicBezTo>
                  <a:cubicBezTo>
                    <a:pt x="548" y="388"/>
                    <a:pt x="667" y="340"/>
                    <a:pt x="739" y="340"/>
                  </a:cubicBezTo>
                  <a:close/>
                  <a:moveTo>
                    <a:pt x="703" y="1"/>
                  </a:moveTo>
                  <a:cubicBezTo>
                    <a:pt x="524" y="1"/>
                    <a:pt x="346" y="66"/>
                    <a:pt x="215" y="197"/>
                  </a:cubicBezTo>
                  <a:cubicBezTo>
                    <a:pt x="96" y="316"/>
                    <a:pt x="0" y="507"/>
                    <a:pt x="0" y="673"/>
                  </a:cubicBezTo>
                  <a:cubicBezTo>
                    <a:pt x="0" y="864"/>
                    <a:pt x="72" y="1031"/>
                    <a:pt x="215" y="1173"/>
                  </a:cubicBezTo>
                  <a:cubicBezTo>
                    <a:pt x="358" y="1316"/>
                    <a:pt x="548" y="1364"/>
                    <a:pt x="715" y="1364"/>
                  </a:cubicBezTo>
                  <a:cubicBezTo>
                    <a:pt x="905" y="1364"/>
                    <a:pt x="1072" y="1316"/>
                    <a:pt x="1191" y="1173"/>
                  </a:cubicBezTo>
                  <a:cubicBezTo>
                    <a:pt x="1310" y="1054"/>
                    <a:pt x="1405" y="864"/>
                    <a:pt x="1405" y="673"/>
                  </a:cubicBezTo>
                  <a:cubicBezTo>
                    <a:pt x="1405" y="507"/>
                    <a:pt x="1334" y="316"/>
                    <a:pt x="1191" y="197"/>
                  </a:cubicBezTo>
                  <a:cubicBezTo>
                    <a:pt x="1060" y="66"/>
                    <a:pt x="881" y="1"/>
                    <a:pt x="7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94"/>
            <p:cNvSpPr/>
            <p:nvPr/>
          </p:nvSpPr>
          <p:spPr>
            <a:xfrm>
              <a:off x="7132491" y="2599188"/>
              <a:ext cx="82908" cy="122009"/>
            </a:xfrm>
            <a:custGeom>
              <a:rect b="b" l="l" r="r" t="t"/>
              <a:pathLst>
                <a:path extrusionOk="0" h="3785" w="2572">
                  <a:moveTo>
                    <a:pt x="2345" y="1"/>
                  </a:moveTo>
                  <a:cubicBezTo>
                    <a:pt x="2299" y="1"/>
                    <a:pt x="2254" y="24"/>
                    <a:pt x="2226" y="80"/>
                  </a:cubicBezTo>
                  <a:lnTo>
                    <a:pt x="82" y="3533"/>
                  </a:lnTo>
                  <a:cubicBezTo>
                    <a:pt x="1" y="3664"/>
                    <a:pt x="99" y="3784"/>
                    <a:pt x="207" y="3784"/>
                  </a:cubicBezTo>
                  <a:cubicBezTo>
                    <a:pt x="256" y="3784"/>
                    <a:pt x="307" y="3759"/>
                    <a:pt x="344" y="3700"/>
                  </a:cubicBezTo>
                  <a:lnTo>
                    <a:pt x="2488" y="247"/>
                  </a:lnTo>
                  <a:cubicBezTo>
                    <a:pt x="2571" y="130"/>
                    <a:pt x="2455" y="1"/>
                    <a:pt x="23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94"/>
            <p:cNvSpPr/>
            <p:nvPr/>
          </p:nvSpPr>
          <p:spPr>
            <a:xfrm>
              <a:off x="7063734" y="2551867"/>
              <a:ext cx="218811" cy="218811"/>
            </a:xfrm>
            <a:custGeom>
              <a:rect b="b" l="l" r="r" t="t"/>
              <a:pathLst>
                <a:path extrusionOk="0" h="6788" w="6788">
                  <a:moveTo>
                    <a:pt x="3406" y="0"/>
                  </a:moveTo>
                  <a:cubicBezTo>
                    <a:pt x="1525" y="0"/>
                    <a:pt x="1" y="1524"/>
                    <a:pt x="1" y="3382"/>
                  </a:cubicBezTo>
                  <a:cubicBezTo>
                    <a:pt x="1" y="5263"/>
                    <a:pt x="1525" y="6787"/>
                    <a:pt x="3406" y="6787"/>
                  </a:cubicBezTo>
                  <a:cubicBezTo>
                    <a:pt x="4335" y="6787"/>
                    <a:pt x="5192" y="6430"/>
                    <a:pt x="5835" y="5740"/>
                  </a:cubicBezTo>
                  <a:cubicBezTo>
                    <a:pt x="5907" y="5692"/>
                    <a:pt x="5907" y="5549"/>
                    <a:pt x="5835" y="5501"/>
                  </a:cubicBezTo>
                  <a:cubicBezTo>
                    <a:pt x="5811" y="5478"/>
                    <a:pt x="5770" y="5466"/>
                    <a:pt x="5725" y="5466"/>
                  </a:cubicBezTo>
                  <a:cubicBezTo>
                    <a:pt x="5680" y="5466"/>
                    <a:pt x="5633" y="5478"/>
                    <a:pt x="5597" y="5501"/>
                  </a:cubicBezTo>
                  <a:cubicBezTo>
                    <a:pt x="5002" y="6097"/>
                    <a:pt x="4240" y="6430"/>
                    <a:pt x="3406" y="6430"/>
                  </a:cubicBezTo>
                  <a:cubicBezTo>
                    <a:pt x="1715" y="6430"/>
                    <a:pt x="334" y="5049"/>
                    <a:pt x="334" y="3358"/>
                  </a:cubicBezTo>
                  <a:cubicBezTo>
                    <a:pt x="334" y="1667"/>
                    <a:pt x="1715" y="286"/>
                    <a:pt x="3406" y="286"/>
                  </a:cubicBezTo>
                  <a:cubicBezTo>
                    <a:pt x="5097" y="286"/>
                    <a:pt x="6478" y="1667"/>
                    <a:pt x="6478" y="3358"/>
                  </a:cubicBezTo>
                  <a:cubicBezTo>
                    <a:pt x="6478" y="3858"/>
                    <a:pt x="6359" y="4358"/>
                    <a:pt x="6121" y="4811"/>
                  </a:cubicBezTo>
                  <a:cubicBezTo>
                    <a:pt x="6073" y="4906"/>
                    <a:pt x="6121" y="5001"/>
                    <a:pt x="6192" y="5049"/>
                  </a:cubicBezTo>
                  <a:cubicBezTo>
                    <a:pt x="6220" y="5063"/>
                    <a:pt x="6248" y="5069"/>
                    <a:pt x="6274" y="5069"/>
                  </a:cubicBezTo>
                  <a:cubicBezTo>
                    <a:pt x="6337" y="5069"/>
                    <a:pt x="6390" y="5035"/>
                    <a:pt x="6407" y="5001"/>
                  </a:cubicBezTo>
                  <a:cubicBezTo>
                    <a:pt x="6669" y="4525"/>
                    <a:pt x="6788" y="3953"/>
                    <a:pt x="6788" y="3382"/>
                  </a:cubicBezTo>
                  <a:cubicBezTo>
                    <a:pt x="6788" y="1524"/>
                    <a:pt x="5288" y="0"/>
                    <a:pt x="3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4" name="Google Shape;18894;p94"/>
          <p:cNvGrpSpPr/>
          <p:nvPr/>
        </p:nvGrpSpPr>
        <p:grpSpPr>
          <a:xfrm>
            <a:off x="6230073" y="2331129"/>
            <a:ext cx="374635" cy="357003"/>
            <a:chOff x="6230073" y="2483529"/>
            <a:chExt cx="374635" cy="357003"/>
          </a:xfrm>
        </p:grpSpPr>
        <p:sp>
          <p:nvSpPr>
            <p:cNvPr id="18895" name="Google Shape;18895;p94"/>
            <p:cNvSpPr/>
            <p:nvPr/>
          </p:nvSpPr>
          <p:spPr>
            <a:xfrm>
              <a:off x="6240033" y="2539296"/>
              <a:ext cx="363160" cy="292791"/>
            </a:xfrm>
            <a:custGeom>
              <a:rect b="b" l="l" r="r" t="t"/>
              <a:pathLst>
                <a:path extrusionOk="0" h="9083" w="11266">
                  <a:moveTo>
                    <a:pt x="10117" y="0"/>
                  </a:moveTo>
                  <a:cubicBezTo>
                    <a:pt x="10055" y="0"/>
                    <a:pt x="9992" y="11"/>
                    <a:pt x="9931" y="33"/>
                  </a:cubicBezTo>
                  <a:cubicBezTo>
                    <a:pt x="9669" y="105"/>
                    <a:pt x="9527" y="414"/>
                    <a:pt x="9646" y="676"/>
                  </a:cubicBezTo>
                  <a:cubicBezTo>
                    <a:pt x="10074" y="1962"/>
                    <a:pt x="10027" y="3034"/>
                    <a:pt x="9479" y="3796"/>
                  </a:cubicBezTo>
                  <a:cubicBezTo>
                    <a:pt x="9003" y="4486"/>
                    <a:pt x="8217" y="4915"/>
                    <a:pt x="7288" y="4939"/>
                  </a:cubicBezTo>
                  <a:lnTo>
                    <a:pt x="3883" y="4986"/>
                  </a:lnTo>
                  <a:cubicBezTo>
                    <a:pt x="3001" y="4963"/>
                    <a:pt x="2168" y="4510"/>
                    <a:pt x="1715" y="3867"/>
                  </a:cubicBezTo>
                  <a:cubicBezTo>
                    <a:pt x="1192" y="3081"/>
                    <a:pt x="1144" y="1986"/>
                    <a:pt x="1596" y="700"/>
                  </a:cubicBezTo>
                  <a:cubicBezTo>
                    <a:pt x="1692" y="438"/>
                    <a:pt x="1549" y="152"/>
                    <a:pt x="1311" y="57"/>
                  </a:cubicBezTo>
                  <a:cubicBezTo>
                    <a:pt x="1250" y="37"/>
                    <a:pt x="1190" y="27"/>
                    <a:pt x="1132" y="27"/>
                  </a:cubicBezTo>
                  <a:cubicBezTo>
                    <a:pt x="920" y="27"/>
                    <a:pt x="742" y="155"/>
                    <a:pt x="668" y="343"/>
                  </a:cubicBezTo>
                  <a:cubicBezTo>
                    <a:pt x="1" y="2343"/>
                    <a:pt x="429" y="3653"/>
                    <a:pt x="906" y="4391"/>
                  </a:cubicBezTo>
                  <a:cubicBezTo>
                    <a:pt x="1430" y="5177"/>
                    <a:pt x="2263" y="5701"/>
                    <a:pt x="3216" y="5891"/>
                  </a:cubicBezTo>
                  <a:lnTo>
                    <a:pt x="3216" y="9083"/>
                  </a:lnTo>
                  <a:lnTo>
                    <a:pt x="7979" y="9083"/>
                  </a:lnTo>
                  <a:lnTo>
                    <a:pt x="7979" y="5891"/>
                  </a:lnTo>
                  <a:cubicBezTo>
                    <a:pt x="8955" y="5701"/>
                    <a:pt x="9789" y="5153"/>
                    <a:pt x="10312" y="4367"/>
                  </a:cubicBezTo>
                  <a:cubicBezTo>
                    <a:pt x="10836" y="3629"/>
                    <a:pt x="11265" y="2343"/>
                    <a:pt x="10598" y="319"/>
                  </a:cubicBezTo>
                  <a:cubicBezTo>
                    <a:pt x="10525" y="117"/>
                    <a:pt x="10325" y="0"/>
                    <a:pt x="1011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94"/>
            <p:cNvSpPr/>
            <p:nvPr/>
          </p:nvSpPr>
          <p:spPr>
            <a:xfrm>
              <a:off x="6467258" y="2540940"/>
              <a:ext cx="137450" cy="292694"/>
            </a:xfrm>
            <a:custGeom>
              <a:rect b="b" l="l" r="r" t="t"/>
              <a:pathLst>
                <a:path extrusionOk="0" h="9080" w="4264">
                  <a:moveTo>
                    <a:pt x="3052" y="0"/>
                  </a:moveTo>
                  <a:cubicBezTo>
                    <a:pt x="2995" y="0"/>
                    <a:pt x="2938" y="10"/>
                    <a:pt x="2882" y="30"/>
                  </a:cubicBezTo>
                  <a:cubicBezTo>
                    <a:pt x="2763" y="77"/>
                    <a:pt x="2644" y="173"/>
                    <a:pt x="2597" y="268"/>
                  </a:cubicBezTo>
                  <a:cubicBezTo>
                    <a:pt x="2597" y="315"/>
                    <a:pt x="2620" y="315"/>
                    <a:pt x="2620" y="339"/>
                  </a:cubicBezTo>
                  <a:cubicBezTo>
                    <a:pt x="3335" y="2316"/>
                    <a:pt x="2859" y="3649"/>
                    <a:pt x="2359" y="4388"/>
                  </a:cubicBezTo>
                  <a:cubicBezTo>
                    <a:pt x="1811" y="5150"/>
                    <a:pt x="953" y="5698"/>
                    <a:pt x="1" y="5912"/>
                  </a:cubicBezTo>
                  <a:lnTo>
                    <a:pt x="1" y="9079"/>
                  </a:lnTo>
                  <a:lnTo>
                    <a:pt x="882" y="9079"/>
                  </a:lnTo>
                  <a:lnTo>
                    <a:pt x="882" y="5912"/>
                  </a:lnTo>
                  <a:cubicBezTo>
                    <a:pt x="1882" y="5721"/>
                    <a:pt x="2740" y="5150"/>
                    <a:pt x="3240" y="4388"/>
                  </a:cubicBezTo>
                  <a:cubicBezTo>
                    <a:pt x="3787" y="3649"/>
                    <a:pt x="4264" y="2364"/>
                    <a:pt x="3549" y="339"/>
                  </a:cubicBezTo>
                  <a:cubicBezTo>
                    <a:pt x="3474" y="133"/>
                    <a:pt x="3266" y="0"/>
                    <a:pt x="305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94"/>
            <p:cNvSpPr/>
            <p:nvPr/>
          </p:nvSpPr>
          <p:spPr>
            <a:xfrm>
              <a:off x="6399725" y="2667784"/>
              <a:ext cx="40713" cy="59893"/>
            </a:xfrm>
            <a:custGeom>
              <a:rect b="b" l="l" r="r" t="t"/>
              <a:pathLst>
                <a:path extrusionOk="0" h="1858" w="1263">
                  <a:moveTo>
                    <a:pt x="1262" y="0"/>
                  </a:moveTo>
                  <a:lnTo>
                    <a:pt x="0" y="24"/>
                  </a:lnTo>
                  <a:lnTo>
                    <a:pt x="0" y="1215"/>
                  </a:lnTo>
                  <a:cubicBezTo>
                    <a:pt x="0" y="1572"/>
                    <a:pt x="286" y="1858"/>
                    <a:pt x="643" y="1858"/>
                  </a:cubicBezTo>
                  <a:cubicBezTo>
                    <a:pt x="1000" y="1858"/>
                    <a:pt x="1262" y="1572"/>
                    <a:pt x="1262" y="1215"/>
                  </a:cubicBezTo>
                  <a:lnTo>
                    <a:pt x="1262"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94"/>
            <p:cNvSpPr/>
            <p:nvPr/>
          </p:nvSpPr>
          <p:spPr>
            <a:xfrm>
              <a:off x="6409686" y="2667784"/>
              <a:ext cx="30752" cy="58378"/>
            </a:xfrm>
            <a:custGeom>
              <a:rect b="b" l="l" r="r" t="t"/>
              <a:pathLst>
                <a:path extrusionOk="0" h="1811" w="954">
                  <a:moveTo>
                    <a:pt x="287" y="0"/>
                  </a:moveTo>
                  <a:lnTo>
                    <a:pt x="287" y="1191"/>
                  </a:lnTo>
                  <a:cubicBezTo>
                    <a:pt x="287" y="1429"/>
                    <a:pt x="167" y="1596"/>
                    <a:pt x="1" y="1739"/>
                  </a:cubicBezTo>
                  <a:cubicBezTo>
                    <a:pt x="96" y="1786"/>
                    <a:pt x="215" y="1810"/>
                    <a:pt x="334" y="1810"/>
                  </a:cubicBezTo>
                  <a:cubicBezTo>
                    <a:pt x="691" y="1810"/>
                    <a:pt x="953" y="1548"/>
                    <a:pt x="953" y="1191"/>
                  </a:cubicBezTo>
                  <a:lnTo>
                    <a:pt x="95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94"/>
            <p:cNvSpPr/>
            <p:nvPr/>
          </p:nvSpPr>
          <p:spPr>
            <a:xfrm>
              <a:off x="6362881" y="2559539"/>
              <a:ext cx="113628" cy="115949"/>
            </a:xfrm>
            <a:custGeom>
              <a:rect b="b" l="l" r="r" t="t"/>
              <a:pathLst>
                <a:path extrusionOk="0" h="3597" w="3525">
                  <a:moveTo>
                    <a:pt x="0" y="0"/>
                  </a:moveTo>
                  <a:lnTo>
                    <a:pt x="0" y="1953"/>
                  </a:lnTo>
                  <a:cubicBezTo>
                    <a:pt x="0" y="2858"/>
                    <a:pt x="738" y="3596"/>
                    <a:pt x="1619" y="3596"/>
                  </a:cubicBezTo>
                  <a:lnTo>
                    <a:pt x="1929" y="3596"/>
                  </a:lnTo>
                  <a:cubicBezTo>
                    <a:pt x="2810" y="3596"/>
                    <a:pt x="3525" y="2882"/>
                    <a:pt x="3525" y="1977"/>
                  </a:cubicBezTo>
                  <a:lnTo>
                    <a:pt x="3525"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94"/>
            <p:cNvSpPr/>
            <p:nvPr/>
          </p:nvSpPr>
          <p:spPr>
            <a:xfrm>
              <a:off x="6405076" y="2559539"/>
              <a:ext cx="70659" cy="115949"/>
            </a:xfrm>
            <a:custGeom>
              <a:rect b="b" l="l" r="r" t="t"/>
              <a:pathLst>
                <a:path extrusionOk="0" h="3597" w="2192">
                  <a:moveTo>
                    <a:pt x="1335" y="0"/>
                  </a:moveTo>
                  <a:lnTo>
                    <a:pt x="1335" y="1953"/>
                  </a:lnTo>
                  <a:cubicBezTo>
                    <a:pt x="1335" y="2763"/>
                    <a:pt x="763" y="3430"/>
                    <a:pt x="1" y="3573"/>
                  </a:cubicBezTo>
                  <a:cubicBezTo>
                    <a:pt x="72" y="3596"/>
                    <a:pt x="191" y="3596"/>
                    <a:pt x="287" y="3596"/>
                  </a:cubicBezTo>
                  <a:lnTo>
                    <a:pt x="596" y="3596"/>
                  </a:lnTo>
                  <a:cubicBezTo>
                    <a:pt x="1477" y="3596"/>
                    <a:pt x="2192" y="2882"/>
                    <a:pt x="2192" y="2001"/>
                  </a:cubicBezTo>
                  <a:lnTo>
                    <a:pt x="2192"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94"/>
            <p:cNvSpPr/>
            <p:nvPr/>
          </p:nvSpPr>
          <p:spPr>
            <a:xfrm>
              <a:off x="6545557" y="2540940"/>
              <a:ext cx="42260" cy="45484"/>
            </a:xfrm>
            <a:custGeom>
              <a:rect b="b" l="l" r="r" t="t"/>
              <a:pathLst>
                <a:path extrusionOk="0" h="1411" w="1311">
                  <a:moveTo>
                    <a:pt x="599" y="0"/>
                  </a:moveTo>
                  <a:cubicBezTo>
                    <a:pt x="542" y="0"/>
                    <a:pt x="485" y="10"/>
                    <a:pt x="430" y="30"/>
                  </a:cubicBezTo>
                  <a:cubicBezTo>
                    <a:pt x="144" y="125"/>
                    <a:pt x="1" y="435"/>
                    <a:pt x="120" y="697"/>
                  </a:cubicBezTo>
                  <a:cubicBezTo>
                    <a:pt x="215" y="935"/>
                    <a:pt x="263" y="1197"/>
                    <a:pt x="334" y="1411"/>
                  </a:cubicBezTo>
                  <a:lnTo>
                    <a:pt x="1311" y="1125"/>
                  </a:lnTo>
                  <a:cubicBezTo>
                    <a:pt x="1263" y="911"/>
                    <a:pt x="1168" y="625"/>
                    <a:pt x="1073" y="339"/>
                  </a:cubicBezTo>
                  <a:cubicBezTo>
                    <a:pt x="1016" y="133"/>
                    <a:pt x="812" y="0"/>
                    <a:pt x="599"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94"/>
            <p:cNvSpPr/>
            <p:nvPr/>
          </p:nvSpPr>
          <p:spPr>
            <a:xfrm>
              <a:off x="6253088" y="2540230"/>
              <a:ext cx="40713" cy="45451"/>
            </a:xfrm>
            <a:custGeom>
              <a:rect b="b" l="l" r="r" t="t"/>
              <a:pathLst>
                <a:path extrusionOk="0" h="1410" w="1263">
                  <a:moveTo>
                    <a:pt x="703" y="1"/>
                  </a:moveTo>
                  <a:cubicBezTo>
                    <a:pt x="491" y="1"/>
                    <a:pt x="292" y="146"/>
                    <a:pt x="215" y="337"/>
                  </a:cubicBezTo>
                  <a:cubicBezTo>
                    <a:pt x="120" y="599"/>
                    <a:pt x="24" y="838"/>
                    <a:pt x="1" y="1100"/>
                  </a:cubicBezTo>
                  <a:lnTo>
                    <a:pt x="977" y="1409"/>
                  </a:lnTo>
                  <a:cubicBezTo>
                    <a:pt x="1025" y="1195"/>
                    <a:pt x="1072" y="957"/>
                    <a:pt x="1168" y="695"/>
                  </a:cubicBezTo>
                  <a:cubicBezTo>
                    <a:pt x="1263" y="409"/>
                    <a:pt x="1096" y="123"/>
                    <a:pt x="858" y="28"/>
                  </a:cubicBezTo>
                  <a:cubicBezTo>
                    <a:pt x="807" y="9"/>
                    <a:pt x="754" y="1"/>
                    <a:pt x="703"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94"/>
            <p:cNvSpPr/>
            <p:nvPr/>
          </p:nvSpPr>
          <p:spPr>
            <a:xfrm>
              <a:off x="6362881" y="2559539"/>
              <a:ext cx="113628" cy="39649"/>
            </a:xfrm>
            <a:custGeom>
              <a:rect b="b" l="l" r="r" t="t"/>
              <a:pathLst>
                <a:path extrusionOk="0" h="1230" w="3525">
                  <a:moveTo>
                    <a:pt x="0" y="0"/>
                  </a:moveTo>
                  <a:lnTo>
                    <a:pt x="0" y="1215"/>
                  </a:lnTo>
                  <a:cubicBezTo>
                    <a:pt x="0" y="1215"/>
                    <a:pt x="179" y="1229"/>
                    <a:pt x="457" y="1229"/>
                  </a:cubicBezTo>
                  <a:cubicBezTo>
                    <a:pt x="1304" y="1229"/>
                    <a:pt x="3076" y="1094"/>
                    <a:pt x="3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94"/>
            <p:cNvSpPr/>
            <p:nvPr/>
          </p:nvSpPr>
          <p:spPr>
            <a:xfrm>
              <a:off x="6362881" y="2488139"/>
              <a:ext cx="115176" cy="72206"/>
            </a:xfrm>
            <a:custGeom>
              <a:rect b="b" l="l" r="r" t="t"/>
              <a:pathLst>
                <a:path extrusionOk="0" h="2240" w="3573">
                  <a:moveTo>
                    <a:pt x="3572" y="1"/>
                  </a:moveTo>
                  <a:lnTo>
                    <a:pt x="3572" y="1"/>
                  </a:lnTo>
                  <a:lnTo>
                    <a:pt x="3572" y="1"/>
                  </a:lnTo>
                  <a:close/>
                  <a:moveTo>
                    <a:pt x="1786" y="1"/>
                  </a:moveTo>
                  <a:lnTo>
                    <a:pt x="1334" y="453"/>
                  </a:lnTo>
                  <a:lnTo>
                    <a:pt x="881" y="906"/>
                  </a:lnTo>
                  <a:lnTo>
                    <a:pt x="429" y="453"/>
                  </a:lnTo>
                  <a:lnTo>
                    <a:pt x="0" y="1"/>
                  </a:lnTo>
                  <a:lnTo>
                    <a:pt x="24" y="2239"/>
                  </a:lnTo>
                  <a:lnTo>
                    <a:pt x="3572" y="2239"/>
                  </a:lnTo>
                  <a:lnTo>
                    <a:pt x="3572" y="1"/>
                  </a:lnTo>
                  <a:lnTo>
                    <a:pt x="3144" y="453"/>
                  </a:lnTo>
                  <a:lnTo>
                    <a:pt x="2667" y="906"/>
                  </a:lnTo>
                  <a:lnTo>
                    <a:pt x="2215" y="453"/>
                  </a:lnTo>
                  <a:lnTo>
                    <a:pt x="178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94"/>
            <p:cNvSpPr/>
            <p:nvPr/>
          </p:nvSpPr>
          <p:spPr>
            <a:xfrm>
              <a:off x="6448078" y="2489686"/>
              <a:ext cx="28431" cy="70659"/>
            </a:xfrm>
            <a:custGeom>
              <a:rect b="b" l="l" r="r" t="t"/>
              <a:pathLst>
                <a:path extrusionOk="0" h="2192" w="882">
                  <a:moveTo>
                    <a:pt x="882" y="0"/>
                  </a:moveTo>
                  <a:lnTo>
                    <a:pt x="477" y="405"/>
                  </a:lnTo>
                  <a:lnTo>
                    <a:pt x="1" y="858"/>
                  </a:lnTo>
                  <a:lnTo>
                    <a:pt x="1" y="2191"/>
                  </a:lnTo>
                  <a:lnTo>
                    <a:pt x="882" y="2191"/>
                  </a:lnTo>
                  <a:lnTo>
                    <a:pt x="882"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94"/>
            <p:cNvSpPr/>
            <p:nvPr/>
          </p:nvSpPr>
          <p:spPr>
            <a:xfrm>
              <a:off x="6505650" y="2483529"/>
              <a:ext cx="31494" cy="28238"/>
            </a:xfrm>
            <a:custGeom>
              <a:rect b="b" l="l" r="r" t="t"/>
              <a:pathLst>
                <a:path extrusionOk="0" h="876" w="977">
                  <a:moveTo>
                    <a:pt x="489" y="1"/>
                  </a:moveTo>
                  <a:cubicBezTo>
                    <a:pt x="411" y="1"/>
                    <a:pt x="334" y="48"/>
                    <a:pt x="334" y="144"/>
                  </a:cubicBezTo>
                  <a:lnTo>
                    <a:pt x="334" y="263"/>
                  </a:lnTo>
                  <a:lnTo>
                    <a:pt x="215" y="263"/>
                  </a:lnTo>
                  <a:cubicBezTo>
                    <a:pt x="1" y="263"/>
                    <a:pt x="1" y="596"/>
                    <a:pt x="215" y="596"/>
                  </a:cubicBezTo>
                  <a:lnTo>
                    <a:pt x="334" y="596"/>
                  </a:lnTo>
                  <a:lnTo>
                    <a:pt x="334" y="715"/>
                  </a:lnTo>
                  <a:cubicBezTo>
                    <a:pt x="334" y="822"/>
                    <a:pt x="411" y="876"/>
                    <a:pt x="489" y="876"/>
                  </a:cubicBezTo>
                  <a:cubicBezTo>
                    <a:pt x="566" y="876"/>
                    <a:pt x="644" y="822"/>
                    <a:pt x="644" y="715"/>
                  </a:cubicBezTo>
                  <a:lnTo>
                    <a:pt x="644" y="596"/>
                  </a:lnTo>
                  <a:lnTo>
                    <a:pt x="763" y="596"/>
                  </a:lnTo>
                  <a:cubicBezTo>
                    <a:pt x="977" y="596"/>
                    <a:pt x="977" y="263"/>
                    <a:pt x="763" y="263"/>
                  </a:cubicBezTo>
                  <a:lnTo>
                    <a:pt x="644" y="263"/>
                  </a:lnTo>
                  <a:lnTo>
                    <a:pt x="644" y="144"/>
                  </a:lnTo>
                  <a:cubicBezTo>
                    <a:pt x="644" y="48"/>
                    <a:pt x="566"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94"/>
            <p:cNvSpPr/>
            <p:nvPr/>
          </p:nvSpPr>
          <p:spPr>
            <a:xfrm>
              <a:off x="6497204" y="2630359"/>
              <a:ext cx="31526" cy="28044"/>
            </a:xfrm>
            <a:custGeom>
              <a:rect b="b" l="l" r="r" t="t"/>
              <a:pathLst>
                <a:path extrusionOk="0" h="870" w="978">
                  <a:moveTo>
                    <a:pt x="477" y="0"/>
                  </a:moveTo>
                  <a:cubicBezTo>
                    <a:pt x="394" y="0"/>
                    <a:pt x="310" y="54"/>
                    <a:pt x="310" y="161"/>
                  </a:cubicBezTo>
                  <a:lnTo>
                    <a:pt x="310" y="280"/>
                  </a:lnTo>
                  <a:lnTo>
                    <a:pt x="191" y="280"/>
                  </a:lnTo>
                  <a:cubicBezTo>
                    <a:pt x="24" y="280"/>
                    <a:pt x="1" y="590"/>
                    <a:pt x="191" y="590"/>
                  </a:cubicBezTo>
                  <a:lnTo>
                    <a:pt x="310" y="590"/>
                  </a:lnTo>
                  <a:lnTo>
                    <a:pt x="310" y="709"/>
                  </a:lnTo>
                  <a:cubicBezTo>
                    <a:pt x="310" y="816"/>
                    <a:pt x="394" y="870"/>
                    <a:pt x="477" y="870"/>
                  </a:cubicBezTo>
                  <a:cubicBezTo>
                    <a:pt x="560" y="870"/>
                    <a:pt x="644" y="816"/>
                    <a:pt x="644" y="709"/>
                  </a:cubicBezTo>
                  <a:lnTo>
                    <a:pt x="644" y="590"/>
                  </a:lnTo>
                  <a:lnTo>
                    <a:pt x="763" y="590"/>
                  </a:lnTo>
                  <a:cubicBezTo>
                    <a:pt x="977" y="590"/>
                    <a:pt x="977" y="280"/>
                    <a:pt x="763" y="280"/>
                  </a:cubicBezTo>
                  <a:lnTo>
                    <a:pt x="644" y="280"/>
                  </a:lnTo>
                  <a:lnTo>
                    <a:pt x="644" y="161"/>
                  </a:lnTo>
                  <a:cubicBezTo>
                    <a:pt x="644" y="54"/>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94"/>
            <p:cNvSpPr/>
            <p:nvPr/>
          </p:nvSpPr>
          <p:spPr>
            <a:xfrm>
              <a:off x="6303762" y="2603475"/>
              <a:ext cx="32267" cy="28077"/>
            </a:xfrm>
            <a:custGeom>
              <a:rect b="b" l="l" r="r" t="t"/>
              <a:pathLst>
                <a:path extrusionOk="0" h="871" w="1001">
                  <a:moveTo>
                    <a:pt x="500" y="1"/>
                  </a:moveTo>
                  <a:cubicBezTo>
                    <a:pt x="417" y="1"/>
                    <a:pt x="334" y="54"/>
                    <a:pt x="334" y="162"/>
                  </a:cubicBezTo>
                  <a:lnTo>
                    <a:pt x="334" y="281"/>
                  </a:lnTo>
                  <a:lnTo>
                    <a:pt x="215" y="281"/>
                  </a:lnTo>
                  <a:cubicBezTo>
                    <a:pt x="0" y="281"/>
                    <a:pt x="0" y="590"/>
                    <a:pt x="215" y="590"/>
                  </a:cubicBezTo>
                  <a:lnTo>
                    <a:pt x="334" y="590"/>
                  </a:lnTo>
                  <a:lnTo>
                    <a:pt x="334" y="709"/>
                  </a:lnTo>
                  <a:cubicBezTo>
                    <a:pt x="334" y="816"/>
                    <a:pt x="417" y="870"/>
                    <a:pt x="500" y="870"/>
                  </a:cubicBezTo>
                  <a:cubicBezTo>
                    <a:pt x="584" y="870"/>
                    <a:pt x="667" y="816"/>
                    <a:pt x="667" y="709"/>
                  </a:cubicBezTo>
                  <a:lnTo>
                    <a:pt x="667" y="590"/>
                  </a:lnTo>
                  <a:lnTo>
                    <a:pt x="786" y="590"/>
                  </a:lnTo>
                  <a:cubicBezTo>
                    <a:pt x="1001" y="590"/>
                    <a:pt x="1001" y="281"/>
                    <a:pt x="786" y="281"/>
                  </a:cubicBezTo>
                  <a:lnTo>
                    <a:pt x="667" y="281"/>
                  </a:lnTo>
                  <a:lnTo>
                    <a:pt x="667" y="162"/>
                  </a:lnTo>
                  <a:cubicBezTo>
                    <a:pt x="667" y="54"/>
                    <a:pt x="584"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94"/>
            <p:cNvSpPr/>
            <p:nvPr/>
          </p:nvSpPr>
          <p:spPr>
            <a:xfrm>
              <a:off x="6241581" y="2736864"/>
              <a:ext cx="31494" cy="28238"/>
            </a:xfrm>
            <a:custGeom>
              <a:rect b="b" l="l" r="r" t="t"/>
              <a:pathLst>
                <a:path extrusionOk="0" h="876" w="977">
                  <a:moveTo>
                    <a:pt x="501" y="1"/>
                  </a:moveTo>
                  <a:cubicBezTo>
                    <a:pt x="417" y="1"/>
                    <a:pt x="334" y="48"/>
                    <a:pt x="334" y="143"/>
                  </a:cubicBezTo>
                  <a:lnTo>
                    <a:pt x="334" y="263"/>
                  </a:lnTo>
                  <a:lnTo>
                    <a:pt x="215" y="263"/>
                  </a:lnTo>
                  <a:cubicBezTo>
                    <a:pt x="0" y="263"/>
                    <a:pt x="0" y="596"/>
                    <a:pt x="215" y="596"/>
                  </a:cubicBezTo>
                  <a:lnTo>
                    <a:pt x="334" y="596"/>
                  </a:lnTo>
                  <a:lnTo>
                    <a:pt x="334" y="715"/>
                  </a:lnTo>
                  <a:cubicBezTo>
                    <a:pt x="334" y="822"/>
                    <a:pt x="417" y="876"/>
                    <a:pt x="501" y="876"/>
                  </a:cubicBezTo>
                  <a:cubicBezTo>
                    <a:pt x="584" y="876"/>
                    <a:pt x="667" y="822"/>
                    <a:pt x="667" y="715"/>
                  </a:cubicBezTo>
                  <a:lnTo>
                    <a:pt x="667" y="596"/>
                  </a:lnTo>
                  <a:lnTo>
                    <a:pt x="786" y="596"/>
                  </a:lnTo>
                  <a:cubicBezTo>
                    <a:pt x="977" y="596"/>
                    <a:pt x="977" y="263"/>
                    <a:pt x="786" y="263"/>
                  </a:cubicBezTo>
                  <a:lnTo>
                    <a:pt x="667" y="263"/>
                  </a:lnTo>
                  <a:lnTo>
                    <a:pt x="667" y="143"/>
                  </a:lnTo>
                  <a:cubicBezTo>
                    <a:pt x="667" y="48"/>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94"/>
            <p:cNvSpPr/>
            <p:nvPr/>
          </p:nvSpPr>
          <p:spPr>
            <a:xfrm>
              <a:off x="6567831" y="2736090"/>
              <a:ext cx="29979" cy="28431"/>
            </a:xfrm>
            <a:custGeom>
              <a:rect b="b" l="l" r="r" t="t"/>
              <a:pathLst>
                <a:path extrusionOk="0" h="882" w="930">
                  <a:moveTo>
                    <a:pt x="477" y="1"/>
                  </a:moveTo>
                  <a:cubicBezTo>
                    <a:pt x="382" y="1"/>
                    <a:pt x="310" y="48"/>
                    <a:pt x="310" y="144"/>
                  </a:cubicBezTo>
                  <a:lnTo>
                    <a:pt x="310" y="263"/>
                  </a:lnTo>
                  <a:lnTo>
                    <a:pt x="191" y="263"/>
                  </a:lnTo>
                  <a:cubicBezTo>
                    <a:pt x="96" y="263"/>
                    <a:pt x="24" y="334"/>
                    <a:pt x="1" y="406"/>
                  </a:cubicBezTo>
                  <a:cubicBezTo>
                    <a:pt x="1" y="501"/>
                    <a:pt x="72" y="596"/>
                    <a:pt x="143" y="596"/>
                  </a:cubicBezTo>
                  <a:lnTo>
                    <a:pt x="263" y="596"/>
                  </a:lnTo>
                  <a:lnTo>
                    <a:pt x="263" y="715"/>
                  </a:lnTo>
                  <a:cubicBezTo>
                    <a:pt x="263" y="810"/>
                    <a:pt x="334" y="858"/>
                    <a:pt x="429" y="882"/>
                  </a:cubicBezTo>
                  <a:cubicBezTo>
                    <a:pt x="501" y="882"/>
                    <a:pt x="596" y="834"/>
                    <a:pt x="596" y="739"/>
                  </a:cubicBezTo>
                  <a:lnTo>
                    <a:pt x="596" y="620"/>
                  </a:lnTo>
                  <a:lnTo>
                    <a:pt x="715" y="620"/>
                  </a:lnTo>
                  <a:cubicBezTo>
                    <a:pt x="810" y="620"/>
                    <a:pt x="906" y="525"/>
                    <a:pt x="858" y="453"/>
                  </a:cubicBezTo>
                  <a:cubicBezTo>
                    <a:pt x="929" y="358"/>
                    <a:pt x="834" y="287"/>
                    <a:pt x="739" y="287"/>
                  </a:cubicBezTo>
                  <a:lnTo>
                    <a:pt x="620" y="287"/>
                  </a:lnTo>
                  <a:lnTo>
                    <a:pt x="620" y="167"/>
                  </a:lnTo>
                  <a:cubicBezTo>
                    <a:pt x="620" y="96"/>
                    <a:pt x="572" y="25"/>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94"/>
            <p:cNvSpPr/>
            <p:nvPr/>
          </p:nvSpPr>
          <p:spPr>
            <a:xfrm>
              <a:off x="6533275" y="2809038"/>
              <a:ext cx="29979" cy="28431"/>
            </a:xfrm>
            <a:custGeom>
              <a:rect b="b" l="l" r="r" t="t"/>
              <a:pathLst>
                <a:path extrusionOk="0" h="882" w="930">
                  <a:moveTo>
                    <a:pt x="477" y="0"/>
                  </a:moveTo>
                  <a:cubicBezTo>
                    <a:pt x="382" y="0"/>
                    <a:pt x="311" y="48"/>
                    <a:pt x="311" y="143"/>
                  </a:cubicBezTo>
                  <a:lnTo>
                    <a:pt x="311" y="262"/>
                  </a:lnTo>
                  <a:lnTo>
                    <a:pt x="191" y="262"/>
                  </a:lnTo>
                  <a:cubicBezTo>
                    <a:pt x="96" y="262"/>
                    <a:pt x="25" y="310"/>
                    <a:pt x="1" y="405"/>
                  </a:cubicBezTo>
                  <a:cubicBezTo>
                    <a:pt x="1" y="500"/>
                    <a:pt x="72" y="595"/>
                    <a:pt x="144" y="595"/>
                  </a:cubicBezTo>
                  <a:lnTo>
                    <a:pt x="263" y="595"/>
                  </a:lnTo>
                  <a:lnTo>
                    <a:pt x="263" y="715"/>
                  </a:lnTo>
                  <a:cubicBezTo>
                    <a:pt x="263" y="786"/>
                    <a:pt x="334" y="857"/>
                    <a:pt x="430" y="881"/>
                  </a:cubicBezTo>
                  <a:cubicBezTo>
                    <a:pt x="501" y="881"/>
                    <a:pt x="596" y="834"/>
                    <a:pt x="596" y="738"/>
                  </a:cubicBezTo>
                  <a:lnTo>
                    <a:pt x="596" y="619"/>
                  </a:lnTo>
                  <a:lnTo>
                    <a:pt x="715" y="619"/>
                  </a:lnTo>
                  <a:cubicBezTo>
                    <a:pt x="811" y="619"/>
                    <a:pt x="858" y="572"/>
                    <a:pt x="906" y="476"/>
                  </a:cubicBezTo>
                  <a:cubicBezTo>
                    <a:pt x="930" y="381"/>
                    <a:pt x="858" y="286"/>
                    <a:pt x="739" y="286"/>
                  </a:cubicBezTo>
                  <a:lnTo>
                    <a:pt x="620" y="286"/>
                  </a:lnTo>
                  <a:lnTo>
                    <a:pt x="620" y="167"/>
                  </a:lnTo>
                  <a:cubicBezTo>
                    <a:pt x="620" y="95"/>
                    <a:pt x="572" y="24"/>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94"/>
            <p:cNvSpPr/>
            <p:nvPr/>
          </p:nvSpPr>
          <p:spPr>
            <a:xfrm>
              <a:off x="6276136" y="2809779"/>
              <a:ext cx="31494" cy="28270"/>
            </a:xfrm>
            <a:custGeom>
              <a:rect b="b" l="l" r="r" t="t"/>
              <a:pathLst>
                <a:path extrusionOk="0" h="877" w="977">
                  <a:moveTo>
                    <a:pt x="500" y="1"/>
                  </a:moveTo>
                  <a:cubicBezTo>
                    <a:pt x="417" y="1"/>
                    <a:pt x="333" y="49"/>
                    <a:pt x="333" y="144"/>
                  </a:cubicBezTo>
                  <a:lnTo>
                    <a:pt x="333" y="263"/>
                  </a:lnTo>
                  <a:lnTo>
                    <a:pt x="214" y="263"/>
                  </a:lnTo>
                  <a:cubicBezTo>
                    <a:pt x="0" y="263"/>
                    <a:pt x="0" y="596"/>
                    <a:pt x="214" y="596"/>
                  </a:cubicBezTo>
                  <a:lnTo>
                    <a:pt x="333" y="596"/>
                  </a:lnTo>
                  <a:lnTo>
                    <a:pt x="333" y="715"/>
                  </a:lnTo>
                  <a:cubicBezTo>
                    <a:pt x="333" y="823"/>
                    <a:pt x="417" y="876"/>
                    <a:pt x="500" y="876"/>
                  </a:cubicBezTo>
                  <a:cubicBezTo>
                    <a:pt x="584" y="876"/>
                    <a:pt x="667" y="823"/>
                    <a:pt x="667" y="715"/>
                  </a:cubicBezTo>
                  <a:lnTo>
                    <a:pt x="667" y="596"/>
                  </a:lnTo>
                  <a:lnTo>
                    <a:pt x="786" y="596"/>
                  </a:lnTo>
                  <a:cubicBezTo>
                    <a:pt x="976" y="596"/>
                    <a:pt x="976" y="263"/>
                    <a:pt x="786" y="263"/>
                  </a:cubicBezTo>
                  <a:lnTo>
                    <a:pt x="667" y="263"/>
                  </a:lnTo>
                  <a:lnTo>
                    <a:pt x="667" y="144"/>
                  </a:lnTo>
                  <a:cubicBezTo>
                    <a:pt x="667" y="49"/>
                    <a:pt x="584"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94"/>
            <p:cNvSpPr/>
            <p:nvPr/>
          </p:nvSpPr>
          <p:spPr>
            <a:xfrm>
              <a:off x="6230073" y="2484109"/>
              <a:ext cx="374635" cy="356422"/>
            </a:xfrm>
            <a:custGeom>
              <a:rect b="b" l="l" r="r" t="t"/>
              <a:pathLst>
                <a:path extrusionOk="0" h="11057" w="11622">
                  <a:moveTo>
                    <a:pt x="1380" y="1911"/>
                  </a:moveTo>
                  <a:cubicBezTo>
                    <a:pt x="1599" y="1911"/>
                    <a:pt x="1828" y="2095"/>
                    <a:pt x="1739" y="2364"/>
                  </a:cubicBezTo>
                  <a:cubicBezTo>
                    <a:pt x="1667" y="2579"/>
                    <a:pt x="1620" y="2745"/>
                    <a:pt x="1548" y="2936"/>
                  </a:cubicBezTo>
                  <a:lnTo>
                    <a:pt x="905" y="2745"/>
                  </a:lnTo>
                  <a:cubicBezTo>
                    <a:pt x="953" y="2555"/>
                    <a:pt x="1024" y="2364"/>
                    <a:pt x="1072" y="2126"/>
                  </a:cubicBezTo>
                  <a:cubicBezTo>
                    <a:pt x="1125" y="1975"/>
                    <a:pt x="1251" y="1911"/>
                    <a:pt x="1380" y="1911"/>
                  </a:cubicBezTo>
                  <a:close/>
                  <a:moveTo>
                    <a:pt x="10418" y="1940"/>
                  </a:moveTo>
                  <a:cubicBezTo>
                    <a:pt x="10543" y="1940"/>
                    <a:pt x="10665" y="2003"/>
                    <a:pt x="10717" y="2150"/>
                  </a:cubicBezTo>
                  <a:cubicBezTo>
                    <a:pt x="10812" y="2364"/>
                    <a:pt x="10860" y="2579"/>
                    <a:pt x="10907" y="2793"/>
                  </a:cubicBezTo>
                  <a:lnTo>
                    <a:pt x="10240" y="2960"/>
                  </a:lnTo>
                  <a:cubicBezTo>
                    <a:pt x="10193" y="2793"/>
                    <a:pt x="10145" y="2579"/>
                    <a:pt x="10074" y="2388"/>
                  </a:cubicBezTo>
                  <a:cubicBezTo>
                    <a:pt x="9968" y="2131"/>
                    <a:pt x="10199" y="1940"/>
                    <a:pt x="10418" y="1940"/>
                  </a:cubicBezTo>
                  <a:close/>
                  <a:moveTo>
                    <a:pt x="7383" y="2507"/>
                  </a:moveTo>
                  <a:cubicBezTo>
                    <a:pt x="7025" y="3031"/>
                    <a:pt x="6263" y="3269"/>
                    <a:pt x="5620" y="3341"/>
                  </a:cubicBezTo>
                  <a:cubicBezTo>
                    <a:pt x="5255" y="3404"/>
                    <a:pt x="4880" y="3425"/>
                    <a:pt x="4599" y="3425"/>
                  </a:cubicBezTo>
                  <a:cubicBezTo>
                    <a:pt x="4459" y="3425"/>
                    <a:pt x="4342" y="3420"/>
                    <a:pt x="4263" y="3412"/>
                  </a:cubicBezTo>
                  <a:lnTo>
                    <a:pt x="4263" y="2507"/>
                  </a:lnTo>
                  <a:close/>
                  <a:moveTo>
                    <a:pt x="6335" y="6103"/>
                  </a:moveTo>
                  <a:lnTo>
                    <a:pt x="6335" y="6913"/>
                  </a:lnTo>
                  <a:cubicBezTo>
                    <a:pt x="6335" y="7151"/>
                    <a:pt x="6144" y="7365"/>
                    <a:pt x="5859" y="7365"/>
                  </a:cubicBezTo>
                  <a:cubicBezTo>
                    <a:pt x="5597" y="7365"/>
                    <a:pt x="5382" y="7151"/>
                    <a:pt x="5382" y="6889"/>
                  </a:cubicBezTo>
                  <a:lnTo>
                    <a:pt x="5382" y="6698"/>
                  </a:lnTo>
                  <a:lnTo>
                    <a:pt x="5382" y="6103"/>
                  </a:lnTo>
                  <a:cubicBezTo>
                    <a:pt x="5478" y="6151"/>
                    <a:pt x="5597" y="6151"/>
                    <a:pt x="5716" y="6151"/>
                  </a:cubicBezTo>
                  <a:lnTo>
                    <a:pt x="6025" y="6151"/>
                  </a:lnTo>
                  <a:cubicBezTo>
                    <a:pt x="6144" y="6151"/>
                    <a:pt x="6216" y="6151"/>
                    <a:pt x="6335" y="6103"/>
                  </a:cubicBezTo>
                  <a:close/>
                  <a:moveTo>
                    <a:pt x="5826" y="1"/>
                  </a:moveTo>
                  <a:cubicBezTo>
                    <a:pt x="5781" y="1"/>
                    <a:pt x="5739" y="19"/>
                    <a:pt x="5716" y="54"/>
                  </a:cubicBezTo>
                  <a:lnTo>
                    <a:pt x="4930" y="816"/>
                  </a:lnTo>
                  <a:lnTo>
                    <a:pt x="4620" y="483"/>
                  </a:lnTo>
                  <a:lnTo>
                    <a:pt x="4168" y="54"/>
                  </a:lnTo>
                  <a:cubicBezTo>
                    <a:pt x="4135" y="22"/>
                    <a:pt x="4094" y="6"/>
                    <a:pt x="4054" y="6"/>
                  </a:cubicBezTo>
                  <a:cubicBezTo>
                    <a:pt x="3978" y="6"/>
                    <a:pt x="3906" y="64"/>
                    <a:pt x="3906" y="173"/>
                  </a:cubicBezTo>
                  <a:lnTo>
                    <a:pt x="3906" y="1197"/>
                  </a:lnTo>
                  <a:cubicBezTo>
                    <a:pt x="3906" y="1305"/>
                    <a:pt x="3983" y="1358"/>
                    <a:pt x="4061" y="1358"/>
                  </a:cubicBezTo>
                  <a:cubicBezTo>
                    <a:pt x="4138" y="1358"/>
                    <a:pt x="4215" y="1305"/>
                    <a:pt x="4215" y="1197"/>
                  </a:cubicBezTo>
                  <a:lnTo>
                    <a:pt x="4215" y="578"/>
                  </a:lnTo>
                  <a:lnTo>
                    <a:pt x="4382" y="769"/>
                  </a:lnTo>
                  <a:lnTo>
                    <a:pt x="4787" y="1174"/>
                  </a:lnTo>
                  <a:cubicBezTo>
                    <a:pt x="4823" y="1221"/>
                    <a:pt x="4876" y="1245"/>
                    <a:pt x="4927" y="1245"/>
                  </a:cubicBezTo>
                  <a:cubicBezTo>
                    <a:pt x="4977" y="1245"/>
                    <a:pt x="5025" y="1221"/>
                    <a:pt x="5049" y="1174"/>
                  </a:cubicBezTo>
                  <a:lnTo>
                    <a:pt x="5811" y="435"/>
                  </a:lnTo>
                  <a:lnTo>
                    <a:pt x="6573" y="1197"/>
                  </a:lnTo>
                  <a:cubicBezTo>
                    <a:pt x="6609" y="1233"/>
                    <a:pt x="6656" y="1251"/>
                    <a:pt x="6701" y="1251"/>
                  </a:cubicBezTo>
                  <a:cubicBezTo>
                    <a:pt x="6746" y="1251"/>
                    <a:pt x="6787" y="1233"/>
                    <a:pt x="6811" y="1197"/>
                  </a:cubicBezTo>
                  <a:lnTo>
                    <a:pt x="7264" y="769"/>
                  </a:lnTo>
                  <a:lnTo>
                    <a:pt x="7430" y="578"/>
                  </a:lnTo>
                  <a:lnTo>
                    <a:pt x="7430" y="2245"/>
                  </a:lnTo>
                  <a:lnTo>
                    <a:pt x="4192" y="2245"/>
                  </a:lnTo>
                  <a:lnTo>
                    <a:pt x="4192" y="2007"/>
                  </a:lnTo>
                  <a:cubicBezTo>
                    <a:pt x="4192" y="1900"/>
                    <a:pt x="4108" y="1846"/>
                    <a:pt x="4025" y="1846"/>
                  </a:cubicBezTo>
                  <a:cubicBezTo>
                    <a:pt x="3941" y="1846"/>
                    <a:pt x="3858" y="1900"/>
                    <a:pt x="3858" y="2007"/>
                  </a:cubicBezTo>
                  <a:lnTo>
                    <a:pt x="3858" y="4388"/>
                  </a:lnTo>
                  <a:cubicBezTo>
                    <a:pt x="3858" y="5174"/>
                    <a:pt x="4334" y="5817"/>
                    <a:pt x="5025" y="6079"/>
                  </a:cubicBezTo>
                  <a:lnTo>
                    <a:pt x="5025" y="6627"/>
                  </a:lnTo>
                  <a:lnTo>
                    <a:pt x="4144" y="6627"/>
                  </a:lnTo>
                  <a:cubicBezTo>
                    <a:pt x="3263" y="6603"/>
                    <a:pt x="2501" y="6175"/>
                    <a:pt x="2072" y="5555"/>
                  </a:cubicBezTo>
                  <a:cubicBezTo>
                    <a:pt x="1572" y="4817"/>
                    <a:pt x="1548" y="3769"/>
                    <a:pt x="1953" y="2531"/>
                  </a:cubicBezTo>
                  <a:cubicBezTo>
                    <a:pt x="2133" y="2037"/>
                    <a:pt x="1701" y="1675"/>
                    <a:pt x="1290" y="1675"/>
                  </a:cubicBezTo>
                  <a:cubicBezTo>
                    <a:pt x="1047" y="1675"/>
                    <a:pt x="812" y="1801"/>
                    <a:pt x="715" y="2102"/>
                  </a:cubicBezTo>
                  <a:cubicBezTo>
                    <a:pt x="0" y="4174"/>
                    <a:pt x="476" y="5508"/>
                    <a:pt x="977" y="6294"/>
                  </a:cubicBezTo>
                  <a:cubicBezTo>
                    <a:pt x="1524" y="7079"/>
                    <a:pt x="2310" y="7603"/>
                    <a:pt x="3263" y="7842"/>
                  </a:cubicBezTo>
                  <a:lnTo>
                    <a:pt x="3263" y="10914"/>
                  </a:lnTo>
                  <a:cubicBezTo>
                    <a:pt x="3263" y="11009"/>
                    <a:pt x="3334" y="11056"/>
                    <a:pt x="3429" y="11056"/>
                  </a:cubicBezTo>
                  <a:lnTo>
                    <a:pt x="3930" y="11056"/>
                  </a:lnTo>
                  <a:cubicBezTo>
                    <a:pt x="4144" y="11056"/>
                    <a:pt x="4144" y="10723"/>
                    <a:pt x="3930" y="10723"/>
                  </a:cubicBezTo>
                  <a:lnTo>
                    <a:pt x="3596" y="10723"/>
                  </a:lnTo>
                  <a:lnTo>
                    <a:pt x="3596" y="7699"/>
                  </a:lnTo>
                  <a:cubicBezTo>
                    <a:pt x="3596" y="7603"/>
                    <a:pt x="3549" y="7556"/>
                    <a:pt x="3477" y="7556"/>
                  </a:cubicBezTo>
                  <a:cubicBezTo>
                    <a:pt x="2548" y="7341"/>
                    <a:pt x="1762" y="6841"/>
                    <a:pt x="1286" y="6103"/>
                  </a:cubicBezTo>
                  <a:cubicBezTo>
                    <a:pt x="881" y="5508"/>
                    <a:pt x="500" y="4579"/>
                    <a:pt x="810" y="3126"/>
                  </a:cubicBezTo>
                  <a:lnTo>
                    <a:pt x="810" y="3126"/>
                  </a:lnTo>
                  <a:lnTo>
                    <a:pt x="1453" y="3317"/>
                  </a:lnTo>
                  <a:cubicBezTo>
                    <a:pt x="1286" y="4269"/>
                    <a:pt x="1429" y="5079"/>
                    <a:pt x="1834" y="5698"/>
                  </a:cubicBezTo>
                  <a:cubicBezTo>
                    <a:pt x="2310" y="6413"/>
                    <a:pt x="3215" y="6865"/>
                    <a:pt x="4168" y="6913"/>
                  </a:cubicBezTo>
                  <a:lnTo>
                    <a:pt x="5049" y="6913"/>
                  </a:lnTo>
                  <a:lnTo>
                    <a:pt x="5049" y="6960"/>
                  </a:lnTo>
                  <a:cubicBezTo>
                    <a:pt x="5049" y="7365"/>
                    <a:pt x="5382" y="7699"/>
                    <a:pt x="5811" y="7722"/>
                  </a:cubicBezTo>
                  <a:cubicBezTo>
                    <a:pt x="5824" y="7723"/>
                    <a:pt x="5836" y="7724"/>
                    <a:pt x="5849" y="7724"/>
                  </a:cubicBezTo>
                  <a:cubicBezTo>
                    <a:pt x="6263" y="7724"/>
                    <a:pt x="6644" y="7352"/>
                    <a:pt x="6644" y="6913"/>
                  </a:cubicBezTo>
                  <a:lnTo>
                    <a:pt x="6644" y="6889"/>
                  </a:lnTo>
                  <a:lnTo>
                    <a:pt x="7549" y="6889"/>
                  </a:lnTo>
                  <a:cubicBezTo>
                    <a:pt x="8502" y="6865"/>
                    <a:pt x="9407" y="6413"/>
                    <a:pt x="9883" y="5674"/>
                  </a:cubicBezTo>
                  <a:cubicBezTo>
                    <a:pt x="10336" y="5031"/>
                    <a:pt x="10455" y="4222"/>
                    <a:pt x="10264" y="3293"/>
                  </a:cubicBezTo>
                  <a:lnTo>
                    <a:pt x="10955" y="3102"/>
                  </a:lnTo>
                  <a:lnTo>
                    <a:pt x="10955" y="3102"/>
                  </a:lnTo>
                  <a:cubicBezTo>
                    <a:pt x="11217" y="4508"/>
                    <a:pt x="10860" y="5484"/>
                    <a:pt x="10455" y="6055"/>
                  </a:cubicBezTo>
                  <a:cubicBezTo>
                    <a:pt x="9931" y="6770"/>
                    <a:pt x="9145" y="7294"/>
                    <a:pt x="8192" y="7484"/>
                  </a:cubicBezTo>
                  <a:cubicBezTo>
                    <a:pt x="8097" y="7508"/>
                    <a:pt x="8073" y="7580"/>
                    <a:pt x="8073" y="7627"/>
                  </a:cubicBezTo>
                  <a:lnTo>
                    <a:pt x="8073" y="10628"/>
                  </a:lnTo>
                  <a:lnTo>
                    <a:pt x="4787" y="10628"/>
                  </a:lnTo>
                  <a:cubicBezTo>
                    <a:pt x="4573" y="10628"/>
                    <a:pt x="4573" y="10961"/>
                    <a:pt x="4787" y="10961"/>
                  </a:cubicBezTo>
                  <a:lnTo>
                    <a:pt x="8240" y="10961"/>
                  </a:lnTo>
                  <a:cubicBezTo>
                    <a:pt x="8335" y="10961"/>
                    <a:pt x="8383" y="10914"/>
                    <a:pt x="8383" y="10818"/>
                  </a:cubicBezTo>
                  <a:lnTo>
                    <a:pt x="8383" y="7746"/>
                  </a:lnTo>
                  <a:cubicBezTo>
                    <a:pt x="9978" y="7365"/>
                    <a:pt x="10741" y="6246"/>
                    <a:pt x="10741" y="6246"/>
                  </a:cubicBezTo>
                  <a:cubicBezTo>
                    <a:pt x="11622" y="5008"/>
                    <a:pt x="11503" y="3436"/>
                    <a:pt x="11026" y="2102"/>
                  </a:cubicBezTo>
                  <a:cubicBezTo>
                    <a:pt x="10912" y="1803"/>
                    <a:pt x="10667" y="1676"/>
                    <a:pt x="10420" y="1676"/>
                  </a:cubicBezTo>
                  <a:cubicBezTo>
                    <a:pt x="9998" y="1676"/>
                    <a:pt x="9569" y="2044"/>
                    <a:pt x="9764" y="2555"/>
                  </a:cubicBezTo>
                  <a:cubicBezTo>
                    <a:pt x="10098" y="3507"/>
                    <a:pt x="10240" y="4627"/>
                    <a:pt x="9645" y="5532"/>
                  </a:cubicBezTo>
                  <a:cubicBezTo>
                    <a:pt x="9193" y="6151"/>
                    <a:pt x="8431" y="6532"/>
                    <a:pt x="7573" y="6603"/>
                  </a:cubicBezTo>
                  <a:lnTo>
                    <a:pt x="6644" y="6603"/>
                  </a:lnTo>
                  <a:lnTo>
                    <a:pt x="6644" y="6055"/>
                  </a:lnTo>
                  <a:cubicBezTo>
                    <a:pt x="6764" y="6032"/>
                    <a:pt x="6883" y="5960"/>
                    <a:pt x="6978" y="5889"/>
                  </a:cubicBezTo>
                  <a:cubicBezTo>
                    <a:pt x="7117" y="5790"/>
                    <a:pt x="7024" y="5575"/>
                    <a:pt x="6879" y="5575"/>
                  </a:cubicBezTo>
                  <a:cubicBezTo>
                    <a:pt x="6850" y="5575"/>
                    <a:pt x="6819" y="5583"/>
                    <a:pt x="6787" y="5603"/>
                  </a:cubicBezTo>
                  <a:cubicBezTo>
                    <a:pt x="6549" y="5770"/>
                    <a:pt x="6287" y="5841"/>
                    <a:pt x="5978" y="5841"/>
                  </a:cubicBezTo>
                  <a:lnTo>
                    <a:pt x="5692" y="5841"/>
                  </a:lnTo>
                  <a:cubicBezTo>
                    <a:pt x="4882" y="5841"/>
                    <a:pt x="4192" y="5198"/>
                    <a:pt x="4192" y="4365"/>
                  </a:cubicBezTo>
                  <a:lnTo>
                    <a:pt x="4192" y="3769"/>
                  </a:lnTo>
                  <a:lnTo>
                    <a:pt x="4501" y="3769"/>
                  </a:lnTo>
                  <a:cubicBezTo>
                    <a:pt x="4787" y="3769"/>
                    <a:pt x="5216" y="3745"/>
                    <a:pt x="5620" y="3674"/>
                  </a:cubicBezTo>
                  <a:cubicBezTo>
                    <a:pt x="6097" y="3626"/>
                    <a:pt x="6549" y="3460"/>
                    <a:pt x="6883" y="3317"/>
                  </a:cubicBezTo>
                  <a:cubicBezTo>
                    <a:pt x="7121" y="3198"/>
                    <a:pt x="7287" y="3055"/>
                    <a:pt x="7478" y="2912"/>
                  </a:cubicBezTo>
                  <a:lnTo>
                    <a:pt x="7478" y="4365"/>
                  </a:lnTo>
                  <a:cubicBezTo>
                    <a:pt x="7478" y="4627"/>
                    <a:pt x="7407" y="4889"/>
                    <a:pt x="7264" y="5103"/>
                  </a:cubicBezTo>
                  <a:cubicBezTo>
                    <a:pt x="7178" y="5239"/>
                    <a:pt x="7301" y="5351"/>
                    <a:pt x="7412" y="5351"/>
                  </a:cubicBezTo>
                  <a:cubicBezTo>
                    <a:pt x="7456" y="5351"/>
                    <a:pt x="7499" y="5334"/>
                    <a:pt x="7526" y="5293"/>
                  </a:cubicBezTo>
                  <a:cubicBezTo>
                    <a:pt x="7668" y="5008"/>
                    <a:pt x="7764" y="4698"/>
                    <a:pt x="7764" y="4365"/>
                  </a:cubicBezTo>
                  <a:lnTo>
                    <a:pt x="7764" y="173"/>
                  </a:lnTo>
                  <a:cubicBezTo>
                    <a:pt x="7764" y="64"/>
                    <a:pt x="7692" y="6"/>
                    <a:pt x="7615" y="6"/>
                  </a:cubicBezTo>
                  <a:cubicBezTo>
                    <a:pt x="7576" y="6"/>
                    <a:pt x="7534" y="22"/>
                    <a:pt x="7502" y="54"/>
                  </a:cubicBezTo>
                  <a:lnTo>
                    <a:pt x="7049" y="483"/>
                  </a:lnTo>
                  <a:lnTo>
                    <a:pt x="6716" y="840"/>
                  </a:lnTo>
                  <a:lnTo>
                    <a:pt x="5954" y="54"/>
                  </a:lnTo>
                  <a:cubicBezTo>
                    <a:pt x="5918" y="19"/>
                    <a:pt x="5870" y="1"/>
                    <a:pt x="58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4" name="Google Shape;18914;p94"/>
          <p:cNvGrpSpPr/>
          <p:nvPr/>
        </p:nvGrpSpPr>
        <p:grpSpPr>
          <a:xfrm>
            <a:off x="5515358" y="2331903"/>
            <a:ext cx="353940" cy="354746"/>
            <a:chOff x="5515358" y="2484303"/>
            <a:chExt cx="353940" cy="354746"/>
          </a:xfrm>
        </p:grpSpPr>
        <p:sp>
          <p:nvSpPr>
            <p:cNvPr id="18915" name="Google Shape;18915;p94"/>
            <p:cNvSpPr/>
            <p:nvPr/>
          </p:nvSpPr>
          <p:spPr>
            <a:xfrm>
              <a:off x="5660448" y="2488139"/>
              <a:ext cx="63761" cy="28431"/>
            </a:xfrm>
            <a:custGeom>
              <a:rect b="b" l="l" r="r" t="t"/>
              <a:pathLst>
                <a:path extrusionOk="0" h="882" w="1978">
                  <a:moveTo>
                    <a:pt x="1" y="1"/>
                  </a:moveTo>
                  <a:lnTo>
                    <a:pt x="1" y="882"/>
                  </a:lnTo>
                  <a:lnTo>
                    <a:pt x="1977" y="882"/>
                  </a:lnTo>
                  <a:lnTo>
                    <a:pt x="1977"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94"/>
            <p:cNvSpPr/>
            <p:nvPr/>
          </p:nvSpPr>
          <p:spPr>
            <a:xfrm>
              <a:off x="5519968" y="2515796"/>
              <a:ext cx="344721" cy="231093"/>
            </a:xfrm>
            <a:custGeom>
              <a:rect b="b" l="l" r="r" t="t"/>
              <a:pathLst>
                <a:path extrusionOk="0" h="7169" w="10694">
                  <a:moveTo>
                    <a:pt x="787" y="0"/>
                  </a:moveTo>
                  <a:cubicBezTo>
                    <a:pt x="358" y="0"/>
                    <a:pt x="1" y="357"/>
                    <a:pt x="1" y="786"/>
                  </a:cubicBezTo>
                  <a:lnTo>
                    <a:pt x="1" y="6382"/>
                  </a:lnTo>
                  <a:cubicBezTo>
                    <a:pt x="1" y="6811"/>
                    <a:pt x="358" y="7168"/>
                    <a:pt x="787" y="7168"/>
                  </a:cubicBezTo>
                  <a:lnTo>
                    <a:pt x="9908" y="7168"/>
                  </a:lnTo>
                  <a:cubicBezTo>
                    <a:pt x="10336" y="7168"/>
                    <a:pt x="10694" y="6835"/>
                    <a:pt x="10694" y="6406"/>
                  </a:cubicBezTo>
                  <a:lnTo>
                    <a:pt x="10694" y="786"/>
                  </a:lnTo>
                  <a:cubicBezTo>
                    <a:pt x="10694" y="357"/>
                    <a:pt x="10336" y="0"/>
                    <a:pt x="990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94"/>
            <p:cNvSpPr/>
            <p:nvPr/>
          </p:nvSpPr>
          <p:spPr>
            <a:xfrm>
              <a:off x="5810921" y="2516538"/>
              <a:ext cx="53768" cy="230351"/>
            </a:xfrm>
            <a:custGeom>
              <a:rect b="b" l="l" r="r" t="t"/>
              <a:pathLst>
                <a:path extrusionOk="0" h="7146" w="1668">
                  <a:moveTo>
                    <a:pt x="0" y="1"/>
                  </a:moveTo>
                  <a:cubicBezTo>
                    <a:pt x="405" y="1"/>
                    <a:pt x="763" y="334"/>
                    <a:pt x="763" y="763"/>
                  </a:cubicBezTo>
                  <a:lnTo>
                    <a:pt x="763" y="6383"/>
                  </a:lnTo>
                  <a:cubicBezTo>
                    <a:pt x="763" y="6812"/>
                    <a:pt x="405" y="7145"/>
                    <a:pt x="0" y="7145"/>
                  </a:cubicBezTo>
                  <a:lnTo>
                    <a:pt x="882" y="7145"/>
                  </a:lnTo>
                  <a:cubicBezTo>
                    <a:pt x="1310" y="7145"/>
                    <a:pt x="1668" y="6788"/>
                    <a:pt x="1668" y="6359"/>
                  </a:cubicBezTo>
                  <a:lnTo>
                    <a:pt x="1668" y="763"/>
                  </a:lnTo>
                  <a:cubicBezTo>
                    <a:pt x="1668" y="358"/>
                    <a:pt x="1310" y="1"/>
                    <a:pt x="882"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94"/>
            <p:cNvSpPr/>
            <p:nvPr/>
          </p:nvSpPr>
          <p:spPr>
            <a:xfrm>
              <a:off x="5550688" y="2746857"/>
              <a:ext cx="283281" cy="24595"/>
            </a:xfrm>
            <a:custGeom>
              <a:rect b="b" l="l" r="r" t="t"/>
              <a:pathLst>
                <a:path extrusionOk="0" h="763" w="8788">
                  <a:moveTo>
                    <a:pt x="0" y="0"/>
                  </a:moveTo>
                  <a:lnTo>
                    <a:pt x="0" y="381"/>
                  </a:lnTo>
                  <a:cubicBezTo>
                    <a:pt x="0" y="596"/>
                    <a:pt x="167" y="762"/>
                    <a:pt x="381" y="762"/>
                  </a:cubicBezTo>
                  <a:lnTo>
                    <a:pt x="8407" y="762"/>
                  </a:lnTo>
                  <a:cubicBezTo>
                    <a:pt x="8597" y="762"/>
                    <a:pt x="8788" y="596"/>
                    <a:pt x="8788" y="381"/>
                  </a:cubicBezTo>
                  <a:lnTo>
                    <a:pt x="8788"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94"/>
            <p:cNvSpPr/>
            <p:nvPr/>
          </p:nvSpPr>
          <p:spPr>
            <a:xfrm>
              <a:off x="5676565" y="2805943"/>
              <a:ext cx="26916" cy="26916"/>
            </a:xfrm>
            <a:custGeom>
              <a:rect b="b" l="l" r="r" t="t"/>
              <a:pathLst>
                <a:path extrusionOk="0" h="835" w="835">
                  <a:moveTo>
                    <a:pt x="406" y="1"/>
                  </a:moveTo>
                  <a:cubicBezTo>
                    <a:pt x="191" y="1"/>
                    <a:pt x="1" y="191"/>
                    <a:pt x="1" y="406"/>
                  </a:cubicBezTo>
                  <a:cubicBezTo>
                    <a:pt x="1" y="644"/>
                    <a:pt x="191" y="834"/>
                    <a:pt x="406" y="834"/>
                  </a:cubicBezTo>
                  <a:cubicBezTo>
                    <a:pt x="644" y="834"/>
                    <a:pt x="834" y="644"/>
                    <a:pt x="834" y="406"/>
                  </a:cubicBezTo>
                  <a:cubicBezTo>
                    <a:pt x="834" y="191"/>
                    <a:pt x="644" y="1"/>
                    <a:pt x="40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94"/>
            <p:cNvSpPr/>
            <p:nvPr/>
          </p:nvSpPr>
          <p:spPr>
            <a:xfrm>
              <a:off x="5555297" y="2554156"/>
              <a:ext cx="102120" cy="102153"/>
            </a:xfrm>
            <a:custGeom>
              <a:rect b="b" l="l" r="r" t="t"/>
              <a:pathLst>
                <a:path extrusionOk="0" h="3169" w="3168">
                  <a:moveTo>
                    <a:pt x="1572" y="1"/>
                  </a:moveTo>
                  <a:cubicBezTo>
                    <a:pt x="715" y="1"/>
                    <a:pt x="0" y="715"/>
                    <a:pt x="0" y="1596"/>
                  </a:cubicBezTo>
                  <a:cubicBezTo>
                    <a:pt x="0" y="2454"/>
                    <a:pt x="715" y="3168"/>
                    <a:pt x="1572" y="3168"/>
                  </a:cubicBezTo>
                  <a:cubicBezTo>
                    <a:pt x="2453" y="3168"/>
                    <a:pt x="3168" y="2454"/>
                    <a:pt x="3168" y="1596"/>
                  </a:cubicBezTo>
                  <a:cubicBezTo>
                    <a:pt x="3168" y="715"/>
                    <a:pt x="2453"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94"/>
            <p:cNvSpPr/>
            <p:nvPr/>
          </p:nvSpPr>
          <p:spPr>
            <a:xfrm>
              <a:off x="5582149" y="2553382"/>
              <a:ext cx="67597" cy="51479"/>
            </a:xfrm>
            <a:custGeom>
              <a:rect b="b" l="l" r="r" t="t"/>
              <a:pathLst>
                <a:path extrusionOk="0" h="1597" w="2097">
                  <a:moveTo>
                    <a:pt x="787" y="1"/>
                  </a:moveTo>
                  <a:cubicBezTo>
                    <a:pt x="525" y="1"/>
                    <a:pt x="239" y="72"/>
                    <a:pt x="1" y="215"/>
                  </a:cubicBezTo>
                  <a:lnTo>
                    <a:pt x="787" y="1596"/>
                  </a:lnTo>
                  <a:lnTo>
                    <a:pt x="2096" y="715"/>
                  </a:lnTo>
                  <a:cubicBezTo>
                    <a:pt x="1834" y="311"/>
                    <a:pt x="1311" y="1"/>
                    <a:pt x="787"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94"/>
            <p:cNvSpPr/>
            <p:nvPr/>
          </p:nvSpPr>
          <p:spPr>
            <a:xfrm>
              <a:off x="5607486" y="2577945"/>
              <a:ext cx="50706" cy="78363"/>
            </a:xfrm>
            <a:custGeom>
              <a:rect b="b" l="l" r="r" t="t"/>
              <a:pathLst>
                <a:path extrusionOk="0" h="2431" w="1573">
                  <a:moveTo>
                    <a:pt x="1310" y="1"/>
                  </a:moveTo>
                  <a:lnTo>
                    <a:pt x="1" y="858"/>
                  </a:lnTo>
                  <a:lnTo>
                    <a:pt x="1" y="2430"/>
                  </a:lnTo>
                  <a:cubicBezTo>
                    <a:pt x="858" y="2430"/>
                    <a:pt x="1572" y="1716"/>
                    <a:pt x="1572" y="858"/>
                  </a:cubicBezTo>
                  <a:cubicBezTo>
                    <a:pt x="1572" y="525"/>
                    <a:pt x="1477" y="215"/>
                    <a:pt x="1310" y="1"/>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94"/>
            <p:cNvSpPr/>
            <p:nvPr/>
          </p:nvSpPr>
          <p:spPr>
            <a:xfrm>
              <a:off x="5701902" y="2617884"/>
              <a:ext cx="26916" cy="87550"/>
            </a:xfrm>
            <a:custGeom>
              <a:rect b="b" l="l" r="r" t="t"/>
              <a:pathLst>
                <a:path extrusionOk="0" h="2716" w="835">
                  <a:moveTo>
                    <a:pt x="1" y="0"/>
                  </a:moveTo>
                  <a:lnTo>
                    <a:pt x="1" y="2715"/>
                  </a:lnTo>
                  <a:lnTo>
                    <a:pt x="834" y="2715"/>
                  </a:lnTo>
                  <a:lnTo>
                    <a:pt x="834"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94"/>
            <p:cNvSpPr/>
            <p:nvPr/>
          </p:nvSpPr>
          <p:spPr>
            <a:xfrm>
              <a:off x="5808632" y="2597157"/>
              <a:ext cx="26884" cy="108277"/>
            </a:xfrm>
            <a:custGeom>
              <a:rect b="b" l="l" r="r" t="t"/>
              <a:pathLst>
                <a:path extrusionOk="0" h="3359" w="834">
                  <a:moveTo>
                    <a:pt x="0" y="0"/>
                  </a:moveTo>
                  <a:lnTo>
                    <a:pt x="0" y="3358"/>
                  </a:lnTo>
                  <a:lnTo>
                    <a:pt x="834" y="3358"/>
                  </a:lnTo>
                  <a:lnTo>
                    <a:pt x="834"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94"/>
            <p:cNvSpPr/>
            <p:nvPr/>
          </p:nvSpPr>
          <p:spPr>
            <a:xfrm>
              <a:off x="5754896" y="2641674"/>
              <a:ext cx="26884" cy="63761"/>
            </a:xfrm>
            <a:custGeom>
              <a:rect b="b" l="l" r="r" t="t"/>
              <a:pathLst>
                <a:path extrusionOk="0" h="1978" w="834">
                  <a:moveTo>
                    <a:pt x="0" y="1"/>
                  </a:moveTo>
                  <a:lnTo>
                    <a:pt x="0" y="1977"/>
                  </a:lnTo>
                  <a:lnTo>
                    <a:pt x="834" y="1977"/>
                  </a:lnTo>
                  <a:lnTo>
                    <a:pt x="834"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94"/>
            <p:cNvSpPr/>
            <p:nvPr/>
          </p:nvSpPr>
          <p:spPr>
            <a:xfrm>
              <a:off x="5707285" y="2564922"/>
              <a:ext cx="16923" cy="17665"/>
            </a:xfrm>
            <a:custGeom>
              <a:rect b="b" l="l" r="r" t="t"/>
              <a:pathLst>
                <a:path extrusionOk="0" h="548" w="525">
                  <a:moveTo>
                    <a:pt x="262" y="0"/>
                  </a:moveTo>
                  <a:cubicBezTo>
                    <a:pt x="120" y="0"/>
                    <a:pt x="1" y="119"/>
                    <a:pt x="1" y="286"/>
                  </a:cubicBezTo>
                  <a:cubicBezTo>
                    <a:pt x="1" y="429"/>
                    <a:pt x="120" y="548"/>
                    <a:pt x="262" y="548"/>
                  </a:cubicBezTo>
                  <a:cubicBezTo>
                    <a:pt x="405" y="548"/>
                    <a:pt x="524" y="429"/>
                    <a:pt x="524" y="286"/>
                  </a:cubicBezTo>
                  <a:cubicBezTo>
                    <a:pt x="524" y="119"/>
                    <a:pt x="405" y="0"/>
                    <a:pt x="262"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94"/>
            <p:cNvSpPr/>
            <p:nvPr/>
          </p:nvSpPr>
          <p:spPr>
            <a:xfrm>
              <a:off x="5761021" y="2602541"/>
              <a:ext cx="16923" cy="17665"/>
            </a:xfrm>
            <a:custGeom>
              <a:rect b="b" l="l" r="r" t="t"/>
              <a:pathLst>
                <a:path extrusionOk="0" h="548" w="525">
                  <a:moveTo>
                    <a:pt x="263" y="0"/>
                  </a:moveTo>
                  <a:cubicBezTo>
                    <a:pt x="120" y="0"/>
                    <a:pt x="1" y="119"/>
                    <a:pt x="1" y="262"/>
                  </a:cubicBezTo>
                  <a:cubicBezTo>
                    <a:pt x="1" y="405"/>
                    <a:pt x="120" y="548"/>
                    <a:pt x="263" y="548"/>
                  </a:cubicBezTo>
                  <a:cubicBezTo>
                    <a:pt x="405" y="548"/>
                    <a:pt x="524" y="405"/>
                    <a:pt x="524" y="262"/>
                  </a:cubicBezTo>
                  <a:cubicBezTo>
                    <a:pt x="524" y="119"/>
                    <a:pt x="405" y="0"/>
                    <a:pt x="263"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94"/>
            <p:cNvSpPr/>
            <p:nvPr/>
          </p:nvSpPr>
          <p:spPr>
            <a:xfrm>
              <a:off x="5813210" y="2546484"/>
              <a:ext cx="17697" cy="17697"/>
            </a:xfrm>
            <a:custGeom>
              <a:rect b="b" l="l" r="r" t="t"/>
              <a:pathLst>
                <a:path extrusionOk="0" h="549" w="549">
                  <a:moveTo>
                    <a:pt x="287" y="1"/>
                  </a:moveTo>
                  <a:cubicBezTo>
                    <a:pt x="144" y="1"/>
                    <a:pt x="1" y="143"/>
                    <a:pt x="1" y="286"/>
                  </a:cubicBezTo>
                  <a:cubicBezTo>
                    <a:pt x="1" y="429"/>
                    <a:pt x="144" y="548"/>
                    <a:pt x="287" y="548"/>
                  </a:cubicBezTo>
                  <a:cubicBezTo>
                    <a:pt x="430" y="548"/>
                    <a:pt x="549" y="429"/>
                    <a:pt x="549" y="286"/>
                  </a:cubicBezTo>
                  <a:cubicBezTo>
                    <a:pt x="549" y="143"/>
                    <a:pt x="430" y="1"/>
                    <a:pt x="287"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94"/>
            <p:cNvSpPr/>
            <p:nvPr/>
          </p:nvSpPr>
          <p:spPr>
            <a:xfrm>
              <a:off x="5551461" y="2548805"/>
              <a:ext cx="111340" cy="112081"/>
            </a:xfrm>
            <a:custGeom>
              <a:rect b="b" l="l" r="r" t="t"/>
              <a:pathLst>
                <a:path extrusionOk="0" h="3477" w="3454">
                  <a:moveTo>
                    <a:pt x="1691" y="310"/>
                  </a:moveTo>
                  <a:cubicBezTo>
                    <a:pt x="2144" y="310"/>
                    <a:pt x="2525" y="500"/>
                    <a:pt x="2810" y="834"/>
                  </a:cubicBezTo>
                  <a:lnTo>
                    <a:pt x="1762" y="1500"/>
                  </a:lnTo>
                  <a:lnTo>
                    <a:pt x="1167" y="429"/>
                  </a:lnTo>
                  <a:cubicBezTo>
                    <a:pt x="1358" y="357"/>
                    <a:pt x="1524" y="310"/>
                    <a:pt x="1691" y="310"/>
                  </a:cubicBezTo>
                  <a:close/>
                  <a:moveTo>
                    <a:pt x="905" y="595"/>
                  </a:moveTo>
                  <a:lnTo>
                    <a:pt x="1548" y="1786"/>
                  </a:lnTo>
                  <a:lnTo>
                    <a:pt x="1548" y="3167"/>
                  </a:lnTo>
                  <a:cubicBezTo>
                    <a:pt x="834" y="3072"/>
                    <a:pt x="310" y="2477"/>
                    <a:pt x="310" y="1762"/>
                  </a:cubicBezTo>
                  <a:cubicBezTo>
                    <a:pt x="310" y="1286"/>
                    <a:pt x="548" y="857"/>
                    <a:pt x="905" y="595"/>
                  </a:cubicBezTo>
                  <a:close/>
                  <a:moveTo>
                    <a:pt x="3001" y="1143"/>
                  </a:moveTo>
                  <a:cubicBezTo>
                    <a:pt x="3096" y="1310"/>
                    <a:pt x="3168" y="1524"/>
                    <a:pt x="3168" y="1762"/>
                  </a:cubicBezTo>
                  <a:cubicBezTo>
                    <a:pt x="3144" y="2477"/>
                    <a:pt x="2596" y="3072"/>
                    <a:pt x="1882" y="3167"/>
                  </a:cubicBezTo>
                  <a:lnTo>
                    <a:pt x="1882" y="1858"/>
                  </a:lnTo>
                  <a:lnTo>
                    <a:pt x="3001" y="1143"/>
                  </a:lnTo>
                  <a:close/>
                  <a:moveTo>
                    <a:pt x="1739" y="0"/>
                  </a:moveTo>
                  <a:cubicBezTo>
                    <a:pt x="1239" y="0"/>
                    <a:pt x="715" y="238"/>
                    <a:pt x="405" y="619"/>
                  </a:cubicBezTo>
                  <a:cubicBezTo>
                    <a:pt x="167" y="929"/>
                    <a:pt x="0" y="1310"/>
                    <a:pt x="0" y="1715"/>
                  </a:cubicBezTo>
                  <a:cubicBezTo>
                    <a:pt x="0" y="2667"/>
                    <a:pt x="786" y="3477"/>
                    <a:pt x="1762" y="3477"/>
                  </a:cubicBezTo>
                  <a:cubicBezTo>
                    <a:pt x="2191" y="3477"/>
                    <a:pt x="2572" y="3334"/>
                    <a:pt x="2858" y="3096"/>
                  </a:cubicBezTo>
                  <a:cubicBezTo>
                    <a:pt x="3215" y="2763"/>
                    <a:pt x="3453" y="2286"/>
                    <a:pt x="3453" y="1762"/>
                  </a:cubicBezTo>
                  <a:cubicBezTo>
                    <a:pt x="3453" y="1572"/>
                    <a:pt x="3429" y="1191"/>
                    <a:pt x="3168" y="786"/>
                  </a:cubicBezTo>
                  <a:cubicBezTo>
                    <a:pt x="2858" y="286"/>
                    <a:pt x="2334" y="0"/>
                    <a:pt x="1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94"/>
            <p:cNvSpPr/>
            <p:nvPr/>
          </p:nvSpPr>
          <p:spPr>
            <a:xfrm>
              <a:off x="5515358" y="2484303"/>
              <a:ext cx="353940" cy="354746"/>
            </a:xfrm>
            <a:custGeom>
              <a:rect b="b" l="l" r="r" t="t"/>
              <a:pathLst>
                <a:path extrusionOk="0" h="11005" w="10980">
                  <a:moveTo>
                    <a:pt x="6312" y="310"/>
                  </a:moveTo>
                  <a:lnTo>
                    <a:pt x="6312" y="834"/>
                  </a:lnTo>
                  <a:lnTo>
                    <a:pt x="4645" y="834"/>
                  </a:lnTo>
                  <a:lnTo>
                    <a:pt x="4645" y="310"/>
                  </a:lnTo>
                  <a:close/>
                  <a:moveTo>
                    <a:pt x="5454" y="10122"/>
                  </a:moveTo>
                  <a:cubicBezTo>
                    <a:pt x="5597" y="10122"/>
                    <a:pt x="5716" y="10241"/>
                    <a:pt x="5716" y="10408"/>
                  </a:cubicBezTo>
                  <a:cubicBezTo>
                    <a:pt x="5716" y="10550"/>
                    <a:pt x="5597" y="10669"/>
                    <a:pt x="5454" y="10669"/>
                  </a:cubicBezTo>
                  <a:cubicBezTo>
                    <a:pt x="5288" y="10669"/>
                    <a:pt x="5169" y="10550"/>
                    <a:pt x="5169" y="10408"/>
                  </a:cubicBezTo>
                  <a:cubicBezTo>
                    <a:pt x="5169" y="10241"/>
                    <a:pt x="5288" y="10122"/>
                    <a:pt x="5454" y="10122"/>
                  </a:cubicBezTo>
                  <a:close/>
                  <a:moveTo>
                    <a:pt x="4502" y="1"/>
                  </a:moveTo>
                  <a:cubicBezTo>
                    <a:pt x="4407" y="1"/>
                    <a:pt x="4335" y="72"/>
                    <a:pt x="4335" y="144"/>
                  </a:cubicBezTo>
                  <a:lnTo>
                    <a:pt x="4335" y="834"/>
                  </a:lnTo>
                  <a:lnTo>
                    <a:pt x="2478" y="834"/>
                  </a:lnTo>
                  <a:cubicBezTo>
                    <a:pt x="2263" y="834"/>
                    <a:pt x="2263" y="1168"/>
                    <a:pt x="2478" y="1168"/>
                  </a:cubicBezTo>
                  <a:lnTo>
                    <a:pt x="10051" y="1168"/>
                  </a:lnTo>
                  <a:cubicBezTo>
                    <a:pt x="10384" y="1168"/>
                    <a:pt x="10646" y="1429"/>
                    <a:pt x="10646" y="1763"/>
                  </a:cubicBezTo>
                  <a:lnTo>
                    <a:pt x="10646" y="7383"/>
                  </a:lnTo>
                  <a:cubicBezTo>
                    <a:pt x="10646" y="7716"/>
                    <a:pt x="10384" y="7978"/>
                    <a:pt x="10051" y="7978"/>
                  </a:cubicBezTo>
                  <a:lnTo>
                    <a:pt x="930" y="7978"/>
                  </a:lnTo>
                  <a:cubicBezTo>
                    <a:pt x="596" y="7978"/>
                    <a:pt x="334" y="7716"/>
                    <a:pt x="334" y="7383"/>
                  </a:cubicBezTo>
                  <a:lnTo>
                    <a:pt x="334" y="1763"/>
                  </a:lnTo>
                  <a:cubicBezTo>
                    <a:pt x="334" y="1429"/>
                    <a:pt x="596" y="1168"/>
                    <a:pt x="930" y="1168"/>
                  </a:cubicBezTo>
                  <a:lnTo>
                    <a:pt x="1573" y="1168"/>
                  </a:lnTo>
                  <a:cubicBezTo>
                    <a:pt x="1787" y="1168"/>
                    <a:pt x="1787" y="834"/>
                    <a:pt x="1573" y="834"/>
                  </a:cubicBezTo>
                  <a:lnTo>
                    <a:pt x="930" y="834"/>
                  </a:lnTo>
                  <a:cubicBezTo>
                    <a:pt x="406" y="834"/>
                    <a:pt x="1" y="1263"/>
                    <a:pt x="1" y="1763"/>
                  </a:cubicBezTo>
                  <a:lnTo>
                    <a:pt x="1" y="7359"/>
                  </a:lnTo>
                  <a:cubicBezTo>
                    <a:pt x="1" y="7859"/>
                    <a:pt x="406" y="8288"/>
                    <a:pt x="953" y="8288"/>
                  </a:cubicBezTo>
                  <a:lnTo>
                    <a:pt x="977" y="8288"/>
                  </a:lnTo>
                  <a:lnTo>
                    <a:pt x="977" y="8455"/>
                  </a:lnTo>
                  <a:cubicBezTo>
                    <a:pt x="977" y="8788"/>
                    <a:pt x="1239" y="9050"/>
                    <a:pt x="1573" y="9050"/>
                  </a:cubicBezTo>
                  <a:lnTo>
                    <a:pt x="5264" y="9050"/>
                  </a:lnTo>
                  <a:lnTo>
                    <a:pt x="5264" y="9836"/>
                  </a:lnTo>
                  <a:cubicBezTo>
                    <a:pt x="5002" y="9931"/>
                    <a:pt x="4811" y="10169"/>
                    <a:pt x="4859" y="10455"/>
                  </a:cubicBezTo>
                  <a:cubicBezTo>
                    <a:pt x="4883" y="10765"/>
                    <a:pt x="5121" y="10955"/>
                    <a:pt x="5383" y="11003"/>
                  </a:cubicBezTo>
                  <a:cubicBezTo>
                    <a:pt x="5398" y="11004"/>
                    <a:pt x="5413" y="11004"/>
                    <a:pt x="5428" y="11004"/>
                  </a:cubicBezTo>
                  <a:cubicBezTo>
                    <a:pt x="5762" y="11004"/>
                    <a:pt x="6002" y="10750"/>
                    <a:pt x="6002" y="10408"/>
                  </a:cubicBezTo>
                  <a:cubicBezTo>
                    <a:pt x="6002" y="10122"/>
                    <a:pt x="5835" y="9884"/>
                    <a:pt x="5597" y="9836"/>
                  </a:cubicBezTo>
                  <a:lnTo>
                    <a:pt x="5597" y="9050"/>
                  </a:lnTo>
                  <a:lnTo>
                    <a:pt x="7955" y="9050"/>
                  </a:lnTo>
                  <a:cubicBezTo>
                    <a:pt x="8145" y="9050"/>
                    <a:pt x="8145" y="8741"/>
                    <a:pt x="7955" y="8741"/>
                  </a:cubicBezTo>
                  <a:lnTo>
                    <a:pt x="1525" y="8741"/>
                  </a:lnTo>
                  <a:cubicBezTo>
                    <a:pt x="1358" y="8741"/>
                    <a:pt x="1239" y="8621"/>
                    <a:pt x="1239" y="8455"/>
                  </a:cubicBezTo>
                  <a:lnTo>
                    <a:pt x="1239" y="8288"/>
                  </a:lnTo>
                  <a:lnTo>
                    <a:pt x="9693" y="8288"/>
                  </a:lnTo>
                  <a:lnTo>
                    <a:pt x="9693" y="8455"/>
                  </a:lnTo>
                  <a:cubicBezTo>
                    <a:pt x="9693" y="8455"/>
                    <a:pt x="9551" y="8741"/>
                    <a:pt x="9408" y="8741"/>
                  </a:cubicBezTo>
                  <a:lnTo>
                    <a:pt x="8765" y="8741"/>
                  </a:lnTo>
                  <a:cubicBezTo>
                    <a:pt x="8574" y="8741"/>
                    <a:pt x="8574" y="9050"/>
                    <a:pt x="8765" y="9050"/>
                  </a:cubicBezTo>
                  <a:lnTo>
                    <a:pt x="9408" y="9050"/>
                  </a:lnTo>
                  <a:cubicBezTo>
                    <a:pt x="9741" y="9050"/>
                    <a:pt x="10003" y="8455"/>
                    <a:pt x="10003" y="8455"/>
                  </a:cubicBezTo>
                  <a:lnTo>
                    <a:pt x="10003" y="8288"/>
                  </a:lnTo>
                  <a:lnTo>
                    <a:pt x="10027" y="8288"/>
                  </a:lnTo>
                  <a:cubicBezTo>
                    <a:pt x="10551" y="8288"/>
                    <a:pt x="10979" y="7907"/>
                    <a:pt x="10979" y="7359"/>
                  </a:cubicBezTo>
                  <a:lnTo>
                    <a:pt x="10979" y="1739"/>
                  </a:lnTo>
                  <a:cubicBezTo>
                    <a:pt x="10979" y="1263"/>
                    <a:pt x="10551" y="834"/>
                    <a:pt x="10051" y="834"/>
                  </a:cubicBezTo>
                  <a:lnTo>
                    <a:pt x="6645" y="834"/>
                  </a:lnTo>
                  <a:lnTo>
                    <a:pt x="6645" y="144"/>
                  </a:lnTo>
                  <a:cubicBezTo>
                    <a:pt x="6645" y="72"/>
                    <a:pt x="6574" y="1"/>
                    <a:pt x="6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94"/>
            <p:cNvSpPr/>
            <p:nvPr/>
          </p:nvSpPr>
          <p:spPr>
            <a:xfrm>
              <a:off x="5548367" y="2675456"/>
              <a:ext cx="114434" cy="10766"/>
            </a:xfrm>
            <a:custGeom>
              <a:rect b="b" l="l" r="r" t="t"/>
              <a:pathLst>
                <a:path extrusionOk="0" h="334" w="3550">
                  <a:moveTo>
                    <a:pt x="215" y="0"/>
                  </a:moveTo>
                  <a:cubicBezTo>
                    <a:pt x="1" y="0"/>
                    <a:pt x="1" y="334"/>
                    <a:pt x="215" y="334"/>
                  </a:cubicBezTo>
                  <a:lnTo>
                    <a:pt x="3383" y="334"/>
                  </a:lnTo>
                  <a:cubicBezTo>
                    <a:pt x="3502" y="334"/>
                    <a:pt x="3549" y="239"/>
                    <a:pt x="3549" y="143"/>
                  </a:cubicBezTo>
                  <a:cubicBezTo>
                    <a:pt x="3549" y="72"/>
                    <a:pt x="3478" y="0"/>
                    <a:pt x="33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94"/>
            <p:cNvSpPr/>
            <p:nvPr/>
          </p:nvSpPr>
          <p:spPr>
            <a:xfrm>
              <a:off x="5548367" y="2700019"/>
              <a:ext cx="82941" cy="10766"/>
            </a:xfrm>
            <a:custGeom>
              <a:rect b="b" l="l" r="r" t="t"/>
              <a:pathLst>
                <a:path extrusionOk="0" h="334" w="2573">
                  <a:moveTo>
                    <a:pt x="215" y="0"/>
                  </a:moveTo>
                  <a:cubicBezTo>
                    <a:pt x="1" y="0"/>
                    <a:pt x="1" y="334"/>
                    <a:pt x="215" y="334"/>
                  </a:cubicBezTo>
                  <a:lnTo>
                    <a:pt x="2359" y="334"/>
                  </a:lnTo>
                  <a:cubicBezTo>
                    <a:pt x="2573" y="334"/>
                    <a:pt x="2573" y="0"/>
                    <a:pt x="2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94"/>
            <p:cNvSpPr/>
            <p:nvPr/>
          </p:nvSpPr>
          <p:spPr>
            <a:xfrm>
              <a:off x="5697293" y="2613114"/>
              <a:ext cx="36909" cy="96931"/>
            </a:xfrm>
            <a:custGeom>
              <a:rect b="b" l="l" r="r" t="t"/>
              <a:pathLst>
                <a:path extrusionOk="0" h="3007" w="1145">
                  <a:moveTo>
                    <a:pt x="834" y="291"/>
                  </a:moveTo>
                  <a:lnTo>
                    <a:pt x="834" y="2673"/>
                  </a:lnTo>
                  <a:lnTo>
                    <a:pt x="334" y="2673"/>
                  </a:lnTo>
                  <a:lnTo>
                    <a:pt x="334" y="291"/>
                  </a:lnTo>
                  <a:close/>
                  <a:moveTo>
                    <a:pt x="116" y="1"/>
                  </a:moveTo>
                  <a:cubicBezTo>
                    <a:pt x="55" y="1"/>
                    <a:pt x="1" y="66"/>
                    <a:pt x="1" y="148"/>
                  </a:cubicBezTo>
                  <a:lnTo>
                    <a:pt x="1" y="2863"/>
                  </a:lnTo>
                  <a:cubicBezTo>
                    <a:pt x="1" y="2958"/>
                    <a:pt x="72" y="3006"/>
                    <a:pt x="144" y="3006"/>
                  </a:cubicBezTo>
                  <a:lnTo>
                    <a:pt x="977" y="3006"/>
                  </a:lnTo>
                  <a:cubicBezTo>
                    <a:pt x="1073" y="3006"/>
                    <a:pt x="1144" y="2958"/>
                    <a:pt x="1144" y="2863"/>
                  </a:cubicBezTo>
                  <a:lnTo>
                    <a:pt x="1144" y="148"/>
                  </a:lnTo>
                  <a:cubicBezTo>
                    <a:pt x="1144" y="53"/>
                    <a:pt x="1073" y="5"/>
                    <a:pt x="977" y="5"/>
                  </a:cubicBezTo>
                  <a:lnTo>
                    <a:pt x="144" y="5"/>
                  </a:lnTo>
                  <a:cubicBezTo>
                    <a:pt x="134" y="2"/>
                    <a:pt x="125" y="1"/>
                    <a:pt x="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94"/>
            <p:cNvSpPr/>
            <p:nvPr/>
          </p:nvSpPr>
          <p:spPr>
            <a:xfrm>
              <a:off x="5803249" y="2591774"/>
              <a:ext cx="36103" cy="118270"/>
            </a:xfrm>
            <a:custGeom>
              <a:rect b="b" l="l" r="r" t="t"/>
              <a:pathLst>
                <a:path extrusionOk="0" h="3669" w="1120">
                  <a:moveTo>
                    <a:pt x="834" y="310"/>
                  </a:moveTo>
                  <a:lnTo>
                    <a:pt x="834" y="3382"/>
                  </a:lnTo>
                  <a:lnTo>
                    <a:pt x="334" y="3382"/>
                  </a:lnTo>
                  <a:lnTo>
                    <a:pt x="334" y="310"/>
                  </a:lnTo>
                  <a:close/>
                  <a:moveTo>
                    <a:pt x="143" y="1"/>
                  </a:moveTo>
                  <a:cubicBezTo>
                    <a:pt x="96" y="1"/>
                    <a:pt x="0" y="72"/>
                    <a:pt x="0" y="167"/>
                  </a:cubicBezTo>
                  <a:lnTo>
                    <a:pt x="0" y="3525"/>
                  </a:lnTo>
                  <a:cubicBezTo>
                    <a:pt x="0" y="3620"/>
                    <a:pt x="48" y="3668"/>
                    <a:pt x="143" y="3668"/>
                  </a:cubicBezTo>
                  <a:lnTo>
                    <a:pt x="977" y="3668"/>
                  </a:lnTo>
                  <a:cubicBezTo>
                    <a:pt x="1072" y="3668"/>
                    <a:pt x="1120" y="3620"/>
                    <a:pt x="1120" y="3525"/>
                  </a:cubicBezTo>
                  <a:lnTo>
                    <a:pt x="1120" y="167"/>
                  </a:lnTo>
                  <a:cubicBezTo>
                    <a:pt x="1120" y="72"/>
                    <a:pt x="1072"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94"/>
            <p:cNvSpPr/>
            <p:nvPr/>
          </p:nvSpPr>
          <p:spPr>
            <a:xfrm>
              <a:off x="5750287" y="2637709"/>
              <a:ext cx="36103" cy="73077"/>
            </a:xfrm>
            <a:custGeom>
              <a:rect b="b" l="l" r="r" t="t"/>
              <a:pathLst>
                <a:path extrusionOk="0" h="2267" w="1120">
                  <a:moveTo>
                    <a:pt x="834" y="314"/>
                  </a:moveTo>
                  <a:lnTo>
                    <a:pt x="834" y="1933"/>
                  </a:lnTo>
                  <a:lnTo>
                    <a:pt x="334" y="1933"/>
                  </a:lnTo>
                  <a:lnTo>
                    <a:pt x="334" y="314"/>
                  </a:lnTo>
                  <a:close/>
                  <a:moveTo>
                    <a:pt x="120" y="1"/>
                  </a:moveTo>
                  <a:cubicBezTo>
                    <a:pt x="57" y="1"/>
                    <a:pt x="0" y="84"/>
                    <a:pt x="0" y="147"/>
                  </a:cubicBezTo>
                  <a:lnTo>
                    <a:pt x="0" y="2124"/>
                  </a:lnTo>
                  <a:cubicBezTo>
                    <a:pt x="0" y="2219"/>
                    <a:pt x="72" y="2267"/>
                    <a:pt x="143" y="2267"/>
                  </a:cubicBezTo>
                  <a:lnTo>
                    <a:pt x="977" y="2267"/>
                  </a:lnTo>
                  <a:cubicBezTo>
                    <a:pt x="1072" y="2267"/>
                    <a:pt x="1119" y="2219"/>
                    <a:pt x="1119" y="2124"/>
                  </a:cubicBezTo>
                  <a:lnTo>
                    <a:pt x="1119" y="147"/>
                  </a:lnTo>
                  <a:cubicBezTo>
                    <a:pt x="1119" y="76"/>
                    <a:pt x="1072" y="5"/>
                    <a:pt x="977" y="5"/>
                  </a:cubicBezTo>
                  <a:lnTo>
                    <a:pt x="143" y="5"/>
                  </a:lnTo>
                  <a:cubicBezTo>
                    <a:pt x="135" y="2"/>
                    <a:pt x="128" y="1"/>
                    <a:pt x="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94"/>
            <p:cNvSpPr/>
            <p:nvPr/>
          </p:nvSpPr>
          <p:spPr>
            <a:xfrm>
              <a:off x="5701161" y="2541874"/>
              <a:ext cx="136644" cy="84488"/>
            </a:xfrm>
            <a:custGeom>
              <a:rect b="b" l="l" r="r" t="t"/>
              <a:pathLst>
                <a:path extrusionOk="0" h="2621" w="4239">
                  <a:moveTo>
                    <a:pt x="3763" y="310"/>
                  </a:moveTo>
                  <a:cubicBezTo>
                    <a:pt x="3810" y="310"/>
                    <a:pt x="3882" y="358"/>
                    <a:pt x="3882" y="429"/>
                  </a:cubicBezTo>
                  <a:cubicBezTo>
                    <a:pt x="3882" y="477"/>
                    <a:pt x="3810" y="548"/>
                    <a:pt x="3763" y="548"/>
                  </a:cubicBezTo>
                  <a:cubicBezTo>
                    <a:pt x="3691" y="548"/>
                    <a:pt x="3644" y="477"/>
                    <a:pt x="3644" y="429"/>
                  </a:cubicBezTo>
                  <a:cubicBezTo>
                    <a:pt x="3644" y="358"/>
                    <a:pt x="3691" y="310"/>
                    <a:pt x="3763" y="310"/>
                  </a:cubicBezTo>
                  <a:close/>
                  <a:moveTo>
                    <a:pt x="452" y="882"/>
                  </a:moveTo>
                  <a:cubicBezTo>
                    <a:pt x="524" y="882"/>
                    <a:pt x="572" y="929"/>
                    <a:pt x="572" y="1001"/>
                  </a:cubicBezTo>
                  <a:cubicBezTo>
                    <a:pt x="572" y="1049"/>
                    <a:pt x="524" y="1120"/>
                    <a:pt x="452" y="1120"/>
                  </a:cubicBezTo>
                  <a:cubicBezTo>
                    <a:pt x="405" y="1120"/>
                    <a:pt x="333" y="1049"/>
                    <a:pt x="333" y="1001"/>
                  </a:cubicBezTo>
                  <a:cubicBezTo>
                    <a:pt x="333" y="929"/>
                    <a:pt x="405" y="882"/>
                    <a:pt x="452" y="882"/>
                  </a:cubicBezTo>
                  <a:close/>
                  <a:moveTo>
                    <a:pt x="2120" y="2025"/>
                  </a:moveTo>
                  <a:cubicBezTo>
                    <a:pt x="2191" y="2025"/>
                    <a:pt x="2239" y="2096"/>
                    <a:pt x="2239" y="2144"/>
                  </a:cubicBezTo>
                  <a:cubicBezTo>
                    <a:pt x="2239" y="2215"/>
                    <a:pt x="2167" y="2263"/>
                    <a:pt x="2120" y="2263"/>
                  </a:cubicBezTo>
                  <a:cubicBezTo>
                    <a:pt x="2072" y="2263"/>
                    <a:pt x="2000" y="2215"/>
                    <a:pt x="2000" y="2144"/>
                  </a:cubicBezTo>
                  <a:cubicBezTo>
                    <a:pt x="2000" y="2096"/>
                    <a:pt x="2024" y="2025"/>
                    <a:pt x="2120" y="2025"/>
                  </a:cubicBezTo>
                  <a:close/>
                  <a:moveTo>
                    <a:pt x="3787" y="1"/>
                  </a:moveTo>
                  <a:cubicBezTo>
                    <a:pt x="3548" y="1"/>
                    <a:pt x="3334" y="215"/>
                    <a:pt x="3334" y="453"/>
                  </a:cubicBezTo>
                  <a:cubicBezTo>
                    <a:pt x="3334" y="548"/>
                    <a:pt x="3382" y="596"/>
                    <a:pt x="3405" y="668"/>
                  </a:cubicBezTo>
                  <a:lnTo>
                    <a:pt x="2334" y="1787"/>
                  </a:lnTo>
                  <a:cubicBezTo>
                    <a:pt x="2262" y="1763"/>
                    <a:pt x="2215" y="1739"/>
                    <a:pt x="2120" y="1739"/>
                  </a:cubicBezTo>
                  <a:cubicBezTo>
                    <a:pt x="2024" y="1739"/>
                    <a:pt x="1929" y="1763"/>
                    <a:pt x="1858" y="1834"/>
                  </a:cubicBezTo>
                  <a:lnTo>
                    <a:pt x="905" y="1144"/>
                  </a:lnTo>
                  <a:lnTo>
                    <a:pt x="905" y="1025"/>
                  </a:lnTo>
                  <a:cubicBezTo>
                    <a:pt x="905" y="739"/>
                    <a:pt x="691" y="548"/>
                    <a:pt x="452" y="548"/>
                  </a:cubicBezTo>
                  <a:cubicBezTo>
                    <a:pt x="214" y="548"/>
                    <a:pt x="0" y="739"/>
                    <a:pt x="0" y="1001"/>
                  </a:cubicBezTo>
                  <a:cubicBezTo>
                    <a:pt x="0" y="1239"/>
                    <a:pt x="214" y="1430"/>
                    <a:pt x="452" y="1430"/>
                  </a:cubicBezTo>
                  <a:cubicBezTo>
                    <a:pt x="548" y="1430"/>
                    <a:pt x="643" y="1406"/>
                    <a:pt x="691" y="1382"/>
                  </a:cubicBezTo>
                  <a:lnTo>
                    <a:pt x="1667" y="2096"/>
                  </a:lnTo>
                  <a:lnTo>
                    <a:pt x="1667" y="2192"/>
                  </a:lnTo>
                  <a:cubicBezTo>
                    <a:pt x="1667" y="2430"/>
                    <a:pt x="1881" y="2620"/>
                    <a:pt x="2120" y="2620"/>
                  </a:cubicBezTo>
                  <a:cubicBezTo>
                    <a:pt x="2358" y="2620"/>
                    <a:pt x="2572" y="2430"/>
                    <a:pt x="2572" y="2192"/>
                  </a:cubicBezTo>
                  <a:cubicBezTo>
                    <a:pt x="2572" y="2120"/>
                    <a:pt x="2572" y="2096"/>
                    <a:pt x="2524" y="2025"/>
                  </a:cubicBezTo>
                  <a:lnTo>
                    <a:pt x="3644" y="882"/>
                  </a:lnTo>
                  <a:cubicBezTo>
                    <a:pt x="3667" y="906"/>
                    <a:pt x="3715" y="906"/>
                    <a:pt x="3787" y="906"/>
                  </a:cubicBezTo>
                  <a:cubicBezTo>
                    <a:pt x="4025" y="906"/>
                    <a:pt x="4239" y="691"/>
                    <a:pt x="4239" y="453"/>
                  </a:cubicBezTo>
                  <a:cubicBezTo>
                    <a:pt x="4239" y="215"/>
                    <a:pt x="4025" y="1"/>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7" name="Google Shape;18937;p94"/>
          <p:cNvGrpSpPr/>
          <p:nvPr/>
        </p:nvGrpSpPr>
        <p:grpSpPr>
          <a:xfrm>
            <a:off x="4744652" y="2331129"/>
            <a:ext cx="355455" cy="355455"/>
            <a:chOff x="4744652" y="2483529"/>
            <a:chExt cx="355455" cy="355455"/>
          </a:xfrm>
        </p:grpSpPr>
        <p:sp>
          <p:nvSpPr>
            <p:cNvPr id="18938" name="Google Shape;18938;p94"/>
            <p:cNvSpPr/>
            <p:nvPr/>
          </p:nvSpPr>
          <p:spPr>
            <a:xfrm>
              <a:off x="4749261" y="2488139"/>
              <a:ext cx="305556" cy="90613"/>
            </a:xfrm>
            <a:custGeom>
              <a:rect b="b" l="l" r="r" t="t"/>
              <a:pathLst>
                <a:path extrusionOk="0" h="2811" w="9479">
                  <a:moveTo>
                    <a:pt x="453" y="1"/>
                  </a:moveTo>
                  <a:cubicBezTo>
                    <a:pt x="214" y="1"/>
                    <a:pt x="0" y="215"/>
                    <a:pt x="0" y="453"/>
                  </a:cubicBezTo>
                  <a:lnTo>
                    <a:pt x="0" y="2358"/>
                  </a:lnTo>
                  <a:cubicBezTo>
                    <a:pt x="0" y="2596"/>
                    <a:pt x="214" y="2811"/>
                    <a:pt x="453" y="2811"/>
                  </a:cubicBezTo>
                  <a:lnTo>
                    <a:pt x="9026" y="2811"/>
                  </a:lnTo>
                  <a:cubicBezTo>
                    <a:pt x="9264" y="2811"/>
                    <a:pt x="9478" y="2596"/>
                    <a:pt x="9454" y="2358"/>
                  </a:cubicBezTo>
                  <a:lnTo>
                    <a:pt x="9454" y="453"/>
                  </a:lnTo>
                  <a:cubicBezTo>
                    <a:pt x="9454" y="215"/>
                    <a:pt x="9240" y="1"/>
                    <a:pt x="900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94"/>
            <p:cNvSpPr/>
            <p:nvPr/>
          </p:nvSpPr>
          <p:spPr>
            <a:xfrm>
              <a:off x="4766894" y="2578719"/>
              <a:ext cx="271806" cy="36135"/>
            </a:xfrm>
            <a:custGeom>
              <a:rect b="b" l="l" r="r" t="t"/>
              <a:pathLst>
                <a:path extrusionOk="0" h="1121" w="8432">
                  <a:moveTo>
                    <a:pt x="596" y="1"/>
                  </a:moveTo>
                  <a:cubicBezTo>
                    <a:pt x="263" y="1"/>
                    <a:pt x="1" y="310"/>
                    <a:pt x="48" y="644"/>
                  </a:cubicBezTo>
                  <a:cubicBezTo>
                    <a:pt x="96" y="930"/>
                    <a:pt x="358" y="1120"/>
                    <a:pt x="620" y="1120"/>
                  </a:cubicBezTo>
                  <a:lnTo>
                    <a:pt x="7836" y="1120"/>
                  </a:lnTo>
                  <a:cubicBezTo>
                    <a:pt x="8145" y="1120"/>
                    <a:pt x="8431" y="834"/>
                    <a:pt x="8360" y="477"/>
                  </a:cubicBezTo>
                  <a:cubicBezTo>
                    <a:pt x="8336" y="191"/>
                    <a:pt x="8074" y="1"/>
                    <a:pt x="77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94"/>
            <p:cNvSpPr/>
            <p:nvPr/>
          </p:nvSpPr>
          <p:spPr>
            <a:xfrm>
              <a:off x="4766894" y="2706144"/>
              <a:ext cx="271806" cy="36909"/>
            </a:xfrm>
            <a:custGeom>
              <a:rect b="b" l="l" r="r" t="t"/>
              <a:pathLst>
                <a:path extrusionOk="0" h="1145" w="8432">
                  <a:moveTo>
                    <a:pt x="596" y="1"/>
                  </a:moveTo>
                  <a:cubicBezTo>
                    <a:pt x="263" y="1"/>
                    <a:pt x="1" y="334"/>
                    <a:pt x="48" y="668"/>
                  </a:cubicBezTo>
                  <a:cubicBezTo>
                    <a:pt x="96" y="930"/>
                    <a:pt x="358" y="1144"/>
                    <a:pt x="620" y="1144"/>
                  </a:cubicBezTo>
                  <a:lnTo>
                    <a:pt x="7836" y="1144"/>
                  </a:lnTo>
                  <a:cubicBezTo>
                    <a:pt x="8145" y="1144"/>
                    <a:pt x="8431" y="834"/>
                    <a:pt x="8360" y="477"/>
                  </a:cubicBezTo>
                  <a:cubicBezTo>
                    <a:pt x="8336" y="215"/>
                    <a:pt x="8074" y="1"/>
                    <a:pt x="77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94"/>
            <p:cNvSpPr/>
            <p:nvPr/>
          </p:nvSpPr>
          <p:spPr>
            <a:xfrm>
              <a:off x="4749261" y="2616337"/>
              <a:ext cx="305556" cy="89839"/>
            </a:xfrm>
            <a:custGeom>
              <a:rect b="b" l="l" r="r" t="t"/>
              <a:pathLst>
                <a:path extrusionOk="0" h="2787" w="9479">
                  <a:moveTo>
                    <a:pt x="453" y="1"/>
                  </a:moveTo>
                  <a:cubicBezTo>
                    <a:pt x="214" y="1"/>
                    <a:pt x="0" y="191"/>
                    <a:pt x="0" y="429"/>
                  </a:cubicBezTo>
                  <a:lnTo>
                    <a:pt x="0" y="2335"/>
                  </a:lnTo>
                  <a:cubicBezTo>
                    <a:pt x="0" y="2573"/>
                    <a:pt x="214" y="2787"/>
                    <a:pt x="453" y="2787"/>
                  </a:cubicBezTo>
                  <a:lnTo>
                    <a:pt x="9026" y="2787"/>
                  </a:lnTo>
                  <a:cubicBezTo>
                    <a:pt x="9264" y="2787"/>
                    <a:pt x="9478" y="2573"/>
                    <a:pt x="9454" y="2335"/>
                  </a:cubicBezTo>
                  <a:lnTo>
                    <a:pt x="9454" y="429"/>
                  </a:lnTo>
                  <a:cubicBezTo>
                    <a:pt x="9454" y="191"/>
                    <a:pt x="9240" y="1"/>
                    <a:pt x="900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94"/>
            <p:cNvSpPr/>
            <p:nvPr/>
          </p:nvSpPr>
          <p:spPr>
            <a:xfrm>
              <a:off x="4749261" y="2743762"/>
              <a:ext cx="305556" cy="89871"/>
            </a:xfrm>
            <a:custGeom>
              <a:rect b="b" l="l" r="r" t="t"/>
              <a:pathLst>
                <a:path extrusionOk="0" h="2788" w="9479">
                  <a:moveTo>
                    <a:pt x="453" y="1"/>
                  </a:moveTo>
                  <a:cubicBezTo>
                    <a:pt x="214" y="1"/>
                    <a:pt x="0" y="215"/>
                    <a:pt x="0" y="453"/>
                  </a:cubicBezTo>
                  <a:lnTo>
                    <a:pt x="0" y="2359"/>
                  </a:lnTo>
                  <a:cubicBezTo>
                    <a:pt x="0" y="2597"/>
                    <a:pt x="214" y="2787"/>
                    <a:pt x="453" y="2787"/>
                  </a:cubicBezTo>
                  <a:lnTo>
                    <a:pt x="9026" y="2787"/>
                  </a:lnTo>
                  <a:cubicBezTo>
                    <a:pt x="9264" y="2787"/>
                    <a:pt x="9478" y="2597"/>
                    <a:pt x="9454" y="2359"/>
                  </a:cubicBezTo>
                  <a:lnTo>
                    <a:pt x="9454" y="453"/>
                  </a:lnTo>
                  <a:cubicBezTo>
                    <a:pt x="9454" y="215"/>
                    <a:pt x="9240" y="1"/>
                    <a:pt x="900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94"/>
            <p:cNvSpPr/>
            <p:nvPr/>
          </p:nvSpPr>
          <p:spPr>
            <a:xfrm>
              <a:off x="4940382" y="2488139"/>
              <a:ext cx="115208" cy="91386"/>
            </a:xfrm>
            <a:custGeom>
              <a:rect b="b" l="l" r="r" t="t"/>
              <a:pathLst>
                <a:path extrusionOk="0" h="2835" w="3574">
                  <a:moveTo>
                    <a:pt x="1" y="1"/>
                  </a:moveTo>
                  <a:lnTo>
                    <a:pt x="1" y="2835"/>
                  </a:lnTo>
                  <a:lnTo>
                    <a:pt x="3097" y="2835"/>
                  </a:lnTo>
                  <a:cubicBezTo>
                    <a:pt x="3335" y="2835"/>
                    <a:pt x="3549" y="2620"/>
                    <a:pt x="3549" y="2382"/>
                  </a:cubicBezTo>
                  <a:lnTo>
                    <a:pt x="3549" y="477"/>
                  </a:lnTo>
                  <a:cubicBezTo>
                    <a:pt x="3573" y="215"/>
                    <a:pt x="3359" y="1"/>
                    <a:pt x="3097"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94"/>
            <p:cNvSpPr/>
            <p:nvPr/>
          </p:nvSpPr>
          <p:spPr>
            <a:xfrm>
              <a:off x="5012557" y="2488139"/>
              <a:ext cx="43034" cy="90613"/>
            </a:xfrm>
            <a:custGeom>
              <a:rect b="b" l="l" r="r" t="t"/>
              <a:pathLst>
                <a:path extrusionOk="0" h="2811" w="1335">
                  <a:moveTo>
                    <a:pt x="0" y="1"/>
                  </a:moveTo>
                  <a:cubicBezTo>
                    <a:pt x="239" y="1"/>
                    <a:pt x="453" y="215"/>
                    <a:pt x="453" y="453"/>
                  </a:cubicBezTo>
                  <a:lnTo>
                    <a:pt x="453" y="2358"/>
                  </a:lnTo>
                  <a:cubicBezTo>
                    <a:pt x="453" y="2620"/>
                    <a:pt x="239" y="2811"/>
                    <a:pt x="0" y="2811"/>
                  </a:cubicBezTo>
                  <a:lnTo>
                    <a:pt x="882" y="2811"/>
                  </a:lnTo>
                  <a:cubicBezTo>
                    <a:pt x="1120" y="2811"/>
                    <a:pt x="1334" y="2596"/>
                    <a:pt x="1334" y="2358"/>
                  </a:cubicBezTo>
                  <a:lnTo>
                    <a:pt x="1334" y="453"/>
                  </a:lnTo>
                  <a:cubicBezTo>
                    <a:pt x="1334" y="215"/>
                    <a:pt x="1120" y="1"/>
                    <a:pt x="882"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94"/>
            <p:cNvSpPr/>
            <p:nvPr/>
          </p:nvSpPr>
          <p:spPr>
            <a:xfrm>
              <a:off x="4940382" y="2616337"/>
              <a:ext cx="115208" cy="90613"/>
            </a:xfrm>
            <a:custGeom>
              <a:rect b="b" l="l" r="r" t="t"/>
              <a:pathLst>
                <a:path extrusionOk="0" h="2811" w="3574">
                  <a:moveTo>
                    <a:pt x="1" y="1"/>
                  </a:moveTo>
                  <a:lnTo>
                    <a:pt x="1" y="2811"/>
                  </a:lnTo>
                  <a:lnTo>
                    <a:pt x="3097" y="2811"/>
                  </a:lnTo>
                  <a:cubicBezTo>
                    <a:pt x="3335" y="2811"/>
                    <a:pt x="3549" y="2620"/>
                    <a:pt x="3549" y="2382"/>
                  </a:cubicBezTo>
                  <a:lnTo>
                    <a:pt x="3549" y="477"/>
                  </a:lnTo>
                  <a:cubicBezTo>
                    <a:pt x="3573" y="191"/>
                    <a:pt x="3359"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94"/>
            <p:cNvSpPr/>
            <p:nvPr/>
          </p:nvSpPr>
          <p:spPr>
            <a:xfrm>
              <a:off x="5011009" y="2614822"/>
              <a:ext cx="44581" cy="90613"/>
            </a:xfrm>
            <a:custGeom>
              <a:rect b="b" l="l" r="r" t="t"/>
              <a:pathLst>
                <a:path extrusionOk="0" h="2811" w="1383">
                  <a:moveTo>
                    <a:pt x="1" y="0"/>
                  </a:moveTo>
                  <a:cubicBezTo>
                    <a:pt x="239" y="0"/>
                    <a:pt x="453" y="214"/>
                    <a:pt x="453" y="453"/>
                  </a:cubicBezTo>
                  <a:lnTo>
                    <a:pt x="453" y="2358"/>
                  </a:lnTo>
                  <a:cubicBezTo>
                    <a:pt x="453" y="2620"/>
                    <a:pt x="239" y="2810"/>
                    <a:pt x="1" y="2810"/>
                  </a:cubicBezTo>
                  <a:lnTo>
                    <a:pt x="906" y="2810"/>
                  </a:lnTo>
                  <a:cubicBezTo>
                    <a:pt x="1144" y="2810"/>
                    <a:pt x="1358" y="2596"/>
                    <a:pt x="1358" y="2358"/>
                  </a:cubicBezTo>
                  <a:lnTo>
                    <a:pt x="1358" y="453"/>
                  </a:lnTo>
                  <a:cubicBezTo>
                    <a:pt x="1382" y="214"/>
                    <a:pt x="1168" y="0"/>
                    <a:pt x="906" y="0"/>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94"/>
            <p:cNvSpPr/>
            <p:nvPr/>
          </p:nvSpPr>
          <p:spPr>
            <a:xfrm>
              <a:off x="4940382" y="2743021"/>
              <a:ext cx="115208" cy="90613"/>
            </a:xfrm>
            <a:custGeom>
              <a:rect b="b" l="l" r="r" t="t"/>
              <a:pathLst>
                <a:path extrusionOk="0" h="2811" w="3574">
                  <a:moveTo>
                    <a:pt x="1" y="0"/>
                  </a:moveTo>
                  <a:lnTo>
                    <a:pt x="1" y="2810"/>
                  </a:lnTo>
                  <a:lnTo>
                    <a:pt x="3097" y="2810"/>
                  </a:lnTo>
                  <a:cubicBezTo>
                    <a:pt x="3335" y="2810"/>
                    <a:pt x="3549" y="2620"/>
                    <a:pt x="3549" y="2382"/>
                  </a:cubicBezTo>
                  <a:lnTo>
                    <a:pt x="3549" y="476"/>
                  </a:lnTo>
                  <a:cubicBezTo>
                    <a:pt x="3573" y="191"/>
                    <a:pt x="3359" y="0"/>
                    <a:pt x="3097"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94"/>
            <p:cNvSpPr/>
            <p:nvPr/>
          </p:nvSpPr>
          <p:spPr>
            <a:xfrm>
              <a:off x="5012557" y="2743021"/>
              <a:ext cx="43034" cy="89839"/>
            </a:xfrm>
            <a:custGeom>
              <a:rect b="b" l="l" r="r" t="t"/>
              <a:pathLst>
                <a:path extrusionOk="0" h="2787" w="1335">
                  <a:moveTo>
                    <a:pt x="0" y="0"/>
                  </a:moveTo>
                  <a:cubicBezTo>
                    <a:pt x="239" y="0"/>
                    <a:pt x="453" y="191"/>
                    <a:pt x="453" y="429"/>
                  </a:cubicBezTo>
                  <a:lnTo>
                    <a:pt x="453" y="2334"/>
                  </a:lnTo>
                  <a:cubicBezTo>
                    <a:pt x="453" y="2596"/>
                    <a:pt x="239" y="2786"/>
                    <a:pt x="0" y="2786"/>
                  </a:cubicBezTo>
                  <a:lnTo>
                    <a:pt x="882" y="2786"/>
                  </a:lnTo>
                  <a:cubicBezTo>
                    <a:pt x="1120" y="2786"/>
                    <a:pt x="1334" y="2572"/>
                    <a:pt x="1334" y="2334"/>
                  </a:cubicBezTo>
                  <a:lnTo>
                    <a:pt x="1334" y="429"/>
                  </a:lnTo>
                  <a:cubicBezTo>
                    <a:pt x="1334" y="191"/>
                    <a:pt x="1120" y="0"/>
                    <a:pt x="882" y="0"/>
                  </a:cubicBezTo>
                  <a:close/>
                </a:path>
              </a:pathLst>
            </a:custGeom>
            <a:solidFill>
              <a:srgbClr val="8F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94"/>
            <p:cNvSpPr/>
            <p:nvPr/>
          </p:nvSpPr>
          <p:spPr>
            <a:xfrm>
              <a:off x="4773824" y="2770646"/>
              <a:ext cx="139739" cy="10766"/>
            </a:xfrm>
            <a:custGeom>
              <a:rect b="b" l="l" r="r" t="t"/>
              <a:pathLst>
                <a:path extrusionOk="0" h="334" w="4335">
                  <a:moveTo>
                    <a:pt x="191" y="0"/>
                  </a:moveTo>
                  <a:cubicBezTo>
                    <a:pt x="24" y="24"/>
                    <a:pt x="0" y="334"/>
                    <a:pt x="191" y="334"/>
                  </a:cubicBezTo>
                  <a:lnTo>
                    <a:pt x="4120" y="334"/>
                  </a:lnTo>
                  <a:cubicBezTo>
                    <a:pt x="4334" y="334"/>
                    <a:pt x="4334" y="0"/>
                    <a:pt x="4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94"/>
            <p:cNvSpPr/>
            <p:nvPr/>
          </p:nvSpPr>
          <p:spPr>
            <a:xfrm>
              <a:off x="4773824" y="2793662"/>
              <a:ext cx="139739" cy="10799"/>
            </a:xfrm>
            <a:custGeom>
              <a:rect b="b" l="l" r="r" t="t"/>
              <a:pathLst>
                <a:path extrusionOk="0" h="335" w="4335">
                  <a:moveTo>
                    <a:pt x="191" y="1"/>
                  </a:moveTo>
                  <a:cubicBezTo>
                    <a:pt x="24" y="1"/>
                    <a:pt x="0" y="334"/>
                    <a:pt x="191" y="334"/>
                  </a:cubicBezTo>
                  <a:lnTo>
                    <a:pt x="4120" y="334"/>
                  </a:lnTo>
                  <a:cubicBezTo>
                    <a:pt x="4334" y="334"/>
                    <a:pt x="4334" y="1"/>
                    <a:pt x="4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94"/>
            <p:cNvSpPr/>
            <p:nvPr/>
          </p:nvSpPr>
          <p:spPr>
            <a:xfrm>
              <a:off x="4773824" y="2643995"/>
              <a:ext cx="139739" cy="10766"/>
            </a:xfrm>
            <a:custGeom>
              <a:rect b="b" l="l" r="r" t="t"/>
              <a:pathLst>
                <a:path extrusionOk="0" h="334" w="4335">
                  <a:moveTo>
                    <a:pt x="191" y="0"/>
                  </a:moveTo>
                  <a:cubicBezTo>
                    <a:pt x="24" y="0"/>
                    <a:pt x="0" y="333"/>
                    <a:pt x="191" y="333"/>
                  </a:cubicBezTo>
                  <a:lnTo>
                    <a:pt x="4120" y="333"/>
                  </a:lnTo>
                  <a:cubicBezTo>
                    <a:pt x="4334" y="333"/>
                    <a:pt x="4334" y="0"/>
                    <a:pt x="4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94"/>
            <p:cNvSpPr/>
            <p:nvPr/>
          </p:nvSpPr>
          <p:spPr>
            <a:xfrm>
              <a:off x="4773824" y="2667784"/>
              <a:ext cx="138191" cy="10766"/>
            </a:xfrm>
            <a:custGeom>
              <a:rect b="b" l="l" r="r" t="t"/>
              <a:pathLst>
                <a:path extrusionOk="0" h="334" w="4287">
                  <a:moveTo>
                    <a:pt x="191" y="0"/>
                  </a:moveTo>
                  <a:cubicBezTo>
                    <a:pt x="0" y="0"/>
                    <a:pt x="0" y="334"/>
                    <a:pt x="191" y="334"/>
                  </a:cubicBezTo>
                  <a:lnTo>
                    <a:pt x="4120" y="334"/>
                  </a:lnTo>
                  <a:cubicBezTo>
                    <a:pt x="4215" y="310"/>
                    <a:pt x="4287" y="238"/>
                    <a:pt x="4287" y="143"/>
                  </a:cubicBezTo>
                  <a:cubicBezTo>
                    <a:pt x="4287" y="72"/>
                    <a:pt x="4215" y="0"/>
                    <a:pt x="4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94"/>
            <p:cNvSpPr/>
            <p:nvPr/>
          </p:nvSpPr>
          <p:spPr>
            <a:xfrm>
              <a:off x="4773824" y="2517311"/>
              <a:ext cx="139739" cy="10799"/>
            </a:xfrm>
            <a:custGeom>
              <a:rect b="b" l="l" r="r" t="t"/>
              <a:pathLst>
                <a:path extrusionOk="0" h="335" w="4335">
                  <a:moveTo>
                    <a:pt x="191" y="1"/>
                  </a:moveTo>
                  <a:cubicBezTo>
                    <a:pt x="0" y="1"/>
                    <a:pt x="0" y="334"/>
                    <a:pt x="191" y="334"/>
                  </a:cubicBezTo>
                  <a:lnTo>
                    <a:pt x="4120" y="334"/>
                  </a:lnTo>
                  <a:cubicBezTo>
                    <a:pt x="4334" y="310"/>
                    <a:pt x="4334" y="1"/>
                    <a:pt x="4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4"/>
            <p:cNvSpPr/>
            <p:nvPr/>
          </p:nvSpPr>
          <p:spPr>
            <a:xfrm>
              <a:off x="4773824" y="2540359"/>
              <a:ext cx="139739" cy="10766"/>
            </a:xfrm>
            <a:custGeom>
              <a:rect b="b" l="l" r="r" t="t"/>
              <a:pathLst>
                <a:path extrusionOk="0" h="334" w="4335">
                  <a:moveTo>
                    <a:pt x="191" y="0"/>
                  </a:moveTo>
                  <a:cubicBezTo>
                    <a:pt x="0" y="0"/>
                    <a:pt x="0" y="333"/>
                    <a:pt x="191" y="333"/>
                  </a:cubicBezTo>
                  <a:lnTo>
                    <a:pt x="4120" y="333"/>
                  </a:lnTo>
                  <a:cubicBezTo>
                    <a:pt x="4334" y="333"/>
                    <a:pt x="4334" y="0"/>
                    <a:pt x="4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4"/>
            <p:cNvSpPr/>
            <p:nvPr/>
          </p:nvSpPr>
          <p:spPr>
            <a:xfrm>
              <a:off x="4968040" y="2517311"/>
              <a:ext cx="13829" cy="10799"/>
            </a:xfrm>
            <a:custGeom>
              <a:rect b="b" l="l" r="r" t="t"/>
              <a:pathLst>
                <a:path extrusionOk="0" h="335" w="429">
                  <a:moveTo>
                    <a:pt x="215" y="1"/>
                  </a:moveTo>
                  <a:cubicBezTo>
                    <a:pt x="0" y="1"/>
                    <a:pt x="0" y="334"/>
                    <a:pt x="215" y="334"/>
                  </a:cubicBezTo>
                  <a:cubicBezTo>
                    <a:pt x="429" y="334"/>
                    <a:pt x="429"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94"/>
            <p:cNvSpPr/>
            <p:nvPr/>
          </p:nvSpPr>
          <p:spPr>
            <a:xfrm>
              <a:off x="4991056" y="2517311"/>
              <a:ext cx="13861" cy="10799"/>
            </a:xfrm>
            <a:custGeom>
              <a:rect b="b" l="l" r="r" t="t"/>
              <a:pathLst>
                <a:path extrusionOk="0" h="335" w="430">
                  <a:moveTo>
                    <a:pt x="215" y="1"/>
                  </a:moveTo>
                  <a:cubicBezTo>
                    <a:pt x="1" y="1"/>
                    <a:pt x="1" y="334"/>
                    <a:pt x="215" y="334"/>
                  </a:cubicBezTo>
                  <a:cubicBezTo>
                    <a:pt x="429" y="310"/>
                    <a:pt x="429"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94"/>
            <p:cNvSpPr/>
            <p:nvPr/>
          </p:nvSpPr>
          <p:spPr>
            <a:xfrm>
              <a:off x="5014104" y="2517311"/>
              <a:ext cx="13829" cy="10025"/>
            </a:xfrm>
            <a:custGeom>
              <a:rect b="b" l="l" r="r" t="t"/>
              <a:pathLst>
                <a:path extrusionOk="0" h="311" w="429">
                  <a:moveTo>
                    <a:pt x="214" y="1"/>
                  </a:moveTo>
                  <a:cubicBezTo>
                    <a:pt x="0" y="1"/>
                    <a:pt x="0" y="310"/>
                    <a:pt x="214" y="310"/>
                  </a:cubicBezTo>
                  <a:cubicBezTo>
                    <a:pt x="429" y="310"/>
                    <a:pt x="429"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94"/>
            <p:cNvSpPr/>
            <p:nvPr/>
          </p:nvSpPr>
          <p:spPr>
            <a:xfrm>
              <a:off x="4968040" y="2540359"/>
              <a:ext cx="13829" cy="10766"/>
            </a:xfrm>
            <a:custGeom>
              <a:rect b="b" l="l" r="r" t="t"/>
              <a:pathLst>
                <a:path extrusionOk="0" h="334" w="429">
                  <a:moveTo>
                    <a:pt x="215" y="0"/>
                  </a:moveTo>
                  <a:cubicBezTo>
                    <a:pt x="0" y="0"/>
                    <a:pt x="0"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94"/>
            <p:cNvSpPr/>
            <p:nvPr/>
          </p:nvSpPr>
          <p:spPr>
            <a:xfrm>
              <a:off x="4991056" y="2540359"/>
              <a:ext cx="13861" cy="10766"/>
            </a:xfrm>
            <a:custGeom>
              <a:rect b="b" l="l" r="r" t="t"/>
              <a:pathLst>
                <a:path extrusionOk="0" h="334" w="430">
                  <a:moveTo>
                    <a:pt x="215" y="0"/>
                  </a:moveTo>
                  <a:cubicBezTo>
                    <a:pt x="1" y="0"/>
                    <a:pt x="1"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94"/>
            <p:cNvSpPr/>
            <p:nvPr/>
          </p:nvSpPr>
          <p:spPr>
            <a:xfrm>
              <a:off x="5014104" y="2540359"/>
              <a:ext cx="13829" cy="10766"/>
            </a:xfrm>
            <a:custGeom>
              <a:rect b="b" l="l" r="r" t="t"/>
              <a:pathLst>
                <a:path extrusionOk="0" h="334" w="429">
                  <a:moveTo>
                    <a:pt x="214" y="0"/>
                  </a:moveTo>
                  <a:cubicBezTo>
                    <a:pt x="0" y="0"/>
                    <a:pt x="0" y="333"/>
                    <a:pt x="214" y="333"/>
                  </a:cubicBezTo>
                  <a:cubicBezTo>
                    <a:pt x="429" y="333"/>
                    <a:pt x="429" y="0"/>
                    <a:pt x="2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94"/>
            <p:cNvSpPr/>
            <p:nvPr/>
          </p:nvSpPr>
          <p:spPr>
            <a:xfrm>
              <a:off x="4968040" y="2643995"/>
              <a:ext cx="13829" cy="10766"/>
            </a:xfrm>
            <a:custGeom>
              <a:rect b="b" l="l" r="r" t="t"/>
              <a:pathLst>
                <a:path extrusionOk="0" h="334" w="429">
                  <a:moveTo>
                    <a:pt x="215" y="0"/>
                  </a:moveTo>
                  <a:cubicBezTo>
                    <a:pt x="0" y="0"/>
                    <a:pt x="0"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94"/>
            <p:cNvSpPr/>
            <p:nvPr/>
          </p:nvSpPr>
          <p:spPr>
            <a:xfrm>
              <a:off x="4991056" y="2643995"/>
              <a:ext cx="13861" cy="10766"/>
            </a:xfrm>
            <a:custGeom>
              <a:rect b="b" l="l" r="r" t="t"/>
              <a:pathLst>
                <a:path extrusionOk="0" h="334" w="430">
                  <a:moveTo>
                    <a:pt x="215" y="0"/>
                  </a:moveTo>
                  <a:cubicBezTo>
                    <a:pt x="1" y="0"/>
                    <a:pt x="1"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94"/>
            <p:cNvSpPr/>
            <p:nvPr/>
          </p:nvSpPr>
          <p:spPr>
            <a:xfrm>
              <a:off x="5014104" y="2643995"/>
              <a:ext cx="13829" cy="10766"/>
            </a:xfrm>
            <a:custGeom>
              <a:rect b="b" l="l" r="r" t="t"/>
              <a:pathLst>
                <a:path extrusionOk="0" h="334" w="429">
                  <a:moveTo>
                    <a:pt x="214" y="0"/>
                  </a:moveTo>
                  <a:cubicBezTo>
                    <a:pt x="0" y="0"/>
                    <a:pt x="0" y="333"/>
                    <a:pt x="214" y="333"/>
                  </a:cubicBezTo>
                  <a:cubicBezTo>
                    <a:pt x="429" y="333"/>
                    <a:pt x="429"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94"/>
            <p:cNvSpPr/>
            <p:nvPr/>
          </p:nvSpPr>
          <p:spPr>
            <a:xfrm>
              <a:off x="4968040" y="2667011"/>
              <a:ext cx="13829" cy="10766"/>
            </a:xfrm>
            <a:custGeom>
              <a:rect b="b" l="l" r="r" t="t"/>
              <a:pathLst>
                <a:path extrusionOk="0" h="334" w="429">
                  <a:moveTo>
                    <a:pt x="215" y="0"/>
                  </a:moveTo>
                  <a:cubicBezTo>
                    <a:pt x="0" y="0"/>
                    <a:pt x="0"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94"/>
            <p:cNvSpPr/>
            <p:nvPr/>
          </p:nvSpPr>
          <p:spPr>
            <a:xfrm>
              <a:off x="4991056" y="2667011"/>
              <a:ext cx="13861" cy="10766"/>
            </a:xfrm>
            <a:custGeom>
              <a:rect b="b" l="l" r="r" t="t"/>
              <a:pathLst>
                <a:path extrusionOk="0" h="334" w="430">
                  <a:moveTo>
                    <a:pt x="215" y="0"/>
                  </a:moveTo>
                  <a:cubicBezTo>
                    <a:pt x="1" y="0"/>
                    <a:pt x="1"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4"/>
            <p:cNvSpPr/>
            <p:nvPr/>
          </p:nvSpPr>
          <p:spPr>
            <a:xfrm>
              <a:off x="5014104" y="2667011"/>
              <a:ext cx="13829" cy="10766"/>
            </a:xfrm>
            <a:custGeom>
              <a:rect b="b" l="l" r="r" t="t"/>
              <a:pathLst>
                <a:path extrusionOk="0" h="334" w="429">
                  <a:moveTo>
                    <a:pt x="214" y="0"/>
                  </a:moveTo>
                  <a:cubicBezTo>
                    <a:pt x="0" y="0"/>
                    <a:pt x="0" y="334"/>
                    <a:pt x="214" y="334"/>
                  </a:cubicBezTo>
                  <a:cubicBezTo>
                    <a:pt x="429" y="334"/>
                    <a:pt x="429"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4"/>
            <p:cNvSpPr/>
            <p:nvPr/>
          </p:nvSpPr>
          <p:spPr>
            <a:xfrm>
              <a:off x="4968040" y="2771420"/>
              <a:ext cx="13829" cy="10766"/>
            </a:xfrm>
            <a:custGeom>
              <a:rect b="b" l="l" r="r" t="t"/>
              <a:pathLst>
                <a:path extrusionOk="0" h="334" w="429">
                  <a:moveTo>
                    <a:pt x="215" y="0"/>
                  </a:moveTo>
                  <a:cubicBezTo>
                    <a:pt x="0" y="0"/>
                    <a:pt x="0"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94"/>
            <p:cNvSpPr/>
            <p:nvPr/>
          </p:nvSpPr>
          <p:spPr>
            <a:xfrm>
              <a:off x="4991056" y="2771420"/>
              <a:ext cx="13861" cy="10766"/>
            </a:xfrm>
            <a:custGeom>
              <a:rect b="b" l="l" r="r" t="t"/>
              <a:pathLst>
                <a:path extrusionOk="0" h="334" w="430">
                  <a:moveTo>
                    <a:pt x="215" y="0"/>
                  </a:moveTo>
                  <a:cubicBezTo>
                    <a:pt x="1" y="0"/>
                    <a:pt x="1"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94"/>
            <p:cNvSpPr/>
            <p:nvPr/>
          </p:nvSpPr>
          <p:spPr>
            <a:xfrm>
              <a:off x="5014104" y="2771420"/>
              <a:ext cx="13829" cy="10766"/>
            </a:xfrm>
            <a:custGeom>
              <a:rect b="b" l="l" r="r" t="t"/>
              <a:pathLst>
                <a:path extrusionOk="0" h="334" w="429">
                  <a:moveTo>
                    <a:pt x="214" y="0"/>
                  </a:moveTo>
                  <a:cubicBezTo>
                    <a:pt x="0" y="0"/>
                    <a:pt x="0" y="334"/>
                    <a:pt x="214" y="334"/>
                  </a:cubicBezTo>
                  <a:cubicBezTo>
                    <a:pt x="429" y="334"/>
                    <a:pt x="429"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94"/>
            <p:cNvSpPr/>
            <p:nvPr/>
          </p:nvSpPr>
          <p:spPr>
            <a:xfrm>
              <a:off x="4968040" y="2794436"/>
              <a:ext cx="13829" cy="10799"/>
            </a:xfrm>
            <a:custGeom>
              <a:rect b="b" l="l" r="r" t="t"/>
              <a:pathLst>
                <a:path extrusionOk="0" h="335" w="429">
                  <a:moveTo>
                    <a:pt x="215" y="1"/>
                  </a:moveTo>
                  <a:cubicBezTo>
                    <a:pt x="0" y="1"/>
                    <a:pt x="0" y="334"/>
                    <a:pt x="215" y="334"/>
                  </a:cubicBezTo>
                  <a:cubicBezTo>
                    <a:pt x="429" y="310"/>
                    <a:pt x="429"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94"/>
            <p:cNvSpPr/>
            <p:nvPr/>
          </p:nvSpPr>
          <p:spPr>
            <a:xfrm>
              <a:off x="4991056" y="2794436"/>
              <a:ext cx="13861" cy="10799"/>
            </a:xfrm>
            <a:custGeom>
              <a:rect b="b" l="l" r="r" t="t"/>
              <a:pathLst>
                <a:path extrusionOk="0" h="335" w="430">
                  <a:moveTo>
                    <a:pt x="215" y="1"/>
                  </a:moveTo>
                  <a:cubicBezTo>
                    <a:pt x="1" y="1"/>
                    <a:pt x="1" y="334"/>
                    <a:pt x="215" y="334"/>
                  </a:cubicBezTo>
                  <a:cubicBezTo>
                    <a:pt x="429" y="310"/>
                    <a:pt x="429"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94"/>
            <p:cNvSpPr/>
            <p:nvPr/>
          </p:nvSpPr>
          <p:spPr>
            <a:xfrm>
              <a:off x="5014104" y="2794436"/>
              <a:ext cx="13829" cy="10799"/>
            </a:xfrm>
            <a:custGeom>
              <a:rect b="b" l="l" r="r" t="t"/>
              <a:pathLst>
                <a:path extrusionOk="0" h="335" w="429">
                  <a:moveTo>
                    <a:pt x="214" y="1"/>
                  </a:moveTo>
                  <a:cubicBezTo>
                    <a:pt x="0" y="1"/>
                    <a:pt x="0" y="334"/>
                    <a:pt x="214" y="334"/>
                  </a:cubicBezTo>
                  <a:cubicBezTo>
                    <a:pt x="429" y="310"/>
                    <a:pt x="429"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4"/>
            <p:cNvSpPr/>
            <p:nvPr/>
          </p:nvSpPr>
          <p:spPr>
            <a:xfrm>
              <a:off x="4744652" y="2483529"/>
              <a:ext cx="355455" cy="355455"/>
            </a:xfrm>
            <a:custGeom>
              <a:rect b="b" l="l" r="r" t="t"/>
              <a:pathLst>
                <a:path extrusionOk="0" h="11027" w="11027">
                  <a:moveTo>
                    <a:pt x="9169" y="310"/>
                  </a:moveTo>
                  <a:cubicBezTo>
                    <a:pt x="9312" y="310"/>
                    <a:pt x="9455" y="429"/>
                    <a:pt x="9455" y="596"/>
                  </a:cubicBezTo>
                  <a:lnTo>
                    <a:pt x="9455" y="2501"/>
                  </a:lnTo>
                  <a:cubicBezTo>
                    <a:pt x="9455" y="2644"/>
                    <a:pt x="9359" y="2811"/>
                    <a:pt x="9169" y="2811"/>
                  </a:cubicBezTo>
                  <a:lnTo>
                    <a:pt x="6263" y="2811"/>
                  </a:lnTo>
                  <a:lnTo>
                    <a:pt x="6263" y="310"/>
                  </a:lnTo>
                  <a:close/>
                  <a:moveTo>
                    <a:pt x="8550" y="3120"/>
                  </a:moveTo>
                  <a:cubicBezTo>
                    <a:pt x="8716" y="3168"/>
                    <a:pt x="8883" y="3335"/>
                    <a:pt x="8883" y="3525"/>
                  </a:cubicBezTo>
                  <a:cubicBezTo>
                    <a:pt x="8883" y="3716"/>
                    <a:pt x="8692" y="3906"/>
                    <a:pt x="8478" y="3906"/>
                  </a:cubicBezTo>
                  <a:lnTo>
                    <a:pt x="1262" y="3906"/>
                  </a:lnTo>
                  <a:cubicBezTo>
                    <a:pt x="1048" y="3906"/>
                    <a:pt x="857" y="3716"/>
                    <a:pt x="857" y="3525"/>
                  </a:cubicBezTo>
                  <a:cubicBezTo>
                    <a:pt x="905" y="3335"/>
                    <a:pt x="1048" y="3144"/>
                    <a:pt x="1215" y="3120"/>
                  </a:cubicBezTo>
                  <a:close/>
                  <a:moveTo>
                    <a:pt x="10145" y="1715"/>
                  </a:moveTo>
                  <a:cubicBezTo>
                    <a:pt x="10455" y="1715"/>
                    <a:pt x="10693" y="1954"/>
                    <a:pt x="10693" y="2263"/>
                  </a:cubicBezTo>
                  <a:lnTo>
                    <a:pt x="10693" y="5359"/>
                  </a:lnTo>
                  <a:lnTo>
                    <a:pt x="9788" y="5359"/>
                  </a:lnTo>
                  <a:lnTo>
                    <a:pt x="9788" y="4240"/>
                  </a:lnTo>
                  <a:cubicBezTo>
                    <a:pt x="9788" y="4073"/>
                    <a:pt x="9669" y="3930"/>
                    <a:pt x="9502" y="3930"/>
                  </a:cubicBezTo>
                  <a:lnTo>
                    <a:pt x="9121" y="3930"/>
                  </a:lnTo>
                  <a:cubicBezTo>
                    <a:pt x="9193" y="3811"/>
                    <a:pt x="9240" y="3692"/>
                    <a:pt x="9240" y="3549"/>
                  </a:cubicBezTo>
                  <a:cubicBezTo>
                    <a:pt x="9240" y="3406"/>
                    <a:pt x="9193" y="3240"/>
                    <a:pt x="9121" y="3144"/>
                  </a:cubicBezTo>
                  <a:lnTo>
                    <a:pt x="9502" y="3144"/>
                  </a:lnTo>
                  <a:cubicBezTo>
                    <a:pt x="9645" y="3144"/>
                    <a:pt x="9788" y="3049"/>
                    <a:pt x="9788" y="2859"/>
                  </a:cubicBezTo>
                  <a:lnTo>
                    <a:pt x="9788" y="1715"/>
                  </a:lnTo>
                  <a:close/>
                  <a:moveTo>
                    <a:pt x="5930" y="4264"/>
                  </a:moveTo>
                  <a:lnTo>
                    <a:pt x="5930" y="6764"/>
                  </a:lnTo>
                  <a:lnTo>
                    <a:pt x="619" y="6764"/>
                  </a:lnTo>
                  <a:cubicBezTo>
                    <a:pt x="453" y="6764"/>
                    <a:pt x="334" y="6645"/>
                    <a:pt x="334" y="6455"/>
                  </a:cubicBezTo>
                  <a:lnTo>
                    <a:pt x="334" y="4549"/>
                  </a:lnTo>
                  <a:cubicBezTo>
                    <a:pt x="334" y="4406"/>
                    <a:pt x="453" y="4264"/>
                    <a:pt x="619" y="4264"/>
                  </a:cubicBezTo>
                  <a:close/>
                  <a:moveTo>
                    <a:pt x="9169" y="4264"/>
                  </a:moveTo>
                  <a:cubicBezTo>
                    <a:pt x="9312" y="4264"/>
                    <a:pt x="9455" y="4383"/>
                    <a:pt x="9455" y="4549"/>
                  </a:cubicBezTo>
                  <a:lnTo>
                    <a:pt x="9455" y="6455"/>
                  </a:lnTo>
                  <a:cubicBezTo>
                    <a:pt x="9455" y="6597"/>
                    <a:pt x="9359" y="6764"/>
                    <a:pt x="9169" y="6764"/>
                  </a:cubicBezTo>
                  <a:lnTo>
                    <a:pt x="8073" y="6764"/>
                  </a:lnTo>
                  <a:cubicBezTo>
                    <a:pt x="7859" y="6764"/>
                    <a:pt x="7859" y="7074"/>
                    <a:pt x="8073" y="7074"/>
                  </a:cubicBezTo>
                  <a:lnTo>
                    <a:pt x="8478" y="7074"/>
                  </a:lnTo>
                  <a:cubicBezTo>
                    <a:pt x="8692" y="7074"/>
                    <a:pt x="8859" y="7264"/>
                    <a:pt x="8859" y="7479"/>
                  </a:cubicBezTo>
                  <a:cubicBezTo>
                    <a:pt x="8859" y="7669"/>
                    <a:pt x="8692" y="7860"/>
                    <a:pt x="8478" y="7860"/>
                  </a:cubicBezTo>
                  <a:lnTo>
                    <a:pt x="1262" y="7860"/>
                  </a:lnTo>
                  <a:cubicBezTo>
                    <a:pt x="1048" y="7836"/>
                    <a:pt x="905" y="7669"/>
                    <a:pt x="905" y="7479"/>
                  </a:cubicBezTo>
                  <a:cubicBezTo>
                    <a:pt x="905" y="7264"/>
                    <a:pt x="1072" y="7074"/>
                    <a:pt x="1286" y="7074"/>
                  </a:cubicBezTo>
                  <a:lnTo>
                    <a:pt x="7145" y="7074"/>
                  </a:lnTo>
                  <a:cubicBezTo>
                    <a:pt x="7359" y="7074"/>
                    <a:pt x="7359" y="6764"/>
                    <a:pt x="7145" y="6764"/>
                  </a:cubicBezTo>
                  <a:lnTo>
                    <a:pt x="6263" y="6764"/>
                  </a:lnTo>
                  <a:lnTo>
                    <a:pt x="6263" y="4264"/>
                  </a:lnTo>
                  <a:close/>
                  <a:moveTo>
                    <a:pt x="10693" y="5621"/>
                  </a:moveTo>
                  <a:lnTo>
                    <a:pt x="10693" y="8765"/>
                  </a:lnTo>
                  <a:cubicBezTo>
                    <a:pt x="10693" y="9050"/>
                    <a:pt x="10455" y="9288"/>
                    <a:pt x="10145" y="9288"/>
                  </a:cubicBezTo>
                  <a:lnTo>
                    <a:pt x="9788" y="9288"/>
                  </a:lnTo>
                  <a:lnTo>
                    <a:pt x="9788" y="8503"/>
                  </a:lnTo>
                  <a:cubicBezTo>
                    <a:pt x="9788" y="8169"/>
                    <a:pt x="9526" y="7883"/>
                    <a:pt x="9169" y="7883"/>
                  </a:cubicBezTo>
                  <a:lnTo>
                    <a:pt x="9097" y="7883"/>
                  </a:lnTo>
                  <a:cubicBezTo>
                    <a:pt x="9193" y="7764"/>
                    <a:pt x="9216" y="7621"/>
                    <a:pt x="9216" y="7479"/>
                  </a:cubicBezTo>
                  <a:cubicBezTo>
                    <a:pt x="9216" y="7312"/>
                    <a:pt x="9169" y="7169"/>
                    <a:pt x="9097" y="7050"/>
                  </a:cubicBezTo>
                  <a:lnTo>
                    <a:pt x="9169" y="7050"/>
                  </a:lnTo>
                  <a:cubicBezTo>
                    <a:pt x="9526" y="7050"/>
                    <a:pt x="9788" y="6788"/>
                    <a:pt x="9788" y="6431"/>
                  </a:cubicBezTo>
                  <a:lnTo>
                    <a:pt x="9788" y="5621"/>
                  </a:lnTo>
                  <a:close/>
                  <a:moveTo>
                    <a:pt x="9169" y="8193"/>
                  </a:moveTo>
                  <a:cubicBezTo>
                    <a:pt x="9359" y="8193"/>
                    <a:pt x="9455" y="8312"/>
                    <a:pt x="9455" y="8479"/>
                  </a:cubicBezTo>
                  <a:lnTo>
                    <a:pt x="9455" y="10384"/>
                  </a:lnTo>
                  <a:cubicBezTo>
                    <a:pt x="9455" y="10551"/>
                    <a:pt x="9312" y="10693"/>
                    <a:pt x="9169" y="10693"/>
                  </a:cubicBezTo>
                  <a:lnTo>
                    <a:pt x="6263" y="10693"/>
                  </a:lnTo>
                  <a:lnTo>
                    <a:pt x="6263" y="8193"/>
                  </a:lnTo>
                  <a:close/>
                  <a:moveTo>
                    <a:pt x="619" y="1"/>
                  </a:moveTo>
                  <a:cubicBezTo>
                    <a:pt x="310" y="1"/>
                    <a:pt x="0" y="263"/>
                    <a:pt x="0" y="620"/>
                  </a:cubicBezTo>
                  <a:lnTo>
                    <a:pt x="0" y="2859"/>
                  </a:lnTo>
                  <a:cubicBezTo>
                    <a:pt x="0" y="3001"/>
                    <a:pt x="119" y="3144"/>
                    <a:pt x="310" y="3144"/>
                  </a:cubicBezTo>
                  <a:lnTo>
                    <a:pt x="691" y="3144"/>
                  </a:lnTo>
                  <a:cubicBezTo>
                    <a:pt x="619" y="3263"/>
                    <a:pt x="572" y="3406"/>
                    <a:pt x="572" y="3549"/>
                  </a:cubicBezTo>
                  <a:cubicBezTo>
                    <a:pt x="572" y="3692"/>
                    <a:pt x="596" y="3835"/>
                    <a:pt x="691" y="3930"/>
                  </a:cubicBezTo>
                  <a:lnTo>
                    <a:pt x="310" y="3930"/>
                  </a:lnTo>
                  <a:cubicBezTo>
                    <a:pt x="143" y="3930"/>
                    <a:pt x="0" y="4049"/>
                    <a:pt x="0" y="4240"/>
                  </a:cubicBezTo>
                  <a:lnTo>
                    <a:pt x="0" y="6455"/>
                  </a:lnTo>
                  <a:cubicBezTo>
                    <a:pt x="0" y="6788"/>
                    <a:pt x="262" y="7097"/>
                    <a:pt x="619" y="7097"/>
                  </a:cubicBezTo>
                  <a:lnTo>
                    <a:pt x="691" y="7097"/>
                  </a:lnTo>
                  <a:cubicBezTo>
                    <a:pt x="596" y="7217"/>
                    <a:pt x="572" y="7336"/>
                    <a:pt x="572" y="7479"/>
                  </a:cubicBezTo>
                  <a:cubicBezTo>
                    <a:pt x="572" y="7621"/>
                    <a:pt x="596" y="7764"/>
                    <a:pt x="691" y="7860"/>
                  </a:cubicBezTo>
                  <a:lnTo>
                    <a:pt x="619" y="7860"/>
                  </a:lnTo>
                  <a:cubicBezTo>
                    <a:pt x="310" y="7860"/>
                    <a:pt x="0" y="8122"/>
                    <a:pt x="0" y="8479"/>
                  </a:cubicBezTo>
                  <a:lnTo>
                    <a:pt x="0" y="10384"/>
                  </a:lnTo>
                  <a:cubicBezTo>
                    <a:pt x="0" y="10717"/>
                    <a:pt x="262" y="11027"/>
                    <a:pt x="619" y="11027"/>
                  </a:cubicBezTo>
                  <a:lnTo>
                    <a:pt x="1167" y="11027"/>
                  </a:lnTo>
                  <a:cubicBezTo>
                    <a:pt x="1381" y="11027"/>
                    <a:pt x="1381" y="10693"/>
                    <a:pt x="1167" y="10693"/>
                  </a:cubicBezTo>
                  <a:lnTo>
                    <a:pt x="619" y="10693"/>
                  </a:lnTo>
                  <a:cubicBezTo>
                    <a:pt x="476" y="10693"/>
                    <a:pt x="334" y="10574"/>
                    <a:pt x="334" y="10384"/>
                  </a:cubicBezTo>
                  <a:lnTo>
                    <a:pt x="334" y="8479"/>
                  </a:lnTo>
                  <a:cubicBezTo>
                    <a:pt x="334" y="8312"/>
                    <a:pt x="453" y="8193"/>
                    <a:pt x="619" y="8193"/>
                  </a:cubicBezTo>
                  <a:lnTo>
                    <a:pt x="5930" y="8193"/>
                  </a:lnTo>
                  <a:lnTo>
                    <a:pt x="5930" y="10693"/>
                  </a:lnTo>
                  <a:lnTo>
                    <a:pt x="2001" y="10693"/>
                  </a:lnTo>
                  <a:cubicBezTo>
                    <a:pt x="1786" y="10693"/>
                    <a:pt x="1786" y="11027"/>
                    <a:pt x="2001" y="11027"/>
                  </a:cubicBezTo>
                  <a:lnTo>
                    <a:pt x="9169" y="11027"/>
                  </a:lnTo>
                  <a:cubicBezTo>
                    <a:pt x="9502" y="11027"/>
                    <a:pt x="9788" y="10741"/>
                    <a:pt x="9788" y="10384"/>
                  </a:cubicBezTo>
                  <a:lnTo>
                    <a:pt x="9788" y="9622"/>
                  </a:lnTo>
                  <a:lnTo>
                    <a:pt x="10145" y="9622"/>
                  </a:lnTo>
                  <a:cubicBezTo>
                    <a:pt x="10621" y="9622"/>
                    <a:pt x="11026" y="9241"/>
                    <a:pt x="11026" y="8765"/>
                  </a:cubicBezTo>
                  <a:lnTo>
                    <a:pt x="11026" y="2263"/>
                  </a:lnTo>
                  <a:cubicBezTo>
                    <a:pt x="11026" y="1763"/>
                    <a:pt x="10621" y="1406"/>
                    <a:pt x="10145" y="1406"/>
                  </a:cubicBezTo>
                  <a:lnTo>
                    <a:pt x="9788" y="1406"/>
                  </a:lnTo>
                  <a:lnTo>
                    <a:pt x="9788" y="620"/>
                  </a:lnTo>
                  <a:cubicBezTo>
                    <a:pt x="9788" y="287"/>
                    <a:pt x="9526" y="1"/>
                    <a:pt x="9169" y="1"/>
                  </a:cubicBezTo>
                  <a:lnTo>
                    <a:pt x="2024" y="1"/>
                  </a:lnTo>
                  <a:cubicBezTo>
                    <a:pt x="1810" y="1"/>
                    <a:pt x="1810" y="334"/>
                    <a:pt x="2024" y="334"/>
                  </a:cubicBezTo>
                  <a:lnTo>
                    <a:pt x="5954" y="334"/>
                  </a:lnTo>
                  <a:lnTo>
                    <a:pt x="5954" y="2835"/>
                  </a:lnTo>
                  <a:lnTo>
                    <a:pt x="619" y="2835"/>
                  </a:lnTo>
                  <a:cubicBezTo>
                    <a:pt x="476" y="2835"/>
                    <a:pt x="334" y="2716"/>
                    <a:pt x="334" y="2525"/>
                  </a:cubicBezTo>
                  <a:lnTo>
                    <a:pt x="334" y="620"/>
                  </a:lnTo>
                  <a:cubicBezTo>
                    <a:pt x="334" y="477"/>
                    <a:pt x="453" y="334"/>
                    <a:pt x="619" y="334"/>
                  </a:cubicBezTo>
                  <a:lnTo>
                    <a:pt x="1167" y="334"/>
                  </a:lnTo>
                  <a:cubicBezTo>
                    <a:pt x="1381" y="334"/>
                    <a:pt x="1381"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4" name="Google Shape;18974;p94"/>
          <p:cNvGrpSpPr/>
          <p:nvPr/>
        </p:nvGrpSpPr>
        <p:grpSpPr>
          <a:xfrm>
            <a:off x="4000764" y="2331129"/>
            <a:ext cx="359324" cy="355455"/>
            <a:chOff x="4000764" y="2483529"/>
            <a:chExt cx="359324" cy="355455"/>
          </a:xfrm>
        </p:grpSpPr>
        <p:sp>
          <p:nvSpPr>
            <p:cNvPr id="18975" name="Google Shape;18975;p94"/>
            <p:cNvSpPr/>
            <p:nvPr/>
          </p:nvSpPr>
          <p:spPr>
            <a:xfrm>
              <a:off x="4006148" y="2561086"/>
              <a:ext cx="273321" cy="156630"/>
            </a:xfrm>
            <a:custGeom>
              <a:rect b="b" l="l" r="r" t="t"/>
              <a:pathLst>
                <a:path extrusionOk="0" h="4859" w="8479">
                  <a:moveTo>
                    <a:pt x="667" y="0"/>
                  </a:moveTo>
                  <a:cubicBezTo>
                    <a:pt x="286" y="0"/>
                    <a:pt x="1" y="357"/>
                    <a:pt x="72" y="714"/>
                  </a:cubicBezTo>
                  <a:lnTo>
                    <a:pt x="834" y="4382"/>
                  </a:lnTo>
                  <a:cubicBezTo>
                    <a:pt x="882" y="4644"/>
                    <a:pt x="1120" y="4858"/>
                    <a:pt x="1430" y="4858"/>
                  </a:cubicBezTo>
                  <a:lnTo>
                    <a:pt x="7574" y="4858"/>
                  </a:lnTo>
                  <a:lnTo>
                    <a:pt x="8479"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94"/>
            <p:cNvSpPr/>
            <p:nvPr/>
          </p:nvSpPr>
          <p:spPr>
            <a:xfrm>
              <a:off x="4221864" y="2561086"/>
              <a:ext cx="57604" cy="156630"/>
            </a:xfrm>
            <a:custGeom>
              <a:rect b="b" l="l" r="r" t="t"/>
              <a:pathLst>
                <a:path extrusionOk="0" h="4859" w="1787">
                  <a:moveTo>
                    <a:pt x="882" y="0"/>
                  </a:moveTo>
                  <a:lnTo>
                    <a:pt x="1" y="4858"/>
                  </a:lnTo>
                  <a:lnTo>
                    <a:pt x="882" y="4858"/>
                  </a:lnTo>
                  <a:lnTo>
                    <a:pt x="1787" y="0"/>
                  </a:ln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94"/>
            <p:cNvSpPr/>
            <p:nvPr/>
          </p:nvSpPr>
          <p:spPr>
            <a:xfrm>
              <a:off x="4053759" y="2776771"/>
              <a:ext cx="55283" cy="56089"/>
            </a:xfrm>
            <a:custGeom>
              <a:rect b="b" l="l" r="r" t="t"/>
              <a:pathLst>
                <a:path extrusionOk="0" h="1740" w="1715">
                  <a:moveTo>
                    <a:pt x="857" y="1"/>
                  </a:moveTo>
                  <a:cubicBezTo>
                    <a:pt x="381" y="1"/>
                    <a:pt x="0" y="406"/>
                    <a:pt x="0" y="882"/>
                  </a:cubicBezTo>
                  <a:cubicBezTo>
                    <a:pt x="0" y="1358"/>
                    <a:pt x="381" y="1739"/>
                    <a:pt x="857" y="1739"/>
                  </a:cubicBezTo>
                  <a:cubicBezTo>
                    <a:pt x="1334" y="1739"/>
                    <a:pt x="1715" y="1358"/>
                    <a:pt x="1715" y="882"/>
                  </a:cubicBezTo>
                  <a:cubicBezTo>
                    <a:pt x="1715" y="406"/>
                    <a:pt x="1334" y="1"/>
                    <a:pt x="857"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94"/>
            <p:cNvSpPr/>
            <p:nvPr/>
          </p:nvSpPr>
          <p:spPr>
            <a:xfrm>
              <a:off x="4070650" y="2776771"/>
              <a:ext cx="39166" cy="56089"/>
            </a:xfrm>
            <a:custGeom>
              <a:rect b="b" l="l" r="r" t="t"/>
              <a:pathLst>
                <a:path extrusionOk="0" h="1740" w="1215">
                  <a:moveTo>
                    <a:pt x="333" y="1"/>
                  </a:moveTo>
                  <a:cubicBezTo>
                    <a:pt x="214" y="1"/>
                    <a:pt x="95" y="49"/>
                    <a:pt x="0" y="72"/>
                  </a:cubicBezTo>
                  <a:cubicBezTo>
                    <a:pt x="310" y="191"/>
                    <a:pt x="524" y="525"/>
                    <a:pt x="524" y="882"/>
                  </a:cubicBezTo>
                  <a:cubicBezTo>
                    <a:pt x="524" y="1239"/>
                    <a:pt x="310" y="1525"/>
                    <a:pt x="0" y="1668"/>
                  </a:cubicBezTo>
                  <a:cubicBezTo>
                    <a:pt x="119" y="1739"/>
                    <a:pt x="214" y="1739"/>
                    <a:pt x="333" y="1739"/>
                  </a:cubicBezTo>
                  <a:cubicBezTo>
                    <a:pt x="810" y="1739"/>
                    <a:pt x="1191" y="1358"/>
                    <a:pt x="1191" y="882"/>
                  </a:cubicBezTo>
                  <a:cubicBezTo>
                    <a:pt x="1215" y="406"/>
                    <a:pt x="810" y="1"/>
                    <a:pt x="333"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94"/>
            <p:cNvSpPr/>
            <p:nvPr/>
          </p:nvSpPr>
          <p:spPr>
            <a:xfrm>
              <a:off x="4171965" y="2776771"/>
              <a:ext cx="55315" cy="56089"/>
            </a:xfrm>
            <a:custGeom>
              <a:rect b="b" l="l" r="r" t="t"/>
              <a:pathLst>
                <a:path extrusionOk="0" h="1740" w="1716">
                  <a:moveTo>
                    <a:pt x="858" y="1"/>
                  </a:moveTo>
                  <a:cubicBezTo>
                    <a:pt x="382" y="1"/>
                    <a:pt x="1" y="406"/>
                    <a:pt x="1" y="882"/>
                  </a:cubicBezTo>
                  <a:cubicBezTo>
                    <a:pt x="1" y="1358"/>
                    <a:pt x="382" y="1739"/>
                    <a:pt x="858" y="1739"/>
                  </a:cubicBezTo>
                  <a:cubicBezTo>
                    <a:pt x="1334" y="1739"/>
                    <a:pt x="1715" y="1358"/>
                    <a:pt x="1715" y="882"/>
                  </a:cubicBezTo>
                  <a:cubicBezTo>
                    <a:pt x="1715" y="406"/>
                    <a:pt x="1334" y="1"/>
                    <a:pt x="858"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94"/>
            <p:cNvSpPr/>
            <p:nvPr/>
          </p:nvSpPr>
          <p:spPr>
            <a:xfrm>
              <a:off x="4188856" y="2776771"/>
              <a:ext cx="38424" cy="56089"/>
            </a:xfrm>
            <a:custGeom>
              <a:rect b="b" l="l" r="r" t="t"/>
              <a:pathLst>
                <a:path extrusionOk="0" h="1740" w="1192">
                  <a:moveTo>
                    <a:pt x="334" y="1"/>
                  </a:moveTo>
                  <a:cubicBezTo>
                    <a:pt x="215" y="1"/>
                    <a:pt x="96" y="49"/>
                    <a:pt x="0" y="72"/>
                  </a:cubicBezTo>
                  <a:cubicBezTo>
                    <a:pt x="310" y="191"/>
                    <a:pt x="548" y="525"/>
                    <a:pt x="548" y="882"/>
                  </a:cubicBezTo>
                  <a:cubicBezTo>
                    <a:pt x="548" y="1239"/>
                    <a:pt x="334" y="1525"/>
                    <a:pt x="0" y="1668"/>
                  </a:cubicBezTo>
                  <a:cubicBezTo>
                    <a:pt x="120" y="1739"/>
                    <a:pt x="215" y="1739"/>
                    <a:pt x="334" y="1739"/>
                  </a:cubicBezTo>
                  <a:cubicBezTo>
                    <a:pt x="810" y="1739"/>
                    <a:pt x="1191" y="1358"/>
                    <a:pt x="1191" y="882"/>
                  </a:cubicBezTo>
                  <a:cubicBezTo>
                    <a:pt x="1191" y="406"/>
                    <a:pt x="810" y="1"/>
                    <a:pt x="334"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94"/>
            <p:cNvSpPr/>
            <p:nvPr/>
          </p:nvSpPr>
          <p:spPr>
            <a:xfrm>
              <a:off x="4000764" y="2483529"/>
              <a:ext cx="359324" cy="355455"/>
            </a:xfrm>
            <a:custGeom>
              <a:rect b="b" l="l" r="r" t="t"/>
              <a:pathLst>
                <a:path extrusionOk="0" h="11027" w="11147">
                  <a:moveTo>
                    <a:pt x="8217" y="3811"/>
                  </a:moveTo>
                  <a:lnTo>
                    <a:pt x="8074" y="4668"/>
                  </a:lnTo>
                  <a:lnTo>
                    <a:pt x="7217" y="4668"/>
                  </a:lnTo>
                  <a:cubicBezTo>
                    <a:pt x="7002" y="4668"/>
                    <a:pt x="7002" y="5002"/>
                    <a:pt x="7217" y="5002"/>
                  </a:cubicBezTo>
                  <a:lnTo>
                    <a:pt x="8026" y="5002"/>
                  </a:lnTo>
                  <a:lnTo>
                    <a:pt x="7860" y="5859"/>
                  </a:lnTo>
                  <a:lnTo>
                    <a:pt x="1001" y="5859"/>
                  </a:lnTo>
                  <a:lnTo>
                    <a:pt x="811" y="5002"/>
                  </a:lnTo>
                  <a:lnTo>
                    <a:pt x="6288" y="5002"/>
                  </a:lnTo>
                  <a:cubicBezTo>
                    <a:pt x="6502" y="5002"/>
                    <a:pt x="6502" y="4668"/>
                    <a:pt x="6288" y="4668"/>
                  </a:cubicBezTo>
                  <a:lnTo>
                    <a:pt x="763" y="4668"/>
                  </a:lnTo>
                  <a:lnTo>
                    <a:pt x="572" y="3811"/>
                  </a:lnTo>
                  <a:close/>
                  <a:moveTo>
                    <a:pt x="7812" y="6169"/>
                  </a:moveTo>
                  <a:lnTo>
                    <a:pt x="7622" y="7050"/>
                  </a:lnTo>
                  <a:lnTo>
                    <a:pt x="1597" y="7097"/>
                  </a:lnTo>
                  <a:cubicBezTo>
                    <a:pt x="1382" y="7097"/>
                    <a:pt x="1192" y="6931"/>
                    <a:pt x="1168" y="6740"/>
                  </a:cubicBezTo>
                  <a:lnTo>
                    <a:pt x="1049" y="6169"/>
                  </a:lnTo>
                  <a:close/>
                  <a:moveTo>
                    <a:pt x="6169" y="9312"/>
                  </a:moveTo>
                  <a:cubicBezTo>
                    <a:pt x="6550" y="9312"/>
                    <a:pt x="6883" y="9646"/>
                    <a:pt x="6883" y="10003"/>
                  </a:cubicBezTo>
                  <a:cubicBezTo>
                    <a:pt x="6883" y="10360"/>
                    <a:pt x="6550" y="10693"/>
                    <a:pt x="6169" y="10693"/>
                  </a:cubicBezTo>
                  <a:cubicBezTo>
                    <a:pt x="5788" y="10693"/>
                    <a:pt x="5454" y="10360"/>
                    <a:pt x="5454" y="10003"/>
                  </a:cubicBezTo>
                  <a:cubicBezTo>
                    <a:pt x="5454" y="9622"/>
                    <a:pt x="5788" y="9312"/>
                    <a:pt x="6169" y="9312"/>
                  </a:cubicBezTo>
                  <a:close/>
                  <a:moveTo>
                    <a:pt x="10313" y="1"/>
                  </a:moveTo>
                  <a:cubicBezTo>
                    <a:pt x="9503" y="1"/>
                    <a:pt x="8812" y="572"/>
                    <a:pt x="8693" y="1334"/>
                  </a:cubicBezTo>
                  <a:lnTo>
                    <a:pt x="8527" y="2263"/>
                  </a:lnTo>
                  <a:lnTo>
                    <a:pt x="2382" y="2263"/>
                  </a:lnTo>
                  <a:cubicBezTo>
                    <a:pt x="2168" y="2263"/>
                    <a:pt x="2168" y="2573"/>
                    <a:pt x="2382" y="2573"/>
                  </a:cubicBezTo>
                  <a:lnTo>
                    <a:pt x="8431" y="2573"/>
                  </a:lnTo>
                  <a:lnTo>
                    <a:pt x="8241" y="3525"/>
                  </a:lnTo>
                  <a:lnTo>
                    <a:pt x="477" y="3525"/>
                  </a:lnTo>
                  <a:lnTo>
                    <a:pt x="382" y="3097"/>
                  </a:lnTo>
                  <a:cubicBezTo>
                    <a:pt x="358" y="3001"/>
                    <a:pt x="382" y="2930"/>
                    <a:pt x="430" y="2835"/>
                  </a:cubicBezTo>
                  <a:cubicBezTo>
                    <a:pt x="477" y="2644"/>
                    <a:pt x="668" y="2573"/>
                    <a:pt x="811" y="2573"/>
                  </a:cubicBezTo>
                  <a:lnTo>
                    <a:pt x="1501" y="2573"/>
                  </a:lnTo>
                  <a:cubicBezTo>
                    <a:pt x="1692" y="2573"/>
                    <a:pt x="1692" y="2263"/>
                    <a:pt x="1501" y="2263"/>
                  </a:cubicBezTo>
                  <a:lnTo>
                    <a:pt x="811" y="2263"/>
                  </a:lnTo>
                  <a:cubicBezTo>
                    <a:pt x="572" y="2263"/>
                    <a:pt x="358" y="2358"/>
                    <a:pt x="215" y="2525"/>
                  </a:cubicBezTo>
                  <a:cubicBezTo>
                    <a:pt x="72" y="2716"/>
                    <a:pt x="1" y="2954"/>
                    <a:pt x="72" y="3168"/>
                  </a:cubicBezTo>
                  <a:lnTo>
                    <a:pt x="811" y="6812"/>
                  </a:lnTo>
                  <a:cubicBezTo>
                    <a:pt x="858" y="7169"/>
                    <a:pt x="1192" y="7407"/>
                    <a:pt x="1549" y="7407"/>
                  </a:cubicBezTo>
                  <a:lnTo>
                    <a:pt x="7503" y="7407"/>
                  </a:lnTo>
                  <a:lnTo>
                    <a:pt x="7407" y="7883"/>
                  </a:lnTo>
                  <a:cubicBezTo>
                    <a:pt x="7288" y="8526"/>
                    <a:pt x="6764" y="8955"/>
                    <a:pt x="6097" y="8955"/>
                  </a:cubicBezTo>
                  <a:lnTo>
                    <a:pt x="1525" y="8955"/>
                  </a:lnTo>
                  <a:cubicBezTo>
                    <a:pt x="1311" y="8955"/>
                    <a:pt x="1311" y="9288"/>
                    <a:pt x="1525" y="9288"/>
                  </a:cubicBezTo>
                  <a:lnTo>
                    <a:pt x="1716" y="9288"/>
                  </a:lnTo>
                  <a:cubicBezTo>
                    <a:pt x="1525" y="9479"/>
                    <a:pt x="1430" y="9717"/>
                    <a:pt x="1430" y="9979"/>
                  </a:cubicBezTo>
                  <a:cubicBezTo>
                    <a:pt x="1430" y="10551"/>
                    <a:pt x="1882" y="10979"/>
                    <a:pt x="2454" y="10979"/>
                  </a:cubicBezTo>
                  <a:cubicBezTo>
                    <a:pt x="2692" y="10979"/>
                    <a:pt x="2930" y="10908"/>
                    <a:pt x="3144" y="10741"/>
                  </a:cubicBezTo>
                  <a:cubicBezTo>
                    <a:pt x="3256" y="10629"/>
                    <a:pt x="3149" y="10459"/>
                    <a:pt x="3029" y="10459"/>
                  </a:cubicBezTo>
                  <a:cubicBezTo>
                    <a:pt x="2995" y="10459"/>
                    <a:pt x="2961" y="10472"/>
                    <a:pt x="2930" y="10503"/>
                  </a:cubicBezTo>
                  <a:cubicBezTo>
                    <a:pt x="2811" y="10622"/>
                    <a:pt x="2621" y="10693"/>
                    <a:pt x="2478" y="10693"/>
                  </a:cubicBezTo>
                  <a:cubicBezTo>
                    <a:pt x="2097" y="10693"/>
                    <a:pt x="1787" y="10360"/>
                    <a:pt x="1787" y="10003"/>
                  </a:cubicBezTo>
                  <a:cubicBezTo>
                    <a:pt x="1787" y="9646"/>
                    <a:pt x="2120" y="9312"/>
                    <a:pt x="2478" y="9312"/>
                  </a:cubicBezTo>
                  <a:cubicBezTo>
                    <a:pt x="2835" y="9312"/>
                    <a:pt x="3168" y="9646"/>
                    <a:pt x="3168" y="10003"/>
                  </a:cubicBezTo>
                  <a:cubicBezTo>
                    <a:pt x="3168" y="10110"/>
                    <a:pt x="3252" y="10164"/>
                    <a:pt x="3335" y="10164"/>
                  </a:cubicBezTo>
                  <a:cubicBezTo>
                    <a:pt x="3418" y="10164"/>
                    <a:pt x="3502" y="10110"/>
                    <a:pt x="3502" y="10003"/>
                  </a:cubicBezTo>
                  <a:cubicBezTo>
                    <a:pt x="3502" y="9741"/>
                    <a:pt x="3383" y="9503"/>
                    <a:pt x="3216" y="9312"/>
                  </a:cubicBezTo>
                  <a:lnTo>
                    <a:pt x="5407" y="9312"/>
                  </a:lnTo>
                  <a:cubicBezTo>
                    <a:pt x="5216" y="9503"/>
                    <a:pt x="5121" y="9741"/>
                    <a:pt x="5121" y="10003"/>
                  </a:cubicBezTo>
                  <a:cubicBezTo>
                    <a:pt x="5121" y="10574"/>
                    <a:pt x="5574" y="11027"/>
                    <a:pt x="6145" y="11027"/>
                  </a:cubicBezTo>
                  <a:cubicBezTo>
                    <a:pt x="6717" y="11027"/>
                    <a:pt x="7145" y="10574"/>
                    <a:pt x="7145" y="10003"/>
                  </a:cubicBezTo>
                  <a:cubicBezTo>
                    <a:pt x="7145" y="9669"/>
                    <a:pt x="7002" y="9384"/>
                    <a:pt x="6740" y="9169"/>
                  </a:cubicBezTo>
                  <a:cubicBezTo>
                    <a:pt x="7241" y="8955"/>
                    <a:pt x="7622" y="8526"/>
                    <a:pt x="7717" y="7955"/>
                  </a:cubicBezTo>
                  <a:lnTo>
                    <a:pt x="8931" y="1406"/>
                  </a:lnTo>
                  <a:cubicBezTo>
                    <a:pt x="9050" y="787"/>
                    <a:pt x="9598" y="334"/>
                    <a:pt x="10241" y="334"/>
                  </a:cubicBezTo>
                  <a:lnTo>
                    <a:pt x="10884" y="334"/>
                  </a:lnTo>
                  <a:cubicBezTo>
                    <a:pt x="11146" y="310"/>
                    <a:pt x="11146" y="1"/>
                    <a:pt x="10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2" name="Google Shape;18982;p94"/>
          <p:cNvGrpSpPr/>
          <p:nvPr/>
        </p:nvGrpSpPr>
        <p:grpSpPr>
          <a:xfrm>
            <a:off x="3251526" y="2330613"/>
            <a:ext cx="357003" cy="353682"/>
            <a:chOff x="3251526" y="2483013"/>
            <a:chExt cx="357003" cy="353682"/>
          </a:xfrm>
        </p:grpSpPr>
        <p:sp>
          <p:nvSpPr>
            <p:cNvPr id="18983" name="Google Shape;18983;p94"/>
            <p:cNvSpPr/>
            <p:nvPr/>
          </p:nvSpPr>
          <p:spPr>
            <a:xfrm>
              <a:off x="3278410" y="2633228"/>
              <a:ext cx="304041" cy="200405"/>
            </a:xfrm>
            <a:custGeom>
              <a:rect b="b" l="l" r="r" t="t"/>
              <a:pathLst>
                <a:path extrusionOk="0" h="6217" w="9432">
                  <a:moveTo>
                    <a:pt x="1" y="1"/>
                  </a:moveTo>
                  <a:lnTo>
                    <a:pt x="1" y="5406"/>
                  </a:lnTo>
                  <a:cubicBezTo>
                    <a:pt x="1" y="5859"/>
                    <a:pt x="358" y="6216"/>
                    <a:pt x="810" y="6216"/>
                  </a:cubicBezTo>
                  <a:lnTo>
                    <a:pt x="8645" y="6216"/>
                  </a:lnTo>
                  <a:cubicBezTo>
                    <a:pt x="9074" y="6216"/>
                    <a:pt x="9431" y="5859"/>
                    <a:pt x="9431" y="5406"/>
                  </a:cubicBezTo>
                  <a:lnTo>
                    <a:pt x="9431" y="1"/>
                  </a:ln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94"/>
            <p:cNvSpPr/>
            <p:nvPr/>
          </p:nvSpPr>
          <p:spPr>
            <a:xfrm>
              <a:off x="3524073" y="2633228"/>
              <a:ext cx="58378" cy="200405"/>
            </a:xfrm>
            <a:custGeom>
              <a:rect b="b" l="l" r="r" t="t"/>
              <a:pathLst>
                <a:path extrusionOk="0" h="6217" w="1811">
                  <a:moveTo>
                    <a:pt x="810" y="1"/>
                  </a:moveTo>
                  <a:lnTo>
                    <a:pt x="810" y="5406"/>
                  </a:lnTo>
                  <a:cubicBezTo>
                    <a:pt x="810" y="5859"/>
                    <a:pt x="453" y="6216"/>
                    <a:pt x="0" y="6216"/>
                  </a:cubicBezTo>
                  <a:lnTo>
                    <a:pt x="1024" y="6216"/>
                  </a:lnTo>
                  <a:cubicBezTo>
                    <a:pt x="1453" y="6216"/>
                    <a:pt x="1810" y="5859"/>
                    <a:pt x="1810" y="5406"/>
                  </a:cubicBezTo>
                  <a:lnTo>
                    <a:pt x="181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94"/>
            <p:cNvSpPr/>
            <p:nvPr/>
          </p:nvSpPr>
          <p:spPr>
            <a:xfrm>
              <a:off x="3258457" y="2564922"/>
              <a:ext cx="345462" cy="68338"/>
            </a:xfrm>
            <a:custGeom>
              <a:rect b="b" l="l" r="r" t="t"/>
              <a:pathLst>
                <a:path extrusionOk="0" h="2120" w="10717">
                  <a:moveTo>
                    <a:pt x="524" y="0"/>
                  </a:moveTo>
                  <a:cubicBezTo>
                    <a:pt x="238" y="0"/>
                    <a:pt x="0" y="238"/>
                    <a:pt x="0" y="548"/>
                  </a:cubicBezTo>
                  <a:lnTo>
                    <a:pt x="0" y="1572"/>
                  </a:lnTo>
                  <a:cubicBezTo>
                    <a:pt x="0" y="1881"/>
                    <a:pt x="238" y="2120"/>
                    <a:pt x="524" y="2120"/>
                  </a:cubicBezTo>
                  <a:lnTo>
                    <a:pt x="10169" y="2120"/>
                  </a:lnTo>
                  <a:cubicBezTo>
                    <a:pt x="10479" y="2120"/>
                    <a:pt x="10717" y="1881"/>
                    <a:pt x="10717" y="1572"/>
                  </a:cubicBezTo>
                  <a:lnTo>
                    <a:pt x="10717" y="548"/>
                  </a:lnTo>
                  <a:cubicBezTo>
                    <a:pt x="10717" y="238"/>
                    <a:pt x="10479" y="0"/>
                    <a:pt x="10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94"/>
            <p:cNvSpPr/>
            <p:nvPr/>
          </p:nvSpPr>
          <p:spPr>
            <a:xfrm>
              <a:off x="3557823" y="2564922"/>
              <a:ext cx="45355" cy="68338"/>
            </a:xfrm>
            <a:custGeom>
              <a:rect b="b" l="l" r="r" t="t"/>
              <a:pathLst>
                <a:path extrusionOk="0" h="2120" w="1407">
                  <a:moveTo>
                    <a:pt x="1" y="0"/>
                  </a:moveTo>
                  <a:cubicBezTo>
                    <a:pt x="287" y="0"/>
                    <a:pt x="501" y="238"/>
                    <a:pt x="501" y="548"/>
                  </a:cubicBezTo>
                  <a:lnTo>
                    <a:pt x="501" y="1596"/>
                  </a:lnTo>
                  <a:cubicBezTo>
                    <a:pt x="501" y="1881"/>
                    <a:pt x="263" y="2120"/>
                    <a:pt x="1" y="2120"/>
                  </a:cubicBezTo>
                  <a:lnTo>
                    <a:pt x="858" y="2120"/>
                  </a:lnTo>
                  <a:cubicBezTo>
                    <a:pt x="1168" y="2120"/>
                    <a:pt x="1406" y="1881"/>
                    <a:pt x="1406" y="1596"/>
                  </a:cubicBezTo>
                  <a:lnTo>
                    <a:pt x="1406" y="548"/>
                  </a:lnTo>
                  <a:cubicBezTo>
                    <a:pt x="1406" y="238"/>
                    <a:pt x="1168" y="0"/>
                    <a:pt x="858" y="0"/>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94"/>
            <p:cNvSpPr/>
            <p:nvPr/>
          </p:nvSpPr>
          <p:spPr>
            <a:xfrm>
              <a:off x="3305294" y="2487881"/>
              <a:ext cx="250273" cy="77074"/>
            </a:xfrm>
            <a:custGeom>
              <a:rect b="b" l="l" r="r" t="t"/>
              <a:pathLst>
                <a:path extrusionOk="0" h="2391" w="7764">
                  <a:moveTo>
                    <a:pt x="6672" y="1"/>
                  </a:moveTo>
                  <a:cubicBezTo>
                    <a:pt x="6460" y="1"/>
                    <a:pt x="6244" y="63"/>
                    <a:pt x="6049" y="199"/>
                  </a:cubicBezTo>
                  <a:cubicBezTo>
                    <a:pt x="5620" y="485"/>
                    <a:pt x="5239" y="914"/>
                    <a:pt x="4953" y="1604"/>
                  </a:cubicBezTo>
                  <a:lnTo>
                    <a:pt x="2810" y="1604"/>
                  </a:lnTo>
                  <a:cubicBezTo>
                    <a:pt x="2501" y="937"/>
                    <a:pt x="2120" y="485"/>
                    <a:pt x="1738" y="223"/>
                  </a:cubicBezTo>
                  <a:cubicBezTo>
                    <a:pt x="1544" y="87"/>
                    <a:pt x="1327" y="25"/>
                    <a:pt x="1114" y="25"/>
                  </a:cubicBezTo>
                  <a:cubicBezTo>
                    <a:pt x="543" y="25"/>
                    <a:pt x="0" y="469"/>
                    <a:pt x="0" y="1128"/>
                  </a:cubicBezTo>
                  <a:lnTo>
                    <a:pt x="0" y="2390"/>
                  </a:lnTo>
                  <a:lnTo>
                    <a:pt x="7764" y="2390"/>
                  </a:lnTo>
                  <a:lnTo>
                    <a:pt x="7764" y="1080"/>
                  </a:lnTo>
                  <a:cubicBezTo>
                    <a:pt x="7764" y="440"/>
                    <a:pt x="7235" y="1"/>
                    <a:pt x="6672"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94"/>
            <p:cNvSpPr/>
            <p:nvPr/>
          </p:nvSpPr>
          <p:spPr>
            <a:xfrm>
              <a:off x="3396616" y="2528819"/>
              <a:ext cx="69144" cy="36135"/>
            </a:xfrm>
            <a:custGeom>
              <a:rect b="b" l="l" r="r" t="t"/>
              <a:pathLst>
                <a:path extrusionOk="0" h="1121" w="2145">
                  <a:moveTo>
                    <a:pt x="453" y="1"/>
                  </a:moveTo>
                  <a:cubicBezTo>
                    <a:pt x="215" y="1"/>
                    <a:pt x="1" y="215"/>
                    <a:pt x="1" y="453"/>
                  </a:cubicBezTo>
                  <a:lnTo>
                    <a:pt x="1" y="1120"/>
                  </a:lnTo>
                  <a:lnTo>
                    <a:pt x="2144" y="1120"/>
                  </a:lnTo>
                  <a:lnTo>
                    <a:pt x="2144" y="453"/>
                  </a:lnTo>
                  <a:cubicBezTo>
                    <a:pt x="2144" y="215"/>
                    <a:pt x="1930" y="1"/>
                    <a:pt x="169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94"/>
            <p:cNvSpPr/>
            <p:nvPr/>
          </p:nvSpPr>
          <p:spPr>
            <a:xfrm>
              <a:off x="3397390" y="2565664"/>
              <a:ext cx="68370" cy="267196"/>
            </a:xfrm>
            <a:custGeom>
              <a:rect b="b" l="l" r="r" t="t"/>
              <a:pathLst>
                <a:path extrusionOk="0" h="8289" w="2121">
                  <a:moveTo>
                    <a:pt x="1" y="1"/>
                  </a:moveTo>
                  <a:lnTo>
                    <a:pt x="1" y="8288"/>
                  </a:lnTo>
                  <a:lnTo>
                    <a:pt x="2120" y="8288"/>
                  </a:lnTo>
                  <a:lnTo>
                    <a:pt x="2120"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94"/>
            <p:cNvSpPr/>
            <p:nvPr/>
          </p:nvSpPr>
          <p:spPr>
            <a:xfrm>
              <a:off x="3397390" y="2723035"/>
              <a:ext cx="68370" cy="109825"/>
            </a:xfrm>
            <a:custGeom>
              <a:rect b="b" l="l" r="r" t="t"/>
              <a:pathLst>
                <a:path extrusionOk="0" h="3407" w="2121">
                  <a:moveTo>
                    <a:pt x="2120" y="1"/>
                  </a:moveTo>
                  <a:lnTo>
                    <a:pt x="1" y="1763"/>
                  </a:lnTo>
                  <a:lnTo>
                    <a:pt x="1" y="3406"/>
                  </a:lnTo>
                  <a:lnTo>
                    <a:pt x="96" y="3406"/>
                  </a:lnTo>
                  <a:lnTo>
                    <a:pt x="2120" y="1668"/>
                  </a:lnTo>
                  <a:lnTo>
                    <a:pt x="212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94"/>
            <p:cNvSpPr/>
            <p:nvPr/>
          </p:nvSpPr>
          <p:spPr>
            <a:xfrm>
              <a:off x="3399711" y="2776771"/>
              <a:ext cx="65276" cy="56089"/>
            </a:xfrm>
            <a:custGeom>
              <a:rect b="b" l="l" r="r" t="t"/>
              <a:pathLst>
                <a:path extrusionOk="0" h="1740" w="2025">
                  <a:moveTo>
                    <a:pt x="2024" y="1"/>
                  </a:moveTo>
                  <a:lnTo>
                    <a:pt x="0" y="1739"/>
                  </a:lnTo>
                  <a:lnTo>
                    <a:pt x="2024" y="1739"/>
                  </a:lnTo>
                  <a:lnTo>
                    <a:pt x="202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94"/>
            <p:cNvSpPr/>
            <p:nvPr/>
          </p:nvSpPr>
          <p:spPr>
            <a:xfrm>
              <a:off x="3397390" y="2564922"/>
              <a:ext cx="67597" cy="53768"/>
            </a:xfrm>
            <a:custGeom>
              <a:rect b="b" l="l" r="r" t="t"/>
              <a:pathLst>
                <a:path extrusionOk="0" h="1668" w="2097">
                  <a:moveTo>
                    <a:pt x="1" y="0"/>
                  </a:moveTo>
                  <a:lnTo>
                    <a:pt x="1" y="1667"/>
                  </a:lnTo>
                  <a:lnTo>
                    <a:pt x="2096"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94"/>
            <p:cNvSpPr/>
            <p:nvPr/>
          </p:nvSpPr>
          <p:spPr>
            <a:xfrm>
              <a:off x="3397390" y="2671620"/>
              <a:ext cx="68370" cy="110566"/>
            </a:xfrm>
            <a:custGeom>
              <a:rect b="b" l="l" r="r" t="t"/>
              <a:pathLst>
                <a:path extrusionOk="0" h="3430" w="2121">
                  <a:moveTo>
                    <a:pt x="2120" y="0"/>
                  </a:moveTo>
                  <a:lnTo>
                    <a:pt x="1" y="1763"/>
                  </a:lnTo>
                  <a:lnTo>
                    <a:pt x="1" y="3430"/>
                  </a:lnTo>
                  <a:lnTo>
                    <a:pt x="2120" y="1667"/>
                  </a:lnTo>
                  <a:lnTo>
                    <a:pt x="212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94"/>
            <p:cNvSpPr/>
            <p:nvPr/>
          </p:nvSpPr>
          <p:spPr>
            <a:xfrm>
              <a:off x="3396616" y="2617884"/>
              <a:ext cx="68370" cy="110566"/>
            </a:xfrm>
            <a:custGeom>
              <a:rect b="b" l="l" r="r" t="t"/>
              <a:pathLst>
                <a:path extrusionOk="0" h="3430" w="2121">
                  <a:moveTo>
                    <a:pt x="2120" y="0"/>
                  </a:moveTo>
                  <a:lnTo>
                    <a:pt x="1" y="1763"/>
                  </a:lnTo>
                  <a:lnTo>
                    <a:pt x="1" y="3430"/>
                  </a:lnTo>
                  <a:lnTo>
                    <a:pt x="2120" y="1667"/>
                  </a:lnTo>
                  <a:lnTo>
                    <a:pt x="212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94"/>
            <p:cNvSpPr/>
            <p:nvPr/>
          </p:nvSpPr>
          <p:spPr>
            <a:xfrm>
              <a:off x="3396616" y="2564922"/>
              <a:ext cx="68370" cy="109019"/>
            </a:xfrm>
            <a:custGeom>
              <a:rect b="b" l="l" r="r" t="t"/>
              <a:pathLst>
                <a:path extrusionOk="0" h="3382" w="2121">
                  <a:moveTo>
                    <a:pt x="2120" y="0"/>
                  </a:moveTo>
                  <a:lnTo>
                    <a:pt x="1" y="1667"/>
                  </a:lnTo>
                  <a:lnTo>
                    <a:pt x="1" y="3382"/>
                  </a:lnTo>
                  <a:lnTo>
                    <a:pt x="2120" y="1620"/>
                  </a:lnTo>
                  <a:lnTo>
                    <a:pt x="212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4"/>
            <p:cNvSpPr/>
            <p:nvPr/>
          </p:nvSpPr>
          <p:spPr>
            <a:xfrm>
              <a:off x="3251526" y="2483013"/>
              <a:ext cx="357003" cy="353682"/>
            </a:xfrm>
            <a:custGeom>
              <a:rect b="b" l="l" r="r" t="t"/>
              <a:pathLst>
                <a:path extrusionOk="0" h="10972" w="11075">
                  <a:moveTo>
                    <a:pt x="8350" y="316"/>
                  </a:moveTo>
                  <a:cubicBezTo>
                    <a:pt x="8503" y="316"/>
                    <a:pt x="8660" y="359"/>
                    <a:pt x="8812" y="445"/>
                  </a:cubicBezTo>
                  <a:cubicBezTo>
                    <a:pt x="9146" y="588"/>
                    <a:pt x="9312" y="922"/>
                    <a:pt x="9312" y="1279"/>
                  </a:cubicBezTo>
                  <a:lnTo>
                    <a:pt x="9312" y="2398"/>
                  </a:lnTo>
                  <a:lnTo>
                    <a:pt x="6812" y="2398"/>
                  </a:lnTo>
                  <a:lnTo>
                    <a:pt x="6812" y="1874"/>
                  </a:lnTo>
                  <a:lnTo>
                    <a:pt x="6812" y="1779"/>
                  </a:lnTo>
                  <a:cubicBezTo>
                    <a:pt x="7050" y="1231"/>
                    <a:pt x="7383" y="779"/>
                    <a:pt x="7836" y="493"/>
                  </a:cubicBezTo>
                  <a:cubicBezTo>
                    <a:pt x="7991" y="377"/>
                    <a:pt x="8168" y="316"/>
                    <a:pt x="8350" y="316"/>
                  </a:cubicBezTo>
                  <a:close/>
                  <a:moveTo>
                    <a:pt x="6193" y="1589"/>
                  </a:moveTo>
                  <a:cubicBezTo>
                    <a:pt x="6336" y="1589"/>
                    <a:pt x="6502" y="1708"/>
                    <a:pt x="6502" y="1898"/>
                  </a:cubicBezTo>
                  <a:lnTo>
                    <a:pt x="6502" y="2422"/>
                  </a:lnTo>
                  <a:lnTo>
                    <a:pt x="4669" y="2422"/>
                  </a:lnTo>
                  <a:lnTo>
                    <a:pt x="4669" y="1874"/>
                  </a:lnTo>
                  <a:cubicBezTo>
                    <a:pt x="4669" y="1708"/>
                    <a:pt x="4788" y="1589"/>
                    <a:pt x="4954" y="1589"/>
                  </a:cubicBezTo>
                  <a:close/>
                  <a:moveTo>
                    <a:pt x="6145" y="2732"/>
                  </a:moveTo>
                  <a:lnTo>
                    <a:pt x="4669" y="3922"/>
                  </a:lnTo>
                  <a:lnTo>
                    <a:pt x="4669" y="2732"/>
                  </a:lnTo>
                  <a:close/>
                  <a:moveTo>
                    <a:pt x="4383" y="2732"/>
                  </a:moveTo>
                  <a:lnTo>
                    <a:pt x="4383" y="4494"/>
                  </a:lnTo>
                  <a:lnTo>
                    <a:pt x="739" y="4494"/>
                  </a:lnTo>
                  <a:cubicBezTo>
                    <a:pt x="728" y="4495"/>
                    <a:pt x="718" y="4496"/>
                    <a:pt x="707" y="4496"/>
                  </a:cubicBezTo>
                  <a:cubicBezTo>
                    <a:pt x="530" y="4496"/>
                    <a:pt x="382" y="4316"/>
                    <a:pt x="382" y="4137"/>
                  </a:cubicBezTo>
                  <a:lnTo>
                    <a:pt x="382" y="3089"/>
                  </a:lnTo>
                  <a:cubicBezTo>
                    <a:pt x="382" y="2875"/>
                    <a:pt x="549" y="2732"/>
                    <a:pt x="739" y="2732"/>
                  </a:cubicBezTo>
                  <a:close/>
                  <a:moveTo>
                    <a:pt x="6455" y="2875"/>
                  </a:moveTo>
                  <a:lnTo>
                    <a:pt x="6455" y="4137"/>
                  </a:lnTo>
                  <a:lnTo>
                    <a:pt x="4669" y="5566"/>
                  </a:lnTo>
                  <a:lnTo>
                    <a:pt x="4669" y="4303"/>
                  </a:lnTo>
                  <a:lnTo>
                    <a:pt x="6455" y="2875"/>
                  </a:lnTo>
                  <a:close/>
                  <a:moveTo>
                    <a:pt x="6455" y="4542"/>
                  </a:moveTo>
                  <a:lnTo>
                    <a:pt x="6455" y="5804"/>
                  </a:lnTo>
                  <a:lnTo>
                    <a:pt x="4669" y="7233"/>
                  </a:lnTo>
                  <a:lnTo>
                    <a:pt x="4669" y="5970"/>
                  </a:lnTo>
                  <a:lnTo>
                    <a:pt x="6455" y="4542"/>
                  </a:lnTo>
                  <a:close/>
                  <a:moveTo>
                    <a:pt x="6455" y="6209"/>
                  </a:moveTo>
                  <a:lnTo>
                    <a:pt x="6455" y="7447"/>
                  </a:lnTo>
                  <a:lnTo>
                    <a:pt x="4669" y="8876"/>
                  </a:lnTo>
                  <a:lnTo>
                    <a:pt x="4669" y="7637"/>
                  </a:lnTo>
                  <a:lnTo>
                    <a:pt x="6455" y="6209"/>
                  </a:lnTo>
                  <a:close/>
                  <a:moveTo>
                    <a:pt x="6455" y="7852"/>
                  </a:moveTo>
                  <a:lnTo>
                    <a:pt x="6455" y="9090"/>
                  </a:lnTo>
                  <a:lnTo>
                    <a:pt x="4669" y="10519"/>
                  </a:lnTo>
                  <a:lnTo>
                    <a:pt x="4669" y="9281"/>
                  </a:lnTo>
                  <a:lnTo>
                    <a:pt x="6455" y="7852"/>
                  </a:lnTo>
                  <a:close/>
                  <a:moveTo>
                    <a:pt x="4359" y="4804"/>
                  </a:moveTo>
                  <a:lnTo>
                    <a:pt x="4359" y="10662"/>
                  </a:lnTo>
                  <a:lnTo>
                    <a:pt x="1644" y="10662"/>
                  </a:lnTo>
                  <a:cubicBezTo>
                    <a:pt x="1620" y="10665"/>
                    <a:pt x="1596" y="10667"/>
                    <a:pt x="1572" y="10667"/>
                  </a:cubicBezTo>
                  <a:cubicBezTo>
                    <a:pt x="1252" y="10667"/>
                    <a:pt x="1025" y="10375"/>
                    <a:pt x="1025" y="10043"/>
                  </a:cubicBezTo>
                  <a:lnTo>
                    <a:pt x="1025" y="4804"/>
                  </a:lnTo>
                  <a:close/>
                  <a:moveTo>
                    <a:pt x="10432" y="2732"/>
                  </a:moveTo>
                  <a:cubicBezTo>
                    <a:pt x="10622" y="2732"/>
                    <a:pt x="10789" y="2875"/>
                    <a:pt x="10789" y="3089"/>
                  </a:cubicBezTo>
                  <a:lnTo>
                    <a:pt x="10789" y="4137"/>
                  </a:lnTo>
                  <a:lnTo>
                    <a:pt x="10741" y="4137"/>
                  </a:lnTo>
                  <a:cubicBezTo>
                    <a:pt x="10741" y="4327"/>
                    <a:pt x="10598" y="4494"/>
                    <a:pt x="10384" y="4494"/>
                  </a:cubicBezTo>
                  <a:lnTo>
                    <a:pt x="9027" y="4494"/>
                  </a:lnTo>
                  <a:cubicBezTo>
                    <a:pt x="8812" y="4494"/>
                    <a:pt x="8812" y="4804"/>
                    <a:pt x="9027" y="4804"/>
                  </a:cubicBezTo>
                  <a:lnTo>
                    <a:pt x="10122" y="4804"/>
                  </a:lnTo>
                  <a:lnTo>
                    <a:pt x="10122" y="10043"/>
                  </a:lnTo>
                  <a:cubicBezTo>
                    <a:pt x="10122" y="10400"/>
                    <a:pt x="9836" y="10686"/>
                    <a:pt x="9503" y="10686"/>
                  </a:cubicBezTo>
                  <a:lnTo>
                    <a:pt x="6788" y="10686"/>
                  </a:lnTo>
                  <a:lnTo>
                    <a:pt x="6788" y="4804"/>
                  </a:lnTo>
                  <a:lnTo>
                    <a:pt x="8122" y="4804"/>
                  </a:lnTo>
                  <a:cubicBezTo>
                    <a:pt x="8336" y="4804"/>
                    <a:pt x="8336" y="4494"/>
                    <a:pt x="8122" y="4494"/>
                  </a:cubicBezTo>
                  <a:lnTo>
                    <a:pt x="6788" y="4494"/>
                  </a:lnTo>
                  <a:lnTo>
                    <a:pt x="6788" y="2732"/>
                  </a:lnTo>
                  <a:close/>
                  <a:moveTo>
                    <a:pt x="6455" y="9519"/>
                  </a:moveTo>
                  <a:lnTo>
                    <a:pt x="6455" y="10709"/>
                  </a:lnTo>
                  <a:lnTo>
                    <a:pt x="4978" y="10709"/>
                  </a:lnTo>
                  <a:lnTo>
                    <a:pt x="6455" y="9519"/>
                  </a:lnTo>
                  <a:close/>
                  <a:moveTo>
                    <a:pt x="2750" y="1"/>
                  </a:moveTo>
                  <a:cubicBezTo>
                    <a:pt x="2558" y="1"/>
                    <a:pt x="2361" y="45"/>
                    <a:pt x="2168" y="136"/>
                  </a:cubicBezTo>
                  <a:cubicBezTo>
                    <a:pt x="1763" y="350"/>
                    <a:pt x="1501" y="755"/>
                    <a:pt x="1501" y="1231"/>
                  </a:cubicBezTo>
                  <a:cubicBezTo>
                    <a:pt x="1501" y="1339"/>
                    <a:pt x="1579" y="1392"/>
                    <a:pt x="1656" y="1392"/>
                  </a:cubicBezTo>
                  <a:cubicBezTo>
                    <a:pt x="1734" y="1392"/>
                    <a:pt x="1811" y="1339"/>
                    <a:pt x="1811" y="1231"/>
                  </a:cubicBezTo>
                  <a:cubicBezTo>
                    <a:pt x="1811" y="874"/>
                    <a:pt x="2001" y="588"/>
                    <a:pt x="2335" y="398"/>
                  </a:cubicBezTo>
                  <a:cubicBezTo>
                    <a:pt x="2470" y="325"/>
                    <a:pt x="2615" y="288"/>
                    <a:pt x="2759" y="288"/>
                  </a:cubicBezTo>
                  <a:cubicBezTo>
                    <a:pt x="2943" y="288"/>
                    <a:pt x="3127" y="349"/>
                    <a:pt x="3287" y="469"/>
                  </a:cubicBezTo>
                  <a:cubicBezTo>
                    <a:pt x="3716" y="755"/>
                    <a:pt x="4073" y="1208"/>
                    <a:pt x="4311" y="1779"/>
                  </a:cubicBezTo>
                  <a:lnTo>
                    <a:pt x="4311" y="1827"/>
                  </a:lnTo>
                  <a:lnTo>
                    <a:pt x="4311" y="2374"/>
                  </a:lnTo>
                  <a:lnTo>
                    <a:pt x="1787" y="2374"/>
                  </a:lnTo>
                  <a:lnTo>
                    <a:pt x="1787" y="2041"/>
                  </a:lnTo>
                  <a:cubicBezTo>
                    <a:pt x="1787" y="1934"/>
                    <a:pt x="1704" y="1880"/>
                    <a:pt x="1620" y="1880"/>
                  </a:cubicBezTo>
                  <a:cubicBezTo>
                    <a:pt x="1537" y="1880"/>
                    <a:pt x="1454" y="1934"/>
                    <a:pt x="1454" y="2041"/>
                  </a:cubicBezTo>
                  <a:lnTo>
                    <a:pt x="1454" y="2374"/>
                  </a:lnTo>
                  <a:lnTo>
                    <a:pt x="692" y="2374"/>
                  </a:lnTo>
                  <a:cubicBezTo>
                    <a:pt x="311" y="2374"/>
                    <a:pt x="1" y="2660"/>
                    <a:pt x="1" y="3041"/>
                  </a:cubicBezTo>
                  <a:lnTo>
                    <a:pt x="1" y="4089"/>
                  </a:lnTo>
                  <a:cubicBezTo>
                    <a:pt x="1" y="4446"/>
                    <a:pt x="263" y="4756"/>
                    <a:pt x="620" y="4780"/>
                  </a:cubicBezTo>
                  <a:lnTo>
                    <a:pt x="620" y="10019"/>
                  </a:lnTo>
                  <a:cubicBezTo>
                    <a:pt x="620" y="10567"/>
                    <a:pt x="1049" y="10971"/>
                    <a:pt x="1573" y="10971"/>
                  </a:cubicBezTo>
                  <a:lnTo>
                    <a:pt x="9432" y="10971"/>
                  </a:lnTo>
                  <a:cubicBezTo>
                    <a:pt x="9979" y="10971"/>
                    <a:pt x="10384" y="10567"/>
                    <a:pt x="10384" y="10019"/>
                  </a:cubicBezTo>
                  <a:lnTo>
                    <a:pt x="10384" y="4780"/>
                  </a:lnTo>
                  <a:cubicBezTo>
                    <a:pt x="10741" y="4756"/>
                    <a:pt x="11027" y="4446"/>
                    <a:pt x="11027" y="4089"/>
                  </a:cubicBezTo>
                  <a:lnTo>
                    <a:pt x="11027" y="3065"/>
                  </a:lnTo>
                  <a:cubicBezTo>
                    <a:pt x="11075" y="2732"/>
                    <a:pt x="10789" y="2398"/>
                    <a:pt x="10384" y="2398"/>
                  </a:cubicBezTo>
                  <a:lnTo>
                    <a:pt x="9622" y="2398"/>
                  </a:lnTo>
                  <a:lnTo>
                    <a:pt x="9622" y="1279"/>
                  </a:lnTo>
                  <a:cubicBezTo>
                    <a:pt x="9622" y="779"/>
                    <a:pt x="9384" y="374"/>
                    <a:pt x="8931" y="160"/>
                  </a:cubicBezTo>
                  <a:cubicBezTo>
                    <a:pt x="8756" y="77"/>
                    <a:pt x="8567" y="35"/>
                    <a:pt x="8374" y="35"/>
                  </a:cubicBezTo>
                  <a:cubicBezTo>
                    <a:pt x="8122" y="35"/>
                    <a:pt x="7864" y="107"/>
                    <a:pt x="7622" y="255"/>
                  </a:cubicBezTo>
                  <a:cubicBezTo>
                    <a:pt x="7217" y="565"/>
                    <a:pt x="6860" y="946"/>
                    <a:pt x="6621" y="1446"/>
                  </a:cubicBezTo>
                  <a:cubicBezTo>
                    <a:pt x="6502" y="1327"/>
                    <a:pt x="6336" y="1279"/>
                    <a:pt x="6193" y="1279"/>
                  </a:cubicBezTo>
                  <a:lnTo>
                    <a:pt x="4978" y="1279"/>
                  </a:lnTo>
                  <a:cubicBezTo>
                    <a:pt x="4788" y="1279"/>
                    <a:pt x="4645" y="1327"/>
                    <a:pt x="4526" y="1446"/>
                  </a:cubicBezTo>
                  <a:cubicBezTo>
                    <a:pt x="4264" y="946"/>
                    <a:pt x="3930" y="517"/>
                    <a:pt x="3478" y="231"/>
                  </a:cubicBezTo>
                  <a:cubicBezTo>
                    <a:pt x="3259" y="81"/>
                    <a:pt x="3009" y="1"/>
                    <a:pt x="2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7" name="Google Shape;18997;p94"/>
          <p:cNvGrpSpPr/>
          <p:nvPr/>
        </p:nvGrpSpPr>
        <p:grpSpPr>
          <a:xfrm>
            <a:off x="2524563" y="2331129"/>
            <a:ext cx="354682" cy="355455"/>
            <a:chOff x="2524563" y="2483529"/>
            <a:chExt cx="354682" cy="355455"/>
          </a:xfrm>
        </p:grpSpPr>
        <p:sp>
          <p:nvSpPr>
            <p:cNvPr id="18998" name="Google Shape;18998;p94"/>
            <p:cNvSpPr/>
            <p:nvPr/>
          </p:nvSpPr>
          <p:spPr>
            <a:xfrm>
              <a:off x="2542227" y="2620947"/>
              <a:ext cx="317837" cy="179678"/>
            </a:xfrm>
            <a:custGeom>
              <a:rect b="b" l="l" r="r" t="t"/>
              <a:pathLst>
                <a:path extrusionOk="0" h="5574" w="9860">
                  <a:moveTo>
                    <a:pt x="9145" y="1"/>
                  </a:moveTo>
                  <a:lnTo>
                    <a:pt x="715" y="24"/>
                  </a:lnTo>
                  <a:cubicBezTo>
                    <a:pt x="334" y="24"/>
                    <a:pt x="0" y="334"/>
                    <a:pt x="0" y="715"/>
                  </a:cubicBezTo>
                  <a:lnTo>
                    <a:pt x="0" y="5573"/>
                  </a:lnTo>
                  <a:lnTo>
                    <a:pt x="9860" y="5573"/>
                  </a:lnTo>
                  <a:lnTo>
                    <a:pt x="9860" y="715"/>
                  </a:lnTo>
                  <a:cubicBezTo>
                    <a:pt x="9860" y="334"/>
                    <a:pt x="9526" y="1"/>
                    <a:pt x="9145" y="1"/>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94"/>
            <p:cNvSpPr/>
            <p:nvPr/>
          </p:nvSpPr>
          <p:spPr>
            <a:xfrm>
              <a:off x="2563728" y="2642448"/>
              <a:ext cx="276383" cy="156630"/>
            </a:xfrm>
            <a:custGeom>
              <a:rect b="b" l="l" r="r" t="t"/>
              <a:pathLst>
                <a:path extrusionOk="0" h="4859" w="8574">
                  <a:moveTo>
                    <a:pt x="0" y="0"/>
                  </a:moveTo>
                  <a:lnTo>
                    <a:pt x="0" y="4859"/>
                  </a:lnTo>
                  <a:lnTo>
                    <a:pt x="8573" y="4859"/>
                  </a:lnTo>
                  <a:lnTo>
                    <a:pt x="8573"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94"/>
            <p:cNvSpPr/>
            <p:nvPr/>
          </p:nvSpPr>
          <p:spPr>
            <a:xfrm>
              <a:off x="2807070" y="2642448"/>
              <a:ext cx="33041" cy="156630"/>
            </a:xfrm>
            <a:custGeom>
              <a:rect b="b" l="l" r="r" t="t"/>
              <a:pathLst>
                <a:path extrusionOk="0" h="4859" w="1025">
                  <a:moveTo>
                    <a:pt x="0" y="0"/>
                  </a:moveTo>
                  <a:lnTo>
                    <a:pt x="0" y="4859"/>
                  </a:lnTo>
                  <a:lnTo>
                    <a:pt x="1024" y="4859"/>
                  </a:lnTo>
                  <a:lnTo>
                    <a:pt x="102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94"/>
            <p:cNvSpPr/>
            <p:nvPr/>
          </p:nvSpPr>
          <p:spPr>
            <a:xfrm>
              <a:off x="2626683" y="2555703"/>
              <a:ext cx="149699" cy="149732"/>
            </a:xfrm>
            <a:custGeom>
              <a:rect b="b" l="l" r="r" t="t"/>
              <a:pathLst>
                <a:path extrusionOk="0" h="4645" w="4644">
                  <a:moveTo>
                    <a:pt x="2334" y="0"/>
                  </a:moveTo>
                  <a:cubicBezTo>
                    <a:pt x="1048" y="0"/>
                    <a:pt x="0" y="1024"/>
                    <a:pt x="0" y="2310"/>
                  </a:cubicBezTo>
                  <a:cubicBezTo>
                    <a:pt x="0" y="3596"/>
                    <a:pt x="1048" y="4644"/>
                    <a:pt x="2334" y="4644"/>
                  </a:cubicBezTo>
                  <a:cubicBezTo>
                    <a:pt x="3620" y="4644"/>
                    <a:pt x="4644" y="3596"/>
                    <a:pt x="4644" y="2310"/>
                  </a:cubicBezTo>
                  <a:cubicBezTo>
                    <a:pt x="4644" y="1024"/>
                    <a:pt x="3620" y="0"/>
                    <a:pt x="233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94"/>
            <p:cNvSpPr/>
            <p:nvPr/>
          </p:nvSpPr>
          <p:spPr>
            <a:xfrm>
              <a:off x="2687317" y="2556477"/>
              <a:ext cx="89065" cy="148184"/>
            </a:xfrm>
            <a:custGeom>
              <a:rect b="b" l="l" r="r" t="t"/>
              <a:pathLst>
                <a:path extrusionOk="0" h="4597" w="2763">
                  <a:moveTo>
                    <a:pt x="453" y="0"/>
                  </a:moveTo>
                  <a:cubicBezTo>
                    <a:pt x="310" y="0"/>
                    <a:pt x="143" y="24"/>
                    <a:pt x="0" y="24"/>
                  </a:cubicBezTo>
                  <a:cubicBezTo>
                    <a:pt x="1072" y="238"/>
                    <a:pt x="1882" y="1191"/>
                    <a:pt x="1882" y="2286"/>
                  </a:cubicBezTo>
                  <a:cubicBezTo>
                    <a:pt x="1882" y="3406"/>
                    <a:pt x="1072" y="4358"/>
                    <a:pt x="0" y="4549"/>
                  </a:cubicBezTo>
                  <a:cubicBezTo>
                    <a:pt x="143" y="4596"/>
                    <a:pt x="310" y="4596"/>
                    <a:pt x="453" y="4596"/>
                  </a:cubicBezTo>
                  <a:cubicBezTo>
                    <a:pt x="1739" y="4596"/>
                    <a:pt x="2763" y="3549"/>
                    <a:pt x="2763" y="2263"/>
                  </a:cubicBezTo>
                  <a:cubicBezTo>
                    <a:pt x="2763" y="1024"/>
                    <a:pt x="1715" y="0"/>
                    <a:pt x="453"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94"/>
            <p:cNvSpPr/>
            <p:nvPr/>
          </p:nvSpPr>
          <p:spPr>
            <a:xfrm>
              <a:off x="2524563" y="2483529"/>
              <a:ext cx="32" cy="32"/>
            </a:xfrm>
            <a:custGeom>
              <a:rect b="b" l="l" r="r" t="t"/>
              <a:pathLst>
                <a:path extrusionOk="0" h="1" w="1">
                  <a:moveTo>
                    <a:pt x="1" y="1"/>
                  </a:move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94"/>
            <p:cNvSpPr/>
            <p:nvPr/>
          </p:nvSpPr>
          <p:spPr>
            <a:xfrm>
              <a:off x="2529946" y="2799819"/>
              <a:ext cx="344721" cy="33041"/>
            </a:xfrm>
            <a:custGeom>
              <a:rect b="b" l="l" r="r" t="t"/>
              <a:pathLst>
                <a:path extrusionOk="0" h="1025" w="10694">
                  <a:moveTo>
                    <a:pt x="0" y="0"/>
                  </a:moveTo>
                  <a:lnTo>
                    <a:pt x="0" y="405"/>
                  </a:lnTo>
                  <a:cubicBezTo>
                    <a:pt x="0" y="739"/>
                    <a:pt x="262" y="1024"/>
                    <a:pt x="620" y="1024"/>
                  </a:cubicBezTo>
                  <a:lnTo>
                    <a:pt x="10026" y="1024"/>
                  </a:lnTo>
                  <a:cubicBezTo>
                    <a:pt x="10383" y="1024"/>
                    <a:pt x="10693" y="762"/>
                    <a:pt x="10693" y="405"/>
                  </a:cubicBezTo>
                  <a:lnTo>
                    <a:pt x="10693"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94"/>
            <p:cNvSpPr/>
            <p:nvPr/>
          </p:nvSpPr>
          <p:spPr>
            <a:xfrm>
              <a:off x="2818578" y="2800592"/>
              <a:ext cx="55315" cy="32267"/>
            </a:xfrm>
            <a:custGeom>
              <a:rect b="b" l="l" r="r" t="t"/>
              <a:pathLst>
                <a:path extrusionOk="0" h="1001" w="1716">
                  <a:moveTo>
                    <a:pt x="667" y="0"/>
                  </a:moveTo>
                  <a:lnTo>
                    <a:pt x="667" y="381"/>
                  </a:lnTo>
                  <a:cubicBezTo>
                    <a:pt x="667" y="738"/>
                    <a:pt x="358" y="1000"/>
                    <a:pt x="1" y="1000"/>
                  </a:cubicBezTo>
                  <a:lnTo>
                    <a:pt x="1072" y="1000"/>
                  </a:lnTo>
                  <a:cubicBezTo>
                    <a:pt x="1429" y="1000"/>
                    <a:pt x="1715" y="715"/>
                    <a:pt x="1715" y="381"/>
                  </a:cubicBezTo>
                  <a:lnTo>
                    <a:pt x="1715"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94"/>
            <p:cNvSpPr/>
            <p:nvPr/>
          </p:nvSpPr>
          <p:spPr>
            <a:xfrm>
              <a:off x="2679645" y="2800592"/>
              <a:ext cx="45322" cy="16923"/>
            </a:xfrm>
            <a:custGeom>
              <a:rect b="b" l="l" r="r" t="t"/>
              <a:pathLst>
                <a:path extrusionOk="0" h="525" w="1406">
                  <a:moveTo>
                    <a:pt x="0" y="0"/>
                  </a:moveTo>
                  <a:lnTo>
                    <a:pt x="0" y="167"/>
                  </a:lnTo>
                  <a:cubicBezTo>
                    <a:pt x="0" y="381"/>
                    <a:pt x="143" y="524"/>
                    <a:pt x="357" y="524"/>
                  </a:cubicBezTo>
                  <a:lnTo>
                    <a:pt x="1048" y="524"/>
                  </a:lnTo>
                  <a:cubicBezTo>
                    <a:pt x="1262" y="524"/>
                    <a:pt x="1405" y="381"/>
                    <a:pt x="1405" y="167"/>
                  </a:cubicBezTo>
                  <a:lnTo>
                    <a:pt x="1405"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4"/>
            <p:cNvSpPr/>
            <p:nvPr/>
          </p:nvSpPr>
          <p:spPr>
            <a:xfrm>
              <a:off x="2524563" y="2483529"/>
              <a:ext cx="32" cy="32"/>
            </a:xfrm>
            <a:custGeom>
              <a:rect b="b" l="l" r="r" t="t"/>
              <a:pathLst>
                <a:path extrusionOk="0" h="1" w="1">
                  <a:moveTo>
                    <a:pt x="1" y="1"/>
                  </a:move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94"/>
            <p:cNvSpPr/>
            <p:nvPr/>
          </p:nvSpPr>
          <p:spPr>
            <a:xfrm>
              <a:off x="2677324" y="2584005"/>
              <a:ext cx="51479" cy="94545"/>
            </a:xfrm>
            <a:custGeom>
              <a:rect b="b" l="l" r="r" t="t"/>
              <a:pathLst>
                <a:path extrusionOk="0" h="2933" w="1597">
                  <a:moveTo>
                    <a:pt x="744" y="0"/>
                  </a:moveTo>
                  <a:cubicBezTo>
                    <a:pt x="657" y="0"/>
                    <a:pt x="572" y="54"/>
                    <a:pt x="572" y="170"/>
                  </a:cubicBezTo>
                  <a:lnTo>
                    <a:pt x="572" y="408"/>
                  </a:lnTo>
                  <a:cubicBezTo>
                    <a:pt x="548" y="408"/>
                    <a:pt x="548" y="408"/>
                    <a:pt x="525" y="432"/>
                  </a:cubicBezTo>
                  <a:cubicBezTo>
                    <a:pt x="167" y="551"/>
                    <a:pt x="25" y="932"/>
                    <a:pt x="167" y="1266"/>
                  </a:cubicBezTo>
                  <a:cubicBezTo>
                    <a:pt x="215" y="1409"/>
                    <a:pt x="382" y="1504"/>
                    <a:pt x="548" y="1528"/>
                  </a:cubicBezTo>
                  <a:cubicBezTo>
                    <a:pt x="691" y="1551"/>
                    <a:pt x="858" y="1551"/>
                    <a:pt x="977" y="1623"/>
                  </a:cubicBezTo>
                  <a:cubicBezTo>
                    <a:pt x="1120" y="1718"/>
                    <a:pt x="1168" y="1861"/>
                    <a:pt x="1120" y="2004"/>
                  </a:cubicBezTo>
                  <a:cubicBezTo>
                    <a:pt x="1056" y="2132"/>
                    <a:pt x="915" y="2222"/>
                    <a:pt x="784" y="2222"/>
                  </a:cubicBezTo>
                  <a:cubicBezTo>
                    <a:pt x="769" y="2222"/>
                    <a:pt x="754" y="2221"/>
                    <a:pt x="739" y="2218"/>
                  </a:cubicBezTo>
                  <a:cubicBezTo>
                    <a:pt x="501" y="2194"/>
                    <a:pt x="382" y="2004"/>
                    <a:pt x="334" y="1861"/>
                  </a:cubicBezTo>
                  <a:cubicBezTo>
                    <a:pt x="322" y="1754"/>
                    <a:pt x="239" y="1700"/>
                    <a:pt x="159" y="1700"/>
                  </a:cubicBezTo>
                  <a:cubicBezTo>
                    <a:pt x="78" y="1700"/>
                    <a:pt x="1" y="1754"/>
                    <a:pt x="1" y="1861"/>
                  </a:cubicBezTo>
                  <a:cubicBezTo>
                    <a:pt x="1" y="2075"/>
                    <a:pt x="120" y="2266"/>
                    <a:pt x="310" y="2385"/>
                  </a:cubicBezTo>
                  <a:cubicBezTo>
                    <a:pt x="406" y="2456"/>
                    <a:pt x="501" y="2480"/>
                    <a:pt x="596" y="2504"/>
                  </a:cubicBezTo>
                  <a:lnTo>
                    <a:pt x="596" y="2742"/>
                  </a:lnTo>
                  <a:cubicBezTo>
                    <a:pt x="620" y="2861"/>
                    <a:pt x="691" y="2933"/>
                    <a:pt x="787" y="2933"/>
                  </a:cubicBezTo>
                  <a:cubicBezTo>
                    <a:pt x="882" y="2933"/>
                    <a:pt x="930" y="2861"/>
                    <a:pt x="930" y="2790"/>
                  </a:cubicBezTo>
                  <a:lnTo>
                    <a:pt x="930" y="2552"/>
                  </a:lnTo>
                  <a:cubicBezTo>
                    <a:pt x="930" y="2552"/>
                    <a:pt x="1287" y="2385"/>
                    <a:pt x="1382" y="2242"/>
                  </a:cubicBezTo>
                  <a:cubicBezTo>
                    <a:pt x="1596" y="1885"/>
                    <a:pt x="1430" y="1432"/>
                    <a:pt x="1049" y="1289"/>
                  </a:cubicBezTo>
                  <a:cubicBezTo>
                    <a:pt x="834" y="1194"/>
                    <a:pt x="358" y="1266"/>
                    <a:pt x="453" y="908"/>
                  </a:cubicBezTo>
                  <a:cubicBezTo>
                    <a:pt x="487" y="764"/>
                    <a:pt x="598" y="702"/>
                    <a:pt x="722" y="702"/>
                  </a:cubicBezTo>
                  <a:cubicBezTo>
                    <a:pt x="863" y="702"/>
                    <a:pt x="1020" y="782"/>
                    <a:pt x="1096" y="908"/>
                  </a:cubicBezTo>
                  <a:cubicBezTo>
                    <a:pt x="1110" y="964"/>
                    <a:pt x="1157" y="987"/>
                    <a:pt x="1203" y="987"/>
                  </a:cubicBezTo>
                  <a:cubicBezTo>
                    <a:pt x="1235" y="987"/>
                    <a:pt x="1267" y="976"/>
                    <a:pt x="1287" y="956"/>
                  </a:cubicBezTo>
                  <a:cubicBezTo>
                    <a:pt x="1382" y="908"/>
                    <a:pt x="1382" y="813"/>
                    <a:pt x="1358" y="766"/>
                  </a:cubicBezTo>
                  <a:cubicBezTo>
                    <a:pt x="1263" y="575"/>
                    <a:pt x="930" y="432"/>
                    <a:pt x="930" y="432"/>
                  </a:cubicBezTo>
                  <a:lnTo>
                    <a:pt x="930" y="170"/>
                  </a:lnTo>
                  <a:cubicBezTo>
                    <a:pt x="930" y="60"/>
                    <a:pt x="835" y="0"/>
                    <a:pt x="7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94"/>
            <p:cNvSpPr/>
            <p:nvPr/>
          </p:nvSpPr>
          <p:spPr>
            <a:xfrm>
              <a:off x="2679645" y="2522308"/>
              <a:ext cx="44968" cy="17697"/>
            </a:xfrm>
            <a:custGeom>
              <a:rect b="b" l="l" r="r" t="t"/>
              <a:pathLst>
                <a:path extrusionOk="0" h="549" w="1395">
                  <a:moveTo>
                    <a:pt x="706" y="0"/>
                  </a:moveTo>
                  <a:cubicBezTo>
                    <a:pt x="500" y="0"/>
                    <a:pt x="298" y="84"/>
                    <a:pt x="143" y="250"/>
                  </a:cubicBezTo>
                  <a:cubicBezTo>
                    <a:pt x="1" y="393"/>
                    <a:pt x="111" y="549"/>
                    <a:pt x="236" y="549"/>
                  </a:cubicBezTo>
                  <a:cubicBezTo>
                    <a:pt x="278" y="549"/>
                    <a:pt x="321" y="531"/>
                    <a:pt x="357" y="489"/>
                  </a:cubicBezTo>
                  <a:cubicBezTo>
                    <a:pt x="453" y="405"/>
                    <a:pt x="578" y="364"/>
                    <a:pt x="703" y="364"/>
                  </a:cubicBezTo>
                  <a:cubicBezTo>
                    <a:pt x="828" y="364"/>
                    <a:pt x="953" y="405"/>
                    <a:pt x="1048" y="489"/>
                  </a:cubicBezTo>
                  <a:cubicBezTo>
                    <a:pt x="1082" y="529"/>
                    <a:pt x="1122" y="545"/>
                    <a:pt x="1161" y="545"/>
                  </a:cubicBezTo>
                  <a:cubicBezTo>
                    <a:pt x="1283" y="545"/>
                    <a:pt x="1395" y="377"/>
                    <a:pt x="1286" y="250"/>
                  </a:cubicBezTo>
                  <a:cubicBezTo>
                    <a:pt x="1119" y="84"/>
                    <a:pt x="911"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4"/>
            <p:cNvSpPr/>
            <p:nvPr/>
          </p:nvSpPr>
          <p:spPr>
            <a:xfrm>
              <a:off x="2668363" y="2503869"/>
              <a:ext cx="65824" cy="21823"/>
            </a:xfrm>
            <a:custGeom>
              <a:rect b="b" l="l" r="r" t="t"/>
              <a:pathLst>
                <a:path extrusionOk="0" h="677" w="2042">
                  <a:moveTo>
                    <a:pt x="1032" y="1"/>
                  </a:moveTo>
                  <a:cubicBezTo>
                    <a:pt x="696" y="1"/>
                    <a:pt x="362" y="132"/>
                    <a:pt x="112" y="394"/>
                  </a:cubicBezTo>
                  <a:cubicBezTo>
                    <a:pt x="0" y="506"/>
                    <a:pt x="122" y="676"/>
                    <a:pt x="249" y="676"/>
                  </a:cubicBezTo>
                  <a:cubicBezTo>
                    <a:pt x="284" y="676"/>
                    <a:pt x="319" y="663"/>
                    <a:pt x="350" y="632"/>
                  </a:cubicBezTo>
                  <a:cubicBezTo>
                    <a:pt x="541" y="430"/>
                    <a:pt x="797" y="328"/>
                    <a:pt x="1053" y="328"/>
                  </a:cubicBezTo>
                  <a:cubicBezTo>
                    <a:pt x="1309" y="328"/>
                    <a:pt x="1565" y="430"/>
                    <a:pt x="1755" y="632"/>
                  </a:cubicBezTo>
                  <a:cubicBezTo>
                    <a:pt x="1779" y="656"/>
                    <a:pt x="1803" y="656"/>
                    <a:pt x="1851" y="656"/>
                  </a:cubicBezTo>
                  <a:cubicBezTo>
                    <a:pt x="1993" y="656"/>
                    <a:pt x="2041" y="465"/>
                    <a:pt x="1970" y="394"/>
                  </a:cubicBezTo>
                  <a:cubicBezTo>
                    <a:pt x="1708" y="132"/>
                    <a:pt x="1368" y="1"/>
                    <a:pt x="10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94"/>
            <p:cNvSpPr/>
            <p:nvPr/>
          </p:nvSpPr>
          <p:spPr>
            <a:xfrm>
              <a:off x="2656146" y="2483529"/>
              <a:ext cx="91515" cy="26433"/>
            </a:xfrm>
            <a:custGeom>
              <a:rect b="b" l="l" r="r" t="t"/>
              <a:pathLst>
                <a:path extrusionOk="0" h="820" w="2839">
                  <a:moveTo>
                    <a:pt x="1420" y="1"/>
                  </a:moveTo>
                  <a:cubicBezTo>
                    <a:pt x="920" y="1"/>
                    <a:pt x="467" y="168"/>
                    <a:pt x="110" y="525"/>
                  </a:cubicBezTo>
                  <a:cubicBezTo>
                    <a:pt x="0" y="653"/>
                    <a:pt x="116" y="810"/>
                    <a:pt x="240" y="810"/>
                  </a:cubicBezTo>
                  <a:cubicBezTo>
                    <a:pt x="277" y="810"/>
                    <a:pt x="315" y="796"/>
                    <a:pt x="348" y="763"/>
                  </a:cubicBezTo>
                  <a:cubicBezTo>
                    <a:pt x="634" y="477"/>
                    <a:pt x="1039" y="334"/>
                    <a:pt x="1420" y="334"/>
                  </a:cubicBezTo>
                  <a:cubicBezTo>
                    <a:pt x="1801" y="334"/>
                    <a:pt x="2230" y="477"/>
                    <a:pt x="2491" y="763"/>
                  </a:cubicBezTo>
                  <a:cubicBezTo>
                    <a:pt x="2526" y="803"/>
                    <a:pt x="2565" y="820"/>
                    <a:pt x="2604" y="820"/>
                  </a:cubicBezTo>
                  <a:cubicBezTo>
                    <a:pt x="2727" y="820"/>
                    <a:pt x="2838" y="651"/>
                    <a:pt x="2730" y="525"/>
                  </a:cubicBezTo>
                  <a:cubicBezTo>
                    <a:pt x="2372" y="168"/>
                    <a:pt x="1920" y="1"/>
                    <a:pt x="1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94"/>
            <p:cNvSpPr/>
            <p:nvPr/>
          </p:nvSpPr>
          <p:spPr>
            <a:xfrm>
              <a:off x="2525336" y="2551867"/>
              <a:ext cx="353908" cy="287117"/>
            </a:xfrm>
            <a:custGeom>
              <a:rect b="b" l="l" r="r" t="t"/>
              <a:pathLst>
                <a:path extrusionOk="0" h="8907" w="10979">
                  <a:moveTo>
                    <a:pt x="3001" y="2310"/>
                  </a:moveTo>
                  <a:lnTo>
                    <a:pt x="3001" y="2477"/>
                  </a:lnTo>
                  <a:lnTo>
                    <a:pt x="3001" y="2715"/>
                  </a:lnTo>
                  <a:lnTo>
                    <a:pt x="1191" y="2715"/>
                  </a:lnTo>
                  <a:cubicBezTo>
                    <a:pt x="1096" y="2715"/>
                    <a:pt x="1048" y="2763"/>
                    <a:pt x="1048" y="2858"/>
                  </a:cubicBezTo>
                  <a:lnTo>
                    <a:pt x="1048" y="3715"/>
                  </a:lnTo>
                  <a:cubicBezTo>
                    <a:pt x="1048" y="3822"/>
                    <a:pt x="1126" y="3876"/>
                    <a:pt x="1203" y="3876"/>
                  </a:cubicBezTo>
                  <a:cubicBezTo>
                    <a:pt x="1281" y="3876"/>
                    <a:pt x="1358" y="3822"/>
                    <a:pt x="1358" y="3715"/>
                  </a:cubicBezTo>
                  <a:lnTo>
                    <a:pt x="1358" y="3001"/>
                  </a:lnTo>
                  <a:lnTo>
                    <a:pt x="3073" y="3001"/>
                  </a:lnTo>
                  <a:cubicBezTo>
                    <a:pt x="3311" y="4096"/>
                    <a:pt x="4311" y="4930"/>
                    <a:pt x="5478" y="4930"/>
                  </a:cubicBezTo>
                  <a:cubicBezTo>
                    <a:pt x="6669" y="4930"/>
                    <a:pt x="7645" y="4096"/>
                    <a:pt x="7883" y="3001"/>
                  </a:cubicBezTo>
                  <a:lnTo>
                    <a:pt x="9574" y="3001"/>
                  </a:lnTo>
                  <a:lnTo>
                    <a:pt x="9574" y="7526"/>
                  </a:lnTo>
                  <a:lnTo>
                    <a:pt x="1334" y="7526"/>
                  </a:lnTo>
                  <a:lnTo>
                    <a:pt x="1334" y="4573"/>
                  </a:lnTo>
                  <a:cubicBezTo>
                    <a:pt x="1334" y="4477"/>
                    <a:pt x="1251" y="4430"/>
                    <a:pt x="1167" y="4430"/>
                  </a:cubicBezTo>
                  <a:cubicBezTo>
                    <a:pt x="1084" y="4430"/>
                    <a:pt x="1001" y="4477"/>
                    <a:pt x="1001" y="4573"/>
                  </a:cubicBezTo>
                  <a:lnTo>
                    <a:pt x="1001" y="7526"/>
                  </a:lnTo>
                  <a:lnTo>
                    <a:pt x="691" y="7526"/>
                  </a:lnTo>
                  <a:lnTo>
                    <a:pt x="691" y="2858"/>
                  </a:lnTo>
                  <a:lnTo>
                    <a:pt x="715" y="2858"/>
                  </a:lnTo>
                  <a:cubicBezTo>
                    <a:pt x="715" y="2548"/>
                    <a:pt x="953" y="2310"/>
                    <a:pt x="1239" y="2310"/>
                  </a:cubicBezTo>
                  <a:close/>
                  <a:moveTo>
                    <a:pt x="10098" y="2286"/>
                  </a:moveTo>
                  <a:cubicBezTo>
                    <a:pt x="10169" y="2286"/>
                    <a:pt x="10241" y="2358"/>
                    <a:pt x="10241" y="2429"/>
                  </a:cubicBezTo>
                  <a:lnTo>
                    <a:pt x="10241" y="7526"/>
                  </a:lnTo>
                  <a:lnTo>
                    <a:pt x="9907" y="7526"/>
                  </a:lnTo>
                  <a:lnTo>
                    <a:pt x="9907" y="2739"/>
                  </a:lnTo>
                  <a:cubicBezTo>
                    <a:pt x="9907" y="2715"/>
                    <a:pt x="9884" y="2668"/>
                    <a:pt x="9860" y="2668"/>
                  </a:cubicBezTo>
                  <a:lnTo>
                    <a:pt x="7907" y="2668"/>
                  </a:lnTo>
                  <a:lnTo>
                    <a:pt x="7907" y="2429"/>
                  </a:lnTo>
                  <a:lnTo>
                    <a:pt x="7907" y="2286"/>
                  </a:lnTo>
                  <a:close/>
                  <a:moveTo>
                    <a:pt x="6002" y="7859"/>
                  </a:moveTo>
                  <a:cubicBezTo>
                    <a:pt x="6002" y="7978"/>
                    <a:pt x="5906" y="8073"/>
                    <a:pt x="5811" y="8073"/>
                  </a:cubicBezTo>
                  <a:lnTo>
                    <a:pt x="5121" y="8073"/>
                  </a:lnTo>
                  <a:cubicBezTo>
                    <a:pt x="5002" y="8073"/>
                    <a:pt x="4906" y="7978"/>
                    <a:pt x="4906" y="7859"/>
                  </a:cubicBezTo>
                  <a:close/>
                  <a:moveTo>
                    <a:pt x="5525" y="0"/>
                  </a:moveTo>
                  <a:cubicBezTo>
                    <a:pt x="4335" y="0"/>
                    <a:pt x="3335" y="858"/>
                    <a:pt x="3096" y="2001"/>
                  </a:cubicBezTo>
                  <a:lnTo>
                    <a:pt x="1310" y="2001"/>
                  </a:lnTo>
                  <a:cubicBezTo>
                    <a:pt x="834" y="2001"/>
                    <a:pt x="453" y="2382"/>
                    <a:pt x="453" y="2858"/>
                  </a:cubicBezTo>
                  <a:lnTo>
                    <a:pt x="453" y="7549"/>
                  </a:lnTo>
                  <a:lnTo>
                    <a:pt x="167" y="7549"/>
                  </a:lnTo>
                  <a:cubicBezTo>
                    <a:pt x="96" y="7549"/>
                    <a:pt x="0" y="7716"/>
                    <a:pt x="0" y="7716"/>
                  </a:cubicBezTo>
                  <a:lnTo>
                    <a:pt x="0" y="8097"/>
                  </a:lnTo>
                  <a:cubicBezTo>
                    <a:pt x="0" y="8550"/>
                    <a:pt x="358" y="8907"/>
                    <a:pt x="810" y="8907"/>
                  </a:cubicBezTo>
                  <a:lnTo>
                    <a:pt x="8693" y="8907"/>
                  </a:lnTo>
                  <a:cubicBezTo>
                    <a:pt x="8907" y="8907"/>
                    <a:pt x="8907" y="8573"/>
                    <a:pt x="8693" y="8573"/>
                  </a:cubicBezTo>
                  <a:lnTo>
                    <a:pt x="810" y="8573"/>
                  </a:lnTo>
                  <a:cubicBezTo>
                    <a:pt x="524" y="8573"/>
                    <a:pt x="334" y="8359"/>
                    <a:pt x="334" y="8097"/>
                  </a:cubicBezTo>
                  <a:lnTo>
                    <a:pt x="334" y="7859"/>
                  </a:lnTo>
                  <a:lnTo>
                    <a:pt x="4644" y="7859"/>
                  </a:lnTo>
                  <a:cubicBezTo>
                    <a:pt x="4644" y="8145"/>
                    <a:pt x="4882" y="8383"/>
                    <a:pt x="5168" y="8383"/>
                  </a:cubicBezTo>
                  <a:lnTo>
                    <a:pt x="5859" y="8383"/>
                  </a:lnTo>
                  <a:cubicBezTo>
                    <a:pt x="6168" y="8383"/>
                    <a:pt x="6407" y="8145"/>
                    <a:pt x="6407" y="7859"/>
                  </a:cubicBezTo>
                  <a:lnTo>
                    <a:pt x="10717" y="7859"/>
                  </a:lnTo>
                  <a:lnTo>
                    <a:pt x="10717" y="8097"/>
                  </a:lnTo>
                  <a:cubicBezTo>
                    <a:pt x="10717" y="8359"/>
                    <a:pt x="10503" y="8573"/>
                    <a:pt x="10241" y="8573"/>
                  </a:cubicBezTo>
                  <a:lnTo>
                    <a:pt x="9622" y="8573"/>
                  </a:lnTo>
                  <a:cubicBezTo>
                    <a:pt x="9407" y="8573"/>
                    <a:pt x="9407" y="8907"/>
                    <a:pt x="9622" y="8907"/>
                  </a:cubicBezTo>
                  <a:lnTo>
                    <a:pt x="10169" y="8907"/>
                  </a:lnTo>
                  <a:cubicBezTo>
                    <a:pt x="10622" y="8907"/>
                    <a:pt x="10979" y="8550"/>
                    <a:pt x="10979" y="8097"/>
                  </a:cubicBezTo>
                  <a:lnTo>
                    <a:pt x="10979" y="7716"/>
                  </a:lnTo>
                  <a:cubicBezTo>
                    <a:pt x="10979" y="7621"/>
                    <a:pt x="10884" y="7549"/>
                    <a:pt x="10836" y="7549"/>
                  </a:cubicBezTo>
                  <a:lnTo>
                    <a:pt x="10598" y="7549"/>
                  </a:lnTo>
                  <a:lnTo>
                    <a:pt x="10598" y="2858"/>
                  </a:lnTo>
                  <a:cubicBezTo>
                    <a:pt x="10598" y="2382"/>
                    <a:pt x="10217" y="2001"/>
                    <a:pt x="9741" y="2001"/>
                  </a:cubicBezTo>
                  <a:lnTo>
                    <a:pt x="7955" y="2001"/>
                  </a:lnTo>
                  <a:cubicBezTo>
                    <a:pt x="7955" y="2001"/>
                    <a:pt x="7740" y="1310"/>
                    <a:pt x="7526" y="1000"/>
                  </a:cubicBezTo>
                  <a:cubicBezTo>
                    <a:pt x="7495" y="957"/>
                    <a:pt x="7455" y="940"/>
                    <a:pt x="7414" y="940"/>
                  </a:cubicBezTo>
                  <a:cubicBezTo>
                    <a:pt x="7297" y="940"/>
                    <a:pt x="7176" y="1085"/>
                    <a:pt x="7264" y="1191"/>
                  </a:cubicBezTo>
                  <a:cubicBezTo>
                    <a:pt x="7526" y="1548"/>
                    <a:pt x="7669" y="2001"/>
                    <a:pt x="7669" y="2477"/>
                  </a:cubicBezTo>
                  <a:cubicBezTo>
                    <a:pt x="7669" y="3668"/>
                    <a:pt x="6716" y="4620"/>
                    <a:pt x="5525" y="4620"/>
                  </a:cubicBezTo>
                  <a:cubicBezTo>
                    <a:pt x="4335" y="4620"/>
                    <a:pt x="3382" y="3668"/>
                    <a:pt x="3382" y="2477"/>
                  </a:cubicBezTo>
                  <a:cubicBezTo>
                    <a:pt x="3382" y="1286"/>
                    <a:pt x="4335" y="334"/>
                    <a:pt x="5525" y="334"/>
                  </a:cubicBezTo>
                  <a:cubicBezTo>
                    <a:pt x="5930" y="334"/>
                    <a:pt x="6288" y="405"/>
                    <a:pt x="6597" y="596"/>
                  </a:cubicBezTo>
                  <a:cubicBezTo>
                    <a:pt x="6624" y="609"/>
                    <a:pt x="6650" y="615"/>
                    <a:pt x="6674" y="615"/>
                  </a:cubicBezTo>
                  <a:cubicBezTo>
                    <a:pt x="6822" y="615"/>
                    <a:pt x="6907" y="395"/>
                    <a:pt x="6764" y="334"/>
                  </a:cubicBezTo>
                  <a:cubicBezTo>
                    <a:pt x="6407" y="119"/>
                    <a:pt x="5954" y="0"/>
                    <a:pt x="5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94"/>
            <p:cNvSpPr/>
            <p:nvPr/>
          </p:nvSpPr>
          <p:spPr>
            <a:xfrm>
              <a:off x="2696536" y="2723228"/>
              <a:ext cx="10766" cy="57056"/>
            </a:xfrm>
            <a:custGeom>
              <a:rect b="b" l="l" r="r" t="t"/>
              <a:pathLst>
                <a:path extrusionOk="0" h="1770" w="334">
                  <a:moveTo>
                    <a:pt x="167" y="1"/>
                  </a:moveTo>
                  <a:cubicBezTo>
                    <a:pt x="83" y="1"/>
                    <a:pt x="0" y="54"/>
                    <a:pt x="0" y="162"/>
                  </a:cubicBezTo>
                  <a:lnTo>
                    <a:pt x="0" y="1590"/>
                  </a:lnTo>
                  <a:cubicBezTo>
                    <a:pt x="20" y="1688"/>
                    <a:pt x="55" y="1770"/>
                    <a:pt x="133" y="1770"/>
                  </a:cubicBezTo>
                  <a:cubicBezTo>
                    <a:pt x="150" y="1770"/>
                    <a:pt x="169" y="1766"/>
                    <a:pt x="191" y="1757"/>
                  </a:cubicBezTo>
                  <a:cubicBezTo>
                    <a:pt x="286" y="1757"/>
                    <a:pt x="334" y="1662"/>
                    <a:pt x="334" y="1590"/>
                  </a:cubicBezTo>
                  <a:lnTo>
                    <a:pt x="334" y="162"/>
                  </a:lnTo>
                  <a:cubicBezTo>
                    <a:pt x="334" y="54"/>
                    <a:pt x="250"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94"/>
            <p:cNvSpPr/>
            <p:nvPr/>
          </p:nvSpPr>
          <p:spPr>
            <a:xfrm>
              <a:off x="2720326" y="2720166"/>
              <a:ext cx="9993" cy="36071"/>
            </a:xfrm>
            <a:custGeom>
              <a:rect b="b" l="l" r="r" t="t"/>
              <a:pathLst>
                <a:path extrusionOk="0" h="1119" w="310">
                  <a:moveTo>
                    <a:pt x="155" y="1"/>
                  </a:moveTo>
                  <a:cubicBezTo>
                    <a:pt x="78" y="1"/>
                    <a:pt x="0" y="54"/>
                    <a:pt x="0" y="161"/>
                  </a:cubicBezTo>
                  <a:lnTo>
                    <a:pt x="0" y="971"/>
                  </a:lnTo>
                  <a:cubicBezTo>
                    <a:pt x="0" y="1054"/>
                    <a:pt x="54" y="1119"/>
                    <a:pt x="131" y="1119"/>
                  </a:cubicBezTo>
                  <a:cubicBezTo>
                    <a:pt x="142" y="1119"/>
                    <a:pt x="155" y="1117"/>
                    <a:pt x="167" y="1114"/>
                  </a:cubicBezTo>
                  <a:cubicBezTo>
                    <a:pt x="262" y="1114"/>
                    <a:pt x="310" y="1019"/>
                    <a:pt x="310" y="923"/>
                  </a:cubicBezTo>
                  <a:lnTo>
                    <a:pt x="310" y="161"/>
                  </a:lnTo>
                  <a:cubicBezTo>
                    <a:pt x="310" y="54"/>
                    <a:pt x="233" y="1"/>
                    <a:pt x="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94"/>
            <p:cNvSpPr/>
            <p:nvPr/>
          </p:nvSpPr>
          <p:spPr>
            <a:xfrm>
              <a:off x="2672715" y="2720166"/>
              <a:ext cx="10799" cy="36071"/>
            </a:xfrm>
            <a:custGeom>
              <a:rect b="b" l="l" r="r" t="t"/>
              <a:pathLst>
                <a:path extrusionOk="0" h="1119" w="335">
                  <a:moveTo>
                    <a:pt x="168" y="1"/>
                  </a:moveTo>
                  <a:cubicBezTo>
                    <a:pt x="84" y="1"/>
                    <a:pt x="1" y="54"/>
                    <a:pt x="1" y="161"/>
                  </a:cubicBezTo>
                  <a:lnTo>
                    <a:pt x="1" y="971"/>
                  </a:lnTo>
                  <a:cubicBezTo>
                    <a:pt x="1" y="1054"/>
                    <a:pt x="73" y="1119"/>
                    <a:pt x="154" y="1119"/>
                  </a:cubicBezTo>
                  <a:cubicBezTo>
                    <a:pt x="166" y="1119"/>
                    <a:pt x="179" y="1117"/>
                    <a:pt x="191" y="1114"/>
                  </a:cubicBezTo>
                  <a:cubicBezTo>
                    <a:pt x="287" y="1114"/>
                    <a:pt x="334" y="1019"/>
                    <a:pt x="334" y="923"/>
                  </a:cubicBezTo>
                  <a:lnTo>
                    <a:pt x="334" y="161"/>
                  </a:lnTo>
                  <a:cubicBezTo>
                    <a:pt x="334" y="54"/>
                    <a:pt x="251"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6" name="Google Shape;19016;p94"/>
          <p:cNvGrpSpPr/>
          <p:nvPr/>
        </p:nvGrpSpPr>
        <p:grpSpPr>
          <a:xfrm>
            <a:off x="1769974" y="2361075"/>
            <a:ext cx="355455" cy="295595"/>
            <a:chOff x="1769974" y="2513475"/>
            <a:chExt cx="355455" cy="295595"/>
          </a:xfrm>
        </p:grpSpPr>
        <p:sp>
          <p:nvSpPr>
            <p:cNvPr id="19017" name="Google Shape;19017;p94"/>
            <p:cNvSpPr/>
            <p:nvPr/>
          </p:nvSpPr>
          <p:spPr>
            <a:xfrm>
              <a:off x="1774551" y="2517311"/>
              <a:ext cx="345495" cy="284828"/>
            </a:xfrm>
            <a:custGeom>
              <a:rect b="b" l="l" r="r" t="t"/>
              <a:pathLst>
                <a:path extrusionOk="0" h="8836" w="10718">
                  <a:moveTo>
                    <a:pt x="1001" y="1"/>
                  </a:moveTo>
                  <a:cubicBezTo>
                    <a:pt x="453" y="1"/>
                    <a:pt x="1" y="429"/>
                    <a:pt x="1" y="977"/>
                  </a:cubicBezTo>
                  <a:lnTo>
                    <a:pt x="1" y="7859"/>
                  </a:lnTo>
                  <a:cubicBezTo>
                    <a:pt x="1" y="8383"/>
                    <a:pt x="453" y="8836"/>
                    <a:pt x="1001" y="8836"/>
                  </a:cubicBezTo>
                  <a:lnTo>
                    <a:pt x="9741" y="8836"/>
                  </a:lnTo>
                  <a:cubicBezTo>
                    <a:pt x="10289" y="8836"/>
                    <a:pt x="10717" y="8431"/>
                    <a:pt x="10717" y="7859"/>
                  </a:cubicBezTo>
                  <a:lnTo>
                    <a:pt x="10717" y="977"/>
                  </a:lnTo>
                  <a:cubicBezTo>
                    <a:pt x="10717" y="429"/>
                    <a:pt x="10289" y="1"/>
                    <a:pt x="974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94"/>
            <p:cNvSpPr/>
            <p:nvPr/>
          </p:nvSpPr>
          <p:spPr>
            <a:xfrm>
              <a:off x="2060121" y="2518085"/>
              <a:ext cx="59925" cy="284828"/>
            </a:xfrm>
            <a:custGeom>
              <a:rect b="b" l="l" r="r" t="t"/>
              <a:pathLst>
                <a:path extrusionOk="0" h="8836" w="1859">
                  <a:moveTo>
                    <a:pt x="1" y="0"/>
                  </a:moveTo>
                  <a:cubicBezTo>
                    <a:pt x="525" y="0"/>
                    <a:pt x="977" y="453"/>
                    <a:pt x="977" y="977"/>
                  </a:cubicBezTo>
                  <a:lnTo>
                    <a:pt x="977" y="7859"/>
                  </a:lnTo>
                  <a:cubicBezTo>
                    <a:pt x="977" y="8407"/>
                    <a:pt x="525" y="8836"/>
                    <a:pt x="1" y="8836"/>
                  </a:cubicBezTo>
                  <a:lnTo>
                    <a:pt x="882" y="8836"/>
                  </a:lnTo>
                  <a:cubicBezTo>
                    <a:pt x="1430" y="8836"/>
                    <a:pt x="1858" y="8407"/>
                    <a:pt x="1858" y="7859"/>
                  </a:cubicBezTo>
                  <a:lnTo>
                    <a:pt x="1858" y="977"/>
                  </a:lnTo>
                  <a:cubicBezTo>
                    <a:pt x="1858" y="453"/>
                    <a:pt x="1430" y="0"/>
                    <a:pt x="88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4"/>
            <p:cNvSpPr/>
            <p:nvPr/>
          </p:nvSpPr>
          <p:spPr>
            <a:xfrm>
              <a:off x="1774551" y="2518085"/>
              <a:ext cx="345495" cy="56057"/>
            </a:xfrm>
            <a:custGeom>
              <a:rect b="b" l="l" r="r" t="t"/>
              <a:pathLst>
                <a:path extrusionOk="0" h="1739" w="10718">
                  <a:moveTo>
                    <a:pt x="1001" y="0"/>
                  </a:moveTo>
                  <a:cubicBezTo>
                    <a:pt x="453" y="0"/>
                    <a:pt x="1" y="453"/>
                    <a:pt x="1" y="977"/>
                  </a:cubicBezTo>
                  <a:lnTo>
                    <a:pt x="1" y="1739"/>
                  </a:lnTo>
                  <a:lnTo>
                    <a:pt x="10694" y="1739"/>
                  </a:lnTo>
                  <a:lnTo>
                    <a:pt x="10694" y="977"/>
                  </a:lnTo>
                  <a:cubicBezTo>
                    <a:pt x="10717" y="453"/>
                    <a:pt x="10289" y="0"/>
                    <a:pt x="9741"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4"/>
            <p:cNvSpPr/>
            <p:nvPr/>
          </p:nvSpPr>
          <p:spPr>
            <a:xfrm>
              <a:off x="2060121" y="2518085"/>
              <a:ext cx="59925" cy="56057"/>
            </a:xfrm>
            <a:custGeom>
              <a:rect b="b" l="l" r="r" t="t"/>
              <a:pathLst>
                <a:path extrusionOk="0" h="1739" w="1859">
                  <a:moveTo>
                    <a:pt x="1" y="0"/>
                  </a:moveTo>
                  <a:cubicBezTo>
                    <a:pt x="525" y="0"/>
                    <a:pt x="977" y="453"/>
                    <a:pt x="977" y="977"/>
                  </a:cubicBezTo>
                  <a:lnTo>
                    <a:pt x="977" y="1739"/>
                  </a:lnTo>
                  <a:lnTo>
                    <a:pt x="1858" y="1739"/>
                  </a:lnTo>
                  <a:lnTo>
                    <a:pt x="1858" y="977"/>
                  </a:lnTo>
                  <a:cubicBezTo>
                    <a:pt x="1858" y="453"/>
                    <a:pt x="1430" y="0"/>
                    <a:pt x="882"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94"/>
            <p:cNvSpPr/>
            <p:nvPr/>
          </p:nvSpPr>
          <p:spPr>
            <a:xfrm>
              <a:off x="1931181" y="2574109"/>
              <a:ext cx="188865" cy="23854"/>
            </a:xfrm>
            <a:custGeom>
              <a:rect b="b" l="l" r="r" t="t"/>
              <a:pathLst>
                <a:path extrusionOk="0" h="740" w="5859">
                  <a:moveTo>
                    <a:pt x="0" y="1"/>
                  </a:moveTo>
                  <a:lnTo>
                    <a:pt x="0" y="739"/>
                  </a:lnTo>
                  <a:lnTo>
                    <a:pt x="5858" y="739"/>
                  </a:lnTo>
                  <a:lnTo>
                    <a:pt x="5858"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94"/>
            <p:cNvSpPr/>
            <p:nvPr/>
          </p:nvSpPr>
          <p:spPr>
            <a:xfrm>
              <a:off x="2091614" y="2574109"/>
              <a:ext cx="28431" cy="23854"/>
            </a:xfrm>
            <a:custGeom>
              <a:rect b="b" l="l" r="r" t="t"/>
              <a:pathLst>
                <a:path extrusionOk="0" h="740" w="882">
                  <a:moveTo>
                    <a:pt x="0" y="1"/>
                  </a:moveTo>
                  <a:lnTo>
                    <a:pt x="0" y="739"/>
                  </a:lnTo>
                  <a:lnTo>
                    <a:pt x="881" y="739"/>
                  </a:lnTo>
                  <a:lnTo>
                    <a:pt x="88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94"/>
            <p:cNvSpPr/>
            <p:nvPr/>
          </p:nvSpPr>
          <p:spPr>
            <a:xfrm>
              <a:off x="1776098" y="2574109"/>
              <a:ext cx="192701" cy="39198"/>
            </a:xfrm>
            <a:custGeom>
              <a:rect b="b" l="l" r="r" t="t"/>
              <a:pathLst>
                <a:path extrusionOk="0" h="1216" w="5978">
                  <a:moveTo>
                    <a:pt x="1" y="1"/>
                  </a:moveTo>
                  <a:lnTo>
                    <a:pt x="1" y="1215"/>
                  </a:lnTo>
                  <a:lnTo>
                    <a:pt x="4240" y="1215"/>
                  </a:lnTo>
                  <a:cubicBezTo>
                    <a:pt x="4573" y="1215"/>
                    <a:pt x="4906" y="1096"/>
                    <a:pt x="5121" y="858"/>
                  </a:cubicBezTo>
                  <a:lnTo>
                    <a:pt x="597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94"/>
            <p:cNvSpPr/>
            <p:nvPr/>
          </p:nvSpPr>
          <p:spPr>
            <a:xfrm>
              <a:off x="1776098" y="2574109"/>
              <a:ext cx="103668" cy="39198"/>
            </a:xfrm>
            <a:custGeom>
              <a:rect b="b" l="l" r="r" t="t"/>
              <a:pathLst>
                <a:path extrusionOk="0" h="1216" w="3216">
                  <a:moveTo>
                    <a:pt x="1" y="1"/>
                  </a:moveTo>
                  <a:lnTo>
                    <a:pt x="1" y="1215"/>
                  </a:lnTo>
                  <a:lnTo>
                    <a:pt x="1477" y="1215"/>
                  </a:lnTo>
                  <a:cubicBezTo>
                    <a:pt x="1810" y="1215"/>
                    <a:pt x="2144" y="1096"/>
                    <a:pt x="2334" y="858"/>
                  </a:cubicBezTo>
                  <a:lnTo>
                    <a:pt x="32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94"/>
            <p:cNvSpPr/>
            <p:nvPr/>
          </p:nvSpPr>
          <p:spPr>
            <a:xfrm>
              <a:off x="1950361" y="2651667"/>
              <a:ext cx="134355" cy="39166"/>
            </a:xfrm>
            <a:custGeom>
              <a:rect b="b" l="l" r="r" t="t"/>
              <a:pathLst>
                <a:path extrusionOk="0" h="1215" w="4168">
                  <a:moveTo>
                    <a:pt x="0" y="0"/>
                  </a:moveTo>
                  <a:lnTo>
                    <a:pt x="0" y="1215"/>
                  </a:lnTo>
                  <a:lnTo>
                    <a:pt x="4168" y="1215"/>
                  </a:lnTo>
                  <a:lnTo>
                    <a:pt x="416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94"/>
            <p:cNvSpPr/>
            <p:nvPr/>
          </p:nvSpPr>
          <p:spPr>
            <a:xfrm>
              <a:off x="1769974" y="2513475"/>
              <a:ext cx="355455" cy="295595"/>
            </a:xfrm>
            <a:custGeom>
              <a:rect b="b" l="l" r="r" t="t"/>
              <a:pathLst>
                <a:path extrusionOk="0" h="9170" w="11027">
                  <a:moveTo>
                    <a:pt x="9883" y="334"/>
                  </a:moveTo>
                  <a:cubicBezTo>
                    <a:pt x="10336" y="334"/>
                    <a:pt x="10693" y="691"/>
                    <a:pt x="10693" y="1120"/>
                  </a:cubicBezTo>
                  <a:lnTo>
                    <a:pt x="10693" y="1691"/>
                  </a:lnTo>
                  <a:lnTo>
                    <a:pt x="9907" y="1691"/>
                  </a:lnTo>
                  <a:cubicBezTo>
                    <a:pt x="9716" y="1691"/>
                    <a:pt x="9716" y="2025"/>
                    <a:pt x="9907" y="2025"/>
                  </a:cubicBezTo>
                  <a:lnTo>
                    <a:pt x="10693" y="2025"/>
                  </a:lnTo>
                  <a:lnTo>
                    <a:pt x="10693" y="2430"/>
                  </a:lnTo>
                  <a:lnTo>
                    <a:pt x="5787" y="2430"/>
                  </a:lnTo>
                  <a:lnTo>
                    <a:pt x="6192" y="2025"/>
                  </a:lnTo>
                  <a:lnTo>
                    <a:pt x="8954" y="2025"/>
                  </a:lnTo>
                  <a:cubicBezTo>
                    <a:pt x="9169" y="2025"/>
                    <a:pt x="9169" y="1715"/>
                    <a:pt x="8954" y="1715"/>
                  </a:cubicBezTo>
                  <a:lnTo>
                    <a:pt x="333" y="1715"/>
                  </a:lnTo>
                  <a:lnTo>
                    <a:pt x="333" y="1120"/>
                  </a:lnTo>
                  <a:cubicBezTo>
                    <a:pt x="333" y="691"/>
                    <a:pt x="691" y="334"/>
                    <a:pt x="1143" y="334"/>
                  </a:cubicBezTo>
                  <a:close/>
                  <a:moveTo>
                    <a:pt x="5739" y="2025"/>
                  </a:moveTo>
                  <a:lnTo>
                    <a:pt x="5144" y="2620"/>
                  </a:lnTo>
                  <a:cubicBezTo>
                    <a:pt x="4906" y="2811"/>
                    <a:pt x="4644" y="2906"/>
                    <a:pt x="4382" y="2906"/>
                  </a:cubicBezTo>
                  <a:lnTo>
                    <a:pt x="2501" y="2906"/>
                  </a:lnTo>
                  <a:cubicBezTo>
                    <a:pt x="2524" y="2882"/>
                    <a:pt x="3429" y="2025"/>
                    <a:pt x="3429" y="2025"/>
                  </a:cubicBezTo>
                  <a:close/>
                  <a:moveTo>
                    <a:pt x="2977" y="2025"/>
                  </a:moveTo>
                  <a:lnTo>
                    <a:pt x="2381" y="2620"/>
                  </a:lnTo>
                  <a:cubicBezTo>
                    <a:pt x="2167" y="2811"/>
                    <a:pt x="1905" y="2954"/>
                    <a:pt x="1619" y="2954"/>
                  </a:cubicBezTo>
                  <a:lnTo>
                    <a:pt x="333" y="2954"/>
                  </a:lnTo>
                  <a:lnTo>
                    <a:pt x="333" y="2906"/>
                  </a:lnTo>
                  <a:lnTo>
                    <a:pt x="333" y="2025"/>
                  </a:lnTo>
                  <a:close/>
                  <a:moveTo>
                    <a:pt x="1143" y="1"/>
                  </a:moveTo>
                  <a:cubicBezTo>
                    <a:pt x="500" y="1"/>
                    <a:pt x="0" y="501"/>
                    <a:pt x="0" y="1120"/>
                  </a:cubicBezTo>
                  <a:lnTo>
                    <a:pt x="0" y="8002"/>
                  </a:lnTo>
                  <a:cubicBezTo>
                    <a:pt x="0" y="8621"/>
                    <a:pt x="500" y="9145"/>
                    <a:pt x="1143" y="9145"/>
                  </a:cubicBezTo>
                  <a:lnTo>
                    <a:pt x="1762" y="9145"/>
                  </a:lnTo>
                  <a:cubicBezTo>
                    <a:pt x="1953" y="9145"/>
                    <a:pt x="1953" y="8812"/>
                    <a:pt x="1762" y="8812"/>
                  </a:cubicBezTo>
                  <a:lnTo>
                    <a:pt x="1143" y="8812"/>
                  </a:lnTo>
                  <a:cubicBezTo>
                    <a:pt x="691" y="8812"/>
                    <a:pt x="333" y="8455"/>
                    <a:pt x="333" y="8002"/>
                  </a:cubicBezTo>
                  <a:lnTo>
                    <a:pt x="333" y="3263"/>
                  </a:lnTo>
                  <a:lnTo>
                    <a:pt x="4358" y="3263"/>
                  </a:lnTo>
                  <a:cubicBezTo>
                    <a:pt x="4739" y="3263"/>
                    <a:pt x="5096" y="3120"/>
                    <a:pt x="5358" y="2858"/>
                  </a:cubicBezTo>
                  <a:lnTo>
                    <a:pt x="5430" y="2763"/>
                  </a:lnTo>
                  <a:lnTo>
                    <a:pt x="10693" y="2763"/>
                  </a:lnTo>
                  <a:lnTo>
                    <a:pt x="10693" y="8002"/>
                  </a:lnTo>
                  <a:cubicBezTo>
                    <a:pt x="10693" y="8002"/>
                    <a:pt x="10336" y="8812"/>
                    <a:pt x="9883" y="8812"/>
                  </a:cubicBezTo>
                  <a:lnTo>
                    <a:pt x="2739" y="8812"/>
                  </a:lnTo>
                  <a:cubicBezTo>
                    <a:pt x="2524" y="8812"/>
                    <a:pt x="2739" y="9169"/>
                    <a:pt x="2739" y="9169"/>
                  </a:cubicBezTo>
                  <a:lnTo>
                    <a:pt x="9883" y="9169"/>
                  </a:lnTo>
                  <a:cubicBezTo>
                    <a:pt x="10502" y="9169"/>
                    <a:pt x="11026" y="8669"/>
                    <a:pt x="11026" y="8026"/>
                  </a:cubicBezTo>
                  <a:lnTo>
                    <a:pt x="11026" y="1167"/>
                  </a:lnTo>
                  <a:cubicBezTo>
                    <a:pt x="11026" y="501"/>
                    <a:pt x="10502" y="1"/>
                    <a:pt x="9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94"/>
            <p:cNvSpPr/>
            <p:nvPr/>
          </p:nvSpPr>
          <p:spPr>
            <a:xfrm>
              <a:off x="1803724" y="2538038"/>
              <a:ext cx="19244" cy="19212"/>
            </a:xfrm>
            <a:custGeom>
              <a:rect b="b" l="l" r="r" t="t"/>
              <a:pathLst>
                <a:path extrusionOk="0" h="596" w="597">
                  <a:moveTo>
                    <a:pt x="287" y="263"/>
                  </a:moveTo>
                  <a:cubicBezTo>
                    <a:pt x="334" y="263"/>
                    <a:pt x="334" y="263"/>
                    <a:pt x="287" y="310"/>
                  </a:cubicBezTo>
                  <a:cubicBezTo>
                    <a:pt x="263" y="263"/>
                    <a:pt x="287" y="263"/>
                    <a:pt x="287" y="263"/>
                  </a:cubicBezTo>
                  <a:close/>
                  <a:moveTo>
                    <a:pt x="287" y="1"/>
                  </a:moveTo>
                  <a:cubicBezTo>
                    <a:pt x="120" y="1"/>
                    <a:pt x="1" y="167"/>
                    <a:pt x="1" y="310"/>
                  </a:cubicBezTo>
                  <a:cubicBezTo>
                    <a:pt x="1" y="477"/>
                    <a:pt x="144" y="596"/>
                    <a:pt x="287" y="596"/>
                  </a:cubicBezTo>
                  <a:cubicBezTo>
                    <a:pt x="477" y="596"/>
                    <a:pt x="596" y="453"/>
                    <a:pt x="596" y="310"/>
                  </a:cubicBezTo>
                  <a:cubicBezTo>
                    <a:pt x="596" y="120"/>
                    <a:pt x="477"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94"/>
            <p:cNvSpPr/>
            <p:nvPr/>
          </p:nvSpPr>
          <p:spPr>
            <a:xfrm>
              <a:off x="1837506" y="2538038"/>
              <a:ext cx="19244" cy="19212"/>
            </a:xfrm>
            <a:custGeom>
              <a:rect b="b" l="l" r="r" t="t"/>
              <a:pathLst>
                <a:path extrusionOk="0" h="596" w="597">
                  <a:moveTo>
                    <a:pt x="286" y="263"/>
                  </a:moveTo>
                  <a:cubicBezTo>
                    <a:pt x="286" y="263"/>
                    <a:pt x="310" y="263"/>
                    <a:pt x="286" y="310"/>
                  </a:cubicBezTo>
                  <a:cubicBezTo>
                    <a:pt x="263" y="263"/>
                    <a:pt x="286" y="263"/>
                    <a:pt x="286" y="263"/>
                  </a:cubicBezTo>
                  <a:close/>
                  <a:moveTo>
                    <a:pt x="286" y="1"/>
                  </a:moveTo>
                  <a:cubicBezTo>
                    <a:pt x="120" y="1"/>
                    <a:pt x="1" y="167"/>
                    <a:pt x="1" y="310"/>
                  </a:cubicBezTo>
                  <a:cubicBezTo>
                    <a:pt x="1" y="477"/>
                    <a:pt x="144" y="596"/>
                    <a:pt x="286" y="596"/>
                  </a:cubicBezTo>
                  <a:cubicBezTo>
                    <a:pt x="477" y="596"/>
                    <a:pt x="596" y="453"/>
                    <a:pt x="596" y="310"/>
                  </a:cubicBezTo>
                  <a:cubicBezTo>
                    <a:pt x="596" y="120"/>
                    <a:pt x="429"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94"/>
            <p:cNvSpPr/>
            <p:nvPr/>
          </p:nvSpPr>
          <p:spPr>
            <a:xfrm>
              <a:off x="1870514" y="2538038"/>
              <a:ext cx="19244" cy="19212"/>
            </a:xfrm>
            <a:custGeom>
              <a:rect b="b" l="l" r="r" t="t"/>
              <a:pathLst>
                <a:path extrusionOk="0" h="596" w="597">
                  <a:moveTo>
                    <a:pt x="310" y="263"/>
                  </a:moveTo>
                  <a:lnTo>
                    <a:pt x="310" y="310"/>
                  </a:lnTo>
                  <a:cubicBezTo>
                    <a:pt x="287" y="263"/>
                    <a:pt x="310" y="263"/>
                    <a:pt x="310" y="263"/>
                  </a:cubicBezTo>
                  <a:close/>
                  <a:moveTo>
                    <a:pt x="310" y="1"/>
                  </a:moveTo>
                  <a:cubicBezTo>
                    <a:pt x="120" y="1"/>
                    <a:pt x="1" y="167"/>
                    <a:pt x="1" y="310"/>
                  </a:cubicBezTo>
                  <a:cubicBezTo>
                    <a:pt x="1" y="477"/>
                    <a:pt x="167" y="596"/>
                    <a:pt x="310" y="596"/>
                  </a:cubicBezTo>
                  <a:cubicBezTo>
                    <a:pt x="477" y="596"/>
                    <a:pt x="596" y="453"/>
                    <a:pt x="596" y="310"/>
                  </a:cubicBezTo>
                  <a:cubicBezTo>
                    <a:pt x="596" y="120"/>
                    <a:pt x="453" y="1"/>
                    <a:pt x="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94"/>
            <p:cNvSpPr/>
            <p:nvPr/>
          </p:nvSpPr>
          <p:spPr>
            <a:xfrm>
              <a:off x="1801435" y="2650893"/>
              <a:ext cx="129004" cy="9993"/>
            </a:xfrm>
            <a:custGeom>
              <a:rect b="b" l="l" r="r" t="t"/>
              <a:pathLst>
                <a:path extrusionOk="0" h="310" w="4002">
                  <a:moveTo>
                    <a:pt x="215" y="0"/>
                  </a:moveTo>
                  <a:cubicBezTo>
                    <a:pt x="0" y="0"/>
                    <a:pt x="0" y="310"/>
                    <a:pt x="215" y="310"/>
                  </a:cubicBezTo>
                  <a:lnTo>
                    <a:pt x="3787" y="310"/>
                  </a:lnTo>
                  <a:cubicBezTo>
                    <a:pt x="4001" y="310"/>
                    <a:pt x="4001" y="0"/>
                    <a:pt x="3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94"/>
            <p:cNvSpPr/>
            <p:nvPr/>
          </p:nvSpPr>
          <p:spPr>
            <a:xfrm>
              <a:off x="1801435" y="2682354"/>
              <a:ext cx="129004" cy="10799"/>
            </a:xfrm>
            <a:custGeom>
              <a:rect b="b" l="l" r="r" t="t"/>
              <a:pathLst>
                <a:path extrusionOk="0" h="335" w="4002">
                  <a:moveTo>
                    <a:pt x="215" y="1"/>
                  </a:moveTo>
                  <a:cubicBezTo>
                    <a:pt x="0" y="1"/>
                    <a:pt x="0" y="334"/>
                    <a:pt x="215" y="334"/>
                  </a:cubicBezTo>
                  <a:lnTo>
                    <a:pt x="3787" y="334"/>
                  </a:lnTo>
                  <a:cubicBezTo>
                    <a:pt x="4001" y="334"/>
                    <a:pt x="4001" y="1"/>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94"/>
            <p:cNvSpPr/>
            <p:nvPr/>
          </p:nvSpPr>
          <p:spPr>
            <a:xfrm>
              <a:off x="1801435" y="2713074"/>
              <a:ext cx="288664" cy="10766"/>
            </a:xfrm>
            <a:custGeom>
              <a:rect b="b" l="l" r="r" t="t"/>
              <a:pathLst>
                <a:path extrusionOk="0" h="334" w="8955">
                  <a:moveTo>
                    <a:pt x="215" y="0"/>
                  </a:moveTo>
                  <a:cubicBezTo>
                    <a:pt x="0" y="0"/>
                    <a:pt x="0" y="334"/>
                    <a:pt x="215" y="334"/>
                  </a:cubicBezTo>
                  <a:lnTo>
                    <a:pt x="8764" y="334"/>
                  </a:lnTo>
                  <a:cubicBezTo>
                    <a:pt x="8955" y="334"/>
                    <a:pt x="8955" y="0"/>
                    <a:pt x="87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94"/>
            <p:cNvSpPr/>
            <p:nvPr/>
          </p:nvSpPr>
          <p:spPr>
            <a:xfrm>
              <a:off x="1801435" y="2744536"/>
              <a:ext cx="288664" cy="10799"/>
            </a:xfrm>
            <a:custGeom>
              <a:rect b="b" l="l" r="r" t="t"/>
              <a:pathLst>
                <a:path extrusionOk="0" h="335" w="8955">
                  <a:moveTo>
                    <a:pt x="215" y="1"/>
                  </a:moveTo>
                  <a:cubicBezTo>
                    <a:pt x="0" y="1"/>
                    <a:pt x="0" y="334"/>
                    <a:pt x="215" y="334"/>
                  </a:cubicBezTo>
                  <a:lnTo>
                    <a:pt x="8764" y="334"/>
                  </a:lnTo>
                  <a:cubicBezTo>
                    <a:pt x="8955" y="334"/>
                    <a:pt x="8955" y="1"/>
                    <a:pt x="87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4"/>
            <p:cNvSpPr/>
            <p:nvPr/>
          </p:nvSpPr>
          <p:spPr>
            <a:xfrm>
              <a:off x="1946525" y="2646283"/>
              <a:ext cx="144348" cy="49577"/>
            </a:xfrm>
            <a:custGeom>
              <a:rect b="b" l="l" r="r" t="t"/>
              <a:pathLst>
                <a:path extrusionOk="0" h="1538" w="4478">
                  <a:moveTo>
                    <a:pt x="4144" y="334"/>
                  </a:moveTo>
                  <a:lnTo>
                    <a:pt x="4144" y="1239"/>
                  </a:lnTo>
                  <a:lnTo>
                    <a:pt x="310" y="1239"/>
                  </a:lnTo>
                  <a:lnTo>
                    <a:pt x="310" y="334"/>
                  </a:lnTo>
                  <a:close/>
                  <a:moveTo>
                    <a:pt x="143" y="0"/>
                  </a:moveTo>
                  <a:cubicBezTo>
                    <a:pt x="72" y="0"/>
                    <a:pt x="0" y="72"/>
                    <a:pt x="0" y="167"/>
                  </a:cubicBezTo>
                  <a:lnTo>
                    <a:pt x="0" y="1382"/>
                  </a:lnTo>
                  <a:cubicBezTo>
                    <a:pt x="0" y="1477"/>
                    <a:pt x="72" y="1525"/>
                    <a:pt x="143" y="1525"/>
                  </a:cubicBezTo>
                  <a:lnTo>
                    <a:pt x="4311" y="1525"/>
                  </a:lnTo>
                  <a:cubicBezTo>
                    <a:pt x="4324" y="1533"/>
                    <a:pt x="4338" y="1537"/>
                    <a:pt x="4352" y="1537"/>
                  </a:cubicBezTo>
                  <a:cubicBezTo>
                    <a:pt x="4414" y="1537"/>
                    <a:pt x="4477" y="1459"/>
                    <a:pt x="4477" y="1382"/>
                  </a:cubicBezTo>
                  <a:lnTo>
                    <a:pt x="4477" y="167"/>
                  </a:lnTo>
                  <a:cubicBezTo>
                    <a:pt x="4477" y="72"/>
                    <a:pt x="4406" y="0"/>
                    <a:pt x="4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5" name="Google Shape;19035;p94"/>
          <p:cNvGrpSpPr/>
          <p:nvPr/>
        </p:nvGrpSpPr>
        <p:grpSpPr>
          <a:xfrm>
            <a:off x="1049134" y="2331903"/>
            <a:ext cx="355455" cy="353167"/>
            <a:chOff x="1049134" y="2484303"/>
            <a:chExt cx="355455" cy="353167"/>
          </a:xfrm>
        </p:grpSpPr>
        <p:sp>
          <p:nvSpPr>
            <p:cNvPr id="19036" name="Google Shape;19036;p94"/>
            <p:cNvSpPr/>
            <p:nvPr/>
          </p:nvSpPr>
          <p:spPr>
            <a:xfrm>
              <a:off x="1052970" y="2487365"/>
              <a:ext cx="167364" cy="347010"/>
            </a:xfrm>
            <a:custGeom>
              <a:rect b="b" l="l" r="r" t="t"/>
              <a:pathLst>
                <a:path extrusionOk="0" h="10765" w="5192">
                  <a:moveTo>
                    <a:pt x="2596" y="930"/>
                  </a:moveTo>
                  <a:cubicBezTo>
                    <a:pt x="2929" y="930"/>
                    <a:pt x="3191" y="1192"/>
                    <a:pt x="3191" y="1525"/>
                  </a:cubicBezTo>
                  <a:cubicBezTo>
                    <a:pt x="3191" y="1858"/>
                    <a:pt x="2929" y="2120"/>
                    <a:pt x="2596" y="2120"/>
                  </a:cubicBezTo>
                  <a:cubicBezTo>
                    <a:pt x="2263" y="2120"/>
                    <a:pt x="2001" y="1858"/>
                    <a:pt x="2001" y="1525"/>
                  </a:cubicBezTo>
                  <a:cubicBezTo>
                    <a:pt x="2001" y="1192"/>
                    <a:pt x="2263" y="930"/>
                    <a:pt x="2596" y="930"/>
                  </a:cubicBezTo>
                  <a:close/>
                  <a:moveTo>
                    <a:pt x="2596" y="1"/>
                  </a:moveTo>
                  <a:cubicBezTo>
                    <a:pt x="1167" y="1"/>
                    <a:pt x="0" y="1168"/>
                    <a:pt x="0" y="2597"/>
                  </a:cubicBezTo>
                  <a:cubicBezTo>
                    <a:pt x="0" y="3740"/>
                    <a:pt x="810" y="4764"/>
                    <a:pt x="1882" y="5097"/>
                  </a:cubicBezTo>
                  <a:lnTo>
                    <a:pt x="1882" y="9812"/>
                  </a:lnTo>
                  <a:lnTo>
                    <a:pt x="2620" y="10765"/>
                  </a:lnTo>
                  <a:lnTo>
                    <a:pt x="3334" y="9860"/>
                  </a:lnTo>
                  <a:lnTo>
                    <a:pt x="3334" y="8884"/>
                  </a:lnTo>
                  <a:lnTo>
                    <a:pt x="3215" y="8788"/>
                  </a:lnTo>
                  <a:lnTo>
                    <a:pt x="2929" y="8574"/>
                  </a:lnTo>
                  <a:lnTo>
                    <a:pt x="3215" y="8360"/>
                  </a:lnTo>
                  <a:lnTo>
                    <a:pt x="3358" y="8288"/>
                  </a:lnTo>
                  <a:lnTo>
                    <a:pt x="3358" y="7979"/>
                  </a:lnTo>
                  <a:lnTo>
                    <a:pt x="3215" y="7883"/>
                  </a:lnTo>
                  <a:lnTo>
                    <a:pt x="2929" y="7693"/>
                  </a:lnTo>
                  <a:lnTo>
                    <a:pt x="3215" y="7479"/>
                  </a:lnTo>
                  <a:lnTo>
                    <a:pt x="3334" y="7383"/>
                  </a:lnTo>
                  <a:lnTo>
                    <a:pt x="3334" y="5097"/>
                  </a:lnTo>
                  <a:cubicBezTo>
                    <a:pt x="4406" y="4764"/>
                    <a:pt x="5192" y="3764"/>
                    <a:pt x="5192" y="2597"/>
                  </a:cubicBezTo>
                  <a:cubicBezTo>
                    <a:pt x="5192" y="1168"/>
                    <a:pt x="4025" y="1"/>
                    <a:pt x="2596"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94"/>
            <p:cNvSpPr/>
            <p:nvPr/>
          </p:nvSpPr>
          <p:spPr>
            <a:xfrm>
              <a:off x="1122050" y="2488139"/>
              <a:ext cx="98285" cy="345495"/>
            </a:xfrm>
            <a:custGeom>
              <a:rect b="b" l="l" r="r" t="t"/>
              <a:pathLst>
                <a:path extrusionOk="0" h="10718" w="3049">
                  <a:moveTo>
                    <a:pt x="453" y="1"/>
                  </a:moveTo>
                  <a:cubicBezTo>
                    <a:pt x="310" y="1"/>
                    <a:pt x="167" y="1"/>
                    <a:pt x="1" y="25"/>
                  </a:cubicBezTo>
                  <a:cubicBezTo>
                    <a:pt x="1191" y="239"/>
                    <a:pt x="2120" y="1310"/>
                    <a:pt x="2120" y="2573"/>
                  </a:cubicBezTo>
                  <a:cubicBezTo>
                    <a:pt x="2120" y="3549"/>
                    <a:pt x="1549" y="4406"/>
                    <a:pt x="715" y="4835"/>
                  </a:cubicBezTo>
                  <a:cubicBezTo>
                    <a:pt x="453" y="4978"/>
                    <a:pt x="286" y="5240"/>
                    <a:pt x="286" y="5573"/>
                  </a:cubicBezTo>
                  <a:lnTo>
                    <a:pt x="286" y="9765"/>
                  </a:lnTo>
                  <a:lnTo>
                    <a:pt x="1" y="10122"/>
                  </a:lnTo>
                  <a:lnTo>
                    <a:pt x="453" y="10717"/>
                  </a:lnTo>
                  <a:lnTo>
                    <a:pt x="1168" y="9765"/>
                  </a:lnTo>
                  <a:lnTo>
                    <a:pt x="1168" y="8812"/>
                  </a:lnTo>
                  <a:lnTo>
                    <a:pt x="1025" y="8741"/>
                  </a:lnTo>
                  <a:lnTo>
                    <a:pt x="715" y="8526"/>
                  </a:lnTo>
                  <a:lnTo>
                    <a:pt x="1025" y="8312"/>
                  </a:lnTo>
                  <a:lnTo>
                    <a:pt x="1096" y="8217"/>
                  </a:lnTo>
                  <a:lnTo>
                    <a:pt x="1096" y="7955"/>
                  </a:lnTo>
                  <a:lnTo>
                    <a:pt x="1025" y="7859"/>
                  </a:lnTo>
                  <a:lnTo>
                    <a:pt x="715" y="7669"/>
                  </a:lnTo>
                  <a:lnTo>
                    <a:pt x="1025" y="7455"/>
                  </a:lnTo>
                  <a:lnTo>
                    <a:pt x="1144" y="7359"/>
                  </a:lnTo>
                  <a:lnTo>
                    <a:pt x="1144" y="5049"/>
                  </a:lnTo>
                  <a:cubicBezTo>
                    <a:pt x="2263" y="4716"/>
                    <a:pt x="3049" y="3740"/>
                    <a:pt x="3025" y="2573"/>
                  </a:cubicBezTo>
                  <a:cubicBezTo>
                    <a:pt x="3025" y="1144"/>
                    <a:pt x="1858" y="1"/>
                    <a:pt x="45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94"/>
            <p:cNvSpPr/>
            <p:nvPr/>
          </p:nvSpPr>
          <p:spPr>
            <a:xfrm>
              <a:off x="1249475" y="2522695"/>
              <a:ext cx="150505" cy="124395"/>
            </a:xfrm>
            <a:custGeom>
              <a:rect b="b" l="l" r="r" t="t"/>
              <a:pathLst>
                <a:path extrusionOk="0" h="3859" w="4669">
                  <a:moveTo>
                    <a:pt x="1573" y="0"/>
                  </a:moveTo>
                  <a:cubicBezTo>
                    <a:pt x="1168" y="0"/>
                    <a:pt x="882" y="310"/>
                    <a:pt x="882" y="691"/>
                  </a:cubicBezTo>
                  <a:lnTo>
                    <a:pt x="882" y="1143"/>
                  </a:lnTo>
                  <a:lnTo>
                    <a:pt x="1" y="1143"/>
                  </a:lnTo>
                  <a:lnTo>
                    <a:pt x="882" y="2191"/>
                  </a:lnTo>
                  <a:lnTo>
                    <a:pt x="882" y="3168"/>
                  </a:lnTo>
                  <a:cubicBezTo>
                    <a:pt x="882" y="3549"/>
                    <a:pt x="1168" y="3858"/>
                    <a:pt x="1573" y="3858"/>
                  </a:cubicBezTo>
                  <a:lnTo>
                    <a:pt x="3978" y="3858"/>
                  </a:lnTo>
                  <a:cubicBezTo>
                    <a:pt x="4335" y="3858"/>
                    <a:pt x="4668" y="3549"/>
                    <a:pt x="4668" y="3168"/>
                  </a:cubicBezTo>
                  <a:lnTo>
                    <a:pt x="4668" y="691"/>
                  </a:lnTo>
                  <a:cubicBezTo>
                    <a:pt x="4668" y="310"/>
                    <a:pt x="4359" y="0"/>
                    <a:pt x="397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94"/>
            <p:cNvSpPr/>
            <p:nvPr/>
          </p:nvSpPr>
          <p:spPr>
            <a:xfrm>
              <a:off x="1347760" y="2522695"/>
              <a:ext cx="52221" cy="124395"/>
            </a:xfrm>
            <a:custGeom>
              <a:rect b="b" l="l" r="r" t="t"/>
              <a:pathLst>
                <a:path extrusionOk="0" h="3859" w="1620">
                  <a:moveTo>
                    <a:pt x="0" y="0"/>
                  </a:moveTo>
                  <a:cubicBezTo>
                    <a:pt x="381" y="0"/>
                    <a:pt x="691" y="310"/>
                    <a:pt x="691" y="691"/>
                  </a:cubicBezTo>
                  <a:lnTo>
                    <a:pt x="691" y="3168"/>
                  </a:lnTo>
                  <a:cubicBezTo>
                    <a:pt x="691" y="3549"/>
                    <a:pt x="381" y="3858"/>
                    <a:pt x="0" y="3858"/>
                  </a:cubicBezTo>
                  <a:lnTo>
                    <a:pt x="905" y="3858"/>
                  </a:lnTo>
                  <a:cubicBezTo>
                    <a:pt x="1286" y="3858"/>
                    <a:pt x="1572" y="3549"/>
                    <a:pt x="1572" y="3168"/>
                  </a:cubicBezTo>
                  <a:lnTo>
                    <a:pt x="1572" y="691"/>
                  </a:lnTo>
                  <a:cubicBezTo>
                    <a:pt x="1619" y="310"/>
                    <a:pt x="1286" y="0"/>
                    <a:pt x="90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94"/>
            <p:cNvSpPr/>
            <p:nvPr/>
          </p:nvSpPr>
          <p:spPr>
            <a:xfrm>
              <a:off x="1190388" y="2641674"/>
              <a:ext cx="194990" cy="190412"/>
            </a:xfrm>
            <a:custGeom>
              <a:rect b="b" l="l" r="r" t="t"/>
              <a:pathLst>
                <a:path extrusionOk="0" h="5907" w="6049">
                  <a:moveTo>
                    <a:pt x="1310" y="1"/>
                  </a:moveTo>
                  <a:lnTo>
                    <a:pt x="1310" y="1429"/>
                  </a:lnTo>
                  <a:lnTo>
                    <a:pt x="810" y="1429"/>
                  </a:lnTo>
                  <a:cubicBezTo>
                    <a:pt x="357" y="1429"/>
                    <a:pt x="0" y="1787"/>
                    <a:pt x="0" y="2239"/>
                  </a:cubicBezTo>
                  <a:lnTo>
                    <a:pt x="0" y="5097"/>
                  </a:lnTo>
                  <a:cubicBezTo>
                    <a:pt x="0" y="5549"/>
                    <a:pt x="357" y="5907"/>
                    <a:pt x="810" y="5907"/>
                  </a:cubicBezTo>
                  <a:lnTo>
                    <a:pt x="5239" y="5907"/>
                  </a:lnTo>
                  <a:cubicBezTo>
                    <a:pt x="5668" y="5907"/>
                    <a:pt x="6025" y="5549"/>
                    <a:pt x="6049" y="5097"/>
                  </a:cubicBezTo>
                  <a:lnTo>
                    <a:pt x="6049" y="2239"/>
                  </a:lnTo>
                  <a:cubicBezTo>
                    <a:pt x="6049" y="1787"/>
                    <a:pt x="5692" y="1429"/>
                    <a:pt x="5239" y="1429"/>
                  </a:cubicBezTo>
                  <a:lnTo>
                    <a:pt x="2524" y="1429"/>
                  </a:lnTo>
                  <a:lnTo>
                    <a:pt x="1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94"/>
            <p:cNvSpPr/>
            <p:nvPr/>
          </p:nvSpPr>
          <p:spPr>
            <a:xfrm>
              <a:off x="1330095" y="2687738"/>
              <a:ext cx="55283" cy="144348"/>
            </a:xfrm>
            <a:custGeom>
              <a:rect b="b" l="l" r="r" t="t"/>
              <a:pathLst>
                <a:path extrusionOk="0" h="4478" w="1715">
                  <a:moveTo>
                    <a:pt x="0" y="0"/>
                  </a:moveTo>
                  <a:cubicBezTo>
                    <a:pt x="453" y="0"/>
                    <a:pt x="810" y="358"/>
                    <a:pt x="810" y="810"/>
                  </a:cubicBezTo>
                  <a:lnTo>
                    <a:pt x="810" y="3668"/>
                  </a:lnTo>
                  <a:cubicBezTo>
                    <a:pt x="810" y="4120"/>
                    <a:pt x="453" y="4478"/>
                    <a:pt x="0" y="4478"/>
                  </a:cubicBezTo>
                  <a:lnTo>
                    <a:pt x="905" y="4478"/>
                  </a:lnTo>
                  <a:cubicBezTo>
                    <a:pt x="1358" y="4478"/>
                    <a:pt x="1715" y="4120"/>
                    <a:pt x="1715" y="3668"/>
                  </a:cubicBezTo>
                  <a:lnTo>
                    <a:pt x="1715" y="810"/>
                  </a:lnTo>
                  <a:cubicBezTo>
                    <a:pt x="1715" y="358"/>
                    <a:pt x="1358" y="0"/>
                    <a:pt x="905" y="0"/>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94"/>
            <p:cNvSpPr/>
            <p:nvPr/>
          </p:nvSpPr>
          <p:spPr>
            <a:xfrm>
              <a:off x="1112831" y="2513475"/>
              <a:ext cx="47643" cy="47643"/>
            </a:xfrm>
            <a:custGeom>
              <a:rect b="b" l="l" r="r" t="t"/>
              <a:pathLst>
                <a:path extrusionOk="0" h="1478" w="1478">
                  <a:moveTo>
                    <a:pt x="739" y="286"/>
                  </a:moveTo>
                  <a:cubicBezTo>
                    <a:pt x="930" y="286"/>
                    <a:pt x="1096" y="405"/>
                    <a:pt x="1168" y="572"/>
                  </a:cubicBezTo>
                  <a:cubicBezTo>
                    <a:pt x="1215" y="739"/>
                    <a:pt x="1192" y="882"/>
                    <a:pt x="1072" y="1001"/>
                  </a:cubicBezTo>
                  <a:cubicBezTo>
                    <a:pt x="977" y="1096"/>
                    <a:pt x="882" y="1120"/>
                    <a:pt x="763" y="1120"/>
                  </a:cubicBezTo>
                  <a:cubicBezTo>
                    <a:pt x="596" y="1120"/>
                    <a:pt x="406" y="1001"/>
                    <a:pt x="358" y="858"/>
                  </a:cubicBezTo>
                  <a:cubicBezTo>
                    <a:pt x="287" y="715"/>
                    <a:pt x="334" y="524"/>
                    <a:pt x="453" y="405"/>
                  </a:cubicBezTo>
                  <a:cubicBezTo>
                    <a:pt x="525" y="334"/>
                    <a:pt x="620" y="286"/>
                    <a:pt x="739" y="286"/>
                  </a:cubicBezTo>
                  <a:close/>
                  <a:moveTo>
                    <a:pt x="739" y="1"/>
                  </a:moveTo>
                  <a:cubicBezTo>
                    <a:pt x="525" y="1"/>
                    <a:pt x="358" y="96"/>
                    <a:pt x="215" y="191"/>
                  </a:cubicBezTo>
                  <a:cubicBezTo>
                    <a:pt x="48" y="358"/>
                    <a:pt x="1" y="524"/>
                    <a:pt x="1" y="739"/>
                  </a:cubicBezTo>
                  <a:cubicBezTo>
                    <a:pt x="1" y="1120"/>
                    <a:pt x="334" y="1453"/>
                    <a:pt x="739" y="1477"/>
                  </a:cubicBezTo>
                  <a:cubicBezTo>
                    <a:pt x="953" y="1477"/>
                    <a:pt x="1120" y="1382"/>
                    <a:pt x="1287" y="1287"/>
                  </a:cubicBezTo>
                  <a:cubicBezTo>
                    <a:pt x="1430" y="1120"/>
                    <a:pt x="1477" y="953"/>
                    <a:pt x="1477" y="739"/>
                  </a:cubicBezTo>
                  <a:cubicBezTo>
                    <a:pt x="1477" y="334"/>
                    <a:pt x="1168" y="1"/>
                    <a:pt x="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94"/>
            <p:cNvSpPr/>
            <p:nvPr/>
          </p:nvSpPr>
          <p:spPr>
            <a:xfrm>
              <a:off x="1049134" y="2484303"/>
              <a:ext cx="175036" cy="353167"/>
            </a:xfrm>
            <a:custGeom>
              <a:rect b="b" l="l" r="r" t="t"/>
              <a:pathLst>
                <a:path extrusionOk="0" h="10956" w="5430">
                  <a:moveTo>
                    <a:pt x="3686" y="541"/>
                  </a:moveTo>
                  <a:cubicBezTo>
                    <a:pt x="3967" y="721"/>
                    <a:pt x="4273" y="940"/>
                    <a:pt x="4548" y="1187"/>
                  </a:cubicBezTo>
                  <a:lnTo>
                    <a:pt x="4548" y="1187"/>
                  </a:lnTo>
                  <a:cubicBezTo>
                    <a:pt x="4314" y="911"/>
                    <a:pt x="4019" y="689"/>
                    <a:pt x="3686" y="541"/>
                  </a:cubicBezTo>
                  <a:close/>
                  <a:moveTo>
                    <a:pt x="2715" y="1"/>
                  </a:moveTo>
                  <a:cubicBezTo>
                    <a:pt x="2715" y="1"/>
                    <a:pt x="1310" y="263"/>
                    <a:pt x="810" y="810"/>
                  </a:cubicBezTo>
                  <a:cubicBezTo>
                    <a:pt x="310" y="1310"/>
                    <a:pt x="0" y="2001"/>
                    <a:pt x="0" y="2715"/>
                  </a:cubicBezTo>
                  <a:cubicBezTo>
                    <a:pt x="0" y="3168"/>
                    <a:pt x="119" y="3597"/>
                    <a:pt x="334" y="4001"/>
                  </a:cubicBezTo>
                  <a:cubicBezTo>
                    <a:pt x="363" y="4053"/>
                    <a:pt x="411" y="4075"/>
                    <a:pt x="460" y="4075"/>
                  </a:cubicBezTo>
                  <a:cubicBezTo>
                    <a:pt x="569" y="4075"/>
                    <a:pt x="685" y="3966"/>
                    <a:pt x="619" y="3835"/>
                  </a:cubicBezTo>
                  <a:cubicBezTo>
                    <a:pt x="453" y="3478"/>
                    <a:pt x="334" y="3096"/>
                    <a:pt x="334" y="2715"/>
                  </a:cubicBezTo>
                  <a:cubicBezTo>
                    <a:pt x="334" y="2096"/>
                    <a:pt x="572" y="1453"/>
                    <a:pt x="1024" y="1025"/>
                  </a:cubicBezTo>
                  <a:cubicBezTo>
                    <a:pt x="1453" y="572"/>
                    <a:pt x="2048" y="334"/>
                    <a:pt x="2715" y="334"/>
                  </a:cubicBezTo>
                  <a:cubicBezTo>
                    <a:pt x="3059" y="334"/>
                    <a:pt x="3388" y="408"/>
                    <a:pt x="3686" y="541"/>
                  </a:cubicBezTo>
                  <a:lnTo>
                    <a:pt x="3686" y="541"/>
                  </a:lnTo>
                  <a:cubicBezTo>
                    <a:pt x="3158" y="203"/>
                    <a:pt x="2715" y="1"/>
                    <a:pt x="2715" y="1"/>
                  </a:cubicBezTo>
                  <a:close/>
                  <a:moveTo>
                    <a:pt x="4548" y="1187"/>
                  </a:moveTo>
                  <a:cubicBezTo>
                    <a:pt x="4904" y="1605"/>
                    <a:pt x="5120" y="2146"/>
                    <a:pt x="5120" y="2739"/>
                  </a:cubicBezTo>
                  <a:cubicBezTo>
                    <a:pt x="5120" y="3287"/>
                    <a:pt x="4954" y="3763"/>
                    <a:pt x="4644" y="4168"/>
                  </a:cubicBezTo>
                  <a:cubicBezTo>
                    <a:pt x="4358" y="4597"/>
                    <a:pt x="3906" y="4883"/>
                    <a:pt x="3430" y="5002"/>
                  </a:cubicBezTo>
                  <a:cubicBezTo>
                    <a:pt x="3382" y="5049"/>
                    <a:pt x="3310" y="5097"/>
                    <a:pt x="3310" y="5168"/>
                  </a:cubicBezTo>
                  <a:lnTo>
                    <a:pt x="3310" y="7431"/>
                  </a:lnTo>
                  <a:lnTo>
                    <a:pt x="2977" y="7669"/>
                  </a:lnTo>
                  <a:cubicBezTo>
                    <a:pt x="2953" y="7693"/>
                    <a:pt x="2929" y="7740"/>
                    <a:pt x="2929" y="7788"/>
                  </a:cubicBezTo>
                  <a:cubicBezTo>
                    <a:pt x="2929" y="7812"/>
                    <a:pt x="2953" y="7859"/>
                    <a:pt x="2977" y="7883"/>
                  </a:cubicBezTo>
                  <a:lnTo>
                    <a:pt x="3334" y="8145"/>
                  </a:lnTo>
                  <a:lnTo>
                    <a:pt x="3334" y="8217"/>
                  </a:lnTo>
                  <a:lnTo>
                    <a:pt x="2977" y="8455"/>
                  </a:lnTo>
                  <a:cubicBezTo>
                    <a:pt x="2953" y="8502"/>
                    <a:pt x="2929" y="8550"/>
                    <a:pt x="2929" y="8574"/>
                  </a:cubicBezTo>
                  <a:cubicBezTo>
                    <a:pt x="2929" y="8598"/>
                    <a:pt x="2953" y="8669"/>
                    <a:pt x="2977" y="8693"/>
                  </a:cubicBezTo>
                  <a:lnTo>
                    <a:pt x="3310" y="8955"/>
                  </a:lnTo>
                  <a:lnTo>
                    <a:pt x="3310" y="9788"/>
                  </a:lnTo>
                  <a:lnTo>
                    <a:pt x="2739" y="10503"/>
                  </a:lnTo>
                  <a:lnTo>
                    <a:pt x="2167" y="9788"/>
                  </a:lnTo>
                  <a:lnTo>
                    <a:pt x="2167" y="5097"/>
                  </a:lnTo>
                  <a:cubicBezTo>
                    <a:pt x="2167" y="5049"/>
                    <a:pt x="2120" y="4954"/>
                    <a:pt x="2048" y="4954"/>
                  </a:cubicBezTo>
                  <a:cubicBezTo>
                    <a:pt x="1739" y="4859"/>
                    <a:pt x="1405" y="4692"/>
                    <a:pt x="1143" y="4454"/>
                  </a:cubicBezTo>
                  <a:cubicBezTo>
                    <a:pt x="1107" y="4418"/>
                    <a:pt x="1070" y="4403"/>
                    <a:pt x="1035" y="4403"/>
                  </a:cubicBezTo>
                  <a:cubicBezTo>
                    <a:pt x="910" y="4403"/>
                    <a:pt x="817" y="4599"/>
                    <a:pt x="929" y="4692"/>
                  </a:cubicBezTo>
                  <a:cubicBezTo>
                    <a:pt x="1191" y="4930"/>
                    <a:pt x="1501" y="5097"/>
                    <a:pt x="1858" y="5216"/>
                  </a:cubicBezTo>
                  <a:lnTo>
                    <a:pt x="1858" y="9860"/>
                  </a:lnTo>
                  <a:cubicBezTo>
                    <a:pt x="1858" y="9884"/>
                    <a:pt x="1858" y="9931"/>
                    <a:pt x="1882" y="9955"/>
                  </a:cubicBezTo>
                  <a:lnTo>
                    <a:pt x="2620" y="10908"/>
                  </a:lnTo>
                  <a:cubicBezTo>
                    <a:pt x="2644" y="10931"/>
                    <a:pt x="2715" y="10955"/>
                    <a:pt x="2739" y="10955"/>
                  </a:cubicBezTo>
                  <a:cubicBezTo>
                    <a:pt x="2739" y="10955"/>
                    <a:pt x="2834" y="10931"/>
                    <a:pt x="2858" y="10908"/>
                  </a:cubicBezTo>
                  <a:lnTo>
                    <a:pt x="3572" y="9979"/>
                  </a:lnTo>
                  <a:cubicBezTo>
                    <a:pt x="3596" y="9955"/>
                    <a:pt x="3596" y="9931"/>
                    <a:pt x="3596" y="9884"/>
                  </a:cubicBezTo>
                  <a:lnTo>
                    <a:pt x="3596" y="8907"/>
                  </a:lnTo>
                  <a:cubicBezTo>
                    <a:pt x="3620" y="8883"/>
                    <a:pt x="3572" y="8812"/>
                    <a:pt x="3549" y="8788"/>
                  </a:cubicBezTo>
                  <a:lnTo>
                    <a:pt x="3310" y="8598"/>
                  </a:lnTo>
                  <a:lnTo>
                    <a:pt x="3549" y="8431"/>
                  </a:lnTo>
                  <a:cubicBezTo>
                    <a:pt x="3572" y="8407"/>
                    <a:pt x="3620" y="8312"/>
                    <a:pt x="3620" y="8312"/>
                  </a:cubicBezTo>
                  <a:lnTo>
                    <a:pt x="3620" y="8074"/>
                  </a:lnTo>
                  <a:cubicBezTo>
                    <a:pt x="3620" y="8074"/>
                    <a:pt x="3572" y="7978"/>
                    <a:pt x="3549" y="7955"/>
                  </a:cubicBezTo>
                  <a:lnTo>
                    <a:pt x="3310" y="7788"/>
                  </a:lnTo>
                  <a:lnTo>
                    <a:pt x="3549" y="7597"/>
                  </a:lnTo>
                  <a:cubicBezTo>
                    <a:pt x="3572" y="7574"/>
                    <a:pt x="3620" y="7502"/>
                    <a:pt x="3644" y="7478"/>
                  </a:cubicBezTo>
                  <a:lnTo>
                    <a:pt x="3644" y="5287"/>
                  </a:lnTo>
                  <a:cubicBezTo>
                    <a:pt x="4120" y="5097"/>
                    <a:pt x="4549" y="4764"/>
                    <a:pt x="4882" y="4359"/>
                  </a:cubicBezTo>
                  <a:cubicBezTo>
                    <a:pt x="5239" y="3882"/>
                    <a:pt x="5430" y="3311"/>
                    <a:pt x="5430" y="2715"/>
                  </a:cubicBezTo>
                  <a:cubicBezTo>
                    <a:pt x="5430" y="2153"/>
                    <a:pt x="5036" y="1625"/>
                    <a:pt x="4548" y="1187"/>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94"/>
            <p:cNvSpPr/>
            <p:nvPr/>
          </p:nvSpPr>
          <p:spPr>
            <a:xfrm>
              <a:off x="1241029" y="2518085"/>
              <a:ext cx="163560" cy="135903"/>
            </a:xfrm>
            <a:custGeom>
              <a:rect b="b" l="l" r="r" t="t"/>
              <a:pathLst>
                <a:path extrusionOk="0" h="4216" w="5074">
                  <a:moveTo>
                    <a:pt x="4145" y="0"/>
                  </a:moveTo>
                  <a:cubicBezTo>
                    <a:pt x="3930" y="0"/>
                    <a:pt x="3930" y="334"/>
                    <a:pt x="4145" y="334"/>
                  </a:cubicBezTo>
                  <a:lnTo>
                    <a:pt x="4216" y="334"/>
                  </a:lnTo>
                  <a:cubicBezTo>
                    <a:pt x="4502" y="334"/>
                    <a:pt x="4740" y="572"/>
                    <a:pt x="4740" y="858"/>
                  </a:cubicBezTo>
                  <a:lnTo>
                    <a:pt x="4740" y="3311"/>
                  </a:lnTo>
                  <a:cubicBezTo>
                    <a:pt x="4740" y="3596"/>
                    <a:pt x="4502" y="3835"/>
                    <a:pt x="4216" y="3835"/>
                  </a:cubicBezTo>
                  <a:lnTo>
                    <a:pt x="1787" y="3835"/>
                  </a:lnTo>
                  <a:cubicBezTo>
                    <a:pt x="1501" y="3835"/>
                    <a:pt x="1263" y="3596"/>
                    <a:pt x="1263" y="3311"/>
                  </a:cubicBezTo>
                  <a:lnTo>
                    <a:pt x="1263" y="2334"/>
                  </a:lnTo>
                  <a:cubicBezTo>
                    <a:pt x="1263" y="2287"/>
                    <a:pt x="1263" y="2263"/>
                    <a:pt x="1239" y="2239"/>
                  </a:cubicBezTo>
                  <a:lnTo>
                    <a:pt x="572" y="1453"/>
                  </a:lnTo>
                  <a:lnTo>
                    <a:pt x="1120" y="1453"/>
                  </a:lnTo>
                  <a:cubicBezTo>
                    <a:pt x="1192" y="1453"/>
                    <a:pt x="1263" y="1406"/>
                    <a:pt x="1263" y="1310"/>
                  </a:cubicBezTo>
                  <a:lnTo>
                    <a:pt x="1263" y="882"/>
                  </a:lnTo>
                  <a:cubicBezTo>
                    <a:pt x="1263" y="596"/>
                    <a:pt x="1501" y="358"/>
                    <a:pt x="1787" y="358"/>
                  </a:cubicBezTo>
                  <a:lnTo>
                    <a:pt x="3287" y="358"/>
                  </a:lnTo>
                  <a:cubicBezTo>
                    <a:pt x="3502" y="358"/>
                    <a:pt x="3502" y="24"/>
                    <a:pt x="3287" y="24"/>
                  </a:cubicBezTo>
                  <a:lnTo>
                    <a:pt x="1787" y="24"/>
                  </a:lnTo>
                  <a:cubicBezTo>
                    <a:pt x="1311" y="24"/>
                    <a:pt x="930" y="405"/>
                    <a:pt x="930" y="882"/>
                  </a:cubicBezTo>
                  <a:lnTo>
                    <a:pt x="930" y="1167"/>
                  </a:lnTo>
                  <a:lnTo>
                    <a:pt x="215" y="1167"/>
                  </a:lnTo>
                  <a:cubicBezTo>
                    <a:pt x="96" y="1167"/>
                    <a:pt x="1" y="1310"/>
                    <a:pt x="96" y="1429"/>
                  </a:cubicBezTo>
                  <a:lnTo>
                    <a:pt x="930" y="2430"/>
                  </a:lnTo>
                  <a:lnTo>
                    <a:pt x="930" y="3358"/>
                  </a:lnTo>
                  <a:cubicBezTo>
                    <a:pt x="930" y="3835"/>
                    <a:pt x="1311" y="4216"/>
                    <a:pt x="1787" y="4216"/>
                  </a:cubicBezTo>
                  <a:lnTo>
                    <a:pt x="4216" y="4216"/>
                  </a:lnTo>
                  <a:cubicBezTo>
                    <a:pt x="4692" y="4216"/>
                    <a:pt x="5073" y="3835"/>
                    <a:pt x="5073" y="3358"/>
                  </a:cubicBezTo>
                  <a:lnTo>
                    <a:pt x="5073" y="929"/>
                  </a:lnTo>
                  <a:cubicBezTo>
                    <a:pt x="5073" y="381"/>
                    <a:pt x="4692" y="0"/>
                    <a:pt x="4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4"/>
            <p:cNvSpPr/>
            <p:nvPr/>
          </p:nvSpPr>
          <p:spPr>
            <a:xfrm>
              <a:off x="1303984" y="2555703"/>
              <a:ext cx="27658" cy="9993"/>
            </a:xfrm>
            <a:custGeom>
              <a:rect b="b" l="l" r="r" t="t"/>
              <a:pathLst>
                <a:path extrusionOk="0" h="310" w="858">
                  <a:moveTo>
                    <a:pt x="191" y="0"/>
                  </a:moveTo>
                  <a:cubicBezTo>
                    <a:pt x="1" y="0"/>
                    <a:pt x="1" y="310"/>
                    <a:pt x="191" y="310"/>
                  </a:cubicBezTo>
                  <a:lnTo>
                    <a:pt x="644" y="310"/>
                  </a:lnTo>
                  <a:cubicBezTo>
                    <a:pt x="858" y="310"/>
                    <a:pt x="858"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94"/>
            <p:cNvSpPr/>
            <p:nvPr/>
          </p:nvSpPr>
          <p:spPr>
            <a:xfrm>
              <a:off x="1302469" y="2579493"/>
              <a:ext cx="68338" cy="10799"/>
            </a:xfrm>
            <a:custGeom>
              <a:rect b="b" l="l" r="r" t="t"/>
              <a:pathLst>
                <a:path extrusionOk="0" h="335" w="2120">
                  <a:moveTo>
                    <a:pt x="214" y="1"/>
                  </a:moveTo>
                  <a:cubicBezTo>
                    <a:pt x="0" y="1"/>
                    <a:pt x="0" y="334"/>
                    <a:pt x="214" y="334"/>
                  </a:cubicBezTo>
                  <a:lnTo>
                    <a:pt x="1905" y="334"/>
                  </a:lnTo>
                  <a:cubicBezTo>
                    <a:pt x="2024" y="334"/>
                    <a:pt x="2120" y="239"/>
                    <a:pt x="2096" y="143"/>
                  </a:cubicBezTo>
                  <a:cubicBezTo>
                    <a:pt x="2096" y="72"/>
                    <a:pt x="2000" y="1"/>
                    <a:pt x="19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94"/>
            <p:cNvSpPr/>
            <p:nvPr/>
          </p:nvSpPr>
          <p:spPr>
            <a:xfrm>
              <a:off x="1303984" y="2603282"/>
              <a:ext cx="27658" cy="10799"/>
            </a:xfrm>
            <a:custGeom>
              <a:rect b="b" l="l" r="r" t="t"/>
              <a:pathLst>
                <a:path extrusionOk="0" h="335" w="858">
                  <a:moveTo>
                    <a:pt x="191" y="1"/>
                  </a:moveTo>
                  <a:cubicBezTo>
                    <a:pt x="1" y="1"/>
                    <a:pt x="1" y="334"/>
                    <a:pt x="191" y="334"/>
                  </a:cubicBezTo>
                  <a:lnTo>
                    <a:pt x="644" y="334"/>
                  </a:lnTo>
                  <a:cubicBezTo>
                    <a:pt x="858" y="334"/>
                    <a:pt x="858"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94"/>
            <p:cNvSpPr/>
            <p:nvPr/>
          </p:nvSpPr>
          <p:spPr>
            <a:xfrm>
              <a:off x="1340055" y="2555703"/>
              <a:ext cx="31526" cy="9993"/>
            </a:xfrm>
            <a:custGeom>
              <a:rect b="b" l="l" r="r" t="t"/>
              <a:pathLst>
                <a:path extrusionOk="0" h="310" w="978">
                  <a:moveTo>
                    <a:pt x="168" y="0"/>
                  </a:moveTo>
                  <a:cubicBezTo>
                    <a:pt x="72" y="0"/>
                    <a:pt x="1" y="96"/>
                    <a:pt x="1" y="167"/>
                  </a:cubicBezTo>
                  <a:cubicBezTo>
                    <a:pt x="1" y="262"/>
                    <a:pt x="96" y="310"/>
                    <a:pt x="168" y="310"/>
                  </a:cubicBezTo>
                  <a:lnTo>
                    <a:pt x="763" y="310"/>
                  </a:lnTo>
                  <a:cubicBezTo>
                    <a:pt x="977" y="310"/>
                    <a:pt x="977" y="0"/>
                    <a:pt x="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4"/>
            <p:cNvSpPr/>
            <p:nvPr/>
          </p:nvSpPr>
          <p:spPr>
            <a:xfrm>
              <a:off x="1184231" y="2636097"/>
              <a:ext cx="205756" cy="200598"/>
            </a:xfrm>
            <a:custGeom>
              <a:rect b="b" l="l" r="r" t="t"/>
              <a:pathLst>
                <a:path extrusionOk="0" h="6223" w="6383">
                  <a:moveTo>
                    <a:pt x="1504" y="1"/>
                  </a:moveTo>
                  <a:cubicBezTo>
                    <a:pt x="1410" y="1"/>
                    <a:pt x="1310" y="76"/>
                    <a:pt x="1310" y="174"/>
                  </a:cubicBezTo>
                  <a:lnTo>
                    <a:pt x="1310" y="1460"/>
                  </a:lnTo>
                  <a:lnTo>
                    <a:pt x="953" y="1460"/>
                  </a:lnTo>
                  <a:cubicBezTo>
                    <a:pt x="429" y="1460"/>
                    <a:pt x="1" y="1912"/>
                    <a:pt x="1" y="2412"/>
                  </a:cubicBezTo>
                  <a:lnTo>
                    <a:pt x="1" y="5270"/>
                  </a:lnTo>
                  <a:cubicBezTo>
                    <a:pt x="1" y="5818"/>
                    <a:pt x="453" y="6222"/>
                    <a:pt x="953" y="6222"/>
                  </a:cubicBezTo>
                  <a:lnTo>
                    <a:pt x="2787" y="6222"/>
                  </a:lnTo>
                  <a:cubicBezTo>
                    <a:pt x="2882" y="6222"/>
                    <a:pt x="2930" y="6175"/>
                    <a:pt x="2954" y="6080"/>
                  </a:cubicBezTo>
                  <a:cubicBezTo>
                    <a:pt x="2954" y="5984"/>
                    <a:pt x="2906" y="5889"/>
                    <a:pt x="2811" y="5889"/>
                  </a:cubicBezTo>
                  <a:lnTo>
                    <a:pt x="1001" y="5889"/>
                  </a:lnTo>
                  <a:cubicBezTo>
                    <a:pt x="644" y="5889"/>
                    <a:pt x="334" y="5603"/>
                    <a:pt x="334" y="5246"/>
                  </a:cubicBezTo>
                  <a:lnTo>
                    <a:pt x="334" y="2388"/>
                  </a:lnTo>
                  <a:cubicBezTo>
                    <a:pt x="334" y="2031"/>
                    <a:pt x="644" y="1722"/>
                    <a:pt x="1001" y="1722"/>
                  </a:cubicBezTo>
                  <a:lnTo>
                    <a:pt x="1501" y="1722"/>
                  </a:lnTo>
                  <a:cubicBezTo>
                    <a:pt x="1596" y="1722"/>
                    <a:pt x="1644" y="1674"/>
                    <a:pt x="1644" y="1579"/>
                  </a:cubicBezTo>
                  <a:lnTo>
                    <a:pt x="1644" y="578"/>
                  </a:lnTo>
                  <a:lnTo>
                    <a:pt x="2573" y="1674"/>
                  </a:lnTo>
                  <a:cubicBezTo>
                    <a:pt x="2596" y="1698"/>
                    <a:pt x="2668" y="1722"/>
                    <a:pt x="2692" y="1722"/>
                  </a:cubicBezTo>
                  <a:lnTo>
                    <a:pt x="5406" y="1722"/>
                  </a:lnTo>
                  <a:cubicBezTo>
                    <a:pt x="5764" y="1722"/>
                    <a:pt x="6049" y="2031"/>
                    <a:pt x="6049" y="2388"/>
                  </a:cubicBezTo>
                  <a:lnTo>
                    <a:pt x="6049" y="5246"/>
                  </a:lnTo>
                  <a:cubicBezTo>
                    <a:pt x="6049" y="5603"/>
                    <a:pt x="5764" y="5889"/>
                    <a:pt x="5406" y="5889"/>
                  </a:cubicBezTo>
                  <a:lnTo>
                    <a:pt x="3620" y="5889"/>
                  </a:lnTo>
                  <a:cubicBezTo>
                    <a:pt x="3525" y="5889"/>
                    <a:pt x="3454" y="5960"/>
                    <a:pt x="3430" y="6056"/>
                  </a:cubicBezTo>
                  <a:cubicBezTo>
                    <a:pt x="3430" y="6127"/>
                    <a:pt x="3501" y="6222"/>
                    <a:pt x="3573" y="6222"/>
                  </a:cubicBezTo>
                  <a:lnTo>
                    <a:pt x="5406" y="6222"/>
                  </a:lnTo>
                  <a:cubicBezTo>
                    <a:pt x="5930" y="6222"/>
                    <a:pt x="6359" y="5770"/>
                    <a:pt x="6359" y="5270"/>
                  </a:cubicBezTo>
                  <a:lnTo>
                    <a:pt x="6359" y="2412"/>
                  </a:lnTo>
                  <a:cubicBezTo>
                    <a:pt x="6383" y="1888"/>
                    <a:pt x="5978" y="1460"/>
                    <a:pt x="5430" y="1460"/>
                  </a:cubicBezTo>
                  <a:lnTo>
                    <a:pt x="2787" y="1460"/>
                  </a:lnTo>
                  <a:lnTo>
                    <a:pt x="1620" y="55"/>
                  </a:lnTo>
                  <a:cubicBezTo>
                    <a:pt x="1590" y="17"/>
                    <a:pt x="1548" y="1"/>
                    <a:pt x="15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4"/>
            <p:cNvSpPr/>
            <p:nvPr/>
          </p:nvSpPr>
          <p:spPr>
            <a:xfrm>
              <a:off x="1262530" y="2726130"/>
              <a:ext cx="91386" cy="10766"/>
            </a:xfrm>
            <a:custGeom>
              <a:rect b="b" l="l" r="r" t="t"/>
              <a:pathLst>
                <a:path extrusionOk="0" h="334" w="2835">
                  <a:moveTo>
                    <a:pt x="215" y="0"/>
                  </a:moveTo>
                  <a:cubicBezTo>
                    <a:pt x="1" y="0"/>
                    <a:pt x="1" y="334"/>
                    <a:pt x="215" y="334"/>
                  </a:cubicBezTo>
                  <a:lnTo>
                    <a:pt x="2620" y="334"/>
                  </a:lnTo>
                  <a:cubicBezTo>
                    <a:pt x="2835" y="310"/>
                    <a:pt x="2835" y="0"/>
                    <a:pt x="2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4"/>
            <p:cNvSpPr/>
            <p:nvPr/>
          </p:nvSpPr>
          <p:spPr>
            <a:xfrm>
              <a:off x="1221076" y="2754529"/>
              <a:ext cx="50706" cy="9993"/>
            </a:xfrm>
            <a:custGeom>
              <a:rect b="b" l="l" r="r" t="t"/>
              <a:pathLst>
                <a:path extrusionOk="0" h="310" w="1573">
                  <a:moveTo>
                    <a:pt x="215" y="0"/>
                  </a:moveTo>
                  <a:cubicBezTo>
                    <a:pt x="1" y="0"/>
                    <a:pt x="1" y="310"/>
                    <a:pt x="215" y="310"/>
                  </a:cubicBezTo>
                  <a:lnTo>
                    <a:pt x="1382" y="310"/>
                  </a:lnTo>
                  <a:cubicBezTo>
                    <a:pt x="1572" y="310"/>
                    <a:pt x="157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94"/>
            <p:cNvSpPr/>
            <p:nvPr/>
          </p:nvSpPr>
          <p:spPr>
            <a:xfrm>
              <a:off x="1285578" y="2754529"/>
              <a:ext cx="68338" cy="9993"/>
            </a:xfrm>
            <a:custGeom>
              <a:rect b="b" l="l" r="r" t="t"/>
              <a:pathLst>
                <a:path extrusionOk="0" h="310" w="2120">
                  <a:moveTo>
                    <a:pt x="214" y="0"/>
                  </a:moveTo>
                  <a:cubicBezTo>
                    <a:pt x="0" y="0"/>
                    <a:pt x="0" y="310"/>
                    <a:pt x="214" y="310"/>
                  </a:cubicBezTo>
                  <a:lnTo>
                    <a:pt x="1905" y="310"/>
                  </a:lnTo>
                  <a:cubicBezTo>
                    <a:pt x="2120" y="310"/>
                    <a:pt x="2120" y="0"/>
                    <a:pt x="19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94"/>
            <p:cNvSpPr/>
            <p:nvPr/>
          </p:nvSpPr>
          <p:spPr>
            <a:xfrm>
              <a:off x="1221076" y="2782928"/>
              <a:ext cx="132840" cy="10766"/>
            </a:xfrm>
            <a:custGeom>
              <a:rect b="b" l="l" r="r" t="t"/>
              <a:pathLst>
                <a:path extrusionOk="0" h="334" w="4121">
                  <a:moveTo>
                    <a:pt x="215" y="0"/>
                  </a:moveTo>
                  <a:cubicBezTo>
                    <a:pt x="1" y="0"/>
                    <a:pt x="1" y="334"/>
                    <a:pt x="215" y="334"/>
                  </a:cubicBezTo>
                  <a:lnTo>
                    <a:pt x="3906" y="334"/>
                  </a:lnTo>
                  <a:cubicBezTo>
                    <a:pt x="4121" y="334"/>
                    <a:pt x="4121" y="0"/>
                    <a:pt x="3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94"/>
            <p:cNvSpPr/>
            <p:nvPr/>
          </p:nvSpPr>
          <p:spPr>
            <a:xfrm>
              <a:off x="1221076" y="2725356"/>
              <a:ext cx="30752" cy="10766"/>
            </a:xfrm>
            <a:custGeom>
              <a:rect b="b" l="l" r="r" t="t"/>
              <a:pathLst>
                <a:path extrusionOk="0" h="334" w="954">
                  <a:moveTo>
                    <a:pt x="215" y="0"/>
                  </a:moveTo>
                  <a:cubicBezTo>
                    <a:pt x="1" y="24"/>
                    <a:pt x="1" y="334"/>
                    <a:pt x="215" y="334"/>
                  </a:cubicBezTo>
                  <a:lnTo>
                    <a:pt x="739" y="334"/>
                  </a:lnTo>
                  <a:cubicBezTo>
                    <a:pt x="953" y="334"/>
                    <a:pt x="953"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5" name="Google Shape;19055;p94"/>
          <p:cNvGrpSpPr/>
          <p:nvPr/>
        </p:nvGrpSpPr>
        <p:grpSpPr>
          <a:xfrm>
            <a:off x="1048329" y="2909941"/>
            <a:ext cx="356261" cy="300978"/>
            <a:chOff x="1048329" y="3062341"/>
            <a:chExt cx="356261" cy="300978"/>
          </a:xfrm>
        </p:grpSpPr>
        <p:sp>
          <p:nvSpPr>
            <p:cNvPr id="19056" name="Google Shape;19056;p94"/>
            <p:cNvSpPr/>
            <p:nvPr/>
          </p:nvSpPr>
          <p:spPr>
            <a:xfrm>
              <a:off x="1181943" y="3135288"/>
              <a:ext cx="95964" cy="157404"/>
            </a:xfrm>
            <a:custGeom>
              <a:rect b="b" l="l" r="r" t="t"/>
              <a:pathLst>
                <a:path extrusionOk="0" h="4883" w="2977">
                  <a:moveTo>
                    <a:pt x="334" y="0"/>
                  </a:moveTo>
                  <a:cubicBezTo>
                    <a:pt x="143" y="0"/>
                    <a:pt x="0" y="143"/>
                    <a:pt x="0" y="334"/>
                  </a:cubicBezTo>
                  <a:lnTo>
                    <a:pt x="0" y="4549"/>
                  </a:lnTo>
                  <a:cubicBezTo>
                    <a:pt x="0" y="4739"/>
                    <a:pt x="143" y="4882"/>
                    <a:pt x="334" y="4882"/>
                  </a:cubicBezTo>
                  <a:lnTo>
                    <a:pt x="2548" y="4882"/>
                  </a:lnTo>
                  <a:cubicBezTo>
                    <a:pt x="2977" y="4882"/>
                    <a:pt x="2977" y="4215"/>
                    <a:pt x="2548" y="4215"/>
                  </a:cubicBezTo>
                  <a:lnTo>
                    <a:pt x="643" y="4215"/>
                  </a:lnTo>
                  <a:lnTo>
                    <a:pt x="643" y="2763"/>
                  </a:lnTo>
                  <a:lnTo>
                    <a:pt x="2001" y="2763"/>
                  </a:lnTo>
                  <a:cubicBezTo>
                    <a:pt x="2405" y="2763"/>
                    <a:pt x="2405" y="2120"/>
                    <a:pt x="2001" y="2120"/>
                  </a:cubicBezTo>
                  <a:lnTo>
                    <a:pt x="643" y="2120"/>
                  </a:lnTo>
                  <a:lnTo>
                    <a:pt x="643" y="643"/>
                  </a:lnTo>
                  <a:lnTo>
                    <a:pt x="2548" y="643"/>
                  </a:lnTo>
                  <a:cubicBezTo>
                    <a:pt x="2977" y="643"/>
                    <a:pt x="2977" y="0"/>
                    <a:pt x="254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94"/>
            <p:cNvSpPr/>
            <p:nvPr/>
          </p:nvSpPr>
          <p:spPr>
            <a:xfrm>
              <a:off x="1293250" y="3135288"/>
              <a:ext cx="105183" cy="156630"/>
            </a:xfrm>
            <a:custGeom>
              <a:rect b="b" l="l" r="r" t="t"/>
              <a:pathLst>
                <a:path extrusionOk="0" h="4859" w="3263">
                  <a:moveTo>
                    <a:pt x="1596" y="691"/>
                  </a:moveTo>
                  <a:cubicBezTo>
                    <a:pt x="2167" y="691"/>
                    <a:pt x="2620" y="1119"/>
                    <a:pt x="2620" y="1691"/>
                  </a:cubicBezTo>
                  <a:lnTo>
                    <a:pt x="2620" y="3239"/>
                  </a:lnTo>
                  <a:cubicBezTo>
                    <a:pt x="2620" y="3811"/>
                    <a:pt x="2167" y="4263"/>
                    <a:pt x="1596" y="4263"/>
                  </a:cubicBezTo>
                  <a:cubicBezTo>
                    <a:pt x="1072" y="4263"/>
                    <a:pt x="619" y="3787"/>
                    <a:pt x="619" y="3239"/>
                  </a:cubicBezTo>
                  <a:lnTo>
                    <a:pt x="619" y="1691"/>
                  </a:lnTo>
                  <a:cubicBezTo>
                    <a:pt x="619" y="1167"/>
                    <a:pt x="1072" y="691"/>
                    <a:pt x="1596" y="691"/>
                  </a:cubicBezTo>
                  <a:close/>
                  <a:moveTo>
                    <a:pt x="1643" y="0"/>
                  </a:moveTo>
                  <a:cubicBezTo>
                    <a:pt x="738" y="0"/>
                    <a:pt x="0" y="738"/>
                    <a:pt x="0" y="1643"/>
                  </a:cubicBezTo>
                  <a:lnTo>
                    <a:pt x="0" y="3191"/>
                  </a:lnTo>
                  <a:cubicBezTo>
                    <a:pt x="0" y="4083"/>
                    <a:pt x="717" y="4859"/>
                    <a:pt x="1626" y="4859"/>
                  </a:cubicBezTo>
                  <a:cubicBezTo>
                    <a:pt x="1640" y="4859"/>
                    <a:pt x="1654" y="4859"/>
                    <a:pt x="1667" y="4858"/>
                  </a:cubicBezTo>
                  <a:cubicBezTo>
                    <a:pt x="2548" y="4811"/>
                    <a:pt x="3263" y="4096"/>
                    <a:pt x="3263" y="3215"/>
                  </a:cubicBezTo>
                  <a:lnTo>
                    <a:pt x="3263" y="1643"/>
                  </a:lnTo>
                  <a:cubicBezTo>
                    <a:pt x="3263" y="738"/>
                    <a:pt x="2525" y="0"/>
                    <a:pt x="164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94"/>
            <p:cNvSpPr/>
            <p:nvPr/>
          </p:nvSpPr>
          <p:spPr>
            <a:xfrm>
              <a:off x="1331610" y="3135288"/>
              <a:ext cx="68370" cy="156275"/>
            </a:xfrm>
            <a:custGeom>
              <a:rect b="b" l="l" r="r" t="t"/>
              <a:pathLst>
                <a:path extrusionOk="0" h="4848" w="2121">
                  <a:moveTo>
                    <a:pt x="453" y="0"/>
                  </a:moveTo>
                  <a:cubicBezTo>
                    <a:pt x="287" y="0"/>
                    <a:pt x="144" y="24"/>
                    <a:pt x="1" y="48"/>
                  </a:cubicBezTo>
                  <a:cubicBezTo>
                    <a:pt x="406" y="167"/>
                    <a:pt x="739" y="453"/>
                    <a:pt x="954" y="762"/>
                  </a:cubicBezTo>
                  <a:cubicBezTo>
                    <a:pt x="1239" y="953"/>
                    <a:pt x="1454" y="1262"/>
                    <a:pt x="1454" y="1620"/>
                  </a:cubicBezTo>
                  <a:lnTo>
                    <a:pt x="1454" y="3215"/>
                  </a:lnTo>
                  <a:cubicBezTo>
                    <a:pt x="1454" y="3572"/>
                    <a:pt x="1239" y="3882"/>
                    <a:pt x="954" y="4072"/>
                  </a:cubicBezTo>
                  <a:cubicBezTo>
                    <a:pt x="739" y="4430"/>
                    <a:pt x="382" y="4692"/>
                    <a:pt x="1" y="4787"/>
                  </a:cubicBezTo>
                  <a:cubicBezTo>
                    <a:pt x="152" y="4817"/>
                    <a:pt x="302" y="4847"/>
                    <a:pt x="459" y="4847"/>
                  </a:cubicBezTo>
                  <a:cubicBezTo>
                    <a:pt x="550" y="4847"/>
                    <a:pt x="643" y="4837"/>
                    <a:pt x="739" y="4811"/>
                  </a:cubicBezTo>
                  <a:cubicBezTo>
                    <a:pt x="1477" y="4668"/>
                    <a:pt x="2073" y="3930"/>
                    <a:pt x="2073" y="3168"/>
                  </a:cubicBezTo>
                  <a:lnTo>
                    <a:pt x="2073" y="1620"/>
                  </a:lnTo>
                  <a:cubicBezTo>
                    <a:pt x="2120" y="738"/>
                    <a:pt x="1358" y="0"/>
                    <a:pt x="453"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94"/>
            <p:cNvSpPr/>
            <p:nvPr/>
          </p:nvSpPr>
          <p:spPr>
            <a:xfrm>
              <a:off x="1052970" y="3135256"/>
              <a:ext cx="111340" cy="158177"/>
            </a:xfrm>
            <a:custGeom>
              <a:rect b="b" l="l" r="r" t="t"/>
              <a:pathLst>
                <a:path extrusionOk="0" h="4907" w="3454">
                  <a:moveTo>
                    <a:pt x="1660" y="1"/>
                  </a:moveTo>
                  <a:cubicBezTo>
                    <a:pt x="1388" y="1"/>
                    <a:pt x="1116" y="80"/>
                    <a:pt x="881" y="239"/>
                  </a:cubicBezTo>
                  <a:cubicBezTo>
                    <a:pt x="358" y="525"/>
                    <a:pt x="167" y="1097"/>
                    <a:pt x="310" y="1668"/>
                  </a:cubicBezTo>
                  <a:cubicBezTo>
                    <a:pt x="405" y="2002"/>
                    <a:pt x="572" y="2240"/>
                    <a:pt x="881" y="2383"/>
                  </a:cubicBezTo>
                  <a:cubicBezTo>
                    <a:pt x="1120" y="2502"/>
                    <a:pt x="1358" y="2549"/>
                    <a:pt x="1596" y="2597"/>
                  </a:cubicBezTo>
                  <a:cubicBezTo>
                    <a:pt x="1834" y="2645"/>
                    <a:pt x="2072" y="2668"/>
                    <a:pt x="2239" y="2787"/>
                  </a:cubicBezTo>
                  <a:cubicBezTo>
                    <a:pt x="2596" y="3026"/>
                    <a:pt x="2715" y="3359"/>
                    <a:pt x="2548" y="3788"/>
                  </a:cubicBezTo>
                  <a:cubicBezTo>
                    <a:pt x="2434" y="4039"/>
                    <a:pt x="2124" y="4289"/>
                    <a:pt x="1701" y="4289"/>
                  </a:cubicBezTo>
                  <a:cubicBezTo>
                    <a:pt x="1682" y="4289"/>
                    <a:pt x="1663" y="4289"/>
                    <a:pt x="1644" y="4288"/>
                  </a:cubicBezTo>
                  <a:cubicBezTo>
                    <a:pt x="1262" y="4264"/>
                    <a:pt x="1001" y="4097"/>
                    <a:pt x="810" y="3835"/>
                  </a:cubicBezTo>
                  <a:cubicBezTo>
                    <a:pt x="691" y="3621"/>
                    <a:pt x="667" y="3383"/>
                    <a:pt x="667" y="3383"/>
                  </a:cubicBezTo>
                  <a:cubicBezTo>
                    <a:pt x="643" y="3240"/>
                    <a:pt x="524" y="3097"/>
                    <a:pt x="334" y="3097"/>
                  </a:cubicBezTo>
                  <a:cubicBezTo>
                    <a:pt x="167" y="3097"/>
                    <a:pt x="0" y="3240"/>
                    <a:pt x="0" y="3430"/>
                  </a:cubicBezTo>
                  <a:cubicBezTo>
                    <a:pt x="0" y="3454"/>
                    <a:pt x="48" y="3788"/>
                    <a:pt x="238" y="4145"/>
                  </a:cubicBezTo>
                  <a:cubicBezTo>
                    <a:pt x="429" y="4454"/>
                    <a:pt x="834" y="4859"/>
                    <a:pt x="1596" y="4907"/>
                  </a:cubicBezTo>
                  <a:lnTo>
                    <a:pt x="1715" y="4907"/>
                  </a:lnTo>
                  <a:cubicBezTo>
                    <a:pt x="2453" y="4907"/>
                    <a:pt x="2953" y="4454"/>
                    <a:pt x="3144" y="4026"/>
                  </a:cubicBezTo>
                  <a:cubicBezTo>
                    <a:pt x="3453" y="3264"/>
                    <a:pt x="3263" y="2621"/>
                    <a:pt x="2620" y="2240"/>
                  </a:cubicBezTo>
                  <a:cubicBezTo>
                    <a:pt x="2358" y="2049"/>
                    <a:pt x="2025" y="2002"/>
                    <a:pt x="1739" y="1930"/>
                  </a:cubicBezTo>
                  <a:cubicBezTo>
                    <a:pt x="1239" y="1835"/>
                    <a:pt x="1024" y="1787"/>
                    <a:pt x="953" y="1478"/>
                  </a:cubicBezTo>
                  <a:cubicBezTo>
                    <a:pt x="881" y="1073"/>
                    <a:pt x="1072" y="859"/>
                    <a:pt x="1239" y="763"/>
                  </a:cubicBezTo>
                  <a:cubicBezTo>
                    <a:pt x="1361" y="696"/>
                    <a:pt x="1515" y="656"/>
                    <a:pt x="1674" y="656"/>
                  </a:cubicBezTo>
                  <a:cubicBezTo>
                    <a:pt x="1854" y="656"/>
                    <a:pt x="2039" y="708"/>
                    <a:pt x="2191" y="835"/>
                  </a:cubicBezTo>
                  <a:cubicBezTo>
                    <a:pt x="2358" y="978"/>
                    <a:pt x="2429" y="1097"/>
                    <a:pt x="2429" y="1097"/>
                  </a:cubicBezTo>
                  <a:cubicBezTo>
                    <a:pt x="2490" y="1197"/>
                    <a:pt x="2618" y="1298"/>
                    <a:pt x="2757" y="1298"/>
                  </a:cubicBezTo>
                  <a:cubicBezTo>
                    <a:pt x="2783" y="1298"/>
                    <a:pt x="2808" y="1295"/>
                    <a:pt x="2834" y="1287"/>
                  </a:cubicBezTo>
                  <a:cubicBezTo>
                    <a:pt x="2977" y="1216"/>
                    <a:pt x="3072" y="1049"/>
                    <a:pt x="3025" y="859"/>
                  </a:cubicBezTo>
                  <a:cubicBezTo>
                    <a:pt x="2977" y="835"/>
                    <a:pt x="2906" y="620"/>
                    <a:pt x="2596" y="358"/>
                  </a:cubicBezTo>
                  <a:cubicBezTo>
                    <a:pt x="2333" y="121"/>
                    <a:pt x="1997" y="1"/>
                    <a:pt x="1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94"/>
            <p:cNvSpPr/>
            <p:nvPr/>
          </p:nvSpPr>
          <p:spPr>
            <a:xfrm>
              <a:off x="1111445" y="3062341"/>
              <a:ext cx="232189" cy="59151"/>
            </a:xfrm>
            <a:custGeom>
              <a:rect b="b" l="l" r="r" t="t"/>
              <a:pathLst>
                <a:path extrusionOk="0" h="1835" w="7203">
                  <a:moveTo>
                    <a:pt x="3592" y="1"/>
                  </a:moveTo>
                  <a:cubicBezTo>
                    <a:pt x="2902" y="1"/>
                    <a:pt x="2282" y="144"/>
                    <a:pt x="1639" y="406"/>
                  </a:cubicBezTo>
                  <a:cubicBezTo>
                    <a:pt x="1044" y="668"/>
                    <a:pt x="544" y="1072"/>
                    <a:pt x="91" y="1549"/>
                  </a:cubicBezTo>
                  <a:cubicBezTo>
                    <a:pt x="0" y="1658"/>
                    <a:pt x="119" y="1810"/>
                    <a:pt x="233" y="1810"/>
                  </a:cubicBezTo>
                  <a:cubicBezTo>
                    <a:pt x="268" y="1810"/>
                    <a:pt x="302" y="1796"/>
                    <a:pt x="330" y="1763"/>
                  </a:cubicBezTo>
                  <a:cubicBezTo>
                    <a:pt x="1163" y="858"/>
                    <a:pt x="2330" y="334"/>
                    <a:pt x="3592" y="334"/>
                  </a:cubicBezTo>
                  <a:cubicBezTo>
                    <a:pt x="4831" y="334"/>
                    <a:pt x="6021" y="858"/>
                    <a:pt x="6855" y="1787"/>
                  </a:cubicBezTo>
                  <a:cubicBezTo>
                    <a:pt x="6888" y="1820"/>
                    <a:pt x="6926" y="1834"/>
                    <a:pt x="6964" y="1834"/>
                  </a:cubicBezTo>
                  <a:cubicBezTo>
                    <a:pt x="7088" y="1834"/>
                    <a:pt x="7203" y="1682"/>
                    <a:pt x="7093" y="1573"/>
                  </a:cubicBezTo>
                  <a:cubicBezTo>
                    <a:pt x="6212" y="572"/>
                    <a:pt x="4926" y="1"/>
                    <a:pt x="3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4"/>
            <p:cNvSpPr/>
            <p:nvPr/>
          </p:nvSpPr>
          <p:spPr>
            <a:xfrm>
              <a:off x="1110188" y="3305264"/>
              <a:ext cx="232221" cy="58055"/>
            </a:xfrm>
            <a:custGeom>
              <a:rect b="b" l="l" r="r" t="t"/>
              <a:pathLst>
                <a:path extrusionOk="0" h="1801" w="7204">
                  <a:moveTo>
                    <a:pt x="223" y="1"/>
                  </a:moveTo>
                  <a:cubicBezTo>
                    <a:pt x="104" y="1"/>
                    <a:pt x="1" y="146"/>
                    <a:pt x="107" y="252"/>
                  </a:cubicBezTo>
                  <a:cubicBezTo>
                    <a:pt x="988" y="1252"/>
                    <a:pt x="2274" y="1800"/>
                    <a:pt x="3584" y="1800"/>
                  </a:cubicBezTo>
                  <a:cubicBezTo>
                    <a:pt x="4917" y="1800"/>
                    <a:pt x="6203" y="1252"/>
                    <a:pt x="7108" y="228"/>
                  </a:cubicBezTo>
                  <a:cubicBezTo>
                    <a:pt x="7203" y="228"/>
                    <a:pt x="7203" y="109"/>
                    <a:pt x="7108" y="62"/>
                  </a:cubicBezTo>
                  <a:cubicBezTo>
                    <a:pt x="7072" y="26"/>
                    <a:pt x="7025" y="8"/>
                    <a:pt x="6980" y="8"/>
                  </a:cubicBezTo>
                  <a:cubicBezTo>
                    <a:pt x="6935" y="8"/>
                    <a:pt x="6894" y="26"/>
                    <a:pt x="6870" y="62"/>
                  </a:cubicBezTo>
                  <a:cubicBezTo>
                    <a:pt x="6036" y="967"/>
                    <a:pt x="4846" y="1514"/>
                    <a:pt x="3584" y="1514"/>
                  </a:cubicBezTo>
                  <a:cubicBezTo>
                    <a:pt x="2345" y="1514"/>
                    <a:pt x="1178" y="967"/>
                    <a:pt x="345" y="62"/>
                  </a:cubicBezTo>
                  <a:cubicBezTo>
                    <a:pt x="308" y="19"/>
                    <a:pt x="265" y="1"/>
                    <a:pt x="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94"/>
            <p:cNvSpPr/>
            <p:nvPr/>
          </p:nvSpPr>
          <p:spPr>
            <a:xfrm>
              <a:off x="1177333" y="3129132"/>
              <a:ext cx="107504" cy="168170"/>
            </a:xfrm>
            <a:custGeom>
              <a:rect b="b" l="l" r="r" t="t"/>
              <a:pathLst>
                <a:path extrusionOk="0" h="5217" w="3335">
                  <a:moveTo>
                    <a:pt x="477" y="1"/>
                  </a:moveTo>
                  <a:cubicBezTo>
                    <a:pt x="191" y="1"/>
                    <a:pt x="0" y="215"/>
                    <a:pt x="0" y="477"/>
                  </a:cubicBezTo>
                  <a:lnTo>
                    <a:pt x="0" y="4740"/>
                  </a:lnTo>
                  <a:cubicBezTo>
                    <a:pt x="0" y="5002"/>
                    <a:pt x="191" y="5216"/>
                    <a:pt x="477" y="5216"/>
                  </a:cubicBezTo>
                  <a:lnTo>
                    <a:pt x="2691" y="5216"/>
                  </a:lnTo>
                  <a:cubicBezTo>
                    <a:pt x="3334" y="5216"/>
                    <a:pt x="3334" y="4263"/>
                    <a:pt x="2691" y="4263"/>
                  </a:cubicBezTo>
                  <a:lnTo>
                    <a:pt x="953" y="4263"/>
                  </a:lnTo>
                  <a:lnTo>
                    <a:pt x="953" y="4144"/>
                  </a:lnTo>
                  <a:cubicBezTo>
                    <a:pt x="953" y="4037"/>
                    <a:pt x="869" y="3984"/>
                    <a:pt x="786" y="3984"/>
                  </a:cubicBezTo>
                  <a:cubicBezTo>
                    <a:pt x="703" y="3984"/>
                    <a:pt x="619" y="4037"/>
                    <a:pt x="619" y="4144"/>
                  </a:cubicBezTo>
                  <a:lnTo>
                    <a:pt x="619" y="4406"/>
                  </a:lnTo>
                  <a:cubicBezTo>
                    <a:pt x="619" y="4502"/>
                    <a:pt x="667" y="4573"/>
                    <a:pt x="762" y="4573"/>
                  </a:cubicBezTo>
                  <a:lnTo>
                    <a:pt x="2667" y="4573"/>
                  </a:lnTo>
                  <a:cubicBezTo>
                    <a:pt x="2882" y="4573"/>
                    <a:pt x="2882" y="4883"/>
                    <a:pt x="2667" y="4883"/>
                  </a:cubicBezTo>
                  <a:lnTo>
                    <a:pt x="429" y="4883"/>
                  </a:lnTo>
                  <a:cubicBezTo>
                    <a:pt x="357" y="4883"/>
                    <a:pt x="286" y="4835"/>
                    <a:pt x="286" y="4740"/>
                  </a:cubicBezTo>
                  <a:lnTo>
                    <a:pt x="286" y="525"/>
                  </a:lnTo>
                  <a:cubicBezTo>
                    <a:pt x="286" y="429"/>
                    <a:pt x="357" y="358"/>
                    <a:pt x="429" y="358"/>
                  </a:cubicBezTo>
                  <a:lnTo>
                    <a:pt x="2667" y="358"/>
                  </a:lnTo>
                  <a:cubicBezTo>
                    <a:pt x="2882" y="358"/>
                    <a:pt x="2882" y="691"/>
                    <a:pt x="2667" y="691"/>
                  </a:cubicBezTo>
                  <a:lnTo>
                    <a:pt x="762" y="691"/>
                  </a:lnTo>
                  <a:cubicBezTo>
                    <a:pt x="667" y="691"/>
                    <a:pt x="619" y="763"/>
                    <a:pt x="619" y="834"/>
                  </a:cubicBezTo>
                  <a:lnTo>
                    <a:pt x="619" y="2311"/>
                  </a:lnTo>
                  <a:cubicBezTo>
                    <a:pt x="619" y="2382"/>
                    <a:pt x="667" y="2454"/>
                    <a:pt x="762" y="2454"/>
                  </a:cubicBezTo>
                  <a:lnTo>
                    <a:pt x="2096" y="2454"/>
                  </a:lnTo>
                  <a:cubicBezTo>
                    <a:pt x="2310" y="2454"/>
                    <a:pt x="2310" y="2787"/>
                    <a:pt x="2096" y="2787"/>
                  </a:cubicBezTo>
                  <a:lnTo>
                    <a:pt x="762" y="2787"/>
                  </a:lnTo>
                  <a:cubicBezTo>
                    <a:pt x="667" y="2787"/>
                    <a:pt x="619" y="2835"/>
                    <a:pt x="619" y="2930"/>
                  </a:cubicBezTo>
                  <a:lnTo>
                    <a:pt x="619" y="3454"/>
                  </a:lnTo>
                  <a:cubicBezTo>
                    <a:pt x="619" y="3561"/>
                    <a:pt x="703" y="3615"/>
                    <a:pt x="786" y="3615"/>
                  </a:cubicBezTo>
                  <a:cubicBezTo>
                    <a:pt x="869" y="3615"/>
                    <a:pt x="953" y="3561"/>
                    <a:pt x="953" y="3454"/>
                  </a:cubicBezTo>
                  <a:lnTo>
                    <a:pt x="953" y="3097"/>
                  </a:lnTo>
                  <a:lnTo>
                    <a:pt x="2096" y="3097"/>
                  </a:lnTo>
                  <a:cubicBezTo>
                    <a:pt x="2739" y="3097"/>
                    <a:pt x="2739" y="2120"/>
                    <a:pt x="2096" y="2120"/>
                  </a:cubicBezTo>
                  <a:lnTo>
                    <a:pt x="953" y="2120"/>
                  </a:lnTo>
                  <a:lnTo>
                    <a:pt x="953" y="1001"/>
                  </a:lnTo>
                  <a:lnTo>
                    <a:pt x="2691" y="1001"/>
                  </a:lnTo>
                  <a:cubicBezTo>
                    <a:pt x="3334" y="1001"/>
                    <a:pt x="3334" y="1"/>
                    <a:pt x="2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94"/>
            <p:cNvSpPr/>
            <p:nvPr/>
          </p:nvSpPr>
          <p:spPr>
            <a:xfrm>
              <a:off x="1287093" y="3130679"/>
              <a:ext cx="117497" cy="167364"/>
            </a:xfrm>
            <a:custGeom>
              <a:rect b="b" l="l" r="r" t="t"/>
              <a:pathLst>
                <a:path extrusionOk="0" h="5192" w="3645">
                  <a:moveTo>
                    <a:pt x="1787" y="310"/>
                  </a:moveTo>
                  <a:cubicBezTo>
                    <a:pt x="2620" y="310"/>
                    <a:pt x="3311" y="977"/>
                    <a:pt x="3311" y="1810"/>
                  </a:cubicBezTo>
                  <a:lnTo>
                    <a:pt x="3311" y="3382"/>
                  </a:lnTo>
                  <a:cubicBezTo>
                    <a:pt x="3311" y="4215"/>
                    <a:pt x="2620" y="4882"/>
                    <a:pt x="1787" y="4882"/>
                  </a:cubicBezTo>
                  <a:cubicBezTo>
                    <a:pt x="1001" y="4882"/>
                    <a:pt x="334" y="4192"/>
                    <a:pt x="334" y="3358"/>
                  </a:cubicBezTo>
                  <a:lnTo>
                    <a:pt x="334" y="1834"/>
                  </a:lnTo>
                  <a:cubicBezTo>
                    <a:pt x="334" y="1024"/>
                    <a:pt x="1001" y="358"/>
                    <a:pt x="1787" y="310"/>
                  </a:cubicBezTo>
                  <a:close/>
                  <a:moveTo>
                    <a:pt x="1834" y="0"/>
                  </a:moveTo>
                  <a:cubicBezTo>
                    <a:pt x="834" y="0"/>
                    <a:pt x="1" y="786"/>
                    <a:pt x="1" y="1810"/>
                  </a:cubicBezTo>
                  <a:lnTo>
                    <a:pt x="1" y="3358"/>
                  </a:lnTo>
                  <a:cubicBezTo>
                    <a:pt x="1" y="4358"/>
                    <a:pt x="834" y="5192"/>
                    <a:pt x="1858" y="5192"/>
                  </a:cubicBezTo>
                  <a:cubicBezTo>
                    <a:pt x="2835" y="5168"/>
                    <a:pt x="3644" y="4358"/>
                    <a:pt x="3644" y="3382"/>
                  </a:cubicBezTo>
                  <a:lnTo>
                    <a:pt x="3644" y="1810"/>
                  </a:lnTo>
                  <a:cubicBezTo>
                    <a:pt x="3644" y="786"/>
                    <a:pt x="2835" y="0"/>
                    <a:pt x="1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94"/>
            <p:cNvSpPr/>
            <p:nvPr/>
          </p:nvSpPr>
          <p:spPr>
            <a:xfrm>
              <a:off x="1308594" y="3151374"/>
              <a:ext cx="74495" cy="125974"/>
            </a:xfrm>
            <a:custGeom>
              <a:rect b="b" l="l" r="r" t="t"/>
              <a:pathLst>
                <a:path extrusionOk="0" h="3908" w="2311">
                  <a:moveTo>
                    <a:pt x="1141" y="1"/>
                  </a:moveTo>
                  <a:cubicBezTo>
                    <a:pt x="1126" y="1"/>
                    <a:pt x="1111" y="1"/>
                    <a:pt x="1096" y="1"/>
                  </a:cubicBezTo>
                  <a:cubicBezTo>
                    <a:pt x="477" y="25"/>
                    <a:pt x="1" y="549"/>
                    <a:pt x="1" y="1168"/>
                  </a:cubicBezTo>
                  <a:lnTo>
                    <a:pt x="1" y="1597"/>
                  </a:lnTo>
                  <a:cubicBezTo>
                    <a:pt x="1" y="1704"/>
                    <a:pt x="84" y="1758"/>
                    <a:pt x="167" y="1758"/>
                  </a:cubicBezTo>
                  <a:cubicBezTo>
                    <a:pt x="251" y="1758"/>
                    <a:pt x="334" y="1704"/>
                    <a:pt x="334" y="1597"/>
                  </a:cubicBezTo>
                  <a:lnTo>
                    <a:pt x="334" y="1192"/>
                  </a:lnTo>
                  <a:cubicBezTo>
                    <a:pt x="334" y="740"/>
                    <a:pt x="667" y="359"/>
                    <a:pt x="1167" y="335"/>
                  </a:cubicBezTo>
                  <a:cubicBezTo>
                    <a:pt x="1644" y="335"/>
                    <a:pt x="2025" y="692"/>
                    <a:pt x="2025" y="1168"/>
                  </a:cubicBezTo>
                  <a:lnTo>
                    <a:pt x="2025" y="2716"/>
                  </a:lnTo>
                  <a:cubicBezTo>
                    <a:pt x="2025" y="3169"/>
                    <a:pt x="1668" y="3550"/>
                    <a:pt x="1191" y="3573"/>
                  </a:cubicBezTo>
                  <a:cubicBezTo>
                    <a:pt x="715" y="3573"/>
                    <a:pt x="334" y="3216"/>
                    <a:pt x="334" y="2740"/>
                  </a:cubicBezTo>
                  <a:lnTo>
                    <a:pt x="334" y="2383"/>
                  </a:lnTo>
                  <a:cubicBezTo>
                    <a:pt x="334" y="2276"/>
                    <a:pt x="251" y="2222"/>
                    <a:pt x="167" y="2222"/>
                  </a:cubicBezTo>
                  <a:cubicBezTo>
                    <a:pt x="84" y="2222"/>
                    <a:pt x="1" y="2276"/>
                    <a:pt x="1" y="2383"/>
                  </a:cubicBezTo>
                  <a:lnTo>
                    <a:pt x="1" y="2716"/>
                  </a:lnTo>
                  <a:cubicBezTo>
                    <a:pt x="1" y="3346"/>
                    <a:pt x="549" y="3908"/>
                    <a:pt x="1176" y="3908"/>
                  </a:cubicBezTo>
                  <a:cubicBezTo>
                    <a:pt x="1189" y="3908"/>
                    <a:pt x="1202" y="3907"/>
                    <a:pt x="1215" y="3907"/>
                  </a:cubicBezTo>
                  <a:cubicBezTo>
                    <a:pt x="1834" y="3883"/>
                    <a:pt x="2311" y="3359"/>
                    <a:pt x="2311" y="2740"/>
                  </a:cubicBezTo>
                  <a:lnTo>
                    <a:pt x="2311" y="1192"/>
                  </a:lnTo>
                  <a:cubicBezTo>
                    <a:pt x="2311" y="517"/>
                    <a:pt x="1809"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94"/>
            <p:cNvSpPr/>
            <p:nvPr/>
          </p:nvSpPr>
          <p:spPr>
            <a:xfrm>
              <a:off x="1048329" y="3130356"/>
              <a:ext cx="117529" cy="168460"/>
            </a:xfrm>
            <a:custGeom>
              <a:rect b="b" l="l" r="r" t="t"/>
              <a:pathLst>
                <a:path extrusionOk="0" h="5226" w="3646">
                  <a:moveTo>
                    <a:pt x="1833" y="0"/>
                  </a:moveTo>
                  <a:cubicBezTo>
                    <a:pt x="1594" y="0"/>
                    <a:pt x="1357" y="52"/>
                    <a:pt x="1145" y="153"/>
                  </a:cubicBezTo>
                  <a:cubicBezTo>
                    <a:pt x="1049" y="177"/>
                    <a:pt x="1002" y="296"/>
                    <a:pt x="1049" y="368"/>
                  </a:cubicBezTo>
                  <a:cubicBezTo>
                    <a:pt x="1067" y="421"/>
                    <a:pt x="1139" y="448"/>
                    <a:pt x="1203" y="448"/>
                  </a:cubicBezTo>
                  <a:cubicBezTo>
                    <a:pt x="1225" y="448"/>
                    <a:pt x="1246" y="445"/>
                    <a:pt x="1264" y="439"/>
                  </a:cubicBezTo>
                  <a:cubicBezTo>
                    <a:pt x="1443" y="349"/>
                    <a:pt x="1633" y="307"/>
                    <a:pt x="1822" y="307"/>
                  </a:cubicBezTo>
                  <a:cubicBezTo>
                    <a:pt x="2133" y="307"/>
                    <a:pt x="2440" y="422"/>
                    <a:pt x="2692" y="629"/>
                  </a:cubicBezTo>
                  <a:cubicBezTo>
                    <a:pt x="2931" y="844"/>
                    <a:pt x="3002" y="1011"/>
                    <a:pt x="3050" y="1082"/>
                  </a:cubicBezTo>
                  <a:cubicBezTo>
                    <a:pt x="3080" y="1204"/>
                    <a:pt x="2993" y="1287"/>
                    <a:pt x="2896" y="1287"/>
                  </a:cubicBezTo>
                  <a:cubicBezTo>
                    <a:pt x="2841" y="1287"/>
                    <a:pt x="2783" y="1261"/>
                    <a:pt x="2740" y="1201"/>
                  </a:cubicBezTo>
                  <a:cubicBezTo>
                    <a:pt x="2716" y="1153"/>
                    <a:pt x="2645" y="1034"/>
                    <a:pt x="2478" y="868"/>
                  </a:cubicBezTo>
                  <a:cubicBezTo>
                    <a:pt x="2290" y="705"/>
                    <a:pt x="2070" y="641"/>
                    <a:pt x="1855" y="641"/>
                  </a:cubicBezTo>
                  <a:cubicBezTo>
                    <a:pt x="1660" y="641"/>
                    <a:pt x="1469" y="693"/>
                    <a:pt x="1311" y="772"/>
                  </a:cubicBezTo>
                  <a:cubicBezTo>
                    <a:pt x="1168" y="868"/>
                    <a:pt x="835" y="1130"/>
                    <a:pt x="954" y="1654"/>
                  </a:cubicBezTo>
                  <a:cubicBezTo>
                    <a:pt x="1049" y="2058"/>
                    <a:pt x="1383" y="2154"/>
                    <a:pt x="1835" y="2225"/>
                  </a:cubicBezTo>
                  <a:cubicBezTo>
                    <a:pt x="2121" y="2297"/>
                    <a:pt x="2431" y="2344"/>
                    <a:pt x="2669" y="2487"/>
                  </a:cubicBezTo>
                  <a:cubicBezTo>
                    <a:pt x="3240" y="2844"/>
                    <a:pt x="3431" y="3416"/>
                    <a:pt x="3145" y="4083"/>
                  </a:cubicBezTo>
                  <a:cubicBezTo>
                    <a:pt x="3002" y="4464"/>
                    <a:pt x="2526" y="4868"/>
                    <a:pt x="1883" y="4868"/>
                  </a:cubicBezTo>
                  <a:lnTo>
                    <a:pt x="1764" y="4868"/>
                  </a:lnTo>
                  <a:cubicBezTo>
                    <a:pt x="1073" y="4821"/>
                    <a:pt x="716" y="4464"/>
                    <a:pt x="525" y="4202"/>
                  </a:cubicBezTo>
                  <a:cubicBezTo>
                    <a:pt x="359" y="3892"/>
                    <a:pt x="335" y="3606"/>
                    <a:pt x="335" y="3559"/>
                  </a:cubicBezTo>
                  <a:cubicBezTo>
                    <a:pt x="335" y="3495"/>
                    <a:pt x="392" y="3412"/>
                    <a:pt x="472" y="3412"/>
                  </a:cubicBezTo>
                  <a:cubicBezTo>
                    <a:pt x="481" y="3412"/>
                    <a:pt x="491" y="3413"/>
                    <a:pt x="502" y="3416"/>
                  </a:cubicBezTo>
                  <a:cubicBezTo>
                    <a:pt x="597" y="3440"/>
                    <a:pt x="621" y="3511"/>
                    <a:pt x="644" y="3606"/>
                  </a:cubicBezTo>
                  <a:cubicBezTo>
                    <a:pt x="644" y="3678"/>
                    <a:pt x="716" y="3868"/>
                    <a:pt x="835" y="4035"/>
                  </a:cubicBezTo>
                  <a:cubicBezTo>
                    <a:pt x="1049" y="4368"/>
                    <a:pt x="1335" y="4511"/>
                    <a:pt x="1788" y="4559"/>
                  </a:cubicBezTo>
                  <a:cubicBezTo>
                    <a:pt x="1808" y="4560"/>
                    <a:pt x="1829" y="4560"/>
                    <a:pt x="1849" y="4560"/>
                  </a:cubicBezTo>
                  <a:cubicBezTo>
                    <a:pt x="2385" y="4560"/>
                    <a:pt x="2721" y="4262"/>
                    <a:pt x="2859" y="3964"/>
                  </a:cubicBezTo>
                  <a:cubicBezTo>
                    <a:pt x="3073" y="3487"/>
                    <a:pt x="2954" y="3059"/>
                    <a:pt x="2502" y="2797"/>
                  </a:cubicBezTo>
                  <a:cubicBezTo>
                    <a:pt x="2288" y="2678"/>
                    <a:pt x="2049" y="2606"/>
                    <a:pt x="1788" y="2582"/>
                  </a:cubicBezTo>
                  <a:cubicBezTo>
                    <a:pt x="1549" y="2558"/>
                    <a:pt x="1311" y="2487"/>
                    <a:pt x="1097" y="2368"/>
                  </a:cubicBezTo>
                  <a:cubicBezTo>
                    <a:pt x="859" y="2249"/>
                    <a:pt x="692" y="2058"/>
                    <a:pt x="621" y="1773"/>
                  </a:cubicBezTo>
                  <a:cubicBezTo>
                    <a:pt x="525" y="1463"/>
                    <a:pt x="597" y="1130"/>
                    <a:pt x="763" y="891"/>
                  </a:cubicBezTo>
                  <a:cubicBezTo>
                    <a:pt x="835" y="796"/>
                    <a:pt x="811" y="701"/>
                    <a:pt x="716" y="653"/>
                  </a:cubicBezTo>
                  <a:cubicBezTo>
                    <a:pt x="683" y="628"/>
                    <a:pt x="649" y="618"/>
                    <a:pt x="618" y="618"/>
                  </a:cubicBezTo>
                  <a:cubicBezTo>
                    <a:pt x="560" y="618"/>
                    <a:pt x="509" y="654"/>
                    <a:pt x="478" y="701"/>
                  </a:cubicBezTo>
                  <a:cubicBezTo>
                    <a:pt x="263" y="1034"/>
                    <a:pt x="216" y="1463"/>
                    <a:pt x="287" y="1868"/>
                  </a:cubicBezTo>
                  <a:cubicBezTo>
                    <a:pt x="382" y="2225"/>
                    <a:pt x="597" y="2535"/>
                    <a:pt x="930" y="2678"/>
                  </a:cubicBezTo>
                  <a:cubicBezTo>
                    <a:pt x="1168" y="2797"/>
                    <a:pt x="1430" y="2844"/>
                    <a:pt x="1692" y="2916"/>
                  </a:cubicBezTo>
                  <a:cubicBezTo>
                    <a:pt x="1930" y="2939"/>
                    <a:pt x="2145" y="3011"/>
                    <a:pt x="2288" y="3082"/>
                  </a:cubicBezTo>
                  <a:cubicBezTo>
                    <a:pt x="2597" y="3273"/>
                    <a:pt x="2645" y="3535"/>
                    <a:pt x="2526" y="3868"/>
                  </a:cubicBezTo>
                  <a:cubicBezTo>
                    <a:pt x="2436" y="4070"/>
                    <a:pt x="2198" y="4251"/>
                    <a:pt x="1851" y="4251"/>
                  </a:cubicBezTo>
                  <a:cubicBezTo>
                    <a:pt x="1831" y="4251"/>
                    <a:pt x="1809" y="4251"/>
                    <a:pt x="1788" y="4249"/>
                  </a:cubicBezTo>
                  <a:cubicBezTo>
                    <a:pt x="1454" y="4225"/>
                    <a:pt x="1216" y="4106"/>
                    <a:pt x="1097" y="3892"/>
                  </a:cubicBezTo>
                  <a:cubicBezTo>
                    <a:pt x="978" y="3725"/>
                    <a:pt x="978" y="3535"/>
                    <a:pt x="978" y="3535"/>
                  </a:cubicBezTo>
                  <a:cubicBezTo>
                    <a:pt x="955" y="3255"/>
                    <a:pt x="733" y="3122"/>
                    <a:pt x="509" y="3122"/>
                  </a:cubicBezTo>
                  <a:cubicBezTo>
                    <a:pt x="256" y="3122"/>
                    <a:pt x="0" y="3291"/>
                    <a:pt x="25" y="3606"/>
                  </a:cubicBezTo>
                  <a:cubicBezTo>
                    <a:pt x="25" y="3702"/>
                    <a:pt x="49" y="4011"/>
                    <a:pt x="263" y="4368"/>
                  </a:cubicBezTo>
                  <a:cubicBezTo>
                    <a:pt x="478" y="4726"/>
                    <a:pt x="930" y="5178"/>
                    <a:pt x="1764" y="5226"/>
                  </a:cubicBezTo>
                  <a:lnTo>
                    <a:pt x="1883" y="5226"/>
                  </a:lnTo>
                  <a:cubicBezTo>
                    <a:pt x="2740" y="5226"/>
                    <a:pt x="3264" y="4702"/>
                    <a:pt x="3455" y="4225"/>
                  </a:cubicBezTo>
                  <a:cubicBezTo>
                    <a:pt x="3597" y="3821"/>
                    <a:pt x="3645" y="3416"/>
                    <a:pt x="3550" y="3106"/>
                  </a:cubicBezTo>
                  <a:cubicBezTo>
                    <a:pt x="3431" y="2773"/>
                    <a:pt x="3216" y="2463"/>
                    <a:pt x="2859" y="2225"/>
                  </a:cubicBezTo>
                  <a:cubicBezTo>
                    <a:pt x="2573" y="2035"/>
                    <a:pt x="2216" y="1963"/>
                    <a:pt x="1907" y="1915"/>
                  </a:cubicBezTo>
                  <a:cubicBezTo>
                    <a:pt x="1383" y="1820"/>
                    <a:pt x="1311" y="1749"/>
                    <a:pt x="1264" y="1582"/>
                  </a:cubicBezTo>
                  <a:cubicBezTo>
                    <a:pt x="1192" y="1344"/>
                    <a:pt x="1264" y="1153"/>
                    <a:pt x="1454" y="1034"/>
                  </a:cubicBezTo>
                  <a:cubicBezTo>
                    <a:pt x="1553" y="979"/>
                    <a:pt x="1678" y="944"/>
                    <a:pt x="1808" y="944"/>
                  </a:cubicBezTo>
                  <a:cubicBezTo>
                    <a:pt x="1957" y="944"/>
                    <a:pt x="2112" y="991"/>
                    <a:pt x="2240" y="1106"/>
                  </a:cubicBezTo>
                  <a:cubicBezTo>
                    <a:pt x="2383" y="1225"/>
                    <a:pt x="2454" y="1320"/>
                    <a:pt x="2454" y="1344"/>
                  </a:cubicBezTo>
                  <a:cubicBezTo>
                    <a:pt x="2544" y="1524"/>
                    <a:pt x="2702" y="1600"/>
                    <a:pt x="2861" y="1600"/>
                  </a:cubicBezTo>
                  <a:cubicBezTo>
                    <a:pt x="3165" y="1600"/>
                    <a:pt x="3476" y="1322"/>
                    <a:pt x="3335" y="963"/>
                  </a:cubicBezTo>
                  <a:cubicBezTo>
                    <a:pt x="3312" y="891"/>
                    <a:pt x="3216" y="653"/>
                    <a:pt x="2883" y="391"/>
                  </a:cubicBezTo>
                  <a:cubicBezTo>
                    <a:pt x="2591" y="129"/>
                    <a:pt x="2210" y="0"/>
                    <a:pt x="1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6" name="Google Shape;19066;p94"/>
          <p:cNvGrpSpPr/>
          <p:nvPr/>
        </p:nvGrpSpPr>
        <p:grpSpPr>
          <a:xfrm>
            <a:off x="1769909" y="2909941"/>
            <a:ext cx="355520" cy="300978"/>
            <a:chOff x="1769909" y="3062341"/>
            <a:chExt cx="355520" cy="300978"/>
          </a:xfrm>
        </p:grpSpPr>
        <p:sp>
          <p:nvSpPr>
            <p:cNvPr id="19067" name="Google Shape;19067;p94"/>
            <p:cNvSpPr/>
            <p:nvPr/>
          </p:nvSpPr>
          <p:spPr>
            <a:xfrm>
              <a:off x="2012542" y="3135546"/>
              <a:ext cx="107504" cy="156759"/>
            </a:xfrm>
            <a:custGeom>
              <a:rect b="b" l="l" r="r" t="t"/>
              <a:pathLst>
                <a:path extrusionOk="0" h="4863" w="3335">
                  <a:moveTo>
                    <a:pt x="327" y="1"/>
                  </a:moveTo>
                  <a:cubicBezTo>
                    <a:pt x="273" y="1"/>
                    <a:pt x="218" y="14"/>
                    <a:pt x="167" y="40"/>
                  </a:cubicBezTo>
                  <a:cubicBezTo>
                    <a:pt x="72" y="111"/>
                    <a:pt x="0" y="230"/>
                    <a:pt x="0" y="349"/>
                  </a:cubicBezTo>
                  <a:lnTo>
                    <a:pt x="0" y="4541"/>
                  </a:lnTo>
                  <a:cubicBezTo>
                    <a:pt x="0" y="4755"/>
                    <a:pt x="167" y="4862"/>
                    <a:pt x="334" y="4862"/>
                  </a:cubicBezTo>
                  <a:cubicBezTo>
                    <a:pt x="501" y="4862"/>
                    <a:pt x="667" y="4755"/>
                    <a:pt x="667" y="4541"/>
                  </a:cubicBezTo>
                  <a:lnTo>
                    <a:pt x="667" y="1326"/>
                  </a:lnTo>
                  <a:lnTo>
                    <a:pt x="1405" y="2397"/>
                  </a:lnTo>
                  <a:cubicBezTo>
                    <a:pt x="1475" y="2484"/>
                    <a:pt x="1569" y="2545"/>
                    <a:pt x="1670" y="2545"/>
                  </a:cubicBezTo>
                  <a:cubicBezTo>
                    <a:pt x="1708" y="2545"/>
                    <a:pt x="1747" y="2536"/>
                    <a:pt x="1787" y="2517"/>
                  </a:cubicBezTo>
                  <a:cubicBezTo>
                    <a:pt x="1858" y="2493"/>
                    <a:pt x="1906" y="2469"/>
                    <a:pt x="1953" y="2397"/>
                  </a:cubicBezTo>
                  <a:lnTo>
                    <a:pt x="2691" y="1326"/>
                  </a:lnTo>
                  <a:lnTo>
                    <a:pt x="2691" y="4517"/>
                  </a:lnTo>
                  <a:cubicBezTo>
                    <a:pt x="2691" y="4684"/>
                    <a:pt x="2834" y="4850"/>
                    <a:pt x="3025" y="4850"/>
                  </a:cubicBezTo>
                  <a:cubicBezTo>
                    <a:pt x="3192" y="4850"/>
                    <a:pt x="3334" y="4731"/>
                    <a:pt x="3334" y="4541"/>
                  </a:cubicBezTo>
                  <a:lnTo>
                    <a:pt x="3334" y="302"/>
                  </a:lnTo>
                  <a:cubicBezTo>
                    <a:pt x="3334" y="230"/>
                    <a:pt x="3287" y="111"/>
                    <a:pt x="3192" y="40"/>
                  </a:cubicBezTo>
                  <a:cubicBezTo>
                    <a:pt x="3140" y="14"/>
                    <a:pt x="3080" y="1"/>
                    <a:pt x="3019" y="1"/>
                  </a:cubicBezTo>
                  <a:cubicBezTo>
                    <a:pt x="2910" y="1"/>
                    <a:pt x="2800" y="43"/>
                    <a:pt x="2739" y="135"/>
                  </a:cubicBezTo>
                  <a:lnTo>
                    <a:pt x="1667" y="1659"/>
                  </a:lnTo>
                  <a:lnTo>
                    <a:pt x="596" y="135"/>
                  </a:lnTo>
                  <a:cubicBezTo>
                    <a:pt x="519" y="43"/>
                    <a:pt x="424"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4"/>
            <p:cNvSpPr/>
            <p:nvPr/>
          </p:nvSpPr>
          <p:spPr>
            <a:xfrm>
              <a:off x="2090067" y="3136062"/>
              <a:ext cx="29979" cy="156243"/>
            </a:xfrm>
            <a:custGeom>
              <a:rect b="b" l="l" r="r" t="t"/>
              <a:pathLst>
                <a:path extrusionOk="0" h="4847" w="930">
                  <a:moveTo>
                    <a:pt x="691" y="0"/>
                  </a:moveTo>
                  <a:cubicBezTo>
                    <a:pt x="548" y="0"/>
                    <a:pt x="334" y="95"/>
                    <a:pt x="263" y="238"/>
                  </a:cubicBezTo>
                  <a:lnTo>
                    <a:pt x="1" y="595"/>
                  </a:lnTo>
                  <a:lnTo>
                    <a:pt x="1" y="1738"/>
                  </a:lnTo>
                  <a:lnTo>
                    <a:pt x="286" y="1334"/>
                  </a:lnTo>
                  <a:lnTo>
                    <a:pt x="286" y="4525"/>
                  </a:lnTo>
                  <a:cubicBezTo>
                    <a:pt x="286" y="4739"/>
                    <a:pt x="447" y="4846"/>
                    <a:pt x="608" y="4846"/>
                  </a:cubicBezTo>
                  <a:cubicBezTo>
                    <a:pt x="769" y="4846"/>
                    <a:pt x="929" y="4739"/>
                    <a:pt x="929" y="4525"/>
                  </a:cubicBezTo>
                  <a:lnTo>
                    <a:pt x="929" y="333"/>
                  </a:lnTo>
                  <a:cubicBezTo>
                    <a:pt x="929" y="191"/>
                    <a:pt x="858" y="24"/>
                    <a:pt x="691" y="0"/>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4"/>
            <p:cNvSpPr/>
            <p:nvPr/>
          </p:nvSpPr>
          <p:spPr>
            <a:xfrm>
              <a:off x="1900461" y="3134515"/>
              <a:ext cx="95996" cy="158177"/>
            </a:xfrm>
            <a:custGeom>
              <a:rect b="b" l="l" r="r" t="t"/>
              <a:pathLst>
                <a:path extrusionOk="0" h="4907" w="2978">
                  <a:moveTo>
                    <a:pt x="334" y="0"/>
                  </a:moveTo>
                  <a:cubicBezTo>
                    <a:pt x="143" y="0"/>
                    <a:pt x="1" y="143"/>
                    <a:pt x="1" y="310"/>
                  </a:cubicBezTo>
                  <a:lnTo>
                    <a:pt x="1" y="4573"/>
                  </a:lnTo>
                  <a:cubicBezTo>
                    <a:pt x="1" y="4763"/>
                    <a:pt x="143" y="4906"/>
                    <a:pt x="334" y="4906"/>
                  </a:cubicBezTo>
                  <a:lnTo>
                    <a:pt x="2572" y="4906"/>
                  </a:lnTo>
                  <a:cubicBezTo>
                    <a:pt x="2977" y="4906"/>
                    <a:pt x="2977" y="4239"/>
                    <a:pt x="2572" y="4239"/>
                  </a:cubicBezTo>
                  <a:lnTo>
                    <a:pt x="667" y="4239"/>
                  </a:lnTo>
                  <a:lnTo>
                    <a:pt x="667" y="2787"/>
                  </a:lnTo>
                  <a:lnTo>
                    <a:pt x="2001" y="2787"/>
                  </a:lnTo>
                  <a:cubicBezTo>
                    <a:pt x="2406" y="2787"/>
                    <a:pt x="2406" y="2144"/>
                    <a:pt x="2001" y="2144"/>
                  </a:cubicBezTo>
                  <a:lnTo>
                    <a:pt x="667" y="2144"/>
                  </a:lnTo>
                  <a:lnTo>
                    <a:pt x="667" y="643"/>
                  </a:lnTo>
                  <a:lnTo>
                    <a:pt x="2572" y="643"/>
                  </a:lnTo>
                  <a:cubicBezTo>
                    <a:pt x="2977" y="643"/>
                    <a:pt x="2977" y="0"/>
                    <a:pt x="257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94"/>
            <p:cNvSpPr/>
            <p:nvPr/>
          </p:nvSpPr>
          <p:spPr>
            <a:xfrm>
              <a:off x="1773810" y="3135256"/>
              <a:ext cx="111340" cy="158177"/>
            </a:xfrm>
            <a:custGeom>
              <a:rect b="b" l="l" r="r" t="t"/>
              <a:pathLst>
                <a:path extrusionOk="0" h="4907" w="3454">
                  <a:moveTo>
                    <a:pt x="1656" y="1"/>
                  </a:moveTo>
                  <a:cubicBezTo>
                    <a:pt x="1380" y="1"/>
                    <a:pt x="1102" y="80"/>
                    <a:pt x="857" y="239"/>
                  </a:cubicBezTo>
                  <a:cubicBezTo>
                    <a:pt x="357" y="525"/>
                    <a:pt x="143" y="1097"/>
                    <a:pt x="286" y="1668"/>
                  </a:cubicBezTo>
                  <a:cubicBezTo>
                    <a:pt x="381" y="2002"/>
                    <a:pt x="572" y="2240"/>
                    <a:pt x="857" y="2383"/>
                  </a:cubicBezTo>
                  <a:cubicBezTo>
                    <a:pt x="1096" y="2502"/>
                    <a:pt x="1334" y="2549"/>
                    <a:pt x="1572" y="2597"/>
                  </a:cubicBezTo>
                  <a:cubicBezTo>
                    <a:pt x="1810" y="2645"/>
                    <a:pt x="2048" y="2668"/>
                    <a:pt x="2239" y="2787"/>
                  </a:cubicBezTo>
                  <a:cubicBezTo>
                    <a:pt x="2596" y="3026"/>
                    <a:pt x="2715" y="3359"/>
                    <a:pt x="2524" y="3788"/>
                  </a:cubicBezTo>
                  <a:cubicBezTo>
                    <a:pt x="2410" y="4039"/>
                    <a:pt x="2100" y="4289"/>
                    <a:pt x="1698" y="4289"/>
                  </a:cubicBezTo>
                  <a:cubicBezTo>
                    <a:pt x="1680" y="4289"/>
                    <a:pt x="1662" y="4289"/>
                    <a:pt x="1643" y="4288"/>
                  </a:cubicBezTo>
                  <a:cubicBezTo>
                    <a:pt x="1238" y="4264"/>
                    <a:pt x="977" y="4097"/>
                    <a:pt x="810" y="3835"/>
                  </a:cubicBezTo>
                  <a:cubicBezTo>
                    <a:pt x="691" y="3621"/>
                    <a:pt x="643" y="3383"/>
                    <a:pt x="643" y="3383"/>
                  </a:cubicBezTo>
                  <a:cubicBezTo>
                    <a:pt x="619" y="3240"/>
                    <a:pt x="500" y="3097"/>
                    <a:pt x="334" y="3097"/>
                  </a:cubicBezTo>
                  <a:cubicBezTo>
                    <a:pt x="143" y="3097"/>
                    <a:pt x="0" y="3240"/>
                    <a:pt x="0" y="3430"/>
                  </a:cubicBezTo>
                  <a:cubicBezTo>
                    <a:pt x="0" y="3454"/>
                    <a:pt x="24" y="3788"/>
                    <a:pt x="238" y="4145"/>
                  </a:cubicBezTo>
                  <a:cubicBezTo>
                    <a:pt x="429" y="4454"/>
                    <a:pt x="834" y="4859"/>
                    <a:pt x="1572" y="4907"/>
                  </a:cubicBezTo>
                  <a:lnTo>
                    <a:pt x="1691" y="4907"/>
                  </a:lnTo>
                  <a:cubicBezTo>
                    <a:pt x="2453" y="4907"/>
                    <a:pt x="2953" y="4454"/>
                    <a:pt x="3120" y="4026"/>
                  </a:cubicBezTo>
                  <a:cubicBezTo>
                    <a:pt x="3453" y="3264"/>
                    <a:pt x="3239" y="2621"/>
                    <a:pt x="2620" y="2240"/>
                  </a:cubicBezTo>
                  <a:cubicBezTo>
                    <a:pt x="2358" y="2049"/>
                    <a:pt x="2024" y="2002"/>
                    <a:pt x="1739" y="1930"/>
                  </a:cubicBezTo>
                  <a:cubicBezTo>
                    <a:pt x="1215" y="1835"/>
                    <a:pt x="1024" y="1787"/>
                    <a:pt x="953" y="1478"/>
                  </a:cubicBezTo>
                  <a:cubicBezTo>
                    <a:pt x="857" y="1073"/>
                    <a:pt x="1072" y="859"/>
                    <a:pt x="1215" y="763"/>
                  </a:cubicBezTo>
                  <a:cubicBezTo>
                    <a:pt x="1349" y="696"/>
                    <a:pt x="1508" y="656"/>
                    <a:pt x="1668" y="656"/>
                  </a:cubicBezTo>
                  <a:cubicBezTo>
                    <a:pt x="1848" y="656"/>
                    <a:pt x="2028" y="708"/>
                    <a:pt x="2167" y="835"/>
                  </a:cubicBezTo>
                  <a:cubicBezTo>
                    <a:pt x="2358" y="978"/>
                    <a:pt x="2405" y="1097"/>
                    <a:pt x="2405" y="1097"/>
                  </a:cubicBezTo>
                  <a:cubicBezTo>
                    <a:pt x="2486" y="1197"/>
                    <a:pt x="2600" y="1298"/>
                    <a:pt x="2749" y="1298"/>
                  </a:cubicBezTo>
                  <a:cubicBezTo>
                    <a:pt x="2776" y="1298"/>
                    <a:pt x="2805" y="1295"/>
                    <a:pt x="2834" y="1287"/>
                  </a:cubicBezTo>
                  <a:cubicBezTo>
                    <a:pt x="2977" y="1216"/>
                    <a:pt x="3072" y="1049"/>
                    <a:pt x="3001" y="859"/>
                  </a:cubicBezTo>
                  <a:cubicBezTo>
                    <a:pt x="2977" y="835"/>
                    <a:pt x="2882" y="620"/>
                    <a:pt x="2596" y="358"/>
                  </a:cubicBezTo>
                  <a:cubicBezTo>
                    <a:pt x="2333" y="121"/>
                    <a:pt x="1996" y="1"/>
                    <a:pt x="165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94"/>
            <p:cNvSpPr/>
            <p:nvPr/>
          </p:nvSpPr>
          <p:spPr>
            <a:xfrm>
              <a:off x="2008706" y="3130228"/>
              <a:ext cx="116723" cy="166881"/>
            </a:xfrm>
            <a:custGeom>
              <a:rect b="b" l="l" r="r" t="t"/>
              <a:pathLst>
                <a:path extrusionOk="0" h="5177" w="3621">
                  <a:moveTo>
                    <a:pt x="503" y="0"/>
                  </a:moveTo>
                  <a:cubicBezTo>
                    <a:pt x="440" y="0"/>
                    <a:pt x="375" y="12"/>
                    <a:pt x="310" y="38"/>
                  </a:cubicBezTo>
                  <a:cubicBezTo>
                    <a:pt x="119" y="133"/>
                    <a:pt x="0" y="300"/>
                    <a:pt x="0" y="491"/>
                  </a:cubicBezTo>
                  <a:lnTo>
                    <a:pt x="0" y="4682"/>
                  </a:lnTo>
                  <a:cubicBezTo>
                    <a:pt x="0" y="4920"/>
                    <a:pt x="167" y="5087"/>
                    <a:pt x="358" y="5158"/>
                  </a:cubicBezTo>
                  <a:cubicBezTo>
                    <a:pt x="399" y="5171"/>
                    <a:pt x="440" y="5177"/>
                    <a:pt x="480" y="5177"/>
                  </a:cubicBezTo>
                  <a:cubicBezTo>
                    <a:pt x="739" y="5177"/>
                    <a:pt x="953" y="4929"/>
                    <a:pt x="953" y="4682"/>
                  </a:cubicBezTo>
                  <a:lnTo>
                    <a:pt x="953" y="4325"/>
                  </a:lnTo>
                  <a:cubicBezTo>
                    <a:pt x="953" y="4218"/>
                    <a:pt x="876" y="4164"/>
                    <a:pt x="798" y="4164"/>
                  </a:cubicBezTo>
                  <a:cubicBezTo>
                    <a:pt x="721" y="4164"/>
                    <a:pt x="643" y="4218"/>
                    <a:pt x="643" y="4325"/>
                  </a:cubicBezTo>
                  <a:lnTo>
                    <a:pt x="643" y="4682"/>
                  </a:lnTo>
                  <a:cubicBezTo>
                    <a:pt x="643" y="4789"/>
                    <a:pt x="560" y="4843"/>
                    <a:pt x="477" y="4843"/>
                  </a:cubicBezTo>
                  <a:cubicBezTo>
                    <a:pt x="393" y="4843"/>
                    <a:pt x="310" y="4789"/>
                    <a:pt x="310" y="4682"/>
                  </a:cubicBezTo>
                  <a:lnTo>
                    <a:pt x="310" y="491"/>
                  </a:lnTo>
                  <a:cubicBezTo>
                    <a:pt x="310" y="419"/>
                    <a:pt x="358" y="372"/>
                    <a:pt x="429" y="324"/>
                  </a:cubicBezTo>
                  <a:cubicBezTo>
                    <a:pt x="441" y="318"/>
                    <a:pt x="456" y="315"/>
                    <a:pt x="472" y="315"/>
                  </a:cubicBezTo>
                  <a:cubicBezTo>
                    <a:pt x="520" y="315"/>
                    <a:pt x="578" y="342"/>
                    <a:pt x="596" y="395"/>
                  </a:cubicBezTo>
                  <a:lnTo>
                    <a:pt x="1644" y="1919"/>
                  </a:lnTo>
                  <a:cubicBezTo>
                    <a:pt x="1667" y="1943"/>
                    <a:pt x="1667" y="1967"/>
                    <a:pt x="1715" y="1967"/>
                  </a:cubicBezTo>
                  <a:cubicBezTo>
                    <a:pt x="1728" y="1973"/>
                    <a:pt x="1744" y="1976"/>
                    <a:pt x="1762" y="1976"/>
                  </a:cubicBezTo>
                  <a:cubicBezTo>
                    <a:pt x="1810" y="1976"/>
                    <a:pt x="1871" y="1954"/>
                    <a:pt x="1906" y="1919"/>
                  </a:cubicBezTo>
                  <a:lnTo>
                    <a:pt x="2977" y="395"/>
                  </a:lnTo>
                  <a:cubicBezTo>
                    <a:pt x="3031" y="342"/>
                    <a:pt x="3084" y="315"/>
                    <a:pt x="3138" y="315"/>
                  </a:cubicBezTo>
                  <a:cubicBezTo>
                    <a:pt x="3156" y="315"/>
                    <a:pt x="3174" y="318"/>
                    <a:pt x="3191" y="324"/>
                  </a:cubicBezTo>
                  <a:cubicBezTo>
                    <a:pt x="3239" y="372"/>
                    <a:pt x="3287" y="419"/>
                    <a:pt x="3287" y="491"/>
                  </a:cubicBezTo>
                  <a:lnTo>
                    <a:pt x="3287" y="4706"/>
                  </a:lnTo>
                  <a:cubicBezTo>
                    <a:pt x="3287" y="4813"/>
                    <a:pt x="3203" y="4867"/>
                    <a:pt x="3120" y="4867"/>
                  </a:cubicBezTo>
                  <a:cubicBezTo>
                    <a:pt x="3037" y="4867"/>
                    <a:pt x="2953" y="4813"/>
                    <a:pt x="2953" y="4706"/>
                  </a:cubicBezTo>
                  <a:lnTo>
                    <a:pt x="2953" y="1562"/>
                  </a:lnTo>
                  <a:cubicBezTo>
                    <a:pt x="2953" y="1491"/>
                    <a:pt x="2930" y="1443"/>
                    <a:pt x="2858" y="1396"/>
                  </a:cubicBezTo>
                  <a:cubicBezTo>
                    <a:pt x="2826" y="1388"/>
                    <a:pt x="2797" y="1382"/>
                    <a:pt x="2772" y="1382"/>
                  </a:cubicBezTo>
                  <a:cubicBezTo>
                    <a:pt x="2720" y="1382"/>
                    <a:pt x="2683" y="1403"/>
                    <a:pt x="2668" y="1467"/>
                  </a:cubicBezTo>
                  <a:lnTo>
                    <a:pt x="1906" y="2539"/>
                  </a:lnTo>
                  <a:cubicBezTo>
                    <a:pt x="1882" y="2586"/>
                    <a:pt x="1834" y="2610"/>
                    <a:pt x="1783" y="2610"/>
                  </a:cubicBezTo>
                  <a:cubicBezTo>
                    <a:pt x="1733" y="2610"/>
                    <a:pt x="1679" y="2586"/>
                    <a:pt x="1644" y="2539"/>
                  </a:cubicBezTo>
                  <a:lnTo>
                    <a:pt x="929" y="1443"/>
                  </a:lnTo>
                  <a:cubicBezTo>
                    <a:pt x="898" y="1397"/>
                    <a:pt x="848" y="1371"/>
                    <a:pt x="790" y="1371"/>
                  </a:cubicBezTo>
                  <a:cubicBezTo>
                    <a:pt x="758" y="1371"/>
                    <a:pt x="725" y="1379"/>
                    <a:pt x="691" y="1396"/>
                  </a:cubicBezTo>
                  <a:cubicBezTo>
                    <a:pt x="667" y="1443"/>
                    <a:pt x="643" y="1491"/>
                    <a:pt x="643" y="1515"/>
                  </a:cubicBezTo>
                  <a:lnTo>
                    <a:pt x="643" y="3610"/>
                  </a:lnTo>
                  <a:cubicBezTo>
                    <a:pt x="643" y="3706"/>
                    <a:pt x="721" y="3753"/>
                    <a:pt x="798" y="3753"/>
                  </a:cubicBezTo>
                  <a:cubicBezTo>
                    <a:pt x="876" y="3753"/>
                    <a:pt x="953" y="3706"/>
                    <a:pt x="953" y="3610"/>
                  </a:cubicBezTo>
                  <a:lnTo>
                    <a:pt x="953" y="2039"/>
                  </a:lnTo>
                  <a:lnTo>
                    <a:pt x="1405" y="2658"/>
                  </a:lnTo>
                  <a:cubicBezTo>
                    <a:pt x="1501" y="2789"/>
                    <a:pt x="1650" y="2854"/>
                    <a:pt x="1801" y="2854"/>
                  </a:cubicBezTo>
                  <a:cubicBezTo>
                    <a:pt x="1953" y="2854"/>
                    <a:pt x="2108" y="2789"/>
                    <a:pt x="2215" y="2658"/>
                  </a:cubicBezTo>
                  <a:lnTo>
                    <a:pt x="2668" y="2039"/>
                  </a:lnTo>
                  <a:lnTo>
                    <a:pt x="2668" y="4682"/>
                  </a:lnTo>
                  <a:cubicBezTo>
                    <a:pt x="2668" y="4920"/>
                    <a:pt x="2810" y="5087"/>
                    <a:pt x="3001" y="5158"/>
                  </a:cubicBezTo>
                  <a:cubicBezTo>
                    <a:pt x="3042" y="5171"/>
                    <a:pt x="3083" y="5177"/>
                    <a:pt x="3123" y="5177"/>
                  </a:cubicBezTo>
                  <a:cubicBezTo>
                    <a:pt x="3382" y="5177"/>
                    <a:pt x="3596" y="4929"/>
                    <a:pt x="3596" y="4682"/>
                  </a:cubicBezTo>
                  <a:lnTo>
                    <a:pt x="3596" y="467"/>
                  </a:lnTo>
                  <a:cubicBezTo>
                    <a:pt x="3620" y="276"/>
                    <a:pt x="3453" y="86"/>
                    <a:pt x="3287" y="38"/>
                  </a:cubicBezTo>
                  <a:lnTo>
                    <a:pt x="3287" y="38"/>
                  </a:lnTo>
                  <a:cubicBezTo>
                    <a:pt x="3316" y="47"/>
                    <a:pt x="3328" y="50"/>
                    <a:pt x="3330" y="50"/>
                  </a:cubicBezTo>
                  <a:cubicBezTo>
                    <a:pt x="3335" y="50"/>
                    <a:pt x="3224" y="15"/>
                    <a:pt x="3220" y="15"/>
                  </a:cubicBezTo>
                  <a:cubicBezTo>
                    <a:pt x="3218" y="15"/>
                    <a:pt x="3235" y="21"/>
                    <a:pt x="3287" y="38"/>
                  </a:cubicBezTo>
                  <a:cubicBezTo>
                    <a:pt x="3231" y="19"/>
                    <a:pt x="3175" y="11"/>
                    <a:pt x="3120" y="11"/>
                  </a:cubicBezTo>
                  <a:cubicBezTo>
                    <a:pt x="2967" y="11"/>
                    <a:pt x="2827" y="82"/>
                    <a:pt x="2739" y="205"/>
                  </a:cubicBezTo>
                  <a:lnTo>
                    <a:pt x="1834" y="1562"/>
                  </a:lnTo>
                  <a:lnTo>
                    <a:pt x="905" y="205"/>
                  </a:lnTo>
                  <a:cubicBezTo>
                    <a:pt x="819" y="84"/>
                    <a:pt x="669" y="0"/>
                    <a:pt x="5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94"/>
            <p:cNvSpPr/>
            <p:nvPr/>
          </p:nvSpPr>
          <p:spPr>
            <a:xfrm>
              <a:off x="1895851" y="3128358"/>
              <a:ext cx="107504" cy="168944"/>
            </a:xfrm>
            <a:custGeom>
              <a:rect b="b" l="l" r="r" t="t"/>
              <a:pathLst>
                <a:path extrusionOk="0" h="5241" w="3335">
                  <a:moveTo>
                    <a:pt x="477" y="1"/>
                  </a:moveTo>
                  <a:cubicBezTo>
                    <a:pt x="215" y="1"/>
                    <a:pt x="1" y="215"/>
                    <a:pt x="1" y="477"/>
                  </a:cubicBezTo>
                  <a:lnTo>
                    <a:pt x="1" y="4764"/>
                  </a:lnTo>
                  <a:cubicBezTo>
                    <a:pt x="1" y="5026"/>
                    <a:pt x="215" y="5240"/>
                    <a:pt x="477" y="5240"/>
                  </a:cubicBezTo>
                  <a:lnTo>
                    <a:pt x="2715" y="5240"/>
                  </a:lnTo>
                  <a:cubicBezTo>
                    <a:pt x="3335" y="5240"/>
                    <a:pt x="3335" y="4264"/>
                    <a:pt x="2715" y="4264"/>
                  </a:cubicBezTo>
                  <a:lnTo>
                    <a:pt x="953" y="4264"/>
                  </a:lnTo>
                  <a:lnTo>
                    <a:pt x="953" y="3121"/>
                  </a:lnTo>
                  <a:lnTo>
                    <a:pt x="2120" y="3121"/>
                  </a:lnTo>
                  <a:cubicBezTo>
                    <a:pt x="2739" y="3121"/>
                    <a:pt x="2739" y="2144"/>
                    <a:pt x="2120" y="2144"/>
                  </a:cubicBezTo>
                  <a:lnTo>
                    <a:pt x="953" y="2144"/>
                  </a:lnTo>
                  <a:lnTo>
                    <a:pt x="953" y="1025"/>
                  </a:lnTo>
                  <a:lnTo>
                    <a:pt x="2715" y="1025"/>
                  </a:lnTo>
                  <a:cubicBezTo>
                    <a:pt x="3335" y="1025"/>
                    <a:pt x="3335" y="25"/>
                    <a:pt x="2715" y="25"/>
                  </a:cubicBezTo>
                  <a:lnTo>
                    <a:pt x="2596" y="25"/>
                  </a:lnTo>
                  <a:cubicBezTo>
                    <a:pt x="2382" y="25"/>
                    <a:pt x="2382" y="358"/>
                    <a:pt x="2596" y="358"/>
                  </a:cubicBezTo>
                  <a:lnTo>
                    <a:pt x="2715" y="358"/>
                  </a:lnTo>
                  <a:cubicBezTo>
                    <a:pt x="2906" y="358"/>
                    <a:pt x="2906" y="691"/>
                    <a:pt x="2715" y="691"/>
                  </a:cubicBezTo>
                  <a:lnTo>
                    <a:pt x="810" y="691"/>
                  </a:lnTo>
                  <a:cubicBezTo>
                    <a:pt x="715" y="691"/>
                    <a:pt x="644" y="739"/>
                    <a:pt x="644" y="834"/>
                  </a:cubicBezTo>
                  <a:lnTo>
                    <a:pt x="644" y="2287"/>
                  </a:lnTo>
                  <a:cubicBezTo>
                    <a:pt x="644" y="2382"/>
                    <a:pt x="715" y="2454"/>
                    <a:pt x="810" y="2454"/>
                  </a:cubicBezTo>
                  <a:lnTo>
                    <a:pt x="2144" y="2454"/>
                  </a:lnTo>
                  <a:cubicBezTo>
                    <a:pt x="2334" y="2454"/>
                    <a:pt x="2334" y="2763"/>
                    <a:pt x="2144" y="2763"/>
                  </a:cubicBezTo>
                  <a:lnTo>
                    <a:pt x="810" y="2763"/>
                  </a:lnTo>
                  <a:cubicBezTo>
                    <a:pt x="715" y="2763"/>
                    <a:pt x="644" y="2835"/>
                    <a:pt x="644" y="2930"/>
                  </a:cubicBezTo>
                  <a:lnTo>
                    <a:pt x="644" y="4383"/>
                  </a:lnTo>
                  <a:cubicBezTo>
                    <a:pt x="644" y="4478"/>
                    <a:pt x="715" y="4526"/>
                    <a:pt x="810" y="4526"/>
                  </a:cubicBezTo>
                  <a:lnTo>
                    <a:pt x="2715" y="4526"/>
                  </a:lnTo>
                  <a:cubicBezTo>
                    <a:pt x="2906" y="4526"/>
                    <a:pt x="2906" y="4859"/>
                    <a:pt x="2715" y="4859"/>
                  </a:cubicBezTo>
                  <a:lnTo>
                    <a:pt x="477" y="4859"/>
                  </a:lnTo>
                  <a:cubicBezTo>
                    <a:pt x="382" y="4859"/>
                    <a:pt x="334" y="4788"/>
                    <a:pt x="334" y="4716"/>
                  </a:cubicBezTo>
                  <a:lnTo>
                    <a:pt x="334" y="477"/>
                  </a:lnTo>
                  <a:cubicBezTo>
                    <a:pt x="334" y="382"/>
                    <a:pt x="382" y="334"/>
                    <a:pt x="477" y="334"/>
                  </a:cubicBezTo>
                  <a:lnTo>
                    <a:pt x="1906" y="334"/>
                  </a:lnTo>
                  <a:cubicBezTo>
                    <a:pt x="2120" y="334"/>
                    <a:pt x="2120" y="1"/>
                    <a:pt x="1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94"/>
            <p:cNvSpPr/>
            <p:nvPr/>
          </p:nvSpPr>
          <p:spPr>
            <a:xfrm>
              <a:off x="1769909" y="3131485"/>
              <a:ext cx="116014" cy="167332"/>
            </a:xfrm>
            <a:custGeom>
              <a:rect b="b" l="l" r="r" t="t"/>
              <a:pathLst>
                <a:path extrusionOk="0" h="5191" w="3599">
                  <a:moveTo>
                    <a:pt x="1807" y="1"/>
                  </a:moveTo>
                  <a:cubicBezTo>
                    <a:pt x="1512" y="1"/>
                    <a:pt x="1217" y="80"/>
                    <a:pt x="955" y="237"/>
                  </a:cubicBezTo>
                  <a:cubicBezTo>
                    <a:pt x="383" y="547"/>
                    <a:pt x="145" y="1190"/>
                    <a:pt x="288" y="1833"/>
                  </a:cubicBezTo>
                  <a:cubicBezTo>
                    <a:pt x="383" y="2190"/>
                    <a:pt x="597" y="2500"/>
                    <a:pt x="931" y="2643"/>
                  </a:cubicBezTo>
                  <a:cubicBezTo>
                    <a:pt x="1169" y="2762"/>
                    <a:pt x="1431" y="2809"/>
                    <a:pt x="1693" y="2881"/>
                  </a:cubicBezTo>
                  <a:cubicBezTo>
                    <a:pt x="1931" y="2904"/>
                    <a:pt x="2145" y="2976"/>
                    <a:pt x="2288" y="3047"/>
                  </a:cubicBezTo>
                  <a:cubicBezTo>
                    <a:pt x="2598" y="3238"/>
                    <a:pt x="2645" y="3500"/>
                    <a:pt x="2526" y="3833"/>
                  </a:cubicBezTo>
                  <a:cubicBezTo>
                    <a:pt x="2437" y="4035"/>
                    <a:pt x="2198" y="4216"/>
                    <a:pt x="1852" y="4216"/>
                  </a:cubicBezTo>
                  <a:cubicBezTo>
                    <a:pt x="1831" y="4216"/>
                    <a:pt x="1810" y="4216"/>
                    <a:pt x="1788" y="4214"/>
                  </a:cubicBezTo>
                  <a:cubicBezTo>
                    <a:pt x="1455" y="4190"/>
                    <a:pt x="1217" y="4071"/>
                    <a:pt x="1098" y="3857"/>
                  </a:cubicBezTo>
                  <a:cubicBezTo>
                    <a:pt x="978" y="3690"/>
                    <a:pt x="978" y="3500"/>
                    <a:pt x="978" y="3500"/>
                  </a:cubicBezTo>
                  <a:cubicBezTo>
                    <a:pt x="956" y="3220"/>
                    <a:pt x="734" y="3087"/>
                    <a:pt x="509" y="3087"/>
                  </a:cubicBezTo>
                  <a:cubicBezTo>
                    <a:pt x="256" y="3087"/>
                    <a:pt x="1" y="3256"/>
                    <a:pt x="26" y="3571"/>
                  </a:cubicBezTo>
                  <a:cubicBezTo>
                    <a:pt x="26" y="3643"/>
                    <a:pt x="50" y="3976"/>
                    <a:pt x="264" y="4333"/>
                  </a:cubicBezTo>
                  <a:cubicBezTo>
                    <a:pt x="478" y="4691"/>
                    <a:pt x="931" y="5143"/>
                    <a:pt x="1764" y="5191"/>
                  </a:cubicBezTo>
                  <a:lnTo>
                    <a:pt x="1883" y="5191"/>
                  </a:lnTo>
                  <a:cubicBezTo>
                    <a:pt x="2741" y="5191"/>
                    <a:pt x="3265" y="4667"/>
                    <a:pt x="3455" y="4190"/>
                  </a:cubicBezTo>
                  <a:cubicBezTo>
                    <a:pt x="3598" y="3786"/>
                    <a:pt x="3598" y="3357"/>
                    <a:pt x="3479" y="3024"/>
                  </a:cubicBezTo>
                  <a:cubicBezTo>
                    <a:pt x="3462" y="2954"/>
                    <a:pt x="3407" y="2926"/>
                    <a:pt x="3348" y="2926"/>
                  </a:cubicBezTo>
                  <a:cubicBezTo>
                    <a:pt x="3246" y="2926"/>
                    <a:pt x="3133" y="3013"/>
                    <a:pt x="3193" y="3119"/>
                  </a:cubicBezTo>
                  <a:cubicBezTo>
                    <a:pt x="3288" y="3381"/>
                    <a:pt x="3288" y="3714"/>
                    <a:pt x="3122" y="4048"/>
                  </a:cubicBezTo>
                  <a:cubicBezTo>
                    <a:pt x="2979" y="4429"/>
                    <a:pt x="2503" y="4857"/>
                    <a:pt x="1860" y="4857"/>
                  </a:cubicBezTo>
                  <a:lnTo>
                    <a:pt x="1740" y="4857"/>
                  </a:lnTo>
                  <a:cubicBezTo>
                    <a:pt x="1050" y="4786"/>
                    <a:pt x="693" y="4429"/>
                    <a:pt x="502" y="4167"/>
                  </a:cubicBezTo>
                  <a:cubicBezTo>
                    <a:pt x="335" y="3857"/>
                    <a:pt x="312" y="3571"/>
                    <a:pt x="312" y="3547"/>
                  </a:cubicBezTo>
                  <a:cubicBezTo>
                    <a:pt x="312" y="3462"/>
                    <a:pt x="369" y="3377"/>
                    <a:pt x="449" y="3377"/>
                  </a:cubicBezTo>
                  <a:cubicBezTo>
                    <a:pt x="458" y="3377"/>
                    <a:pt x="468" y="3378"/>
                    <a:pt x="478" y="3381"/>
                  </a:cubicBezTo>
                  <a:cubicBezTo>
                    <a:pt x="574" y="3428"/>
                    <a:pt x="597" y="3476"/>
                    <a:pt x="621" y="3571"/>
                  </a:cubicBezTo>
                  <a:cubicBezTo>
                    <a:pt x="621" y="3667"/>
                    <a:pt x="693" y="3833"/>
                    <a:pt x="812" y="4024"/>
                  </a:cubicBezTo>
                  <a:cubicBezTo>
                    <a:pt x="1002" y="4333"/>
                    <a:pt x="1312" y="4500"/>
                    <a:pt x="1764" y="4524"/>
                  </a:cubicBezTo>
                  <a:lnTo>
                    <a:pt x="1860" y="4524"/>
                  </a:lnTo>
                  <a:cubicBezTo>
                    <a:pt x="2360" y="4524"/>
                    <a:pt x="2717" y="4214"/>
                    <a:pt x="2836" y="3929"/>
                  </a:cubicBezTo>
                  <a:cubicBezTo>
                    <a:pt x="3050" y="3452"/>
                    <a:pt x="2931" y="3024"/>
                    <a:pt x="2479" y="2762"/>
                  </a:cubicBezTo>
                  <a:cubicBezTo>
                    <a:pt x="2264" y="2643"/>
                    <a:pt x="2026" y="2595"/>
                    <a:pt x="1764" y="2547"/>
                  </a:cubicBezTo>
                  <a:cubicBezTo>
                    <a:pt x="1526" y="2523"/>
                    <a:pt x="1288" y="2476"/>
                    <a:pt x="1074" y="2357"/>
                  </a:cubicBezTo>
                  <a:cubicBezTo>
                    <a:pt x="836" y="2238"/>
                    <a:pt x="669" y="2023"/>
                    <a:pt x="597" y="1761"/>
                  </a:cubicBezTo>
                  <a:cubicBezTo>
                    <a:pt x="478" y="1237"/>
                    <a:pt x="669" y="761"/>
                    <a:pt x="1098" y="499"/>
                  </a:cubicBezTo>
                  <a:cubicBezTo>
                    <a:pt x="1305" y="375"/>
                    <a:pt x="1548" y="314"/>
                    <a:pt x="1791" y="314"/>
                  </a:cubicBezTo>
                  <a:cubicBezTo>
                    <a:pt x="2105" y="314"/>
                    <a:pt x="2417" y="417"/>
                    <a:pt x="2645" y="618"/>
                  </a:cubicBezTo>
                  <a:cubicBezTo>
                    <a:pt x="2884" y="833"/>
                    <a:pt x="2979" y="999"/>
                    <a:pt x="3003" y="1071"/>
                  </a:cubicBezTo>
                  <a:cubicBezTo>
                    <a:pt x="3047" y="1204"/>
                    <a:pt x="2972" y="1282"/>
                    <a:pt x="2880" y="1282"/>
                  </a:cubicBezTo>
                  <a:cubicBezTo>
                    <a:pt x="2824" y="1282"/>
                    <a:pt x="2762" y="1253"/>
                    <a:pt x="2717" y="1190"/>
                  </a:cubicBezTo>
                  <a:cubicBezTo>
                    <a:pt x="2669" y="1166"/>
                    <a:pt x="2622" y="1047"/>
                    <a:pt x="2431" y="856"/>
                  </a:cubicBezTo>
                  <a:cubicBezTo>
                    <a:pt x="2238" y="702"/>
                    <a:pt x="2011" y="638"/>
                    <a:pt x="1793" y="638"/>
                  </a:cubicBezTo>
                  <a:cubicBezTo>
                    <a:pt x="1608" y="638"/>
                    <a:pt x="1430" y="685"/>
                    <a:pt x="1288" y="761"/>
                  </a:cubicBezTo>
                  <a:cubicBezTo>
                    <a:pt x="1121" y="856"/>
                    <a:pt x="812" y="1118"/>
                    <a:pt x="931" y="1666"/>
                  </a:cubicBezTo>
                  <a:cubicBezTo>
                    <a:pt x="1002" y="2047"/>
                    <a:pt x="1336" y="2142"/>
                    <a:pt x="1812" y="2214"/>
                  </a:cubicBezTo>
                  <a:cubicBezTo>
                    <a:pt x="2074" y="2285"/>
                    <a:pt x="2407" y="2333"/>
                    <a:pt x="2645" y="2500"/>
                  </a:cubicBezTo>
                  <a:cubicBezTo>
                    <a:pt x="2717" y="2523"/>
                    <a:pt x="2765" y="2571"/>
                    <a:pt x="2836" y="2643"/>
                  </a:cubicBezTo>
                  <a:cubicBezTo>
                    <a:pt x="2867" y="2674"/>
                    <a:pt x="2901" y="2687"/>
                    <a:pt x="2934" y="2687"/>
                  </a:cubicBezTo>
                  <a:cubicBezTo>
                    <a:pt x="3054" y="2687"/>
                    <a:pt x="3157" y="2516"/>
                    <a:pt x="3026" y="2404"/>
                  </a:cubicBezTo>
                  <a:cubicBezTo>
                    <a:pt x="2979" y="2333"/>
                    <a:pt x="2884" y="2285"/>
                    <a:pt x="2836" y="2214"/>
                  </a:cubicBezTo>
                  <a:cubicBezTo>
                    <a:pt x="2526" y="2023"/>
                    <a:pt x="2169" y="1952"/>
                    <a:pt x="1883" y="1904"/>
                  </a:cubicBezTo>
                  <a:cubicBezTo>
                    <a:pt x="1336" y="1809"/>
                    <a:pt x="1288" y="1738"/>
                    <a:pt x="1217" y="1571"/>
                  </a:cubicBezTo>
                  <a:cubicBezTo>
                    <a:pt x="1169" y="1333"/>
                    <a:pt x="1217" y="1142"/>
                    <a:pt x="1431" y="1023"/>
                  </a:cubicBezTo>
                  <a:cubicBezTo>
                    <a:pt x="1530" y="968"/>
                    <a:pt x="1655" y="933"/>
                    <a:pt x="1782" y="933"/>
                  </a:cubicBezTo>
                  <a:cubicBezTo>
                    <a:pt x="1929" y="933"/>
                    <a:pt x="2078" y="980"/>
                    <a:pt x="2193" y="1095"/>
                  </a:cubicBezTo>
                  <a:cubicBezTo>
                    <a:pt x="2360" y="1214"/>
                    <a:pt x="2407" y="1309"/>
                    <a:pt x="2407" y="1333"/>
                  </a:cubicBezTo>
                  <a:cubicBezTo>
                    <a:pt x="2497" y="1513"/>
                    <a:pt x="2655" y="1589"/>
                    <a:pt x="2815" y="1589"/>
                  </a:cubicBezTo>
                  <a:cubicBezTo>
                    <a:pt x="3121" y="1589"/>
                    <a:pt x="3437" y="1311"/>
                    <a:pt x="3312" y="952"/>
                  </a:cubicBezTo>
                  <a:cubicBezTo>
                    <a:pt x="3265" y="880"/>
                    <a:pt x="3193" y="642"/>
                    <a:pt x="2860" y="380"/>
                  </a:cubicBezTo>
                  <a:cubicBezTo>
                    <a:pt x="2554" y="127"/>
                    <a:pt x="2181" y="1"/>
                    <a:pt x="1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94"/>
            <p:cNvSpPr/>
            <p:nvPr/>
          </p:nvSpPr>
          <p:spPr>
            <a:xfrm>
              <a:off x="1832252" y="3062341"/>
              <a:ext cx="232221" cy="59151"/>
            </a:xfrm>
            <a:custGeom>
              <a:rect b="b" l="l" r="r" t="t"/>
              <a:pathLst>
                <a:path extrusionOk="0" h="1835" w="7204">
                  <a:moveTo>
                    <a:pt x="3569" y="1"/>
                  </a:moveTo>
                  <a:cubicBezTo>
                    <a:pt x="2902" y="1"/>
                    <a:pt x="2259" y="144"/>
                    <a:pt x="1640" y="406"/>
                  </a:cubicBezTo>
                  <a:cubicBezTo>
                    <a:pt x="1045" y="668"/>
                    <a:pt x="545" y="1072"/>
                    <a:pt x="92" y="1549"/>
                  </a:cubicBezTo>
                  <a:cubicBezTo>
                    <a:pt x="1" y="1658"/>
                    <a:pt x="120" y="1810"/>
                    <a:pt x="234" y="1810"/>
                  </a:cubicBezTo>
                  <a:cubicBezTo>
                    <a:pt x="269" y="1810"/>
                    <a:pt x="303" y="1796"/>
                    <a:pt x="330" y="1763"/>
                  </a:cubicBezTo>
                  <a:cubicBezTo>
                    <a:pt x="1164" y="858"/>
                    <a:pt x="2331" y="334"/>
                    <a:pt x="3569" y="334"/>
                  </a:cubicBezTo>
                  <a:cubicBezTo>
                    <a:pt x="4831" y="334"/>
                    <a:pt x="6022" y="858"/>
                    <a:pt x="6856" y="1787"/>
                  </a:cubicBezTo>
                  <a:cubicBezTo>
                    <a:pt x="6889" y="1820"/>
                    <a:pt x="6927" y="1834"/>
                    <a:pt x="6965" y="1834"/>
                  </a:cubicBezTo>
                  <a:cubicBezTo>
                    <a:pt x="7089" y="1834"/>
                    <a:pt x="7203" y="1682"/>
                    <a:pt x="7094" y="1573"/>
                  </a:cubicBezTo>
                  <a:cubicBezTo>
                    <a:pt x="6189" y="572"/>
                    <a:pt x="4927" y="1"/>
                    <a:pt x="3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94"/>
            <p:cNvSpPr/>
            <p:nvPr/>
          </p:nvSpPr>
          <p:spPr>
            <a:xfrm>
              <a:off x="1830446" y="3305264"/>
              <a:ext cx="232028" cy="58055"/>
            </a:xfrm>
            <a:custGeom>
              <a:rect b="b" l="l" r="r" t="t"/>
              <a:pathLst>
                <a:path extrusionOk="0" h="1801" w="7198">
                  <a:moveTo>
                    <a:pt x="227" y="1"/>
                  </a:moveTo>
                  <a:cubicBezTo>
                    <a:pt x="100" y="1"/>
                    <a:pt x="1" y="146"/>
                    <a:pt x="124" y="252"/>
                  </a:cubicBezTo>
                  <a:cubicBezTo>
                    <a:pt x="1006" y="1252"/>
                    <a:pt x="2292" y="1800"/>
                    <a:pt x="3601" y="1800"/>
                  </a:cubicBezTo>
                  <a:cubicBezTo>
                    <a:pt x="4935" y="1800"/>
                    <a:pt x="6221" y="1252"/>
                    <a:pt x="7102" y="228"/>
                  </a:cubicBezTo>
                  <a:cubicBezTo>
                    <a:pt x="7197" y="228"/>
                    <a:pt x="7197" y="109"/>
                    <a:pt x="7126" y="62"/>
                  </a:cubicBezTo>
                  <a:cubicBezTo>
                    <a:pt x="7090" y="26"/>
                    <a:pt x="7043" y="8"/>
                    <a:pt x="6995" y="8"/>
                  </a:cubicBezTo>
                  <a:cubicBezTo>
                    <a:pt x="6947" y="8"/>
                    <a:pt x="6900" y="26"/>
                    <a:pt x="6864" y="62"/>
                  </a:cubicBezTo>
                  <a:cubicBezTo>
                    <a:pt x="6030" y="967"/>
                    <a:pt x="4840" y="1514"/>
                    <a:pt x="3601" y="1514"/>
                  </a:cubicBezTo>
                  <a:cubicBezTo>
                    <a:pt x="2363" y="1514"/>
                    <a:pt x="1196" y="967"/>
                    <a:pt x="363" y="62"/>
                  </a:cubicBezTo>
                  <a:cubicBezTo>
                    <a:pt x="320" y="19"/>
                    <a:pt x="272" y="1"/>
                    <a:pt x="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6" name="Google Shape;19076;p94"/>
          <p:cNvGrpSpPr/>
          <p:nvPr/>
        </p:nvGrpSpPr>
        <p:grpSpPr>
          <a:xfrm>
            <a:off x="2523789" y="2883863"/>
            <a:ext cx="355455" cy="355455"/>
            <a:chOff x="2523789" y="3036263"/>
            <a:chExt cx="355455" cy="355455"/>
          </a:xfrm>
        </p:grpSpPr>
        <p:sp>
          <p:nvSpPr>
            <p:cNvPr id="19077" name="Google Shape;19077;p94"/>
            <p:cNvSpPr/>
            <p:nvPr/>
          </p:nvSpPr>
          <p:spPr>
            <a:xfrm>
              <a:off x="2699599" y="3040098"/>
              <a:ext cx="175068" cy="225709"/>
            </a:xfrm>
            <a:custGeom>
              <a:rect b="b" l="l" r="r" t="t"/>
              <a:pathLst>
                <a:path extrusionOk="0" h="7002" w="5431">
                  <a:moveTo>
                    <a:pt x="1001" y="0"/>
                  </a:moveTo>
                  <a:cubicBezTo>
                    <a:pt x="453" y="0"/>
                    <a:pt x="0" y="453"/>
                    <a:pt x="0" y="977"/>
                  </a:cubicBezTo>
                  <a:lnTo>
                    <a:pt x="0" y="6025"/>
                  </a:lnTo>
                  <a:cubicBezTo>
                    <a:pt x="0" y="6549"/>
                    <a:pt x="453" y="7002"/>
                    <a:pt x="1001" y="7002"/>
                  </a:cubicBezTo>
                  <a:lnTo>
                    <a:pt x="4454" y="7002"/>
                  </a:lnTo>
                  <a:cubicBezTo>
                    <a:pt x="4978" y="7002"/>
                    <a:pt x="5430" y="6573"/>
                    <a:pt x="5430" y="6025"/>
                  </a:cubicBezTo>
                  <a:lnTo>
                    <a:pt x="5430" y="977"/>
                  </a:lnTo>
                  <a:cubicBezTo>
                    <a:pt x="5430" y="453"/>
                    <a:pt x="4978"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94"/>
            <p:cNvSpPr/>
            <p:nvPr/>
          </p:nvSpPr>
          <p:spPr>
            <a:xfrm>
              <a:off x="2813968" y="3040872"/>
              <a:ext cx="61440" cy="225709"/>
            </a:xfrm>
            <a:custGeom>
              <a:rect b="b" l="l" r="r" t="t"/>
              <a:pathLst>
                <a:path extrusionOk="0" h="7002" w="1906">
                  <a:moveTo>
                    <a:pt x="1" y="0"/>
                  </a:moveTo>
                  <a:cubicBezTo>
                    <a:pt x="548" y="0"/>
                    <a:pt x="977" y="453"/>
                    <a:pt x="977" y="1000"/>
                  </a:cubicBezTo>
                  <a:lnTo>
                    <a:pt x="977" y="6025"/>
                  </a:lnTo>
                  <a:cubicBezTo>
                    <a:pt x="977" y="6549"/>
                    <a:pt x="548" y="7001"/>
                    <a:pt x="1" y="7001"/>
                  </a:cubicBezTo>
                  <a:lnTo>
                    <a:pt x="930" y="7001"/>
                  </a:lnTo>
                  <a:cubicBezTo>
                    <a:pt x="1453" y="7001"/>
                    <a:pt x="1906" y="6549"/>
                    <a:pt x="1906" y="6025"/>
                  </a:cubicBezTo>
                  <a:lnTo>
                    <a:pt x="1906" y="1000"/>
                  </a:lnTo>
                  <a:cubicBezTo>
                    <a:pt x="1882" y="453"/>
                    <a:pt x="1430" y="0"/>
                    <a:pt x="906" y="0"/>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94"/>
            <p:cNvSpPr/>
            <p:nvPr/>
          </p:nvSpPr>
          <p:spPr>
            <a:xfrm>
              <a:off x="2529172" y="3040872"/>
              <a:ext cx="145122" cy="99058"/>
            </a:xfrm>
            <a:custGeom>
              <a:rect b="b" l="l" r="r" t="t"/>
              <a:pathLst>
                <a:path extrusionOk="0" h="3073" w="4502">
                  <a:moveTo>
                    <a:pt x="977" y="0"/>
                  </a:moveTo>
                  <a:cubicBezTo>
                    <a:pt x="429" y="0"/>
                    <a:pt x="1" y="453"/>
                    <a:pt x="1" y="1000"/>
                  </a:cubicBezTo>
                  <a:lnTo>
                    <a:pt x="1" y="2096"/>
                  </a:lnTo>
                  <a:cubicBezTo>
                    <a:pt x="1" y="2620"/>
                    <a:pt x="429" y="3072"/>
                    <a:pt x="977" y="3072"/>
                  </a:cubicBezTo>
                  <a:lnTo>
                    <a:pt x="3501" y="3072"/>
                  </a:lnTo>
                  <a:cubicBezTo>
                    <a:pt x="4049" y="3072"/>
                    <a:pt x="4502" y="2620"/>
                    <a:pt x="4502" y="2096"/>
                  </a:cubicBezTo>
                  <a:lnTo>
                    <a:pt x="4502" y="1000"/>
                  </a:lnTo>
                  <a:cubicBezTo>
                    <a:pt x="4502" y="453"/>
                    <a:pt x="4049" y="0"/>
                    <a:pt x="3501"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94"/>
            <p:cNvSpPr/>
            <p:nvPr/>
          </p:nvSpPr>
          <p:spPr>
            <a:xfrm>
              <a:off x="2529172" y="3169071"/>
              <a:ext cx="145122" cy="96737"/>
            </a:xfrm>
            <a:custGeom>
              <a:rect b="b" l="l" r="r" t="t"/>
              <a:pathLst>
                <a:path extrusionOk="0" h="3001" w="4502">
                  <a:moveTo>
                    <a:pt x="977" y="0"/>
                  </a:moveTo>
                  <a:cubicBezTo>
                    <a:pt x="429" y="0"/>
                    <a:pt x="1" y="429"/>
                    <a:pt x="1" y="976"/>
                  </a:cubicBezTo>
                  <a:lnTo>
                    <a:pt x="1" y="2024"/>
                  </a:lnTo>
                  <a:cubicBezTo>
                    <a:pt x="1" y="2548"/>
                    <a:pt x="429" y="3001"/>
                    <a:pt x="977" y="3001"/>
                  </a:cubicBezTo>
                  <a:lnTo>
                    <a:pt x="3501" y="3001"/>
                  </a:lnTo>
                  <a:cubicBezTo>
                    <a:pt x="4049" y="3001"/>
                    <a:pt x="4502" y="2572"/>
                    <a:pt x="4502" y="2024"/>
                  </a:cubicBezTo>
                  <a:lnTo>
                    <a:pt x="4502" y="976"/>
                  </a:lnTo>
                  <a:cubicBezTo>
                    <a:pt x="4502" y="429"/>
                    <a:pt x="4049" y="0"/>
                    <a:pt x="350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94"/>
            <p:cNvSpPr/>
            <p:nvPr/>
          </p:nvSpPr>
          <p:spPr>
            <a:xfrm>
              <a:off x="2528399" y="3296496"/>
              <a:ext cx="345495" cy="89839"/>
            </a:xfrm>
            <a:custGeom>
              <a:rect b="b" l="l" r="r" t="t"/>
              <a:pathLst>
                <a:path extrusionOk="0" h="2787" w="10718">
                  <a:moveTo>
                    <a:pt x="977" y="0"/>
                  </a:moveTo>
                  <a:cubicBezTo>
                    <a:pt x="429" y="0"/>
                    <a:pt x="1" y="429"/>
                    <a:pt x="1" y="977"/>
                  </a:cubicBezTo>
                  <a:lnTo>
                    <a:pt x="1" y="1810"/>
                  </a:lnTo>
                  <a:cubicBezTo>
                    <a:pt x="1" y="2358"/>
                    <a:pt x="429" y="2787"/>
                    <a:pt x="977" y="2787"/>
                  </a:cubicBezTo>
                  <a:lnTo>
                    <a:pt x="9717" y="2787"/>
                  </a:lnTo>
                  <a:cubicBezTo>
                    <a:pt x="10265" y="2787"/>
                    <a:pt x="10717" y="2358"/>
                    <a:pt x="10717" y="1810"/>
                  </a:cubicBezTo>
                  <a:lnTo>
                    <a:pt x="10717" y="977"/>
                  </a:lnTo>
                  <a:cubicBezTo>
                    <a:pt x="10717" y="429"/>
                    <a:pt x="10265" y="0"/>
                    <a:pt x="9717"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94"/>
            <p:cNvSpPr/>
            <p:nvPr/>
          </p:nvSpPr>
          <p:spPr>
            <a:xfrm>
              <a:off x="2814742" y="3297269"/>
              <a:ext cx="59925" cy="88292"/>
            </a:xfrm>
            <a:custGeom>
              <a:rect b="b" l="l" r="r" t="t"/>
              <a:pathLst>
                <a:path extrusionOk="0" h="2739" w="1859">
                  <a:moveTo>
                    <a:pt x="1" y="0"/>
                  </a:moveTo>
                  <a:cubicBezTo>
                    <a:pt x="548" y="0"/>
                    <a:pt x="953" y="453"/>
                    <a:pt x="953" y="953"/>
                  </a:cubicBezTo>
                  <a:lnTo>
                    <a:pt x="953" y="1786"/>
                  </a:lnTo>
                  <a:cubicBezTo>
                    <a:pt x="953" y="2334"/>
                    <a:pt x="548" y="2739"/>
                    <a:pt x="1" y="2739"/>
                  </a:cubicBezTo>
                  <a:lnTo>
                    <a:pt x="882" y="2739"/>
                  </a:lnTo>
                  <a:cubicBezTo>
                    <a:pt x="1406" y="2739"/>
                    <a:pt x="1858" y="2286"/>
                    <a:pt x="1858" y="1762"/>
                  </a:cubicBezTo>
                  <a:lnTo>
                    <a:pt x="1858" y="929"/>
                  </a:lnTo>
                  <a:cubicBezTo>
                    <a:pt x="1834" y="429"/>
                    <a:pt x="1406" y="0"/>
                    <a:pt x="882"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94"/>
            <p:cNvSpPr/>
            <p:nvPr/>
          </p:nvSpPr>
          <p:spPr>
            <a:xfrm>
              <a:off x="2558538" y="3315869"/>
              <a:ext cx="54026" cy="53575"/>
            </a:xfrm>
            <a:custGeom>
              <a:rect b="b" l="l" r="r" t="t"/>
              <a:pathLst>
                <a:path extrusionOk="0" h="1662" w="1676">
                  <a:moveTo>
                    <a:pt x="852" y="519"/>
                  </a:moveTo>
                  <a:lnTo>
                    <a:pt x="1019" y="923"/>
                  </a:lnTo>
                  <a:lnTo>
                    <a:pt x="661" y="923"/>
                  </a:lnTo>
                  <a:lnTo>
                    <a:pt x="852" y="519"/>
                  </a:lnTo>
                  <a:close/>
                  <a:moveTo>
                    <a:pt x="840" y="1"/>
                  </a:moveTo>
                  <a:cubicBezTo>
                    <a:pt x="780" y="1"/>
                    <a:pt x="721" y="30"/>
                    <a:pt x="685" y="90"/>
                  </a:cubicBezTo>
                  <a:lnTo>
                    <a:pt x="66" y="1423"/>
                  </a:lnTo>
                  <a:cubicBezTo>
                    <a:pt x="1" y="1537"/>
                    <a:pt x="125" y="1651"/>
                    <a:pt x="233" y="1651"/>
                  </a:cubicBezTo>
                  <a:cubicBezTo>
                    <a:pt x="283" y="1651"/>
                    <a:pt x="329" y="1627"/>
                    <a:pt x="352" y="1566"/>
                  </a:cubicBezTo>
                  <a:lnTo>
                    <a:pt x="518" y="1281"/>
                  </a:lnTo>
                  <a:lnTo>
                    <a:pt x="1161" y="1281"/>
                  </a:lnTo>
                  <a:lnTo>
                    <a:pt x="1304" y="1566"/>
                  </a:lnTo>
                  <a:cubicBezTo>
                    <a:pt x="1338" y="1633"/>
                    <a:pt x="1397" y="1662"/>
                    <a:pt x="1457" y="1662"/>
                  </a:cubicBezTo>
                  <a:cubicBezTo>
                    <a:pt x="1567" y="1662"/>
                    <a:pt x="1676" y="1563"/>
                    <a:pt x="1614" y="1423"/>
                  </a:cubicBezTo>
                  <a:lnTo>
                    <a:pt x="995" y="90"/>
                  </a:lnTo>
                  <a:cubicBezTo>
                    <a:pt x="959" y="30"/>
                    <a:pt x="899" y="1"/>
                    <a:pt x="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4"/>
            <p:cNvSpPr/>
            <p:nvPr/>
          </p:nvSpPr>
          <p:spPr>
            <a:xfrm>
              <a:off x="2621300" y="3314902"/>
              <a:ext cx="46837" cy="53768"/>
            </a:xfrm>
            <a:custGeom>
              <a:rect b="b" l="l" r="r" t="t"/>
              <a:pathLst>
                <a:path extrusionOk="0" h="1668" w="1453">
                  <a:moveTo>
                    <a:pt x="596" y="287"/>
                  </a:moveTo>
                  <a:cubicBezTo>
                    <a:pt x="858" y="287"/>
                    <a:pt x="1096" y="501"/>
                    <a:pt x="1096" y="763"/>
                  </a:cubicBezTo>
                  <a:cubicBezTo>
                    <a:pt x="1120" y="1096"/>
                    <a:pt x="881" y="1334"/>
                    <a:pt x="596" y="1334"/>
                  </a:cubicBezTo>
                  <a:lnTo>
                    <a:pt x="286" y="1334"/>
                  </a:lnTo>
                  <a:lnTo>
                    <a:pt x="286" y="287"/>
                  </a:lnTo>
                  <a:close/>
                  <a:moveTo>
                    <a:pt x="143" y="1"/>
                  </a:moveTo>
                  <a:cubicBezTo>
                    <a:pt x="48" y="1"/>
                    <a:pt x="0" y="48"/>
                    <a:pt x="0" y="144"/>
                  </a:cubicBezTo>
                  <a:lnTo>
                    <a:pt x="0" y="1501"/>
                  </a:lnTo>
                  <a:cubicBezTo>
                    <a:pt x="0" y="1596"/>
                    <a:pt x="48" y="1668"/>
                    <a:pt x="143" y="1668"/>
                  </a:cubicBezTo>
                  <a:lnTo>
                    <a:pt x="596" y="1668"/>
                  </a:lnTo>
                  <a:cubicBezTo>
                    <a:pt x="1048" y="1668"/>
                    <a:pt x="1429" y="1311"/>
                    <a:pt x="1453" y="834"/>
                  </a:cubicBezTo>
                  <a:cubicBezTo>
                    <a:pt x="1453" y="382"/>
                    <a:pt x="1072"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94"/>
            <p:cNvSpPr/>
            <p:nvPr/>
          </p:nvSpPr>
          <p:spPr>
            <a:xfrm>
              <a:off x="2731253" y="3190539"/>
              <a:ext cx="54123" cy="53994"/>
            </a:xfrm>
            <a:custGeom>
              <a:rect b="b" l="l" r="r" t="t"/>
              <a:pathLst>
                <a:path extrusionOk="0" h="1675" w="1679">
                  <a:moveTo>
                    <a:pt x="852" y="572"/>
                  </a:moveTo>
                  <a:lnTo>
                    <a:pt x="1019" y="953"/>
                  </a:lnTo>
                  <a:lnTo>
                    <a:pt x="662" y="953"/>
                  </a:lnTo>
                  <a:lnTo>
                    <a:pt x="852" y="572"/>
                  </a:lnTo>
                  <a:close/>
                  <a:moveTo>
                    <a:pt x="852" y="1"/>
                  </a:moveTo>
                  <a:cubicBezTo>
                    <a:pt x="781" y="1"/>
                    <a:pt x="733" y="48"/>
                    <a:pt x="685" y="96"/>
                  </a:cubicBezTo>
                  <a:lnTo>
                    <a:pt x="66" y="1430"/>
                  </a:lnTo>
                  <a:cubicBezTo>
                    <a:pt x="0" y="1561"/>
                    <a:pt x="128" y="1670"/>
                    <a:pt x="236" y="1670"/>
                  </a:cubicBezTo>
                  <a:cubicBezTo>
                    <a:pt x="285" y="1670"/>
                    <a:pt x="330" y="1648"/>
                    <a:pt x="352" y="1596"/>
                  </a:cubicBezTo>
                  <a:lnTo>
                    <a:pt x="519" y="1287"/>
                  </a:lnTo>
                  <a:lnTo>
                    <a:pt x="1162" y="1287"/>
                  </a:lnTo>
                  <a:lnTo>
                    <a:pt x="1305" y="1596"/>
                  </a:lnTo>
                  <a:cubicBezTo>
                    <a:pt x="1336" y="1651"/>
                    <a:pt x="1390" y="1675"/>
                    <a:pt x="1445" y="1675"/>
                  </a:cubicBezTo>
                  <a:cubicBezTo>
                    <a:pt x="1559" y="1675"/>
                    <a:pt x="1678" y="1574"/>
                    <a:pt x="1614" y="1430"/>
                  </a:cubicBezTo>
                  <a:lnTo>
                    <a:pt x="995" y="96"/>
                  </a:lnTo>
                  <a:cubicBezTo>
                    <a:pt x="947" y="72"/>
                    <a:pt x="924"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94"/>
            <p:cNvSpPr/>
            <p:nvPr/>
          </p:nvSpPr>
          <p:spPr>
            <a:xfrm>
              <a:off x="2794015" y="3190539"/>
              <a:ext cx="46870" cy="55315"/>
            </a:xfrm>
            <a:custGeom>
              <a:rect b="b" l="l" r="r" t="t"/>
              <a:pathLst>
                <a:path extrusionOk="0" h="1716" w="1454">
                  <a:moveTo>
                    <a:pt x="620" y="334"/>
                  </a:moveTo>
                  <a:cubicBezTo>
                    <a:pt x="929" y="334"/>
                    <a:pt x="1167" y="572"/>
                    <a:pt x="1167" y="906"/>
                  </a:cubicBezTo>
                  <a:cubicBezTo>
                    <a:pt x="1120" y="1168"/>
                    <a:pt x="929" y="1382"/>
                    <a:pt x="644" y="1382"/>
                  </a:cubicBezTo>
                  <a:lnTo>
                    <a:pt x="358" y="1382"/>
                  </a:lnTo>
                  <a:lnTo>
                    <a:pt x="334" y="334"/>
                  </a:lnTo>
                  <a:close/>
                  <a:moveTo>
                    <a:pt x="167" y="1"/>
                  </a:moveTo>
                  <a:cubicBezTo>
                    <a:pt x="48" y="1"/>
                    <a:pt x="1" y="96"/>
                    <a:pt x="1" y="191"/>
                  </a:cubicBezTo>
                  <a:lnTo>
                    <a:pt x="1" y="1549"/>
                  </a:lnTo>
                  <a:cubicBezTo>
                    <a:pt x="1" y="1644"/>
                    <a:pt x="48" y="1715"/>
                    <a:pt x="143" y="1715"/>
                  </a:cubicBezTo>
                  <a:lnTo>
                    <a:pt x="596" y="1715"/>
                  </a:lnTo>
                  <a:cubicBezTo>
                    <a:pt x="1048" y="1715"/>
                    <a:pt x="1429" y="1358"/>
                    <a:pt x="1453" y="882"/>
                  </a:cubicBezTo>
                  <a:cubicBezTo>
                    <a:pt x="1453" y="406"/>
                    <a:pt x="1096"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4"/>
            <p:cNvSpPr/>
            <p:nvPr/>
          </p:nvSpPr>
          <p:spPr>
            <a:xfrm>
              <a:off x="2694989" y="3036263"/>
              <a:ext cx="184255" cy="234929"/>
            </a:xfrm>
            <a:custGeom>
              <a:rect b="b" l="l" r="r" t="t"/>
              <a:pathLst>
                <a:path extrusionOk="0" h="7288" w="5716">
                  <a:moveTo>
                    <a:pt x="1144" y="0"/>
                  </a:moveTo>
                  <a:cubicBezTo>
                    <a:pt x="501" y="0"/>
                    <a:pt x="0" y="500"/>
                    <a:pt x="0" y="1143"/>
                  </a:cubicBezTo>
                  <a:lnTo>
                    <a:pt x="0" y="6168"/>
                  </a:lnTo>
                  <a:cubicBezTo>
                    <a:pt x="0" y="6787"/>
                    <a:pt x="501" y="7287"/>
                    <a:pt x="1144" y="7287"/>
                  </a:cubicBezTo>
                  <a:lnTo>
                    <a:pt x="3406" y="7287"/>
                  </a:lnTo>
                  <a:cubicBezTo>
                    <a:pt x="3596" y="7287"/>
                    <a:pt x="3596" y="6954"/>
                    <a:pt x="3406" y="6954"/>
                  </a:cubicBezTo>
                  <a:lnTo>
                    <a:pt x="1144" y="6954"/>
                  </a:lnTo>
                  <a:cubicBezTo>
                    <a:pt x="691" y="6954"/>
                    <a:pt x="334" y="6621"/>
                    <a:pt x="334" y="6168"/>
                  </a:cubicBezTo>
                  <a:lnTo>
                    <a:pt x="334" y="1143"/>
                  </a:lnTo>
                  <a:cubicBezTo>
                    <a:pt x="334" y="691"/>
                    <a:pt x="691" y="334"/>
                    <a:pt x="1144" y="334"/>
                  </a:cubicBezTo>
                  <a:lnTo>
                    <a:pt x="4597" y="334"/>
                  </a:lnTo>
                  <a:cubicBezTo>
                    <a:pt x="5025" y="334"/>
                    <a:pt x="5383" y="691"/>
                    <a:pt x="5383" y="1143"/>
                  </a:cubicBezTo>
                  <a:lnTo>
                    <a:pt x="5383" y="6168"/>
                  </a:lnTo>
                  <a:cubicBezTo>
                    <a:pt x="5383" y="6621"/>
                    <a:pt x="5025" y="6954"/>
                    <a:pt x="4597" y="6954"/>
                  </a:cubicBezTo>
                  <a:lnTo>
                    <a:pt x="4192" y="6954"/>
                  </a:lnTo>
                  <a:cubicBezTo>
                    <a:pt x="4001" y="6954"/>
                    <a:pt x="4001" y="7287"/>
                    <a:pt x="4192" y="7287"/>
                  </a:cubicBezTo>
                  <a:lnTo>
                    <a:pt x="4597" y="7287"/>
                  </a:lnTo>
                  <a:cubicBezTo>
                    <a:pt x="5216" y="7287"/>
                    <a:pt x="5716" y="6787"/>
                    <a:pt x="5716" y="6168"/>
                  </a:cubicBezTo>
                  <a:lnTo>
                    <a:pt x="5716" y="1143"/>
                  </a:lnTo>
                  <a:cubicBezTo>
                    <a:pt x="5716" y="500"/>
                    <a:pt x="5216" y="0"/>
                    <a:pt x="45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94"/>
            <p:cNvSpPr/>
            <p:nvPr/>
          </p:nvSpPr>
          <p:spPr>
            <a:xfrm>
              <a:off x="2809617" y="3061696"/>
              <a:ext cx="41777" cy="37715"/>
            </a:xfrm>
            <a:custGeom>
              <a:rect b="b" l="l" r="r" t="t"/>
              <a:pathLst>
                <a:path extrusionOk="0" h="1170" w="1296">
                  <a:moveTo>
                    <a:pt x="249" y="1"/>
                  </a:moveTo>
                  <a:cubicBezTo>
                    <a:pt x="122" y="1"/>
                    <a:pt x="0" y="171"/>
                    <a:pt x="112" y="283"/>
                  </a:cubicBezTo>
                  <a:lnTo>
                    <a:pt x="398" y="592"/>
                  </a:lnTo>
                  <a:lnTo>
                    <a:pt x="112" y="878"/>
                  </a:lnTo>
                  <a:cubicBezTo>
                    <a:pt x="40" y="973"/>
                    <a:pt x="40" y="1069"/>
                    <a:pt x="112" y="1116"/>
                  </a:cubicBezTo>
                  <a:cubicBezTo>
                    <a:pt x="160" y="1152"/>
                    <a:pt x="195" y="1170"/>
                    <a:pt x="231" y="1170"/>
                  </a:cubicBezTo>
                  <a:cubicBezTo>
                    <a:pt x="267" y="1170"/>
                    <a:pt x="302" y="1152"/>
                    <a:pt x="350" y="1116"/>
                  </a:cubicBezTo>
                  <a:lnTo>
                    <a:pt x="636" y="831"/>
                  </a:lnTo>
                  <a:lnTo>
                    <a:pt x="945" y="1116"/>
                  </a:lnTo>
                  <a:cubicBezTo>
                    <a:pt x="976" y="1147"/>
                    <a:pt x="1012" y="1160"/>
                    <a:pt x="1047" y="1160"/>
                  </a:cubicBezTo>
                  <a:cubicBezTo>
                    <a:pt x="1174" y="1160"/>
                    <a:pt x="1295" y="990"/>
                    <a:pt x="1184" y="878"/>
                  </a:cubicBezTo>
                  <a:lnTo>
                    <a:pt x="874" y="592"/>
                  </a:lnTo>
                  <a:lnTo>
                    <a:pt x="1184" y="283"/>
                  </a:lnTo>
                  <a:cubicBezTo>
                    <a:pt x="1295" y="171"/>
                    <a:pt x="1174" y="1"/>
                    <a:pt x="1047" y="1"/>
                  </a:cubicBezTo>
                  <a:cubicBezTo>
                    <a:pt x="1012" y="1"/>
                    <a:pt x="976" y="14"/>
                    <a:pt x="945" y="45"/>
                  </a:cubicBezTo>
                  <a:lnTo>
                    <a:pt x="636" y="354"/>
                  </a:lnTo>
                  <a:lnTo>
                    <a:pt x="350" y="45"/>
                  </a:lnTo>
                  <a:cubicBezTo>
                    <a:pt x="319" y="14"/>
                    <a:pt x="284" y="1"/>
                    <a:pt x="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94"/>
            <p:cNvSpPr/>
            <p:nvPr/>
          </p:nvSpPr>
          <p:spPr>
            <a:xfrm>
              <a:off x="2523789" y="3036263"/>
              <a:ext cx="155115" cy="108245"/>
            </a:xfrm>
            <a:custGeom>
              <a:rect b="b" l="l" r="r" t="t"/>
              <a:pathLst>
                <a:path extrusionOk="0" h="3358" w="4812">
                  <a:moveTo>
                    <a:pt x="3668" y="334"/>
                  </a:moveTo>
                  <a:cubicBezTo>
                    <a:pt x="4121" y="334"/>
                    <a:pt x="4478" y="691"/>
                    <a:pt x="4478" y="1143"/>
                  </a:cubicBezTo>
                  <a:lnTo>
                    <a:pt x="4478" y="2239"/>
                  </a:lnTo>
                  <a:cubicBezTo>
                    <a:pt x="4478" y="2667"/>
                    <a:pt x="4121" y="3048"/>
                    <a:pt x="3668" y="3048"/>
                  </a:cubicBezTo>
                  <a:lnTo>
                    <a:pt x="1144" y="3048"/>
                  </a:lnTo>
                  <a:cubicBezTo>
                    <a:pt x="691" y="3048"/>
                    <a:pt x="334" y="2667"/>
                    <a:pt x="334" y="2239"/>
                  </a:cubicBezTo>
                  <a:lnTo>
                    <a:pt x="334" y="1143"/>
                  </a:lnTo>
                  <a:cubicBezTo>
                    <a:pt x="310" y="691"/>
                    <a:pt x="691" y="334"/>
                    <a:pt x="1144" y="334"/>
                  </a:cubicBezTo>
                  <a:close/>
                  <a:moveTo>
                    <a:pt x="1144" y="0"/>
                  </a:moveTo>
                  <a:cubicBezTo>
                    <a:pt x="525" y="0"/>
                    <a:pt x="1" y="500"/>
                    <a:pt x="1" y="1143"/>
                  </a:cubicBezTo>
                  <a:lnTo>
                    <a:pt x="1" y="2239"/>
                  </a:lnTo>
                  <a:cubicBezTo>
                    <a:pt x="25" y="2858"/>
                    <a:pt x="525" y="3358"/>
                    <a:pt x="1144" y="3358"/>
                  </a:cubicBezTo>
                  <a:lnTo>
                    <a:pt x="3668" y="3358"/>
                  </a:lnTo>
                  <a:cubicBezTo>
                    <a:pt x="4311" y="3358"/>
                    <a:pt x="4811" y="2858"/>
                    <a:pt x="4811" y="2239"/>
                  </a:cubicBezTo>
                  <a:lnTo>
                    <a:pt x="4811" y="1143"/>
                  </a:lnTo>
                  <a:cubicBezTo>
                    <a:pt x="4811" y="500"/>
                    <a:pt x="4311"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4"/>
            <p:cNvSpPr/>
            <p:nvPr/>
          </p:nvSpPr>
          <p:spPr>
            <a:xfrm>
              <a:off x="2609405" y="3061696"/>
              <a:ext cx="42389" cy="37715"/>
            </a:xfrm>
            <a:custGeom>
              <a:rect b="b" l="l" r="r" t="t"/>
              <a:pathLst>
                <a:path extrusionOk="0" h="1170" w="1315">
                  <a:moveTo>
                    <a:pt x="265" y="1"/>
                  </a:moveTo>
                  <a:cubicBezTo>
                    <a:pt x="133" y="1"/>
                    <a:pt x="1" y="171"/>
                    <a:pt x="131" y="283"/>
                  </a:cubicBezTo>
                  <a:lnTo>
                    <a:pt x="417" y="592"/>
                  </a:lnTo>
                  <a:lnTo>
                    <a:pt x="131" y="878"/>
                  </a:lnTo>
                  <a:cubicBezTo>
                    <a:pt x="60" y="973"/>
                    <a:pt x="60" y="1069"/>
                    <a:pt x="131" y="1116"/>
                  </a:cubicBezTo>
                  <a:cubicBezTo>
                    <a:pt x="179" y="1152"/>
                    <a:pt x="215" y="1170"/>
                    <a:pt x="250" y="1170"/>
                  </a:cubicBezTo>
                  <a:cubicBezTo>
                    <a:pt x="286" y="1170"/>
                    <a:pt x="322" y="1152"/>
                    <a:pt x="369" y="1116"/>
                  </a:cubicBezTo>
                  <a:lnTo>
                    <a:pt x="655" y="831"/>
                  </a:lnTo>
                  <a:lnTo>
                    <a:pt x="965" y="1116"/>
                  </a:lnTo>
                  <a:cubicBezTo>
                    <a:pt x="996" y="1147"/>
                    <a:pt x="1031" y="1160"/>
                    <a:pt x="1066" y="1160"/>
                  </a:cubicBezTo>
                  <a:cubicBezTo>
                    <a:pt x="1193" y="1160"/>
                    <a:pt x="1315" y="990"/>
                    <a:pt x="1203" y="878"/>
                  </a:cubicBezTo>
                  <a:lnTo>
                    <a:pt x="893" y="592"/>
                  </a:lnTo>
                  <a:lnTo>
                    <a:pt x="1203" y="283"/>
                  </a:lnTo>
                  <a:cubicBezTo>
                    <a:pt x="1315" y="171"/>
                    <a:pt x="1193" y="1"/>
                    <a:pt x="1066" y="1"/>
                  </a:cubicBezTo>
                  <a:cubicBezTo>
                    <a:pt x="1031" y="1"/>
                    <a:pt x="996" y="14"/>
                    <a:pt x="965" y="45"/>
                  </a:cubicBezTo>
                  <a:lnTo>
                    <a:pt x="655" y="354"/>
                  </a:lnTo>
                  <a:lnTo>
                    <a:pt x="369" y="45"/>
                  </a:lnTo>
                  <a:cubicBezTo>
                    <a:pt x="338" y="14"/>
                    <a:pt x="302"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94"/>
            <p:cNvSpPr/>
            <p:nvPr/>
          </p:nvSpPr>
          <p:spPr>
            <a:xfrm>
              <a:off x="2523789" y="3163687"/>
              <a:ext cx="155115" cy="107504"/>
            </a:xfrm>
            <a:custGeom>
              <a:rect b="b" l="l" r="r" t="t"/>
              <a:pathLst>
                <a:path extrusionOk="0" h="3335" w="4812">
                  <a:moveTo>
                    <a:pt x="2192" y="0"/>
                  </a:moveTo>
                  <a:cubicBezTo>
                    <a:pt x="1977" y="0"/>
                    <a:pt x="2192" y="358"/>
                    <a:pt x="2192" y="358"/>
                  </a:cubicBezTo>
                  <a:lnTo>
                    <a:pt x="3668" y="358"/>
                  </a:lnTo>
                  <a:cubicBezTo>
                    <a:pt x="4121" y="358"/>
                    <a:pt x="4478" y="715"/>
                    <a:pt x="4478" y="1167"/>
                  </a:cubicBezTo>
                  <a:lnTo>
                    <a:pt x="4478" y="2215"/>
                  </a:lnTo>
                  <a:cubicBezTo>
                    <a:pt x="4478" y="2644"/>
                    <a:pt x="4121" y="3001"/>
                    <a:pt x="3668" y="3001"/>
                  </a:cubicBezTo>
                  <a:lnTo>
                    <a:pt x="1144" y="3001"/>
                  </a:lnTo>
                  <a:cubicBezTo>
                    <a:pt x="691" y="3001"/>
                    <a:pt x="334" y="2644"/>
                    <a:pt x="334" y="2215"/>
                  </a:cubicBezTo>
                  <a:lnTo>
                    <a:pt x="334" y="1143"/>
                  </a:lnTo>
                  <a:cubicBezTo>
                    <a:pt x="334" y="1143"/>
                    <a:pt x="691" y="334"/>
                    <a:pt x="1144" y="334"/>
                  </a:cubicBezTo>
                  <a:lnTo>
                    <a:pt x="1406" y="334"/>
                  </a:lnTo>
                  <a:cubicBezTo>
                    <a:pt x="1620" y="334"/>
                    <a:pt x="1406" y="24"/>
                    <a:pt x="1406" y="24"/>
                  </a:cubicBezTo>
                  <a:lnTo>
                    <a:pt x="1144" y="24"/>
                  </a:lnTo>
                  <a:cubicBezTo>
                    <a:pt x="525" y="24"/>
                    <a:pt x="1" y="548"/>
                    <a:pt x="1" y="1167"/>
                  </a:cubicBezTo>
                  <a:lnTo>
                    <a:pt x="1" y="2239"/>
                  </a:lnTo>
                  <a:cubicBezTo>
                    <a:pt x="25" y="2834"/>
                    <a:pt x="525" y="3334"/>
                    <a:pt x="1144" y="3334"/>
                  </a:cubicBezTo>
                  <a:lnTo>
                    <a:pt x="3668" y="3334"/>
                  </a:lnTo>
                  <a:cubicBezTo>
                    <a:pt x="4311" y="3334"/>
                    <a:pt x="4811" y="2834"/>
                    <a:pt x="4811" y="2215"/>
                  </a:cubicBezTo>
                  <a:lnTo>
                    <a:pt x="4811" y="1143"/>
                  </a:lnTo>
                  <a:cubicBezTo>
                    <a:pt x="4811" y="1143"/>
                    <a:pt x="4311"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94"/>
            <p:cNvSpPr/>
            <p:nvPr/>
          </p:nvSpPr>
          <p:spPr>
            <a:xfrm>
              <a:off x="2609534" y="3190249"/>
              <a:ext cx="42260" cy="37844"/>
            </a:xfrm>
            <a:custGeom>
              <a:rect b="b" l="l" r="r" t="t"/>
              <a:pathLst>
                <a:path extrusionOk="0" h="1174" w="1311">
                  <a:moveTo>
                    <a:pt x="250" y="1"/>
                  </a:moveTo>
                  <a:cubicBezTo>
                    <a:pt x="121" y="1"/>
                    <a:pt x="0" y="169"/>
                    <a:pt x="127" y="296"/>
                  </a:cubicBezTo>
                  <a:lnTo>
                    <a:pt x="413" y="581"/>
                  </a:lnTo>
                  <a:lnTo>
                    <a:pt x="127" y="891"/>
                  </a:lnTo>
                  <a:cubicBezTo>
                    <a:pt x="56" y="939"/>
                    <a:pt x="56" y="1058"/>
                    <a:pt x="127" y="1129"/>
                  </a:cubicBezTo>
                  <a:cubicBezTo>
                    <a:pt x="175" y="1153"/>
                    <a:pt x="211" y="1165"/>
                    <a:pt x="246" y="1165"/>
                  </a:cubicBezTo>
                  <a:cubicBezTo>
                    <a:pt x="282" y="1165"/>
                    <a:pt x="318" y="1153"/>
                    <a:pt x="365" y="1129"/>
                  </a:cubicBezTo>
                  <a:lnTo>
                    <a:pt x="651" y="820"/>
                  </a:lnTo>
                  <a:lnTo>
                    <a:pt x="961" y="1129"/>
                  </a:lnTo>
                  <a:cubicBezTo>
                    <a:pt x="992" y="1160"/>
                    <a:pt x="1027" y="1173"/>
                    <a:pt x="1062" y="1173"/>
                  </a:cubicBezTo>
                  <a:cubicBezTo>
                    <a:pt x="1189" y="1173"/>
                    <a:pt x="1311" y="1003"/>
                    <a:pt x="1199" y="891"/>
                  </a:cubicBezTo>
                  <a:lnTo>
                    <a:pt x="889" y="581"/>
                  </a:lnTo>
                  <a:lnTo>
                    <a:pt x="1199" y="296"/>
                  </a:lnTo>
                  <a:cubicBezTo>
                    <a:pt x="1307" y="169"/>
                    <a:pt x="1196" y="1"/>
                    <a:pt x="1073" y="1"/>
                  </a:cubicBezTo>
                  <a:cubicBezTo>
                    <a:pt x="1035" y="1"/>
                    <a:pt x="995" y="18"/>
                    <a:pt x="961" y="57"/>
                  </a:cubicBezTo>
                  <a:lnTo>
                    <a:pt x="651" y="343"/>
                  </a:lnTo>
                  <a:lnTo>
                    <a:pt x="365" y="57"/>
                  </a:lnTo>
                  <a:cubicBezTo>
                    <a:pt x="331" y="18"/>
                    <a:pt x="290" y="1"/>
                    <a:pt x="2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94"/>
            <p:cNvSpPr/>
            <p:nvPr/>
          </p:nvSpPr>
          <p:spPr>
            <a:xfrm>
              <a:off x="2524563" y="3291886"/>
              <a:ext cx="354682" cy="99832"/>
            </a:xfrm>
            <a:custGeom>
              <a:rect b="b" l="l" r="r" t="t"/>
              <a:pathLst>
                <a:path extrusionOk="0" h="3097" w="11003">
                  <a:moveTo>
                    <a:pt x="9884" y="310"/>
                  </a:moveTo>
                  <a:cubicBezTo>
                    <a:pt x="10312" y="310"/>
                    <a:pt x="10670" y="667"/>
                    <a:pt x="10670" y="1120"/>
                  </a:cubicBezTo>
                  <a:lnTo>
                    <a:pt x="10670" y="1953"/>
                  </a:lnTo>
                  <a:cubicBezTo>
                    <a:pt x="10670" y="2406"/>
                    <a:pt x="10312" y="2763"/>
                    <a:pt x="9884" y="2763"/>
                  </a:cubicBezTo>
                  <a:lnTo>
                    <a:pt x="1120" y="2763"/>
                  </a:lnTo>
                  <a:cubicBezTo>
                    <a:pt x="667" y="2763"/>
                    <a:pt x="310" y="2406"/>
                    <a:pt x="310" y="1953"/>
                  </a:cubicBezTo>
                  <a:lnTo>
                    <a:pt x="310" y="1120"/>
                  </a:lnTo>
                  <a:cubicBezTo>
                    <a:pt x="310" y="667"/>
                    <a:pt x="667" y="310"/>
                    <a:pt x="1120" y="310"/>
                  </a:cubicBezTo>
                  <a:close/>
                  <a:moveTo>
                    <a:pt x="1120" y="0"/>
                  </a:moveTo>
                  <a:cubicBezTo>
                    <a:pt x="501" y="0"/>
                    <a:pt x="1" y="500"/>
                    <a:pt x="1" y="1120"/>
                  </a:cubicBezTo>
                  <a:lnTo>
                    <a:pt x="1" y="1953"/>
                  </a:lnTo>
                  <a:cubicBezTo>
                    <a:pt x="1" y="2572"/>
                    <a:pt x="501" y="3096"/>
                    <a:pt x="1120" y="3096"/>
                  </a:cubicBezTo>
                  <a:lnTo>
                    <a:pt x="9884" y="3096"/>
                  </a:lnTo>
                  <a:cubicBezTo>
                    <a:pt x="10503" y="3096"/>
                    <a:pt x="11003" y="2572"/>
                    <a:pt x="11003" y="1953"/>
                  </a:cubicBezTo>
                  <a:lnTo>
                    <a:pt x="11003" y="1120"/>
                  </a:lnTo>
                  <a:cubicBezTo>
                    <a:pt x="11003" y="500"/>
                    <a:pt x="10503" y="0"/>
                    <a:pt x="9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94"/>
            <p:cNvSpPr/>
            <p:nvPr/>
          </p:nvSpPr>
          <p:spPr>
            <a:xfrm>
              <a:off x="2807296" y="3318867"/>
              <a:ext cx="42389" cy="37425"/>
            </a:xfrm>
            <a:custGeom>
              <a:rect b="b" l="l" r="r" t="t"/>
              <a:pathLst>
                <a:path extrusionOk="0" h="1161" w="1315">
                  <a:moveTo>
                    <a:pt x="249" y="0"/>
                  </a:moveTo>
                  <a:cubicBezTo>
                    <a:pt x="122" y="0"/>
                    <a:pt x="1" y="171"/>
                    <a:pt x="112" y="283"/>
                  </a:cubicBezTo>
                  <a:lnTo>
                    <a:pt x="422" y="592"/>
                  </a:lnTo>
                  <a:lnTo>
                    <a:pt x="112" y="878"/>
                  </a:lnTo>
                  <a:cubicBezTo>
                    <a:pt x="1" y="990"/>
                    <a:pt x="122" y="1160"/>
                    <a:pt x="249" y="1160"/>
                  </a:cubicBezTo>
                  <a:cubicBezTo>
                    <a:pt x="284" y="1160"/>
                    <a:pt x="320" y="1147"/>
                    <a:pt x="351" y="1116"/>
                  </a:cubicBezTo>
                  <a:lnTo>
                    <a:pt x="660" y="830"/>
                  </a:lnTo>
                  <a:lnTo>
                    <a:pt x="946" y="1116"/>
                  </a:lnTo>
                  <a:cubicBezTo>
                    <a:pt x="982" y="1147"/>
                    <a:pt x="1022" y="1160"/>
                    <a:pt x="1060" y="1160"/>
                  </a:cubicBezTo>
                  <a:cubicBezTo>
                    <a:pt x="1197" y="1160"/>
                    <a:pt x="1315" y="990"/>
                    <a:pt x="1184" y="878"/>
                  </a:cubicBezTo>
                  <a:lnTo>
                    <a:pt x="898" y="592"/>
                  </a:lnTo>
                  <a:lnTo>
                    <a:pt x="1184" y="283"/>
                  </a:lnTo>
                  <a:cubicBezTo>
                    <a:pt x="1256" y="187"/>
                    <a:pt x="1256" y="116"/>
                    <a:pt x="1184" y="44"/>
                  </a:cubicBezTo>
                  <a:cubicBezTo>
                    <a:pt x="1160" y="21"/>
                    <a:pt x="1119" y="9"/>
                    <a:pt x="1074" y="9"/>
                  </a:cubicBezTo>
                  <a:cubicBezTo>
                    <a:pt x="1029" y="9"/>
                    <a:pt x="982" y="21"/>
                    <a:pt x="946" y="44"/>
                  </a:cubicBezTo>
                  <a:lnTo>
                    <a:pt x="660" y="354"/>
                  </a:lnTo>
                  <a:lnTo>
                    <a:pt x="351" y="44"/>
                  </a:lnTo>
                  <a:cubicBezTo>
                    <a:pt x="320" y="13"/>
                    <a:pt x="284" y="0"/>
                    <a:pt x="2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5" name="Google Shape;19095;p94"/>
          <p:cNvGrpSpPr/>
          <p:nvPr/>
        </p:nvGrpSpPr>
        <p:grpSpPr>
          <a:xfrm>
            <a:off x="3253847" y="2884604"/>
            <a:ext cx="360839" cy="353167"/>
            <a:chOff x="3253847" y="3037004"/>
            <a:chExt cx="360839" cy="353167"/>
          </a:xfrm>
        </p:grpSpPr>
        <p:sp>
          <p:nvSpPr>
            <p:cNvPr id="19096" name="Google Shape;19096;p94"/>
            <p:cNvSpPr/>
            <p:nvPr/>
          </p:nvSpPr>
          <p:spPr>
            <a:xfrm>
              <a:off x="3258457" y="3042387"/>
              <a:ext cx="344721" cy="170459"/>
            </a:xfrm>
            <a:custGeom>
              <a:rect b="b" l="l" r="r" t="t"/>
              <a:pathLst>
                <a:path extrusionOk="0" h="5288" w="10694">
                  <a:moveTo>
                    <a:pt x="834" y="1"/>
                  </a:moveTo>
                  <a:cubicBezTo>
                    <a:pt x="381" y="1"/>
                    <a:pt x="0" y="382"/>
                    <a:pt x="0" y="834"/>
                  </a:cubicBezTo>
                  <a:lnTo>
                    <a:pt x="0" y="3382"/>
                  </a:lnTo>
                  <a:cubicBezTo>
                    <a:pt x="0" y="3835"/>
                    <a:pt x="381" y="4216"/>
                    <a:pt x="834" y="4216"/>
                  </a:cubicBezTo>
                  <a:lnTo>
                    <a:pt x="1453" y="4216"/>
                  </a:lnTo>
                  <a:lnTo>
                    <a:pt x="2263" y="5287"/>
                  </a:lnTo>
                  <a:lnTo>
                    <a:pt x="3072" y="4216"/>
                  </a:lnTo>
                  <a:lnTo>
                    <a:pt x="9860" y="4216"/>
                  </a:lnTo>
                  <a:cubicBezTo>
                    <a:pt x="10288" y="4216"/>
                    <a:pt x="10693" y="3835"/>
                    <a:pt x="10693" y="3382"/>
                  </a:cubicBezTo>
                  <a:lnTo>
                    <a:pt x="10693" y="834"/>
                  </a:lnTo>
                  <a:cubicBezTo>
                    <a:pt x="10693" y="358"/>
                    <a:pt x="10336" y="1"/>
                    <a:pt x="98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94"/>
            <p:cNvSpPr/>
            <p:nvPr/>
          </p:nvSpPr>
          <p:spPr>
            <a:xfrm>
              <a:off x="3549410" y="3042387"/>
              <a:ext cx="54509" cy="135903"/>
            </a:xfrm>
            <a:custGeom>
              <a:rect b="b" l="l" r="r" t="t"/>
              <a:pathLst>
                <a:path extrusionOk="0" h="4216" w="1691">
                  <a:moveTo>
                    <a:pt x="0" y="1"/>
                  </a:moveTo>
                  <a:cubicBezTo>
                    <a:pt x="429" y="1"/>
                    <a:pt x="834" y="382"/>
                    <a:pt x="834" y="834"/>
                  </a:cubicBezTo>
                  <a:lnTo>
                    <a:pt x="834" y="3382"/>
                  </a:lnTo>
                  <a:cubicBezTo>
                    <a:pt x="834" y="3835"/>
                    <a:pt x="476" y="4216"/>
                    <a:pt x="0" y="4216"/>
                  </a:cubicBezTo>
                  <a:lnTo>
                    <a:pt x="857" y="4216"/>
                  </a:lnTo>
                  <a:cubicBezTo>
                    <a:pt x="1310" y="4216"/>
                    <a:pt x="1691" y="3835"/>
                    <a:pt x="1691" y="3382"/>
                  </a:cubicBezTo>
                  <a:lnTo>
                    <a:pt x="1691" y="834"/>
                  </a:lnTo>
                  <a:cubicBezTo>
                    <a:pt x="1667" y="358"/>
                    <a:pt x="1310" y="1"/>
                    <a:pt x="857"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4"/>
            <p:cNvSpPr/>
            <p:nvPr/>
          </p:nvSpPr>
          <p:spPr>
            <a:xfrm>
              <a:off x="3294528" y="3075783"/>
              <a:ext cx="72948" cy="67500"/>
            </a:xfrm>
            <a:custGeom>
              <a:rect b="b" l="l" r="r" t="t"/>
              <a:pathLst>
                <a:path extrusionOk="0" h="2094" w="2263">
                  <a:moveTo>
                    <a:pt x="1141" y="1"/>
                  </a:moveTo>
                  <a:cubicBezTo>
                    <a:pt x="1120" y="1"/>
                    <a:pt x="1096" y="13"/>
                    <a:pt x="1072" y="36"/>
                  </a:cubicBezTo>
                  <a:lnTo>
                    <a:pt x="786" y="632"/>
                  </a:lnTo>
                  <a:cubicBezTo>
                    <a:pt x="786" y="655"/>
                    <a:pt x="786" y="655"/>
                    <a:pt x="739" y="655"/>
                  </a:cubicBezTo>
                  <a:lnTo>
                    <a:pt x="72" y="751"/>
                  </a:lnTo>
                  <a:cubicBezTo>
                    <a:pt x="1" y="751"/>
                    <a:pt x="1" y="798"/>
                    <a:pt x="24" y="822"/>
                  </a:cubicBezTo>
                  <a:lnTo>
                    <a:pt x="501" y="1298"/>
                  </a:lnTo>
                  <a:cubicBezTo>
                    <a:pt x="548" y="1346"/>
                    <a:pt x="548" y="1346"/>
                    <a:pt x="548" y="1370"/>
                  </a:cubicBezTo>
                  <a:lnTo>
                    <a:pt x="429" y="2013"/>
                  </a:lnTo>
                  <a:cubicBezTo>
                    <a:pt x="429" y="2066"/>
                    <a:pt x="456" y="2093"/>
                    <a:pt x="490" y="2093"/>
                  </a:cubicBezTo>
                  <a:cubicBezTo>
                    <a:pt x="501" y="2093"/>
                    <a:pt x="513" y="2090"/>
                    <a:pt x="525" y="2084"/>
                  </a:cubicBezTo>
                  <a:lnTo>
                    <a:pt x="1120" y="1751"/>
                  </a:lnTo>
                  <a:lnTo>
                    <a:pt x="1168" y="1751"/>
                  </a:lnTo>
                  <a:lnTo>
                    <a:pt x="1763" y="2084"/>
                  </a:lnTo>
                  <a:cubicBezTo>
                    <a:pt x="1775" y="2090"/>
                    <a:pt x="1787" y="2093"/>
                    <a:pt x="1798" y="2093"/>
                  </a:cubicBezTo>
                  <a:cubicBezTo>
                    <a:pt x="1831" y="2093"/>
                    <a:pt x="1858" y="2066"/>
                    <a:pt x="1858" y="2013"/>
                  </a:cubicBezTo>
                  <a:lnTo>
                    <a:pt x="1739" y="1370"/>
                  </a:lnTo>
                  <a:cubicBezTo>
                    <a:pt x="1739" y="1346"/>
                    <a:pt x="1763" y="1298"/>
                    <a:pt x="1763" y="1298"/>
                  </a:cubicBezTo>
                  <a:lnTo>
                    <a:pt x="2239" y="822"/>
                  </a:lnTo>
                  <a:cubicBezTo>
                    <a:pt x="2263" y="798"/>
                    <a:pt x="2263" y="751"/>
                    <a:pt x="2215" y="751"/>
                  </a:cubicBezTo>
                  <a:lnTo>
                    <a:pt x="1525" y="655"/>
                  </a:lnTo>
                  <a:cubicBezTo>
                    <a:pt x="1525" y="655"/>
                    <a:pt x="1501" y="655"/>
                    <a:pt x="1501" y="632"/>
                  </a:cubicBezTo>
                  <a:lnTo>
                    <a:pt x="1191" y="36"/>
                  </a:lnTo>
                  <a:cubicBezTo>
                    <a:pt x="1179" y="13"/>
                    <a:pt x="1162" y="1"/>
                    <a:pt x="1141"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4"/>
            <p:cNvSpPr/>
            <p:nvPr/>
          </p:nvSpPr>
          <p:spPr>
            <a:xfrm>
              <a:off x="3394327" y="3075783"/>
              <a:ext cx="72948" cy="67500"/>
            </a:xfrm>
            <a:custGeom>
              <a:rect b="b" l="l" r="r" t="t"/>
              <a:pathLst>
                <a:path extrusionOk="0" h="2094" w="2263">
                  <a:moveTo>
                    <a:pt x="1141" y="1"/>
                  </a:moveTo>
                  <a:cubicBezTo>
                    <a:pt x="1120" y="1"/>
                    <a:pt x="1096" y="13"/>
                    <a:pt x="1072" y="36"/>
                  </a:cubicBezTo>
                  <a:lnTo>
                    <a:pt x="786" y="632"/>
                  </a:lnTo>
                  <a:cubicBezTo>
                    <a:pt x="786" y="655"/>
                    <a:pt x="786" y="655"/>
                    <a:pt x="739" y="655"/>
                  </a:cubicBezTo>
                  <a:lnTo>
                    <a:pt x="72" y="751"/>
                  </a:lnTo>
                  <a:cubicBezTo>
                    <a:pt x="0" y="751"/>
                    <a:pt x="0" y="798"/>
                    <a:pt x="24" y="822"/>
                  </a:cubicBezTo>
                  <a:lnTo>
                    <a:pt x="501" y="1298"/>
                  </a:lnTo>
                  <a:cubicBezTo>
                    <a:pt x="548" y="1346"/>
                    <a:pt x="548" y="1346"/>
                    <a:pt x="548" y="1370"/>
                  </a:cubicBezTo>
                  <a:lnTo>
                    <a:pt x="429" y="2013"/>
                  </a:lnTo>
                  <a:cubicBezTo>
                    <a:pt x="429" y="2066"/>
                    <a:pt x="456" y="2093"/>
                    <a:pt x="489" y="2093"/>
                  </a:cubicBezTo>
                  <a:cubicBezTo>
                    <a:pt x="501" y="2093"/>
                    <a:pt x="513" y="2090"/>
                    <a:pt x="524" y="2084"/>
                  </a:cubicBezTo>
                  <a:lnTo>
                    <a:pt x="1120" y="1751"/>
                  </a:lnTo>
                  <a:lnTo>
                    <a:pt x="1167" y="1751"/>
                  </a:lnTo>
                  <a:lnTo>
                    <a:pt x="1763" y="2084"/>
                  </a:lnTo>
                  <a:cubicBezTo>
                    <a:pt x="1781" y="2090"/>
                    <a:pt x="1796" y="2093"/>
                    <a:pt x="1808" y="2093"/>
                  </a:cubicBezTo>
                  <a:cubicBezTo>
                    <a:pt x="1845" y="2093"/>
                    <a:pt x="1858" y="2066"/>
                    <a:pt x="1858" y="2013"/>
                  </a:cubicBezTo>
                  <a:lnTo>
                    <a:pt x="1739" y="1370"/>
                  </a:lnTo>
                  <a:cubicBezTo>
                    <a:pt x="1739" y="1346"/>
                    <a:pt x="1763" y="1298"/>
                    <a:pt x="1763" y="1298"/>
                  </a:cubicBezTo>
                  <a:lnTo>
                    <a:pt x="2239" y="822"/>
                  </a:lnTo>
                  <a:cubicBezTo>
                    <a:pt x="2263" y="798"/>
                    <a:pt x="2263" y="751"/>
                    <a:pt x="2215" y="751"/>
                  </a:cubicBezTo>
                  <a:lnTo>
                    <a:pt x="1525" y="655"/>
                  </a:lnTo>
                  <a:cubicBezTo>
                    <a:pt x="1525" y="655"/>
                    <a:pt x="1501" y="655"/>
                    <a:pt x="1501" y="632"/>
                  </a:cubicBezTo>
                  <a:lnTo>
                    <a:pt x="1191" y="36"/>
                  </a:lnTo>
                  <a:cubicBezTo>
                    <a:pt x="1179" y="13"/>
                    <a:pt x="1161" y="1"/>
                    <a:pt x="1141"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4"/>
            <p:cNvSpPr/>
            <p:nvPr/>
          </p:nvSpPr>
          <p:spPr>
            <a:xfrm>
              <a:off x="3493353" y="3075783"/>
              <a:ext cx="72948" cy="67500"/>
            </a:xfrm>
            <a:custGeom>
              <a:rect b="b" l="l" r="r" t="t"/>
              <a:pathLst>
                <a:path extrusionOk="0" h="2094" w="2263">
                  <a:moveTo>
                    <a:pt x="1159" y="1"/>
                  </a:moveTo>
                  <a:cubicBezTo>
                    <a:pt x="1138" y="1"/>
                    <a:pt x="1108" y="13"/>
                    <a:pt x="1072" y="36"/>
                  </a:cubicBezTo>
                  <a:lnTo>
                    <a:pt x="786" y="632"/>
                  </a:lnTo>
                  <a:cubicBezTo>
                    <a:pt x="786" y="655"/>
                    <a:pt x="786" y="655"/>
                    <a:pt x="739" y="655"/>
                  </a:cubicBezTo>
                  <a:lnTo>
                    <a:pt x="48" y="751"/>
                  </a:lnTo>
                  <a:cubicBezTo>
                    <a:pt x="1" y="751"/>
                    <a:pt x="1" y="798"/>
                    <a:pt x="24" y="822"/>
                  </a:cubicBezTo>
                  <a:lnTo>
                    <a:pt x="501" y="1298"/>
                  </a:lnTo>
                  <a:cubicBezTo>
                    <a:pt x="548" y="1346"/>
                    <a:pt x="548" y="1346"/>
                    <a:pt x="548" y="1370"/>
                  </a:cubicBezTo>
                  <a:lnTo>
                    <a:pt x="429" y="2013"/>
                  </a:lnTo>
                  <a:cubicBezTo>
                    <a:pt x="429" y="2066"/>
                    <a:pt x="456" y="2093"/>
                    <a:pt x="479" y="2093"/>
                  </a:cubicBezTo>
                  <a:cubicBezTo>
                    <a:pt x="487" y="2093"/>
                    <a:pt x="495" y="2090"/>
                    <a:pt x="501" y="2084"/>
                  </a:cubicBezTo>
                  <a:lnTo>
                    <a:pt x="1096" y="1751"/>
                  </a:lnTo>
                  <a:lnTo>
                    <a:pt x="1167" y="1751"/>
                  </a:lnTo>
                  <a:lnTo>
                    <a:pt x="1763" y="2084"/>
                  </a:lnTo>
                  <a:cubicBezTo>
                    <a:pt x="1775" y="2090"/>
                    <a:pt x="1787" y="2093"/>
                    <a:pt x="1798" y="2093"/>
                  </a:cubicBezTo>
                  <a:cubicBezTo>
                    <a:pt x="1831" y="2093"/>
                    <a:pt x="1858" y="2066"/>
                    <a:pt x="1858" y="2013"/>
                  </a:cubicBezTo>
                  <a:lnTo>
                    <a:pt x="1739" y="1370"/>
                  </a:lnTo>
                  <a:cubicBezTo>
                    <a:pt x="1739" y="1346"/>
                    <a:pt x="1763" y="1298"/>
                    <a:pt x="1763" y="1298"/>
                  </a:cubicBezTo>
                  <a:lnTo>
                    <a:pt x="2239" y="822"/>
                  </a:lnTo>
                  <a:cubicBezTo>
                    <a:pt x="2263" y="798"/>
                    <a:pt x="2263" y="751"/>
                    <a:pt x="2215" y="751"/>
                  </a:cubicBezTo>
                  <a:lnTo>
                    <a:pt x="1525" y="655"/>
                  </a:lnTo>
                  <a:cubicBezTo>
                    <a:pt x="1525" y="655"/>
                    <a:pt x="1501" y="655"/>
                    <a:pt x="1501" y="632"/>
                  </a:cubicBezTo>
                  <a:lnTo>
                    <a:pt x="1191" y="36"/>
                  </a:lnTo>
                  <a:cubicBezTo>
                    <a:pt x="1191" y="13"/>
                    <a:pt x="1179" y="1"/>
                    <a:pt x="1159"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4"/>
            <p:cNvSpPr/>
            <p:nvPr/>
          </p:nvSpPr>
          <p:spPr>
            <a:xfrm>
              <a:off x="3258457" y="3240439"/>
              <a:ext cx="145896" cy="145896"/>
            </a:xfrm>
            <a:custGeom>
              <a:rect b="b" l="l" r="r" t="t"/>
              <a:pathLst>
                <a:path extrusionOk="0" h="4526" w="4526">
                  <a:moveTo>
                    <a:pt x="2263" y="1"/>
                  </a:moveTo>
                  <a:cubicBezTo>
                    <a:pt x="1001" y="1"/>
                    <a:pt x="0" y="1025"/>
                    <a:pt x="0" y="2263"/>
                  </a:cubicBezTo>
                  <a:cubicBezTo>
                    <a:pt x="0" y="3525"/>
                    <a:pt x="1001" y="4526"/>
                    <a:pt x="2263" y="4526"/>
                  </a:cubicBezTo>
                  <a:cubicBezTo>
                    <a:pt x="3501" y="4526"/>
                    <a:pt x="4525" y="3525"/>
                    <a:pt x="4525" y="2263"/>
                  </a:cubicBezTo>
                  <a:cubicBezTo>
                    <a:pt x="4525" y="1025"/>
                    <a:pt x="3501" y="1"/>
                    <a:pt x="2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4"/>
            <p:cNvSpPr/>
            <p:nvPr/>
          </p:nvSpPr>
          <p:spPr>
            <a:xfrm>
              <a:off x="3305294" y="3271159"/>
              <a:ext cx="52221" cy="52221"/>
            </a:xfrm>
            <a:custGeom>
              <a:rect b="b" l="l" r="r" t="t"/>
              <a:pathLst>
                <a:path extrusionOk="0" h="1620" w="1620">
                  <a:moveTo>
                    <a:pt x="810" y="0"/>
                  </a:moveTo>
                  <a:cubicBezTo>
                    <a:pt x="357" y="0"/>
                    <a:pt x="0" y="358"/>
                    <a:pt x="0" y="810"/>
                  </a:cubicBezTo>
                  <a:cubicBezTo>
                    <a:pt x="0" y="1263"/>
                    <a:pt x="357" y="1620"/>
                    <a:pt x="810" y="1620"/>
                  </a:cubicBezTo>
                  <a:cubicBezTo>
                    <a:pt x="1238" y="1620"/>
                    <a:pt x="1619" y="1263"/>
                    <a:pt x="1619" y="810"/>
                  </a:cubicBezTo>
                  <a:cubicBezTo>
                    <a:pt x="1619" y="358"/>
                    <a:pt x="1238" y="0"/>
                    <a:pt x="8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4"/>
            <p:cNvSpPr/>
            <p:nvPr/>
          </p:nvSpPr>
          <p:spPr>
            <a:xfrm>
              <a:off x="3284567" y="3324121"/>
              <a:ext cx="95964" cy="61440"/>
            </a:xfrm>
            <a:custGeom>
              <a:rect b="b" l="l" r="r" t="t"/>
              <a:pathLst>
                <a:path extrusionOk="0" h="1906" w="2977">
                  <a:moveTo>
                    <a:pt x="1453" y="1"/>
                  </a:moveTo>
                  <a:cubicBezTo>
                    <a:pt x="667" y="1"/>
                    <a:pt x="48" y="572"/>
                    <a:pt x="0" y="1310"/>
                  </a:cubicBezTo>
                  <a:lnTo>
                    <a:pt x="0" y="1358"/>
                  </a:lnTo>
                  <a:cubicBezTo>
                    <a:pt x="381" y="1691"/>
                    <a:pt x="905" y="1906"/>
                    <a:pt x="1477" y="1906"/>
                  </a:cubicBezTo>
                  <a:cubicBezTo>
                    <a:pt x="2048" y="1906"/>
                    <a:pt x="2548" y="1691"/>
                    <a:pt x="2977" y="1358"/>
                  </a:cubicBezTo>
                  <a:lnTo>
                    <a:pt x="2977" y="1334"/>
                  </a:lnTo>
                  <a:cubicBezTo>
                    <a:pt x="2882" y="596"/>
                    <a:pt x="2215" y="1"/>
                    <a:pt x="145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4"/>
            <p:cNvSpPr/>
            <p:nvPr/>
          </p:nvSpPr>
          <p:spPr>
            <a:xfrm>
              <a:off x="3431172" y="3247370"/>
              <a:ext cx="175842" cy="26110"/>
            </a:xfrm>
            <a:custGeom>
              <a:rect b="b" l="l" r="r" t="t"/>
              <a:pathLst>
                <a:path extrusionOk="0" h="810" w="5455">
                  <a:moveTo>
                    <a:pt x="501" y="0"/>
                  </a:moveTo>
                  <a:cubicBezTo>
                    <a:pt x="1" y="0"/>
                    <a:pt x="1" y="810"/>
                    <a:pt x="501" y="810"/>
                  </a:cubicBezTo>
                  <a:lnTo>
                    <a:pt x="4930" y="810"/>
                  </a:lnTo>
                  <a:cubicBezTo>
                    <a:pt x="5454" y="810"/>
                    <a:pt x="5454" y="0"/>
                    <a:pt x="493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4"/>
            <p:cNvSpPr/>
            <p:nvPr/>
          </p:nvSpPr>
          <p:spPr>
            <a:xfrm>
              <a:off x="3431172" y="3300332"/>
              <a:ext cx="176583" cy="26110"/>
            </a:xfrm>
            <a:custGeom>
              <a:rect b="b" l="l" r="r" t="t"/>
              <a:pathLst>
                <a:path extrusionOk="0" h="810" w="5478">
                  <a:moveTo>
                    <a:pt x="501" y="0"/>
                  </a:moveTo>
                  <a:cubicBezTo>
                    <a:pt x="1" y="0"/>
                    <a:pt x="1" y="810"/>
                    <a:pt x="501" y="810"/>
                  </a:cubicBezTo>
                  <a:lnTo>
                    <a:pt x="4930" y="810"/>
                  </a:lnTo>
                  <a:cubicBezTo>
                    <a:pt x="5478" y="810"/>
                    <a:pt x="5478" y="0"/>
                    <a:pt x="493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94"/>
            <p:cNvSpPr/>
            <p:nvPr/>
          </p:nvSpPr>
          <p:spPr>
            <a:xfrm>
              <a:off x="3431946" y="3353294"/>
              <a:ext cx="175810" cy="25369"/>
            </a:xfrm>
            <a:custGeom>
              <a:rect b="b" l="l" r="r" t="t"/>
              <a:pathLst>
                <a:path extrusionOk="0" h="787" w="5454">
                  <a:moveTo>
                    <a:pt x="501" y="0"/>
                  </a:moveTo>
                  <a:cubicBezTo>
                    <a:pt x="0" y="0"/>
                    <a:pt x="0" y="786"/>
                    <a:pt x="501" y="786"/>
                  </a:cubicBezTo>
                  <a:lnTo>
                    <a:pt x="4954" y="786"/>
                  </a:lnTo>
                  <a:cubicBezTo>
                    <a:pt x="5454" y="786"/>
                    <a:pt x="5454" y="0"/>
                    <a:pt x="4954"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94"/>
            <p:cNvSpPr/>
            <p:nvPr/>
          </p:nvSpPr>
          <p:spPr>
            <a:xfrm>
              <a:off x="3289918" y="3070013"/>
              <a:ext cx="84488" cy="80330"/>
            </a:xfrm>
            <a:custGeom>
              <a:rect b="b" l="l" r="r" t="t"/>
              <a:pathLst>
                <a:path extrusionOk="0" h="2492" w="2621">
                  <a:moveTo>
                    <a:pt x="1287" y="477"/>
                  </a:moveTo>
                  <a:lnTo>
                    <a:pt x="1501" y="882"/>
                  </a:lnTo>
                  <a:cubicBezTo>
                    <a:pt x="1525" y="954"/>
                    <a:pt x="1572" y="1001"/>
                    <a:pt x="1668" y="1001"/>
                  </a:cubicBezTo>
                  <a:lnTo>
                    <a:pt x="2144" y="1073"/>
                  </a:lnTo>
                  <a:lnTo>
                    <a:pt x="1811" y="1382"/>
                  </a:lnTo>
                  <a:cubicBezTo>
                    <a:pt x="1763" y="1454"/>
                    <a:pt x="1739" y="1501"/>
                    <a:pt x="1763" y="1597"/>
                  </a:cubicBezTo>
                  <a:lnTo>
                    <a:pt x="1858" y="2073"/>
                  </a:lnTo>
                  <a:lnTo>
                    <a:pt x="1430" y="1882"/>
                  </a:lnTo>
                  <a:cubicBezTo>
                    <a:pt x="1406" y="1835"/>
                    <a:pt x="1382" y="1835"/>
                    <a:pt x="1334" y="1835"/>
                  </a:cubicBezTo>
                  <a:cubicBezTo>
                    <a:pt x="1311" y="1835"/>
                    <a:pt x="1287" y="1835"/>
                    <a:pt x="1263" y="1882"/>
                  </a:cubicBezTo>
                  <a:lnTo>
                    <a:pt x="834" y="2073"/>
                  </a:lnTo>
                  <a:lnTo>
                    <a:pt x="929" y="1597"/>
                  </a:lnTo>
                  <a:cubicBezTo>
                    <a:pt x="929" y="1549"/>
                    <a:pt x="929" y="1454"/>
                    <a:pt x="858" y="1382"/>
                  </a:cubicBezTo>
                  <a:lnTo>
                    <a:pt x="548" y="1073"/>
                  </a:lnTo>
                  <a:lnTo>
                    <a:pt x="1025" y="1001"/>
                  </a:lnTo>
                  <a:cubicBezTo>
                    <a:pt x="977" y="1001"/>
                    <a:pt x="1049" y="954"/>
                    <a:pt x="1072" y="882"/>
                  </a:cubicBezTo>
                  <a:lnTo>
                    <a:pt x="1287" y="477"/>
                  </a:lnTo>
                  <a:close/>
                  <a:moveTo>
                    <a:pt x="1311" y="1"/>
                  </a:moveTo>
                  <a:cubicBezTo>
                    <a:pt x="1215" y="1"/>
                    <a:pt x="1168" y="49"/>
                    <a:pt x="1096" y="120"/>
                  </a:cubicBezTo>
                  <a:lnTo>
                    <a:pt x="834" y="692"/>
                  </a:lnTo>
                  <a:lnTo>
                    <a:pt x="215" y="763"/>
                  </a:lnTo>
                  <a:cubicBezTo>
                    <a:pt x="120" y="763"/>
                    <a:pt x="72" y="834"/>
                    <a:pt x="25" y="930"/>
                  </a:cubicBezTo>
                  <a:cubicBezTo>
                    <a:pt x="1" y="1001"/>
                    <a:pt x="25" y="1096"/>
                    <a:pt x="96" y="1168"/>
                  </a:cubicBezTo>
                  <a:lnTo>
                    <a:pt x="548" y="1597"/>
                  </a:lnTo>
                  <a:lnTo>
                    <a:pt x="429" y="2240"/>
                  </a:lnTo>
                  <a:cubicBezTo>
                    <a:pt x="429" y="2311"/>
                    <a:pt x="453" y="2406"/>
                    <a:pt x="501" y="2430"/>
                  </a:cubicBezTo>
                  <a:cubicBezTo>
                    <a:pt x="546" y="2475"/>
                    <a:pt x="601" y="2492"/>
                    <a:pt x="653" y="2492"/>
                  </a:cubicBezTo>
                  <a:cubicBezTo>
                    <a:pt x="683" y="2492"/>
                    <a:pt x="713" y="2486"/>
                    <a:pt x="739" y="2478"/>
                  </a:cubicBezTo>
                  <a:lnTo>
                    <a:pt x="1311" y="2168"/>
                  </a:lnTo>
                  <a:lnTo>
                    <a:pt x="1882" y="2478"/>
                  </a:lnTo>
                  <a:cubicBezTo>
                    <a:pt x="1917" y="2486"/>
                    <a:pt x="1945" y="2492"/>
                    <a:pt x="1972" y="2492"/>
                  </a:cubicBezTo>
                  <a:cubicBezTo>
                    <a:pt x="2019" y="2492"/>
                    <a:pt x="2060" y="2475"/>
                    <a:pt x="2120" y="2430"/>
                  </a:cubicBezTo>
                  <a:cubicBezTo>
                    <a:pt x="2168" y="2382"/>
                    <a:pt x="2215" y="2311"/>
                    <a:pt x="2215" y="2240"/>
                  </a:cubicBezTo>
                  <a:lnTo>
                    <a:pt x="2096" y="1597"/>
                  </a:lnTo>
                  <a:lnTo>
                    <a:pt x="2525" y="1168"/>
                  </a:lnTo>
                  <a:cubicBezTo>
                    <a:pt x="2597" y="1096"/>
                    <a:pt x="2620" y="1001"/>
                    <a:pt x="2597" y="930"/>
                  </a:cubicBezTo>
                  <a:cubicBezTo>
                    <a:pt x="2573" y="834"/>
                    <a:pt x="2501" y="763"/>
                    <a:pt x="2406" y="763"/>
                  </a:cubicBezTo>
                  <a:lnTo>
                    <a:pt x="1787" y="692"/>
                  </a:lnTo>
                  <a:lnTo>
                    <a:pt x="1525" y="120"/>
                  </a:lnTo>
                  <a:cubicBezTo>
                    <a:pt x="1501" y="25"/>
                    <a:pt x="1406" y="1"/>
                    <a:pt x="13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94"/>
            <p:cNvSpPr/>
            <p:nvPr/>
          </p:nvSpPr>
          <p:spPr>
            <a:xfrm>
              <a:off x="3388944" y="3070013"/>
              <a:ext cx="83714" cy="80330"/>
            </a:xfrm>
            <a:custGeom>
              <a:rect b="b" l="l" r="r" t="t"/>
              <a:pathLst>
                <a:path extrusionOk="0" h="2492" w="2597">
                  <a:moveTo>
                    <a:pt x="1406" y="477"/>
                  </a:moveTo>
                  <a:lnTo>
                    <a:pt x="1596" y="882"/>
                  </a:lnTo>
                  <a:cubicBezTo>
                    <a:pt x="1644" y="954"/>
                    <a:pt x="1692" y="1001"/>
                    <a:pt x="1787" y="1001"/>
                  </a:cubicBezTo>
                  <a:lnTo>
                    <a:pt x="2263" y="1073"/>
                  </a:lnTo>
                  <a:lnTo>
                    <a:pt x="1811" y="1406"/>
                  </a:lnTo>
                  <a:cubicBezTo>
                    <a:pt x="1763" y="1454"/>
                    <a:pt x="1715" y="1525"/>
                    <a:pt x="1763" y="1597"/>
                  </a:cubicBezTo>
                  <a:lnTo>
                    <a:pt x="1835" y="2073"/>
                  </a:lnTo>
                  <a:lnTo>
                    <a:pt x="1430" y="1882"/>
                  </a:lnTo>
                  <a:cubicBezTo>
                    <a:pt x="1406" y="1835"/>
                    <a:pt x="1358" y="1835"/>
                    <a:pt x="1334" y="1835"/>
                  </a:cubicBezTo>
                  <a:cubicBezTo>
                    <a:pt x="1311" y="1835"/>
                    <a:pt x="1287" y="1835"/>
                    <a:pt x="1239" y="1882"/>
                  </a:cubicBezTo>
                  <a:lnTo>
                    <a:pt x="834" y="2073"/>
                  </a:lnTo>
                  <a:lnTo>
                    <a:pt x="930" y="1597"/>
                  </a:lnTo>
                  <a:cubicBezTo>
                    <a:pt x="930" y="1549"/>
                    <a:pt x="930" y="1454"/>
                    <a:pt x="858" y="1406"/>
                  </a:cubicBezTo>
                  <a:lnTo>
                    <a:pt x="525" y="1073"/>
                  </a:lnTo>
                  <a:lnTo>
                    <a:pt x="1001" y="1001"/>
                  </a:lnTo>
                  <a:cubicBezTo>
                    <a:pt x="1072" y="1001"/>
                    <a:pt x="1120" y="954"/>
                    <a:pt x="1192" y="882"/>
                  </a:cubicBezTo>
                  <a:lnTo>
                    <a:pt x="1406" y="477"/>
                  </a:lnTo>
                  <a:close/>
                  <a:moveTo>
                    <a:pt x="1311" y="1"/>
                  </a:moveTo>
                  <a:cubicBezTo>
                    <a:pt x="1215" y="1"/>
                    <a:pt x="1168" y="49"/>
                    <a:pt x="1096" y="120"/>
                  </a:cubicBezTo>
                  <a:lnTo>
                    <a:pt x="834" y="692"/>
                  </a:lnTo>
                  <a:lnTo>
                    <a:pt x="215" y="763"/>
                  </a:lnTo>
                  <a:cubicBezTo>
                    <a:pt x="120" y="763"/>
                    <a:pt x="48" y="834"/>
                    <a:pt x="25" y="930"/>
                  </a:cubicBezTo>
                  <a:cubicBezTo>
                    <a:pt x="1" y="1001"/>
                    <a:pt x="25" y="1096"/>
                    <a:pt x="72" y="1168"/>
                  </a:cubicBezTo>
                  <a:lnTo>
                    <a:pt x="525" y="1597"/>
                  </a:lnTo>
                  <a:lnTo>
                    <a:pt x="406" y="2240"/>
                  </a:lnTo>
                  <a:cubicBezTo>
                    <a:pt x="406" y="2311"/>
                    <a:pt x="453" y="2406"/>
                    <a:pt x="501" y="2430"/>
                  </a:cubicBezTo>
                  <a:cubicBezTo>
                    <a:pt x="546" y="2475"/>
                    <a:pt x="591" y="2492"/>
                    <a:pt x="643" y="2492"/>
                  </a:cubicBezTo>
                  <a:cubicBezTo>
                    <a:pt x="672" y="2492"/>
                    <a:pt x="704" y="2486"/>
                    <a:pt x="739" y="2478"/>
                  </a:cubicBezTo>
                  <a:lnTo>
                    <a:pt x="1311" y="2168"/>
                  </a:lnTo>
                  <a:lnTo>
                    <a:pt x="1858" y="2478"/>
                  </a:lnTo>
                  <a:cubicBezTo>
                    <a:pt x="1893" y="2486"/>
                    <a:pt x="1925" y="2492"/>
                    <a:pt x="1955" y="2492"/>
                  </a:cubicBezTo>
                  <a:cubicBezTo>
                    <a:pt x="2006" y="2492"/>
                    <a:pt x="2051" y="2475"/>
                    <a:pt x="2096" y="2430"/>
                  </a:cubicBezTo>
                  <a:cubicBezTo>
                    <a:pt x="2168" y="2382"/>
                    <a:pt x="2192" y="2311"/>
                    <a:pt x="2192" y="2240"/>
                  </a:cubicBezTo>
                  <a:lnTo>
                    <a:pt x="2073" y="1597"/>
                  </a:lnTo>
                  <a:lnTo>
                    <a:pt x="2525" y="1168"/>
                  </a:lnTo>
                  <a:cubicBezTo>
                    <a:pt x="2597" y="1096"/>
                    <a:pt x="2597" y="1001"/>
                    <a:pt x="2597" y="930"/>
                  </a:cubicBezTo>
                  <a:cubicBezTo>
                    <a:pt x="2549" y="834"/>
                    <a:pt x="2501" y="763"/>
                    <a:pt x="2406" y="763"/>
                  </a:cubicBezTo>
                  <a:lnTo>
                    <a:pt x="1787" y="692"/>
                  </a:lnTo>
                  <a:lnTo>
                    <a:pt x="1501" y="120"/>
                  </a:lnTo>
                  <a:cubicBezTo>
                    <a:pt x="1477" y="25"/>
                    <a:pt x="1406" y="1"/>
                    <a:pt x="13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94"/>
            <p:cNvSpPr/>
            <p:nvPr/>
          </p:nvSpPr>
          <p:spPr>
            <a:xfrm>
              <a:off x="3487229" y="3070013"/>
              <a:ext cx="85229" cy="80330"/>
            </a:xfrm>
            <a:custGeom>
              <a:rect b="b" l="l" r="r" t="t"/>
              <a:pathLst>
                <a:path extrusionOk="0" h="2492" w="2644">
                  <a:moveTo>
                    <a:pt x="1381" y="477"/>
                  </a:moveTo>
                  <a:lnTo>
                    <a:pt x="1596" y="882"/>
                  </a:lnTo>
                  <a:cubicBezTo>
                    <a:pt x="1619" y="954"/>
                    <a:pt x="1691" y="1001"/>
                    <a:pt x="1762" y="1001"/>
                  </a:cubicBezTo>
                  <a:lnTo>
                    <a:pt x="2239" y="1073"/>
                  </a:lnTo>
                  <a:lnTo>
                    <a:pt x="1834" y="1406"/>
                  </a:lnTo>
                  <a:cubicBezTo>
                    <a:pt x="1762" y="1454"/>
                    <a:pt x="1739" y="1525"/>
                    <a:pt x="1762" y="1597"/>
                  </a:cubicBezTo>
                  <a:lnTo>
                    <a:pt x="1858" y="2073"/>
                  </a:lnTo>
                  <a:lnTo>
                    <a:pt x="1453" y="1882"/>
                  </a:lnTo>
                  <a:cubicBezTo>
                    <a:pt x="1417" y="1859"/>
                    <a:pt x="1375" y="1847"/>
                    <a:pt x="1337" y="1847"/>
                  </a:cubicBezTo>
                  <a:cubicBezTo>
                    <a:pt x="1298" y="1847"/>
                    <a:pt x="1262" y="1859"/>
                    <a:pt x="1238" y="1882"/>
                  </a:cubicBezTo>
                  <a:lnTo>
                    <a:pt x="810" y="2073"/>
                  </a:lnTo>
                  <a:lnTo>
                    <a:pt x="905" y="1597"/>
                  </a:lnTo>
                  <a:cubicBezTo>
                    <a:pt x="905" y="1549"/>
                    <a:pt x="905" y="1454"/>
                    <a:pt x="857" y="1406"/>
                  </a:cubicBezTo>
                  <a:lnTo>
                    <a:pt x="524" y="1073"/>
                  </a:lnTo>
                  <a:lnTo>
                    <a:pt x="1000" y="1001"/>
                  </a:lnTo>
                  <a:cubicBezTo>
                    <a:pt x="1048" y="1001"/>
                    <a:pt x="1119" y="954"/>
                    <a:pt x="1167" y="882"/>
                  </a:cubicBezTo>
                  <a:lnTo>
                    <a:pt x="1381" y="477"/>
                  </a:lnTo>
                  <a:close/>
                  <a:moveTo>
                    <a:pt x="1334" y="1"/>
                  </a:moveTo>
                  <a:cubicBezTo>
                    <a:pt x="1238" y="1"/>
                    <a:pt x="1167" y="49"/>
                    <a:pt x="1119" y="120"/>
                  </a:cubicBezTo>
                  <a:lnTo>
                    <a:pt x="857" y="692"/>
                  </a:lnTo>
                  <a:lnTo>
                    <a:pt x="214" y="763"/>
                  </a:lnTo>
                  <a:cubicBezTo>
                    <a:pt x="143" y="763"/>
                    <a:pt x="71" y="834"/>
                    <a:pt x="48" y="930"/>
                  </a:cubicBezTo>
                  <a:cubicBezTo>
                    <a:pt x="0" y="1001"/>
                    <a:pt x="48" y="1096"/>
                    <a:pt x="95" y="1168"/>
                  </a:cubicBezTo>
                  <a:lnTo>
                    <a:pt x="548" y="1597"/>
                  </a:lnTo>
                  <a:lnTo>
                    <a:pt x="429" y="2240"/>
                  </a:lnTo>
                  <a:cubicBezTo>
                    <a:pt x="429" y="2311"/>
                    <a:pt x="453" y="2406"/>
                    <a:pt x="524" y="2430"/>
                  </a:cubicBezTo>
                  <a:cubicBezTo>
                    <a:pt x="554" y="2475"/>
                    <a:pt x="603" y="2492"/>
                    <a:pt x="660" y="2492"/>
                  </a:cubicBezTo>
                  <a:cubicBezTo>
                    <a:pt x="692" y="2492"/>
                    <a:pt x="727" y="2486"/>
                    <a:pt x="762" y="2478"/>
                  </a:cubicBezTo>
                  <a:lnTo>
                    <a:pt x="1334" y="2168"/>
                  </a:lnTo>
                  <a:lnTo>
                    <a:pt x="1881" y="2478"/>
                  </a:lnTo>
                  <a:cubicBezTo>
                    <a:pt x="1916" y="2486"/>
                    <a:pt x="1945" y="2492"/>
                    <a:pt x="1972" y="2492"/>
                  </a:cubicBezTo>
                  <a:cubicBezTo>
                    <a:pt x="2018" y="2492"/>
                    <a:pt x="2059" y="2475"/>
                    <a:pt x="2120" y="2430"/>
                  </a:cubicBezTo>
                  <a:cubicBezTo>
                    <a:pt x="2191" y="2382"/>
                    <a:pt x="2215" y="2311"/>
                    <a:pt x="2215" y="2240"/>
                  </a:cubicBezTo>
                  <a:lnTo>
                    <a:pt x="2096" y="1597"/>
                  </a:lnTo>
                  <a:lnTo>
                    <a:pt x="2548" y="1168"/>
                  </a:lnTo>
                  <a:cubicBezTo>
                    <a:pt x="2596" y="1096"/>
                    <a:pt x="2643" y="1001"/>
                    <a:pt x="2596" y="930"/>
                  </a:cubicBezTo>
                  <a:cubicBezTo>
                    <a:pt x="2572" y="834"/>
                    <a:pt x="2524" y="763"/>
                    <a:pt x="2429" y="763"/>
                  </a:cubicBezTo>
                  <a:lnTo>
                    <a:pt x="1786" y="692"/>
                  </a:lnTo>
                  <a:lnTo>
                    <a:pt x="1524" y="120"/>
                  </a:lnTo>
                  <a:cubicBezTo>
                    <a:pt x="1500" y="25"/>
                    <a:pt x="1405"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94"/>
            <p:cNvSpPr/>
            <p:nvPr/>
          </p:nvSpPr>
          <p:spPr>
            <a:xfrm>
              <a:off x="3253847" y="3037004"/>
              <a:ext cx="354682" cy="181225"/>
            </a:xfrm>
            <a:custGeom>
              <a:rect b="b" l="l" r="r" t="t"/>
              <a:pathLst>
                <a:path extrusionOk="0" h="5622" w="11003">
                  <a:moveTo>
                    <a:pt x="1001" y="1"/>
                  </a:moveTo>
                  <a:cubicBezTo>
                    <a:pt x="477" y="1"/>
                    <a:pt x="24" y="453"/>
                    <a:pt x="24" y="977"/>
                  </a:cubicBezTo>
                  <a:lnTo>
                    <a:pt x="24" y="3549"/>
                  </a:lnTo>
                  <a:cubicBezTo>
                    <a:pt x="0" y="4097"/>
                    <a:pt x="429" y="4526"/>
                    <a:pt x="977" y="4526"/>
                  </a:cubicBezTo>
                  <a:lnTo>
                    <a:pt x="1525" y="4526"/>
                  </a:lnTo>
                  <a:lnTo>
                    <a:pt x="2287" y="5550"/>
                  </a:lnTo>
                  <a:cubicBezTo>
                    <a:pt x="2310" y="5597"/>
                    <a:pt x="2358" y="5621"/>
                    <a:pt x="2409" y="5621"/>
                  </a:cubicBezTo>
                  <a:cubicBezTo>
                    <a:pt x="2459" y="5621"/>
                    <a:pt x="2513" y="5597"/>
                    <a:pt x="2549" y="5550"/>
                  </a:cubicBezTo>
                  <a:lnTo>
                    <a:pt x="3287" y="4526"/>
                  </a:lnTo>
                  <a:lnTo>
                    <a:pt x="10026" y="4526"/>
                  </a:lnTo>
                  <a:cubicBezTo>
                    <a:pt x="10550" y="4526"/>
                    <a:pt x="11003" y="4097"/>
                    <a:pt x="11003" y="3549"/>
                  </a:cubicBezTo>
                  <a:lnTo>
                    <a:pt x="11003" y="977"/>
                  </a:lnTo>
                  <a:cubicBezTo>
                    <a:pt x="11003" y="453"/>
                    <a:pt x="10550" y="1"/>
                    <a:pt x="10026" y="1"/>
                  </a:cubicBezTo>
                  <a:lnTo>
                    <a:pt x="2787" y="1"/>
                  </a:lnTo>
                  <a:cubicBezTo>
                    <a:pt x="2572" y="1"/>
                    <a:pt x="2572" y="334"/>
                    <a:pt x="2787" y="334"/>
                  </a:cubicBezTo>
                  <a:lnTo>
                    <a:pt x="10384" y="334"/>
                  </a:lnTo>
                  <a:cubicBezTo>
                    <a:pt x="10550" y="334"/>
                    <a:pt x="10669" y="453"/>
                    <a:pt x="10669" y="620"/>
                  </a:cubicBezTo>
                  <a:lnTo>
                    <a:pt x="10669" y="3954"/>
                  </a:lnTo>
                  <a:cubicBezTo>
                    <a:pt x="10669" y="4145"/>
                    <a:pt x="10550" y="4264"/>
                    <a:pt x="10384" y="4264"/>
                  </a:cubicBezTo>
                  <a:lnTo>
                    <a:pt x="3215" y="4264"/>
                  </a:lnTo>
                  <a:cubicBezTo>
                    <a:pt x="3144" y="4264"/>
                    <a:pt x="3120" y="4288"/>
                    <a:pt x="3096" y="4311"/>
                  </a:cubicBezTo>
                  <a:lnTo>
                    <a:pt x="2430" y="5216"/>
                  </a:lnTo>
                  <a:lnTo>
                    <a:pt x="1739" y="4288"/>
                  </a:lnTo>
                  <a:cubicBezTo>
                    <a:pt x="1739" y="4264"/>
                    <a:pt x="1715" y="4264"/>
                    <a:pt x="1691" y="4264"/>
                  </a:cubicBezTo>
                  <a:lnTo>
                    <a:pt x="620" y="4264"/>
                  </a:lnTo>
                  <a:cubicBezTo>
                    <a:pt x="429" y="4264"/>
                    <a:pt x="310" y="4145"/>
                    <a:pt x="310" y="3954"/>
                  </a:cubicBezTo>
                  <a:lnTo>
                    <a:pt x="310" y="1025"/>
                  </a:lnTo>
                  <a:cubicBezTo>
                    <a:pt x="310" y="668"/>
                    <a:pt x="620" y="334"/>
                    <a:pt x="1001" y="334"/>
                  </a:cubicBezTo>
                  <a:lnTo>
                    <a:pt x="1977" y="334"/>
                  </a:lnTo>
                  <a:cubicBezTo>
                    <a:pt x="2191" y="334"/>
                    <a:pt x="2191" y="1"/>
                    <a:pt x="1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94"/>
            <p:cNvSpPr/>
            <p:nvPr/>
          </p:nvSpPr>
          <p:spPr>
            <a:xfrm>
              <a:off x="3253847" y="3235088"/>
              <a:ext cx="155083" cy="155083"/>
            </a:xfrm>
            <a:custGeom>
              <a:rect b="b" l="l" r="r" t="t"/>
              <a:pathLst>
                <a:path extrusionOk="0" h="4811" w="4811">
                  <a:moveTo>
                    <a:pt x="2406" y="1286"/>
                  </a:moveTo>
                  <a:cubicBezTo>
                    <a:pt x="2763" y="1286"/>
                    <a:pt x="3049" y="1572"/>
                    <a:pt x="3049" y="1929"/>
                  </a:cubicBezTo>
                  <a:cubicBezTo>
                    <a:pt x="3049" y="2286"/>
                    <a:pt x="2763" y="2596"/>
                    <a:pt x="2406" y="2596"/>
                  </a:cubicBezTo>
                  <a:cubicBezTo>
                    <a:pt x="2048" y="2596"/>
                    <a:pt x="1739" y="2286"/>
                    <a:pt x="1739" y="1929"/>
                  </a:cubicBezTo>
                  <a:cubicBezTo>
                    <a:pt x="1739" y="1572"/>
                    <a:pt x="2048" y="1286"/>
                    <a:pt x="2406" y="1286"/>
                  </a:cubicBezTo>
                  <a:close/>
                  <a:moveTo>
                    <a:pt x="2406" y="357"/>
                  </a:moveTo>
                  <a:cubicBezTo>
                    <a:pt x="3525" y="357"/>
                    <a:pt x="4478" y="1310"/>
                    <a:pt x="4478" y="2429"/>
                  </a:cubicBezTo>
                  <a:cubicBezTo>
                    <a:pt x="4525" y="2953"/>
                    <a:pt x="4311" y="3453"/>
                    <a:pt x="3977" y="3810"/>
                  </a:cubicBezTo>
                  <a:cubicBezTo>
                    <a:pt x="3882" y="3501"/>
                    <a:pt x="3739" y="3239"/>
                    <a:pt x="3501" y="3025"/>
                  </a:cubicBezTo>
                  <a:cubicBezTo>
                    <a:pt x="3358" y="2882"/>
                    <a:pt x="3168" y="2786"/>
                    <a:pt x="3001" y="2691"/>
                  </a:cubicBezTo>
                  <a:cubicBezTo>
                    <a:pt x="3239" y="2524"/>
                    <a:pt x="3382" y="2262"/>
                    <a:pt x="3382" y="1929"/>
                  </a:cubicBezTo>
                  <a:cubicBezTo>
                    <a:pt x="3382" y="1381"/>
                    <a:pt x="2930" y="953"/>
                    <a:pt x="2406" y="953"/>
                  </a:cubicBezTo>
                  <a:cubicBezTo>
                    <a:pt x="1858" y="953"/>
                    <a:pt x="1429" y="1381"/>
                    <a:pt x="1429" y="1929"/>
                  </a:cubicBezTo>
                  <a:cubicBezTo>
                    <a:pt x="1429" y="2215"/>
                    <a:pt x="1572" y="2524"/>
                    <a:pt x="1810" y="2691"/>
                  </a:cubicBezTo>
                  <a:cubicBezTo>
                    <a:pt x="1334" y="2882"/>
                    <a:pt x="977" y="3286"/>
                    <a:pt x="834" y="3810"/>
                  </a:cubicBezTo>
                  <a:cubicBezTo>
                    <a:pt x="501" y="3453"/>
                    <a:pt x="310" y="2977"/>
                    <a:pt x="310" y="2429"/>
                  </a:cubicBezTo>
                  <a:cubicBezTo>
                    <a:pt x="310" y="1262"/>
                    <a:pt x="1263" y="357"/>
                    <a:pt x="2406" y="357"/>
                  </a:cubicBezTo>
                  <a:close/>
                  <a:moveTo>
                    <a:pt x="2406" y="2905"/>
                  </a:moveTo>
                  <a:cubicBezTo>
                    <a:pt x="2739" y="2905"/>
                    <a:pt x="3049" y="3025"/>
                    <a:pt x="3287" y="3263"/>
                  </a:cubicBezTo>
                  <a:cubicBezTo>
                    <a:pt x="3525" y="3477"/>
                    <a:pt x="3692" y="3787"/>
                    <a:pt x="3716" y="4072"/>
                  </a:cubicBezTo>
                  <a:cubicBezTo>
                    <a:pt x="3358" y="4382"/>
                    <a:pt x="2906" y="4525"/>
                    <a:pt x="2406" y="4525"/>
                  </a:cubicBezTo>
                  <a:cubicBezTo>
                    <a:pt x="1906" y="4525"/>
                    <a:pt x="1453" y="4334"/>
                    <a:pt x="1096" y="4072"/>
                  </a:cubicBezTo>
                  <a:cubicBezTo>
                    <a:pt x="1191" y="3429"/>
                    <a:pt x="1739" y="2905"/>
                    <a:pt x="2406" y="2905"/>
                  </a:cubicBezTo>
                  <a:close/>
                  <a:moveTo>
                    <a:pt x="2406" y="0"/>
                  </a:moveTo>
                  <a:cubicBezTo>
                    <a:pt x="1072" y="0"/>
                    <a:pt x="0" y="1072"/>
                    <a:pt x="0" y="2405"/>
                  </a:cubicBezTo>
                  <a:cubicBezTo>
                    <a:pt x="0" y="3739"/>
                    <a:pt x="1072" y="4811"/>
                    <a:pt x="2406" y="4811"/>
                  </a:cubicBezTo>
                  <a:cubicBezTo>
                    <a:pt x="3739" y="4811"/>
                    <a:pt x="4811" y="3739"/>
                    <a:pt x="4811" y="2405"/>
                  </a:cubicBezTo>
                  <a:cubicBezTo>
                    <a:pt x="4811" y="1072"/>
                    <a:pt x="3739" y="0"/>
                    <a:pt x="2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94"/>
            <p:cNvSpPr/>
            <p:nvPr/>
          </p:nvSpPr>
          <p:spPr>
            <a:xfrm>
              <a:off x="3424274" y="3242760"/>
              <a:ext cx="188865" cy="36103"/>
            </a:xfrm>
            <a:custGeom>
              <a:rect b="b" l="l" r="r" t="t"/>
              <a:pathLst>
                <a:path extrusionOk="0" h="1120" w="5859">
                  <a:moveTo>
                    <a:pt x="5144" y="334"/>
                  </a:moveTo>
                  <a:cubicBezTo>
                    <a:pt x="5454" y="334"/>
                    <a:pt x="5454" y="810"/>
                    <a:pt x="5144" y="810"/>
                  </a:cubicBezTo>
                  <a:lnTo>
                    <a:pt x="715" y="810"/>
                  </a:lnTo>
                  <a:cubicBezTo>
                    <a:pt x="429" y="810"/>
                    <a:pt x="429" y="334"/>
                    <a:pt x="715" y="334"/>
                  </a:cubicBezTo>
                  <a:close/>
                  <a:moveTo>
                    <a:pt x="715" y="0"/>
                  </a:moveTo>
                  <a:cubicBezTo>
                    <a:pt x="0" y="0"/>
                    <a:pt x="0" y="1119"/>
                    <a:pt x="715" y="1119"/>
                  </a:cubicBezTo>
                  <a:lnTo>
                    <a:pt x="5144" y="1119"/>
                  </a:lnTo>
                  <a:cubicBezTo>
                    <a:pt x="5859" y="1119"/>
                    <a:pt x="5859" y="0"/>
                    <a:pt x="5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4"/>
            <p:cNvSpPr/>
            <p:nvPr/>
          </p:nvSpPr>
          <p:spPr>
            <a:xfrm>
              <a:off x="3424274" y="3295722"/>
              <a:ext cx="189639" cy="36103"/>
            </a:xfrm>
            <a:custGeom>
              <a:rect b="b" l="l" r="r" t="t"/>
              <a:pathLst>
                <a:path extrusionOk="0" h="1120" w="5883">
                  <a:moveTo>
                    <a:pt x="739" y="0"/>
                  </a:moveTo>
                  <a:cubicBezTo>
                    <a:pt x="0" y="0"/>
                    <a:pt x="0" y="1120"/>
                    <a:pt x="739" y="1120"/>
                  </a:cubicBezTo>
                  <a:lnTo>
                    <a:pt x="5168" y="1120"/>
                  </a:lnTo>
                  <a:cubicBezTo>
                    <a:pt x="5882" y="1120"/>
                    <a:pt x="5882" y="0"/>
                    <a:pt x="5168" y="0"/>
                  </a:cubicBezTo>
                  <a:lnTo>
                    <a:pt x="4906" y="0"/>
                  </a:lnTo>
                  <a:cubicBezTo>
                    <a:pt x="4716" y="0"/>
                    <a:pt x="4716" y="310"/>
                    <a:pt x="4906" y="310"/>
                  </a:cubicBezTo>
                  <a:lnTo>
                    <a:pt x="5168" y="310"/>
                  </a:lnTo>
                  <a:cubicBezTo>
                    <a:pt x="5478" y="310"/>
                    <a:pt x="5478" y="786"/>
                    <a:pt x="5168" y="786"/>
                  </a:cubicBezTo>
                  <a:lnTo>
                    <a:pt x="739" y="786"/>
                  </a:lnTo>
                  <a:cubicBezTo>
                    <a:pt x="453" y="786"/>
                    <a:pt x="453" y="310"/>
                    <a:pt x="739" y="310"/>
                  </a:cubicBezTo>
                  <a:lnTo>
                    <a:pt x="4073" y="310"/>
                  </a:lnTo>
                  <a:cubicBezTo>
                    <a:pt x="4287" y="310"/>
                    <a:pt x="4287" y="0"/>
                    <a:pt x="4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94"/>
            <p:cNvSpPr/>
            <p:nvPr/>
          </p:nvSpPr>
          <p:spPr>
            <a:xfrm>
              <a:off x="3425047" y="3347911"/>
              <a:ext cx="189639" cy="36877"/>
            </a:xfrm>
            <a:custGeom>
              <a:rect b="b" l="l" r="r" t="t"/>
              <a:pathLst>
                <a:path extrusionOk="0" h="1144" w="5883">
                  <a:moveTo>
                    <a:pt x="715" y="1"/>
                  </a:moveTo>
                  <a:cubicBezTo>
                    <a:pt x="0" y="1"/>
                    <a:pt x="0" y="1144"/>
                    <a:pt x="715" y="1144"/>
                  </a:cubicBezTo>
                  <a:lnTo>
                    <a:pt x="1262" y="1144"/>
                  </a:lnTo>
                  <a:cubicBezTo>
                    <a:pt x="1477" y="1144"/>
                    <a:pt x="1477" y="810"/>
                    <a:pt x="1262" y="810"/>
                  </a:cubicBezTo>
                  <a:lnTo>
                    <a:pt x="715" y="810"/>
                  </a:lnTo>
                  <a:cubicBezTo>
                    <a:pt x="429" y="810"/>
                    <a:pt x="429" y="334"/>
                    <a:pt x="715" y="334"/>
                  </a:cubicBezTo>
                  <a:lnTo>
                    <a:pt x="5168" y="334"/>
                  </a:lnTo>
                  <a:cubicBezTo>
                    <a:pt x="5454" y="334"/>
                    <a:pt x="5454" y="810"/>
                    <a:pt x="5168" y="810"/>
                  </a:cubicBezTo>
                  <a:lnTo>
                    <a:pt x="2072" y="810"/>
                  </a:lnTo>
                  <a:cubicBezTo>
                    <a:pt x="1858" y="810"/>
                    <a:pt x="1858" y="1144"/>
                    <a:pt x="2072" y="1144"/>
                  </a:cubicBezTo>
                  <a:lnTo>
                    <a:pt x="5168" y="1144"/>
                  </a:lnTo>
                  <a:cubicBezTo>
                    <a:pt x="5882" y="1144"/>
                    <a:pt x="5882" y="1"/>
                    <a:pt x="5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5" name="Google Shape;19115;p94"/>
          <p:cNvGrpSpPr/>
          <p:nvPr/>
        </p:nvGrpSpPr>
        <p:grpSpPr>
          <a:xfrm>
            <a:off x="4003085" y="2884539"/>
            <a:ext cx="357647" cy="358614"/>
            <a:chOff x="4003085" y="3036939"/>
            <a:chExt cx="357647" cy="358614"/>
          </a:xfrm>
        </p:grpSpPr>
        <p:sp>
          <p:nvSpPr>
            <p:cNvPr id="19116" name="Google Shape;19116;p94"/>
            <p:cNvSpPr/>
            <p:nvPr/>
          </p:nvSpPr>
          <p:spPr>
            <a:xfrm>
              <a:off x="4006921" y="3043161"/>
              <a:ext cx="353811" cy="344721"/>
            </a:xfrm>
            <a:custGeom>
              <a:rect b="b" l="l" r="r" t="t"/>
              <a:pathLst>
                <a:path extrusionOk="0" h="10694" w="10976">
                  <a:moveTo>
                    <a:pt x="8969" y="0"/>
                  </a:moveTo>
                  <a:cubicBezTo>
                    <a:pt x="8956" y="0"/>
                    <a:pt x="8944" y="0"/>
                    <a:pt x="8931" y="0"/>
                  </a:cubicBezTo>
                  <a:cubicBezTo>
                    <a:pt x="8026" y="24"/>
                    <a:pt x="7312" y="715"/>
                    <a:pt x="7264" y="1596"/>
                  </a:cubicBezTo>
                  <a:cubicBezTo>
                    <a:pt x="7240" y="2001"/>
                    <a:pt x="7026" y="2358"/>
                    <a:pt x="6669" y="2525"/>
                  </a:cubicBezTo>
                  <a:lnTo>
                    <a:pt x="3835" y="3954"/>
                  </a:lnTo>
                  <a:cubicBezTo>
                    <a:pt x="3678" y="4037"/>
                    <a:pt x="3512" y="4075"/>
                    <a:pt x="3347" y="4075"/>
                  </a:cubicBezTo>
                  <a:cubicBezTo>
                    <a:pt x="3136" y="4075"/>
                    <a:pt x="2926" y="4013"/>
                    <a:pt x="2739" y="3906"/>
                  </a:cubicBezTo>
                  <a:cubicBezTo>
                    <a:pt x="2477" y="3716"/>
                    <a:pt x="2120" y="3596"/>
                    <a:pt x="1763" y="3596"/>
                  </a:cubicBezTo>
                  <a:cubicBezTo>
                    <a:pt x="834" y="3596"/>
                    <a:pt x="48" y="4382"/>
                    <a:pt x="24" y="5287"/>
                  </a:cubicBezTo>
                  <a:cubicBezTo>
                    <a:pt x="0" y="6287"/>
                    <a:pt x="810" y="7073"/>
                    <a:pt x="1763" y="7073"/>
                  </a:cubicBezTo>
                  <a:cubicBezTo>
                    <a:pt x="2120" y="7073"/>
                    <a:pt x="2430" y="6954"/>
                    <a:pt x="2715" y="6788"/>
                  </a:cubicBezTo>
                  <a:cubicBezTo>
                    <a:pt x="2889" y="6667"/>
                    <a:pt x="3101" y="6607"/>
                    <a:pt x="3313" y="6607"/>
                  </a:cubicBezTo>
                  <a:cubicBezTo>
                    <a:pt x="3477" y="6607"/>
                    <a:pt x="3641" y="6643"/>
                    <a:pt x="3787" y="6716"/>
                  </a:cubicBezTo>
                  <a:lnTo>
                    <a:pt x="6645" y="8145"/>
                  </a:lnTo>
                  <a:cubicBezTo>
                    <a:pt x="7002" y="8336"/>
                    <a:pt x="7192" y="8669"/>
                    <a:pt x="7240" y="9050"/>
                  </a:cubicBezTo>
                  <a:lnTo>
                    <a:pt x="7240" y="9074"/>
                  </a:lnTo>
                  <a:cubicBezTo>
                    <a:pt x="7288" y="9979"/>
                    <a:pt x="8026" y="10646"/>
                    <a:pt x="8907" y="10693"/>
                  </a:cubicBezTo>
                  <a:cubicBezTo>
                    <a:pt x="8921" y="10693"/>
                    <a:pt x="8935" y="10694"/>
                    <a:pt x="8949" y="10694"/>
                  </a:cubicBezTo>
                  <a:cubicBezTo>
                    <a:pt x="9907" y="10694"/>
                    <a:pt x="10717" y="9893"/>
                    <a:pt x="10693" y="8907"/>
                  </a:cubicBezTo>
                  <a:cubicBezTo>
                    <a:pt x="10717" y="7954"/>
                    <a:pt x="9979" y="7192"/>
                    <a:pt x="9074" y="7169"/>
                  </a:cubicBezTo>
                  <a:cubicBezTo>
                    <a:pt x="9042" y="7167"/>
                    <a:pt x="9010" y="7166"/>
                    <a:pt x="8978" y="7166"/>
                  </a:cubicBezTo>
                  <a:cubicBezTo>
                    <a:pt x="8633" y="7166"/>
                    <a:pt x="8309" y="7282"/>
                    <a:pt x="8026" y="7478"/>
                  </a:cubicBezTo>
                  <a:cubicBezTo>
                    <a:pt x="7852" y="7585"/>
                    <a:pt x="7641" y="7647"/>
                    <a:pt x="7425" y="7647"/>
                  </a:cubicBezTo>
                  <a:cubicBezTo>
                    <a:pt x="7257" y="7647"/>
                    <a:pt x="7087" y="7609"/>
                    <a:pt x="6930" y="7526"/>
                  </a:cubicBezTo>
                  <a:lnTo>
                    <a:pt x="3954" y="6049"/>
                  </a:lnTo>
                  <a:cubicBezTo>
                    <a:pt x="3692" y="5883"/>
                    <a:pt x="3501" y="5621"/>
                    <a:pt x="3501" y="5335"/>
                  </a:cubicBezTo>
                  <a:cubicBezTo>
                    <a:pt x="3501" y="5025"/>
                    <a:pt x="3692" y="4740"/>
                    <a:pt x="3954" y="4620"/>
                  </a:cubicBezTo>
                  <a:lnTo>
                    <a:pt x="6930" y="3120"/>
                  </a:lnTo>
                  <a:cubicBezTo>
                    <a:pt x="7087" y="3047"/>
                    <a:pt x="7257" y="3011"/>
                    <a:pt x="7424" y="3011"/>
                  </a:cubicBezTo>
                  <a:cubicBezTo>
                    <a:pt x="7640" y="3011"/>
                    <a:pt x="7852" y="3071"/>
                    <a:pt x="8026" y="3192"/>
                  </a:cubicBezTo>
                  <a:cubicBezTo>
                    <a:pt x="8315" y="3378"/>
                    <a:pt x="8652" y="3480"/>
                    <a:pt x="9003" y="3480"/>
                  </a:cubicBezTo>
                  <a:cubicBezTo>
                    <a:pt x="9144" y="3480"/>
                    <a:pt x="9287" y="3464"/>
                    <a:pt x="9431" y="3430"/>
                  </a:cubicBezTo>
                  <a:cubicBezTo>
                    <a:pt x="10026" y="3263"/>
                    <a:pt x="10503" y="2834"/>
                    <a:pt x="10646" y="2239"/>
                  </a:cubicBezTo>
                  <a:cubicBezTo>
                    <a:pt x="10975" y="1061"/>
                    <a:pt x="10117" y="0"/>
                    <a:pt x="8969"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4"/>
            <p:cNvSpPr/>
            <p:nvPr/>
          </p:nvSpPr>
          <p:spPr>
            <a:xfrm>
              <a:off x="4282498" y="3040840"/>
              <a:ext cx="70659" cy="112887"/>
            </a:xfrm>
            <a:custGeom>
              <a:rect b="b" l="l" r="r" t="t"/>
              <a:pathLst>
                <a:path extrusionOk="0" h="3502" w="2192">
                  <a:moveTo>
                    <a:pt x="423" y="1"/>
                  </a:moveTo>
                  <a:cubicBezTo>
                    <a:pt x="409" y="1"/>
                    <a:pt x="396" y="1"/>
                    <a:pt x="382" y="1"/>
                  </a:cubicBezTo>
                  <a:cubicBezTo>
                    <a:pt x="263" y="1"/>
                    <a:pt x="120" y="49"/>
                    <a:pt x="1" y="72"/>
                  </a:cubicBezTo>
                  <a:cubicBezTo>
                    <a:pt x="763" y="287"/>
                    <a:pt x="1334" y="954"/>
                    <a:pt x="1311" y="1787"/>
                  </a:cubicBezTo>
                  <a:cubicBezTo>
                    <a:pt x="1263" y="2573"/>
                    <a:pt x="739" y="3240"/>
                    <a:pt x="1" y="3430"/>
                  </a:cubicBezTo>
                  <a:cubicBezTo>
                    <a:pt x="144" y="3454"/>
                    <a:pt x="310" y="3502"/>
                    <a:pt x="501" y="3502"/>
                  </a:cubicBezTo>
                  <a:cubicBezTo>
                    <a:pt x="1430" y="3454"/>
                    <a:pt x="2144" y="2716"/>
                    <a:pt x="2168" y="1787"/>
                  </a:cubicBezTo>
                  <a:cubicBezTo>
                    <a:pt x="2191" y="824"/>
                    <a:pt x="1381" y="1"/>
                    <a:pt x="423"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94"/>
            <p:cNvSpPr/>
            <p:nvPr/>
          </p:nvSpPr>
          <p:spPr>
            <a:xfrm>
              <a:off x="4283272" y="3274221"/>
              <a:ext cx="70627" cy="112178"/>
            </a:xfrm>
            <a:custGeom>
              <a:rect b="b" l="l" r="r" t="t"/>
              <a:pathLst>
                <a:path extrusionOk="0" h="3480" w="2191">
                  <a:moveTo>
                    <a:pt x="501" y="1"/>
                  </a:moveTo>
                  <a:cubicBezTo>
                    <a:pt x="334" y="1"/>
                    <a:pt x="144" y="1"/>
                    <a:pt x="1" y="72"/>
                  </a:cubicBezTo>
                  <a:cubicBezTo>
                    <a:pt x="739" y="239"/>
                    <a:pt x="1287" y="929"/>
                    <a:pt x="1310" y="1691"/>
                  </a:cubicBezTo>
                  <a:cubicBezTo>
                    <a:pt x="1334" y="2525"/>
                    <a:pt x="763" y="3216"/>
                    <a:pt x="1" y="3430"/>
                  </a:cubicBezTo>
                  <a:cubicBezTo>
                    <a:pt x="120" y="3454"/>
                    <a:pt x="239" y="3478"/>
                    <a:pt x="382" y="3478"/>
                  </a:cubicBezTo>
                  <a:cubicBezTo>
                    <a:pt x="409" y="3479"/>
                    <a:pt x="436" y="3480"/>
                    <a:pt x="464" y="3480"/>
                  </a:cubicBezTo>
                  <a:cubicBezTo>
                    <a:pt x="1404" y="3480"/>
                    <a:pt x="2191" y="2687"/>
                    <a:pt x="2168" y="1691"/>
                  </a:cubicBezTo>
                  <a:cubicBezTo>
                    <a:pt x="2144" y="786"/>
                    <a:pt x="1406" y="24"/>
                    <a:pt x="50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94"/>
            <p:cNvSpPr/>
            <p:nvPr/>
          </p:nvSpPr>
          <p:spPr>
            <a:xfrm>
              <a:off x="4264866" y="3066177"/>
              <a:ext cx="62955" cy="62987"/>
            </a:xfrm>
            <a:custGeom>
              <a:rect b="b" l="l" r="r" t="t"/>
              <a:pathLst>
                <a:path extrusionOk="0" h="1954" w="1953">
                  <a:moveTo>
                    <a:pt x="977" y="1"/>
                  </a:moveTo>
                  <a:cubicBezTo>
                    <a:pt x="429" y="1"/>
                    <a:pt x="0" y="430"/>
                    <a:pt x="0" y="977"/>
                  </a:cubicBezTo>
                  <a:cubicBezTo>
                    <a:pt x="0" y="1525"/>
                    <a:pt x="429" y="1954"/>
                    <a:pt x="977" y="1954"/>
                  </a:cubicBezTo>
                  <a:cubicBezTo>
                    <a:pt x="1524" y="1954"/>
                    <a:pt x="1953" y="1525"/>
                    <a:pt x="1953" y="977"/>
                  </a:cubicBezTo>
                  <a:cubicBezTo>
                    <a:pt x="1953" y="430"/>
                    <a:pt x="1524" y="1"/>
                    <a:pt x="977" y="1"/>
                  </a:cubicBezTo>
                  <a:close/>
                </a:path>
              </a:pathLst>
            </a:custGeom>
            <a:solidFill>
              <a:srgbClr val="8F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4"/>
            <p:cNvSpPr/>
            <p:nvPr/>
          </p:nvSpPr>
          <p:spPr>
            <a:xfrm>
              <a:off x="4033032" y="3182094"/>
              <a:ext cx="62955" cy="62987"/>
            </a:xfrm>
            <a:custGeom>
              <a:rect b="b" l="l" r="r" t="t"/>
              <a:pathLst>
                <a:path extrusionOk="0" h="1954" w="1953">
                  <a:moveTo>
                    <a:pt x="977" y="1"/>
                  </a:moveTo>
                  <a:cubicBezTo>
                    <a:pt x="429" y="1"/>
                    <a:pt x="0" y="430"/>
                    <a:pt x="0" y="977"/>
                  </a:cubicBezTo>
                  <a:cubicBezTo>
                    <a:pt x="0" y="1525"/>
                    <a:pt x="429" y="1954"/>
                    <a:pt x="977" y="1954"/>
                  </a:cubicBezTo>
                  <a:cubicBezTo>
                    <a:pt x="1524" y="1954"/>
                    <a:pt x="1953" y="1525"/>
                    <a:pt x="1953" y="977"/>
                  </a:cubicBezTo>
                  <a:cubicBezTo>
                    <a:pt x="1953" y="430"/>
                    <a:pt x="1524" y="1"/>
                    <a:pt x="977" y="1"/>
                  </a:cubicBezTo>
                  <a:close/>
                </a:path>
              </a:pathLst>
            </a:custGeom>
            <a:solidFill>
              <a:srgbClr val="8F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94"/>
            <p:cNvSpPr/>
            <p:nvPr/>
          </p:nvSpPr>
          <p:spPr>
            <a:xfrm>
              <a:off x="4264866" y="3298011"/>
              <a:ext cx="62955" cy="63761"/>
            </a:xfrm>
            <a:custGeom>
              <a:rect b="b" l="l" r="r" t="t"/>
              <a:pathLst>
                <a:path extrusionOk="0" h="1978" w="1953">
                  <a:moveTo>
                    <a:pt x="977" y="1"/>
                  </a:moveTo>
                  <a:cubicBezTo>
                    <a:pt x="429" y="1"/>
                    <a:pt x="0" y="453"/>
                    <a:pt x="0" y="1001"/>
                  </a:cubicBezTo>
                  <a:cubicBezTo>
                    <a:pt x="0" y="1525"/>
                    <a:pt x="429" y="1977"/>
                    <a:pt x="977" y="1977"/>
                  </a:cubicBezTo>
                  <a:cubicBezTo>
                    <a:pt x="1524" y="1977"/>
                    <a:pt x="1953" y="1525"/>
                    <a:pt x="1953" y="1001"/>
                  </a:cubicBezTo>
                  <a:cubicBezTo>
                    <a:pt x="1953" y="453"/>
                    <a:pt x="1524" y="1"/>
                    <a:pt x="977" y="1"/>
                  </a:cubicBezTo>
                  <a:close/>
                </a:path>
              </a:pathLst>
            </a:custGeom>
            <a:solidFill>
              <a:srgbClr val="8F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94"/>
            <p:cNvSpPr/>
            <p:nvPr/>
          </p:nvSpPr>
          <p:spPr>
            <a:xfrm>
              <a:off x="4115166" y="3074816"/>
              <a:ext cx="244148" cy="320738"/>
            </a:xfrm>
            <a:custGeom>
              <a:rect b="b" l="l" r="r" t="t"/>
              <a:pathLst>
                <a:path extrusionOk="0" h="9950" w="7574">
                  <a:moveTo>
                    <a:pt x="7302" y="1"/>
                  </a:moveTo>
                  <a:cubicBezTo>
                    <a:pt x="7195" y="1"/>
                    <a:pt x="7085" y="98"/>
                    <a:pt x="7145" y="233"/>
                  </a:cubicBezTo>
                  <a:cubicBezTo>
                    <a:pt x="7216" y="424"/>
                    <a:pt x="7240" y="614"/>
                    <a:pt x="7240" y="828"/>
                  </a:cubicBezTo>
                  <a:cubicBezTo>
                    <a:pt x="7216" y="1662"/>
                    <a:pt x="6549" y="2329"/>
                    <a:pt x="5716" y="2376"/>
                  </a:cubicBezTo>
                  <a:cubicBezTo>
                    <a:pt x="5382" y="2376"/>
                    <a:pt x="5073" y="2281"/>
                    <a:pt x="4763" y="2114"/>
                  </a:cubicBezTo>
                  <a:cubicBezTo>
                    <a:pt x="4565" y="1982"/>
                    <a:pt x="4330" y="1916"/>
                    <a:pt x="4090" y="1916"/>
                  </a:cubicBezTo>
                  <a:cubicBezTo>
                    <a:pt x="3899" y="1916"/>
                    <a:pt x="3705" y="1958"/>
                    <a:pt x="3525" y="2043"/>
                  </a:cubicBezTo>
                  <a:lnTo>
                    <a:pt x="548" y="3543"/>
                  </a:lnTo>
                  <a:cubicBezTo>
                    <a:pt x="215" y="3686"/>
                    <a:pt x="0" y="4043"/>
                    <a:pt x="0" y="4401"/>
                  </a:cubicBezTo>
                  <a:cubicBezTo>
                    <a:pt x="0" y="4758"/>
                    <a:pt x="215" y="5115"/>
                    <a:pt x="548" y="5258"/>
                  </a:cubicBezTo>
                  <a:lnTo>
                    <a:pt x="3525" y="6758"/>
                  </a:lnTo>
                  <a:cubicBezTo>
                    <a:pt x="3701" y="6851"/>
                    <a:pt x="3890" y="6895"/>
                    <a:pt x="4078" y="6895"/>
                  </a:cubicBezTo>
                  <a:cubicBezTo>
                    <a:pt x="4321" y="6895"/>
                    <a:pt x="4561" y="6821"/>
                    <a:pt x="4763" y="6687"/>
                  </a:cubicBezTo>
                  <a:cubicBezTo>
                    <a:pt x="5025" y="6520"/>
                    <a:pt x="5359" y="6425"/>
                    <a:pt x="5716" y="6425"/>
                  </a:cubicBezTo>
                  <a:cubicBezTo>
                    <a:pt x="6549" y="6449"/>
                    <a:pt x="7216" y="7139"/>
                    <a:pt x="7240" y="7973"/>
                  </a:cubicBezTo>
                  <a:cubicBezTo>
                    <a:pt x="7240" y="8425"/>
                    <a:pt x="7097" y="8806"/>
                    <a:pt x="6764" y="9140"/>
                  </a:cubicBezTo>
                  <a:cubicBezTo>
                    <a:pt x="6471" y="9409"/>
                    <a:pt x="6095" y="9594"/>
                    <a:pt x="5673" y="9594"/>
                  </a:cubicBezTo>
                  <a:cubicBezTo>
                    <a:pt x="5648" y="9594"/>
                    <a:pt x="5622" y="9593"/>
                    <a:pt x="5597" y="9592"/>
                  </a:cubicBezTo>
                  <a:cubicBezTo>
                    <a:pt x="5216" y="9592"/>
                    <a:pt x="4858" y="9402"/>
                    <a:pt x="4549" y="9140"/>
                  </a:cubicBezTo>
                  <a:cubicBezTo>
                    <a:pt x="4263" y="8878"/>
                    <a:pt x="4073" y="8473"/>
                    <a:pt x="4073" y="8092"/>
                  </a:cubicBezTo>
                  <a:cubicBezTo>
                    <a:pt x="4049" y="7639"/>
                    <a:pt x="3787" y="7258"/>
                    <a:pt x="3406" y="7044"/>
                  </a:cubicBezTo>
                  <a:lnTo>
                    <a:pt x="3072" y="6901"/>
                  </a:lnTo>
                  <a:cubicBezTo>
                    <a:pt x="3047" y="6889"/>
                    <a:pt x="3023" y="6883"/>
                    <a:pt x="3001" y="6883"/>
                  </a:cubicBezTo>
                  <a:cubicBezTo>
                    <a:pt x="2850" y="6883"/>
                    <a:pt x="2764" y="7128"/>
                    <a:pt x="2929" y="7211"/>
                  </a:cubicBezTo>
                  <a:lnTo>
                    <a:pt x="3239" y="7354"/>
                  </a:lnTo>
                  <a:cubicBezTo>
                    <a:pt x="3549" y="7496"/>
                    <a:pt x="3715" y="7806"/>
                    <a:pt x="3763" y="8116"/>
                  </a:cubicBezTo>
                  <a:cubicBezTo>
                    <a:pt x="3787" y="8592"/>
                    <a:pt x="4001" y="9068"/>
                    <a:pt x="4358" y="9402"/>
                  </a:cubicBezTo>
                  <a:cubicBezTo>
                    <a:pt x="4716" y="9735"/>
                    <a:pt x="5192" y="9949"/>
                    <a:pt x="5668" y="9949"/>
                  </a:cubicBezTo>
                  <a:cubicBezTo>
                    <a:pt x="6168" y="9949"/>
                    <a:pt x="6645" y="9735"/>
                    <a:pt x="7002" y="9378"/>
                  </a:cubicBezTo>
                  <a:cubicBezTo>
                    <a:pt x="7383" y="9021"/>
                    <a:pt x="7549" y="8520"/>
                    <a:pt x="7549" y="7973"/>
                  </a:cubicBezTo>
                  <a:cubicBezTo>
                    <a:pt x="7526" y="6877"/>
                    <a:pt x="6740" y="6068"/>
                    <a:pt x="5740" y="6020"/>
                  </a:cubicBezTo>
                  <a:cubicBezTo>
                    <a:pt x="5681" y="6013"/>
                    <a:pt x="5622" y="6010"/>
                    <a:pt x="5564" y="6010"/>
                  </a:cubicBezTo>
                  <a:cubicBezTo>
                    <a:pt x="5225" y="6010"/>
                    <a:pt x="4905" y="6126"/>
                    <a:pt x="4620" y="6329"/>
                  </a:cubicBezTo>
                  <a:cubicBezTo>
                    <a:pt x="4471" y="6438"/>
                    <a:pt x="4282" y="6493"/>
                    <a:pt x="4095" y="6493"/>
                  </a:cubicBezTo>
                  <a:cubicBezTo>
                    <a:pt x="3954" y="6493"/>
                    <a:pt x="3814" y="6462"/>
                    <a:pt x="3692" y="6401"/>
                  </a:cubicBezTo>
                  <a:lnTo>
                    <a:pt x="715" y="4901"/>
                  </a:lnTo>
                  <a:cubicBezTo>
                    <a:pt x="500" y="4782"/>
                    <a:pt x="358" y="4591"/>
                    <a:pt x="358" y="4353"/>
                  </a:cubicBezTo>
                  <a:cubicBezTo>
                    <a:pt x="358" y="4115"/>
                    <a:pt x="477" y="3877"/>
                    <a:pt x="715" y="3781"/>
                  </a:cubicBezTo>
                  <a:lnTo>
                    <a:pt x="3692" y="2281"/>
                  </a:lnTo>
                  <a:cubicBezTo>
                    <a:pt x="3814" y="2220"/>
                    <a:pt x="3950" y="2189"/>
                    <a:pt x="4087" y="2189"/>
                  </a:cubicBezTo>
                  <a:cubicBezTo>
                    <a:pt x="4270" y="2189"/>
                    <a:pt x="4457" y="2244"/>
                    <a:pt x="4620" y="2352"/>
                  </a:cubicBezTo>
                  <a:cubicBezTo>
                    <a:pt x="4954" y="2591"/>
                    <a:pt x="5359" y="2686"/>
                    <a:pt x="5740" y="2686"/>
                  </a:cubicBezTo>
                  <a:cubicBezTo>
                    <a:pt x="6740" y="2638"/>
                    <a:pt x="7526" y="1805"/>
                    <a:pt x="7573" y="828"/>
                  </a:cubicBezTo>
                  <a:cubicBezTo>
                    <a:pt x="7573" y="590"/>
                    <a:pt x="7526" y="352"/>
                    <a:pt x="7454" y="114"/>
                  </a:cubicBezTo>
                  <a:cubicBezTo>
                    <a:pt x="7428" y="35"/>
                    <a:pt x="7365" y="1"/>
                    <a:pt x="7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4"/>
            <p:cNvSpPr/>
            <p:nvPr/>
          </p:nvSpPr>
          <p:spPr>
            <a:xfrm>
              <a:off x="4003085" y="3036939"/>
              <a:ext cx="336856" cy="257268"/>
            </a:xfrm>
            <a:custGeom>
              <a:rect b="b" l="l" r="r" t="t"/>
              <a:pathLst>
                <a:path extrusionOk="0" h="7981" w="10450">
                  <a:moveTo>
                    <a:pt x="9136" y="1"/>
                  </a:moveTo>
                  <a:cubicBezTo>
                    <a:pt x="9107" y="1"/>
                    <a:pt x="9078" y="1"/>
                    <a:pt x="9050" y="3"/>
                  </a:cubicBezTo>
                  <a:cubicBezTo>
                    <a:pt x="8574" y="3"/>
                    <a:pt x="8121" y="217"/>
                    <a:pt x="7788" y="551"/>
                  </a:cubicBezTo>
                  <a:cubicBezTo>
                    <a:pt x="7431" y="860"/>
                    <a:pt x="7240" y="1337"/>
                    <a:pt x="7192" y="1813"/>
                  </a:cubicBezTo>
                  <a:cubicBezTo>
                    <a:pt x="7169" y="2146"/>
                    <a:pt x="7002" y="2456"/>
                    <a:pt x="6692" y="2599"/>
                  </a:cubicBezTo>
                  <a:lnTo>
                    <a:pt x="3858" y="4028"/>
                  </a:lnTo>
                  <a:cubicBezTo>
                    <a:pt x="3736" y="4089"/>
                    <a:pt x="3600" y="4119"/>
                    <a:pt x="3465" y="4119"/>
                  </a:cubicBezTo>
                  <a:cubicBezTo>
                    <a:pt x="3284" y="4119"/>
                    <a:pt x="3103" y="4065"/>
                    <a:pt x="2953" y="3956"/>
                  </a:cubicBezTo>
                  <a:cubicBezTo>
                    <a:pt x="2620" y="3766"/>
                    <a:pt x="2263" y="3647"/>
                    <a:pt x="1882" y="3647"/>
                  </a:cubicBezTo>
                  <a:cubicBezTo>
                    <a:pt x="1405" y="3647"/>
                    <a:pt x="929" y="3837"/>
                    <a:pt x="572" y="4194"/>
                  </a:cubicBezTo>
                  <a:cubicBezTo>
                    <a:pt x="215" y="4552"/>
                    <a:pt x="0" y="5004"/>
                    <a:pt x="0" y="5504"/>
                  </a:cubicBezTo>
                  <a:cubicBezTo>
                    <a:pt x="0" y="6028"/>
                    <a:pt x="167" y="6528"/>
                    <a:pt x="524" y="6885"/>
                  </a:cubicBezTo>
                  <a:cubicBezTo>
                    <a:pt x="882" y="7243"/>
                    <a:pt x="1358" y="7457"/>
                    <a:pt x="1906" y="7457"/>
                  </a:cubicBezTo>
                  <a:cubicBezTo>
                    <a:pt x="2287" y="7457"/>
                    <a:pt x="2644" y="7338"/>
                    <a:pt x="2953" y="7147"/>
                  </a:cubicBezTo>
                  <a:cubicBezTo>
                    <a:pt x="3103" y="7052"/>
                    <a:pt x="3283" y="6996"/>
                    <a:pt x="3463" y="6996"/>
                  </a:cubicBezTo>
                  <a:cubicBezTo>
                    <a:pt x="3599" y="6996"/>
                    <a:pt x="3735" y="7028"/>
                    <a:pt x="3858" y="7100"/>
                  </a:cubicBezTo>
                  <a:lnTo>
                    <a:pt x="5621" y="7981"/>
                  </a:lnTo>
                  <a:cubicBezTo>
                    <a:pt x="5811" y="7981"/>
                    <a:pt x="5954" y="7695"/>
                    <a:pt x="5763" y="7600"/>
                  </a:cubicBezTo>
                  <a:lnTo>
                    <a:pt x="4025" y="6719"/>
                  </a:lnTo>
                  <a:cubicBezTo>
                    <a:pt x="3843" y="6622"/>
                    <a:pt x="3646" y="6574"/>
                    <a:pt x="3450" y="6574"/>
                  </a:cubicBezTo>
                  <a:cubicBezTo>
                    <a:pt x="3211" y="6574"/>
                    <a:pt x="2972" y="6646"/>
                    <a:pt x="2763" y="6790"/>
                  </a:cubicBezTo>
                  <a:cubicBezTo>
                    <a:pt x="2501" y="6981"/>
                    <a:pt x="2191" y="7076"/>
                    <a:pt x="1906" y="7076"/>
                  </a:cubicBezTo>
                  <a:cubicBezTo>
                    <a:pt x="1477" y="7076"/>
                    <a:pt x="1072" y="6885"/>
                    <a:pt x="762" y="6600"/>
                  </a:cubicBezTo>
                  <a:cubicBezTo>
                    <a:pt x="477" y="6290"/>
                    <a:pt x="334" y="5885"/>
                    <a:pt x="334" y="5456"/>
                  </a:cubicBezTo>
                  <a:cubicBezTo>
                    <a:pt x="334" y="5028"/>
                    <a:pt x="500" y="4647"/>
                    <a:pt x="810" y="4385"/>
                  </a:cubicBezTo>
                  <a:cubicBezTo>
                    <a:pt x="1096" y="4075"/>
                    <a:pt x="1477" y="3932"/>
                    <a:pt x="1882" y="3932"/>
                  </a:cubicBezTo>
                  <a:cubicBezTo>
                    <a:pt x="2191" y="3932"/>
                    <a:pt x="2501" y="4028"/>
                    <a:pt x="2763" y="4194"/>
                  </a:cubicBezTo>
                  <a:cubicBezTo>
                    <a:pt x="2965" y="4329"/>
                    <a:pt x="3205" y="4403"/>
                    <a:pt x="3452" y="4403"/>
                  </a:cubicBezTo>
                  <a:cubicBezTo>
                    <a:pt x="3643" y="4403"/>
                    <a:pt x="3839" y="4359"/>
                    <a:pt x="4025" y="4266"/>
                  </a:cubicBezTo>
                  <a:lnTo>
                    <a:pt x="6835" y="2837"/>
                  </a:lnTo>
                  <a:cubicBezTo>
                    <a:pt x="7240" y="2623"/>
                    <a:pt x="7502" y="2242"/>
                    <a:pt x="7526" y="1789"/>
                  </a:cubicBezTo>
                  <a:cubicBezTo>
                    <a:pt x="7550" y="1408"/>
                    <a:pt x="7740" y="1027"/>
                    <a:pt x="8002" y="741"/>
                  </a:cubicBezTo>
                  <a:cubicBezTo>
                    <a:pt x="8312" y="479"/>
                    <a:pt x="8669" y="336"/>
                    <a:pt x="9050" y="313"/>
                  </a:cubicBezTo>
                  <a:cubicBezTo>
                    <a:pt x="9431" y="313"/>
                    <a:pt x="9812" y="432"/>
                    <a:pt x="10122" y="694"/>
                  </a:cubicBezTo>
                  <a:cubicBezTo>
                    <a:pt x="10151" y="723"/>
                    <a:pt x="10183" y="735"/>
                    <a:pt x="10215" y="735"/>
                  </a:cubicBezTo>
                  <a:cubicBezTo>
                    <a:pt x="10337" y="735"/>
                    <a:pt x="10449" y="550"/>
                    <a:pt x="10336" y="455"/>
                  </a:cubicBezTo>
                  <a:cubicBezTo>
                    <a:pt x="10001" y="165"/>
                    <a:pt x="9562" y="1"/>
                    <a:pt x="91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94"/>
            <p:cNvSpPr/>
            <p:nvPr/>
          </p:nvSpPr>
          <p:spPr>
            <a:xfrm>
              <a:off x="4259483" y="3060052"/>
              <a:ext cx="74495" cy="75269"/>
            </a:xfrm>
            <a:custGeom>
              <a:rect b="b" l="l" r="r" t="t"/>
              <a:pathLst>
                <a:path extrusionOk="0" h="2335" w="2311">
                  <a:moveTo>
                    <a:pt x="1144" y="310"/>
                  </a:moveTo>
                  <a:cubicBezTo>
                    <a:pt x="1620" y="310"/>
                    <a:pt x="1977" y="667"/>
                    <a:pt x="1977" y="1143"/>
                  </a:cubicBezTo>
                  <a:cubicBezTo>
                    <a:pt x="1977" y="1620"/>
                    <a:pt x="1620" y="1977"/>
                    <a:pt x="1144" y="1977"/>
                  </a:cubicBezTo>
                  <a:cubicBezTo>
                    <a:pt x="715" y="1977"/>
                    <a:pt x="310" y="1620"/>
                    <a:pt x="310" y="1143"/>
                  </a:cubicBezTo>
                  <a:cubicBezTo>
                    <a:pt x="310" y="691"/>
                    <a:pt x="667" y="310"/>
                    <a:pt x="1144" y="310"/>
                  </a:cubicBezTo>
                  <a:close/>
                  <a:moveTo>
                    <a:pt x="1144" y="0"/>
                  </a:moveTo>
                  <a:cubicBezTo>
                    <a:pt x="524" y="0"/>
                    <a:pt x="0" y="501"/>
                    <a:pt x="0" y="1167"/>
                  </a:cubicBezTo>
                  <a:cubicBezTo>
                    <a:pt x="0" y="1786"/>
                    <a:pt x="501" y="2334"/>
                    <a:pt x="1144" y="2334"/>
                  </a:cubicBezTo>
                  <a:cubicBezTo>
                    <a:pt x="1787" y="2334"/>
                    <a:pt x="2310" y="1810"/>
                    <a:pt x="2310" y="1167"/>
                  </a:cubicBezTo>
                  <a:cubicBezTo>
                    <a:pt x="2310" y="524"/>
                    <a:pt x="1810" y="0"/>
                    <a:pt x="1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94"/>
            <p:cNvSpPr/>
            <p:nvPr/>
          </p:nvSpPr>
          <p:spPr>
            <a:xfrm>
              <a:off x="4027648" y="3177516"/>
              <a:ext cx="75269" cy="74463"/>
            </a:xfrm>
            <a:custGeom>
              <a:rect b="b" l="l" r="r" t="t"/>
              <a:pathLst>
                <a:path extrusionOk="0" h="2310" w="2335">
                  <a:moveTo>
                    <a:pt x="1167" y="0"/>
                  </a:moveTo>
                  <a:cubicBezTo>
                    <a:pt x="929" y="0"/>
                    <a:pt x="715" y="48"/>
                    <a:pt x="548" y="167"/>
                  </a:cubicBezTo>
                  <a:cubicBezTo>
                    <a:pt x="477" y="238"/>
                    <a:pt x="453" y="333"/>
                    <a:pt x="477" y="405"/>
                  </a:cubicBezTo>
                  <a:cubicBezTo>
                    <a:pt x="530" y="458"/>
                    <a:pt x="584" y="485"/>
                    <a:pt x="648" y="485"/>
                  </a:cubicBezTo>
                  <a:cubicBezTo>
                    <a:pt x="669" y="485"/>
                    <a:pt x="691" y="482"/>
                    <a:pt x="715" y="476"/>
                  </a:cubicBezTo>
                  <a:cubicBezTo>
                    <a:pt x="858" y="381"/>
                    <a:pt x="1024" y="333"/>
                    <a:pt x="1167" y="333"/>
                  </a:cubicBezTo>
                  <a:cubicBezTo>
                    <a:pt x="1620" y="333"/>
                    <a:pt x="2001" y="691"/>
                    <a:pt x="2001" y="1167"/>
                  </a:cubicBezTo>
                  <a:cubicBezTo>
                    <a:pt x="2001" y="1643"/>
                    <a:pt x="1644" y="2000"/>
                    <a:pt x="1167" y="2000"/>
                  </a:cubicBezTo>
                  <a:cubicBezTo>
                    <a:pt x="691" y="2000"/>
                    <a:pt x="334" y="1643"/>
                    <a:pt x="334" y="1167"/>
                  </a:cubicBezTo>
                  <a:lnTo>
                    <a:pt x="334" y="1048"/>
                  </a:lnTo>
                  <a:cubicBezTo>
                    <a:pt x="334" y="929"/>
                    <a:pt x="286" y="834"/>
                    <a:pt x="191" y="834"/>
                  </a:cubicBezTo>
                  <a:cubicBezTo>
                    <a:pt x="96" y="834"/>
                    <a:pt x="0" y="881"/>
                    <a:pt x="0" y="976"/>
                  </a:cubicBezTo>
                  <a:lnTo>
                    <a:pt x="0" y="1167"/>
                  </a:lnTo>
                  <a:cubicBezTo>
                    <a:pt x="0" y="1786"/>
                    <a:pt x="501" y="2310"/>
                    <a:pt x="1167" y="2310"/>
                  </a:cubicBezTo>
                  <a:cubicBezTo>
                    <a:pt x="1787" y="2310"/>
                    <a:pt x="2334" y="1810"/>
                    <a:pt x="2334" y="1167"/>
                  </a:cubicBezTo>
                  <a:cubicBezTo>
                    <a:pt x="2334" y="500"/>
                    <a:pt x="1810" y="0"/>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94"/>
            <p:cNvSpPr/>
            <p:nvPr/>
          </p:nvSpPr>
          <p:spPr>
            <a:xfrm>
              <a:off x="4259483" y="3292660"/>
              <a:ext cx="74495" cy="74495"/>
            </a:xfrm>
            <a:custGeom>
              <a:rect b="b" l="l" r="r" t="t"/>
              <a:pathLst>
                <a:path extrusionOk="0" h="2311" w="2311">
                  <a:moveTo>
                    <a:pt x="1144" y="357"/>
                  </a:moveTo>
                  <a:cubicBezTo>
                    <a:pt x="1596" y="357"/>
                    <a:pt x="1977" y="715"/>
                    <a:pt x="1977" y="1191"/>
                  </a:cubicBezTo>
                  <a:cubicBezTo>
                    <a:pt x="1977" y="1643"/>
                    <a:pt x="1620" y="2024"/>
                    <a:pt x="1144" y="2024"/>
                  </a:cubicBezTo>
                  <a:cubicBezTo>
                    <a:pt x="667" y="2024"/>
                    <a:pt x="310" y="1667"/>
                    <a:pt x="310" y="1191"/>
                  </a:cubicBezTo>
                  <a:cubicBezTo>
                    <a:pt x="358" y="715"/>
                    <a:pt x="715" y="357"/>
                    <a:pt x="1144" y="357"/>
                  </a:cubicBezTo>
                  <a:close/>
                  <a:moveTo>
                    <a:pt x="1144" y="0"/>
                  </a:moveTo>
                  <a:cubicBezTo>
                    <a:pt x="524" y="0"/>
                    <a:pt x="0" y="500"/>
                    <a:pt x="0" y="1167"/>
                  </a:cubicBezTo>
                  <a:cubicBezTo>
                    <a:pt x="24" y="1786"/>
                    <a:pt x="524" y="2310"/>
                    <a:pt x="1144" y="2310"/>
                  </a:cubicBezTo>
                  <a:cubicBezTo>
                    <a:pt x="1787" y="2310"/>
                    <a:pt x="2310" y="1810"/>
                    <a:pt x="2310" y="1167"/>
                  </a:cubicBezTo>
                  <a:cubicBezTo>
                    <a:pt x="2310" y="524"/>
                    <a:pt x="1810" y="0"/>
                    <a:pt x="1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7" name="Google Shape;19127;p94"/>
          <p:cNvGrpSpPr/>
          <p:nvPr/>
        </p:nvGrpSpPr>
        <p:grpSpPr>
          <a:xfrm>
            <a:off x="4743878" y="2883089"/>
            <a:ext cx="356229" cy="355842"/>
            <a:chOff x="4743878" y="3035489"/>
            <a:chExt cx="356229" cy="355842"/>
          </a:xfrm>
        </p:grpSpPr>
        <p:sp>
          <p:nvSpPr>
            <p:cNvPr id="19128" name="Google Shape;19128;p94"/>
            <p:cNvSpPr/>
            <p:nvPr/>
          </p:nvSpPr>
          <p:spPr>
            <a:xfrm>
              <a:off x="4749261" y="3040872"/>
              <a:ext cx="234155" cy="344689"/>
            </a:xfrm>
            <a:custGeom>
              <a:rect b="b" l="l" r="r" t="t"/>
              <a:pathLst>
                <a:path extrusionOk="0" h="10693" w="7264">
                  <a:moveTo>
                    <a:pt x="4358" y="0"/>
                  </a:moveTo>
                  <a:cubicBezTo>
                    <a:pt x="3144" y="0"/>
                    <a:pt x="2572" y="619"/>
                    <a:pt x="2572" y="619"/>
                  </a:cubicBezTo>
                  <a:cubicBezTo>
                    <a:pt x="2310" y="453"/>
                    <a:pt x="2000" y="357"/>
                    <a:pt x="1667" y="357"/>
                  </a:cubicBezTo>
                  <a:cubicBezTo>
                    <a:pt x="762" y="357"/>
                    <a:pt x="0" y="1096"/>
                    <a:pt x="0" y="2024"/>
                  </a:cubicBezTo>
                  <a:lnTo>
                    <a:pt x="0" y="10693"/>
                  </a:lnTo>
                  <a:lnTo>
                    <a:pt x="7263" y="10693"/>
                  </a:lnTo>
                  <a:lnTo>
                    <a:pt x="7263" y="2929"/>
                  </a:lnTo>
                  <a:cubicBezTo>
                    <a:pt x="7263" y="1310"/>
                    <a:pt x="5954" y="0"/>
                    <a:pt x="435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4"/>
            <p:cNvSpPr/>
            <p:nvPr/>
          </p:nvSpPr>
          <p:spPr>
            <a:xfrm>
              <a:off x="4872077" y="3040872"/>
              <a:ext cx="111340" cy="344689"/>
            </a:xfrm>
            <a:custGeom>
              <a:rect b="b" l="l" r="r" t="t"/>
              <a:pathLst>
                <a:path extrusionOk="0" h="10693" w="3454">
                  <a:moveTo>
                    <a:pt x="477" y="0"/>
                  </a:moveTo>
                  <a:cubicBezTo>
                    <a:pt x="310" y="0"/>
                    <a:pt x="143" y="0"/>
                    <a:pt x="0" y="48"/>
                  </a:cubicBezTo>
                  <a:cubicBezTo>
                    <a:pt x="1429" y="238"/>
                    <a:pt x="2525" y="1477"/>
                    <a:pt x="2525" y="2929"/>
                  </a:cubicBezTo>
                  <a:lnTo>
                    <a:pt x="2525" y="10693"/>
                  </a:lnTo>
                  <a:lnTo>
                    <a:pt x="3430" y="10693"/>
                  </a:lnTo>
                  <a:lnTo>
                    <a:pt x="3430" y="2929"/>
                  </a:lnTo>
                  <a:cubicBezTo>
                    <a:pt x="3453" y="1310"/>
                    <a:pt x="2120" y="0"/>
                    <a:pt x="47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94"/>
            <p:cNvSpPr/>
            <p:nvPr/>
          </p:nvSpPr>
          <p:spPr>
            <a:xfrm>
              <a:off x="4749261" y="3292660"/>
              <a:ext cx="232608" cy="93675"/>
            </a:xfrm>
            <a:custGeom>
              <a:rect b="b" l="l" r="r" t="t"/>
              <a:pathLst>
                <a:path extrusionOk="0" h="2906" w="7216">
                  <a:moveTo>
                    <a:pt x="1881" y="0"/>
                  </a:moveTo>
                  <a:cubicBezTo>
                    <a:pt x="834" y="0"/>
                    <a:pt x="0" y="834"/>
                    <a:pt x="0" y="1881"/>
                  </a:cubicBezTo>
                  <a:lnTo>
                    <a:pt x="0" y="2906"/>
                  </a:lnTo>
                  <a:lnTo>
                    <a:pt x="7216" y="2906"/>
                  </a:lnTo>
                  <a:lnTo>
                    <a:pt x="6835" y="691"/>
                  </a:lnTo>
                  <a:cubicBezTo>
                    <a:pt x="6501" y="262"/>
                    <a:pt x="5954" y="0"/>
                    <a:pt x="5358"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94"/>
            <p:cNvSpPr/>
            <p:nvPr/>
          </p:nvSpPr>
          <p:spPr>
            <a:xfrm>
              <a:off x="4841357" y="3261166"/>
              <a:ext cx="51479" cy="69885"/>
            </a:xfrm>
            <a:custGeom>
              <a:rect b="b" l="l" r="r" t="t"/>
              <a:pathLst>
                <a:path extrusionOk="0" h="2168" w="1597">
                  <a:moveTo>
                    <a:pt x="1" y="1"/>
                  </a:moveTo>
                  <a:lnTo>
                    <a:pt x="1" y="1382"/>
                  </a:lnTo>
                  <a:cubicBezTo>
                    <a:pt x="1" y="1811"/>
                    <a:pt x="406" y="2168"/>
                    <a:pt x="810" y="2168"/>
                  </a:cubicBezTo>
                  <a:cubicBezTo>
                    <a:pt x="1215" y="2168"/>
                    <a:pt x="1596" y="1811"/>
                    <a:pt x="1596" y="1382"/>
                  </a:cubicBezTo>
                  <a:lnTo>
                    <a:pt x="1596" y="1"/>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94"/>
            <p:cNvSpPr/>
            <p:nvPr/>
          </p:nvSpPr>
          <p:spPr>
            <a:xfrm>
              <a:off x="4852897" y="3261166"/>
              <a:ext cx="39939" cy="69885"/>
            </a:xfrm>
            <a:custGeom>
              <a:rect b="b" l="l" r="r" t="t"/>
              <a:pathLst>
                <a:path extrusionOk="0" h="2168" w="1239">
                  <a:moveTo>
                    <a:pt x="333" y="1"/>
                  </a:moveTo>
                  <a:lnTo>
                    <a:pt x="333" y="1382"/>
                  </a:lnTo>
                  <a:cubicBezTo>
                    <a:pt x="333" y="1668"/>
                    <a:pt x="214" y="1906"/>
                    <a:pt x="0" y="2025"/>
                  </a:cubicBezTo>
                  <a:cubicBezTo>
                    <a:pt x="119" y="2096"/>
                    <a:pt x="310" y="2168"/>
                    <a:pt x="452" y="2168"/>
                  </a:cubicBezTo>
                  <a:cubicBezTo>
                    <a:pt x="857" y="2168"/>
                    <a:pt x="1238" y="1811"/>
                    <a:pt x="1238" y="1382"/>
                  </a:cubicBezTo>
                  <a:lnTo>
                    <a:pt x="1238"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94"/>
            <p:cNvSpPr/>
            <p:nvPr/>
          </p:nvSpPr>
          <p:spPr>
            <a:xfrm>
              <a:off x="4794551" y="3097670"/>
              <a:ext cx="144348" cy="171200"/>
            </a:xfrm>
            <a:custGeom>
              <a:rect b="b" l="l" r="r" t="t"/>
              <a:pathLst>
                <a:path extrusionOk="0" h="5311" w="4478">
                  <a:moveTo>
                    <a:pt x="1310" y="0"/>
                  </a:moveTo>
                  <a:cubicBezTo>
                    <a:pt x="595" y="0"/>
                    <a:pt x="0" y="596"/>
                    <a:pt x="0" y="1310"/>
                  </a:cubicBezTo>
                  <a:lnTo>
                    <a:pt x="0" y="3239"/>
                  </a:lnTo>
                  <a:cubicBezTo>
                    <a:pt x="0" y="4382"/>
                    <a:pt x="977" y="5311"/>
                    <a:pt x="2120" y="5311"/>
                  </a:cubicBezTo>
                  <a:lnTo>
                    <a:pt x="2405" y="5311"/>
                  </a:lnTo>
                  <a:cubicBezTo>
                    <a:pt x="3548" y="5311"/>
                    <a:pt x="4477" y="4382"/>
                    <a:pt x="4477" y="3239"/>
                  </a:cubicBezTo>
                  <a:lnTo>
                    <a:pt x="4477" y="3049"/>
                  </a:lnTo>
                  <a:lnTo>
                    <a:pt x="4311" y="3049"/>
                  </a:lnTo>
                  <a:cubicBezTo>
                    <a:pt x="3406" y="3049"/>
                    <a:pt x="2596" y="2286"/>
                    <a:pt x="2620" y="1334"/>
                  </a:cubicBezTo>
                  <a:cubicBezTo>
                    <a:pt x="2644" y="619"/>
                    <a:pt x="2024" y="0"/>
                    <a:pt x="1310"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4"/>
            <p:cNvSpPr/>
            <p:nvPr/>
          </p:nvSpPr>
          <p:spPr>
            <a:xfrm>
              <a:off x="4822950" y="3097670"/>
              <a:ext cx="115176" cy="171974"/>
            </a:xfrm>
            <a:custGeom>
              <a:rect b="b" l="l" r="r" t="t"/>
              <a:pathLst>
                <a:path extrusionOk="0" h="5335" w="3573">
                  <a:moveTo>
                    <a:pt x="453" y="0"/>
                  </a:moveTo>
                  <a:cubicBezTo>
                    <a:pt x="310" y="0"/>
                    <a:pt x="167" y="24"/>
                    <a:pt x="0" y="96"/>
                  </a:cubicBezTo>
                  <a:cubicBezTo>
                    <a:pt x="524" y="262"/>
                    <a:pt x="905" y="810"/>
                    <a:pt x="881" y="1382"/>
                  </a:cubicBezTo>
                  <a:cubicBezTo>
                    <a:pt x="834" y="2334"/>
                    <a:pt x="1763" y="3287"/>
                    <a:pt x="2691" y="3287"/>
                  </a:cubicBezTo>
                  <a:cubicBezTo>
                    <a:pt x="2691" y="4311"/>
                    <a:pt x="1905" y="5192"/>
                    <a:pt x="905" y="5311"/>
                  </a:cubicBezTo>
                  <a:cubicBezTo>
                    <a:pt x="1000" y="5311"/>
                    <a:pt x="1143" y="5335"/>
                    <a:pt x="1239" y="5335"/>
                  </a:cubicBezTo>
                  <a:lnTo>
                    <a:pt x="1524" y="5335"/>
                  </a:lnTo>
                  <a:cubicBezTo>
                    <a:pt x="2667" y="5335"/>
                    <a:pt x="3572" y="4406"/>
                    <a:pt x="3572" y="3287"/>
                  </a:cubicBezTo>
                  <a:lnTo>
                    <a:pt x="3572" y="3049"/>
                  </a:lnTo>
                  <a:lnTo>
                    <a:pt x="3453" y="3049"/>
                  </a:lnTo>
                  <a:cubicBezTo>
                    <a:pt x="2501" y="3049"/>
                    <a:pt x="1739" y="2263"/>
                    <a:pt x="1763" y="1334"/>
                  </a:cubicBezTo>
                  <a:cubicBezTo>
                    <a:pt x="1786" y="619"/>
                    <a:pt x="1167" y="0"/>
                    <a:pt x="453"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4"/>
            <p:cNvSpPr/>
            <p:nvPr/>
          </p:nvSpPr>
          <p:spPr>
            <a:xfrm>
              <a:off x="5044018" y="3040872"/>
              <a:ext cx="49932" cy="50673"/>
            </a:xfrm>
            <a:custGeom>
              <a:rect b="b" l="l" r="r" t="t"/>
              <a:pathLst>
                <a:path extrusionOk="0" h="1572" w="1549">
                  <a:moveTo>
                    <a:pt x="763" y="0"/>
                  </a:moveTo>
                  <a:lnTo>
                    <a:pt x="525" y="500"/>
                  </a:lnTo>
                  <a:lnTo>
                    <a:pt x="1" y="595"/>
                  </a:lnTo>
                  <a:lnTo>
                    <a:pt x="382" y="1024"/>
                  </a:lnTo>
                  <a:lnTo>
                    <a:pt x="287" y="1572"/>
                  </a:lnTo>
                  <a:lnTo>
                    <a:pt x="763" y="1310"/>
                  </a:lnTo>
                  <a:lnTo>
                    <a:pt x="1239" y="1572"/>
                  </a:lnTo>
                  <a:lnTo>
                    <a:pt x="1168" y="1024"/>
                  </a:lnTo>
                  <a:lnTo>
                    <a:pt x="1549" y="595"/>
                  </a:lnTo>
                  <a:lnTo>
                    <a:pt x="1001" y="500"/>
                  </a:lnTo>
                  <a:lnTo>
                    <a:pt x="76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94"/>
            <p:cNvSpPr/>
            <p:nvPr/>
          </p:nvSpPr>
          <p:spPr>
            <a:xfrm>
              <a:off x="5009494" y="3113014"/>
              <a:ext cx="49932" cy="50706"/>
            </a:xfrm>
            <a:custGeom>
              <a:rect b="b" l="l" r="r" t="t"/>
              <a:pathLst>
                <a:path extrusionOk="0" h="1573" w="1549">
                  <a:moveTo>
                    <a:pt x="786" y="1"/>
                  </a:moveTo>
                  <a:lnTo>
                    <a:pt x="524" y="501"/>
                  </a:lnTo>
                  <a:lnTo>
                    <a:pt x="0" y="596"/>
                  </a:lnTo>
                  <a:lnTo>
                    <a:pt x="381" y="1001"/>
                  </a:lnTo>
                  <a:lnTo>
                    <a:pt x="286" y="1572"/>
                  </a:lnTo>
                  <a:lnTo>
                    <a:pt x="286" y="1572"/>
                  </a:lnTo>
                  <a:lnTo>
                    <a:pt x="762" y="1310"/>
                  </a:lnTo>
                  <a:lnTo>
                    <a:pt x="1239" y="1572"/>
                  </a:lnTo>
                  <a:lnTo>
                    <a:pt x="1167" y="1001"/>
                  </a:lnTo>
                  <a:lnTo>
                    <a:pt x="1548" y="596"/>
                  </a:lnTo>
                  <a:lnTo>
                    <a:pt x="1024" y="501"/>
                  </a:lnTo>
                  <a:lnTo>
                    <a:pt x="786"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94"/>
            <p:cNvSpPr/>
            <p:nvPr/>
          </p:nvSpPr>
          <p:spPr>
            <a:xfrm>
              <a:off x="5036346" y="3335629"/>
              <a:ext cx="49932" cy="50706"/>
            </a:xfrm>
            <a:custGeom>
              <a:rect b="b" l="l" r="r" t="t"/>
              <a:pathLst>
                <a:path extrusionOk="0" h="1573" w="1549">
                  <a:moveTo>
                    <a:pt x="787" y="1"/>
                  </a:moveTo>
                  <a:lnTo>
                    <a:pt x="525" y="501"/>
                  </a:lnTo>
                  <a:lnTo>
                    <a:pt x="1" y="596"/>
                  </a:lnTo>
                  <a:lnTo>
                    <a:pt x="382" y="1025"/>
                  </a:lnTo>
                  <a:lnTo>
                    <a:pt x="310" y="1573"/>
                  </a:lnTo>
                  <a:lnTo>
                    <a:pt x="787" y="1311"/>
                  </a:lnTo>
                  <a:lnTo>
                    <a:pt x="1239" y="1573"/>
                  </a:lnTo>
                  <a:lnTo>
                    <a:pt x="1168" y="1025"/>
                  </a:lnTo>
                  <a:lnTo>
                    <a:pt x="1549" y="596"/>
                  </a:lnTo>
                  <a:lnTo>
                    <a:pt x="1001" y="501"/>
                  </a:lnTo>
                  <a:lnTo>
                    <a:pt x="787"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94"/>
            <p:cNvSpPr/>
            <p:nvPr/>
          </p:nvSpPr>
          <p:spPr>
            <a:xfrm>
              <a:off x="4969555" y="3351005"/>
              <a:ext cx="45322" cy="34556"/>
            </a:xfrm>
            <a:custGeom>
              <a:rect b="b" l="l" r="r" t="t"/>
              <a:pathLst>
                <a:path extrusionOk="0" h="1072" w="1406">
                  <a:moveTo>
                    <a:pt x="1" y="0"/>
                  </a:moveTo>
                  <a:lnTo>
                    <a:pt x="1" y="1072"/>
                  </a:lnTo>
                  <a:lnTo>
                    <a:pt x="1406" y="1072"/>
                  </a:lnTo>
                  <a:lnTo>
                    <a:pt x="1406" y="0"/>
                  </a:ln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94"/>
            <p:cNvSpPr/>
            <p:nvPr/>
          </p:nvSpPr>
          <p:spPr>
            <a:xfrm>
              <a:off x="4982610" y="3259651"/>
              <a:ext cx="23822" cy="49932"/>
            </a:xfrm>
            <a:custGeom>
              <a:rect b="b" l="l" r="r" t="t"/>
              <a:pathLst>
                <a:path extrusionOk="0" h="1549" w="739">
                  <a:moveTo>
                    <a:pt x="1" y="0"/>
                  </a:moveTo>
                  <a:lnTo>
                    <a:pt x="1" y="1548"/>
                  </a:lnTo>
                  <a:lnTo>
                    <a:pt x="739" y="1548"/>
                  </a:lnTo>
                  <a:lnTo>
                    <a:pt x="739" y="0"/>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94"/>
            <p:cNvSpPr/>
            <p:nvPr/>
          </p:nvSpPr>
          <p:spPr>
            <a:xfrm>
              <a:off x="4960368" y="3215102"/>
              <a:ext cx="45322" cy="44581"/>
            </a:xfrm>
            <a:custGeom>
              <a:rect b="b" l="l" r="r" t="t"/>
              <a:pathLst>
                <a:path extrusionOk="0" h="1383" w="1406">
                  <a:moveTo>
                    <a:pt x="691" y="1"/>
                  </a:moveTo>
                  <a:cubicBezTo>
                    <a:pt x="310" y="1"/>
                    <a:pt x="0" y="310"/>
                    <a:pt x="0" y="715"/>
                  </a:cubicBezTo>
                  <a:cubicBezTo>
                    <a:pt x="0" y="1096"/>
                    <a:pt x="310" y="1382"/>
                    <a:pt x="691" y="1382"/>
                  </a:cubicBezTo>
                  <a:lnTo>
                    <a:pt x="1405" y="1382"/>
                  </a:lnTo>
                  <a:lnTo>
                    <a:pt x="1405"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94"/>
            <p:cNvSpPr/>
            <p:nvPr/>
          </p:nvSpPr>
          <p:spPr>
            <a:xfrm>
              <a:off x="5005658" y="3170586"/>
              <a:ext cx="88292" cy="132840"/>
            </a:xfrm>
            <a:custGeom>
              <a:rect b="b" l="l" r="r" t="t"/>
              <a:pathLst>
                <a:path extrusionOk="0" h="4121" w="2739">
                  <a:moveTo>
                    <a:pt x="2739" y="1"/>
                  </a:moveTo>
                  <a:lnTo>
                    <a:pt x="0" y="1382"/>
                  </a:lnTo>
                  <a:lnTo>
                    <a:pt x="0" y="2739"/>
                  </a:lnTo>
                  <a:lnTo>
                    <a:pt x="2739" y="4121"/>
                  </a:lnTo>
                  <a:lnTo>
                    <a:pt x="2739"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94"/>
            <p:cNvSpPr/>
            <p:nvPr/>
          </p:nvSpPr>
          <p:spPr>
            <a:xfrm>
              <a:off x="5070128" y="3170586"/>
              <a:ext cx="23822" cy="132840"/>
            </a:xfrm>
            <a:custGeom>
              <a:rect b="b" l="l" r="r" t="t"/>
              <a:pathLst>
                <a:path extrusionOk="0" h="4121" w="739">
                  <a:moveTo>
                    <a:pt x="739" y="1"/>
                  </a:moveTo>
                  <a:lnTo>
                    <a:pt x="1" y="358"/>
                  </a:lnTo>
                  <a:lnTo>
                    <a:pt x="1" y="3763"/>
                  </a:lnTo>
                  <a:lnTo>
                    <a:pt x="739" y="4121"/>
                  </a:lnTo>
                  <a:lnTo>
                    <a:pt x="739"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94"/>
            <p:cNvSpPr/>
            <p:nvPr/>
          </p:nvSpPr>
          <p:spPr>
            <a:xfrm>
              <a:off x="4969555" y="3291886"/>
              <a:ext cx="46096" cy="59151"/>
            </a:xfrm>
            <a:custGeom>
              <a:rect b="b" l="l" r="r" t="t"/>
              <a:pathLst>
                <a:path extrusionOk="0" h="1835" w="1430">
                  <a:moveTo>
                    <a:pt x="668" y="0"/>
                  </a:moveTo>
                  <a:cubicBezTo>
                    <a:pt x="287" y="0"/>
                    <a:pt x="1" y="286"/>
                    <a:pt x="1" y="667"/>
                  </a:cubicBezTo>
                  <a:lnTo>
                    <a:pt x="1" y="1834"/>
                  </a:lnTo>
                  <a:lnTo>
                    <a:pt x="1430" y="1834"/>
                  </a:lnTo>
                  <a:lnTo>
                    <a:pt x="1382" y="667"/>
                  </a:lnTo>
                  <a:cubicBezTo>
                    <a:pt x="1382" y="286"/>
                    <a:pt x="1072" y="0"/>
                    <a:pt x="66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94"/>
            <p:cNvSpPr/>
            <p:nvPr/>
          </p:nvSpPr>
          <p:spPr>
            <a:xfrm>
              <a:off x="4743878" y="3035489"/>
              <a:ext cx="356229" cy="355165"/>
            </a:xfrm>
            <a:custGeom>
              <a:rect b="b" l="l" r="r" t="t"/>
              <a:pathLst>
                <a:path extrusionOk="0" h="11018" w="11051">
                  <a:moveTo>
                    <a:pt x="7954" y="5763"/>
                  </a:moveTo>
                  <a:lnTo>
                    <a:pt x="7954" y="6811"/>
                  </a:lnTo>
                  <a:lnTo>
                    <a:pt x="7407" y="6811"/>
                  </a:lnTo>
                  <a:cubicBezTo>
                    <a:pt x="7145" y="6811"/>
                    <a:pt x="6907" y="6573"/>
                    <a:pt x="6907" y="6311"/>
                  </a:cubicBezTo>
                  <a:cubicBezTo>
                    <a:pt x="6907" y="6002"/>
                    <a:pt x="7121" y="5763"/>
                    <a:pt x="7407" y="5763"/>
                  </a:cubicBezTo>
                  <a:close/>
                  <a:moveTo>
                    <a:pt x="2906" y="2072"/>
                  </a:moveTo>
                  <a:cubicBezTo>
                    <a:pt x="3525" y="2072"/>
                    <a:pt x="4096" y="2596"/>
                    <a:pt x="4073" y="3215"/>
                  </a:cubicBezTo>
                  <a:cubicBezTo>
                    <a:pt x="4025" y="4215"/>
                    <a:pt x="4930" y="5120"/>
                    <a:pt x="5883" y="5120"/>
                  </a:cubicBezTo>
                  <a:cubicBezTo>
                    <a:pt x="5883" y="6168"/>
                    <a:pt x="5049" y="7049"/>
                    <a:pt x="4001" y="7049"/>
                  </a:cubicBezTo>
                  <a:lnTo>
                    <a:pt x="3644" y="7049"/>
                  </a:lnTo>
                  <a:cubicBezTo>
                    <a:pt x="3630" y="7050"/>
                    <a:pt x="3616" y="7050"/>
                    <a:pt x="3602" y="7050"/>
                  </a:cubicBezTo>
                  <a:cubicBezTo>
                    <a:pt x="2597" y="7050"/>
                    <a:pt x="1763" y="6202"/>
                    <a:pt x="1763" y="5168"/>
                  </a:cubicBezTo>
                  <a:lnTo>
                    <a:pt x="1763" y="3239"/>
                  </a:lnTo>
                  <a:cubicBezTo>
                    <a:pt x="1763" y="2620"/>
                    <a:pt x="2287" y="2072"/>
                    <a:pt x="2906" y="2072"/>
                  </a:cubicBezTo>
                  <a:close/>
                  <a:moveTo>
                    <a:pt x="10002" y="4858"/>
                  </a:moveTo>
                  <a:lnTo>
                    <a:pt x="10002" y="7669"/>
                  </a:lnTo>
                  <a:lnTo>
                    <a:pt x="8288" y="6835"/>
                  </a:lnTo>
                  <a:lnTo>
                    <a:pt x="8288" y="5692"/>
                  </a:lnTo>
                  <a:lnTo>
                    <a:pt x="10002" y="4858"/>
                  </a:lnTo>
                  <a:close/>
                  <a:moveTo>
                    <a:pt x="8002" y="7121"/>
                  </a:moveTo>
                  <a:lnTo>
                    <a:pt x="8002" y="7835"/>
                  </a:lnTo>
                  <a:cubicBezTo>
                    <a:pt x="7907" y="7788"/>
                    <a:pt x="7835" y="7788"/>
                    <a:pt x="7740" y="7788"/>
                  </a:cubicBezTo>
                  <a:lnTo>
                    <a:pt x="7597" y="7788"/>
                  </a:lnTo>
                  <a:lnTo>
                    <a:pt x="7597" y="7121"/>
                  </a:lnTo>
                  <a:close/>
                  <a:moveTo>
                    <a:pt x="4430" y="7359"/>
                  </a:moveTo>
                  <a:lnTo>
                    <a:pt x="4430" y="8383"/>
                  </a:lnTo>
                  <a:cubicBezTo>
                    <a:pt x="4430" y="8693"/>
                    <a:pt x="4192" y="8978"/>
                    <a:pt x="3906" y="9026"/>
                  </a:cubicBezTo>
                  <a:cubicBezTo>
                    <a:pt x="3876" y="9029"/>
                    <a:pt x="3847" y="9031"/>
                    <a:pt x="3819" y="9031"/>
                  </a:cubicBezTo>
                  <a:cubicBezTo>
                    <a:pt x="3457" y="9031"/>
                    <a:pt x="3192" y="8758"/>
                    <a:pt x="3192" y="8383"/>
                  </a:cubicBezTo>
                  <a:lnTo>
                    <a:pt x="3192" y="7359"/>
                  </a:lnTo>
                  <a:cubicBezTo>
                    <a:pt x="3334" y="7383"/>
                    <a:pt x="3477" y="7383"/>
                    <a:pt x="3620" y="7383"/>
                  </a:cubicBezTo>
                  <a:cubicBezTo>
                    <a:pt x="3906" y="7383"/>
                    <a:pt x="4168" y="7383"/>
                    <a:pt x="4430" y="7359"/>
                  </a:cubicBezTo>
                  <a:close/>
                  <a:moveTo>
                    <a:pt x="7669" y="8121"/>
                  </a:moveTo>
                  <a:cubicBezTo>
                    <a:pt x="7978" y="8121"/>
                    <a:pt x="8240" y="8359"/>
                    <a:pt x="8240" y="8669"/>
                  </a:cubicBezTo>
                  <a:lnTo>
                    <a:pt x="8240" y="9669"/>
                  </a:lnTo>
                  <a:lnTo>
                    <a:pt x="7145" y="9669"/>
                  </a:lnTo>
                  <a:lnTo>
                    <a:pt x="7145" y="8669"/>
                  </a:lnTo>
                  <a:cubicBezTo>
                    <a:pt x="7145" y="8359"/>
                    <a:pt x="7383" y="8121"/>
                    <a:pt x="7669" y="8121"/>
                  </a:cubicBezTo>
                  <a:close/>
                  <a:moveTo>
                    <a:pt x="8240" y="9979"/>
                  </a:moveTo>
                  <a:lnTo>
                    <a:pt x="8240" y="10717"/>
                  </a:lnTo>
                  <a:lnTo>
                    <a:pt x="7145" y="10717"/>
                  </a:lnTo>
                  <a:lnTo>
                    <a:pt x="7145" y="9979"/>
                  </a:lnTo>
                  <a:close/>
                  <a:moveTo>
                    <a:pt x="5573" y="8145"/>
                  </a:moveTo>
                  <a:cubicBezTo>
                    <a:pt x="6073" y="8145"/>
                    <a:pt x="6549" y="8359"/>
                    <a:pt x="6883" y="8740"/>
                  </a:cubicBezTo>
                  <a:lnTo>
                    <a:pt x="6883" y="10741"/>
                  </a:lnTo>
                  <a:lnTo>
                    <a:pt x="405" y="10741"/>
                  </a:lnTo>
                  <a:lnTo>
                    <a:pt x="405" y="9859"/>
                  </a:lnTo>
                  <a:lnTo>
                    <a:pt x="381" y="9859"/>
                  </a:lnTo>
                  <a:cubicBezTo>
                    <a:pt x="381" y="8907"/>
                    <a:pt x="1167" y="8145"/>
                    <a:pt x="2072" y="8145"/>
                  </a:cubicBezTo>
                  <a:lnTo>
                    <a:pt x="2858" y="8145"/>
                  </a:lnTo>
                  <a:lnTo>
                    <a:pt x="2858" y="8383"/>
                  </a:lnTo>
                  <a:cubicBezTo>
                    <a:pt x="2858" y="8907"/>
                    <a:pt x="3263" y="9336"/>
                    <a:pt x="3811" y="9336"/>
                  </a:cubicBezTo>
                  <a:cubicBezTo>
                    <a:pt x="4311" y="9336"/>
                    <a:pt x="4763" y="8931"/>
                    <a:pt x="4763" y="8383"/>
                  </a:cubicBezTo>
                  <a:lnTo>
                    <a:pt x="4763" y="8145"/>
                  </a:lnTo>
                  <a:close/>
                  <a:moveTo>
                    <a:pt x="4501" y="0"/>
                  </a:moveTo>
                  <a:cubicBezTo>
                    <a:pt x="3501" y="0"/>
                    <a:pt x="2906" y="381"/>
                    <a:pt x="2668" y="596"/>
                  </a:cubicBezTo>
                  <a:cubicBezTo>
                    <a:pt x="2406" y="453"/>
                    <a:pt x="2120" y="381"/>
                    <a:pt x="1810" y="381"/>
                  </a:cubicBezTo>
                  <a:cubicBezTo>
                    <a:pt x="810" y="381"/>
                    <a:pt x="0" y="1191"/>
                    <a:pt x="0" y="2191"/>
                  </a:cubicBezTo>
                  <a:lnTo>
                    <a:pt x="0" y="2739"/>
                  </a:lnTo>
                  <a:cubicBezTo>
                    <a:pt x="0" y="2846"/>
                    <a:pt x="84" y="2900"/>
                    <a:pt x="167" y="2900"/>
                  </a:cubicBezTo>
                  <a:cubicBezTo>
                    <a:pt x="250" y="2900"/>
                    <a:pt x="334" y="2846"/>
                    <a:pt x="334" y="2739"/>
                  </a:cubicBezTo>
                  <a:lnTo>
                    <a:pt x="334" y="2191"/>
                  </a:lnTo>
                  <a:cubicBezTo>
                    <a:pt x="334" y="1358"/>
                    <a:pt x="1001" y="715"/>
                    <a:pt x="1810" y="715"/>
                  </a:cubicBezTo>
                  <a:cubicBezTo>
                    <a:pt x="2120" y="715"/>
                    <a:pt x="2382" y="810"/>
                    <a:pt x="2620" y="953"/>
                  </a:cubicBezTo>
                  <a:cubicBezTo>
                    <a:pt x="2640" y="963"/>
                    <a:pt x="2668" y="969"/>
                    <a:pt x="2699" y="969"/>
                  </a:cubicBezTo>
                  <a:cubicBezTo>
                    <a:pt x="2742" y="969"/>
                    <a:pt x="2792" y="957"/>
                    <a:pt x="2834" y="929"/>
                  </a:cubicBezTo>
                  <a:cubicBezTo>
                    <a:pt x="2834" y="929"/>
                    <a:pt x="3358" y="358"/>
                    <a:pt x="4501" y="358"/>
                  </a:cubicBezTo>
                  <a:cubicBezTo>
                    <a:pt x="6002" y="358"/>
                    <a:pt x="7264" y="1596"/>
                    <a:pt x="7264" y="3120"/>
                  </a:cubicBezTo>
                  <a:lnTo>
                    <a:pt x="7264" y="5454"/>
                  </a:lnTo>
                  <a:cubicBezTo>
                    <a:pt x="7264" y="5454"/>
                    <a:pt x="6573" y="5882"/>
                    <a:pt x="6573" y="6311"/>
                  </a:cubicBezTo>
                  <a:cubicBezTo>
                    <a:pt x="6573" y="6692"/>
                    <a:pt x="6835" y="7049"/>
                    <a:pt x="7240" y="7145"/>
                  </a:cubicBezTo>
                  <a:lnTo>
                    <a:pt x="7240" y="7954"/>
                  </a:lnTo>
                  <a:cubicBezTo>
                    <a:pt x="7049" y="8026"/>
                    <a:pt x="6930" y="8192"/>
                    <a:pt x="6883" y="8359"/>
                  </a:cubicBezTo>
                  <a:cubicBezTo>
                    <a:pt x="6502" y="8026"/>
                    <a:pt x="5525" y="7859"/>
                    <a:pt x="5525" y="7859"/>
                  </a:cubicBezTo>
                  <a:lnTo>
                    <a:pt x="4716" y="7859"/>
                  </a:lnTo>
                  <a:lnTo>
                    <a:pt x="4716" y="7288"/>
                  </a:lnTo>
                  <a:cubicBezTo>
                    <a:pt x="5597" y="7002"/>
                    <a:pt x="6192" y="6168"/>
                    <a:pt x="6192" y="5216"/>
                  </a:cubicBezTo>
                  <a:cubicBezTo>
                    <a:pt x="6192" y="4978"/>
                    <a:pt x="6192" y="4858"/>
                    <a:pt x="5883" y="4858"/>
                  </a:cubicBezTo>
                  <a:cubicBezTo>
                    <a:pt x="5025" y="4858"/>
                    <a:pt x="4287" y="4168"/>
                    <a:pt x="4335" y="3311"/>
                  </a:cubicBezTo>
                  <a:cubicBezTo>
                    <a:pt x="4358" y="2501"/>
                    <a:pt x="3692" y="1810"/>
                    <a:pt x="2906" y="1786"/>
                  </a:cubicBezTo>
                  <a:cubicBezTo>
                    <a:pt x="2892" y="1786"/>
                    <a:pt x="2878" y="1786"/>
                    <a:pt x="2864" y="1786"/>
                  </a:cubicBezTo>
                  <a:cubicBezTo>
                    <a:pt x="2071" y="1786"/>
                    <a:pt x="1382" y="2443"/>
                    <a:pt x="1382" y="3239"/>
                  </a:cubicBezTo>
                  <a:lnTo>
                    <a:pt x="1382" y="5168"/>
                  </a:lnTo>
                  <a:cubicBezTo>
                    <a:pt x="1382" y="6121"/>
                    <a:pt x="1977" y="6930"/>
                    <a:pt x="2810" y="7240"/>
                  </a:cubicBezTo>
                  <a:lnTo>
                    <a:pt x="2810" y="7788"/>
                  </a:lnTo>
                  <a:lnTo>
                    <a:pt x="2048" y="7788"/>
                  </a:lnTo>
                  <a:cubicBezTo>
                    <a:pt x="1310" y="7788"/>
                    <a:pt x="643" y="8192"/>
                    <a:pt x="310" y="8788"/>
                  </a:cubicBezTo>
                  <a:lnTo>
                    <a:pt x="310" y="3501"/>
                  </a:lnTo>
                  <a:cubicBezTo>
                    <a:pt x="310" y="3406"/>
                    <a:pt x="233" y="3358"/>
                    <a:pt x="155" y="3358"/>
                  </a:cubicBezTo>
                  <a:cubicBezTo>
                    <a:pt x="78" y="3358"/>
                    <a:pt x="0" y="3406"/>
                    <a:pt x="0" y="3501"/>
                  </a:cubicBezTo>
                  <a:lnTo>
                    <a:pt x="0" y="10860"/>
                  </a:lnTo>
                  <a:cubicBezTo>
                    <a:pt x="0" y="10953"/>
                    <a:pt x="45" y="11017"/>
                    <a:pt x="121" y="11017"/>
                  </a:cubicBezTo>
                  <a:cubicBezTo>
                    <a:pt x="142" y="11017"/>
                    <a:pt x="165" y="11013"/>
                    <a:pt x="191" y="11003"/>
                  </a:cubicBezTo>
                  <a:lnTo>
                    <a:pt x="8383" y="11003"/>
                  </a:lnTo>
                  <a:cubicBezTo>
                    <a:pt x="8478" y="11003"/>
                    <a:pt x="8526" y="10955"/>
                    <a:pt x="8526" y="10860"/>
                  </a:cubicBezTo>
                  <a:lnTo>
                    <a:pt x="8526" y="8621"/>
                  </a:lnTo>
                  <a:cubicBezTo>
                    <a:pt x="8526" y="8359"/>
                    <a:pt x="8407" y="8145"/>
                    <a:pt x="8264" y="8002"/>
                  </a:cubicBezTo>
                  <a:lnTo>
                    <a:pt x="8264" y="7168"/>
                  </a:lnTo>
                  <a:lnTo>
                    <a:pt x="10788" y="8431"/>
                  </a:lnTo>
                  <a:cubicBezTo>
                    <a:pt x="10810" y="8439"/>
                    <a:pt x="10831" y="8443"/>
                    <a:pt x="10852" y="8443"/>
                  </a:cubicBezTo>
                  <a:cubicBezTo>
                    <a:pt x="10946" y="8443"/>
                    <a:pt x="11026" y="8362"/>
                    <a:pt x="11026" y="8264"/>
                  </a:cubicBezTo>
                  <a:lnTo>
                    <a:pt x="11026" y="7669"/>
                  </a:lnTo>
                  <a:cubicBezTo>
                    <a:pt x="11026" y="7573"/>
                    <a:pt x="10949" y="7526"/>
                    <a:pt x="10872" y="7526"/>
                  </a:cubicBezTo>
                  <a:cubicBezTo>
                    <a:pt x="10794" y="7526"/>
                    <a:pt x="10717" y="7573"/>
                    <a:pt x="10717" y="7669"/>
                  </a:cubicBezTo>
                  <a:lnTo>
                    <a:pt x="10717" y="8002"/>
                  </a:lnTo>
                  <a:lnTo>
                    <a:pt x="10288" y="7788"/>
                  </a:lnTo>
                  <a:lnTo>
                    <a:pt x="10288" y="4668"/>
                  </a:lnTo>
                  <a:lnTo>
                    <a:pt x="10717" y="4454"/>
                  </a:lnTo>
                  <a:lnTo>
                    <a:pt x="10717" y="6883"/>
                  </a:lnTo>
                  <a:cubicBezTo>
                    <a:pt x="10717" y="7002"/>
                    <a:pt x="10812" y="7049"/>
                    <a:pt x="10884" y="7049"/>
                  </a:cubicBezTo>
                  <a:cubicBezTo>
                    <a:pt x="10979" y="7049"/>
                    <a:pt x="11050" y="7002"/>
                    <a:pt x="11050" y="6907"/>
                  </a:cubicBezTo>
                  <a:lnTo>
                    <a:pt x="11050" y="4215"/>
                  </a:lnTo>
                  <a:cubicBezTo>
                    <a:pt x="11050" y="4122"/>
                    <a:pt x="10977" y="4058"/>
                    <a:pt x="10887" y="4058"/>
                  </a:cubicBezTo>
                  <a:cubicBezTo>
                    <a:pt x="10863" y="4058"/>
                    <a:pt x="10838" y="4062"/>
                    <a:pt x="10812" y="4073"/>
                  </a:cubicBezTo>
                  <a:lnTo>
                    <a:pt x="8097" y="5406"/>
                  </a:lnTo>
                  <a:lnTo>
                    <a:pt x="7597" y="5406"/>
                  </a:lnTo>
                  <a:lnTo>
                    <a:pt x="7597" y="3096"/>
                  </a:lnTo>
                  <a:cubicBezTo>
                    <a:pt x="7597" y="1405"/>
                    <a:pt x="6216" y="0"/>
                    <a:pt x="4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94"/>
            <p:cNvSpPr/>
            <p:nvPr/>
          </p:nvSpPr>
          <p:spPr>
            <a:xfrm>
              <a:off x="5038667" y="3035489"/>
              <a:ext cx="61440" cy="61440"/>
            </a:xfrm>
            <a:custGeom>
              <a:rect b="b" l="l" r="r" t="t"/>
              <a:pathLst>
                <a:path extrusionOk="0" h="1906" w="1906">
                  <a:moveTo>
                    <a:pt x="929" y="572"/>
                  </a:moveTo>
                  <a:lnTo>
                    <a:pt x="1024" y="762"/>
                  </a:lnTo>
                  <a:cubicBezTo>
                    <a:pt x="1048" y="834"/>
                    <a:pt x="1096" y="858"/>
                    <a:pt x="1143" y="858"/>
                  </a:cubicBezTo>
                  <a:lnTo>
                    <a:pt x="1381" y="881"/>
                  </a:lnTo>
                  <a:lnTo>
                    <a:pt x="1215" y="1072"/>
                  </a:lnTo>
                  <a:cubicBezTo>
                    <a:pt x="1167" y="1096"/>
                    <a:pt x="1143" y="1167"/>
                    <a:pt x="1167" y="1215"/>
                  </a:cubicBezTo>
                  <a:lnTo>
                    <a:pt x="1215" y="1453"/>
                  </a:lnTo>
                  <a:lnTo>
                    <a:pt x="1000" y="1334"/>
                  </a:lnTo>
                  <a:cubicBezTo>
                    <a:pt x="965" y="1322"/>
                    <a:pt x="935" y="1316"/>
                    <a:pt x="911" y="1316"/>
                  </a:cubicBezTo>
                  <a:cubicBezTo>
                    <a:pt x="887" y="1316"/>
                    <a:pt x="869" y="1322"/>
                    <a:pt x="857" y="1334"/>
                  </a:cubicBezTo>
                  <a:lnTo>
                    <a:pt x="643" y="1453"/>
                  </a:lnTo>
                  <a:lnTo>
                    <a:pt x="643" y="1453"/>
                  </a:lnTo>
                  <a:lnTo>
                    <a:pt x="667" y="1215"/>
                  </a:lnTo>
                  <a:cubicBezTo>
                    <a:pt x="667" y="1167"/>
                    <a:pt x="667" y="1120"/>
                    <a:pt x="643" y="1072"/>
                  </a:cubicBezTo>
                  <a:lnTo>
                    <a:pt x="453" y="881"/>
                  </a:lnTo>
                  <a:lnTo>
                    <a:pt x="738" y="858"/>
                  </a:lnTo>
                  <a:cubicBezTo>
                    <a:pt x="786" y="858"/>
                    <a:pt x="834" y="834"/>
                    <a:pt x="857" y="762"/>
                  </a:cubicBezTo>
                  <a:lnTo>
                    <a:pt x="929" y="572"/>
                  </a:lnTo>
                  <a:close/>
                  <a:moveTo>
                    <a:pt x="953" y="0"/>
                  </a:moveTo>
                  <a:cubicBezTo>
                    <a:pt x="881" y="0"/>
                    <a:pt x="834" y="24"/>
                    <a:pt x="786" y="96"/>
                  </a:cubicBezTo>
                  <a:lnTo>
                    <a:pt x="595" y="524"/>
                  </a:lnTo>
                  <a:lnTo>
                    <a:pt x="143" y="596"/>
                  </a:lnTo>
                  <a:cubicBezTo>
                    <a:pt x="72" y="596"/>
                    <a:pt x="24" y="643"/>
                    <a:pt x="24" y="715"/>
                  </a:cubicBezTo>
                  <a:cubicBezTo>
                    <a:pt x="0" y="762"/>
                    <a:pt x="24" y="834"/>
                    <a:pt x="48" y="881"/>
                  </a:cubicBezTo>
                  <a:lnTo>
                    <a:pt x="381" y="1239"/>
                  </a:lnTo>
                  <a:lnTo>
                    <a:pt x="286" y="1715"/>
                  </a:lnTo>
                  <a:cubicBezTo>
                    <a:pt x="286" y="1786"/>
                    <a:pt x="310" y="1834"/>
                    <a:pt x="357" y="1882"/>
                  </a:cubicBezTo>
                  <a:cubicBezTo>
                    <a:pt x="381" y="1905"/>
                    <a:pt x="405" y="1905"/>
                    <a:pt x="429" y="1905"/>
                  </a:cubicBezTo>
                  <a:cubicBezTo>
                    <a:pt x="453" y="1905"/>
                    <a:pt x="500" y="1905"/>
                    <a:pt x="524" y="1882"/>
                  </a:cubicBezTo>
                  <a:lnTo>
                    <a:pt x="929" y="1644"/>
                  </a:lnTo>
                  <a:lnTo>
                    <a:pt x="1358" y="1882"/>
                  </a:lnTo>
                  <a:cubicBezTo>
                    <a:pt x="1393" y="1894"/>
                    <a:pt x="1423" y="1900"/>
                    <a:pt x="1450" y="1900"/>
                  </a:cubicBezTo>
                  <a:cubicBezTo>
                    <a:pt x="1477" y="1900"/>
                    <a:pt x="1500" y="1894"/>
                    <a:pt x="1524" y="1882"/>
                  </a:cubicBezTo>
                  <a:cubicBezTo>
                    <a:pt x="1596" y="1834"/>
                    <a:pt x="1620" y="1786"/>
                    <a:pt x="1596" y="1715"/>
                  </a:cubicBezTo>
                  <a:lnTo>
                    <a:pt x="1500" y="1239"/>
                  </a:lnTo>
                  <a:lnTo>
                    <a:pt x="1834" y="881"/>
                  </a:lnTo>
                  <a:cubicBezTo>
                    <a:pt x="1858" y="858"/>
                    <a:pt x="1905" y="762"/>
                    <a:pt x="1858" y="715"/>
                  </a:cubicBezTo>
                  <a:cubicBezTo>
                    <a:pt x="1834" y="643"/>
                    <a:pt x="1810" y="620"/>
                    <a:pt x="1739" y="596"/>
                  </a:cubicBezTo>
                  <a:lnTo>
                    <a:pt x="1310" y="524"/>
                  </a:lnTo>
                  <a:lnTo>
                    <a:pt x="1096" y="96"/>
                  </a:lnTo>
                  <a:cubicBezTo>
                    <a:pt x="1072" y="24"/>
                    <a:pt x="1000" y="0"/>
                    <a:pt x="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94"/>
            <p:cNvSpPr/>
            <p:nvPr/>
          </p:nvSpPr>
          <p:spPr>
            <a:xfrm>
              <a:off x="5004111" y="3107631"/>
              <a:ext cx="61440" cy="61085"/>
            </a:xfrm>
            <a:custGeom>
              <a:rect b="b" l="l" r="r" t="t"/>
              <a:pathLst>
                <a:path extrusionOk="0" h="1895" w="1906">
                  <a:moveTo>
                    <a:pt x="929" y="549"/>
                  </a:moveTo>
                  <a:lnTo>
                    <a:pt x="1024" y="763"/>
                  </a:lnTo>
                  <a:cubicBezTo>
                    <a:pt x="1048" y="834"/>
                    <a:pt x="1096" y="858"/>
                    <a:pt x="1144" y="858"/>
                  </a:cubicBezTo>
                  <a:lnTo>
                    <a:pt x="1382" y="882"/>
                  </a:lnTo>
                  <a:lnTo>
                    <a:pt x="1215" y="1073"/>
                  </a:lnTo>
                  <a:cubicBezTo>
                    <a:pt x="1167" y="1096"/>
                    <a:pt x="1144" y="1144"/>
                    <a:pt x="1167" y="1215"/>
                  </a:cubicBezTo>
                  <a:lnTo>
                    <a:pt x="1215" y="1454"/>
                  </a:lnTo>
                  <a:lnTo>
                    <a:pt x="1001" y="1334"/>
                  </a:lnTo>
                  <a:cubicBezTo>
                    <a:pt x="965" y="1323"/>
                    <a:pt x="935" y="1317"/>
                    <a:pt x="911" y="1317"/>
                  </a:cubicBezTo>
                  <a:cubicBezTo>
                    <a:pt x="888" y="1317"/>
                    <a:pt x="870" y="1323"/>
                    <a:pt x="858" y="1334"/>
                  </a:cubicBezTo>
                  <a:lnTo>
                    <a:pt x="643" y="1454"/>
                  </a:lnTo>
                  <a:lnTo>
                    <a:pt x="667" y="1215"/>
                  </a:lnTo>
                  <a:cubicBezTo>
                    <a:pt x="667" y="1144"/>
                    <a:pt x="667" y="1120"/>
                    <a:pt x="643" y="1073"/>
                  </a:cubicBezTo>
                  <a:lnTo>
                    <a:pt x="453" y="882"/>
                  </a:lnTo>
                  <a:lnTo>
                    <a:pt x="739" y="858"/>
                  </a:lnTo>
                  <a:cubicBezTo>
                    <a:pt x="786" y="858"/>
                    <a:pt x="810" y="834"/>
                    <a:pt x="858" y="763"/>
                  </a:cubicBezTo>
                  <a:lnTo>
                    <a:pt x="929" y="549"/>
                  </a:lnTo>
                  <a:close/>
                  <a:moveTo>
                    <a:pt x="953" y="1"/>
                  </a:moveTo>
                  <a:cubicBezTo>
                    <a:pt x="882" y="1"/>
                    <a:pt x="834" y="25"/>
                    <a:pt x="786" y="72"/>
                  </a:cubicBezTo>
                  <a:lnTo>
                    <a:pt x="596" y="525"/>
                  </a:lnTo>
                  <a:lnTo>
                    <a:pt x="143" y="596"/>
                  </a:lnTo>
                  <a:cubicBezTo>
                    <a:pt x="72" y="596"/>
                    <a:pt x="24" y="644"/>
                    <a:pt x="24" y="715"/>
                  </a:cubicBezTo>
                  <a:cubicBezTo>
                    <a:pt x="0" y="763"/>
                    <a:pt x="24" y="834"/>
                    <a:pt x="48" y="882"/>
                  </a:cubicBezTo>
                  <a:lnTo>
                    <a:pt x="382" y="1239"/>
                  </a:lnTo>
                  <a:lnTo>
                    <a:pt x="286" y="1716"/>
                  </a:lnTo>
                  <a:cubicBezTo>
                    <a:pt x="286" y="1787"/>
                    <a:pt x="310" y="1835"/>
                    <a:pt x="358" y="1858"/>
                  </a:cubicBezTo>
                  <a:cubicBezTo>
                    <a:pt x="382" y="1882"/>
                    <a:pt x="411" y="1894"/>
                    <a:pt x="441" y="1894"/>
                  </a:cubicBezTo>
                  <a:cubicBezTo>
                    <a:pt x="471" y="1894"/>
                    <a:pt x="501" y="1882"/>
                    <a:pt x="524" y="1858"/>
                  </a:cubicBezTo>
                  <a:lnTo>
                    <a:pt x="953" y="1620"/>
                  </a:lnTo>
                  <a:lnTo>
                    <a:pt x="1358" y="1858"/>
                  </a:lnTo>
                  <a:cubicBezTo>
                    <a:pt x="1394" y="1882"/>
                    <a:pt x="1423" y="1894"/>
                    <a:pt x="1453" y="1894"/>
                  </a:cubicBezTo>
                  <a:cubicBezTo>
                    <a:pt x="1483" y="1894"/>
                    <a:pt x="1513" y="1882"/>
                    <a:pt x="1548" y="1858"/>
                  </a:cubicBezTo>
                  <a:cubicBezTo>
                    <a:pt x="1596" y="1835"/>
                    <a:pt x="1620" y="1787"/>
                    <a:pt x="1596" y="1716"/>
                  </a:cubicBezTo>
                  <a:lnTo>
                    <a:pt x="1501" y="1239"/>
                  </a:lnTo>
                  <a:lnTo>
                    <a:pt x="1834" y="882"/>
                  </a:lnTo>
                  <a:cubicBezTo>
                    <a:pt x="1858" y="858"/>
                    <a:pt x="1906" y="763"/>
                    <a:pt x="1858" y="715"/>
                  </a:cubicBezTo>
                  <a:cubicBezTo>
                    <a:pt x="1834" y="644"/>
                    <a:pt x="1810" y="620"/>
                    <a:pt x="1739" y="596"/>
                  </a:cubicBezTo>
                  <a:lnTo>
                    <a:pt x="1310" y="525"/>
                  </a:lnTo>
                  <a:lnTo>
                    <a:pt x="1096" y="72"/>
                  </a:lnTo>
                  <a:cubicBezTo>
                    <a:pt x="1072" y="25"/>
                    <a:pt x="1001" y="1"/>
                    <a:pt x="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4"/>
            <p:cNvSpPr/>
            <p:nvPr/>
          </p:nvSpPr>
          <p:spPr>
            <a:xfrm>
              <a:off x="5030221" y="3330278"/>
              <a:ext cx="62214" cy="61053"/>
            </a:xfrm>
            <a:custGeom>
              <a:rect b="b" l="l" r="r" t="t"/>
              <a:pathLst>
                <a:path extrusionOk="0" h="1894" w="1930">
                  <a:moveTo>
                    <a:pt x="929" y="548"/>
                  </a:moveTo>
                  <a:lnTo>
                    <a:pt x="1024" y="762"/>
                  </a:lnTo>
                  <a:cubicBezTo>
                    <a:pt x="1048" y="810"/>
                    <a:pt x="1072" y="857"/>
                    <a:pt x="1143" y="857"/>
                  </a:cubicBezTo>
                  <a:lnTo>
                    <a:pt x="1381" y="881"/>
                  </a:lnTo>
                  <a:lnTo>
                    <a:pt x="1239" y="1072"/>
                  </a:lnTo>
                  <a:cubicBezTo>
                    <a:pt x="1191" y="1096"/>
                    <a:pt x="1167" y="1143"/>
                    <a:pt x="1191" y="1215"/>
                  </a:cubicBezTo>
                  <a:lnTo>
                    <a:pt x="1239" y="1453"/>
                  </a:lnTo>
                  <a:lnTo>
                    <a:pt x="1024" y="1334"/>
                  </a:lnTo>
                  <a:cubicBezTo>
                    <a:pt x="988" y="1322"/>
                    <a:pt x="965" y="1316"/>
                    <a:pt x="944" y="1316"/>
                  </a:cubicBezTo>
                  <a:cubicBezTo>
                    <a:pt x="923" y="1316"/>
                    <a:pt x="905" y="1322"/>
                    <a:pt x="881" y="1334"/>
                  </a:cubicBezTo>
                  <a:lnTo>
                    <a:pt x="667" y="1453"/>
                  </a:lnTo>
                  <a:lnTo>
                    <a:pt x="691" y="1215"/>
                  </a:lnTo>
                  <a:cubicBezTo>
                    <a:pt x="691" y="1143"/>
                    <a:pt x="691" y="1119"/>
                    <a:pt x="667" y="1072"/>
                  </a:cubicBezTo>
                  <a:lnTo>
                    <a:pt x="476" y="881"/>
                  </a:lnTo>
                  <a:lnTo>
                    <a:pt x="715" y="857"/>
                  </a:lnTo>
                  <a:cubicBezTo>
                    <a:pt x="786" y="857"/>
                    <a:pt x="810" y="810"/>
                    <a:pt x="834" y="762"/>
                  </a:cubicBezTo>
                  <a:lnTo>
                    <a:pt x="929" y="548"/>
                  </a:lnTo>
                  <a:close/>
                  <a:moveTo>
                    <a:pt x="977" y="0"/>
                  </a:moveTo>
                  <a:cubicBezTo>
                    <a:pt x="905" y="0"/>
                    <a:pt x="857" y="24"/>
                    <a:pt x="810" y="72"/>
                  </a:cubicBezTo>
                  <a:lnTo>
                    <a:pt x="596" y="524"/>
                  </a:lnTo>
                  <a:lnTo>
                    <a:pt x="167" y="595"/>
                  </a:lnTo>
                  <a:cubicBezTo>
                    <a:pt x="95" y="595"/>
                    <a:pt x="48" y="643"/>
                    <a:pt x="48" y="714"/>
                  </a:cubicBezTo>
                  <a:cubicBezTo>
                    <a:pt x="0" y="762"/>
                    <a:pt x="48" y="810"/>
                    <a:pt x="72" y="881"/>
                  </a:cubicBezTo>
                  <a:lnTo>
                    <a:pt x="405" y="1238"/>
                  </a:lnTo>
                  <a:lnTo>
                    <a:pt x="310" y="1715"/>
                  </a:lnTo>
                  <a:cubicBezTo>
                    <a:pt x="310" y="1786"/>
                    <a:pt x="334" y="1834"/>
                    <a:pt x="381" y="1858"/>
                  </a:cubicBezTo>
                  <a:cubicBezTo>
                    <a:pt x="405" y="1881"/>
                    <a:pt x="435" y="1893"/>
                    <a:pt x="465" y="1893"/>
                  </a:cubicBezTo>
                  <a:cubicBezTo>
                    <a:pt x="494" y="1893"/>
                    <a:pt x="524" y="1881"/>
                    <a:pt x="548" y="1858"/>
                  </a:cubicBezTo>
                  <a:lnTo>
                    <a:pt x="977" y="1619"/>
                  </a:lnTo>
                  <a:lnTo>
                    <a:pt x="1381" y="1858"/>
                  </a:lnTo>
                  <a:cubicBezTo>
                    <a:pt x="1417" y="1881"/>
                    <a:pt x="1447" y="1893"/>
                    <a:pt x="1477" y="1893"/>
                  </a:cubicBezTo>
                  <a:cubicBezTo>
                    <a:pt x="1506" y="1893"/>
                    <a:pt x="1536" y="1881"/>
                    <a:pt x="1572" y="1858"/>
                  </a:cubicBezTo>
                  <a:cubicBezTo>
                    <a:pt x="1620" y="1834"/>
                    <a:pt x="1643" y="1786"/>
                    <a:pt x="1620" y="1715"/>
                  </a:cubicBezTo>
                  <a:lnTo>
                    <a:pt x="1524" y="1238"/>
                  </a:lnTo>
                  <a:lnTo>
                    <a:pt x="1858" y="881"/>
                  </a:lnTo>
                  <a:cubicBezTo>
                    <a:pt x="1882" y="857"/>
                    <a:pt x="1929" y="762"/>
                    <a:pt x="1882" y="714"/>
                  </a:cubicBezTo>
                  <a:cubicBezTo>
                    <a:pt x="1882" y="643"/>
                    <a:pt x="1834" y="619"/>
                    <a:pt x="1762" y="595"/>
                  </a:cubicBezTo>
                  <a:lnTo>
                    <a:pt x="1334" y="524"/>
                  </a:lnTo>
                  <a:lnTo>
                    <a:pt x="1119" y="72"/>
                  </a:lnTo>
                  <a:cubicBezTo>
                    <a:pt x="1096" y="24"/>
                    <a:pt x="1024" y="0"/>
                    <a:pt x="9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8" name="Google Shape;19148;p94"/>
          <p:cNvGrpSpPr/>
          <p:nvPr/>
        </p:nvGrpSpPr>
        <p:grpSpPr>
          <a:xfrm>
            <a:off x="5512296" y="2883863"/>
            <a:ext cx="359291" cy="356970"/>
            <a:chOff x="5512296" y="3036263"/>
            <a:chExt cx="359291" cy="356970"/>
          </a:xfrm>
        </p:grpSpPr>
        <p:sp>
          <p:nvSpPr>
            <p:cNvPr id="19149" name="Google Shape;19149;p94"/>
            <p:cNvSpPr/>
            <p:nvPr/>
          </p:nvSpPr>
          <p:spPr>
            <a:xfrm>
              <a:off x="5671988" y="3041614"/>
              <a:ext cx="199599" cy="184997"/>
            </a:xfrm>
            <a:custGeom>
              <a:rect b="b" l="l" r="r" t="t"/>
              <a:pathLst>
                <a:path extrusionOk="0" h="5739" w="6192">
                  <a:moveTo>
                    <a:pt x="3736" y="757"/>
                  </a:moveTo>
                  <a:cubicBezTo>
                    <a:pt x="4102" y="757"/>
                    <a:pt x="4465" y="894"/>
                    <a:pt x="4739" y="1168"/>
                  </a:cubicBezTo>
                  <a:cubicBezTo>
                    <a:pt x="5311" y="1763"/>
                    <a:pt x="5311" y="2668"/>
                    <a:pt x="4763" y="3240"/>
                  </a:cubicBezTo>
                  <a:lnTo>
                    <a:pt x="3453" y="4549"/>
                  </a:lnTo>
                  <a:cubicBezTo>
                    <a:pt x="3175" y="4813"/>
                    <a:pt x="2797" y="4951"/>
                    <a:pt x="2419" y="4951"/>
                  </a:cubicBezTo>
                  <a:cubicBezTo>
                    <a:pt x="2184" y="4951"/>
                    <a:pt x="1949" y="4897"/>
                    <a:pt x="1739" y="4788"/>
                  </a:cubicBezTo>
                  <a:lnTo>
                    <a:pt x="1119" y="4073"/>
                  </a:lnTo>
                  <a:cubicBezTo>
                    <a:pt x="905" y="3549"/>
                    <a:pt x="1000" y="2930"/>
                    <a:pt x="1429" y="2478"/>
                  </a:cubicBezTo>
                  <a:lnTo>
                    <a:pt x="2715" y="1168"/>
                  </a:lnTo>
                  <a:cubicBezTo>
                    <a:pt x="3001" y="894"/>
                    <a:pt x="3370" y="757"/>
                    <a:pt x="3736" y="757"/>
                  </a:cubicBezTo>
                  <a:close/>
                  <a:moveTo>
                    <a:pt x="3748" y="1"/>
                  </a:moveTo>
                  <a:cubicBezTo>
                    <a:pt x="3179" y="1"/>
                    <a:pt x="2608" y="215"/>
                    <a:pt x="2167" y="644"/>
                  </a:cubicBezTo>
                  <a:lnTo>
                    <a:pt x="857" y="1954"/>
                  </a:lnTo>
                  <a:cubicBezTo>
                    <a:pt x="119" y="2692"/>
                    <a:pt x="0" y="3883"/>
                    <a:pt x="548" y="4740"/>
                  </a:cubicBezTo>
                  <a:lnTo>
                    <a:pt x="1191" y="5383"/>
                  </a:lnTo>
                  <a:cubicBezTo>
                    <a:pt x="1558" y="5617"/>
                    <a:pt x="1982" y="5738"/>
                    <a:pt x="2406" y="5738"/>
                  </a:cubicBezTo>
                  <a:cubicBezTo>
                    <a:pt x="2973" y="5738"/>
                    <a:pt x="3541" y="5523"/>
                    <a:pt x="3977" y="5073"/>
                  </a:cubicBezTo>
                  <a:lnTo>
                    <a:pt x="5287" y="3764"/>
                  </a:lnTo>
                  <a:cubicBezTo>
                    <a:pt x="6192" y="2906"/>
                    <a:pt x="6192" y="1501"/>
                    <a:pt x="5311" y="644"/>
                  </a:cubicBezTo>
                  <a:cubicBezTo>
                    <a:pt x="4882" y="215"/>
                    <a:pt x="4316" y="1"/>
                    <a:pt x="3748"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94"/>
            <p:cNvSpPr/>
            <p:nvPr/>
          </p:nvSpPr>
          <p:spPr>
            <a:xfrm>
              <a:off x="5512296" y="3200435"/>
              <a:ext cx="198858" cy="185126"/>
            </a:xfrm>
            <a:custGeom>
              <a:rect b="b" l="l" r="r" t="t"/>
              <a:pathLst>
                <a:path extrusionOk="0" h="5743" w="6169">
                  <a:moveTo>
                    <a:pt x="3760" y="794"/>
                  </a:moveTo>
                  <a:cubicBezTo>
                    <a:pt x="3985" y="794"/>
                    <a:pt x="4208" y="848"/>
                    <a:pt x="4406" y="956"/>
                  </a:cubicBezTo>
                  <a:lnTo>
                    <a:pt x="5026" y="1575"/>
                  </a:lnTo>
                  <a:cubicBezTo>
                    <a:pt x="5287" y="2123"/>
                    <a:pt x="5216" y="2790"/>
                    <a:pt x="4764" y="3242"/>
                  </a:cubicBezTo>
                  <a:lnTo>
                    <a:pt x="3454" y="4552"/>
                  </a:lnTo>
                  <a:cubicBezTo>
                    <a:pt x="3168" y="4838"/>
                    <a:pt x="2805" y="4981"/>
                    <a:pt x="2442" y="4981"/>
                  </a:cubicBezTo>
                  <a:cubicBezTo>
                    <a:pt x="2078" y="4981"/>
                    <a:pt x="1715" y="4838"/>
                    <a:pt x="1430" y="4552"/>
                  </a:cubicBezTo>
                  <a:cubicBezTo>
                    <a:pt x="858" y="3980"/>
                    <a:pt x="858" y="3099"/>
                    <a:pt x="1430" y="2528"/>
                  </a:cubicBezTo>
                  <a:lnTo>
                    <a:pt x="2739" y="1218"/>
                  </a:lnTo>
                  <a:cubicBezTo>
                    <a:pt x="3020" y="937"/>
                    <a:pt x="3393" y="794"/>
                    <a:pt x="3760" y="794"/>
                  </a:cubicBezTo>
                  <a:close/>
                  <a:moveTo>
                    <a:pt x="3732" y="1"/>
                  </a:moveTo>
                  <a:cubicBezTo>
                    <a:pt x="3162" y="1"/>
                    <a:pt x="2594" y="220"/>
                    <a:pt x="2168" y="646"/>
                  </a:cubicBezTo>
                  <a:lnTo>
                    <a:pt x="858" y="1956"/>
                  </a:lnTo>
                  <a:cubicBezTo>
                    <a:pt x="1" y="2814"/>
                    <a:pt x="1" y="4219"/>
                    <a:pt x="858" y="5100"/>
                  </a:cubicBezTo>
                  <a:cubicBezTo>
                    <a:pt x="1287" y="5528"/>
                    <a:pt x="1852" y="5743"/>
                    <a:pt x="2424" y="5743"/>
                  </a:cubicBezTo>
                  <a:cubicBezTo>
                    <a:pt x="2995" y="5743"/>
                    <a:pt x="3573" y="5528"/>
                    <a:pt x="4025" y="5100"/>
                  </a:cubicBezTo>
                  <a:lnTo>
                    <a:pt x="5335" y="3790"/>
                  </a:lnTo>
                  <a:cubicBezTo>
                    <a:pt x="6073" y="3028"/>
                    <a:pt x="6169" y="1885"/>
                    <a:pt x="5597" y="1004"/>
                  </a:cubicBezTo>
                  <a:lnTo>
                    <a:pt x="4930" y="361"/>
                  </a:lnTo>
                  <a:cubicBezTo>
                    <a:pt x="4568" y="119"/>
                    <a:pt x="4149" y="1"/>
                    <a:pt x="37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94"/>
            <p:cNvSpPr/>
            <p:nvPr/>
          </p:nvSpPr>
          <p:spPr>
            <a:xfrm>
              <a:off x="5576798" y="3200468"/>
              <a:ext cx="134355" cy="185738"/>
            </a:xfrm>
            <a:custGeom>
              <a:rect b="b" l="l" r="r" t="t"/>
              <a:pathLst>
                <a:path extrusionOk="0" h="5762" w="4168">
                  <a:moveTo>
                    <a:pt x="1753" y="1"/>
                  </a:moveTo>
                  <a:cubicBezTo>
                    <a:pt x="1602" y="1"/>
                    <a:pt x="1453" y="17"/>
                    <a:pt x="1310" y="50"/>
                  </a:cubicBezTo>
                  <a:cubicBezTo>
                    <a:pt x="1572" y="122"/>
                    <a:pt x="1810" y="217"/>
                    <a:pt x="2048" y="360"/>
                  </a:cubicBezTo>
                  <a:lnTo>
                    <a:pt x="2691" y="1003"/>
                  </a:lnTo>
                  <a:cubicBezTo>
                    <a:pt x="2786" y="1169"/>
                    <a:pt x="2882" y="1336"/>
                    <a:pt x="2929" y="1527"/>
                  </a:cubicBezTo>
                  <a:lnTo>
                    <a:pt x="3025" y="1598"/>
                  </a:lnTo>
                  <a:cubicBezTo>
                    <a:pt x="3263" y="2074"/>
                    <a:pt x="3239" y="2646"/>
                    <a:pt x="2905" y="3098"/>
                  </a:cubicBezTo>
                  <a:cubicBezTo>
                    <a:pt x="2786" y="3360"/>
                    <a:pt x="2643" y="3598"/>
                    <a:pt x="2429" y="3813"/>
                  </a:cubicBezTo>
                  <a:lnTo>
                    <a:pt x="1119" y="5123"/>
                  </a:lnTo>
                  <a:cubicBezTo>
                    <a:pt x="786" y="5432"/>
                    <a:pt x="405" y="5623"/>
                    <a:pt x="0" y="5718"/>
                  </a:cubicBezTo>
                  <a:cubicBezTo>
                    <a:pt x="145" y="5747"/>
                    <a:pt x="291" y="5761"/>
                    <a:pt x="436" y="5761"/>
                  </a:cubicBezTo>
                  <a:cubicBezTo>
                    <a:pt x="1007" y="5761"/>
                    <a:pt x="1569" y="5540"/>
                    <a:pt x="2024" y="5123"/>
                  </a:cubicBezTo>
                  <a:lnTo>
                    <a:pt x="3334" y="3813"/>
                  </a:lnTo>
                  <a:cubicBezTo>
                    <a:pt x="4072" y="3027"/>
                    <a:pt x="4168" y="1884"/>
                    <a:pt x="3596" y="1003"/>
                  </a:cubicBezTo>
                  <a:lnTo>
                    <a:pt x="2929" y="360"/>
                  </a:lnTo>
                  <a:cubicBezTo>
                    <a:pt x="2566" y="117"/>
                    <a:pt x="2152" y="1"/>
                    <a:pt x="1753"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94"/>
            <p:cNvSpPr/>
            <p:nvPr/>
          </p:nvSpPr>
          <p:spPr>
            <a:xfrm>
              <a:off x="5737232" y="3041678"/>
              <a:ext cx="134355" cy="185222"/>
            </a:xfrm>
            <a:custGeom>
              <a:rect b="b" l="l" r="r" t="t"/>
              <a:pathLst>
                <a:path extrusionOk="0" h="5746" w="4168">
                  <a:moveTo>
                    <a:pt x="1736" y="1"/>
                  </a:moveTo>
                  <a:cubicBezTo>
                    <a:pt x="1584" y="1"/>
                    <a:pt x="1433" y="16"/>
                    <a:pt x="1286" y="46"/>
                  </a:cubicBezTo>
                  <a:cubicBezTo>
                    <a:pt x="1715" y="142"/>
                    <a:pt x="2096" y="332"/>
                    <a:pt x="2429" y="642"/>
                  </a:cubicBezTo>
                  <a:cubicBezTo>
                    <a:pt x="2668" y="880"/>
                    <a:pt x="2834" y="1166"/>
                    <a:pt x="2953" y="1475"/>
                  </a:cubicBezTo>
                  <a:cubicBezTo>
                    <a:pt x="3239" y="1928"/>
                    <a:pt x="3239" y="2523"/>
                    <a:pt x="2953" y="2952"/>
                  </a:cubicBezTo>
                  <a:cubicBezTo>
                    <a:pt x="2834" y="3261"/>
                    <a:pt x="2691" y="3547"/>
                    <a:pt x="2429" y="3785"/>
                  </a:cubicBezTo>
                  <a:lnTo>
                    <a:pt x="1120" y="5095"/>
                  </a:lnTo>
                  <a:cubicBezTo>
                    <a:pt x="786" y="5429"/>
                    <a:pt x="405" y="5643"/>
                    <a:pt x="0" y="5690"/>
                  </a:cubicBezTo>
                  <a:cubicBezTo>
                    <a:pt x="153" y="5727"/>
                    <a:pt x="310" y="5746"/>
                    <a:pt x="467" y="5746"/>
                  </a:cubicBezTo>
                  <a:cubicBezTo>
                    <a:pt x="1017" y="5746"/>
                    <a:pt x="1569" y="5521"/>
                    <a:pt x="1977" y="5095"/>
                  </a:cubicBezTo>
                  <a:lnTo>
                    <a:pt x="3287" y="3785"/>
                  </a:lnTo>
                  <a:cubicBezTo>
                    <a:pt x="4168" y="2904"/>
                    <a:pt x="4168" y="1499"/>
                    <a:pt x="3287" y="642"/>
                  </a:cubicBezTo>
                  <a:cubicBezTo>
                    <a:pt x="2874" y="211"/>
                    <a:pt x="2299" y="1"/>
                    <a:pt x="1736"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94"/>
            <p:cNvSpPr/>
            <p:nvPr/>
          </p:nvSpPr>
          <p:spPr>
            <a:xfrm>
              <a:off x="5638979" y="3163107"/>
              <a:ext cx="107987" cy="101540"/>
            </a:xfrm>
            <a:custGeom>
              <a:rect b="b" l="l" r="r" t="t"/>
              <a:pathLst>
                <a:path extrusionOk="0" h="3150" w="3350">
                  <a:moveTo>
                    <a:pt x="2759" y="1"/>
                  </a:moveTo>
                  <a:cubicBezTo>
                    <a:pt x="2670" y="1"/>
                    <a:pt x="2580" y="34"/>
                    <a:pt x="2501" y="114"/>
                  </a:cubicBezTo>
                  <a:lnTo>
                    <a:pt x="143" y="2471"/>
                  </a:lnTo>
                  <a:cubicBezTo>
                    <a:pt x="0" y="2614"/>
                    <a:pt x="24" y="2876"/>
                    <a:pt x="167" y="3043"/>
                  </a:cubicBezTo>
                  <a:cubicBezTo>
                    <a:pt x="262" y="3114"/>
                    <a:pt x="369" y="3150"/>
                    <a:pt x="467" y="3150"/>
                  </a:cubicBezTo>
                  <a:cubicBezTo>
                    <a:pt x="566" y="3150"/>
                    <a:pt x="655" y="3114"/>
                    <a:pt x="714" y="3043"/>
                  </a:cubicBezTo>
                  <a:lnTo>
                    <a:pt x="3072" y="685"/>
                  </a:lnTo>
                  <a:cubicBezTo>
                    <a:pt x="3350" y="408"/>
                    <a:pt x="3066" y="1"/>
                    <a:pt x="2759"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94"/>
            <p:cNvSpPr/>
            <p:nvPr/>
          </p:nvSpPr>
          <p:spPr>
            <a:xfrm>
              <a:off x="5515358" y="3036263"/>
              <a:ext cx="354714" cy="356970"/>
            </a:xfrm>
            <a:custGeom>
              <a:rect b="b" l="l" r="r" t="t"/>
              <a:pathLst>
                <a:path extrusionOk="0" h="11074" w="11004">
                  <a:moveTo>
                    <a:pt x="8604" y="1108"/>
                  </a:moveTo>
                  <a:cubicBezTo>
                    <a:pt x="8925" y="1108"/>
                    <a:pt x="9241" y="1239"/>
                    <a:pt x="9479" y="1500"/>
                  </a:cubicBezTo>
                  <a:cubicBezTo>
                    <a:pt x="9717" y="1739"/>
                    <a:pt x="9860" y="2048"/>
                    <a:pt x="9860" y="2382"/>
                  </a:cubicBezTo>
                  <a:cubicBezTo>
                    <a:pt x="9860" y="2715"/>
                    <a:pt x="9741" y="3048"/>
                    <a:pt x="9479" y="3287"/>
                  </a:cubicBezTo>
                  <a:lnTo>
                    <a:pt x="8169" y="4596"/>
                  </a:lnTo>
                  <a:cubicBezTo>
                    <a:pt x="7948" y="4818"/>
                    <a:pt x="7604" y="4942"/>
                    <a:pt x="7269" y="4942"/>
                  </a:cubicBezTo>
                  <a:cubicBezTo>
                    <a:pt x="7136" y="4942"/>
                    <a:pt x="7005" y="4923"/>
                    <a:pt x="6883" y="4882"/>
                  </a:cubicBezTo>
                  <a:lnTo>
                    <a:pt x="7026" y="4739"/>
                  </a:lnTo>
                  <a:cubicBezTo>
                    <a:pt x="7416" y="4350"/>
                    <a:pt x="7011" y="3772"/>
                    <a:pt x="6576" y="3772"/>
                  </a:cubicBezTo>
                  <a:cubicBezTo>
                    <a:pt x="6453" y="3772"/>
                    <a:pt x="6327" y="3819"/>
                    <a:pt x="6216" y="3930"/>
                  </a:cubicBezTo>
                  <a:lnTo>
                    <a:pt x="6074" y="4072"/>
                  </a:lnTo>
                  <a:cubicBezTo>
                    <a:pt x="5931" y="3644"/>
                    <a:pt x="6050" y="3120"/>
                    <a:pt x="6383" y="2810"/>
                  </a:cubicBezTo>
                  <a:lnTo>
                    <a:pt x="7693" y="1500"/>
                  </a:lnTo>
                  <a:cubicBezTo>
                    <a:pt x="7955" y="1239"/>
                    <a:pt x="8282" y="1108"/>
                    <a:pt x="8604" y="1108"/>
                  </a:cubicBezTo>
                  <a:close/>
                  <a:moveTo>
                    <a:pt x="6613" y="4075"/>
                  </a:moveTo>
                  <a:cubicBezTo>
                    <a:pt x="6801" y="4075"/>
                    <a:pt x="6978" y="4317"/>
                    <a:pt x="6812" y="4501"/>
                  </a:cubicBezTo>
                  <a:lnTo>
                    <a:pt x="6478" y="4834"/>
                  </a:lnTo>
                  <a:lnTo>
                    <a:pt x="4454" y="6859"/>
                  </a:lnTo>
                  <a:cubicBezTo>
                    <a:pt x="4408" y="6900"/>
                    <a:pt x="4355" y="6918"/>
                    <a:pt x="4304" y="6918"/>
                  </a:cubicBezTo>
                  <a:cubicBezTo>
                    <a:pt x="4120" y="6918"/>
                    <a:pt x="3948" y="6688"/>
                    <a:pt x="4097" y="6501"/>
                  </a:cubicBezTo>
                  <a:lnTo>
                    <a:pt x="6455" y="4144"/>
                  </a:lnTo>
                  <a:cubicBezTo>
                    <a:pt x="6503" y="4096"/>
                    <a:pt x="6559" y="4075"/>
                    <a:pt x="6613" y="4075"/>
                  </a:cubicBezTo>
                  <a:close/>
                  <a:moveTo>
                    <a:pt x="3579" y="5260"/>
                  </a:moveTo>
                  <a:cubicBezTo>
                    <a:pt x="3946" y="5260"/>
                    <a:pt x="4326" y="5352"/>
                    <a:pt x="4669" y="5501"/>
                  </a:cubicBezTo>
                  <a:lnTo>
                    <a:pt x="4311" y="5858"/>
                  </a:lnTo>
                  <a:cubicBezTo>
                    <a:pt x="4104" y="5767"/>
                    <a:pt x="3883" y="5722"/>
                    <a:pt x="3662" y="5722"/>
                  </a:cubicBezTo>
                  <a:cubicBezTo>
                    <a:pt x="3248" y="5722"/>
                    <a:pt x="2836" y="5881"/>
                    <a:pt x="2525" y="6192"/>
                  </a:cubicBezTo>
                  <a:lnTo>
                    <a:pt x="1215" y="7502"/>
                  </a:lnTo>
                  <a:cubicBezTo>
                    <a:pt x="930" y="7811"/>
                    <a:pt x="739" y="8216"/>
                    <a:pt x="739" y="8645"/>
                  </a:cubicBezTo>
                  <a:cubicBezTo>
                    <a:pt x="739" y="9050"/>
                    <a:pt x="930" y="9478"/>
                    <a:pt x="1215" y="9764"/>
                  </a:cubicBezTo>
                  <a:cubicBezTo>
                    <a:pt x="1525" y="10074"/>
                    <a:pt x="1930" y="10240"/>
                    <a:pt x="2359" y="10240"/>
                  </a:cubicBezTo>
                  <a:cubicBezTo>
                    <a:pt x="2763" y="10240"/>
                    <a:pt x="3144" y="10097"/>
                    <a:pt x="3478" y="9764"/>
                  </a:cubicBezTo>
                  <a:cubicBezTo>
                    <a:pt x="3590" y="9652"/>
                    <a:pt x="3468" y="9482"/>
                    <a:pt x="3341" y="9482"/>
                  </a:cubicBezTo>
                  <a:cubicBezTo>
                    <a:pt x="3306" y="9482"/>
                    <a:pt x="3271" y="9495"/>
                    <a:pt x="3240" y="9526"/>
                  </a:cubicBezTo>
                  <a:cubicBezTo>
                    <a:pt x="2990" y="9776"/>
                    <a:pt x="2662" y="9901"/>
                    <a:pt x="2338" y="9901"/>
                  </a:cubicBezTo>
                  <a:cubicBezTo>
                    <a:pt x="2013" y="9901"/>
                    <a:pt x="1692" y="9776"/>
                    <a:pt x="1454" y="9526"/>
                  </a:cubicBezTo>
                  <a:cubicBezTo>
                    <a:pt x="1215" y="9288"/>
                    <a:pt x="1096" y="8954"/>
                    <a:pt x="1096" y="8645"/>
                  </a:cubicBezTo>
                  <a:cubicBezTo>
                    <a:pt x="1096" y="8311"/>
                    <a:pt x="1215" y="7978"/>
                    <a:pt x="1454" y="7740"/>
                  </a:cubicBezTo>
                  <a:lnTo>
                    <a:pt x="2763" y="6430"/>
                  </a:lnTo>
                  <a:cubicBezTo>
                    <a:pt x="3007" y="6186"/>
                    <a:pt x="3317" y="6065"/>
                    <a:pt x="3633" y="6065"/>
                  </a:cubicBezTo>
                  <a:cubicBezTo>
                    <a:pt x="3780" y="6065"/>
                    <a:pt x="3929" y="6091"/>
                    <a:pt x="4073" y="6144"/>
                  </a:cubicBezTo>
                  <a:lnTo>
                    <a:pt x="3930" y="6287"/>
                  </a:lnTo>
                  <a:cubicBezTo>
                    <a:pt x="3522" y="6677"/>
                    <a:pt x="3923" y="7254"/>
                    <a:pt x="4368" y="7254"/>
                  </a:cubicBezTo>
                  <a:cubicBezTo>
                    <a:pt x="4494" y="7254"/>
                    <a:pt x="4624" y="7207"/>
                    <a:pt x="4740" y="7097"/>
                  </a:cubicBezTo>
                  <a:lnTo>
                    <a:pt x="4883" y="6930"/>
                  </a:lnTo>
                  <a:lnTo>
                    <a:pt x="4883" y="6930"/>
                  </a:lnTo>
                  <a:cubicBezTo>
                    <a:pt x="5026" y="7383"/>
                    <a:pt x="4907" y="7883"/>
                    <a:pt x="4573" y="8240"/>
                  </a:cubicBezTo>
                  <a:lnTo>
                    <a:pt x="3835" y="9002"/>
                  </a:lnTo>
                  <a:cubicBezTo>
                    <a:pt x="3723" y="9114"/>
                    <a:pt x="3845" y="9284"/>
                    <a:pt x="3972" y="9284"/>
                  </a:cubicBezTo>
                  <a:cubicBezTo>
                    <a:pt x="4007" y="9284"/>
                    <a:pt x="4042" y="9271"/>
                    <a:pt x="4073" y="9240"/>
                  </a:cubicBezTo>
                  <a:lnTo>
                    <a:pt x="4811" y="8478"/>
                  </a:lnTo>
                  <a:cubicBezTo>
                    <a:pt x="5288" y="8002"/>
                    <a:pt x="5407" y="7335"/>
                    <a:pt x="5145" y="6692"/>
                  </a:cubicBezTo>
                  <a:lnTo>
                    <a:pt x="5502" y="6335"/>
                  </a:lnTo>
                  <a:lnTo>
                    <a:pt x="5502" y="6335"/>
                  </a:lnTo>
                  <a:cubicBezTo>
                    <a:pt x="5883" y="7121"/>
                    <a:pt x="5764" y="8121"/>
                    <a:pt x="5121" y="8788"/>
                  </a:cubicBezTo>
                  <a:lnTo>
                    <a:pt x="3811" y="10097"/>
                  </a:lnTo>
                  <a:cubicBezTo>
                    <a:pt x="3406" y="10490"/>
                    <a:pt x="2877" y="10687"/>
                    <a:pt x="2347" y="10687"/>
                  </a:cubicBezTo>
                  <a:cubicBezTo>
                    <a:pt x="1817" y="10687"/>
                    <a:pt x="1287" y="10490"/>
                    <a:pt x="882" y="10097"/>
                  </a:cubicBezTo>
                  <a:cubicBezTo>
                    <a:pt x="501" y="9693"/>
                    <a:pt x="287" y="9193"/>
                    <a:pt x="287" y="8645"/>
                  </a:cubicBezTo>
                  <a:cubicBezTo>
                    <a:pt x="287" y="8097"/>
                    <a:pt x="501" y="7549"/>
                    <a:pt x="882" y="7168"/>
                  </a:cubicBezTo>
                  <a:lnTo>
                    <a:pt x="2192" y="5858"/>
                  </a:lnTo>
                  <a:cubicBezTo>
                    <a:pt x="2525" y="5549"/>
                    <a:pt x="2978" y="5335"/>
                    <a:pt x="3454" y="5263"/>
                  </a:cubicBezTo>
                  <a:cubicBezTo>
                    <a:pt x="3495" y="5261"/>
                    <a:pt x="3537" y="5260"/>
                    <a:pt x="3579" y="5260"/>
                  </a:cubicBezTo>
                  <a:close/>
                  <a:moveTo>
                    <a:pt x="8884" y="0"/>
                  </a:moveTo>
                  <a:cubicBezTo>
                    <a:pt x="8812" y="0"/>
                    <a:pt x="8717" y="48"/>
                    <a:pt x="8717" y="143"/>
                  </a:cubicBezTo>
                  <a:cubicBezTo>
                    <a:pt x="8717" y="238"/>
                    <a:pt x="8765" y="334"/>
                    <a:pt x="8860" y="334"/>
                  </a:cubicBezTo>
                  <a:cubicBezTo>
                    <a:pt x="9312" y="381"/>
                    <a:pt x="9717" y="596"/>
                    <a:pt x="10051" y="929"/>
                  </a:cubicBezTo>
                  <a:cubicBezTo>
                    <a:pt x="10432" y="1310"/>
                    <a:pt x="10646" y="1810"/>
                    <a:pt x="10646" y="2382"/>
                  </a:cubicBezTo>
                  <a:cubicBezTo>
                    <a:pt x="10646" y="2929"/>
                    <a:pt x="10432" y="3453"/>
                    <a:pt x="10051" y="3834"/>
                  </a:cubicBezTo>
                  <a:lnTo>
                    <a:pt x="8741" y="5144"/>
                  </a:lnTo>
                  <a:cubicBezTo>
                    <a:pt x="8349" y="5550"/>
                    <a:pt x="7817" y="5753"/>
                    <a:pt x="7283" y="5753"/>
                  </a:cubicBezTo>
                  <a:cubicBezTo>
                    <a:pt x="6939" y="5753"/>
                    <a:pt x="6595" y="5669"/>
                    <a:pt x="6288" y="5501"/>
                  </a:cubicBezTo>
                  <a:lnTo>
                    <a:pt x="6645" y="5144"/>
                  </a:lnTo>
                  <a:cubicBezTo>
                    <a:pt x="6836" y="5239"/>
                    <a:pt x="7050" y="5287"/>
                    <a:pt x="7288" y="5287"/>
                  </a:cubicBezTo>
                  <a:cubicBezTo>
                    <a:pt x="7717" y="5287"/>
                    <a:pt x="8122" y="5144"/>
                    <a:pt x="8431" y="4811"/>
                  </a:cubicBezTo>
                  <a:lnTo>
                    <a:pt x="9741" y="3501"/>
                  </a:lnTo>
                  <a:cubicBezTo>
                    <a:pt x="10027" y="3215"/>
                    <a:pt x="10217" y="2786"/>
                    <a:pt x="10217" y="2382"/>
                  </a:cubicBezTo>
                  <a:cubicBezTo>
                    <a:pt x="10217" y="1953"/>
                    <a:pt x="10027" y="1548"/>
                    <a:pt x="9741" y="1239"/>
                  </a:cubicBezTo>
                  <a:cubicBezTo>
                    <a:pt x="9420" y="929"/>
                    <a:pt x="9009" y="774"/>
                    <a:pt x="8601" y="774"/>
                  </a:cubicBezTo>
                  <a:cubicBezTo>
                    <a:pt x="8193" y="774"/>
                    <a:pt x="7788" y="929"/>
                    <a:pt x="7479" y="1239"/>
                  </a:cubicBezTo>
                  <a:lnTo>
                    <a:pt x="6169" y="2572"/>
                  </a:lnTo>
                  <a:cubicBezTo>
                    <a:pt x="5716" y="3001"/>
                    <a:pt x="5574" y="3691"/>
                    <a:pt x="5788" y="4311"/>
                  </a:cubicBezTo>
                  <a:cubicBezTo>
                    <a:pt x="5788" y="4311"/>
                    <a:pt x="5788" y="4358"/>
                    <a:pt x="5835" y="4358"/>
                  </a:cubicBezTo>
                  <a:lnTo>
                    <a:pt x="5478" y="4715"/>
                  </a:lnTo>
                  <a:cubicBezTo>
                    <a:pt x="5026" y="3906"/>
                    <a:pt x="5169" y="2882"/>
                    <a:pt x="5835" y="2263"/>
                  </a:cubicBezTo>
                  <a:lnTo>
                    <a:pt x="7145" y="953"/>
                  </a:lnTo>
                  <a:cubicBezTo>
                    <a:pt x="7383" y="715"/>
                    <a:pt x="7669" y="548"/>
                    <a:pt x="8003" y="453"/>
                  </a:cubicBezTo>
                  <a:cubicBezTo>
                    <a:pt x="8201" y="387"/>
                    <a:pt x="8134" y="138"/>
                    <a:pt x="7954" y="138"/>
                  </a:cubicBezTo>
                  <a:cubicBezTo>
                    <a:pt x="7939" y="138"/>
                    <a:pt x="7924" y="139"/>
                    <a:pt x="7907" y="143"/>
                  </a:cubicBezTo>
                  <a:cubicBezTo>
                    <a:pt x="7550" y="262"/>
                    <a:pt x="7193" y="476"/>
                    <a:pt x="6931" y="738"/>
                  </a:cubicBezTo>
                  <a:lnTo>
                    <a:pt x="5621" y="2048"/>
                  </a:lnTo>
                  <a:cubicBezTo>
                    <a:pt x="4859" y="2834"/>
                    <a:pt x="4692" y="4049"/>
                    <a:pt x="5264" y="4977"/>
                  </a:cubicBezTo>
                  <a:lnTo>
                    <a:pt x="4907" y="5335"/>
                  </a:lnTo>
                  <a:cubicBezTo>
                    <a:pt x="4520" y="5110"/>
                    <a:pt x="4098" y="4991"/>
                    <a:pt x="3641" y="4991"/>
                  </a:cubicBezTo>
                  <a:cubicBezTo>
                    <a:pt x="3564" y="4991"/>
                    <a:pt x="3485" y="4994"/>
                    <a:pt x="3406" y="5001"/>
                  </a:cubicBezTo>
                  <a:cubicBezTo>
                    <a:pt x="2882" y="5073"/>
                    <a:pt x="2382" y="5311"/>
                    <a:pt x="2001" y="5692"/>
                  </a:cubicBezTo>
                  <a:lnTo>
                    <a:pt x="692" y="7002"/>
                  </a:lnTo>
                  <a:cubicBezTo>
                    <a:pt x="239" y="7454"/>
                    <a:pt x="1" y="8049"/>
                    <a:pt x="1" y="8692"/>
                  </a:cubicBezTo>
                  <a:cubicBezTo>
                    <a:pt x="1" y="9312"/>
                    <a:pt x="239" y="9907"/>
                    <a:pt x="692" y="10383"/>
                  </a:cubicBezTo>
                  <a:cubicBezTo>
                    <a:pt x="1168" y="10860"/>
                    <a:pt x="1763" y="11074"/>
                    <a:pt x="2382" y="11074"/>
                  </a:cubicBezTo>
                  <a:cubicBezTo>
                    <a:pt x="3002" y="11074"/>
                    <a:pt x="3597" y="10836"/>
                    <a:pt x="4073" y="10383"/>
                  </a:cubicBezTo>
                  <a:lnTo>
                    <a:pt x="5383" y="9073"/>
                  </a:lnTo>
                  <a:cubicBezTo>
                    <a:pt x="6169" y="8311"/>
                    <a:pt x="6312" y="7097"/>
                    <a:pt x="5740" y="6168"/>
                  </a:cubicBezTo>
                  <a:lnTo>
                    <a:pt x="6097" y="5811"/>
                  </a:lnTo>
                  <a:cubicBezTo>
                    <a:pt x="6478" y="6049"/>
                    <a:pt x="6907" y="6168"/>
                    <a:pt x="7312" y="6168"/>
                  </a:cubicBezTo>
                  <a:cubicBezTo>
                    <a:pt x="7955" y="6168"/>
                    <a:pt x="8550" y="5930"/>
                    <a:pt x="9027" y="5477"/>
                  </a:cubicBezTo>
                  <a:lnTo>
                    <a:pt x="10336" y="4168"/>
                  </a:lnTo>
                  <a:cubicBezTo>
                    <a:pt x="10765" y="3715"/>
                    <a:pt x="11003" y="3120"/>
                    <a:pt x="11003" y="2477"/>
                  </a:cubicBezTo>
                  <a:cubicBezTo>
                    <a:pt x="10981" y="1816"/>
                    <a:pt x="10776" y="1236"/>
                    <a:pt x="10386" y="795"/>
                  </a:cubicBezTo>
                  <a:lnTo>
                    <a:pt x="10386" y="795"/>
                  </a:lnTo>
                  <a:cubicBezTo>
                    <a:pt x="10410" y="817"/>
                    <a:pt x="10426" y="832"/>
                    <a:pt x="10427" y="832"/>
                  </a:cubicBezTo>
                  <a:cubicBezTo>
                    <a:pt x="10429" y="832"/>
                    <a:pt x="10393" y="795"/>
                    <a:pt x="10289" y="691"/>
                  </a:cubicBezTo>
                  <a:lnTo>
                    <a:pt x="10289" y="691"/>
                  </a:lnTo>
                  <a:cubicBezTo>
                    <a:pt x="10289" y="691"/>
                    <a:pt x="10289" y="691"/>
                    <a:pt x="10289" y="691"/>
                  </a:cubicBezTo>
                  <a:cubicBezTo>
                    <a:pt x="9908" y="286"/>
                    <a:pt x="9431" y="48"/>
                    <a:pt x="8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5" name="Google Shape;19155;p94"/>
          <p:cNvGrpSpPr/>
          <p:nvPr/>
        </p:nvGrpSpPr>
        <p:grpSpPr>
          <a:xfrm>
            <a:off x="6242354" y="2883863"/>
            <a:ext cx="356229" cy="358518"/>
            <a:chOff x="6242354" y="3036263"/>
            <a:chExt cx="356229" cy="358518"/>
          </a:xfrm>
        </p:grpSpPr>
        <p:sp>
          <p:nvSpPr>
            <p:cNvPr id="19156" name="Google Shape;19156;p94"/>
            <p:cNvSpPr/>
            <p:nvPr/>
          </p:nvSpPr>
          <p:spPr>
            <a:xfrm>
              <a:off x="6322942" y="3040711"/>
              <a:ext cx="270258" cy="345624"/>
            </a:xfrm>
            <a:custGeom>
              <a:rect b="b" l="l" r="r" t="t"/>
              <a:pathLst>
                <a:path extrusionOk="0" h="10722" w="8384">
                  <a:moveTo>
                    <a:pt x="4062" y="0"/>
                  </a:moveTo>
                  <a:cubicBezTo>
                    <a:pt x="3962" y="0"/>
                    <a:pt x="3858" y="32"/>
                    <a:pt x="3763" y="100"/>
                  </a:cubicBezTo>
                  <a:cubicBezTo>
                    <a:pt x="3597" y="219"/>
                    <a:pt x="3525" y="362"/>
                    <a:pt x="3501" y="553"/>
                  </a:cubicBezTo>
                  <a:cubicBezTo>
                    <a:pt x="3501" y="1410"/>
                    <a:pt x="3192" y="2244"/>
                    <a:pt x="2620" y="2863"/>
                  </a:cubicBezTo>
                  <a:lnTo>
                    <a:pt x="548" y="5244"/>
                  </a:lnTo>
                  <a:lnTo>
                    <a:pt x="1" y="5244"/>
                  </a:lnTo>
                  <a:lnTo>
                    <a:pt x="1" y="9840"/>
                  </a:lnTo>
                  <a:lnTo>
                    <a:pt x="477" y="9840"/>
                  </a:lnTo>
                  <a:lnTo>
                    <a:pt x="477" y="9769"/>
                  </a:lnTo>
                  <a:lnTo>
                    <a:pt x="810" y="10055"/>
                  </a:lnTo>
                  <a:cubicBezTo>
                    <a:pt x="1358" y="10483"/>
                    <a:pt x="2025" y="10722"/>
                    <a:pt x="2716" y="10722"/>
                  </a:cubicBezTo>
                  <a:lnTo>
                    <a:pt x="7574" y="10722"/>
                  </a:lnTo>
                  <a:cubicBezTo>
                    <a:pt x="8026" y="10722"/>
                    <a:pt x="8383" y="10340"/>
                    <a:pt x="8383" y="9888"/>
                  </a:cubicBezTo>
                  <a:lnTo>
                    <a:pt x="8383" y="5101"/>
                  </a:lnTo>
                  <a:cubicBezTo>
                    <a:pt x="8383" y="4649"/>
                    <a:pt x="8026" y="4292"/>
                    <a:pt x="7574" y="4292"/>
                  </a:cubicBezTo>
                  <a:lnTo>
                    <a:pt x="4287" y="4292"/>
                  </a:lnTo>
                  <a:lnTo>
                    <a:pt x="4692" y="3339"/>
                  </a:lnTo>
                  <a:cubicBezTo>
                    <a:pt x="5097" y="2363"/>
                    <a:pt x="5049" y="1220"/>
                    <a:pt x="4502" y="267"/>
                  </a:cubicBezTo>
                  <a:cubicBezTo>
                    <a:pt x="4410" y="99"/>
                    <a:pt x="4241" y="0"/>
                    <a:pt x="4062"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94"/>
            <p:cNvSpPr/>
            <p:nvPr/>
          </p:nvSpPr>
          <p:spPr>
            <a:xfrm>
              <a:off x="6432734" y="3041066"/>
              <a:ext cx="160466" cy="344495"/>
            </a:xfrm>
            <a:custGeom>
              <a:rect b="b" l="l" r="r" t="t"/>
              <a:pathLst>
                <a:path extrusionOk="0" h="10687" w="4978">
                  <a:moveTo>
                    <a:pt x="653" y="1"/>
                  </a:moveTo>
                  <a:cubicBezTo>
                    <a:pt x="553" y="1"/>
                    <a:pt x="451" y="30"/>
                    <a:pt x="357" y="89"/>
                  </a:cubicBezTo>
                  <a:cubicBezTo>
                    <a:pt x="262" y="113"/>
                    <a:pt x="191" y="208"/>
                    <a:pt x="191" y="280"/>
                  </a:cubicBezTo>
                  <a:cubicBezTo>
                    <a:pt x="738" y="1185"/>
                    <a:pt x="786" y="2328"/>
                    <a:pt x="381" y="3304"/>
                  </a:cubicBezTo>
                  <a:lnTo>
                    <a:pt x="0" y="4257"/>
                  </a:lnTo>
                  <a:lnTo>
                    <a:pt x="881" y="4257"/>
                  </a:lnTo>
                  <a:lnTo>
                    <a:pt x="1286" y="3304"/>
                  </a:lnTo>
                  <a:cubicBezTo>
                    <a:pt x="1691" y="2328"/>
                    <a:pt x="1643" y="1232"/>
                    <a:pt x="1096" y="280"/>
                  </a:cubicBezTo>
                  <a:cubicBezTo>
                    <a:pt x="1004" y="96"/>
                    <a:pt x="833" y="1"/>
                    <a:pt x="653" y="1"/>
                  </a:cubicBezTo>
                  <a:close/>
                  <a:moveTo>
                    <a:pt x="3263" y="4257"/>
                  </a:moveTo>
                  <a:cubicBezTo>
                    <a:pt x="3715" y="4257"/>
                    <a:pt x="4073" y="4614"/>
                    <a:pt x="4073" y="5067"/>
                  </a:cubicBezTo>
                  <a:lnTo>
                    <a:pt x="4073" y="9853"/>
                  </a:lnTo>
                  <a:cubicBezTo>
                    <a:pt x="4096" y="10306"/>
                    <a:pt x="3715" y="10687"/>
                    <a:pt x="3263" y="10687"/>
                  </a:cubicBezTo>
                  <a:lnTo>
                    <a:pt x="4168" y="10687"/>
                  </a:lnTo>
                  <a:cubicBezTo>
                    <a:pt x="4620" y="10687"/>
                    <a:pt x="4977" y="10329"/>
                    <a:pt x="4977" y="9853"/>
                  </a:cubicBezTo>
                  <a:lnTo>
                    <a:pt x="4977" y="5067"/>
                  </a:lnTo>
                  <a:cubicBezTo>
                    <a:pt x="4977" y="4614"/>
                    <a:pt x="4620" y="4257"/>
                    <a:pt x="4168" y="4257"/>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94"/>
            <p:cNvSpPr/>
            <p:nvPr/>
          </p:nvSpPr>
          <p:spPr>
            <a:xfrm>
              <a:off x="6248479" y="3182094"/>
              <a:ext cx="88324" cy="196569"/>
            </a:xfrm>
            <a:custGeom>
              <a:rect b="b" l="l" r="r" t="t"/>
              <a:pathLst>
                <a:path extrusionOk="0" h="6098" w="2740">
                  <a:moveTo>
                    <a:pt x="453" y="1"/>
                  </a:moveTo>
                  <a:cubicBezTo>
                    <a:pt x="215" y="1"/>
                    <a:pt x="1" y="215"/>
                    <a:pt x="1" y="453"/>
                  </a:cubicBezTo>
                  <a:lnTo>
                    <a:pt x="1" y="5669"/>
                  </a:lnTo>
                  <a:cubicBezTo>
                    <a:pt x="1" y="5907"/>
                    <a:pt x="215" y="6097"/>
                    <a:pt x="453" y="6097"/>
                  </a:cubicBezTo>
                  <a:lnTo>
                    <a:pt x="2263" y="6097"/>
                  </a:lnTo>
                  <a:cubicBezTo>
                    <a:pt x="2525" y="6097"/>
                    <a:pt x="2739" y="5907"/>
                    <a:pt x="2716" y="5669"/>
                  </a:cubicBezTo>
                  <a:lnTo>
                    <a:pt x="2716" y="453"/>
                  </a:lnTo>
                  <a:cubicBezTo>
                    <a:pt x="2716" y="215"/>
                    <a:pt x="2501" y="1"/>
                    <a:pt x="226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94"/>
            <p:cNvSpPr/>
            <p:nvPr/>
          </p:nvSpPr>
          <p:spPr>
            <a:xfrm>
              <a:off x="6278425" y="3211266"/>
              <a:ext cx="28431" cy="28431"/>
            </a:xfrm>
            <a:custGeom>
              <a:rect b="b" l="l" r="r" t="t"/>
              <a:pathLst>
                <a:path extrusionOk="0" h="882" w="882">
                  <a:moveTo>
                    <a:pt x="429" y="1"/>
                  </a:moveTo>
                  <a:cubicBezTo>
                    <a:pt x="191" y="1"/>
                    <a:pt x="1" y="191"/>
                    <a:pt x="1" y="429"/>
                  </a:cubicBezTo>
                  <a:cubicBezTo>
                    <a:pt x="1" y="668"/>
                    <a:pt x="191" y="882"/>
                    <a:pt x="429" y="882"/>
                  </a:cubicBezTo>
                  <a:cubicBezTo>
                    <a:pt x="667" y="882"/>
                    <a:pt x="882" y="668"/>
                    <a:pt x="882" y="429"/>
                  </a:cubicBezTo>
                  <a:cubicBezTo>
                    <a:pt x="882" y="191"/>
                    <a:pt x="667"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94"/>
            <p:cNvSpPr/>
            <p:nvPr/>
          </p:nvSpPr>
          <p:spPr>
            <a:xfrm>
              <a:off x="6242354" y="3037036"/>
              <a:ext cx="356229" cy="357744"/>
            </a:xfrm>
            <a:custGeom>
              <a:rect b="b" l="l" r="r" t="t"/>
              <a:pathLst>
                <a:path extrusionOk="0" h="11098" w="11051">
                  <a:moveTo>
                    <a:pt x="6555" y="1"/>
                  </a:moveTo>
                  <a:cubicBezTo>
                    <a:pt x="6421" y="1"/>
                    <a:pt x="6290" y="38"/>
                    <a:pt x="6192" y="119"/>
                  </a:cubicBezTo>
                  <a:cubicBezTo>
                    <a:pt x="5978" y="238"/>
                    <a:pt x="5859" y="476"/>
                    <a:pt x="5859" y="714"/>
                  </a:cubicBezTo>
                  <a:cubicBezTo>
                    <a:pt x="5859" y="1524"/>
                    <a:pt x="5573" y="2310"/>
                    <a:pt x="5025" y="2929"/>
                  </a:cubicBezTo>
                  <a:lnTo>
                    <a:pt x="3096" y="5096"/>
                  </a:lnTo>
                  <a:lnTo>
                    <a:pt x="3096" y="5001"/>
                  </a:lnTo>
                  <a:cubicBezTo>
                    <a:pt x="3096" y="4668"/>
                    <a:pt x="2477" y="4382"/>
                    <a:pt x="2477" y="4382"/>
                  </a:cubicBezTo>
                  <a:lnTo>
                    <a:pt x="667" y="4382"/>
                  </a:lnTo>
                  <a:cubicBezTo>
                    <a:pt x="334" y="4382"/>
                    <a:pt x="24" y="4644"/>
                    <a:pt x="24" y="5001"/>
                  </a:cubicBezTo>
                  <a:lnTo>
                    <a:pt x="24" y="8716"/>
                  </a:lnTo>
                  <a:cubicBezTo>
                    <a:pt x="24" y="8823"/>
                    <a:pt x="107" y="8877"/>
                    <a:pt x="191" y="8877"/>
                  </a:cubicBezTo>
                  <a:cubicBezTo>
                    <a:pt x="274" y="8877"/>
                    <a:pt x="357" y="8823"/>
                    <a:pt x="357" y="8716"/>
                  </a:cubicBezTo>
                  <a:lnTo>
                    <a:pt x="357" y="5001"/>
                  </a:lnTo>
                  <a:cubicBezTo>
                    <a:pt x="357" y="4858"/>
                    <a:pt x="477" y="4715"/>
                    <a:pt x="667" y="4715"/>
                  </a:cubicBezTo>
                  <a:lnTo>
                    <a:pt x="2477" y="4715"/>
                  </a:lnTo>
                  <a:cubicBezTo>
                    <a:pt x="2620" y="4715"/>
                    <a:pt x="2763" y="4834"/>
                    <a:pt x="2763" y="5001"/>
                  </a:cubicBezTo>
                  <a:lnTo>
                    <a:pt x="2763" y="10216"/>
                  </a:lnTo>
                  <a:cubicBezTo>
                    <a:pt x="2763" y="10359"/>
                    <a:pt x="2644" y="10502"/>
                    <a:pt x="2477" y="10502"/>
                  </a:cubicBezTo>
                  <a:lnTo>
                    <a:pt x="667" y="10502"/>
                  </a:lnTo>
                  <a:cubicBezTo>
                    <a:pt x="500" y="10502"/>
                    <a:pt x="357" y="10407"/>
                    <a:pt x="357" y="10216"/>
                  </a:cubicBezTo>
                  <a:lnTo>
                    <a:pt x="357" y="9597"/>
                  </a:lnTo>
                  <a:cubicBezTo>
                    <a:pt x="357" y="9490"/>
                    <a:pt x="268" y="9436"/>
                    <a:pt x="179" y="9436"/>
                  </a:cubicBezTo>
                  <a:cubicBezTo>
                    <a:pt x="90" y="9436"/>
                    <a:pt x="0" y="9490"/>
                    <a:pt x="0" y="9597"/>
                  </a:cubicBezTo>
                  <a:lnTo>
                    <a:pt x="0" y="10240"/>
                  </a:lnTo>
                  <a:cubicBezTo>
                    <a:pt x="0" y="10574"/>
                    <a:pt x="262" y="10859"/>
                    <a:pt x="619" y="10859"/>
                  </a:cubicBezTo>
                  <a:lnTo>
                    <a:pt x="2453" y="10859"/>
                  </a:lnTo>
                  <a:cubicBezTo>
                    <a:pt x="2763" y="10859"/>
                    <a:pt x="3048" y="10597"/>
                    <a:pt x="3072" y="10312"/>
                  </a:cubicBezTo>
                  <a:lnTo>
                    <a:pt x="3215" y="10431"/>
                  </a:lnTo>
                  <a:cubicBezTo>
                    <a:pt x="3787" y="10859"/>
                    <a:pt x="4501" y="11097"/>
                    <a:pt x="5239" y="11097"/>
                  </a:cubicBezTo>
                  <a:lnTo>
                    <a:pt x="10098" y="11097"/>
                  </a:lnTo>
                  <a:cubicBezTo>
                    <a:pt x="10598" y="11002"/>
                    <a:pt x="11050" y="10550"/>
                    <a:pt x="11026" y="10002"/>
                  </a:cubicBezTo>
                  <a:lnTo>
                    <a:pt x="11026" y="5168"/>
                  </a:lnTo>
                  <a:cubicBezTo>
                    <a:pt x="11026" y="4620"/>
                    <a:pt x="10574" y="4215"/>
                    <a:pt x="10074" y="4215"/>
                  </a:cubicBezTo>
                  <a:lnTo>
                    <a:pt x="9693" y="4215"/>
                  </a:lnTo>
                  <a:cubicBezTo>
                    <a:pt x="9478" y="4215"/>
                    <a:pt x="9478" y="4525"/>
                    <a:pt x="9693" y="4525"/>
                  </a:cubicBezTo>
                  <a:lnTo>
                    <a:pt x="10074" y="4525"/>
                  </a:lnTo>
                  <a:cubicBezTo>
                    <a:pt x="10431" y="4525"/>
                    <a:pt x="10717" y="4834"/>
                    <a:pt x="10717" y="5192"/>
                  </a:cubicBezTo>
                  <a:lnTo>
                    <a:pt x="10717" y="5834"/>
                  </a:lnTo>
                  <a:lnTo>
                    <a:pt x="8573" y="5834"/>
                  </a:lnTo>
                  <a:cubicBezTo>
                    <a:pt x="8383" y="5834"/>
                    <a:pt x="8383" y="6168"/>
                    <a:pt x="8573" y="6168"/>
                  </a:cubicBezTo>
                  <a:lnTo>
                    <a:pt x="10717" y="6168"/>
                  </a:lnTo>
                  <a:lnTo>
                    <a:pt x="10717" y="7454"/>
                  </a:lnTo>
                  <a:lnTo>
                    <a:pt x="8573" y="7454"/>
                  </a:lnTo>
                  <a:cubicBezTo>
                    <a:pt x="8383" y="7454"/>
                    <a:pt x="8383" y="7787"/>
                    <a:pt x="8573" y="7787"/>
                  </a:cubicBezTo>
                  <a:lnTo>
                    <a:pt x="10717" y="7787"/>
                  </a:lnTo>
                  <a:lnTo>
                    <a:pt x="10717" y="9049"/>
                  </a:lnTo>
                  <a:lnTo>
                    <a:pt x="8573" y="9049"/>
                  </a:lnTo>
                  <a:cubicBezTo>
                    <a:pt x="8383" y="9049"/>
                    <a:pt x="8383" y="9383"/>
                    <a:pt x="8573" y="9383"/>
                  </a:cubicBezTo>
                  <a:lnTo>
                    <a:pt x="10764" y="9383"/>
                  </a:lnTo>
                  <a:lnTo>
                    <a:pt x="10764" y="10002"/>
                  </a:lnTo>
                  <a:cubicBezTo>
                    <a:pt x="10764" y="10359"/>
                    <a:pt x="10479" y="10693"/>
                    <a:pt x="10098" y="10693"/>
                  </a:cubicBezTo>
                  <a:lnTo>
                    <a:pt x="5239" y="10693"/>
                  </a:lnTo>
                  <a:cubicBezTo>
                    <a:pt x="4596" y="10693"/>
                    <a:pt x="3930" y="10454"/>
                    <a:pt x="3430" y="10073"/>
                  </a:cubicBezTo>
                  <a:lnTo>
                    <a:pt x="3096" y="9811"/>
                  </a:lnTo>
                  <a:lnTo>
                    <a:pt x="3096" y="5525"/>
                  </a:lnTo>
                  <a:cubicBezTo>
                    <a:pt x="3120" y="5525"/>
                    <a:pt x="3168" y="5477"/>
                    <a:pt x="3191" y="5453"/>
                  </a:cubicBezTo>
                  <a:lnTo>
                    <a:pt x="5263" y="3096"/>
                  </a:lnTo>
                  <a:cubicBezTo>
                    <a:pt x="5859" y="2453"/>
                    <a:pt x="6192" y="1596"/>
                    <a:pt x="6192" y="691"/>
                  </a:cubicBezTo>
                  <a:cubicBezTo>
                    <a:pt x="6192" y="572"/>
                    <a:pt x="6263" y="452"/>
                    <a:pt x="6383" y="357"/>
                  </a:cubicBezTo>
                  <a:cubicBezTo>
                    <a:pt x="6424" y="329"/>
                    <a:pt x="6474" y="318"/>
                    <a:pt x="6533" y="318"/>
                  </a:cubicBezTo>
                  <a:cubicBezTo>
                    <a:pt x="6574" y="318"/>
                    <a:pt x="6619" y="324"/>
                    <a:pt x="6668" y="333"/>
                  </a:cubicBezTo>
                  <a:cubicBezTo>
                    <a:pt x="6764" y="357"/>
                    <a:pt x="6859" y="429"/>
                    <a:pt x="6906" y="524"/>
                  </a:cubicBezTo>
                  <a:cubicBezTo>
                    <a:pt x="7145" y="953"/>
                    <a:pt x="7287" y="1429"/>
                    <a:pt x="7335" y="1953"/>
                  </a:cubicBezTo>
                  <a:cubicBezTo>
                    <a:pt x="7359" y="2453"/>
                    <a:pt x="7264" y="2953"/>
                    <a:pt x="7097" y="3405"/>
                  </a:cubicBezTo>
                  <a:lnTo>
                    <a:pt x="6692" y="4358"/>
                  </a:lnTo>
                  <a:cubicBezTo>
                    <a:pt x="6668" y="4453"/>
                    <a:pt x="6740" y="4596"/>
                    <a:pt x="6859" y="4596"/>
                  </a:cubicBezTo>
                  <a:lnTo>
                    <a:pt x="8883" y="4596"/>
                  </a:lnTo>
                  <a:cubicBezTo>
                    <a:pt x="9074" y="4596"/>
                    <a:pt x="9074" y="4263"/>
                    <a:pt x="8883" y="4263"/>
                  </a:cubicBezTo>
                  <a:lnTo>
                    <a:pt x="7097" y="4263"/>
                  </a:lnTo>
                  <a:lnTo>
                    <a:pt x="7383" y="3548"/>
                  </a:lnTo>
                  <a:cubicBezTo>
                    <a:pt x="7597" y="3048"/>
                    <a:pt x="7692" y="2477"/>
                    <a:pt x="7645" y="1953"/>
                  </a:cubicBezTo>
                  <a:cubicBezTo>
                    <a:pt x="7621" y="1405"/>
                    <a:pt x="7454" y="833"/>
                    <a:pt x="7168" y="357"/>
                  </a:cubicBezTo>
                  <a:cubicBezTo>
                    <a:pt x="7097" y="190"/>
                    <a:pt x="6930" y="95"/>
                    <a:pt x="6740" y="24"/>
                  </a:cubicBezTo>
                  <a:cubicBezTo>
                    <a:pt x="6679" y="9"/>
                    <a:pt x="6617" y="1"/>
                    <a:pt x="6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94"/>
            <p:cNvSpPr/>
            <p:nvPr/>
          </p:nvSpPr>
          <p:spPr>
            <a:xfrm>
              <a:off x="6273042" y="3205915"/>
              <a:ext cx="38424" cy="38392"/>
            </a:xfrm>
            <a:custGeom>
              <a:rect b="b" l="l" r="r" t="t"/>
              <a:pathLst>
                <a:path extrusionOk="0" h="1191" w="1192">
                  <a:moveTo>
                    <a:pt x="572" y="334"/>
                  </a:moveTo>
                  <a:cubicBezTo>
                    <a:pt x="715" y="334"/>
                    <a:pt x="834" y="453"/>
                    <a:pt x="834" y="595"/>
                  </a:cubicBezTo>
                  <a:cubicBezTo>
                    <a:pt x="834" y="762"/>
                    <a:pt x="715" y="881"/>
                    <a:pt x="572" y="881"/>
                  </a:cubicBezTo>
                  <a:cubicBezTo>
                    <a:pt x="453" y="881"/>
                    <a:pt x="310" y="762"/>
                    <a:pt x="310" y="595"/>
                  </a:cubicBezTo>
                  <a:cubicBezTo>
                    <a:pt x="310" y="453"/>
                    <a:pt x="429" y="334"/>
                    <a:pt x="572" y="334"/>
                  </a:cubicBezTo>
                  <a:close/>
                  <a:moveTo>
                    <a:pt x="596" y="0"/>
                  </a:moveTo>
                  <a:cubicBezTo>
                    <a:pt x="287" y="0"/>
                    <a:pt x="1" y="286"/>
                    <a:pt x="1" y="595"/>
                  </a:cubicBezTo>
                  <a:cubicBezTo>
                    <a:pt x="1" y="929"/>
                    <a:pt x="287" y="1191"/>
                    <a:pt x="596" y="1191"/>
                  </a:cubicBezTo>
                  <a:cubicBezTo>
                    <a:pt x="930" y="1191"/>
                    <a:pt x="1192" y="929"/>
                    <a:pt x="1192" y="595"/>
                  </a:cubicBezTo>
                  <a:cubicBezTo>
                    <a:pt x="1192" y="286"/>
                    <a:pt x="930"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94"/>
            <p:cNvSpPr/>
            <p:nvPr/>
          </p:nvSpPr>
          <p:spPr>
            <a:xfrm>
              <a:off x="6524088" y="3113981"/>
              <a:ext cx="31494" cy="28044"/>
            </a:xfrm>
            <a:custGeom>
              <a:rect b="b" l="l" r="r" t="t"/>
              <a:pathLst>
                <a:path extrusionOk="0" h="870" w="977">
                  <a:moveTo>
                    <a:pt x="476" y="0"/>
                  </a:moveTo>
                  <a:cubicBezTo>
                    <a:pt x="393" y="0"/>
                    <a:pt x="310" y="54"/>
                    <a:pt x="310" y="161"/>
                  </a:cubicBezTo>
                  <a:lnTo>
                    <a:pt x="310" y="256"/>
                  </a:lnTo>
                  <a:lnTo>
                    <a:pt x="191" y="256"/>
                  </a:lnTo>
                  <a:cubicBezTo>
                    <a:pt x="0" y="256"/>
                    <a:pt x="24" y="590"/>
                    <a:pt x="191" y="590"/>
                  </a:cubicBezTo>
                  <a:lnTo>
                    <a:pt x="310" y="590"/>
                  </a:lnTo>
                  <a:lnTo>
                    <a:pt x="310" y="709"/>
                  </a:lnTo>
                  <a:cubicBezTo>
                    <a:pt x="310" y="816"/>
                    <a:pt x="393" y="870"/>
                    <a:pt x="476" y="870"/>
                  </a:cubicBezTo>
                  <a:cubicBezTo>
                    <a:pt x="560" y="870"/>
                    <a:pt x="643" y="816"/>
                    <a:pt x="643" y="709"/>
                  </a:cubicBezTo>
                  <a:lnTo>
                    <a:pt x="643" y="590"/>
                  </a:lnTo>
                  <a:lnTo>
                    <a:pt x="762" y="590"/>
                  </a:lnTo>
                  <a:cubicBezTo>
                    <a:pt x="977" y="590"/>
                    <a:pt x="977" y="256"/>
                    <a:pt x="762" y="256"/>
                  </a:cubicBezTo>
                  <a:lnTo>
                    <a:pt x="643" y="256"/>
                  </a:lnTo>
                  <a:lnTo>
                    <a:pt x="643" y="161"/>
                  </a:lnTo>
                  <a:cubicBezTo>
                    <a:pt x="643" y="54"/>
                    <a:pt x="560"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94"/>
            <p:cNvSpPr/>
            <p:nvPr/>
          </p:nvSpPr>
          <p:spPr>
            <a:xfrm>
              <a:off x="6501040" y="3036263"/>
              <a:ext cx="31526" cy="28238"/>
            </a:xfrm>
            <a:custGeom>
              <a:rect b="b" l="l" r="r" t="t"/>
              <a:pathLst>
                <a:path extrusionOk="0" h="876" w="978">
                  <a:moveTo>
                    <a:pt x="477" y="0"/>
                  </a:moveTo>
                  <a:cubicBezTo>
                    <a:pt x="394" y="0"/>
                    <a:pt x="310" y="48"/>
                    <a:pt x="310" y="143"/>
                  </a:cubicBezTo>
                  <a:lnTo>
                    <a:pt x="310" y="262"/>
                  </a:lnTo>
                  <a:lnTo>
                    <a:pt x="191" y="262"/>
                  </a:lnTo>
                  <a:cubicBezTo>
                    <a:pt x="1" y="262"/>
                    <a:pt x="1" y="596"/>
                    <a:pt x="191" y="596"/>
                  </a:cubicBezTo>
                  <a:lnTo>
                    <a:pt x="310" y="596"/>
                  </a:lnTo>
                  <a:lnTo>
                    <a:pt x="310" y="715"/>
                  </a:lnTo>
                  <a:cubicBezTo>
                    <a:pt x="310" y="822"/>
                    <a:pt x="394" y="875"/>
                    <a:pt x="477" y="875"/>
                  </a:cubicBezTo>
                  <a:cubicBezTo>
                    <a:pt x="560" y="875"/>
                    <a:pt x="644" y="822"/>
                    <a:pt x="644" y="715"/>
                  </a:cubicBezTo>
                  <a:lnTo>
                    <a:pt x="644" y="596"/>
                  </a:lnTo>
                  <a:lnTo>
                    <a:pt x="763" y="596"/>
                  </a:lnTo>
                  <a:cubicBezTo>
                    <a:pt x="977" y="596"/>
                    <a:pt x="977" y="262"/>
                    <a:pt x="763" y="262"/>
                  </a:cubicBezTo>
                  <a:lnTo>
                    <a:pt x="644" y="262"/>
                  </a:lnTo>
                  <a:lnTo>
                    <a:pt x="644" y="143"/>
                  </a:lnTo>
                  <a:cubicBezTo>
                    <a:pt x="644" y="48"/>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4"/>
            <p:cNvSpPr/>
            <p:nvPr/>
          </p:nvSpPr>
          <p:spPr>
            <a:xfrm>
              <a:off x="6360560" y="3077717"/>
              <a:ext cx="29979" cy="28431"/>
            </a:xfrm>
            <a:custGeom>
              <a:rect b="b" l="l" r="r" t="t"/>
              <a:pathLst>
                <a:path extrusionOk="0" h="882" w="930">
                  <a:moveTo>
                    <a:pt x="501" y="0"/>
                  </a:moveTo>
                  <a:cubicBezTo>
                    <a:pt x="429" y="0"/>
                    <a:pt x="334" y="48"/>
                    <a:pt x="334" y="143"/>
                  </a:cubicBezTo>
                  <a:lnTo>
                    <a:pt x="334" y="262"/>
                  </a:lnTo>
                  <a:lnTo>
                    <a:pt x="191" y="262"/>
                  </a:lnTo>
                  <a:cubicBezTo>
                    <a:pt x="96" y="262"/>
                    <a:pt x="1" y="357"/>
                    <a:pt x="24" y="453"/>
                  </a:cubicBezTo>
                  <a:cubicBezTo>
                    <a:pt x="24" y="524"/>
                    <a:pt x="96" y="595"/>
                    <a:pt x="191" y="595"/>
                  </a:cubicBezTo>
                  <a:lnTo>
                    <a:pt x="310" y="595"/>
                  </a:lnTo>
                  <a:lnTo>
                    <a:pt x="310" y="715"/>
                  </a:lnTo>
                  <a:cubicBezTo>
                    <a:pt x="310" y="786"/>
                    <a:pt x="358" y="857"/>
                    <a:pt x="453" y="881"/>
                  </a:cubicBezTo>
                  <a:cubicBezTo>
                    <a:pt x="548" y="881"/>
                    <a:pt x="620" y="834"/>
                    <a:pt x="620" y="738"/>
                  </a:cubicBezTo>
                  <a:lnTo>
                    <a:pt x="620" y="619"/>
                  </a:lnTo>
                  <a:lnTo>
                    <a:pt x="739" y="619"/>
                  </a:lnTo>
                  <a:cubicBezTo>
                    <a:pt x="834" y="619"/>
                    <a:pt x="906" y="572"/>
                    <a:pt x="929" y="476"/>
                  </a:cubicBezTo>
                  <a:cubicBezTo>
                    <a:pt x="929" y="381"/>
                    <a:pt x="858" y="286"/>
                    <a:pt x="787" y="286"/>
                  </a:cubicBezTo>
                  <a:lnTo>
                    <a:pt x="667" y="286"/>
                  </a:lnTo>
                  <a:lnTo>
                    <a:pt x="667" y="167"/>
                  </a:lnTo>
                  <a:cubicBezTo>
                    <a:pt x="667" y="95"/>
                    <a:pt x="596" y="24"/>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5" name="Google Shape;19165;p94"/>
          <p:cNvGrpSpPr/>
          <p:nvPr/>
        </p:nvGrpSpPr>
        <p:grpSpPr>
          <a:xfrm>
            <a:off x="6996943" y="2883798"/>
            <a:ext cx="354714" cy="357035"/>
            <a:chOff x="6996943" y="3036198"/>
            <a:chExt cx="354714" cy="357035"/>
          </a:xfrm>
        </p:grpSpPr>
        <p:sp>
          <p:nvSpPr>
            <p:cNvPr id="19166" name="Google Shape;19166;p94"/>
            <p:cNvSpPr/>
            <p:nvPr/>
          </p:nvSpPr>
          <p:spPr>
            <a:xfrm>
              <a:off x="7015382" y="3173648"/>
              <a:ext cx="317063" cy="179678"/>
            </a:xfrm>
            <a:custGeom>
              <a:rect b="b" l="l" r="r" t="t"/>
              <a:pathLst>
                <a:path extrusionOk="0" h="5574" w="9836">
                  <a:moveTo>
                    <a:pt x="715" y="1"/>
                  </a:moveTo>
                  <a:cubicBezTo>
                    <a:pt x="310" y="1"/>
                    <a:pt x="0" y="334"/>
                    <a:pt x="0" y="715"/>
                  </a:cubicBezTo>
                  <a:lnTo>
                    <a:pt x="0" y="5573"/>
                  </a:lnTo>
                  <a:lnTo>
                    <a:pt x="9836" y="5573"/>
                  </a:lnTo>
                  <a:lnTo>
                    <a:pt x="9836" y="715"/>
                  </a:lnTo>
                  <a:cubicBezTo>
                    <a:pt x="9836" y="334"/>
                    <a:pt x="9526" y="1"/>
                    <a:pt x="9121" y="1"/>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94"/>
            <p:cNvSpPr/>
            <p:nvPr/>
          </p:nvSpPr>
          <p:spPr>
            <a:xfrm>
              <a:off x="7035335" y="3196696"/>
              <a:ext cx="276383" cy="156630"/>
            </a:xfrm>
            <a:custGeom>
              <a:rect b="b" l="l" r="r" t="t"/>
              <a:pathLst>
                <a:path extrusionOk="0" h="4859" w="8574">
                  <a:moveTo>
                    <a:pt x="1" y="0"/>
                  </a:moveTo>
                  <a:lnTo>
                    <a:pt x="1" y="4858"/>
                  </a:lnTo>
                  <a:lnTo>
                    <a:pt x="8574" y="4858"/>
                  </a:lnTo>
                  <a:lnTo>
                    <a:pt x="8574"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94"/>
            <p:cNvSpPr/>
            <p:nvPr/>
          </p:nvSpPr>
          <p:spPr>
            <a:xfrm>
              <a:off x="7278677" y="3196696"/>
              <a:ext cx="33041" cy="156630"/>
            </a:xfrm>
            <a:custGeom>
              <a:rect b="b" l="l" r="r" t="t"/>
              <a:pathLst>
                <a:path extrusionOk="0" h="4859" w="1025">
                  <a:moveTo>
                    <a:pt x="1" y="0"/>
                  </a:moveTo>
                  <a:lnTo>
                    <a:pt x="1" y="4858"/>
                  </a:lnTo>
                  <a:lnTo>
                    <a:pt x="1025" y="4858"/>
                  </a:lnTo>
                  <a:lnTo>
                    <a:pt x="102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4"/>
            <p:cNvSpPr/>
            <p:nvPr/>
          </p:nvSpPr>
          <p:spPr>
            <a:xfrm>
              <a:off x="7002327" y="3354067"/>
              <a:ext cx="344721" cy="32267"/>
            </a:xfrm>
            <a:custGeom>
              <a:rect b="b" l="l" r="r" t="t"/>
              <a:pathLst>
                <a:path extrusionOk="0" h="1001" w="10694">
                  <a:moveTo>
                    <a:pt x="1" y="0"/>
                  </a:moveTo>
                  <a:lnTo>
                    <a:pt x="1" y="381"/>
                  </a:lnTo>
                  <a:cubicBezTo>
                    <a:pt x="1" y="715"/>
                    <a:pt x="286" y="1001"/>
                    <a:pt x="644" y="1001"/>
                  </a:cubicBezTo>
                  <a:lnTo>
                    <a:pt x="10050" y="1001"/>
                  </a:lnTo>
                  <a:cubicBezTo>
                    <a:pt x="10408" y="1001"/>
                    <a:pt x="10669" y="715"/>
                    <a:pt x="10693" y="381"/>
                  </a:cubicBezTo>
                  <a:lnTo>
                    <a:pt x="10693"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94"/>
            <p:cNvSpPr/>
            <p:nvPr/>
          </p:nvSpPr>
          <p:spPr>
            <a:xfrm>
              <a:off x="7297116" y="3353294"/>
              <a:ext cx="49158" cy="32267"/>
            </a:xfrm>
            <a:custGeom>
              <a:rect b="b" l="l" r="r" t="t"/>
              <a:pathLst>
                <a:path extrusionOk="0" h="1001" w="1525">
                  <a:moveTo>
                    <a:pt x="667" y="0"/>
                  </a:moveTo>
                  <a:lnTo>
                    <a:pt x="667" y="382"/>
                  </a:lnTo>
                  <a:cubicBezTo>
                    <a:pt x="667" y="739"/>
                    <a:pt x="358" y="1001"/>
                    <a:pt x="0" y="1001"/>
                  </a:cubicBezTo>
                  <a:lnTo>
                    <a:pt x="905" y="1001"/>
                  </a:lnTo>
                  <a:cubicBezTo>
                    <a:pt x="1263" y="1001"/>
                    <a:pt x="1524" y="715"/>
                    <a:pt x="1524" y="382"/>
                  </a:cubicBezTo>
                  <a:lnTo>
                    <a:pt x="1524"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94"/>
            <p:cNvSpPr/>
            <p:nvPr/>
          </p:nvSpPr>
          <p:spPr>
            <a:xfrm>
              <a:off x="7151252" y="3353294"/>
              <a:ext cx="45322" cy="16923"/>
            </a:xfrm>
            <a:custGeom>
              <a:rect b="b" l="l" r="r" t="t"/>
              <a:pathLst>
                <a:path extrusionOk="0" h="525" w="1406">
                  <a:moveTo>
                    <a:pt x="1" y="0"/>
                  </a:moveTo>
                  <a:lnTo>
                    <a:pt x="1" y="167"/>
                  </a:lnTo>
                  <a:cubicBezTo>
                    <a:pt x="1" y="382"/>
                    <a:pt x="143" y="524"/>
                    <a:pt x="358" y="524"/>
                  </a:cubicBezTo>
                  <a:lnTo>
                    <a:pt x="1048" y="524"/>
                  </a:lnTo>
                  <a:cubicBezTo>
                    <a:pt x="1263" y="524"/>
                    <a:pt x="1406" y="382"/>
                    <a:pt x="1406" y="167"/>
                  </a:cubicBezTo>
                  <a:lnTo>
                    <a:pt x="1406"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4"/>
            <p:cNvSpPr/>
            <p:nvPr/>
          </p:nvSpPr>
          <p:spPr>
            <a:xfrm>
              <a:off x="7131363" y="3041807"/>
              <a:ext cx="83521" cy="94094"/>
            </a:xfrm>
            <a:custGeom>
              <a:rect b="b" l="l" r="r" t="t"/>
              <a:pathLst>
                <a:path extrusionOk="0" h="2919" w="2591">
                  <a:moveTo>
                    <a:pt x="1308" y="1"/>
                  </a:moveTo>
                  <a:cubicBezTo>
                    <a:pt x="1142" y="1"/>
                    <a:pt x="975" y="102"/>
                    <a:pt x="975" y="304"/>
                  </a:cubicBezTo>
                  <a:lnTo>
                    <a:pt x="975" y="1852"/>
                  </a:lnTo>
                  <a:lnTo>
                    <a:pt x="689" y="1567"/>
                  </a:lnTo>
                  <a:cubicBezTo>
                    <a:pt x="616" y="1493"/>
                    <a:pt x="534" y="1463"/>
                    <a:pt x="456" y="1463"/>
                  </a:cubicBezTo>
                  <a:cubicBezTo>
                    <a:pt x="207" y="1463"/>
                    <a:pt x="0" y="1777"/>
                    <a:pt x="237" y="1995"/>
                  </a:cubicBezTo>
                  <a:lnTo>
                    <a:pt x="1070" y="2829"/>
                  </a:lnTo>
                  <a:cubicBezTo>
                    <a:pt x="1130" y="2888"/>
                    <a:pt x="1213" y="2918"/>
                    <a:pt x="1296" y="2918"/>
                  </a:cubicBezTo>
                  <a:cubicBezTo>
                    <a:pt x="1380" y="2918"/>
                    <a:pt x="1463" y="2888"/>
                    <a:pt x="1523" y="2829"/>
                  </a:cubicBezTo>
                  <a:lnTo>
                    <a:pt x="2332" y="1995"/>
                  </a:lnTo>
                  <a:cubicBezTo>
                    <a:pt x="2590" y="1792"/>
                    <a:pt x="2392" y="1475"/>
                    <a:pt x="2145" y="1475"/>
                  </a:cubicBezTo>
                  <a:cubicBezTo>
                    <a:pt x="2073" y="1475"/>
                    <a:pt x="1997" y="1502"/>
                    <a:pt x="1927" y="1567"/>
                  </a:cubicBezTo>
                  <a:lnTo>
                    <a:pt x="1642" y="1852"/>
                  </a:lnTo>
                  <a:lnTo>
                    <a:pt x="1642" y="304"/>
                  </a:lnTo>
                  <a:cubicBezTo>
                    <a:pt x="1642" y="102"/>
                    <a:pt x="1475" y="1"/>
                    <a:pt x="130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94"/>
            <p:cNvSpPr/>
            <p:nvPr/>
          </p:nvSpPr>
          <p:spPr>
            <a:xfrm>
              <a:off x="7104415" y="3156016"/>
              <a:ext cx="138224" cy="74495"/>
            </a:xfrm>
            <a:custGeom>
              <a:rect b="b" l="l" r="r" t="t"/>
              <a:pathLst>
                <a:path extrusionOk="0" h="2311" w="4288">
                  <a:moveTo>
                    <a:pt x="287" y="0"/>
                  </a:moveTo>
                  <a:cubicBezTo>
                    <a:pt x="120" y="0"/>
                    <a:pt x="1" y="167"/>
                    <a:pt x="25" y="334"/>
                  </a:cubicBezTo>
                  <a:lnTo>
                    <a:pt x="382" y="2048"/>
                  </a:lnTo>
                  <a:cubicBezTo>
                    <a:pt x="406" y="2215"/>
                    <a:pt x="501" y="2310"/>
                    <a:pt x="644" y="2310"/>
                  </a:cubicBezTo>
                  <a:lnTo>
                    <a:pt x="3859" y="2310"/>
                  </a:lnTo>
                  <a:lnTo>
                    <a:pt x="428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94"/>
            <p:cNvSpPr/>
            <p:nvPr/>
          </p:nvSpPr>
          <p:spPr>
            <a:xfrm>
              <a:off x="7207309" y="3156016"/>
              <a:ext cx="35330" cy="74495"/>
            </a:xfrm>
            <a:custGeom>
              <a:rect b="b" l="l" r="r" t="t"/>
              <a:pathLst>
                <a:path extrusionOk="0" h="2311" w="1096">
                  <a:moveTo>
                    <a:pt x="405" y="0"/>
                  </a:moveTo>
                  <a:lnTo>
                    <a:pt x="0" y="2310"/>
                  </a:lnTo>
                  <a:lnTo>
                    <a:pt x="667" y="2310"/>
                  </a:lnTo>
                  <a:lnTo>
                    <a:pt x="1096"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94"/>
            <p:cNvSpPr/>
            <p:nvPr/>
          </p:nvSpPr>
          <p:spPr>
            <a:xfrm>
              <a:off x="7125915" y="3258877"/>
              <a:ext cx="26916" cy="26884"/>
            </a:xfrm>
            <a:custGeom>
              <a:rect b="b" l="l" r="r" t="t"/>
              <a:pathLst>
                <a:path extrusionOk="0" h="834" w="835">
                  <a:moveTo>
                    <a:pt x="429" y="0"/>
                  </a:moveTo>
                  <a:cubicBezTo>
                    <a:pt x="191" y="0"/>
                    <a:pt x="1" y="191"/>
                    <a:pt x="1" y="429"/>
                  </a:cubicBezTo>
                  <a:cubicBezTo>
                    <a:pt x="1" y="643"/>
                    <a:pt x="191" y="834"/>
                    <a:pt x="429" y="834"/>
                  </a:cubicBezTo>
                  <a:cubicBezTo>
                    <a:pt x="668" y="834"/>
                    <a:pt x="834" y="643"/>
                    <a:pt x="834" y="429"/>
                  </a:cubicBezTo>
                  <a:cubicBezTo>
                    <a:pt x="834" y="191"/>
                    <a:pt x="668" y="0"/>
                    <a:pt x="4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94"/>
            <p:cNvSpPr/>
            <p:nvPr/>
          </p:nvSpPr>
          <p:spPr>
            <a:xfrm>
              <a:off x="7191933" y="3258877"/>
              <a:ext cx="26916" cy="26884"/>
            </a:xfrm>
            <a:custGeom>
              <a:rect b="b" l="l" r="r" t="t"/>
              <a:pathLst>
                <a:path extrusionOk="0" h="834" w="835">
                  <a:moveTo>
                    <a:pt x="406" y="0"/>
                  </a:moveTo>
                  <a:cubicBezTo>
                    <a:pt x="167" y="0"/>
                    <a:pt x="1" y="191"/>
                    <a:pt x="1" y="429"/>
                  </a:cubicBezTo>
                  <a:cubicBezTo>
                    <a:pt x="1" y="643"/>
                    <a:pt x="167" y="834"/>
                    <a:pt x="406" y="834"/>
                  </a:cubicBezTo>
                  <a:cubicBezTo>
                    <a:pt x="644" y="834"/>
                    <a:pt x="834" y="643"/>
                    <a:pt x="834" y="429"/>
                  </a:cubicBezTo>
                  <a:cubicBezTo>
                    <a:pt x="834" y="191"/>
                    <a:pt x="644" y="0"/>
                    <a:pt x="406"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94"/>
            <p:cNvSpPr/>
            <p:nvPr/>
          </p:nvSpPr>
          <p:spPr>
            <a:xfrm>
              <a:off x="6996943" y="3116076"/>
              <a:ext cx="354714" cy="277157"/>
            </a:xfrm>
            <a:custGeom>
              <a:rect b="b" l="l" r="r" t="t"/>
              <a:pathLst>
                <a:path extrusionOk="0" h="8598" w="11004">
                  <a:moveTo>
                    <a:pt x="6455" y="4573"/>
                  </a:moveTo>
                  <a:cubicBezTo>
                    <a:pt x="6597" y="4573"/>
                    <a:pt x="6693" y="4692"/>
                    <a:pt x="6693" y="4811"/>
                  </a:cubicBezTo>
                  <a:cubicBezTo>
                    <a:pt x="6693" y="4978"/>
                    <a:pt x="6574" y="5049"/>
                    <a:pt x="6455" y="5049"/>
                  </a:cubicBezTo>
                  <a:cubicBezTo>
                    <a:pt x="6312" y="5049"/>
                    <a:pt x="6216" y="4930"/>
                    <a:pt x="6216" y="4811"/>
                  </a:cubicBezTo>
                  <a:cubicBezTo>
                    <a:pt x="6193" y="4692"/>
                    <a:pt x="6312" y="4573"/>
                    <a:pt x="6455" y="4573"/>
                  </a:cubicBezTo>
                  <a:close/>
                  <a:moveTo>
                    <a:pt x="4484" y="4610"/>
                  </a:moveTo>
                  <a:cubicBezTo>
                    <a:pt x="4583" y="4610"/>
                    <a:pt x="4669" y="4717"/>
                    <a:pt x="4669" y="4859"/>
                  </a:cubicBezTo>
                  <a:cubicBezTo>
                    <a:pt x="4669" y="5002"/>
                    <a:pt x="4549" y="5097"/>
                    <a:pt x="4430" y="5097"/>
                  </a:cubicBezTo>
                  <a:cubicBezTo>
                    <a:pt x="4287" y="5097"/>
                    <a:pt x="4192" y="4978"/>
                    <a:pt x="4192" y="4859"/>
                  </a:cubicBezTo>
                  <a:cubicBezTo>
                    <a:pt x="4192" y="4692"/>
                    <a:pt x="4311" y="4621"/>
                    <a:pt x="4430" y="4621"/>
                  </a:cubicBezTo>
                  <a:cubicBezTo>
                    <a:pt x="4448" y="4614"/>
                    <a:pt x="4466" y="4610"/>
                    <a:pt x="4484" y="4610"/>
                  </a:cubicBezTo>
                  <a:close/>
                  <a:moveTo>
                    <a:pt x="9693" y="1954"/>
                  </a:moveTo>
                  <a:cubicBezTo>
                    <a:pt x="10003" y="1954"/>
                    <a:pt x="10241" y="2192"/>
                    <a:pt x="10241" y="2501"/>
                  </a:cubicBezTo>
                  <a:lnTo>
                    <a:pt x="10241" y="7193"/>
                  </a:lnTo>
                  <a:lnTo>
                    <a:pt x="9932" y="7193"/>
                  </a:lnTo>
                  <a:lnTo>
                    <a:pt x="9932" y="2501"/>
                  </a:lnTo>
                  <a:cubicBezTo>
                    <a:pt x="9932" y="2406"/>
                    <a:pt x="9884" y="2358"/>
                    <a:pt x="9789" y="2358"/>
                  </a:cubicBezTo>
                  <a:lnTo>
                    <a:pt x="7598" y="2358"/>
                  </a:lnTo>
                  <a:lnTo>
                    <a:pt x="7645" y="1954"/>
                  </a:lnTo>
                  <a:close/>
                  <a:moveTo>
                    <a:pt x="3240" y="2001"/>
                  </a:moveTo>
                  <a:lnTo>
                    <a:pt x="3335" y="2382"/>
                  </a:lnTo>
                  <a:lnTo>
                    <a:pt x="1192" y="2382"/>
                  </a:lnTo>
                  <a:cubicBezTo>
                    <a:pt x="1096" y="2382"/>
                    <a:pt x="1025" y="2430"/>
                    <a:pt x="1025" y="2525"/>
                  </a:cubicBezTo>
                  <a:lnTo>
                    <a:pt x="1025" y="5740"/>
                  </a:lnTo>
                  <a:cubicBezTo>
                    <a:pt x="1025" y="5847"/>
                    <a:pt x="1108" y="5901"/>
                    <a:pt x="1192" y="5901"/>
                  </a:cubicBezTo>
                  <a:cubicBezTo>
                    <a:pt x="1275" y="5901"/>
                    <a:pt x="1358" y="5847"/>
                    <a:pt x="1358" y="5740"/>
                  </a:cubicBezTo>
                  <a:lnTo>
                    <a:pt x="1358" y="2644"/>
                  </a:lnTo>
                  <a:lnTo>
                    <a:pt x="3406" y="2644"/>
                  </a:lnTo>
                  <a:lnTo>
                    <a:pt x="3573" y="3335"/>
                  </a:lnTo>
                  <a:cubicBezTo>
                    <a:pt x="3597" y="3549"/>
                    <a:pt x="3811" y="3692"/>
                    <a:pt x="4002" y="3692"/>
                  </a:cubicBezTo>
                  <a:lnTo>
                    <a:pt x="7026" y="3692"/>
                  </a:lnTo>
                  <a:lnTo>
                    <a:pt x="6979" y="3811"/>
                  </a:lnTo>
                  <a:cubicBezTo>
                    <a:pt x="6931" y="4073"/>
                    <a:pt x="6717" y="4264"/>
                    <a:pt x="6455" y="4264"/>
                  </a:cubicBezTo>
                  <a:lnTo>
                    <a:pt x="4002" y="4264"/>
                  </a:lnTo>
                  <a:cubicBezTo>
                    <a:pt x="3930" y="4264"/>
                    <a:pt x="3859" y="4311"/>
                    <a:pt x="3835" y="4407"/>
                  </a:cubicBezTo>
                  <a:cubicBezTo>
                    <a:pt x="3835" y="4502"/>
                    <a:pt x="3859" y="4549"/>
                    <a:pt x="3930" y="4573"/>
                  </a:cubicBezTo>
                  <a:cubicBezTo>
                    <a:pt x="3859" y="4668"/>
                    <a:pt x="3859" y="4788"/>
                    <a:pt x="3859" y="4907"/>
                  </a:cubicBezTo>
                  <a:cubicBezTo>
                    <a:pt x="3883" y="5169"/>
                    <a:pt x="4097" y="5383"/>
                    <a:pt x="4359" y="5407"/>
                  </a:cubicBezTo>
                  <a:cubicBezTo>
                    <a:pt x="4385" y="5410"/>
                    <a:pt x="4411" y="5412"/>
                    <a:pt x="4437" y="5412"/>
                  </a:cubicBezTo>
                  <a:cubicBezTo>
                    <a:pt x="4757" y="5412"/>
                    <a:pt x="5002" y="5146"/>
                    <a:pt x="5002" y="4859"/>
                  </a:cubicBezTo>
                  <a:cubicBezTo>
                    <a:pt x="5002" y="4764"/>
                    <a:pt x="4954" y="4668"/>
                    <a:pt x="4930" y="4621"/>
                  </a:cubicBezTo>
                  <a:lnTo>
                    <a:pt x="5907" y="4621"/>
                  </a:lnTo>
                  <a:cubicBezTo>
                    <a:pt x="5859" y="4692"/>
                    <a:pt x="5859" y="4811"/>
                    <a:pt x="5859" y="4930"/>
                  </a:cubicBezTo>
                  <a:cubicBezTo>
                    <a:pt x="5883" y="5216"/>
                    <a:pt x="6097" y="5407"/>
                    <a:pt x="6359" y="5454"/>
                  </a:cubicBezTo>
                  <a:cubicBezTo>
                    <a:pt x="6374" y="5455"/>
                    <a:pt x="6389" y="5456"/>
                    <a:pt x="6404" y="5456"/>
                  </a:cubicBezTo>
                  <a:cubicBezTo>
                    <a:pt x="6738" y="5456"/>
                    <a:pt x="6979" y="5202"/>
                    <a:pt x="6979" y="4883"/>
                  </a:cubicBezTo>
                  <a:cubicBezTo>
                    <a:pt x="6979" y="4740"/>
                    <a:pt x="6931" y="4621"/>
                    <a:pt x="6836" y="4526"/>
                  </a:cubicBezTo>
                  <a:cubicBezTo>
                    <a:pt x="7050" y="4407"/>
                    <a:pt x="7193" y="4192"/>
                    <a:pt x="7264" y="3930"/>
                  </a:cubicBezTo>
                  <a:lnTo>
                    <a:pt x="7502" y="2716"/>
                  </a:lnTo>
                  <a:lnTo>
                    <a:pt x="9574" y="2716"/>
                  </a:lnTo>
                  <a:lnTo>
                    <a:pt x="9574" y="7264"/>
                  </a:lnTo>
                  <a:lnTo>
                    <a:pt x="1358" y="7264"/>
                  </a:lnTo>
                  <a:lnTo>
                    <a:pt x="1358" y="7193"/>
                  </a:lnTo>
                  <a:lnTo>
                    <a:pt x="1358" y="6574"/>
                  </a:lnTo>
                  <a:cubicBezTo>
                    <a:pt x="1358" y="6466"/>
                    <a:pt x="1281" y="6413"/>
                    <a:pt x="1204" y="6413"/>
                  </a:cubicBezTo>
                  <a:cubicBezTo>
                    <a:pt x="1126" y="6413"/>
                    <a:pt x="1049" y="6466"/>
                    <a:pt x="1049" y="6574"/>
                  </a:cubicBezTo>
                  <a:lnTo>
                    <a:pt x="1049" y="7193"/>
                  </a:lnTo>
                  <a:lnTo>
                    <a:pt x="715" y="7193"/>
                  </a:lnTo>
                  <a:lnTo>
                    <a:pt x="715" y="2525"/>
                  </a:lnTo>
                  <a:cubicBezTo>
                    <a:pt x="715" y="2239"/>
                    <a:pt x="953" y="2001"/>
                    <a:pt x="1239" y="2001"/>
                  </a:cubicBezTo>
                  <a:close/>
                  <a:moveTo>
                    <a:pt x="6002" y="7502"/>
                  </a:moveTo>
                  <a:cubicBezTo>
                    <a:pt x="6002" y="7621"/>
                    <a:pt x="5931" y="7717"/>
                    <a:pt x="5812" y="7717"/>
                  </a:cubicBezTo>
                  <a:lnTo>
                    <a:pt x="5145" y="7717"/>
                  </a:lnTo>
                  <a:cubicBezTo>
                    <a:pt x="5026" y="7717"/>
                    <a:pt x="4930" y="7621"/>
                    <a:pt x="4930" y="7502"/>
                  </a:cubicBezTo>
                  <a:close/>
                  <a:moveTo>
                    <a:pt x="8145" y="1"/>
                  </a:moveTo>
                  <a:cubicBezTo>
                    <a:pt x="7883" y="1"/>
                    <a:pt x="7645" y="215"/>
                    <a:pt x="7598" y="477"/>
                  </a:cubicBezTo>
                  <a:lnTo>
                    <a:pt x="7479" y="1072"/>
                  </a:lnTo>
                  <a:lnTo>
                    <a:pt x="6002" y="1072"/>
                  </a:lnTo>
                  <a:cubicBezTo>
                    <a:pt x="5812" y="1072"/>
                    <a:pt x="5812" y="1406"/>
                    <a:pt x="6002" y="1406"/>
                  </a:cubicBezTo>
                  <a:lnTo>
                    <a:pt x="7407" y="1406"/>
                  </a:lnTo>
                  <a:lnTo>
                    <a:pt x="7050" y="3382"/>
                  </a:lnTo>
                  <a:lnTo>
                    <a:pt x="3978" y="3382"/>
                  </a:lnTo>
                  <a:cubicBezTo>
                    <a:pt x="3930" y="3382"/>
                    <a:pt x="3859" y="3359"/>
                    <a:pt x="3859" y="3311"/>
                  </a:cubicBezTo>
                  <a:lnTo>
                    <a:pt x="3502" y="1573"/>
                  </a:lnTo>
                  <a:cubicBezTo>
                    <a:pt x="3478" y="1477"/>
                    <a:pt x="3549" y="1430"/>
                    <a:pt x="3621" y="1430"/>
                  </a:cubicBezTo>
                  <a:lnTo>
                    <a:pt x="5002" y="1430"/>
                  </a:lnTo>
                  <a:cubicBezTo>
                    <a:pt x="5216" y="1430"/>
                    <a:pt x="5216" y="1096"/>
                    <a:pt x="5002" y="1096"/>
                  </a:cubicBezTo>
                  <a:lnTo>
                    <a:pt x="3621" y="1096"/>
                  </a:lnTo>
                  <a:cubicBezTo>
                    <a:pt x="3549" y="1096"/>
                    <a:pt x="3430" y="1120"/>
                    <a:pt x="3335" y="1192"/>
                  </a:cubicBezTo>
                  <a:cubicBezTo>
                    <a:pt x="3216" y="1311"/>
                    <a:pt x="3144" y="1454"/>
                    <a:pt x="3192" y="1644"/>
                  </a:cubicBezTo>
                  <a:lnTo>
                    <a:pt x="3192" y="1668"/>
                  </a:lnTo>
                  <a:lnTo>
                    <a:pt x="1287" y="1668"/>
                  </a:lnTo>
                  <a:cubicBezTo>
                    <a:pt x="811" y="1668"/>
                    <a:pt x="406" y="2049"/>
                    <a:pt x="406" y="2525"/>
                  </a:cubicBezTo>
                  <a:lnTo>
                    <a:pt x="406" y="7240"/>
                  </a:lnTo>
                  <a:lnTo>
                    <a:pt x="144" y="7240"/>
                  </a:lnTo>
                  <a:cubicBezTo>
                    <a:pt x="49" y="7240"/>
                    <a:pt x="1" y="7288"/>
                    <a:pt x="1" y="7383"/>
                  </a:cubicBezTo>
                  <a:lnTo>
                    <a:pt x="1" y="8384"/>
                  </a:lnTo>
                  <a:cubicBezTo>
                    <a:pt x="1" y="8479"/>
                    <a:pt x="96" y="8574"/>
                    <a:pt x="168" y="8574"/>
                  </a:cubicBezTo>
                  <a:lnTo>
                    <a:pt x="8907" y="8574"/>
                  </a:lnTo>
                  <a:cubicBezTo>
                    <a:pt x="9050" y="8431"/>
                    <a:pt x="8955" y="8241"/>
                    <a:pt x="8812" y="8241"/>
                  </a:cubicBezTo>
                  <a:lnTo>
                    <a:pt x="382" y="8241"/>
                  </a:lnTo>
                  <a:cubicBezTo>
                    <a:pt x="334" y="8241"/>
                    <a:pt x="287" y="8193"/>
                    <a:pt x="287" y="8145"/>
                  </a:cubicBezTo>
                  <a:lnTo>
                    <a:pt x="287" y="7550"/>
                  </a:lnTo>
                  <a:lnTo>
                    <a:pt x="4621" y="7550"/>
                  </a:lnTo>
                  <a:cubicBezTo>
                    <a:pt x="4621" y="7860"/>
                    <a:pt x="4859" y="8098"/>
                    <a:pt x="5145" y="8098"/>
                  </a:cubicBezTo>
                  <a:lnTo>
                    <a:pt x="5835" y="8098"/>
                  </a:lnTo>
                  <a:cubicBezTo>
                    <a:pt x="6121" y="8098"/>
                    <a:pt x="6359" y="7860"/>
                    <a:pt x="6359" y="7550"/>
                  </a:cubicBezTo>
                  <a:lnTo>
                    <a:pt x="10670" y="7550"/>
                  </a:lnTo>
                  <a:lnTo>
                    <a:pt x="10670" y="8098"/>
                  </a:lnTo>
                  <a:cubicBezTo>
                    <a:pt x="10670" y="8193"/>
                    <a:pt x="10598" y="8264"/>
                    <a:pt x="10503" y="8264"/>
                  </a:cubicBezTo>
                  <a:lnTo>
                    <a:pt x="9574" y="8264"/>
                  </a:lnTo>
                  <a:cubicBezTo>
                    <a:pt x="9550" y="8264"/>
                    <a:pt x="9550" y="8264"/>
                    <a:pt x="9550" y="8312"/>
                  </a:cubicBezTo>
                  <a:cubicBezTo>
                    <a:pt x="9431" y="8455"/>
                    <a:pt x="9527" y="8598"/>
                    <a:pt x="9646" y="8598"/>
                  </a:cubicBezTo>
                  <a:lnTo>
                    <a:pt x="10193" y="8598"/>
                  </a:lnTo>
                  <a:cubicBezTo>
                    <a:pt x="10646" y="8598"/>
                    <a:pt x="11003" y="8241"/>
                    <a:pt x="11003" y="7788"/>
                  </a:cubicBezTo>
                  <a:lnTo>
                    <a:pt x="11003" y="7407"/>
                  </a:lnTo>
                  <a:cubicBezTo>
                    <a:pt x="10979" y="7264"/>
                    <a:pt x="10932" y="7169"/>
                    <a:pt x="10836" y="7169"/>
                  </a:cubicBezTo>
                  <a:lnTo>
                    <a:pt x="10575" y="7169"/>
                  </a:lnTo>
                  <a:lnTo>
                    <a:pt x="10575" y="2501"/>
                  </a:lnTo>
                  <a:cubicBezTo>
                    <a:pt x="10575" y="2025"/>
                    <a:pt x="10170" y="1644"/>
                    <a:pt x="9693" y="1644"/>
                  </a:cubicBezTo>
                  <a:lnTo>
                    <a:pt x="7717" y="1644"/>
                  </a:lnTo>
                  <a:cubicBezTo>
                    <a:pt x="7764" y="1287"/>
                    <a:pt x="7860" y="930"/>
                    <a:pt x="7907" y="525"/>
                  </a:cubicBezTo>
                  <a:cubicBezTo>
                    <a:pt x="7955" y="406"/>
                    <a:pt x="8026" y="334"/>
                    <a:pt x="8145" y="334"/>
                  </a:cubicBezTo>
                  <a:lnTo>
                    <a:pt x="8384" y="334"/>
                  </a:lnTo>
                  <a:cubicBezTo>
                    <a:pt x="8598" y="334"/>
                    <a:pt x="8598" y="1"/>
                    <a:pt x="8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94"/>
            <p:cNvSpPr/>
            <p:nvPr/>
          </p:nvSpPr>
          <p:spPr>
            <a:xfrm>
              <a:off x="7128978" y="3036198"/>
              <a:ext cx="87550" cy="106214"/>
            </a:xfrm>
            <a:custGeom>
              <a:rect b="b" l="l" r="r" t="t"/>
              <a:pathLst>
                <a:path extrusionOk="0" h="3295" w="2716">
                  <a:moveTo>
                    <a:pt x="1394" y="318"/>
                  </a:moveTo>
                  <a:cubicBezTo>
                    <a:pt x="1472" y="318"/>
                    <a:pt x="1549" y="371"/>
                    <a:pt x="1549" y="478"/>
                  </a:cubicBezTo>
                  <a:lnTo>
                    <a:pt x="1549" y="2026"/>
                  </a:lnTo>
                  <a:cubicBezTo>
                    <a:pt x="1549" y="2124"/>
                    <a:pt x="1639" y="2189"/>
                    <a:pt x="1726" y="2189"/>
                  </a:cubicBezTo>
                  <a:cubicBezTo>
                    <a:pt x="1765" y="2189"/>
                    <a:pt x="1805" y="2175"/>
                    <a:pt x="1835" y="2145"/>
                  </a:cubicBezTo>
                  <a:lnTo>
                    <a:pt x="2120" y="1836"/>
                  </a:lnTo>
                  <a:cubicBezTo>
                    <a:pt x="2156" y="1812"/>
                    <a:pt x="2204" y="1800"/>
                    <a:pt x="2248" y="1800"/>
                  </a:cubicBezTo>
                  <a:cubicBezTo>
                    <a:pt x="2293" y="1800"/>
                    <a:pt x="2335" y="1812"/>
                    <a:pt x="2359" y="1836"/>
                  </a:cubicBezTo>
                  <a:cubicBezTo>
                    <a:pt x="2406" y="1907"/>
                    <a:pt x="2430" y="2026"/>
                    <a:pt x="2359" y="2074"/>
                  </a:cubicBezTo>
                  <a:lnTo>
                    <a:pt x="1525" y="2931"/>
                  </a:lnTo>
                  <a:cubicBezTo>
                    <a:pt x="1501" y="2955"/>
                    <a:pt x="1460" y="2967"/>
                    <a:pt x="1415" y="2967"/>
                  </a:cubicBezTo>
                  <a:cubicBezTo>
                    <a:pt x="1370" y="2967"/>
                    <a:pt x="1323" y="2955"/>
                    <a:pt x="1287" y="2931"/>
                  </a:cubicBezTo>
                  <a:lnTo>
                    <a:pt x="453" y="2074"/>
                  </a:lnTo>
                  <a:cubicBezTo>
                    <a:pt x="345" y="1966"/>
                    <a:pt x="442" y="1803"/>
                    <a:pt x="558" y="1803"/>
                  </a:cubicBezTo>
                  <a:cubicBezTo>
                    <a:pt x="594" y="1803"/>
                    <a:pt x="633" y="1819"/>
                    <a:pt x="668" y="1860"/>
                  </a:cubicBezTo>
                  <a:lnTo>
                    <a:pt x="954" y="2145"/>
                  </a:lnTo>
                  <a:cubicBezTo>
                    <a:pt x="983" y="2175"/>
                    <a:pt x="1023" y="2189"/>
                    <a:pt x="1063" y="2189"/>
                  </a:cubicBezTo>
                  <a:cubicBezTo>
                    <a:pt x="1150" y="2189"/>
                    <a:pt x="1239" y="2124"/>
                    <a:pt x="1239" y="2026"/>
                  </a:cubicBezTo>
                  <a:lnTo>
                    <a:pt x="1239" y="478"/>
                  </a:lnTo>
                  <a:cubicBezTo>
                    <a:pt x="1239" y="371"/>
                    <a:pt x="1317" y="318"/>
                    <a:pt x="1394" y="318"/>
                  </a:cubicBezTo>
                  <a:close/>
                  <a:moveTo>
                    <a:pt x="1353" y="1"/>
                  </a:moveTo>
                  <a:cubicBezTo>
                    <a:pt x="1339" y="1"/>
                    <a:pt x="1325" y="1"/>
                    <a:pt x="1311" y="2"/>
                  </a:cubicBezTo>
                  <a:cubicBezTo>
                    <a:pt x="1073" y="26"/>
                    <a:pt x="858" y="240"/>
                    <a:pt x="858" y="502"/>
                  </a:cubicBezTo>
                  <a:lnTo>
                    <a:pt x="858" y="1669"/>
                  </a:lnTo>
                  <a:lnTo>
                    <a:pt x="834" y="1645"/>
                  </a:lnTo>
                  <a:cubicBezTo>
                    <a:pt x="748" y="1559"/>
                    <a:pt x="637" y="1498"/>
                    <a:pt x="519" y="1498"/>
                  </a:cubicBezTo>
                  <a:cubicBezTo>
                    <a:pt x="474" y="1498"/>
                    <a:pt x="428" y="1507"/>
                    <a:pt x="382" y="1526"/>
                  </a:cubicBezTo>
                  <a:cubicBezTo>
                    <a:pt x="215" y="1574"/>
                    <a:pt x="72" y="1693"/>
                    <a:pt x="25" y="1883"/>
                  </a:cubicBezTo>
                  <a:cubicBezTo>
                    <a:pt x="1" y="2026"/>
                    <a:pt x="25" y="2193"/>
                    <a:pt x="144" y="2312"/>
                  </a:cubicBezTo>
                  <a:lnTo>
                    <a:pt x="1049" y="3169"/>
                  </a:lnTo>
                  <a:cubicBezTo>
                    <a:pt x="1144" y="3253"/>
                    <a:pt x="1269" y="3294"/>
                    <a:pt x="1394" y="3294"/>
                  </a:cubicBezTo>
                  <a:cubicBezTo>
                    <a:pt x="1519" y="3294"/>
                    <a:pt x="1644" y="3253"/>
                    <a:pt x="1739" y="3169"/>
                  </a:cubicBezTo>
                  <a:lnTo>
                    <a:pt x="2573" y="2336"/>
                  </a:lnTo>
                  <a:cubicBezTo>
                    <a:pt x="2644" y="2241"/>
                    <a:pt x="2716" y="2122"/>
                    <a:pt x="2716" y="2003"/>
                  </a:cubicBezTo>
                  <a:cubicBezTo>
                    <a:pt x="2716" y="1836"/>
                    <a:pt x="2644" y="1741"/>
                    <a:pt x="2573" y="1645"/>
                  </a:cubicBezTo>
                  <a:cubicBezTo>
                    <a:pt x="2478" y="1550"/>
                    <a:pt x="2359" y="1479"/>
                    <a:pt x="2240" y="1479"/>
                  </a:cubicBezTo>
                  <a:cubicBezTo>
                    <a:pt x="2120" y="1479"/>
                    <a:pt x="1978" y="1550"/>
                    <a:pt x="1882" y="1645"/>
                  </a:cubicBezTo>
                  <a:lnTo>
                    <a:pt x="1858" y="1669"/>
                  </a:lnTo>
                  <a:lnTo>
                    <a:pt x="1858" y="478"/>
                  </a:lnTo>
                  <a:cubicBezTo>
                    <a:pt x="1858" y="229"/>
                    <a:pt x="1642" y="1"/>
                    <a:pt x="1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94"/>
            <p:cNvSpPr/>
            <p:nvPr/>
          </p:nvSpPr>
          <p:spPr>
            <a:xfrm>
              <a:off x="7063734" y="3311840"/>
              <a:ext cx="218811" cy="10766"/>
            </a:xfrm>
            <a:custGeom>
              <a:rect b="b" l="l" r="r" t="t"/>
              <a:pathLst>
                <a:path extrusionOk="0" h="334" w="6788">
                  <a:moveTo>
                    <a:pt x="191" y="1"/>
                  </a:moveTo>
                  <a:cubicBezTo>
                    <a:pt x="96" y="1"/>
                    <a:pt x="48" y="48"/>
                    <a:pt x="1" y="143"/>
                  </a:cubicBezTo>
                  <a:cubicBezTo>
                    <a:pt x="1" y="239"/>
                    <a:pt x="72" y="334"/>
                    <a:pt x="167" y="334"/>
                  </a:cubicBezTo>
                  <a:lnTo>
                    <a:pt x="6597" y="334"/>
                  </a:lnTo>
                  <a:cubicBezTo>
                    <a:pt x="6669" y="334"/>
                    <a:pt x="6740" y="262"/>
                    <a:pt x="6764" y="167"/>
                  </a:cubicBezTo>
                  <a:cubicBezTo>
                    <a:pt x="6788" y="48"/>
                    <a:pt x="6740" y="1"/>
                    <a:pt x="66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0" name="Google Shape;19180;p94"/>
          <p:cNvGrpSpPr/>
          <p:nvPr/>
        </p:nvGrpSpPr>
        <p:grpSpPr>
          <a:xfrm>
            <a:off x="7788409" y="2886151"/>
            <a:ext cx="253367" cy="353940"/>
            <a:chOff x="7788409" y="3038551"/>
            <a:chExt cx="253367" cy="353940"/>
          </a:xfrm>
        </p:grpSpPr>
        <p:sp>
          <p:nvSpPr>
            <p:cNvPr id="19181" name="Google Shape;19181;p94"/>
            <p:cNvSpPr/>
            <p:nvPr/>
          </p:nvSpPr>
          <p:spPr>
            <a:xfrm>
              <a:off x="7793019" y="3040066"/>
              <a:ext cx="243374" cy="258750"/>
            </a:xfrm>
            <a:custGeom>
              <a:rect b="b" l="l" r="r" t="t"/>
              <a:pathLst>
                <a:path extrusionOk="0" h="8027" w="7550">
                  <a:moveTo>
                    <a:pt x="3813" y="1"/>
                  </a:moveTo>
                  <a:cubicBezTo>
                    <a:pt x="1739" y="1"/>
                    <a:pt x="95" y="1612"/>
                    <a:pt x="48" y="3692"/>
                  </a:cubicBezTo>
                  <a:cubicBezTo>
                    <a:pt x="0" y="4693"/>
                    <a:pt x="429" y="5645"/>
                    <a:pt x="1048" y="6336"/>
                  </a:cubicBezTo>
                  <a:cubicBezTo>
                    <a:pt x="1286" y="6598"/>
                    <a:pt x="1429" y="6931"/>
                    <a:pt x="1406" y="7288"/>
                  </a:cubicBezTo>
                  <a:lnTo>
                    <a:pt x="1406" y="7312"/>
                  </a:lnTo>
                  <a:cubicBezTo>
                    <a:pt x="1406" y="7717"/>
                    <a:pt x="1739" y="8027"/>
                    <a:pt x="2144" y="8027"/>
                  </a:cubicBezTo>
                  <a:lnTo>
                    <a:pt x="5406" y="8027"/>
                  </a:lnTo>
                  <a:cubicBezTo>
                    <a:pt x="5811" y="8027"/>
                    <a:pt x="6145" y="7717"/>
                    <a:pt x="6145" y="7288"/>
                  </a:cubicBezTo>
                  <a:cubicBezTo>
                    <a:pt x="6145" y="6931"/>
                    <a:pt x="6264" y="6598"/>
                    <a:pt x="6502" y="6336"/>
                  </a:cubicBezTo>
                  <a:cubicBezTo>
                    <a:pt x="7145" y="5669"/>
                    <a:pt x="7550" y="4764"/>
                    <a:pt x="7550" y="3764"/>
                  </a:cubicBezTo>
                  <a:cubicBezTo>
                    <a:pt x="7550" y="1692"/>
                    <a:pt x="5906" y="25"/>
                    <a:pt x="3858" y="1"/>
                  </a:cubicBezTo>
                  <a:cubicBezTo>
                    <a:pt x="3843" y="1"/>
                    <a:pt x="3828" y="1"/>
                    <a:pt x="381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4"/>
            <p:cNvSpPr/>
            <p:nvPr/>
          </p:nvSpPr>
          <p:spPr>
            <a:xfrm>
              <a:off x="7900490" y="3040098"/>
              <a:ext cx="135903" cy="257944"/>
            </a:xfrm>
            <a:custGeom>
              <a:rect b="b" l="l" r="r" t="t"/>
              <a:pathLst>
                <a:path extrusionOk="0" h="8002" w="4216">
                  <a:moveTo>
                    <a:pt x="524" y="0"/>
                  </a:moveTo>
                  <a:cubicBezTo>
                    <a:pt x="334" y="0"/>
                    <a:pt x="191" y="0"/>
                    <a:pt x="1" y="24"/>
                  </a:cubicBezTo>
                  <a:cubicBezTo>
                    <a:pt x="1858" y="262"/>
                    <a:pt x="3311" y="1858"/>
                    <a:pt x="3311" y="3763"/>
                  </a:cubicBezTo>
                  <a:cubicBezTo>
                    <a:pt x="3311" y="4739"/>
                    <a:pt x="2930" y="5644"/>
                    <a:pt x="2311" y="6311"/>
                  </a:cubicBezTo>
                  <a:cubicBezTo>
                    <a:pt x="2072" y="6573"/>
                    <a:pt x="1906" y="6906"/>
                    <a:pt x="1953" y="7264"/>
                  </a:cubicBezTo>
                  <a:cubicBezTo>
                    <a:pt x="1953" y="7692"/>
                    <a:pt x="1620" y="8002"/>
                    <a:pt x="1191" y="8002"/>
                  </a:cubicBezTo>
                  <a:lnTo>
                    <a:pt x="2096" y="8002"/>
                  </a:lnTo>
                  <a:cubicBezTo>
                    <a:pt x="2501" y="8002"/>
                    <a:pt x="2834" y="7692"/>
                    <a:pt x="2834" y="7264"/>
                  </a:cubicBezTo>
                  <a:cubicBezTo>
                    <a:pt x="2834" y="6906"/>
                    <a:pt x="2954" y="6573"/>
                    <a:pt x="3192" y="6311"/>
                  </a:cubicBezTo>
                  <a:cubicBezTo>
                    <a:pt x="3811" y="5668"/>
                    <a:pt x="4216" y="4763"/>
                    <a:pt x="4216" y="3763"/>
                  </a:cubicBezTo>
                  <a:cubicBezTo>
                    <a:pt x="4216" y="1691"/>
                    <a:pt x="2572" y="24"/>
                    <a:pt x="52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4"/>
            <p:cNvSpPr/>
            <p:nvPr/>
          </p:nvSpPr>
          <p:spPr>
            <a:xfrm>
              <a:off x="7863646" y="3298784"/>
              <a:ext cx="105183" cy="64534"/>
            </a:xfrm>
            <a:custGeom>
              <a:rect b="b" l="l" r="r" t="t"/>
              <a:pathLst>
                <a:path extrusionOk="0" h="2002" w="3263">
                  <a:moveTo>
                    <a:pt x="0" y="1"/>
                  </a:moveTo>
                  <a:lnTo>
                    <a:pt x="0" y="1691"/>
                  </a:lnTo>
                  <a:cubicBezTo>
                    <a:pt x="0" y="1858"/>
                    <a:pt x="143" y="2001"/>
                    <a:pt x="310" y="2001"/>
                  </a:cubicBezTo>
                  <a:lnTo>
                    <a:pt x="2930" y="2001"/>
                  </a:lnTo>
                  <a:cubicBezTo>
                    <a:pt x="3120" y="2001"/>
                    <a:pt x="3263" y="1858"/>
                    <a:pt x="3263" y="1691"/>
                  </a:cubicBezTo>
                  <a:lnTo>
                    <a:pt x="3263" y="1"/>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4"/>
            <p:cNvSpPr/>
            <p:nvPr/>
          </p:nvSpPr>
          <p:spPr>
            <a:xfrm>
              <a:off x="7873639" y="3363287"/>
              <a:ext cx="83682" cy="22274"/>
            </a:xfrm>
            <a:custGeom>
              <a:rect b="b" l="l" r="r" t="t"/>
              <a:pathLst>
                <a:path extrusionOk="0" h="691" w="2596">
                  <a:moveTo>
                    <a:pt x="0" y="0"/>
                  </a:moveTo>
                  <a:lnTo>
                    <a:pt x="0" y="48"/>
                  </a:lnTo>
                  <a:cubicBezTo>
                    <a:pt x="0" y="405"/>
                    <a:pt x="310" y="691"/>
                    <a:pt x="667" y="691"/>
                  </a:cubicBezTo>
                  <a:lnTo>
                    <a:pt x="1953" y="691"/>
                  </a:lnTo>
                  <a:cubicBezTo>
                    <a:pt x="2310" y="691"/>
                    <a:pt x="2596" y="405"/>
                    <a:pt x="2596" y="48"/>
                  </a:cubicBezTo>
                  <a:lnTo>
                    <a:pt x="2596"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94"/>
            <p:cNvSpPr/>
            <p:nvPr/>
          </p:nvSpPr>
          <p:spPr>
            <a:xfrm>
              <a:off x="7860583" y="3113788"/>
              <a:ext cx="111340" cy="111340"/>
            </a:xfrm>
            <a:custGeom>
              <a:rect b="b" l="l" r="r" t="t"/>
              <a:pathLst>
                <a:path extrusionOk="0" h="3454" w="3454">
                  <a:moveTo>
                    <a:pt x="1715" y="0"/>
                  </a:moveTo>
                  <a:lnTo>
                    <a:pt x="1191" y="1143"/>
                  </a:lnTo>
                  <a:lnTo>
                    <a:pt x="0" y="1310"/>
                  </a:lnTo>
                  <a:lnTo>
                    <a:pt x="857" y="2215"/>
                  </a:lnTo>
                  <a:lnTo>
                    <a:pt x="643" y="3453"/>
                  </a:lnTo>
                  <a:lnTo>
                    <a:pt x="1715" y="2858"/>
                  </a:lnTo>
                  <a:lnTo>
                    <a:pt x="2786" y="3453"/>
                  </a:lnTo>
                  <a:lnTo>
                    <a:pt x="2596" y="2215"/>
                  </a:lnTo>
                  <a:lnTo>
                    <a:pt x="3453" y="1310"/>
                  </a:lnTo>
                  <a:lnTo>
                    <a:pt x="2263" y="1143"/>
                  </a:lnTo>
                  <a:lnTo>
                    <a:pt x="171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94"/>
            <p:cNvSpPr/>
            <p:nvPr/>
          </p:nvSpPr>
          <p:spPr>
            <a:xfrm>
              <a:off x="7788409" y="3038551"/>
              <a:ext cx="253367" cy="353940"/>
            </a:xfrm>
            <a:custGeom>
              <a:rect b="b" l="l" r="r" t="t"/>
              <a:pathLst>
                <a:path extrusionOk="0" h="10980" w="7860">
                  <a:moveTo>
                    <a:pt x="5430" y="8240"/>
                  </a:moveTo>
                  <a:lnTo>
                    <a:pt x="5430" y="8598"/>
                  </a:lnTo>
                  <a:lnTo>
                    <a:pt x="2477" y="8598"/>
                  </a:lnTo>
                  <a:lnTo>
                    <a:pt x="2477" y="8240"/>
                  </a:lnTo>
                  <a:close/>
                  <a:moveTo>
                    <a:pt x="5430" y="8955"/>
                  </a:moveTo>
                  <a:lnTo>
                    <a:pt x="5430" y="9217"/>
                  </a:lnTo>
                  <a:lnTo>
                    <a:pt x="2477" y="9217"/>
                  </a:lnTo>
                  <a:lnTo>
                    <a:pt x="2477" y="8955"/>
                  </a:lnTo>
                  <a:close/>
                  <a:moveTo>
                    <a:pt x="5406" y="9526"/>
                  </a:moveTo>
                  <a:lnTo>
                    <a:pt x="5430" y="9764"/>
                  </a:lnTo>
                  <a:cubicBezTo>
                    <a:pt x="5430" y="9836"/>
                    <a:pt x="5335" y="9931"/>
                    <a:pt x="5240" y="9931"/>
                  </a:cubicBezTo>
                  <a:lnTo>
                    <a:pt x="3644" y="9931"/>
                  </a:lnTo>
                  <a:cubicBezTo>
                    <a:pt x="3430" y="9931"/>
                    <a:pt x="3430" y="10265"/>
                    <a:pt x="3644" y="10265"/>
                  </a:cubicBezTo>
                  <a:lnTo>
                    <a:pt x="5073" y="10265"/>
                  </a:lnTo>
                  <a:cubicBezTo>
                    <a:pt x="5002" y="10479"/>
                    <a:pt x="4787" y="10622"/>
                    <a:pt x="4573" y="10622"/>
                  </a:cubicBezTo>
                  <a:lnTo>
                    <a:pt x="3311" y="10622"/>
                  </a:lnTo>
                  <a:cubicBezTo>
                    <a:pt x="3073" y="10622"/>
                    <a:pt x="2882" y="10479"/>
                    <a:pt x="2835" y="10265"/>
                  </a:cubicBezTo>
                  <a:lnTo>
                    <a:pt x="2858" y="10265"/>
                  </a:lnTo>
                  <a:cubicBezTo>
                    <a:pt x="2930" y="10265"/>
                    <a:pt x="2977" y="10241"/>
                    <a:pt x="3001" y="10169"/>
                  </a:cubicBezTo>
                  <a:cubicBezTo>
                    <a:pt x="3073" y="10050"/>
                    <a:pt x="2977" y="9907"/>
                    <a:pt x="2858" y="9907"/>
                  </a:cubicBezTo>
                  <a:lnTo>
                    <a:pt x="2644" y="9907"/>
                  </a:lnTo>
                  <a:cubicBezTo>
                    <a:pt x="2573" y="9907"/>
                    <a:pt x="2477" y="9836"/>
                    <a:pt x="2477" y="9717"/>
                  </a:cubicBezTo>
                  <a:lnTo>
                    <a:pt x="2477" y="9526"/>
                  </a:lnTo>
                  <a:close/>
                  <a:moveTo>
                    <a:pt x="3930" y="1"/>
                  </a:moveTo>
                  <a:cubicBezTo>
                    <a:pt x="2930" y="1"/>
                    <a:pt x="1930" y="382"/>
                    <a:pt x="1215" y="1096"/>
                  </a:cubicBezTo>
                  <a:cubicBezTo>
                    <a:pt x="477" y="1810"/>
                    <a:pt x="72" y="2787"/>
                    <a:pt x="24" y="3811"/>
                  </a:cubicBezTo>
                  <a:cubicBezTo>
                    <a:pt x="1" y="4811"/>
                    <a:pt x="382" y="5787"/>
                    <a:pt x="1096" y="6550"/>
                  </a:cubicBezTo>
                  <a:cubicBezTo>
                    <a:pt x="1310" y="6740"/>
                    <a:pt x="1429" y="7050"/>
                    <a:pt x="1429" y="7383"/>
                  </a:cubicBezTo>
                  <a:lnTo>
                    <a:pt x="1429" y="7407"/>
                  </a:lnTo>
                  <a:cubicBezTo>
                    <a:pt x="1429" y="7812"/>
                    <a:pt x="1739" y="8169"/>
                    <a:pt x="2144" y="8264"/>
                  </a:cubicBezTo>
                  <a:lnTo>
                    <a:pt x="2144" y="8645"/>
                  </a:lnTo>
                  <a:cubicBezTo>
                    <a:pt x="2049" y="8645"/>
                    <a:pt x="2001" y="8717"/>
                    <a:pt x="1977" y="8812"/>
                  </a:cubicBezTo>
                  <a:cubicBezTo>
                    <a:pt x="1977" y="8883"/>
                    <a:pt x="2025" y="8979"/>
                    <a:pt x="2120" y="8979"/>
                  </a:cubicBezTo>
                  <a:lnTo>
                    <a:pt x="2144" y="8979"/>
                  </a:lnTo>
                  <a:lnTo>
                    <a:pt x="2144" y="9241"/>
                  </a:lnTo>
                  <a:cubicBezTo>
                    <a:pt x="2049" y="9241"/>
                    <a:pt x="1977" y="9312"/>
                    <a:pt x="1977" y="9407"/>
                  </a:cubicBezTo>
                  <a:cubicBezTo>
                    <a:pt x="1977" y="9479"/>
                    <a:pt x="2025" y="9574"/>
                    <a:pt x="2120" y="9574"/>
                  </a:cubicBezTo>
                  <a:lnTo>
                    <a:pt x="2144" y="9574"/>
                  </a:lnTo>
                  <a:lnTo>
                    <a:pt x="2144" y="9788"/>
                  </a:lnTo>
                  <a:cubicBezTo>
                    <a:pt x="2144" y="10003"/>
                    <a:pt x="2287" y="10193"/>
                    <a:pt x="2501" y="10265"/>
                  </a:cubicBezTo>
                  <a:cubicBezTo>
                    <a:pt x="2573" y="10646"/>
                    <a:pt x="2882" y="10979"/>
                    <a:pt x="3311" y="10979"/>
                  </a:cubicBezTo>
                  <a:lnTo>
                    <a:pt x="4549" y="10979"/>
                  </a:lnTo>
                  <a:cubicBezTo>
                    <a:pt x="4978" y="10979"/>
                    <a:pt x="5311" y="10669"/>
                    <a:pt x="5359" y="10265"/>
                  </a:cubicBezTo>
                  <a:cubicBezTo>
                    <a:pt x="5573" y="10193"/>
                    <a:pt x="5716" y="10026"/>
                    <a:pt x="5716" y="9788"/>
                  </a:cubicBezTo>
                  <a:lnTo>
                    <a:pt x="5716" y="9574"/>
                  </a:lnTo>
                  <a:cubicBezTo>
                    <a:pt x="5811" y="9574"/>
                    <a:pt x="5907" y="9526"/>
                    <a:pt x="5907" y="9431"/>
                  </a:cubicBezTo>
                  <a:cubicBezTo>
                    <a:pt x="5907" y="9336"/>
                    <a:pt x="5835" y="9241"/>
                    <a:pt x="5740" y="9241"/>
                  </a:cubicBezTo>
                  <a:lnTo>
                    <a:pt x="5716" y="9241"/>
                  </a:lnTo>
                  <a:lnTo>
                    <a:pt x="5716" y="8979"/>
                  </a:lnTo>
                  <a:lnTo>
                    <a:pt x="5740" y="8979"/>
                  </a:lnTo>
                  <a:cubicBezTo>
                    <a:pt x="5835" y="8979"/>
                    <a:pt x="5907" y="8931"/>
                    <a:pt x="5907" y="8836"/>
                  </a:cubicBezTo>
                  <a:cubicBezTo>
                    <a:pt x="5907" y="8740"/>
                    <a:pt x="5835" y="8693"/>
                    <a:pt x="5740" y="8693"/>
                  </a:cubicBezTo>
                  <a:lnTo>
                    <a:pt x="5716" y="8693"/>
                  </a:lnTo>
                  <a:lnTo>
                    <a:pt x="5716" y="8288"/>
                  </a:lnTo>
                  <a:cubicBezTo>
                    <a:pt x="6145" y="8217"/>
                    <a:pt x="6431" y="7859"/>
                    <a:pt x="6431" y="7431"/>
                  </a:cubicBezTo>
                  <a:lnTo>
                    <a:pt x="6431" y="7407"/>
                  </a:lnTo>
                  <a:cubicBezTo>
                    <a:pt x="6431" y="7097"/>
                    <a:pt x="6550" y="6812"/>
                    <a:pt x="6764" y="6573"/>
                  </a:cubicBezTo>
                  <a:cubicBezTo>
                    <a:pt x="7478" y="5764"/>
                    <a:pt x="7859" y="4811"/>
                    <a:pt x="7859" y="3811"/>
                  </a:cubicBezTo>
                  <a:cubicBezTo>
                    <a:pt x="7859" y="2882"/>
                    <a:pt x="7526" y="1977"/>
                    <a:pt x="6931" y="1263"/>
                  </a:cubicBezTo>
                  <a:cubicBezTo>
                    <a:pt x="6897" y="1230"/>
                    <a:pt x="6859" y="1216"/>
                    <a:pt x="6822" y="1216"/>
                  </a:cubicBezTo>
                  <a:cubicBezTo>
                    <a:pt x="6698" y="1216"/>
                    <a:pt x="6583" y="1367"/>
                    <a:pt x="6692" y="1477"/>
                  </a:cubicBezTo>
                  <a:cubicBezTo>
                    <a:pt x="7240" y="2120"/>
                    <a:pt x="7526" y="2930"/>
                    <a:pt x="7526" y="3811"/>
                  </a:cubicBezTo>
                  <a:cubicBezTo>
                    <a:pt x="7526" y="4716"/>
                    <a:pt x="7169" y="5597"/>
                    <a:pt x="6550" y="6264"/>
                  </a:cubicBezTo>
                  <a:cubicBezTo>
                    <a:pt x="6288" y="6573"/>
                    <a:pt x="6169" y="7335"/>
                    <a:pt x="6169" y="7335"/>
                  </a:cubicBezTo>
                  <a:lnTo>
                    <a:pt x="6169" y="7383"/>
                  </a:lnTo>
                  <a:cubicBezTo>
                    <a:pt x="6169" y="7693"/>
                    <a:pt x="5907" y="7931"/>
                    <a:pt x="5597" y="7931"/>
                  </a:cubicBezTo>
                  <a:lnTo>
                    <a:pt x="2334" y="7931"/>
                  </a:lnTo>
                  <a:cubicBezTo>
                    <a:pt x="2001" y="7931"/>
                    <a:pt x="1763" y="7669"/>
                    <a:pt x="1763" y="7383"/>
                  </a:cubicBezTo>
                  <a:cubicBezTo>
                    <a:pt x="1763" y="6978"/>
                    <a:pt x="1620" y="6597"/>
                    <a:pt x="1334" y="6335"/>
                  </a:cubicBezTo>
                  <a:cubicBezTo>
                    <a:pt x="691" y="5645"/>
                    <a:pt x="358" y="4763"/>
                    <a:pt x="358" y="3835"/>
                  </a:cubicBezTo>
                  <a:cubicBezTo>
                    <a:pt x="382" y="2882"/>
                    <a:pt x="739" y="1977"/>
                    <a:pt x="1429" y="1334"/>
                  </a:cubicBezTo>
                  <a:cubicBezTo>
                    <a:pt x="2120" y="667"/>
                    <a:pt x="3001" y="310"/>
                    <a:pt x="3954" y="310"/>
                  </a:cubicBezTo>
                  <a:cubicBezTo>
                    <a:pt x="4764" y="310"/>
                    <a:pt x="5549" y="620"/>
                    <a:pt x="6169" y="1096"/>
                  </a:cubicBezTo>
                  <a:cubicBezTo>
                    <a:pt x="6196" y="1119"/>
                    <a:pt x="6226" y="1129"/>
                    <a:pt x="6255" y="1129"/>
                  </a:cubicBezTo>
                  <a:cubicBezTo>
                    <a:pt x="6380" y="1129"/>
                    <a:pt x="6498" y="954"/>
                    <a:pt x="6383" y="858"/>
                  </a:cubicBezTo>
                  <a:cubicBezTo>
                    <a:pt x="5692" y="310"/>
                    <a:pt x="4859" y="24"/>
                    <a:pt x="40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94"/>
            <p:cNvSpPr/>
            <p:nvPr/>
          </p:nvSpPr>
          <p:spPr>
            <a:xfrm>
              <a:off x="7853653" y="3108598"/>
              <a:ext cx="123621" cy="121139"/>
            </a:xfrm>
            <a:custGeom>
              <a:rect b="b" l="l" r="r" t="t"/>
              <a:pathLst>
                <a:path extrusionOk="0" h="3758" w="3835">
                  <a:moveTo>
                    <a:pt x="1954" y="590"/>
                  </a:moveTo>
                  <a:lnTo>
                    <a:pt x="2358" y="1400"/>
                  </a:lnTo>
                  <a:cubicBezTo>
                    <a:pt x="2382" y="1447"/>
                    <a:pt x="2406" y="1471"/>
                    <a:pt x="2478" y="1471"/>
                  </a:cubicBezTo>
                  <a:lnTo>
                    <a:pt x="3335" y="1590"/>
                  </a:lnTo>
                  <a:lnTo>
                    <a:pt x="2692" y="2257"/>
                  </a:lnTo>
                  <a:cubicBezTo>
                    <a:pt x="2644" y="2281"/>
                    <a:pt x="2620" y="2352"/>
                    <a:pt x="2644" y="2400"/>
                  </a:cubicBezTo>
                  <a:lnTo>
                    <a:pt x="2811" y="3329"/>
                  </a:lnTo>
                  <a:lnTo>
                    <a:pt x="2025" y="2900"/>
                  </a:lnTo>
                  <a:cubicBezTo>
                    <a:pt x="1989" y="2888"/>
                    <a:pt x="1960" y="2882"/>
                    <a:pt x="1936" y="2882"/>
                  </a:cubicBezTo>
                  <a:cubicBezTo>
                    <a:pt x="1912" y="2882"/>
                    <a:pt x="1894" y="2888"/>
                    <a:pt x="1882" y="2900"/>
                  </a:cubicBezTo>
                  <a:lnTo>
                    <a:pt x="1096" y="3329"/>
                  </a:lnTo>
                  <a:lnTo>
                    <a:pt x="1263" y="2400"/>
                  </a:lnTo>
                  <a:cubicBezTo>
                    <a:pt x="1263" y="2352"/>
                    <a:pt x="1263" y="2305"/>
                    <a:pt x="1215" y="2257"/>
                  </a:cubicBezTo>
                  <a:lnTo>
                    <a:pt x="596" y="1590"/>
                  </a:lnTo>
                  <a:lnTo>
                    <a:pt x="1454" y="1471"/>
                  </a:lnTo>
                  <a:cubicBezTo>
                    <a:pt x="1525" y="1471"/>
                    <a:pt x="1549" y="1447"/>
                    <a:pt x="1573" y="1400"/>
                  </a:cubicBezTo>
                  <a:lnTo>
                    <a:pt x="1954" y="590"/>
                  </a:lnTo>
                  <a:close/>
                  <a:moveTo>
                    <a:pt x="1939" y="1"/>
                  </a:moveTo>
                  <a:cubicBezTo>
                    <a:pt x="1882" y="1"/>
                    <a:pt x="1823" y="30"/>
                    <a:pt x="1787" y="90"/>
                  </a:cubicBezTo>
                  <a:lnTo>
                    <a:pt x="1287" y="1114"/>
                  </a:lnTo>
                  <a:lnTo>
                    <a:pt x="168" y="1304"/>
                  </a:lnTo>
                  <a:cubicBezTo>
                    <a:pt x="48" y="1328"/>
                    <a:pt x="1" y="1471"/>
                    <a:pt x="96" y="1566"/>
                  </a:cubicBezTo>
                  <a:lnTo>
                    <a:pt x="882" y="2400"/>
                  </a:lnTo>
                  <a:lnTo>
                    <a:pt x="715" y="3567"/>
                  </a:lnTo>
                  <a:cubicBezTo>
                    <a:pt x="696" y="3661"/>
                    <a:pt x="782" y="3755"/>
                    <a:pt x="877" y="3755"/>
                  </a:cubicBezTo>
                  <a:cubicBezTo>
                    <a:pt x="902" y="3755"/>
                    <a:pt x="928" y="3749"/>
                    <a:pt x="953" y="3734"/>
                  </a:cubicBezTo>
                  <a:lnTo>
                    <a:pt x="1930" y="3210"/>
                  </a:lnTo>
                  <a:lnTo>
                    <a:pt x="2906" y="3734"/>
                  </a:lnTo>
                  <a:cubicBezTo>
                    <a:pt x="2934" y="3750"/>
                    <a:pt x="2964" y="3758"/>
                    <a:pt x="2994" y="3758"/>
                  </a:cubicBezTo>
                  <a:cubicBezTo>
                    <a:pt x="3092" y="3758"/>
                    <a:pt x="3181" y="3676"/>
                    <a:pt x="3144" y="3567"/>
                  </a:cubicBezTo>
                  <a:lnTo>
                    <a:pt x="2978" y="2400"/>
                  </a:lnTo>
                  <a:lnTo>
                    <a:pt x="3787" y="1566"/>
                  </a:lnTo>
                  <a:cubicBezTo>
                    <a:pt x="3811" y="1543"/>
                    <a:pt x="3835" y="1471"/>
                    <a:pt x="3811" y="1424"/>
                  </a:cubicBezTo>
                  <a:cubicBezTo>
                    <a:pt x="3787" y="1352"/>
                    <a:pt x="3740" y="1328"/>
                    <a:pt x="3692" y="1304"/>
                  </a:cubicBezTo>
                  <a:lnTo>
                    <a:pt x="2597" y="1114"/>
                  </a:lnTo>
                  <a:lnTo>
                    <a:pt x="2073" y="90"/>
                  </a:lnTo>
                  <a:cubicBezTo>
                    <a:pt x="2049" y="30"/>
                    <a:pt x="1995" y="1"/>
                    <a:pt x="19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94"/>
            <p:cNvSpPr/>
            <p:nvPr/>
          </p:nvSpPr>
          <p:spPr>
            <a:xfrm>
              <a:off x="7911225" y="3228157"/>
              <a:ext cx="10799" cy="24402"/>
            </a:xfrm>
            <a:custGeom>
              <a:rect b="b" l="l" r="r" t="t"/>
              <a:pathLst>
                <a:path extrusionOk="0" h="757" w="335">
                  <a:moveTo>
                    <a:pt x="168" y="1"/>
                  </a:moveTo>
                  <a:cubicBezTo>
                    <a:pt x="84" y="1"/>
                    <a:pt x="1" y="48"/>
                    <a:pt x="1" y="144"/>
                  </a:cubicBezTo>
                  <a:lnTo>
                    <a:pt x="1" y="596"/>
                  </a:lnTo>
                  <a:cubicBezTo>
                    <a:pt x="1" y="703"/>
                    <a:pt x="84" y="757"/>
                    <a:pt x="168" y="757"/>
                  </a:cubicBezTo>
                  <a:cubicBezTo>
                    <a:pt x="251" y="757"/>
                    <a:pt x="334" y="703"/>
                    <a:pt x="334" y="596"/>
                  </a:cubicBezTo>
                  <a:lnTo>
                    <a:pt x="334" y="144"/>
                  </a:lnTo>
                  <a:cubicBezTo>
                    <a:pt x="334" y="48"/>
                    <a:pt x="251"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94"/>
            <p:cNvSpPr/>
            <p:nvPr/>
          </p:nvSpPr>
          <p:spPr>
            <a:xfrm>
              <a:off x="7839921" y="3188476"/>
              <a:ext cx="28270" cy="14183"/>
            </a:xfrm>
            <a:custGeom>
              <a:rect b="b" l="l" r="r" t="t"/>
              <a:pathLst>
                <a:path extrusionOk="0" h="440" w="877">
                  <a:moveTo>
                    <a:pt x="645" y="0"/>
                  </a:moveTo>
                  <a:cubicBezTo>
                    <a:pt x="621" y="0"/>
                    <a:pt x="596" y="5"/>
                    <a:pt x="570" y="17"/>
                  </a:cubicBezTo>
                  <a:lnTo>
                    <a:pt x="189" y="136"/>
                  </a:lnTo>
                  <a:cubicBezTo>
                    <a:pt x="1" y="178"/>
                    <a:pt x="69" y="439"/>
                    <a:pt x="233" y="439"/>
                  </a:cubicBezTo>
                  <a:cubicBezTo>
                    <a:pt x="256" y="439"/>
                    <a:pt x="281" y="434"/>
                    <a:pt x="308" y="422"/>
                  </a:cubicBezTo>
                  <a:lnTo>
                    <a:pt x="689" y="303"/>
                  </a:lnTo>
                  <a:cubicBezTo>
                    <a:pt x="877" y="261"/>
                    <a:pt x="808" y="0"/>
                    <a:pt x="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94"/>
            <p:cNvSpPr/>
            <p:nvPr/>
          </p:nvSpPr>
          <p:spPr>
            <a:xfrm>
              <a:off x="7964090" y="3188476"/>
              <a:ext cx="26400" cy="13958"/>
            </a:xfrm>
            <a:custGeom>
              <a:rect b="b" l="l" r="r" t="t"/>
              <a:pathLst>
                <a:path extrusionOk="0" h="433" w="819">
                  <a:moveTo>
                    <a:pt x="193" y="0"/>
                  </a:moveTo>
                  <a:cubicBezTo>
                    <a:pt x="38" y="0"/>
                    <a:pt x="1" y="261"/>
                    <a:pt x="147" y="303"/>
                  </a:cubicBezTo>
                  <a:lnTo>
                    <a:pt x="528" y="422"/>
                  </a:lnTo>
                  <a:cubicBezTo>
                    <a:pt x="550" y="429"/>
                    <a:pt x="571" y="433"/>
                    <a:pt x="590" y="433"/>
                  </a:cubicBezTo>
                  <a:cubicBezTo>
                    <a:pt x="759" y="433"/>
                    <a:pt x="818" y="179"/>
                    <a:pt x="647" y="136"/>
                  </a:cubicBezTo>
                  <a:lnTo>
                    <a:pt x="266" y="17"/>
                  </a:lnTo>
                  <a:cubicBezTo>
                    <a:pt x="240" y="5"/>
                    <a:pt x="215" y="0"/>
                    <a:pt x="1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94"/>
            <p:cNvSpPr/>
            <p:nvPr/>
          </p:nvSpPr>
          <p:spPr>
            <a:xfrm>
              <a:off x="7945780" y="3110629"/>
              <a:ext cx="22887" cy="21597"/>
            </a:xfrm>
            <a:custGeom>
              <a:rect b="b" l="l" r="r" t="t"/>
              <a:pathLst>
                <a:path extrusionOk="0" h="670" w="710">
                  <a:moveTo>
                    <a:pt x="484" y="1"/>
                  </a:moveTo>
                  <a:cubicBezTo>
                    <a:pt x="448" y="1"/>
                    <a:pt x="411" y="15"/>
                    <a:pt x="382" y="51"/>
                  </a:cubicBezTo>
                  <a:lnTo>
                    <a:pt x="96" y="408"/>
                  </a:lnTo>
                  <a:cubicBezTo>
                    <a:pt x="1" y="527"/>
                    <a:pt x="72" y="670"/>
                    <a:pt x="215" y="670"/>
                  </a:cubicBezTo>
                  <a:cubicBezTo>
                    <a:pt x="263" y="670"/>
                    <a:pt x="286" y="646"/>
                    <a:pt x="334" y="622"/>
                  </a:cubicBezTo>
                  <a:lnTo>
                    <a:pt x="620" y="265"/>
                  </a:lnTo>
                  <a:cubicBezTo>
                    <a:pt x="709" y="140"/>
                    <a:pt x="597" y="1"/>
                    <a:pt x="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94"/>
            <p:cNvSpPr/>
            <p:nvPr/>
          </p:nvSpPr>
          <p:spPr>
            <a:xfrm>
              <a:off x="7865483" y="3112273"/>
              <a:ext cx="22758" cy="19953"/>
            </a:xfrm>
            <a:custGeom>
              <a:rect b="b" l="l" r="r" t="t"/>
              <a:pathLst>
                <a:path extrusionOk="0" h="619" w="706">
                  <a:moveTo>
                    <a:pt x="249" y="0"/>
                  </a:moveTo>
                  <a:cubicBezTo>
                    <a:pt x="129" y="0"/>
                    <a:pt x="0" y="152"/>
                    <a:pt x="110" y="262"/>
                  </a:cubicBezTo>
                  <a:lnTo>
                    <a:pt x="372" y="571"/>
                  </a:lnTo>
                  <a:cubicBezTo>
                    <a:pt x="420" y="595"/>
                    <a:pt x="467" y="619"/>
                    <a:pt x="491" y="619"/>
                  </a:cubicBezTo>
                  <a:cubicBezTo>
                    <a:pt x="658" y="619"/>
                    <a:pt x="705" y="476"/>
                    <a:pt x="610" y="357"/>
                  </a:cubicBezTo>
                  <a:lnTo>
                    <a:pt x="348" y="47"/>
                  </a:lnTo>
                  <a:cubicBezTo>
                    <a:pt x="321" y="14"/>
                    <a:pt x="285" y="0"/>
                    <a:pt x="2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3" name="Google Shape;19193;p94"/>
          <p:cNvGrpSpPr/>
          <p:nvPr/>
        </p:nvGrpSpPr>
        <p:grpSpPr>
          <a:xfrm>
            <a:off x="7734673" y="3438853"/>
            <a:ext cx="359291" cy="357003"/>
            <a:chOff x="7734673" y="3591253"/>
            <a:chExt cx="359291" cy="357003"/>
          </a:xfrm>
        </p:grpSpPr>
        <p:sp>
          <p:nvSpPr>
            <p:cNvPr id="19194" name="Google Shape;19194;p94"/>
            <p:cNvSpPr/>
            <p:nvPr/>
          </p:nvSpPr>
          <p:spPr>
            <a:xfrm>
              <a:off x="7914319" y="3861479"/>
              <a:ext cx="53768" cy="64502"/>
            </a:xfrm>
            <a:custGeom>
              <a:rect b="b" l="l" r="r" t="t"/>
              <a:pathLst>
                <a:path extrusionOk="0" h="2001" w="1668">
                  <a:moveTo>
                    <a:pt x="0" y="1"/>
                  </a:moveTo>
                  <a:lnTo>
                    <a:pt x="0" y="2001"/>
                  </a:lnTo>
                  <a:lnTo>
                    <a:pt x="1667" y="2001"/>
                  </a:lnTo>
                  <a:lnTo>
                    <a:pt x="1667" y="1"/>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4"/>
            <p:cNvSpPr/>
            <p:nvPr/>
          </p:nvSpPr>
          <p:spPr>
            <a:xfrm>
              <a:off x="7873639" y="3919824"/>
              <a:ext cx="134355" cy="21533"/>
            </a:xfrm>
            <a:custGeom>
              <a:rect b="b" l="l" r="r" t="t"/>
              <a:pathLst>
                <a:path extrusionOk="0" h="668" w="4168">
                  <a:moveTo>
                    <a:pt x="333" y="0"/>
                  </a:moveTo>
                  <a:cubicBezTo>
                    <a:pt x="167" y="0"/>
                    <a:pt x="0" y="143"/>
                    <a:pt x="0" y="334"/>
                  </a:cubicBezTo>
                  <a:cubicBezTo>
                    <a:pt x="0" y="524"/>
                    <a:pt x="167" y="667"/>
                    <a:pt x="333" y="667"/>
                  </a:cubicBezTo>
                  <a:lnTo>
                    <a:pt x="3858" y="667"/>
                  </a:lnTo>
                  <a:cubicBezTo>
                    <a:pt x="4025" y="667"/>
                    <a:pt x="4168" y="524"/>
                    <a:pt x="4168" y="334"/>
                  </a:cubicBezTo>
                  <a:cubicBezTo>
                    <a:pt x="4168" y="143"/>
                    <a:pt x="4025" y="0"/>
                    <a:pt x="3858"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4"/>
            <p:cNvSpPr/>
            <p:nvPr/>
          </p:nvSpPr>
          <p:spPr>
            <a:xfrm>
              <a:off x="7968829" y="3919050"/>
              <a:ext cx="39166" cy="23080"/>
            </a:xfrm>
            <a:custGeom>
              <a:rect b="b" l="l" r="r" t="t"/>
              <a:pathLst>
                <a:path extrusionOk="0" h="716" w="1215">
                  <a:moveTo>
                    <a:pt x="0" y="1"/>
                  </a:moveTo>
                  <a:cubicBezTo>
                    <a:pt x="191" y="1"/>
                    <a:pt x="333" y="144"/>
                    <a:pt x="333" y="358"/>
                  </a:cubicBezTo>
                  <a:cubicBezTo>
                    <a:pt x="333" y="548"/>
                    <a:pt x="191" y="715"/>
                    <a:pt x="0" y="715"/>
                  </a:cubicBezTo>
                  <a:lnTo>
                    <a:pt x="905" y="715"/>
                  </a:lnTo>
                  <a:cubicBezTo>
                    <a:pt x="1072" y="691"/>
                    <a:pt x="1215" y="548"/>
                    <a:pt x="1215" y="334"/>
                  </a:cubicBezTo>
                  <a:cubicBezTo>
                    <a:pt x="1215" y="144"/>
                    <a:pt x="1072" y="1"/>
                    <a:pt x="905"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4"/>
            <p:cNvSpPr/>
            <p:nvPr/>
          </p:nvSpPr>
          <p:spPr>
            <a:xfrm>
              <a:off x="7793019" y="3660364"/>
              <a:ext cx="295595" cy="214202"/>
            </a:xfrm>
            <a:custGeom>
              <a:rect b="b" l="l" r="r" t="t"/>
              <a:pathLst>
                <a:path extrusionOk="0" h="6645" w="9170">
                  <a:moveTo>
                    <a:pt x="667" y="0"/>
                  </a:moveTo>
                  <a:cubicBezTo>
                    <a:pt x="310" y="0"/>
                    <a:pt x="0" y="286"/>
                    <a:pt x="0" y="643"/>
                  </a:cubicBezTo>
                  <a:lnTo>
                    <a:pt x="0" y="6001"/>
                  </a:lnTo>
                  <a:cubicBezTo>
                    <a:pt x="0" y="6359"/>
                    <a:pt x="310" y="6644"/>
                    <a:pt x="667" y="6644"/>
                  </a:cubicBezTo>
                  <a:lnTo>
                    <a:pt x="8526" y="6644"/>
                  </a:lnTo>
                  <a:cubicBezTo>
                    <a:pt x="8883" y="6644"/>
                    <a:pt x="9169" y="6359"/>
                    <a:pt x="9169" y="6001"/>
                  </a:cubicBezTo>
                  <a:lnTo>
                    <a:pt x="9169" y="643"/>
                  </a:lnTo>
                  <a:cubicBezTo>
                    <a:pt x="9169" y="286"/>
                    <a:pt x="8883" y="0"/>
                    <a:pt x="852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94"/>
            <p:cNvSpPr/>
            <p:nvPr/>
          </p:nvSpPr>
          <p:spPr>
            <a:xfrm>
              <a:off x="8037134" y="3660364"/>
              <a:ext cx="51479" cy="214202"/>
            </a:xfrm>
            <a:custGeom>
              <a:rect b="b" l="l" r="r" t="t"/>
              <a:pathLst>
                <a:path extrusionOk="0" h="6645" w="1597">
                  <a:moveTo>
                    <a:pt x="0" y="0"/>
                  </a:moveTo>
                  <a:cubicBezTo>
                    <a:pt x="358" y="0"/>
                    <a:pt x="643" y="286"/>
                    <a:pt x="643" y="643"/>
                  </a:cubicBezTo>
                  <a:lnTo>
                    <a:pt x="643" y="6001"/>
                  </a:lnTo>
                  <a:cubicBezTo>
                    <a:pt x="643" y="6359"/>
                    <a:pt x="358" y="6644"/>
                    <a:pt x="0" y="6644"/>
                  </a:cubicBezTo>
                  <a:lnTo>
                    <a:pt x="929" y="6644"/>
                  </a:lnTo>
                  <a:cubicBezTo>
                    <a:pt x="1286" y="6644"/>
                    <a:pt x="1572" y="6359"/>
                    <a:pt x="1572" y="6001"/>
                  </a:cubicBezTo>
                  <a:lnTo>
                    <a:pt x="1572" y="643"/>
                  </a:lnTo>
                  <a:cubicBezTo>
                    <a:pt x="1596" y="286"/>
                    <a:pt x="1310" y="0"/>
                    <a:pt x="929"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94"/>
            <p:cNvSpPr/>
            <p:nvPr/>
          </p:nvSpPr>
          <p:spPr>
            <a:xfrm>
              <a:off x="7793019" y="3830791"/>
              <a:ext cx="295595" cy="43775"/>
            </a:xfrm>
            <a:custGeom>
              <a:rect b="b" l="l" r="r" t="t"/>
              <a:pathLst>
                <a:path extrusionOk="0" h="1358" w="9170">
                  <a:moveTo>
                    <a:pt x="0" y="0"/>
                  </a:moveTo>
                  <a:lnTo>
                    <a:pt x="0" y="714"/>
                  </a:lnTo>
                  <a:cubicBezTo>
                    <a:pt x="0" y="1072"/>
                    <a:pt x="310" y="1357"/>
                    <a:pt x="667" y="1357"/>
                  </a:cubicBezTo>
                  <a:lnTo>
                    <a:pt x="8526" y="1357"/>
                  </a:lnTo>
                  <a:cubicBezTo>
                    <a:pt x="8883" y="1357"/>
                    <a:pt x="9169" y="1072"/>
                    <a:pt x="9169" y="714"/>
                  </a:cubicBezTo>
                  <a:lnTo>
                    <a:pt x="9169"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94"/>
            <p:cNvSpPr/>
            <p:nvPr/>
          </p:nvSpPr>
          <p:spPr>
            <a:xfrm>
              <a:off x="8037908" y="3830791"/>
              <a:ext cx="50706" cy="43775"/>
            </a:xfrm>
            <a:custGeom>
              <a:rect b="b" l="l" r="r" t="t"/>
              <a:pathLst>
                <a:path extrusionOk="0" h="1358" w="1573">
                  <a:moveTo>
                    <a:pt x="667" y="0"/>
                  </a:moveTo>
                  <a:lnTo>
                    <a:pt x="667" y="714"/>
                  </a:lnTo>
                  <a:cubicBezTo>
                    <a:pt x="667" y="1072"/>
                    <a:pt x="358" y="1357"/>
                    <a:pt x="0" y="1357"/>
                  </a:cubicBezTo>
                  <a:lnTo>
                    <a:pt x="929" y="1357"/>
                  </a:lnTo>
                  <a:cubicBezTo>
                    <a:pt x="1286" y="1357"/>
                    <a:pt x="1572" y="1072"/>
                    <a:pt x="1572" y="714"/>
                  </a:cubicBezTo>
                  <a:lnTo>
                    <a:pt x="157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94"/>
            <p:cNvSpPr/>
            <p:nvPr/>
          </p:nvSpPr>
          <p:spPr>
            <a:xfrm>
              <a:off x="7738509" y="3591253"/>
              <a:ext cx="32" cy="32"/>
            </a:xfrm>
            <a:custGeom>
              <a:rect b="b" l="l" r="r" t="t"/>
              <a:pathLst>
                <a:path extrusionOk="0" h="1" w="1">
                  <a:moveTo>
                    <a:pt x="1" y="1"/>
                  </a:move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94"/>
            <p:cNvSpPr/>
            <p:nvPr/>
          </p:nvSpPr>
          <p:spPr>
            <a:xfrm>
              <a:off x="7838309" y="3684927"/>
              <a:ext cx="34588" cy="122074"/>
            </a:xfrm>
            <a:custGeom>
              <a:rect b="b" l="l" r="r" t="t"/>
              <a:pathLst>
                <a:path extrusionOk="0" h="3787" w="1073">
                  <a:moveTo>
                    <a:pt x="334" y="0"/>
                  </a:moveTo>
                  <a:cubicBezTo>
                    <a:pt x="143" y="0"/>
                    <a:pt x="1" y="143"/>
                    <a:pt x="1" y="334"/>
                  </a:cubicBezTo>
                  <a:lnTo>
                    <a:pt x="1" y="3453"/>
                  </a:lnTo>
                  <a:cubicBezTo>
                    <a:pt x="1" y="3644"/>
                    <a:pt x="143" y="3787"/>
                    <a:pt x="334" y="3787"/>
                  </a:cubicBezTo>
                  <a:lnTo>
                    <a:pt x="739" y="3787"/>
                  </a:lnTo>
                  <a:cubicBezTo>
                    <a:pt x="929" y="3787"/>
                    <a:pt x="1072" y="3644"/>
                    <a:pt x="1072" y="3453"/>
                  </a:cubicBezTo>
                  <a:lnTo>
                    <a:pt x="1072" y="334"/>
                  </a:lnTo>
                  <a:cubicBezTo>
                    <a:pt x="1072" y="143"/>
                    <a:pt x="929" y="0"/>
                    <a:pt x="739"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4"/>
            <p:cNvSpPr/>
            <p:nvPr/>
          </p:nvSpPr>
          <p:spPr>
            <a:xfrm>
              <a:off x="7892818" y="3727897"/>
              <a:ext cx="34588" cy="79105"/>
            </a:xfrm>
            <a:custGeom>
              <a:rect b="b" l="l" r="r" t="t"/>
              <a:pathLst>
                <a:path extrusionOk="0" h="2454" w="1073">
                  <a:moveTo>
                    <a:pt x="334" y="1"/>
                  </a:moveTo>
                  <a:cubicBezTo>
                    <a:pt x="167" y="1"/>
                    <a:pt x="0" y="144"/>
                    <a:pt x="0" y="334"/>
                  </a:cubicBezTo>
                  <a:lnTo>
                    <a:pt x="0" y="2120"/>
                  </a:lnTo>
                  <a:cubicBezTo>
                    <a:pt x="0" y="2311"/>
                    <a:pt x="167" y="2454"/>
                    <a:pt x="334" y="2454"/>
                  </a:cubicBezTo>
                  <a:lnTo>
                    <a:pt x="762" y="2454"/>
                  </a:lnTo>
                  <a:cubicBezTo>
                    <a:pt x="929" y="2454"/>
                    <a:pt x="1072" y="2311"/>
                    <a:pt x="1072" y="2120"/>
                  </a:cubicBezTo>
                  <a:lnTo>
                    <a:pt x="1072" y="334"/>
                  </a:lnTo>
                  <a:cubicBezTo>
                    <a:pt x="1072" y="144"/>
                    <a:pt x="929" y="1"/>
                    <a:pt x="762"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94"/>
            <p:cNvSpPr/>
            <p:nvPr/>
          </p:nvSpPr>
          <p:spPr>
            <a:xfrm>
              <a:off x="7948843" y="3694147"/>
              <a:ext cx="34588" cy="112855"/>
            </a:xfrm>
            <a:custGeom>
              <a:rect b="b" l="l" r="r" t="t"/>
              <a:pathLst>
                <a:path extrusionOk="0" h="3501" w="1073">
                  <a:moveTo>
                    <a:pt x="334" y="0"/>
                  </a:moveTo>
                  <a:cubicBezTo>
                    <a:pt x="144" y="0"/>
                    <a:pt x="1" y="167"/>
                    <a:pt x="1" y="333"/>
                  </a:cubicBezTo>
                  <a:lnTo>
                    <a:pt x="1" y="3167"/>
                  </a:lnTo>
                  <a:cubicBezTo>
                    <a:pt x="1" y="3358"/>
                    <a:pt x="144" y="3501"/>
                    <a:pt x="334" y="3501"/>
                  </a:cubicBezTo>
                  <a:lnTo>
                    <a:pt x="739" y="3501"/>
                  </a:lnTo>
                  <a:cubicBezTo>
                    <a:pt x="882" y="3501"/>
                    <a:pt x="1049" y="3358"/>
                    <a:pt x="1072" y="3167"/>
                  </a:cubicBezTo>
                  <a:lnTo>
                    <a:pt x="1072" y="333"/>
                  </a:lnTo>
                  <a:cubicBezTo>
                    <a:pt x="1072" y="167"/>
                    <a:pt x="930" y="0"/>
                    <a:pt x="739"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94"/>
            <p:cNvSpPr/>
            <p:nvPr/>
          </p:nvSpPr>
          <p:spPr>
            <a:xfrm>
              <a:off x="7987235" y="3595862"/>
              <a:ext cx="66823" cy="211139"/>
            </a:xfrm>
            <a:custGeom>
              <a:rect b="b" l="l" r="r" t="t"/>
              <a:pathLst>
                <a:path extrusionOk="0" h="6550" w="2073">
                  <a:moveTo>
                    <a:pt x="1048" y="1"/>
                  </a:moveTo>
                  <a:lnTo>
                    <a:pt x="1" y="1215"/>
                  </a:lnTo>
                  <a:lnTo>
                    <a:pt x="524" y="1215"/>
                  </a:lnTo>
                  <a:lnTo>
                    <a:pt x="524" y="6288"/>
                  </a:lnTo>
                  <a:cubicBezTo>
                    <a:pt x="524" y="6431"/>
                    <a:pt x="644" y="6550"/>
                    <a:pt x="786" y="6550"/>
                  </a:cubicBezTo>
                  <a:lnTo>
                    <a:pt x="1310" y="6550"/>
                  </a:lnTo>
                  <a:cubicBezTo>
                    <a:pt x="1453" y="6550"/>
                    <a:pt x="1572" y="6431"/>
                    <a:pt x="1572" y="6288"/>
                  </a:cubicBezTo>
                  <a:lnTo>
                    <a:pt x="1572" y="1215"/>
                  </a:lnTo>
                  <a:lnTo>
                    <a:pt x="2072" y="1215"/>
                  </a:lnTo>
                  <a:lnTo>
                    <a:pt x="1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94"/>
            <p:cNvSpPr/>
            <p:nvPr/>
          </p:nvSpPr>
          <p:spPr>
            <a:xfrm>
              <a:off x="7743119" y="3783180"/>
              <a:ext cx="112887" cy="158177"/>
            </a:xfrm>
            <a:custGeom>
              <a:rect b="b" l="l" r="r" t="t"/>
              <a:pathLst>
                <a:path extrusionOk="0" h="4907" w="3502">
                  <a:moveTo>
                    <a:pt x="1" y="1"/>
                  </a:moveTo>
                  <a:lnTo>
                    <a:pt x="1" y="4906"/>
                  </a:lnTo>
                  <a:lnTo>
                    <a:pt x="3501" y="4906"/>
                  </a:lnTo>
                  <a:lnTo>
                    <a:pt x="3501"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94"/>
            <p:cNvSpPr/>
            <p:nvPr/>
          </p:nvSpPr>
          <p:spPr>
            <a:xfrm>
              <a:off x="7826801" y="3783180"/>
              <a:ext cx="29205" cy="158177"/>
            </a:xfrm>
            <a:custGeom>
              <a:rect b="b" l="l" r="r" t="t"/>
              <a:pathLst>
                <a:path extrusionOk="0" h="4907" w="906">
                  <a:moveTo>
                    <a:pt x="0" y="1"/>
                  </a:moveTo>
                  <a:lnTo>
                    <a:pt x="0" y="4906"/>
                  </a:lnTo>
                  <a:lnTo>
                    <a:pt x="905" y="4906"/>
                  </a:lnTo>
                  <a:lnTo>
                    <a:pt x="905"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94"/>
            <p:cNvSpPr/>
            <p:nvPr/>
          </p:nvSpPr>
          <p:spPr>
            <a:xfrm>
              <a:off x="7765393" y="3812352"/>
              <a:ext cx="26110" cy="45322"/>
            </a:xfrm>
            <a:custGeom>
              <a:rect b="b" l="l" r="r" t="t"/>
              <a:pathLst>
                <a:path extrusionOk="0" h="1406" w="810">
                  <a:moveTo>
                    <a:pt x="476" y="0"/>
                  </a:moveTo>
                  <a:cubicBezTo>
                    <a:pt x="191" y="191"/>
                    <a:pt x="0" y="524"/>
                    <a:pt x="0" y="905"/>
                  </a:cubicBezTo>
                  <a:cubicBezTo>
                    <a:pt x="0" y="1072"/>
                    <a:pt x="72" y="1263"/>
                    <a:pt x="119" y="1406"/>
                  </a:cubicBezTo>
                  <a:lnTo>
                    <a:pt x="619" y="1120"/>
                  </a:lnTo>
                  <a:cubicBezTo>
                    <a:pt x="619" y="1048"/>
                    <a:pt x="596" y="1001"/>
                    <a:pt x="596" y="905"/>
                  </a:cubicBezTo>
                  <a:cubicBezTo>
                    <a:pt x="596" y="715"/>
                    <a:pt x="691" y="596"/>
                    <a:pt x="810" y="524"/>
                  </a:cubicBezTo>
                  <a:lnTo>
                    <a:pt x="476"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94"/>
            <p:cNvSpPr/>
            <p:nvPr/>
          </p:nvSpPr>
          <p:spPr>
            <a:xfrm>
              <a:off x="7770003" y="3841525"/>
              <a:ext cx="63729" cy="34588"/>
            </a:xfrm>
            <a:custGeom>
              <a:rect b="b" l="l" r="r" t="t"/>
              <a:pathLst>
                <a:path extrusionOk="0" h="1073" w="1977">
                  <a:moveTo>
                    <a:pt x="1405" y="0"/>
                  </a:moveTo>
                  <a:cubicBezTo>
                    <a:pt x="1405" y="262"/>
                    <a:pt x="1191" y="477"/>
                    <a:pt x="929" y="477"/>
                  </a:cubicBezTo>
                  <a:cubicBezTo>
                    <a:pt x="762" y="477"/>
                    <a:pt x="595" y="381"/>
                    <a:pt x="524" y="239"/>
                  </a:cubicBezTo>
                  <a:lnTo>
                    <a:pt x="0" y="524"/>
                  </a:lnTo>
                  <a:cubicBezTo>
                    <a:pt x="191" y="858"/>
                    <a:pt x="548" y="1072"/>
                    <a:pt x="929" y="1072"/>
                  </a:cubicBezTo>
                  <a:cubicBezTo>
                    <a:pt x="1524" y="1072"/>
                    <a:pt x="1977" y="596"/>
                    <a:pt x="1977" y="24"/>
                  </a:cubicBezTo>
                  <a:lnTo>
                    <a:pt x="1405" y="24"/>
                  </a:lnTo>
                  <a:lnTo>
                    <a:pt x="1405"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4"/>
            <p:cNvSpPr/>
            <p:nvPr/>
          </p:nvSpPr>
          <p:spPr>
            <a:xfrm>
              <a:off x="7781511" y="3808355"/>
              <a:ext cx="52994" cy="33976"/>
            </a:xfrm>
            <a:custGeom>
              <a:rect b="b" l="l" r="r" t="t"/>
              <a:pathLst>
                <a:path extrusionOk="0" h="1054" w="1644">
                  <a:moveTo>
                    <a:pt x="502" y="1"/>
                  </a:moveTo>
                  <a:cubicBezTo>
                    <a:pt x="307" y="1"/>
                    <a:pt x="145" y="63"/>
                    <a:pt x="0" y="124"/>
                  </a:cubicBezTo>
                  <a:lnTo>
                    <a:pt x="334" y="648"/>
                  </a:lnTo>
                  <a:cubicBezTo>
                    <a:pt x="405" y="577"/>
                    <a:pt x="477" y="577"/>
                    <a:pt x="572" y="577"/>
                  </a:cubicBezTo>
                  <a:cubicBezTo>
                    <a:pt x="834" y="577"/>
                    <a:pt x="1048" y="791"/>
                    <a:pt x="1048" y="1053"/>
                  </a:cubicBezTo>
                  <a:lnTo>
                    <a:pt x="1643" y="1053"/>
                  </a:lnTo>
                  <a:cubicBezTo>
                    <a:pt x="1643" y="458"/>
                    <a:pt x="1167" y="5"/>
                    <a:pt x="596" y="5"/>
                  </a:cubicBezTo>
                  <a:cubicBezTo>
                    <a:pt x="564" y="2"/>
                    <a:pt x="533" y="1"/>
                    <a:pt x="5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4"/>
            <p:cNvSpPr/>
            <p:nvPr/>
          </p:nvSpPr>
          <p:spPr>
            <a:xfrm>
              <a:off x="7734673" y="3592413"/>
              <a:ext cx="359291" cy="355842"/>
            </a:xfrm>
            <a:custGeom>
              <a:rect b="b" l="l" r="r" t="t"/>
              <a:pathLst>
                <a:path extrusionOk="0" h="11039" w="11146">
                  <a:moveTo>
                    <a:pt x="3954" y="3061"/>
                  </a:moveTo>
                  <a:cubicBezTo>
                    <a:pt x="4049" y="3061"/>
                    <a:pt x="4120" y="3108"/>
                    <a:pt x="4120" y="3204"/>
                  </a:cubicBezTo>
                  <a:lnTo>
                    <a:pt x="4120" y="6323"/>
                  </a:lnTo>
                  <a:cubicBezTo>
                    <a:pt x="4120" y="6419"/>
                    <a:pt x="4049" y="6466"/>
                    <a:pt x="3954" y="6466"/>
                  </a:cubicBezTo>
                  <a:lnTo>
                    <a:pt x="3930" y="6466"/>
                  </a:lnTo>
                  <a:lnTo>
                    <a:pt x="3930" y="5919"/>
                  </a:lnTo>
                  <a:cubicBezTo>
                    <a:pt x="3930" y="5823"/>
                    <a:pt x="3859" y="5752"/>
                    <a:pt x="3787" y="5752"/>
                  </a:cubicBezTo>
                  <a:lnTo>
                    <a:pt x="3406" y="5752"/>
                  </a:lnTo>
                  <a:lnTo>
                    <a:pt x="3406" y="3204"/>
                  </a:lnTo>
                  <a:cubicBezTo>
                    <a:pt x="3406" y="3108"/>
                    <a:pt x="3454" y="3061"/>
                    <a:pt x="3549" y="3061"/>
                  </a:cubicBezTo>
                  <a:close/>
                  <a:moveTo>
                    <a:pt x="10789" y="7586"/>
                  </a:moveTo>
                  <a:lnTo>
                    <a:pt x="10789" y="8133"/>
                  </a:lnTo>
                  <a:cubicBezTo>
                    <a:pt x="10812" y="8371"/>
                    <a:pt x="10598" y="8610"/>
                    <a:pt x="10312" y="8610"/>
                  </a:cubicBezTo>
                  <a:lnTo>
                    <a:pt x="3906" y="8610"/>
                  </a:lnTo>
                  <a:lnTo>
                    <a:pt x="3906" y="7586"/>
                  </a:lnTo>
                  <a:close/>
                  <a:moveTo>
                    <a:pt x="7050" y="8943"/>
                  </a:moveTo>
                  <a:lnTo>
                    <a:pt x="7050" y="9991"/>
                  </a:lnTo>
                  <a:lnTo>
                    <a:pt x="5716" y="9991"/>
                  </a:lnTo>
                  <a:lnTo>
                    <a:pt x="5716" y="8943"/>
                  </a:lnTo>
                  <a:close/>
                  <a:moveTo>
                    <a:pt x="8169" y="10324"/>
                  </a:moveTo>
                  <a:cubicBezTo>
                    <a:pt x="8240" y="10324"/>
                    <a:pt x="8336" y="10372"/>
                    <a:pt x="8336" y="10491"/>
                  </a:cubicBezTo>
                  <a:cubicBezTo>
                    <a:pt x="8336" y="10586"/>
                    <a:pt x="8240" y="10681"/>
                    <a:pt x="8169" y="10681"/>
                  </a:cubicBezTo>
                  <a:lnTo>
                    <a:pt x="4644" y="10681"/>
                  </a:lnTo>
                  <a:cubicBezTo>
                    <a:pt x="4406" y="10681"/>
                    <a:pt x="4406" y="10324"/>
                    <a:pt x="4644" y="10324"/>
                  </a:cubicBezTo>
                  <a:close/>
                  <a:moveTo>
                    <a:pt x="8845" y="1"/>
                  </a:moveTo>
                  <a:cubicBezTo>
                    <a:pt x="8800" y="1"/>
                    <a:pt x="8752" y="13"/>
                    <a:pt x="8717" y="36"/>
                  </a:cubicBezTo>
                  <a:lnTo>
                    <a:pt x="7693" y="1275"/>
                  </a:lnTo>
                  <a:cubicBezTo>
                    <a:pt x="7597" y="1346"/>
                    <a:pt x="7693" y="1537"/>
                    <a:pt x="7812" y="1537"/>
                  </a:cubicBezTo>
                  <a:lnTo>
                    <a:pt x="8169" y="1537"/>
                  </a:lnTo>
                  <a:lnTo>
                    <a:pt x="8169" y="1942"/>
                  </a:lnTo>
                  <a:lnTo>
                    <a:pt x="4144" y="1942"/>
                  </a:lnTo>
                  <a:cubicBezTo>
                    <a:pt x="3930" y="1942"/>
                    <a:pt x="3930" y="2275"/>
                    <a:pt x="4144" y="2275"/>
                  </a:cubicBezTo>
                  <a:lnTo>
                    <a:pt x="8169" y="2275"/>
                  </a:lnTo>
                  <a:lnTo>
                    <a:pt x="8169" y="6419"/>
                  </a:lnTo>
                  <a:cubicBezTo>
                    <a:pt x="8169" y="6657"/>
                    <a:pt x="8336" y="6823"/>
                    <a:pt x="8574" y="6823"/>
                  </a:cubicBezTo>
                  <a:lnTo>
                    <a:pt x="9074" y="6823"/>
                  </a:lnTo>
                  <a:cubicBezTo>
                    <a:pt x="9312" y="6823"/>
                    <a:pt x="9503" y="6657"/>
                    <a:pt x="9503" y="6419"/>
                  </a:cubicBezTo>
                  <a:lnTo>
                    <a:pt x="9503" y="5919"/>
                  </a:lnTo>
                  <a:cubicBezTo>
                    <a:pt x="9503" y="5811"/>
                    <a:pt x="9419" y="5758"/>
                    <a:pt x="9336" y="5758"/>
                  </a:cubicBezTo>
                  <a:cubicBezTo>
                    <a:pt x="9253" y="5758"/>
                    <a:pt x="9169" y="5811"/>
                    <a:pt x="9169" y="5919"/>
                  </a:cubicBezTo>
                  <a:lnTo>
                    <a:pt x="9169" y="6419"/>
                  </a:lnTo>
                  <a:cubicBezTo>
                    <a:pt x="9169" y="6466"/>
                    <a:pt x="9122" y="6538"/>
                    <a:pt x="9050" y="6538"/>
                  </a:cubicBezTo>
                  <a:lnTo>
                    <a:pt x="8550" y="6538"/>
                  </a:lnTo>
                  <a:cubicBezTo>
                    <a:pt x="8479" y="6538"/>
                    <a:pt x="8431" y="6466"/>
                    <a:pt x="8431" y="6419"/>
                  </a:cubicBezTo>
                  <a:lnTo>
                    <a:pt x="8431" y="1346"/>
                  </a:lnTo>
                  <a:cubicBezTo>
                    <a:pt x="8431" y="1275"/>
                    <a:pt x="8359" y="1203"/>
                    <a:pt x="8288" y="1203"/>
                  </a:cubicBezTo>
                  <a:lnTo>
                    <a:pt x="8098" y="1203"/>
                  </a:lnTo>
                  <a:lnTo>
                    <a:pt x="8788" y="394"/>
                  </a:lnTo>
                  <a:lnTo>
                    <a:pt x="9455" y="1203"/>
                  </a:lnTo>
                  <a:lnTo>
                    <a:pt x="9288" y="1203"/>
                  </a:lnTo>
                  <a:cubicBezTo>
                    <a:pt x="9193" y="1203"/>
                    <a:pt x="9145" y="1275"/>
                    <a:pt x="9145" y="1346"/>
                  </a:cubicBezTo>
                  <a:lnTo>
                    <a:pt x="9145" y="5085"/>
                  </a:lnTo>
                  <a:cubicBezTo>
                    <a:pt x="9145" y="5180"/>
                    <a:pt x="9223" y="5228"/>
                    <a:pt x="9300" y="5228"/>
                  </a:cubicBezTo>
                  <a:cubicBezTo>
                    <a:pt x="9378" y="5228"/>
                    <a:pt x="9455" y="5180"/>
                    <a:pt x="9455" y="5085"/>
                  </a:cubicBezTo>
                  <a:lnTo>
                    <a:pt x="9455" y="2275"/>
                  </a:lnTo>
                  <a:lnTo>
                    <a:pt x="10217" y="2275"/>
                  </a:lnTo>
                  <a:cubicBezTo>
                    <a:pt x="10479" y="2275"/>
                    <a:pt x="10717" y="2489"/>
                    <a:pt x="10717" y="2775"/>
                  </a:cubicBezTo>
                  <a:lnTo>
                    <a:pt x="10717" y="7252"/>
                  </a:lnTo>
                  <a:lnTo>
                    <a:pt x="3835" y="7252"/>
                  </a:lnTo>
                  <a:lnTo>
                    <a:pt x="3835" y="6823"/>
                  </a:lnTo>
                  <a:lnTo>
                    <a:pt x="3859" y="6823"/>
                  </a:lnTo>
                  <a:cubicBezTo>
                    <a:pt x="4144" y="6823"/>
                    <a:pt x="4359" y="6633"/>
                    <a:pt x="4359" y="6347"/>
                  </a:cubicBezTo>
                  <a:lnTo>
                    <a:pt x="4359" y="3228"/>
                  </a:lnTo>
                  <a:cubicBezTo>
                    <a:pt x="4359" y="2966"/>
                    <a:pt x="4144" y="2751"/>
                    <a:pt x="3859" y="2751"/>
                  </a:cubicBezTo>
                  <a:lnTo>
                    <a:pt x="3454" y="2751"/>
                  </a:lnTo>
                  <a:cubicBezTo>
                    <a:pt x="3192" y="2751"/>
                    <a:pt x="2977" y="2966"/>
                    <a:pt x="2977" y="3228"/>
                  </a:cubicBezTo>
                  <a:lnTo>
                    <a:pt x="2977" y="5799"/>
                  </a:lnTo>
                  <a:lnTo>
                    <a:pt x="1858" y="5799"/>
                  </a:lnTo>
                  <a:lnTo>
                    <a:pt x="1858" y="2775"/>
                  </a:lnTo>
                  <a:cubicBezTo>
                    <a:pt x="1858" y="2513"/>
                    <a:pt x="2049" y="2275"/>
                    <a:pt x="2358" y="2275"/>
                  </a:cubicBezTo>
                  <a:lnTo>
                    <a:pt x="3216" y="2275"/>
                  </a:lnTo>
                  <a:cubicBezTo>
                    <a:pt x="3430" y="2275"/>
                    <a:pt x="3430" y="1942"/>
                    <a:pt x="3216" y="1942"/>
                  </a:cubicBezTo>
                  <a:lnTo>
                    <a:pt x="2358" y="1942"/>
                  </a:lnTo>
                  <a:cubicBezTo>
                    <a:pt x="1906" y="1942"/>
                    <a:pt x="1525" y="2299"/>
                    <a:pt x="1525" y="2775"/>
                  </a:cubicBezTo>
                  <a:lnTo>
                    <a:pt x="1525" y="5799"/>
                  </a:lnTo>
                  <a:lnTo>
                    <a:pt x="143" y="5799"/>
                  </a:lnTo>
                  <a:cubicBezTo>
                    <a:pt x="72" y="5799"/>
                    <a:pt x="1" y="5847"/>
                    <a:pt x="1" y="5942"/>
                  </a:cubicBezTo>
                  <a:lnTo>
                    <a:pt x="1" y="10848"/>
                  </a:lnTo>
                  <a:cubicBezTo>
                    <a:pt x="1" y="10943"/>
                    <a:pt x="72" y="10991"/>
                    <a:pt x="143" y="10991"/>
                  </a:cubicBezTo>
                  <a:lnTo>
                    <a:pt x="667" y="10991"/>
                  </a:lnTo>
                  <a:cubicBezTo>
                    <a:pt x="858" y="10991"/>
                    <a:pt x="858" y="10681"/>
                    <a:pt x="667" y="10681"/>
                  </a:cubicBezTo>
                  <a:lnTo>
                    <a:pt x="310" y="10681"/>
                  </a:lnTo>
                  <a:lnTo>
                    <a:pt x="310" y="6085"/>
                  </a:lnTo>
                  <a:lnTo>
                    <a:pt x="3454" y="6085"/>
                  </a:lnTo>
                  <a:lnTo>
                    <a:pt x="3454" y="10681"/>
                  </a:lnTo>
                  <a:lnTo>
                    <a:pt x="1620" y="10681"/>
                  </a:lnTo>
                  <a:cubicBezTo>
                    <a:pt x="1406" y="10681"/>
                    <a:pt x="1406" y="10991"/>
                    <a:pt x="1620" y="10991"/>
                  </a:cubicBezTo>
                  <a:lnTo>
                    <a:pt x="3763" y="10991"/>
                  </a:lnTo>
                  <a:cubicBezTo>
                    <a:pt x="3835" y="10991"/>
                    <a:pt x="3906" y="10943"/>
                    <a:pt x="3906" y="10848"/>
                  </a:cubicBezTo>
                  <a:lnTo>
                    <a:pt x="3906" y="8967"/>
                  </a:lnTo>
                  <a:lnTo>
                    <a:pt x="5383" y="8967"/>
                  </a:lnTo>
                  <a:lnTo>
                    <a:pt x="5383" y="10015"/>
                  </a:lnTo>
                  <a:lnTo>
                    <a:pt x="4597" y="10015"/>
                  </a:lnTo>
                  <a:cubicBezTo>
                    <a:pt x="3930" y="10015"/>
                    <a:pt x="3930" y="11039"/>
                    <a:pt x="4597" y="11039"/>
                  </a:cubicBezTo>
                  <a:lnTo>
                    <a:pt x="8169" y="11039"/>
                  </a:lnTo>
                  <a:cubicBezTo>
                    <a:pt x="8812" y="11039"/>
                    <a:pt x="8812" y="10015"/>
                    <a:pt x="8169" y="10015"/>
                  </a:cubicBezTo>
                  <a:lnTo>
                    <a:pt x="7383" y="10015"/>
                  </a:lnTo>
                  <a:lnTo>
                    <a:pt x="7383" y="8967"/>
                  </a:lnTo>
                  <a:lnTo>
                    <a:pt x="10312" y="8967"/>
                  </a:lnTo>
                  <a:cubicBezTo>
                    <a:pt x="10741" y="8967"/>
                    <a:pt x="11122" y="8610"/>
                    <a:pt x="11122" y="8133"/>
                  </a:cubicBezTo>
                  <a:lnTo>
                    <a:pt x="11122" y="2775"/>
                  </a:lnTo>
                  <a:cubicBezTo>
                    <a:pt x="11146" y="2299"/>
                    <a:pt x="10741" y="1942"/>
                    <a:pt x="10312" y="1942"/>
                  </a:cubicBezTo>
                  <a:lnTo>
                    <a:pt x="9526" y="1942"/>
                  </a:lnTo>
                  <a:lnTo>
                    <a:pt x="9526" y="1537"/>
                  </a:lnTo>
                  <a:lnTo>
                    <a:pt x="9884" y="1537"/>
                  </a:lnTo>
                  <a:cubicBezTo>
                    <a:pt x="10003" y="1537"/>
                    <a:pt x="10098" y="1346"/>
                    <a:pt x="10003" y="1275"/>
                  </a:cubicBezTo>
                  <a:lnTo>
                    <a:pt x="8955" y="36"/>
                  </a:lnTo>
                  <a:cubicBezTo>
                    <a:pt x="8931" y="13"/>
                    <a:pt x="8889" y="1"/>
                    <a:pt x="88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94"/>
            <p:cNvSpPr/>
            <p:nvPr/>
          </p:nvSpPr>
          <p:spPr>
            <a:xfrm>
              <a:off x="7888209" y="3724061"/>
              <a:ext cx="44549" cy="88324"/>
            </a:xfrm>
            <a:custGeom>
              <a:rect b="b" l="l" r="r" t="t"/>
              <a:pathLst>
                <a:path extrusionOk="0" h="2740" w="1382">
                  <a:moveTo>
                    <a:pt x="905" y="334"/>
                  </a:moveTo>
                  <a:cubicBezTo>
                    <a:pt x="977" y="334"/>
                    <a:pt x="1048" y="406"/>
                    <a:pt x="1048" y="477"/>
                  </a:cubicBezTo>
                  <a:lnTo>
                    <a:pt x="1048" y="2263"/>
                  </a:lnTo>
                  <a:cubicBezTo>
                    <a:pt x="1048" y="2358"/>
                    <a:pt x="977" y="2430"/>
                    <a:pt x="905" y="2430"/>
                  </a:cubicBezTo>
                  <a:lnTo>
                    <a:pt x="477" y="2430"/>
                  </a:lnTo>
                  <a:cubicBezTo>
                    <a:pt x="429" y="2430"/>
                    <a:pt x="334" y="2335"/>
                    <a:pt x="334" y="2263"/>
                  </a:cubicBezTo>
                  <a:lnTo>
                    <a:pt x="334" y="477"/>
                  </a:lnTo>
                  <a:cubicBezTo>
                    <a:pt x="334" y="406"/>
                    <a:pt x="382" y="334"/>
                    <a:pt x="477" y="334"/>
                  </a:cubicBezTo>
                  <a:close/>
                  <a:moveTo>
                    <a:pt x="477" y="1"/>
                  </a:moveTo>
                  <a:cubicBezTo>
                    <a:pt x="215" y="1"/>
                    <a:pt x="0" y="215"/>
                    <a:pt x="0" y="477"/>
                  </a:cubicBezTo>
                  <a:lnTo>
                    <a:pt x="0" y="2263"/>
                  </a:lnTo>
                  <a:cubicBezTo>
                    <a:pt x="0" y="2549"/>
                    <a:pt x="215" y="2739"/>
                    <a:pt x="477" y="2739"/>
                  </a:cubicBezTo>
                  <a:lnTo>
                    <a:pt x="905" y="2739"/>
                  </a:lnTo>
                  <a:cubicBezTo>
                    <a:pt x="1167" y="2739"/>
                    <a:pt x="1382" y="2501"/>
                    <a:pt x="1382" y="2263"/>
                  </a:cubicBezTo>
                  <a:lnTo>
                    <a:pt x="1382" y="477"/>
                  </a:lnTo>
                  <a:cubicBezTo>
                    <a:pt x="1382" y="215"/>
                    <a:pt x="1167" y="1"/>
                    <a:pt x="9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94"/>
            <p:cNvSpPr/>
            <p:nvPr/>
          </p:nvSpPr>
          <p:spPr>
            <a:xfrm>
              <a:off x="7944233" y="3691052"/>
              <a:ext cx="43034" cy="121333"/>
            </a:xfrm>
            <a:custGeom>
              <a:rect b="b" l="l" r="r" t="t"/>
              <a:pathLst>
                <a:path extrusionOk="0" h="3764" w="1335">
                  <a:moveTo>
                    <a:pt x="882" y="310"/>
                  </a:moveTo>
                  <a:cubicBezTo>
                    <a:pt x="977" y="310"/>
                    <a:pt x="1025" y="382"/>
                    <a:pt x="1025" y="477"/>
                  </a:cubicBezTo>
                  <a:lnTo>
                    <a:pt x="1025" y="3287"/>
                  </a:lnTo>
                  <a:cubicBezTo>
                    <a:pt x="1025" y="3382"/>
                    <a:pt x="977" y="3454"/>
                    <a:pt x="882" y="3454"/>
                  </a:cubicBezTo>
                  <a:lnTo>
                    <a:pt x="477" y="3454"/>
                  </a:lnTo>
                  <a:cubicBezTo>
                    <a:pt x="382" y="3454"/>
                    <a:pt x="311" y="3359"/>
                    <a:pt x="311" y="3287"/>
                  </a:cubicBezTo>
                  <a:lnTo>
                    <a:pt x="311" y="477"/>
                  </a:lnTo>
                  <a:cubicBezTo>
                    <a:pt x="311" y="382"/>
                    <a:pt x="382" y="310"/>
                    <a:pt x="477" y="310"/>
                  </a:cubicBezTo>
                  <a:close/>
                  <a:moveTo>
                    <a:pt x="477" y="1"/>
                  </a:moveTo>
                  <a:cubicBezTo>
                    <a:pt x="191" y="1"/>
                    <a:pt x="1" y="191"/>
                    <a:pt x="1" y="477"/>
                  </a:cubicBezTo>
                  <a:lnTo>
                    <a:pt x="1" y="3287"/>
                  </a:lnTo>
                  <a:cubicBezTo>
                    <a:pt x="1" y="3573"/>
                    <a:pt x="191" y="3763"/>
                    <a:pt x="477" y="3763"/>
                  </a:cubicBezTo>
                  <a:lnTo>
                    <a:pt x="882" y="3763"/>
                  </a:lnTo>
                  <a:cubicBezTo>
                    <a:pt x="1120" y="3763"/>
                    <a:pt x="1335" y="3525"/>
                    <a:pt x="1335" y="3287"/>
                  </a:cubicBezTo>
                  <a:lnTo>
                    <a:pt x="1335" y="477"/>
                  </a:lnTo>
                  <a:cubicBezTo>
                    <a:pt x="1335" y="191"/>
                    <a:pt x="1120"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94"/>
            <p:cNvSpPr/>
            <p:nvPr/>
          </p:nvSpPr>
          <p:spPr>
            <a:xfrm>
              <a:off x="7760784" y="3802360"/>
              <a:ext cx="78331" cy="78331"/>
            </a:xfrm>
            <a:custGeom>
              <a:rect b="b" l="l" r="r" t="t"/>
              <a:pathLst>
                <a:path extrusionOk="0" h="2430" w="2430">
                  <a:moveTo>
                    <a:pt x="1215" y="310"/>
                  </a:moveTo>
                  <a:cubicBezTo>
                    <a:pt x="1667" y="310"/>
                    <a:pt x="2025" y="644"/>
                    <a:pt x="2120" y="1073"/>
                  </a:cubicBezTo>
                  <a:lnTo>
                    <a:pt x="1834" y="1073"/>
                  </a:lnTo>
                  <a:cubicBezTo>
                    <a:pt x="1786" y="787"/>
                    <a:pt x="1524" y="596"/>
                    <a:pt x="1239" y="596"/>
                  </a:cubicBezTo>
                  <a:cubicBezTo>
                    <a:pt x="1191" y="596"/>
                    <a:pt x="1120" y="596"/>
                    <a:pt x="1072" y="620"/>
                  </a:cubicBezTo>
                  <a:lnTo>
                    <a:pt x="929" y="382"/>
                  </a:lnTo>
                  <a:cubicBezTo>
                    <a:pt x="977" y="310"/>
                    <a:pt x="1096" y="310"/>
                    <a:pt x="1215" y="310"/>
                  </a:cubicBezTo>
                  <a:close/>
                  <a:moveTo>
                    <a:pt x="619" y="549"/>
                  </a:moveTo>
                  <a:lnTo>
                    <a:pt x="762" y="787"/>
                  </a:lnTo>
                  <a:cubicBezTo>
                    <a:pt x="643" y="906"/>
                    <a:pt x="596" y="1073"/>
                    <a:pt x="596" y="1215"/>
                  </a:cubicBezTo>
                  <a:cubicBezTo>
                    <a:pt x="596" y="1263"/>
                    <a:pt x="596" y="1311"/>
                    <a:pt x="619" y="1358"/>
                  </a:cubicBezTo>
                  <a:lnTo>
                    <a:pt x="381" y="1477"/>
                  </a:lnTo>
                  <a:cubicBezTo>
                    <a:pt x="358" y="1382"/>
                    <a:pt x="334" y="1311"/>
                    <a:pt x="334" y="1192"/>
                  </a:cubicBezTo>
                  <a:cubicBezTo>
                    <a:pt x="334" y="953"/>
                    <a:pt x="405" y="739"/>
                    <a:pt x="619" y="549"/>
                  </a:cubicBezTo>
                  <a:close/>
                  <a:moveTo>
                    <a:pt x="1215" y="882"/>
                  </a:moveTo>
                  <a:cubicBezTo>
                    <a:pt x="1405" y="882"/>
                    <a:pt x="1524" y="1025"/>
                    <a:pt x="1524" y="1192"/>
                  </a:cubicBezTo>
                  <a:cubicBezTo>
                    <a:pt x="1524" y="1358"/>
                    <a:pt x="1358" y="1477"/>
                    <a:pt x="1215" y="1477"/>
                  </a:cubicBezTo>
                  <a:cubicBezTo>
                    <a:pt x="1194" y="1481"/>
                    <a:pt x="1175" y="1483"/>
                    <a:pt x="1156" y="1483"/>
                  </a:cubicBezTo>
                  <a:cubicBezTo>
                    <a:pt x="1064" y="1483"/>
                    <a:pt x="992" y="1437"/>
                    <a:pt x="953" y="1358"/>
                  </a:cubicBezTo>
                  <a:cubicBezTo>
                    <a:pt x="929" y="1311"/>
                    <a:pt x="929" y="1263"/>
                    <a:pt x="929" y="1215"/>
                  </a:cubicBezTo>
                  <a:cubicBezTo>
                    <a:pt x="929" y="1096"/>
                    <a:pt x="977" y="1001"/>
                    <a:pt x="1072" y="953"/>
                  </a:cubicBezTo>
                  <a:cubicBezTo>
                    <a:pt x="1120" y="906"/>
                    <a:pt x="1191" y="882"/>
                    <a:pt x="1215" y="882"/>
                  </a:cubicBezTo>
                  <a:close/>
                  <a:moveTo>
                    <a:pt x="2072" y="1382"/>
                  </a:moveTo>
                  <a:cubicBezTo>
                    <a:pt x="2025" y="1787"/>
                    <a:pt x="1667" y="2097"/>
                    <a:pt x="1215" y="2097"/>
                  </a:cubicBezTo>
                  <a:cubicBezTo>
                    <a:pt x="953" y="2097"/>
                    <a:pt x="691" y="1977"/>
                    <a:pt x="524" y="1787"/>
                  </a:cubicBezTo>
                  <a:lnTo>
                    <a:pt x="762" y="1668"/>
                  </a:lnTo>
                  <a:cubicBezTo>
                    <a:pt x="881" y="1787"/>
                    <a:pt x="1048" y="1858"/>
                    <a:pt x="1215" y="1858"/>
                  </a:cubicBezTo>
                  <a:cubicBezTo>
                    <a:pt x="1524" y="1858"/>
                    <a:pt x="1763" y="1668"/>
                    <a:pt x="1810" y="1382"/>
                  </a:cubicBezTo>
                  <a:close/>
                  <a:moveTo>
                    <a:pt x="1215" y="1"/>
                  </a:moveTo>
                  <a:cubicBezTo>
                    <a:pt x="977" y="1"/>
                    <a:pt x="762" y="49"/>
                    <a:pt x="572" y="168"/>
                  </a:cubicBezTo>
                  <a:cubicBezTo>
                    <a:pt x="191" y="406"/>
                    <a:pt x="0" y="763"/>
                    <a:pt x="0" y="1215"/>
                  </a:cubicBezTo>
                  <a:cubicBezTo>
                    <a:pt x="0" y="1430"/>
                    <a:pt x="48" y="1620"/>
                    <a:pt x="143" y="1811"/>
                  </a:cubicBezTo>
                  <a:cubicBezTo>
                    <a:pt x="358" y="2192"/>
                    <a:pt x="762" y="2430"/>
                    <a:pt x="1215" y="2430"/>
                  </a:cubicBezTo>
                  <a:cubicBezTo>
                    <a:pt x="1905" y="2430"/>
                    <a:pt x="2429" y="1906"/>
                    <a:pt x="2429" y="1215"/>
                  </a:cubicBezTo>
                  <a:cubicBezTo>
                    <a:pt x="2429" y="525"/>
                    <a:pt x="1882" y="1"/>
                    <a:pt x="1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94"/>
            <p:cNvSpPr/>
            <p:nvPr/>
          </p:nvSpPr>
          <p:spPr>
            <a:xfrm>
              <a:off x="7765393" y="3892198"/>
              <a:ext cx="68338" cy="10766"/>
            </a:xfrm>
            <a:custGeom>
              <a:rect b="b" l="l" r="r" t="t"/>
              <a:pathLst>
                <a:path extrusionOk="0" h="334" w="2120">
                  <a:moveTo>
                    <a:pt x="215" y="0"/>
                  </a:moveTo>
                  <a:cubicBezTo>
                    <a:pt x="0" y="0"/>
                    <a:pt x="0" y="334"/>
                    <a:pt x="215" y="334"/>
                  </a:cubicBezTo>
                  <a:lnTo>
                    <a:pt x="1905" y="334"/>
                  </a:lnTo>
                  <a:cubicBezTo>
                    <a:pt x="2120" y="334"/>
                    <a:pt x="2120" y="0"/>
                    <a:pt x="19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94"/>
            <p:cNvSpPr/>
            <p:nvPr/>
          </p:nvSpPr>
          <p:spPr>
            <a:xfrm>
              <a:off x="7766135" y="3912152"/>
              <a:ext cx="67597" cy="10766"/>
            </a:xfrm>
            <a:custGeom>
              <a:rect b="b" l="l" r="r" t="t"/>
              <a:pathLst>
                <a:path extrusionOk="0" h="334" w="2097">
                  <a:moveTo>
                    <a:pt x="215" y="0"/>
                  </a:moveTo>
                  <a:cubicBezTo>
                    <a:pt x="1" y="0"/>
                    <a:pt x="1" y="334"/>
                    <a:pt x="215" y="334"/>
                  </a:cubicBezTo>
                  <a:lnTo>
                    <a:pt x="1906" y="334"/>
                  </a:lnTo>
                  <a:cubicBezTo>
                    <a:pt x="2001" y="334"/>
                    <a:pt x="2097" y="215"/>
                    <a:pt x="2073" y="119"/>
                  </a:cubicBezTo>
                  <a:cubicBezTo>
                    <a:pt x="2025" y="48"/>
                    <a:pt x="1978" y="0"/>
                    <a:pt x="1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94"/>
          <p:cNvGrpSpPr/>
          <p:nvPr/>
        </p:nvGrpSpPr>
        <p:grpSpPr>
          <a:xfrm>
            <a:off x="6996202" y="3439626"/>
            <a:ext cx="354682" cy="355455"/>
            <a:chOff x="6996202" y="3592026"/>
            <a:chExt cx="354682" cy="355455"/>
          </a:xfrm>
        </p:grpSpPr>
        <p:sp>
          <p:nvSpPr>
            <p:cNvPr id="19218" name="Google Shape;19218;p94"/>
            <p:cNvSpPr/>
            <p:nvPr/>
          </p:nvSpPr>
          <p:spPr>
            <a:xfrm>
              <a:off x="7084848" y="3596507"/>
              <a:ext cx="104441" cy="65405"/>
            </a:xfrm>
            <a:custGeom>
              <a:rect b="b" l="l" r="r" t="t"/>
              <a:pathLst>
                <a:path extrusionOk="0" h="2029" w="3240">
                  <a:moveTo>
                    <a:pt x="411" y="1"/>
                  </a:moveTo>
                  <a:cubicBezTo>
                    <a:pt x="192" y="1"/>
                    <a:pt x="0" y="241"/>
                    <a:pt x="60" y="481"/>
                  </a:cubicBezTo>
                  <a:lnTo>
                    <a:pt x="513" y="2029"/>
                  </a:lnTo>
                  <a:lnTo>
                    <a:pt x="2704" y="2029"/>
                  </a:lnTo>
                  <a:lnTo>
                    <a:pt x="3156" y="481"/>
                  </a:lnTo>
                  <a:cubicBezTo>
                    <a:pt x="3240" y="230"/>
                    <a:pt x="3029" y="16"/>
                    <a:pt x="2783" y="16"/>
                  </a:cubicBezTo>
                  <a:cubicBezTo>
                    <a:pt x="2749" y="16"/>
                    <a:pt x="2715" y="20"/>
                    <a:pt x="2680" y="28"/>
                  </a:cubicBezTo>
                  <a:cubicBezTo>
                    <a:pt x="2346" y="159"/>
                    <a:pt x="1983" y="225"/>
                    <a:pt x="1617" y="225"/>
                  </a:cubicBezTo>
                  <a:cubicBezTo>
                    <a:pt x="1251" y="225"/>
                    <a:pt x="882" y="159"/>
                    <a:pt x="536" y="28"/>
                  </a:cubicBezTo>
                  <a:cubicBezTo>
                    <a:pt x="495" y="9"/>
                    <a:pt x="452" y="1"/>
                    <a:pt x="41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94"/>
            <p:cNvSpPr/>
            <p:nvPr/>
          </p:nvSpPr>
          <p:spPr>
            <a:xfrm>
              <a:off x="7151252" y="3596990"/>
              <a:ext cx="38134" cy="64921"/>
            </a:xfrm>
            <a:custGeom>
              <a:rect b="b" l="l" r="r" t="t"/>
              <a:pathLst>
                <a:path extrusionOk="0" h="2014" w="1183">
                  <a:moveTo>
                    <a:pt x="723" y="1"/>
                  </a:moveTo>
                  <a:cubicBezTo>
                    <a:pt x="689" y="1"/>
                    <a:pt x="655" y="5"/>
                    <a:pt x="620" y="13"/>
                  </a:cubicBezTo>
                  <a:lnTo>
                    <a:pt x="358" y="109"/>
                  </a:lnTo>
                  <a:cubicBezTo>
                    <a:pt x="453" y="204"/>
                    <a:pt x="477" y="323"/>
                    <a:pt x="453" y="466"/>
                  </a:cubicBezTo>
                  <a:lnTo>
                    <a:pt x="1" y="2014"/>
                  </a:lnTo>
                  <a:lnTo>
                    <a:pt x="691" y="2014"/>
                  </a:lnTo>
                  <a:lnTo>
                    <a:pt x="1120" y="466"/>
                  </a:lnTo>
                  <a:cubicBezTo>
                    <a:pt x="1183" y="215"/>
                    <a:pt x="970" y="1"/>
                    <a:pt x="72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4"/>
            <p:cNvSpPr/>
            <p:nvPr/>
          </p:nvSpPr>
          <p:spPr>
            <a:xfrm>
              <a:off x="7000779" y="3688763"/>
              <a:ext cx="254914" cy="252593"/>
            </a:xfrm>
            <a:custGeom>
              <a:rect b="b" l="l" r="r" t="t"/>
              <a:pathLst>
                <a:path extrusionOk="0" h="7836" w="7908">
                  <a:moveTo>
                    <a:pt x="3478" y="0"/>
                  </a:moveTo>
                  <a:cubicBezTo>
                    <a:pt x="1835" y="0"/>
                    <a:pt x="501" y="1334"/>
                    <a:pt x="501" y="2977"/>
                  </a:cubicBezTo>
                  <a:lnTo>
                    <a:pt x="501" y="6525"/>
                  </a:lnTo>
                  <a:cubicBezTo>
                    <a:pt x="215" y="6621"/>
                    <a:pt x="1" y="6883"/>
                    <a:pt x="1" y="7216"/>
                  </a:cubicBezTo>
                  <a:cubicBezTo>
                    <a:pt x="25" y="7573"/>
                    <a:pt x="334" y="7835"/>
                    <a:pt x="692" y="7835"/>
                  </a:cubicBezTo>
                  <a:lnTo>
                    <a:pt x="7907" y="7835"/>
                  </a:lnTo>
                  <a:lnTo>
                    <a:pt x="7907" y="2882"/>
                  </a:lnTo>
                  <a:cubicBezTo>
                    <a:pt x="7860" y="1286"/>
                    <a:pt x="6550" y="0"/>
                    <a:pt x="493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4"/>
            <p:cNvSpPr/>
            <p:nvPr/>
          </p:nvSpPr>
          <p:spPr>
            <a:xfrm>
              <a:off x="7130525" y="3688763"/>
              <a:ext cx="125169" cy="253367"/>
            </a:xfrm>
            <a:custGeom>
              <a:rect b="b" l="l" r="r" t="t"/>
              <a:pathLst>
                <a:path extrusionOk="0" h="7860" w="3883">
                  <a:moveTo>
                    <a:pt x="1" y="0"/>
                  </a:moveTo>
                  <a:cubicBezTo>
                    <a:pt x="1620" y="0"/>
                    <a:pt x="2930" y="1286"/>
                    <a:pt x="3001" y="2882"/>
                  </a:cubicBezTo>
                  <a:lnTo>
                    <a:pt x="3001" y="7859"/>
                  </a:lnTo>
                  <a:lnTo>
                    <a:pt x="3882" y="7859"/>
                  </a:lnTo>
                  <a:lnTo>
                    <a:pt x="3882" y="2882"/>
                  </a:lnTo>
                  <a:cubicBezTo>
                    <a:pt x="3859" y="1286"/>
                    <a:pt x="2525" y="0"/>
                    <a:pt x="88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94"/>
            <p:cNvSpPr/>
            <p:nvPr/>
          </p:nvSpPr>
          <p:spPr>
            <a:xfrm>
              <a:off x="7076016" y="3742499"/>
              <a:ext cx="121333" cy="120559"/>
            </a:xfrm>
            <a:custGeom>
              <a:rect b="b" l="l" r="r" t="t"/>
              <a:pathLst>
                <a:path extrusionOk="0" h="3740" w="3764">
                  <a:moveTo>
                    <a:pt x="1882" y="0"/>
                  </a:moveTo>
                  <a:cubicBezTo>
                    <a:pt x="858" y="0"/>
                    <a:pt x="1" y="834"/>
                    <a:pt x="1" y="1882"/>
                  </a:cubicBezTo>
                  <a:cubicBezTo>
                    <a:pt x="1" y="2906"/>
                    <a:pt x="858" y="3739"/>
                    <a:pt x="1882" y="3739"/>
                  </a:cubicBezTo>
                  <a:cubicBezTo>
                    <a:pt x="2930" y="3739"/>
                    <a:pt x="3763" y="2906"/>
                    <a:pt x="3763" y="1882"/>
                  </a:cubicBezTo>
                  <a:cubicBezTo>
                    <a:pt x="3763" y="834"/>
                    <a:pt x="2930" y="0"/>
                    <a:pt x="188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94"/>
            <p:cNvSpPr/>
            <p:nvPr/>
          </p:nvSpPr>
          <p:spPr>
            <a:xfrm>
              <a:off x="7126689" y="3742499"/>
              <a:ext cx="70659" cy="121333"/>
            </a:xfrm>
            <a:custGeom>
              <a:rect b="b" l="l" r="r" t="t"/>
              <a:pathLst>
                <a:path extrusionOk="0" h="3764" w="2192">
                  <a:moveTo>
                    <a:pt x="310" y="0"/>
                  </a:moveTo>
                  <a:cubicBezTo>
                    <a:pt x="191" y="0"/>
                    <a:pt x="72" y="0"/>
                    <a:pt x="1" y="24"/>
                  </a:cubicBezTo>
                  <a:cubicBezTo>
                    <a:pt x="882" y="191"/>
                    <a:pt x="1548" y="953"/>
                    <a:pt x="1548" y="1882"/>
                  </a:cubicBezTo>
                  <a:cubicBezTo>
                    <a:pt x="1548" y="2810"/>
                    <a:pt x="882" y="3573"/>
                    <a:pt x="1" y="3715"/>
                  </a:cubicBezTo>
                  <a:cubicBezTo>
                    <a:pt x="96" y="3763"/>
                    <a:pt x="191" y="3763"/>
                    <a:pt x="310" y="3763"/>
                  </a:cubicBezTo>
                  <a:cubicBezTo>
                    <a:pt x="1358" y="3763"/>
                    <a:pt x="2191" y="2930"/>
                    <a:pt x="2191" y="1882"/>
                  </a:cubicBezTo>
                  <a:cubicBezTo>
                    <a:pt x="2191" y="834"/>
                    <a:pt x="1358" y="0"/>
                    <a:pt x="31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94"/>
            <p:cNvSpPr/>
            <p:nvPr/>
          </p:nvSpPr>
          <p:spPr>
            <a:xfrm>
              <a:off x="7127463" y="3813900"/>
              <a:ext cx="32" cy="774"/>
            </a:xfrm>
            <a:custGeom>
              <a:rect b="b" l="l" r="r" t="t"/>
              <a:pathLst>
                <a:path extrusionOk="0" h="24" w="1">
                  <a:moveTo>
                    <a:pt x="0" y="24"/>
                  </a:moveTo>
                  <a:lnTo>
                    <a:pt x="0" y="24"/>
                  </a:lnTo>
                  <a:cubicBezTo>
                    <a:pt x="0" y="0"/>
                    <a:pt x="0" y="0"/>
                    <a:pt x="0" y="24"/>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94"/>
            <p:cNvSpPr/>
            <p:nvPr/>
          </p:nvSpPr>
          <p:spPr>
            <a:xfrm>
              <a:off x="7078337" y="3662653"/>
              <a:ext cx="117464" cy="26916"/>
            </a:xfrm>
            <a:custGeom>
              <a:rect b="b" l="l" r="r" t="t"/>
              <a:pathLst>
                <a:path extrusionOk="0" h="835" w="3644">
                  <a:moveTo>
                    <a:pt x="357" y="1"/>
                  </a:moveTo>
                  <a:cubicBezTo>
                    <a:pt x="191" y="1"/>
                    <a:pt x="0" y="167"/>
                    <a:pt x="0" y="358"/>
                  </a:cubicBezTo>
                  <a:lnTo>
                    <a:pt x="0" y="477"/>
                  </a:lnTo>
                  <a:cubicBezTo>
                    <a:pt x="0" y="667"/>
                    <a:pt x="143" y="834"/>
                    <a:pt x="357" y="834"/>
                  </a:cubicBezTo>
                  <a:lnTo>
                    <a:pt x="3239" y="834"/>
                  </a:lnTo>
                  <a:cubicBezTo>
                    <a:pt x="3453" y="834"/>
                    <a:pt x="3644" y="691"/>
                    <a:pt x="3596" y="477"/>
                  </a:cubicBezTo>
                  <a:lnTo>
                    <a:pt x="3596" y="358"/>
                  </a:lnTo>
                  <a:cubicBezTo>
                    <a:pt x="3596" y="191"/>
                    <a:pt x="3453" y="1"/>
                    <a:pt x="3239"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94"/>
            <p:cNvSpPr/>
            <p:nvPr/>
          </p:nvSpPr>
          <p:spPr>
            <a:xfrm>
              <a:off x="7000779" y="3899097"/>
              <a:ext cx="254914" cy="43034"/>
            </a:xfrm>
            <a:custGeom>
              <a:rect b="b" l="l" r="r" t="t"/>
              <a:pathLst>
                <a:path extrusionOk="0" h="1335" w="7908">
                  <a:moveTo>
                    <a:pt x="501" y="0"/>
                  </a:moveTo>
                  <a:cubicBezTo>
                    <a:pt x="215" y="96"/>
                    <a:pt x="1" y="358"/>
                    <a:pt x="1" y="691"/>
                  </a:cubicBezTo>
                  <a:cubicBezTo>
                    <a:pt x="1" y="1048"/>
                    <a:pt x="334" y="1334"/>
                    <a:pt x="668" y="1334"/>
                  </a:cubicBezTo>
                  <a:lnTo>
                    <a:pt x="7907" y="1334"/>
                  </a:lnTo>
                  <a:lnTo>
                    <a:pt x="7907" y="24"/>
                  </a:lnTo>
                  <a:lnTo>
                    <a:pt x="50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94"/>
            <p:cNvSpPr/>
            <p:nvPr/>
          </p:nvSpPr>
          <p:spPr>
            <a:xfrm>
              <a:off x="7219590" y="3783953"/>
              <a:ext cx="126684" cy="158177"/>
            </a:xfrm>
            <a:custGeom>
              <a:rect b="b" l="l" r="r" t="t"/>
              <a:pathLst>
                <a:path extrusionOk="0" h="4907" w="3930">
                  <a:moveTo>
                    <a:pt x="500" y="0"/>
                  </a:moveTo>
                  <a:cubicBezTo>
                    <a:pt x="238" y="0"/>
                    <a:pt x="0" y="215"/>
                    <a:pt x="0" y="500"/>
                  </a:cubicBezTo>
                  <a:lnTo>
                    <a:pt x="0" y="4406"/>
                  </a:lnTo>
                  <a:cubicBezTo>
                    <a:pt x="0" y="4668"/>
                    <a:pt x="214" y="4906"/>
                    <a:pt x="500" y="4906"/>
                  </a:cubicBezTo>
                  <a:lnTo>
                    <a:pt x="3429" y="4906"/>
                  </a:lnTo>
                  <a:cubicBezTo>
                    <a:pt x="3691" y="4906"/>
                    <a:pt x="3929" y="4668"/>
                    <a:pt x="3929" y="4382"/>
                  </a:cubicBezTo>
                  <a:lnTo>
                    <a:pt x="3929" y="500"/>
                  </a:lnTo>
                  <a:cubicBezTo>
                    <a:pt x="3929" y="238"/>
                    <a:pt x="3715" y="0"/>
                    <a:pt x="34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94"/>
            <p:cNvSpPr/>
            <p:nvPr/>
          </p:nvSpPr>
          <p:spPr>
            <a:xfrm>
              <a:off x="7300952" y="3783180"/>
              <a:ext cx="45322" cy="158177"/>
            </a:xfrm>
            <a:custGeom>
              <a:rect b="b" l="l" r="r" t="t"/>
              <a:pathLst>
                <a:path extrusionOk="0" h="4907" w="1406">
                  <a:moveTo>
                    <a:pt x="0" y="1"/>
                  </a:moveTo>
                  <a:cubicBezTo>
                    <a:pt x="310" y="1"/>
                    <a:pt x="548" y="239"/>
                    <a:pt x="548" y="501"/>
                  </a:cubicBezTo>
                  <a:lnTo>
                    <a:pt x="548" y="4406"/>
                  </a:lnTo>
                  <a:cubicBezTo>
                    <a:pt x="548" y="4692"/>
                    <a:pt x="310" y="4906"/>
                    <a:pt x="0" y="4906"/>
                  </a:cubicBezTo>
                  <a:lnTo>
                    <a:pt x="905" y="4906"/>
                  </a:lnTo>
                  <a:cubicBezTo>
                    <a:pt x="1191" y="4906"/>
                    <a:pt x="1405" y="4668"/>
                    <a:pt x="1405" y="4406"/>
                  </a:cubicBezTo>
                  <a:lnTo>
                    <a:pt x="1405" y="501"/>
                  </a:lnTo>
                  <a:cubicBezTo>
                    <a:pt x="1405" y="191"/>
                    <a:pt x="1167" y="1"/>
                    <a:pt x="905" y="1"/>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94"/>
            <p:cNvSpPr/>
            <p:nvPr/>
          </p:nvSpPr>
          <p:spPr>
            <a:xfrm>
              <a:off x="7245669" y="3811579"/>
              <a:ext cx="73721" cy="30752"/>
            </a:xfrm>
            <a:custGeom>
              <a:rect b="b" l="l" r="r" t="t"/>
              <a:pathLst>
                <a:path extrusionOk="0" h="954" w="2287">
                  <a:moveTo>
                    <a:pt x="1" y="1"/>
                  </a:moveTo>
                  <a:lnTo>
                    <a:pt x="1" y="953"/>
                  </a:lnTo>
                  <a:lnTo>
                    <a:pt x="2287" y="953"/>
                  </a:lnTo>
                  <a:lnTo>
                    <a:pt x="2287"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4"/>
            <p:cNvSpPr/>
            <p:nvPr/>
          </p:nvSpPr>
          <p:spPr>
            <a:xfrm>
              <a:off x="6996202" y="3592026"/>
              <a:ext cx="32" cy="32"/>
            </a:xfrm>
            <a:custGeom>
              <a:rect b="b" l="l" r="r" t="t"/>
              <a:pathLst>
                <a:path extrusionOk="0" h="1" w="1">
                  <a:moveTo>
                    <a:pt x="0" y="1"/>
                  </a:move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4"/>
            <p:cNvSpPr/>
            <p:nvPr/>
          </p:nvSpPr>
          <p:spPr>
            <a:xfrm>
              <a:off x="7070665" y="3737890"/>
              <a:ext cx="132808" cy="132067"/>
            </a:xfrm>
            <a:custGeom>
              <a:rect b="b" l="l" r="r" t="t"/>
              <a:pathLst>
                <a:path extrusionOk="0" h="4097" w="4120">
                  <a:moveTo>
                    <a:pt x="2048" y="286"/>
                  </a:moveTo>
                  <a:cubicBezTo>
                    <a:pt x="3001" y="286"/>
                    <a:pt x="3787" y="1072"/>
                    <a:pt x="3787" y="2025"/>
                  </a:cubicBezTo>
                  <a:cubicBezTo>
                    <a:pt x="3787" y="2977"/>
                    <a:pt x="3001" y="3739"/>
                    <a:pt x="2048" y="3739"/>
                  </a:cubicBezTo>
                  <a:cubicBezTo>
                    <a:pt x="1096" y="3739"/>
                    <a:pt x="333" y="2977"/>
                    <a:pt x="333" y="2025"/>
                  </a:cubicBezTo>
                  <a:cubicBezTo>
                    <a:pt x="333" y="1072"/>
                    <a:pt x="1096" y="286"/>
                    <a:pt x="2048" y="286"/>
                  </a:cubicBezTo>
                  <a:close/>
                  <a:moveTo>
                    <a:pt x="2048" y="0"/>
                  </a:moveTo>
                  <a:cubicBezTo>
                    <a:pt x="929" y="0"/>
                    <a:pt x="0" y="929"/>
                    <a:pt x="0" y="2049"/>
                  </a:cubicBezTo>
                  <a:cubicBezTo>
                    <a:pt x="0" y="3168"/>
                    <a:pt x="929" y="4097"/>
                    <a:pt x="2048" y="4097"/>
                  </a:cubicBezTo>
                  <a:cubicBezTo>
                    <a:pt x="3191" y="4097"/>
                    <a:pt x="4120" y="3168"/>
                    <a:pt x="4120" y="2049"/>
                  </a:cubicBezTo>
                  <a:cubicBezTo>
                    <a:pt x="4120" y="929"/>
                    <a:pt x="3191" y="0"/>
                    <a:pt x="2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4"/>
            <p:cNvSpPr/>
            <p:nvPr/>
          </p:nvSpPr>
          <p:spPr>
            <a:xfrm>
              <a:off x="7115181" y="3764741"/>
              <a:ext cx="43775" cy="80652"/>
            </a:xfrm>
            <a:custGeom>
              <a:rect b="b" l="l" r="r" t="t"/>
              <a:pathLst>
                <a:path extrusionOk="0" h="2502" w="1358">
                  <a:moveTo>
                    <a:pt x="667" y="1"/>
                  </a:moveTo>
                  <a:cubicBezTo>
                    <a:pt x="596" y="1"/>
                    <a:pt x="500" y="49"/>
                    <a:pt x="500" y="144"/>
                  </a:cubicBezTo>
                  <a:lnTo>
                    <a:pt x="500" y="311"/>
                  </a:lnTo>
                  <a:cubicBezTo>
                    <a:pt x="238" y="406"/>
                    <a:pt x="48" y="668"/>
                    <a:pt x="143" y="977"/>
                  </a:cubicBezTo>
                  <a:cubicBezTo>
                    <a:pt x="191" y="1120"/>
                    <a:pt x="286" y="1216"/>
                    <a:pt x="429" y="1263"/>
                  </a:cubicBezTo>
                  <a:cubicBezTo>
                    <a:pt x="548" y="1311"/>
                    <a:pt x="667" y="1311"/>
                    <a:pt x="786" y="1358"/>
                  </a:cubicBezTo>
                  <a:cubicBezTo>
                    <a:pt x="1072" y="1477"/>
                    <a:pt x="953" y="1811"/>
                    <a:pt x="667" y="1811"/>
                  </a:cubicBezTo>
                  <a:cubicBezTo>
                    <a:pt x="548" y="1811"/>
                    <a:pt x="429" y="1739"/>
                    <a:pt x="381" y="1668"/>
                  </a:cubicBezTo>
                  <a:cubicBezTo>
                    <a:pt x="381" y="1668"/>
                    <a:pt x="381" y="1620"/>
                    <a:pt x="358" y="1620"/>
                  </a:cubicBezTo>
                  <a:cubicBezTo>
                    <a:pt x="358" y="1597"/>
                    <a:pt x="358" y="1597"/>
                    <a:pt x="310" y="1573"/>
                  </a:cubicBezTo>
                  <a:cubicBezTo>
                    <a:pt x="298" y="1469"/>
                    <a:pt x="225" y="1421"/>
                    <a:pt x="153" y="1421"/>
                  </a:cubicBezTo>
                  <a:cubicBezTo>
                    <a:pt x="76" y="1421"/>
                    <a:pt x="0" y="1475"/>
                    <a:pt x="0" y="1573"/>
                  </a:cubicBezTo>
                  <a:cubicBezTo>
                    <a:pt x="0" y="1739"/>
                    <a:pt x="72" y="1906"/>
                    <a:pt x="238" y="2025"/>
                  </a:cubicBezTo>
                  <a:cubicBezTo>
                    <a:pt x="286" y="2073"/>
                    <a:pt x="381" y="2097"/>
                    <a:pt x="453" y="2144"/>
                  </a:cubicBezTo>
                  <a:lnTo>
                    <a:pt x="453" y="2311"/>
                  </a:lnTo>
                  <a:cubicBezTo>
                    <a:pt x="453" y="2406"/>
                    <a:pt x="524" y="2454"/>
                    <a:pt x="619" y="2501"/>
                  </a:cubicBezTo>
                  <a:cubicBezTo>
                    <a:pt x="691" y="2501"/>
                    <a:pt x="786" y="2430"/>
                    <a:pt x="786" y="2335"/>
                  </a:cubicBezTo>
                  <a:lnTo>
                    <a:pt x="786" y="2168"/>
                  </a:lnTo>
                  <a:cubicBezTo>
                    <a:pt x="905" y="2144"/>
                    <a:pt x="1024" y="2073"/>
                    <a:pt x="1096" y="1978"/>
                  </a:cubicBezTo>
                  <a:cubicBezTo>
                    <a:pt x="1358" y="1644"/>
                    <a:pt x="1310" y="1239"/>
                    <a:pt x="1001" y="1073"/>
                  </a:cubicBezTo>
                  <a:cubicBezTo>
                    <a:pt x="881" y="1001"/>
                    <a:pt x="762" y="977"/>
                    <a:pt x="619" y="977"/>
                  </a:cubicBezTo>
                  <a:cubicBezTo>
                    <a:pt x="500" y="954"/>
                    <a:pt x="429" y="930"/>
                    <a:pt x="429" y="787"/>
                  </a:cubicBezTo>
                  <a:cubicBezTo>
                    <a:pt x="451" y="674"/>
                    <a:pt x="532" y="626"/>
                    <a:pt x="622" y="626"/>
                  </a:cubicBezTo>
                  <a:cubicBezTo>
                    <a:pt x="721" y="626"/>
                    <a:pt x="831" y="686"/>
                    <a:pt x="881" y="787"/>
                  </a:cubicBezTo>
                  <a:cubicBezTo>
                    <a:pt x="897" y="850"/>
                    <a:pt x="956" y="872"/>
                    <a:pt x="1014" y="872"/>
                  </a:cubicBezTo>
                  <a:cubicBezTo>
                    <a:pt x="1043" y="872"/>
                    <a:pt x="1072" y="866"/>
                    <a:pt x="1096" y="858"/>
                  </a:cubicBezTo>
                  <a:cubicBezTo>
                    <a:pt x="1191" y="787"/>
                    <a:pt x="1191" y="715"/>
                    <a:pt x="1143" y="644"/>
                  </a:cubicBezTo>
                  <a:cubicBezTo>
                    <a:pt x="1096" y="501"/>
                    <a:pt x="953" y="406"/>
                    <a:pt x="834" y="358"/>
                  </a:cubicBezTo>
                  <a:lnTo>
                    <a:pt x="834" y="168"/>
                  </a:lnTo>
                  <a:cubicBezTo>
                    <a:pt x="834" y="72"/>
                    <a:pt x="762" y="25"/>
                    <a:pt x="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94"/>
            <p:cNvSpPr/>
            <p:nvPr/>
          </p:nvSpPr>
          <p:spPr>
            <a:xfrm>
              <a:off x="7127463" y="3813900"/>
              <a:ext cx="32" cy="774"/>
            </a:xfrm>
            <a:custGeom>
              <a:rect b="b" l="l" r="r" t="t"/>
              <a:pathLst>
                <a:path extrusionOk="0" h="24" w="1">
                  <a:moveTo>
                    <a:pt x="0" y="24"/>
                  </a:moveTo>
                  <a:lnTo>
                    <a:pt x="0" y="24"/>
                  </a:lnTo>
                  <a:cubicBezTo>
                    <a:pt x="0" y="0"/>
                    <a:pt x="0" y="0"/>
                    <a:pt x="0" y="2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94"/>
            <p:cNvSpPr/>
            <p:nvPr/>
          </p:nvSpPr>
          <p:spPr>
            <a:xfrm>
              <a:off x="7314780" y="3883173"/>
              <a:ext cx="9993" cy="35265"/>
            </a:xfrm>
            <a:custGeom>
              <a:rect b="b" l="l" r="r" t="t"/>
              <a:pathLst>
                <a:path extrusionOk="0" h="1094" w="310">
                  <a:moveTo>
                    <a:pt x="155" y="0"/>
                  </a:moveTo>
                  <a:cubicBezTo>
                    <a:pt x="77" y="0"/>
                    <a:pt x="0" y="54"/>
                    <a:pt x="0" y="161"/>
                  </a:cubicBezTo>
                  <a:lnTo>
                    <a:pt x="0" y="899"/>
                  </a:lnTo>
                  <a:cubicBezTo>
                    <a:pt x="0" y="1006"/>
                    <a:pt x="57" y="1094"/>
                    <a:pt x="138" y="1094"/>
                  </a:cubicBezTo>
                  <a:cubicBezTo>
                    <a:pt x="147" y="1094"/>
                    <a:pt x="157" y="1092"/>
                    <a:pt x="167" y="1090"/>
                  </a:cubicBezTo>
                  <a:cubicBezTo>
                    <a:pt x="262" y="1090"/>
                    <a:pt x="310" y="995"/>
                    <a:pt x="310" y="899"/>
                  </a:cubicBezTo>
                  <a:lnTo>
                    <a:pt x="310" y="161"/>
                  </a:lnTo>
                  <a:cubicBezTo>
                    <a:pt x="310" y="54"/>
                    <a:pt x="232" y="0"/>
                    <a:pt x="1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94"/>
            <p:cNvSpPr/>
            <p:nvPr/>
          </p:nvSpPr>
          <p:spPr>
            <a:xfrm>
              <a:off x="6996202" y="3592187"/>
              <a:ext cx="354682" cy="355294"/>
            </a:xfrm>
            <a:custGeom>
              <a:rect b="b" l="l" r="r" t="t"/>
              <a:pathLst>
                <a:path extrusionOk="0" h="11022" w="11003">
                  <a:moveTo>
                    <a:pt x="5858" y="2306"/>
                  </a:moveTo>
                  <a:cubicBezTo>
                    <a:pt x="5977" y="2306"/>
                    <a:pt x="6073" y="2401"/>
                    <a:pt x="6073" y="2520"/>
                  </a:cubicBezTo>
                  <a:lnTo>
                    <a:pt x="6073" y="2639"/>
                  </a:lnTo>
                  <a:cubicBezTo>
                    <a:pt x="6073" y="2758"/>
                    <a:pt x="5977" y="2853"/>
                    <a:pt x="5858" y="2853"/>
                  </a:cubicBezTo>
                  <a:lnTo>
                    <a:pt x="2977" y="2853"/>
                  </a:lnTo>
                  <a:cubicBezTo>
                    <a:pt x="2810" y="2853"/>
                    <a:pt x="2739" y="2758"/>
                    <a:pt x="2739" y="2639"/>
                  </a:cubicBezTo>
                  <a:lnTo>
                    <a:pt x="2739" y="2520"/>
                  </a:lnTo>
                  <a:cubicBezTo>
                    <a:pt x="2739" y="2401"/>
                    <a:pt x="2810" y="2306"/>
                    <a:pt x="2929" y="2306"/>
                  </a:cubicBezTo>
                  <a:close/>
                  <a:moveTo>
                    <a:pt x="5025" y="3211"/>
                  </a:moveTo>
                  <a:cubicBezTo>
                    <a:pt x="6501" y="3211"/>
                    <a:pt x="7692" y="4306"/>
                    <a:pt x="7835" y="5759"/>
                  </a:cubicBezTo>
                  <a:lnTo>
                    <a:pt x="7359" y="5759"/>
                  </a:lnTo>
                  <a:cubicBezTo>
                    <a:pt x="7348" y="5758"/>
                    <a:pt x="7336" y="5758"/>
                    <a:pt x="7325" y="5758"/>
                  </a:cubicBezTo>
                  <a:cubicBezTo>
                    <a:pt x="7025" y="5758"/>
                    <a:pt x="6716" y="6058"/>
                    <a:pt x="6716" y="6426"/>
                  </a:cubicBezTo>
                  <a:lnTo>
                    <a:pt x="6716" y="9355"/>
                  </a:lnTo>
                  <a:lnTo>
                    <a:pt x="2215" y="9355"/>
                  </a:lnTo>
                  <a:cubicBezTo>
                    <a:pt x="2024" y="9355"/>
                    <a:pt x="2024" y="9688"/>
                    <a:pt x="2215" y="9688"/>
                  </a:cubicBezTo>
                  <a:lnTo>
                    <a:pt x="6716" y="9688"/>
                  </a:lnTo>
                  <a:lnTo>
                    <a:pt x="6716" y="10331"/>
                  </a:lnTo>
                  <a:cubicBezTo>
                    <a:pt x="6716" y="10450"/>
                    <a:pt x="6740" y="10593"/>
                    <a:pt x="6811" y="10688"/>
                  </a:cubicBezTo>
                  <a:lnTo>
                    <a:pt x="834" y="10688"/>
                  </a:lnTo>
                  <a:cubicBezTo>
                    <a:pt x="548" y="10688"/>
                    <a:pt x="357" y="10498"/>
                    <a:pt x="310" y="10236"/>
                  </a:cubicBezTo>
                  <a:cubicBezTo>
                    <a:pt x="286" y="9998"/>
                    <a:pt x="429" y="9760"/>
                    <a:pt x="667" y="9688"/>
                  </a:cubicBezTo>
                  <a:lnTo>
                    <a:pt x="1357" y="9688"/>
                  </a:lnTo>
                  <a:cubicBezTo>
                    <a:pt x="1572" y="9688"/>
                    <a:pt x="1572" y="9355"/>
                    <a:pt x="1357" y="9355"/>
                  </a:cubicBezTo>
                  <a:lnTo>
                    <a:pt x="762" y="9355"/>
                  </a:lnTo>
                  <a:lnTo>
                    <a:pt x="762" y="5997"/>
                  </a:lnTo>
                  <a:cubicBezTo>
                    <a:pt x="762" y="5259"/>
                    <a:pt x="1072" y="4544"/>
                    <a:pt x="1596" y="3997"/>
                  </a:cubicBezTo>
                  <a:cubicBezTo>
                    <a:pt x="2120" y="3473"/>
                    <a:pt x="2858" y="3211"/>
                    <a:pt x="3596" y="3211"/>
                  </a:cubicBezTo>
                  <a:close/>
                  <a:moveTo>
                    <a:pt x="3158" y="1"/>
                  </a:moveTo>
                  <a:cubicBezTo>
                    <a:pt x="3007" y="1"/>
                    <a:pt x="2862" y="71"/>
                    <a:pt x="2763" y="186"/>
                  </a:cubicBezTo>
                  <a:cubicBezTo>
                    <a:pt x="2643" y="353"/>
                    <a:pt x="2620" y="520"/>
                    <a:pt x="2667" y="710"/>
                  </a:cubicBezTo>
                  <a:lnTo>
                    <a:pt x="3048" y="2044"/>
                  </a:lnTo>
                  <a:lnTo>
                    <a:pt x="2929" y="2044"/>
                  </a:lnTo>
                  <a:cubicBezTo>
                    <a:pt x="2643" y="2044"/>
                    <a:pt x="2405" y="2282"/>
                    <a:pt x="2405" y="2568"/>
                  </a:cubicBezTo>
                  <a:lnTo>
                    <a:pt x="2405" y="2687"/>
                  </a:lnTo>
                  <a:cubicBezTo>
                    <a:pt x="2405" y="2853"/>
                    <a:pt x="2453" y="2996"/>
                    <a:pt x="2572" y="3092"/>
                  </a:cubicBezTo>
                  <a:cubicBezTo>
                    <a:pt x="2167" y="3235"/>
                    <a:pt x="1786" y="3473"/>
                    <a:pt x="1429" y="3806"/>
                  </a:cubicBezTo>
                  <a:cubicBezTo>
                    <a:pt x="834" y="4401"/>
                    <a:pt x="500" y="5163"/>
                    <a:pt x="500" y="6021"/>
                  </a:cubicBezTo>
                  <a:lnTo>
                    <a:pt x="500" y="9450"/>
                  </a:lnTo>
                  <a:cubicBezTo>
                    <a:pt x="191" y="9593"/>
                    <a:pt x="0" y="9903"/>
                    <a:pt x="0" y="10260"/>
                  </a:cubicBezTo>
                  <a:cubicBezTo>
                    <a:pt x="24" y="10712"/>
                    <a:pt x="381" y="11022"/>
                    <a:pt x="834" y="11022"/>
                  </a:cubicBezTo>
                  <a:lnTo>
                    <a:pt x="10312" y="11022"/>
                  </a:lnTo>
                  <a:cubicBezTo>
                    <a:pt x="10717" y="11022"/>
                    <a:pt x="11002" y="10736"/>
                    <a:pt x="11002" y="10355"/>
                  </a:cubicBezTo>
                  <a:lnTo>
                    <a:pt x="11002" y="10045"/>
                  </a:lnTo>
                  <a:cubicBezTo>
                    <a:pt x="11002" y="9938"/>
                    <a:pt x="10919" y="9885"/>
                    <a:pt x="10836" y="9885"/>
                  </a:cubicBezTo>
                  <a:cubicBezTo>
                    <a:pt x="10752" y="9885"/>
                    <a:pt x="10669" y="9938"/>
                    <a:pt x="10669" y="10045"/>
                  </a:cubicBezTo>
                  <a:lnTo>
                    <a:pt x="10669" y="10379"/>
                  </a:lnTo>
                  <a:cubicBezTo>
                    <a:pt x="10669" y="10593"/>
                    <a:pt x="10526" y="10736"/>
                    <a:pt x="10312" y="10736"/>
                  </a:cubicBezTo>
                  <a:lnTo>
                    <a:pt x="7406" y="10736"/>
                  </a:lnTo>
                  <a:cubicBezTo>
                    <a:pt x="7192" y="10736"/>
                    <a:pt x="7049" y="10593"/>
                    <a:pt x="7049" y="10379"/>
                  </a:cubicBezTo>
                  <a:lnTo>
                    <a:pt x="7049" y="6449"/>
                  </a:lnTo>
                  <a:cubicBezTo>
                    <a:pt x="7049" y="6235"/>
                    <a:pt x="7192" y="6092"/>
                    <a:pt x="7406" y="6092"/>
                  </a:cubicBezTo>
                  <a:lnTo>
                    <a:pt x="10312" y="6092"/>
                  </a:lnTo>
                  <a:cubicBezTo>
                    <a:pt x="10526" y="6092"/>
                    <a:pt x="10669" y="6235"/>
                    <a:pt x="10669" y="6449"/>
                  </a:cubicBezTo>
                  <a:lnTo>
                    <a:pt x="10669" y="9212"/>
                  </a:lnTo>
                  <a:cubicBezTo>
                    <a:pt x="10669" y="9307"/>
                    <a:pt x="10764" y="9379"/>
                    <a:pt x="10859" y="9379"/>
                  </a:cubicBezTo>
                  <a:cubicBezTo>
                    <a:pt x="10955" y="9379"/>
                    <a:pt x="11002" y="9307"/>
                    <a:pt x="11002" y="9212"/>
                  </a:cubicBezTo>
                  <a:lnTo>
                    <a:pt x="11002" y="6449"/>
                  </a:lnTo>
                  <a:cubicBezTo>
                    <a:pt x="11002" y="6068"/>
                    <a:pt x="10717" y="5759"/>
                    <a:pt x="10312" y="5759"/>
                  </a:cubicBezTo>
                  <a:lnTo>
                    <a:pt x="8216" y="5759"/>
                  </a:lnTo>
                  <a:cubicBezTo>
                    <a:pt x="8145" y="4997"/>
                    <a:pt x="7811" y="4282"/>
                    <a:pt x="7263" y="3735"/>
                  </a:cubicBezTo>
                  <a:cubicBezTo>
                    <a:pt x="6930" y="3449"/>
                    <a:pt x="6549" y="3211"/>
                    <a:pt x="6144" y="3068"/>
                  </a:cubicBezTo>
                  <a:cubicBezTo>
                    <a:pt x="6263" y="2973"/>
                    <a:pt x="6335" y="2806"/>
                    <a:pt x="6335" y="2663"/>
                  </a:cubicBezTo>
                  <a:lnTo>
                    <a:pt x="6335" y="2544"/>
                  </a:lnTo>
                  <a:cubicBezTo>
                    <a:pt x="6335" y="2258"/>
                    <a:pt x="6097" y="2020"/>
                    <a:pt x="5787" y="2020"/>
                  </a:cubicBezTo>
                  <a:lnTo>
                    <a:pt x="5644" y="2020"/>
                  </a:lnTo>
                  <a:lnTo>
                    <a:pt x="5763" y="1663"/>
                  </a:lnTo>
                  <a:cubicBezTo>
                    <a:pt x="5806" y="1533"/>
                    <a:pt x="5710" y="1447"/>
                    <a:pt x="5616" y="1447"/>
                  </a:cubicBezTo>
                  <a:cubicBezTo>
                    <a:pt x="5556" y="1447"/>
                    <a:pt x="5496" y="1483"/>
                    <a:pt x="5477" y="1568"/>
                  </a:cubicBezTo>
                  <a:lnTo>
                    <a:pt x="5358" y="2020"/>
                  </a:lnTo>
                  <a:lnTo>
                    <a:pt x="3382" y="2020"/>
                  </a:lnTo>
                  <a:lnTo>
                    <a:pt x="2977" y="591"/>
                  </a:lnTo>
                  <a:cubicBezTo>
                    <a:pt x="2929" y="496"/>
                    <a:pt x="2977" y="424"/>
                    <a:pt x="3024" y="377"/>
                  </a:cubicBezTo>
                  <a:cubicBezTo>
                    <a:pt x="3066" y="349"/>
                    <a:pt x="3108" y="337"/>
                    <a:pt x="3150" y="337"/>
                  </a:cubicBezTo>
                  <a:cubicBezTo>
                    <a:pt x="3180" y="337"/>
                    <a:pt x="3209" y="343"/>
                    <a:pt x="3239" y="353"/>
                  </a:cubicBezTo>
                  <a:cubicBezTo>
                    <a:pt x="3596" y="484"/>
                    <a:pt x="3977" y="549"/>
                    <a:pt x="4358" y="549"/>
                  </a:cubicBezTo>
                  <a:cubicBezTo>
                    <a:pt x="4739" y="549"/>
                    <a:pt x="5120" y="484"/>
                    <a:pt x="5477" y="353"/>
                  </a:cubicBezTo>
                  <a:cubicBezTo>
                    <a:pt x="5498" y="339"/>
                    <a:pt x="5521" y="333"/>
                    <a:pt x="5545" y="333"/>
                  </a:cubicBezTo>
                  <a:cubicBezTo>
                    <a:pt x="5603" y="333"/>
                    <a:pt x="5665" y="367"/>
                    <a:pt x="5716" y="401"/>
                  </a:cubicBezTo>
                  <a:cubicBezTo>
                    <a:pt x="5763" y="472"/>
                    <a:pt x="5763" y="520"/>
                    <a:pt x="5739" y="615"/>
                  </a:cubicBezTo>
                  <a:lnTo>
                    <a:pt x="5668" y="853"/>
                  </a:lnTo>
                  <a:cubicBezTo>
                    <a:pt x="5639" y="982"/>
                    <a:pt x="5731" y="1059"/>
                    <a:pt x="5824" y="1059"/>
                  </a:cubicBezTo>
                  <a:cubicBezTo>
                    <a:pt x="5886" y="1059"/>
                    <a:pt x="5949" y="1025"/>
                    <a:pt x="5977" y="948"/>
                  </a:cubicBezTo>
                  <a:lnTo>
                    <a:pt x="6025" y="710"/>
                  </a:lnTo>
                  <a:cubicBezTo>
                    <a:pt x="6097" y="520"/>
                    <a:pt x="6073" y="353"/>
                    <a:pt x="5954" y="186"/>
                  </a:cubicBezTo>
                  <a:cubicBezTo>
                    <a:pt x="5838" y="71"/>
                    <a:pt x="5688" y="1"/>
                    <a:pt x="5543" y="1"/>
                  </a:cubicBezTo>
                  <a:cubicBezTo>
                    <a:pt x="5479" y="1"/>
                    <a:pt x="5417" y="14"/>
                    <a:pt x="5358" y="43"/>
                  </a:cubicBezTo>
                  <a:cubicBezTo>
                    <a:pt x="5025" y="162"/>
                    <a:pt x="4680" y="222"/>
                    <a:pt x="4340" y="222"/>
                  </a:cubicBezTo>
                  <a:cubicBezTo>
                    <a:pt x="4001" y="222"/>
                    <a:pt x="3667" y="162"/>
                    <a:pt x="3358" y="43"/>
                  </a:cubicBezTo>
                  <a:cubicBezTo>
                    <a:pt x="3292" y="14"/>
                    <a:pt x="3225" y="1"/>
                    <a:pt x="31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94"/>
            <p:cNvSpPr/>
            <p:nvPr/>
          </p:nvSpPr>
          <p:spPr>
            <a:xfrm>
              <a:off x="7240318" y="3806195"/>
              <a:ext cx="83682" cy="39971"/>
            </a:xfrm>
            <a:custGeom>
              <a:rect b="b" l="l" r="r" t="t"/>
              <a:pathLst>
                <a:path extrusionOk="0" h="1240" w="2596">
                  <a:moveTo>
                    <a:pt x="2262" y="311"/>
                  </a:moveTo>
                  <a:lnTo>
                    <a:pt x="2262" y="954"/>
                  </a:lnTo>
                  <a:lnTo>
                    <a:pt x="310" y="954"/>
                  </a:lnTo>
                  <a:lnTo>
                    <a:pt x="310" y="311"/>
                  </a:lnTo>
                  <a:close/>
                  <a:moveTo>
                    <a:pt x="143" y="1"/>
                  </a:moveTo>
                  <a:cubicBezTo>
                    <a:pt x="72" y="1"/>
                    <a:pt x="0" y="49"/>
                    <a:pt x="0" y="144"/>
                  </a:cubicBezTo>
                  <a:lnTo>
                    <a:pt x="0" y="1096"/>
                  </a:lnTo>
                  <a:cubicBezTo>
                    <a:pt x="0" y="1192"/>
                    <a:pt x="72" y="1239"/>
                    <a:pt x="143" y="1239"/>
                  </a:cubicBezTo>
                  <a:lnTo>
                    <a:pt x="2453" y="1239"/>
                  </a:lnTo>
                  <a:cubicBezTo>
                    <a:pt x="2548" y="1239"/>
                    <a:pt x="2596" y="1192"/>
                    <a:pt x="2596" y="1096"/>
                  </a:cubicBezTo>
                  <a:lnTo>
                    <a:pt x="2596" y="144"/>
                  </a:lnTo>
                  <a:cubicBezTo>
                    <a:pt x="2596" y="49"/>
                    <a:pt x="2524" y="1"/>
                    <a:pt x="2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94"/>
            <p:cNvSpPr/>
            <p:nvPr/>
          </p:nvSpPr>
          <p:spPr>
            <a:xfrm>
              <a:off x="7239544" y="3862252"/>
              <a:ext cx="13829" cy="10766"/>
            </a:xfrm>
            <a:custGeom>
              <a:rect b="b" l="l" r="r" t="t"/>
              <a:pathLst>
                <a:path extrusionOk="0" h="334" w="429">
                  <a:moveTo>
                    <a:pt x="215" y="0"/>
                  </a:moveTo>
                  <a:cubicBezTo>
                    <a:pt x="0" y="0"/>
                    <a:pt x="0"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94"/>
            <p:cNvSpPr/>
            <p:nvPr/>
          </p:nvSpPr>
          <p:spPr>
            <a:xfrm>
              <a:off x="7263333" y="3862252"/>
              <a:ext cx="13861" cy="10766"/>
            </a:xfrm>
            <a:custGeom>
              <a:rect b="b" l="l" r="r" t="t"/>
              <a:pathLst>
                <a:path extrusionOk="0" h="334" w="430">
                  <a:moveTo>
                    <a:pt x="215" y="0"/>
                  </a:moveTo>
                  <a:cubicBezTo>
                    <a:pt x="0" y="0"/>
                    <a:pt x="0"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94"/>
            <p:cNvSpPr/>
            <p:nvPr/>
          </p:nvSpPr>
          <p:spPr>
            <a:xfrm>
              <a:off x="7288670" y="3862252"/>
              <a:ext cx="13087" cy="10766"/>
            </a:xfrm>
            <a:custGeom>
              <a:rect b="b" l="l" r="r" t="t"/>
              <a:pathLst>
                <a:path extrusionOk="0" h="334" w="406">
                  <a:moveTo>
                    <a:pt x="215" y="0"/>
                  </a:moveTo>
                  <a:cubicBezTo>
                    <a:pt x="0" y="0"/>
                    <a:pt x="0" y="334"/>
                    <a:pt x="215" y="334"/>
                  </a:cubicBezTo>
                  <a:cubicBezTo>
                    <a:pt x="405" y="334"/>
                    <a:pt x="405"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94"/>
            <p:cNvSpPr/>
            <p:nvPr/>
          </p:nvSpPr>
          <p:spPr>
            <a:xfrm>
              <a:off x="7312459" y="3862252"/>
              <a:ext cx="13861" cy="10766"/>
            </a:xfrm>
            <a:custGeom>
              <a:rect b="b" l="l" r="r" t="t"/>
              <a:pathLst>
                <a:path extrusionOk="0" h="334" w="430">
                  <a:moveTo>
                    <a:pt x="215" y="0"/>
                  </a:moveTo>
                  <a:cubicBezTo>
                    <a:pt x="1" y="0"/>
                    <a:pt x="1"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94"/>
            <p:cNvSpPr/>
            <p:nvPr/>
          </p:nvSpPr>
          <p:spPr>
            <a:xfrm>
              <a:off x="7239544" y="3885268"/>
              <a:ext cx="13829" cy="10799"/>
            </a:xfrm>
            <a:custGeom>
              <a:rect b="b" l="l" r="r" t="t"/>
              <a:pathLst>
                <a:path extrusionOk="0" h="335" w="429">
                  <a:moveTo>
                    <a:pt x="215" y="1"/>
                  </a:moveTo>
                  <a:cubicBezTo>
                    <a:pt x="0" y="1"/>
                    <a:pt x="0" y="334"/>
                    <a:pt x="215" y="334"/>
                  </a:cubicBezTo>
                  <a:cubicBezTo>
                    <a:pt x="429" y="310"/>
                    <a:pt x="429"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94"/>
            <p:cNvSpPr/>
            <p:nvPr/>
          </p:nvSpPr>
          <p:spPr>
            <a:xfrm>
              <a:off x="7263333" y="3885268"/>
              <a:ext cx="13861" cy="10799"/>
            </a:xfrm>
            <a:custGeom>
              <a:rect b="b" l="l" r="r" t="t"/>
              <a:pathLst>
                <a:path extrusionOk="0" h="335" w="430">
                  <a:moveTo>
                    <a:pt x="215" y="1"/>
                  </a:moveTo>
                  <a:cubicBezTo>
                    <a:pt x="0" y="1"/>
                    <a:pt x="0" y="334"/>
                    <a:pt x="215" y="334"/>
                  </a:cubicBezTo>
                  <a:cubicBezTo>
                    <a:pt x="429" y="310"/>
                    <a:pt x="429"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94"/>
            <p:cNvSpPr/>
            <p:nvPr/>
          </p:nvSpPr>
          <p:spPr>
            <a:xfrm>
              <a:off x="7288670" y="3884527"/>
              <a:ext cx="13087" cy="10766"/>
            </a:xfrm>
            <a:custGeom>
              <a:rect b="b" l="l" r="r" t="t"/>
              <a:pathLst>
                <a:path extrusionOk="0" h="334" w="406">
                  <a:moveTo>
                    <a:pt x="215" y="0"/>
                  </a:moveTo>
                  <a:cubicBezTo>
                    <a:pt x="0" y="0"/>
                    <a:pt x="0" y="333"/>
                    <a:pt x="215" y="333"/>
                  </a:cubicBezTo>
                  <a:cubicBezTo>
                    <a:pt x="405" y="310"/>
                    <a:pt x="405"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94"/>
            <p:cNvSpPr/>
            <p:nvPr/>
          </p:nvSpPr>
          <p:spPr>
            <a:xfrm>
              <a:off x="7239544" y="3907542"/>
              <a:ext cx="13829" cy="10766"/>
            </a:xfrm>
            <a:custGeom>
              <a:rect b="b" l="l" r="r" t="t"/>
              <a:pathLst>
                <a:path extrusionOk="0" h="334" w="429">
                  <a:moveTo>
                    <a:pt x="215" y="0"/>
                  </a:moveTo>
                  <a:cubicBezTo>
                    <a:pt x="0" y="0"/>
                    <a:pt x="0"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94"/>
            <p:cNvSpPr/>
            <p:nvPr/>
          </p:nvSpPr>
          <p:spPr>
            <a:xfrm>
              <a:off x="7263333" y="3907542"/>
              <a:ext cx="13861" cy="10766"/>
            </a:xfrm>
            <a:custGeom>
              <a:rect b="b" l="l" r="r" t="t"/>
              <a:pathLst>
                <a:path extrusionOk="0" h="334" w="430">
                  <a:moveTo>
                    <a:pt x="215" y="0"/>
                  </a:moveTo>
                  <a:cubicBezTo>
                    <a:pt x="0" y="0"/>
                    <a:pt x="0" y="334"/>
                    <a:pt x="215" y="334"/>
                  </a:cubicBezTo>
                  <a:cubicBezTo>
                    <a:pt x="429" y="334"/>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94"/>
            <p:cNvSpPr/>
            <p:nvPr/>
          </p:nvSpPr>
          <p:spPr>
            <a:xfrm>
              <a:off x="7288670" y="3907542"/>
              <a:ext cx="13087" cy="10766"/>
            </a:xfrm>
            <a:custGeom>
              <a:rect b="b" l="l" r="r" t="t"/>
              <a:pathLst>
                <a:path extrusionOk="0" h="334" w="406">
                  <a:moveTo>
                    <a:pt x="215" y="0"/>
                  </a:moveTo>
                  <a:cubicBezTo>
                    <a:pt x="0" y="0"/>
                    <a:pt x="0" y="334"/>
                    <a:pt x="215" y="334"/>
                  </a:cubicBezTo>
                  <a:cubicBezTo>
                    <a:pt x="405" y="334"/>
                    <a:pt x="405"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7" name="Google Shape;19247;p94"/>
          <p:cNvGrpSpPr/>
          <p:nvPr/>
        </p:nvGrpSpPr>
        <p:grpSpPr>
          <a:xfrm>
            <a:off x="6241581" y="3464189"/>
            <a:ext cx="357003" cy="302493"/>
            <a:chOff x="6241581" y="3616589"/>
            <a:chExt cx="357003" cy="302493"/>
          </a:xfrm>
        </p:grpSpPr>
        <p:sp>
          <p:nvSpPr>
            <p:cNvPr id="19248" name="Google Shape;19248;p94"/>
            <p:cNvSpPr/>
            <p:nvPr/>
          </p:nvSpPr>
          <p:spPr>
            <a:xfrm>
              <a:off x="6306824" y="3622746"/>
              <a:ext cx="226483" cy="292500"/>
            </a:xfrm>
            <a:custGeom>
              <a:rect b="b" l="l" r="r" t="t"/>
              <a:pathLst>
                <a:path extrusionOk="0" h="9074" w="7026">
                  <a:moveTo>
                    <a:pt x="1048" y="0"/>
                  </a:moveTo>
                  <a:cubicBezTo>
                    <a:pt x="477" y="0"/>
                    <a:pt x="1" y="477"/>
                    <a:pt x="1" y="1048"/>
                  </a:cubicBezTo>
                  <a:lnTo>
                    <a:pt x="1" y="8026"/>
                  </a:lnTo>
                  <a:cubicBezTo>
                    <a:pt x="1" y="8597"/>
                    <a:pt x="477" y="9074"/>
                    <a:pt x="1048" y="9074"/>
                  </a:cubicBezTo>
                  <a:lnTo>
                    <a:pt x="5978" y="9074"/>
                  </a:lnTo>
                  <a:cubicBezTo>
                    <a:pt x="6550" y="9074"/>
                    <a:pt x="7026" y="8597"/>
                    <a:pt x="7026" y="8026"/>
                  </a:cubicBezTo>
                  <a:lnTo>
                    <a:pt x="7026" y="1048"/>
                  </a:lnTo>
                  <a:cubicBezTo>
                    <a:pt x="7026" y="477"/>
                    <a:pt x="6550" y="0"/>
                    <a:pt x="5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94"/>
            <p:cNvSpPr/>
            <p:nvPr/>
          </p:nvSpPr>
          <p:spPr>
            <a:xfrm>
              <a:off x="6470352" y="3623520"/>
              <a:ext cx="62955" cy="292500"/>
            </a:xfrm>
            <a:custGeom>
              <a:rect b="b" l="l" r="r" t="t"/>
              <a:pathLst>
                <a:path extrusionOk="0" h="9074" w="1953">
                  <a:moveTo>
                    <a:pt x="0" y="0"/>
                  </a:moveTo>
                  <a:cubicBezTo>
                    <a:pt x="595" y="0"/>
                    <a:pt x="1024" y="476"/>
                    <a:pt x="1024" y="1048"/>
                  </a:cubicBezTo>
                  <a:lnTo>
                    <a:pt x="1024" y="8049"/>
                  </a:lnTo>
                  <a:cubicBezTo>
                    <a:pt x="1024" y="8597"/>
                    <a:pt x="548" y="9073"/>
                    <a:pt x="0" y="9073"/>
                  </a:cubicBezTo>
                  <a:lnTo>
                    <a:pt x="905" y="9073"/>
                  </a:lnTo>
                  <a:cubicBezTo>
                    <a:pt x="1477" y="9073"/>
                    <a:pt x="1953" y="8597"/>
                    <a:pt x="1953" y="8049"/>
                  </a:cubicBezTo>
                  <a:lnTo>
                    <a:pt x="1953" y="1048"/>
                  </a:lnTo>
                  <a:cubicBezTo>
                    <a:pt x="1953" y="476"/>
                    <a:pt x="1477" y="0"/>
                    <a:pt x="90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4"/>
            <p:cNvSpPr/>
            <p:nvPr/>
          </p:nvSpPr>
          <p:spPr>
            <a:xfrm>
              <a:off x="6246964" y="3806969"/>
              <a:ext cx="175036" cy="76816"/>
            </a:xfrm>
            <a:custGeom>
              <a:rect b="b" l="l" r="r" t="t"/>
              <a:pathLst>
                <a:path extrusionOk="0" h="2383" w="5430">
                  <a:moveTo>
                    <a:pt x="1119" y="1"/>
                  </a:moveTo>
                  <a:lnTo>
                    <a:pt x="0" y="1191"/>
                  </a:lnTo>
                  <a:lnTo>
                    <a:pt x="1119" y="2382"/>
                  </a:lnTo>
                  <a:lnTo>
                    <a:pt x="1119" y="1787"/>
                  </a:lnTo>
                  <a:lnTo>
                    <a:pt x="5430" y="1787"/>
                  </a:lnTo>
                  <a:lnTo>
                    <a:pt x="5430" y="596"/>
                  </a:lnTo>
                  <a:lnTo>
                    <a:pt x="1119" y="596"/>
                  </a:lnTo>
                  <a:lnTo>
                    <a:pt x="1119"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94"/>
            <p:cNvSpPr/>
            <p:nvPr/>
          </p:nvSpPr>
          <p:spPr>
            <a:xfrm>
              <a:off x="6418132" y="3704881"/>
              <a:ext cx="175068" cy="76784"/>
            </a:xfrm>
            <a:custGeom>
              <a:rect b="b" l="l" r="r" t="t"/>
              <a:pathLst>
                <a:path extrusionOk="0" h="2382" w="5431">
                  <a:moveTo>
                    <a:pt x="4311" y="0"/>
                  </a:moveTo>
                  <a:lnTo>
                    <a:pt x="4311" y="596"/>
                  </a:lnTo>
                  <a:lnTo>
                    <a:pt x="1" y="596"/>
                  </a:lnTo>
                  <a:lnTo>
                    <a:pt x="1" y="1787"/>
                  </a:lnTo>
                  <a:lnTo>
                    <a:pt x="4311" y="1787"/>
                  </a:lnTo>
                  <a:lnTo>
                    <a:pt x="4311" y="2382"/>
                  </a:lnTo>
                  <a:lnTo>
                    <a:pt x="5430" y="1191"/>
                  </a:lnTo>
                  <a:lnTo>
                    <a:pt x="4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94"/>
            <p:cNvSpPr/>
            <p:nvPr/>
          </p:nvSpPr>
          <p:spPr>
            <a:xfrm>
              <a:off x="6350599" y="3724061"/>
              <a:ext cx="138191" cy="140512"/>
            </a:xfrm>
            <a:custGeom>
              <a:rect b="b" l="l" r="r" t="t"/>
              <a:pathLst>
                <a:path extrusionOk="0" h="4359" w="4287">
                  <a:moveTo>
                    <a:pt x="2143" y="1"/>
                  </a:moveTo>
                  <a:cubicBezTo>
                    <a:pt x="976" y="1"/>
                    <a:pt x="0" y="977"/>
                    <a:pt x="0" y="2168"/>
                  </a:cubicBezTo>
                  <a:cubicBezTo>
                    <a:pt x="0" y="3382"/>
                    <a:pt x="976" y="4359"/>
                    <a:pt x="2143" y="4359"/>
                  </a:cubicBezTo>
                  <a:cubicBezTo>
                    <a:pt x="3334" y="4359"/>
                    <a:pt x="4287" y="3382"/>
                    <a:pt x="4287" y="2168"/>
                  </a:cubicBezTo>
                  <a:cubicBezTo>
                    <a:pt x="4287" y="977"/>
                    <a:pt x="3334" y="1"/>
                    <a:pt x="21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94"/>
            <p:cNvSpPr/>
            <p:nvPr/>
          </p:nvSpPr>
          <p:spPr>
            <a:xfrm>
              <a:off x="6350599" y="3724061"/>
              <a:ext cx="138965" cy="124395"/>
            </a:xfrm>
            <a:custGeom>
              <a:rect b="b" l="l" r="r" t="t"/>
              <a:pathLst>
                <a:path extrusionOk="0" h="3859" w="4311">
                  <a:moveTo>
                    <a:pt x="2143" y="1"/>
                  </a:moveTo>
                  <a:cubicBezTo>
                    <a:pt x="953" y="1"/>
                    <a:pt x="0" y="953"/>
                    <a:pt x="0" y="2192"/>
                  </a:cubicBezTo>
                  <a:cubicBezTo>
                    <a:pt x="0" y="2835"/>
                    <a:pt x="310" y="3406"/>
                    <a:pt x="762" y="3811"/>
                  </a:cubicBezTo>
                  <a:cubicBezTo>
                    <a:pt x="762" y="3097"/>
                    <a:pt x="1429" y="2501"/>
                    <a:pt x="2143" y="2501"/>
                  </a:cubicBezTo>
                  <a:cubicBezTo>
                    <a:pt x="2882" y="2501"/>
                    <a:pt x="3548" y="3097"/>
                    <a:pt x="3548" y="3859"/>
                  </a:cubicBezTo>
                  <a:cubicBezTo>
                    <a:pt x="4001" y="3406"/>
                    <a:pt x="4310" y="2835"/>
                    <a:pt x="4310" y="2192"/>
                  </a:cubicBezTo>
                  <a:cubicBezTo>
                    <a:pt x="4310" y="1001"/>
                    <a:pt x="3334" y="1"/>
                    <a:pt x="214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94"/>
            <p:cNvSpPr/>
            <p:nvPr/>
          </p:nvSpPr>
          <p:spPr>
            <a:xfrm>
              <a:off x="6375162" y="3803907"/>
              <a:ext cx="89839" cy="58378"/>
            </a:xfrm>
            <a:custGeom>
              <a:rect b="b" l="l" r="r" t="t"/>
              <a:pathLst>
                <a:path extrusionOk="0" h="1811" w="2787">
                  <a:moveTo>
                    <a:pt x="1405" y="1"/>
                  </a:moveTo>
                  <a:cubicBezTo>
                    <a:pt x="691" y="1"/>
                    <a:pt x="0" y="596"/>
                    <a:pt x="0" y="1310"/>
                  </a:cubicBezTo>
                  <a:cubicBezTo>
                    <a:pt x="262" y="1548"/>
                    <a:pt x="596" y="1715"/>
                    <a:pt x="953" y="1787"/>
                  </a:cubicBezTo>
                  <a:cubicBezTo>
                    <a:pt x="1096" y="1810"/>
                    <a:pt x="1238" y="1810"/>
                    <a:pt x="1405" y="1810"/>
                  </a:cubicBezTo>
                  <a:cubicBezTo>
                    <a:pt x="1548" y="1810"/>
                    <a:pt x="1691" y="1787"/>
                    <a:pt x="1834" y="1787"/>
                  </a:cubicBezTo>
                  <a:cubicBezTo>
                    <a:pt x="2191" y="1691"/>
                    <a:pt x="2524" y="1548"/>
                    <a:pt x="2786" y="1310"/>
                  </a:cubicBezTo>
                  <a:cubicBezTo>
                    <a:pt x="2786" y="596"/>
                    <a:pt x="2120" y="1"/>
                    <a:pt x="1405"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4"/>
            <p:cNvSpPr/>
            <p:nvPr/>
          </p:nvSpPr>
          <p:spPr>
            <a:xfrm>
              <a:off x="6395116" y="3754007"/>
              <a:ext cx="49932" cy="49932"/>
            </a:xfrm>
            <a:custGeom>
              <a:rect b="b" l="l" r="r" t="t"/>
              <a:pathLst>
                <a:path extrusionOk="0" h="1549" w="1549">
                  <a:moveTo>
                    <a:pt x="762" y="1"/>
                  </a:moveTo>
                  <a:cubicBezTo>
                    <a:pt x="358" y="1"/>
                    <a:pt x="0" y="358"/>
                    <a:pt x="0" y="763"/>
                  </a:cubicBezTo>
                  <a:cubicBezTo>
                    <a:pt x="0" y="1191"/>
                    <a:pt x="358" y="1549"/>
                    <a:pt x="762" y="1549"/>
                  </a:cubicBezTo>
                  <a:cubicBezTo>
                    <a:pt x="1191" y="1549"/>
                    <a:pt x="1548" y="1191"/>
                    <a:pt x="1548" y="763"/>
                  </a:cubicBezTo>
                  <a:cubicBezTo>
                    <a:pt x="1548" y="358"/>
                    <a:pt x="1191" y="1"/>
                    <a:pt x="762"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94"/>
            <p:cNvSpPr/>
            <p:nvPr/>
          </p:nvSpPr>
          <p:spPr>
            <a:xfrm>
              <a:off x="6306824" y="3622746"/>
              <a:ext cx="226483" cy="59151"/>
            </a:xfrm>
            <a:custGeom>
              <a:rect b="b" l="l" r="r" t="t"/>
              <a:pathLst>
                <a:path extrusionOk="0" h="1835" w="7026">
                  <a:moveTo>
                    <a:pt x="1048" y="0"/>
                  </a:moveTo>
                  <a:cubicBezTo>
                    <a:pt x="477" y="0"/>
                    <a:pt x="1" y="477"/>
                    <a:pt x="1" y="1048"/>
                  </a:cubicBezTo>
                  <a:lnTo>
                    <a:pt x="1" y="1834"/>
                  </a:lnTo>
                  <a:lnTo>
                    <a:pt x="7026" y="1834"/>
                  </a:lnTo>
                  <a:lnTo>
                    <a:pt x="7026" y="1048"/>
                  </a:lnTo>
                  <a:cubicBezTo>
                    <a:pt x="7026" y="477"/>
                    <a:pt x="6573" y="0"/>
                    <a:pt x="5978"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94"/>
            <p:cNvSpPr/>
            <p:nvPr/>
          </p:nvSpPr>
          <p:spPr>
            <a:xfrm>
              <a:off x="6471094" y="3622746"/>
              <a:ext cx="62214" cy="59151"/>
            </a:xfrm>
            <a:custGeom>
              <a:rect b="b" l="l" r="r" t="t"/>
              <a:pathLst>
                <a:path extrusionOk="0" h="1835" w="1930">
                  <a:moveTo>
                    <a:pt x="1" y="0"/>
                  </a:moveTo>
                  <a:cubicBezTo>
                    <a:pt x="596" y="0"/>
                    <a:pt x="1049" y="477"/>
                    <a:pt x="1049" y="1048"/>
                  </a:cubicBezTo>
                  <a:lnTo>
                    <a:pt x="1049" y="1834"/>
                  </a:lnTo>
                  <a:lnTo>
                    <a:pt x="1930" y="1834"/>
                  </a:lnTo>
                  <a:lnTo>
                    <a:pt x="1930" y="1048"/>
                  </a:lnTo>
                  <a:cubicBezTo>
                    <a:pt x="1930" y="477"/>
                    <a:pt x="1454" y="0"/>
                    <a:pt x="882"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94"/>
            <p:cNvSpPr/>
            <p:nvPr/>
          </p:nvSpPr>
          <p:spPr>
            <a:xfrm>
              <a:off x="6241580" y="3616589"/>
              <a:ext cx="357003" cy="302493"/>
            </a:xfrm>
            <a:custGeom>
              <a:rect b="b" l="l" r="r" t="t"/>
              <a:pathLst>
                <a:path extrusionOk="0" h="9384" w="11075">
                  <a:moveTo>
                    <a:pt x="9979" y="3192"/>
                  </a:moveTo>
                  <a:lnTo>
                    <a:pt x="10693" y="3978"/>
                  </a:lnTo>
                  <a:lnTo>
                    <a:pt x="9979" y="4716"/>
                  </a:lnTo>
                  <a:lnTo>
                    <a:pt x="9979" y="4526"/>
                  </a:lnTo>
                  <a:cubicBezTo>
                    <a:pt x="9979" y="4430"/>
                    <a:pt x="9907" y="4383"/>
                    <a:pt x="9836" y="4383"/>
                  </a:cubicBezTo>
                  <a:lnTo>
                    <a:pt x="7573" y="4383"/>
                  </a:lnTo>
                  <a:cubicBezTo>
                    <a:pt x="7359" y="4025"/>
                    <a:pt x="7097" y="3740"/>
                    <a:pt x="6740" y="3525"/>
                  </a:cubicBezTo>
                  <a:lnTo>
                    <a:pt x="9836" y="3525"/>
                  </a:lnTo>
                  <a:cubicBezTo>
                    <a:pt x="9907" y="3525"/>
                    <a:pt x="9979" y="3454"/>
                    <a:pt x="9979" y="3382"/>
                  </a:cubicBezTo>
                  <a:lnTo>
                    <a:pt x="9979" y="3192"/>
                  </a:lnTo>
                  <a:close/>
                  <a:moveTo>
                    <a:pt x="5573" y="4406"/>
                  </a:moveTo>
                  <a:cubicBezTo>
                    <a:pt x="5906" y="4406"/>
                    <a:pt x="6192" y="4692"/>
                    <a:pt x="6192" y="5049"/>
                  </a:cubicBezTo>
                  <a:cubicBezTo>
                    <a:pt x="6192" y="5359"/>
                    <a:pt x="5930" y="5669"/>
                    <a:pt x="5573" y="5669"/>
                  </a:cubicBezTo>
                  <a:cubicBezTo>
                    <a:pt x="5216" y="5669"/>
                    <a:pt x="4954" y="5359"/>
                    <a:pt x="4954" y="5049"/>
                  </a:cubicBezTo>
                  <a:cubicBezTo>
                    <a:pt x="4954" y="4716"/>
                    <a:pt x="5216" y="4406"/>
                    <a:pt x="5573" y="4406"/>
                  </a:cubicBezTo>
                  <a:close/>
                  <a:moveTo>
                    <a:pt x="8907" y="2216"/>
                  </a:moveTo>
                  <a:lnTo>
                    <a:pt x="8907" y="3192"/>
                  </a:lnTo>
                  <a:lnTo>
                    <a:pt x="5478" y="3192"/>
                  </a:lnTo>
                  <a:cubicBezTo>
                    <a:pt x="4263" y="3216"/>
                    <a:pt x="3287" y="4264"/>
                    <a:pt x="3287" y="5478"/>
                  </a:cubicBezTo>
                  <a:cubicBezTo>
                    <a:pt x="3287" y="5788"/>
                    <a:pt x="3334" y="6050"/>
                    <a:pt x="3430" y="6288"/>
                  </a:cubicBezTo>
                  <a:lnTo>
                    <a:pt x="2168" y="6288"/>
                  </a:lnTo>
                  <a:lnTo>
                    <a:pt x="2168" y="2216"/>
                  </a:lnTo>
                  <a:close/>
                  <a:moveTo>
                    <a:pt x="5549" y="3549"/>
                  </a:moveTo>
                  <a:cubicBezTo>
                    <a:pt x="6621" y="3549"/>
                    <a:pt x="7502" y="4406"/>
                    <a:pt x="7502" y="5526"/>
                  </a:cubicBezTo>
                  <a:cubicBezTo>
                    <a:pt x="7502" y="6026"/>
                    <a:pt x="7335" y="6478"/>
                    <a:pt x="7026" y="6788"/>
                  </a:cubicBezTo>
                  <a:cubicBezTo>
                    <a:pt x="6930" y="6526"/>
                    <a:pt x="6788" y="6264"/>
                    <a:pt x="6573" y="6073"/>
                  </a:cubicBezTo>
                  <a:cubicBezTo>
                    <a:pt x="6430" y="5954"/>
                    <a:pt x="6287" y="5835"/>
                    <a:pt x="6097" y="5788"/>
                  </a:cubicBezTo>
                  <a:cubicBezTo>
                    <a:pt x="6311" y="5597"/>
                    <a:pt x="6454" y="5335"/>
                    <a:pt x="6454" y="5049"/>
                  </a:cubicBezTo>
                  <a:cubicBezTo>
                    <a:pt x="6454" y="4526"/>
                    <a:pt x="6049" y="4097"/>
                    <a:pt x="5549" y="4097"/>
                  </a:cubicBezTo>
                  <a:cubicBezTo>
                    <a:pt x="5025" y="4097"/>
                    <a:pt x="4620" y="4502"/>
                    <a:pt x="4620" y="5049"/>
                  </a:cubicBezTo>
                  <a:cubicBezTo>
                    <a:pt x="4620" y="5335"/>
                    <a:pt x="4763" y="5597"/>
                    <a:pt x="4978" y="5788"/>
                  </a:cubicBezTo>
                  <a:cubicBezTo>
                    <a:pt x="4525" y="5954"/>
                    <a:pt x="4192" y="6359"/>
                    <a:pt x="4049" y="6836"/>
                  </a:cubicBezTo>
                  <a:cubicBezTo>
                    <a:pt x="3763" y="6478"/>
                    <a:pt x="3573" y="6026"/>
                    <a:pt x="3573" y="5550"/>
                  </a:cubicBezTo>
                  <a:cubicBezTo>
                    <a:pt x="3573" y="4454"/>
                    <a:pt x="4478" y="3549"/>
                    <a:pt x="5549" y="3549"/>
                  </a:cubicBezTo>
                  <a:close/>
                  <a:moveTo>
                    <a:pt x="5549" y="5954"/>
                  </a:moveTo>
                  <a:cubicBezTo>
                    <a:pt x="5835" y="5954"/>
                    <a:pt x="6168" y="6073"/>
                    <a:pt x="6383" y="6288"/>
                  </a:cubicBezTo>
                  <a:cubicBezTo>
                    <a:pt x="6573" y="6502"/>
                    <a:pt x="6740" y="6764"/>
                    <a:pt x="6764" y="7074"/>
                  </a:cubicBezTo>
                  <a:cubicBezTo>
                    <a:pt x="6430" y="7336"/>
                    <a:pt x="6025" y="7502"/>
                    <a:pt x="5549" y="7502"/>
                  </a:cubicBezTo>
                  <a:cubicBezTo>
                    <a:pt x="5073" y="7502"/>
                    <a:pt x="4644" y="7336"/>
                    <a:pt x="4311" y="7074"/>
                  </a:cubicBezTo>
                  <a:cubicBezTo>
                    <a:pt x="4406" y="6431"/>
                    <a:pt x="4906" y="5954"/>
                    <a:pt x="5549" y="5954"/>
                  </a:cubicBezTo>
                  <a:close/>
                  <a:moveTo>
                    <a:pt x="8907" y="4692"/>
                  </a:moveTo>
                  <a:lnTo>
                    <a:pt x="8907" y="8217"/>
                  </a:lnTo>
                  <a:cubicBezTo>
                    <a:pt x="8907" y="8693"/>
                    <a:pt x="8526" y="9122"/>
                    <a:pt x="8002" y="9122"/>
                  </a:cubicBezTo>
                  <a:lnTo>
                    <a:pt x="3072" y="9122"/>
                  </a:lnTo>
                  <a:cubicBezTo>
                    <a:pt x="2596" y="9122"/>
                    <a:pt x="2168" y="8741"/>
                    <a:pt x="2168" y="8217"/>
                  </a:cubicBezTo>
                  <a:lnTo>
                    <a:pt x="2168" y="7836"/>
                  </a:lnTo>
                  <a:lnTo>
                    <a:pt x="2834" y="7836"/>
                  </a:lnTo>
                  <a:cubicBezTo>
                    <a:pt x="3049" y="7836"/>
                    <a:pt x="3049" y="7502"/>
                    <a:pt x="2834" y="7502"/>
                  </a:cubicBezTo>
                  <a:lnTo>
                    <a:pt x="1263" y="7502"/>
                  </a:lnTo>
                  <a:cubicBezTo>
                    <a:pt x="1167" y="7502"/>
                    <a:pt x="1096" y="7574"/>
                    <a:pt x="1096" y="7669"/>
                  </a:cubicBezTo>
                  <a:lnTo>
                    <a:pt x="1096" y="7836"/>
                  </a:lnTo>
                  <a:lnTo>
                    <a:pt x="381" y="7074"/>
                  </a:lnTo>
                  <a:lnTo>
                    <a:pt x="1096" y="6288"/>
                  </a:lnTo>
                  <a:lnTo>
                    <a:pt x="1096" y="6478"/>
                  </a:lnTo>
                  <a:cubicBezTo>
                    <a:pt x="1096" y="6550"/>
                    <a:pt x="1167" y="6621"/>
                    <a:pt x="1263" y="6621"/>
                  </a:cubicBezTo>
                  <a:lnTo>
                    <a:pt x="3525" y="6621"/>
                  </a:lnTo>
                  <a:cubicBezTo>
                    <a:pt x="3715" y="6978"/>
                    <a:pt x="4001" y="7264"/>
                    <a:pt x="4358" y="7479"/>
                  </a:cubicBezTo>
                  <a:lnTo>
                    <a:pt x="3644" y="7479"/>
                  </a:lnTo>
                  <a:cubicBezTo>
                    <a:pt x="3430" y="7479"/>
                    <a:pt x="3430" y="7812"/>
                    <a:pt x="3644" y="7812"/>
                  </a:cubicBezTo>
                  <a:cubicBezTo>
                    <a:pt x="3850" y="7812"/>
                    <a:pt x="4607" y="7823"/>
                    <a:pt x="5124" y="7823"/>
                  </a:cubicBezTo>
                  <a:cubicBezTo>
                    <a:pt x="5382" y="7823"/>
                    <a:pt x="5581" y="7820"/>
                    <a:pt x="5621" y="7812"/>
                  </a:cubicBezTo>
                  <a:cubicBezTo>
                    <a:pt x="6859" y="7740"/>
                    <a:pt x="7835" y="6740"/>
                    <a:pt x="7835" y="5478"/>
                  </a:cubicBezTo>
                  <a:cubicBezTo>
                    <a:pt x="7835" y="5192"/>
                    <a:pt x="7764" y="4930"/>
                    <a:pt x="7692" y="4692"/>
                  </a:cubicBezTo>
                  <a:close/>
                  <a:moveTo>
                    <a:pt x="3072" y="1"/>
                  </a:moveTo>
                  <a:cubicBezTo>
                    <a:pt x="2406" y="1"/>
                    <a:pt x="1858" y="1239"/>
                    <a:pt x="1858" y="1239"/>
                  </a:cubicBezTo>
                  <a:lnTo>
                    <a:pt x="1858" y="6312"/>
                  </a:lnTo>
                  <a:lnTo>
                    <a:pt x="1429" y="6312"/>
                  </a:lnTo>
                  <a:lnTo>
                    <a:pt x="1429" y="5883"/>
                  </a:lnTo>
                  <a:cubicBezTo>
                    <a:pt x="1429" y="5773"/>
                    <a:pt x="1357" y="5715"/>
                    <a:pt x="1281" y="5715"/>
                  </a:cubicBezTo>
                  <a:cubicBezTo>
                    <a:pt x="1241" y="5715"/>
                    <a:pt x="1200" y="5731"/>
                    <a:pt x="1167" y="5764"/>
                  </a:cubicBezTo>
                  <a:lnTo>
                    <a:pt x="48" y="6955"/>
                  </a:lnTo>
                  <a:cubicBezTo>
                    <a:pt x="0" y="7002"/>
                    <a:pt x="0" y="7097"/>
                    <a:pt x="48" y="7145"/>
                  </a:cubicBezTo>
                  <a:lnTo>
                    <a:pt x="1167" y="8336"/>
                  </a:lnTo>
                  <a:cubicBezTo>
                    <a:pt x="1200" y="8369"/>
                    <a:pt x="1241" y="8384"/>
                    <a:pt x="1281" y="8384"/>
                  </a:cubicBezTo>
                  <a:cubicBezTo>
                    <a:pt x="1357" y="8384"/>
                    <a:pt x="1429" y="8326"/>
                    <a:pt x="1429" y="8217"/>
                  </a:cubicBezTo>
                  <a:lnTo>
                    <a:pt x="1429" y="7788"/>
                  </a:lnTo>
                  <a:lnTo>
                    <a:pt x="1858" y="7788"/>
                  </a:lnTo>
                  <a:lnTo>
                    <a:pt x="1858" y="8193"/>
                  </a:lnTo>
                  <a:cubicBezTo>
                    <a:pt x="1858" y="8860"/>
                    <a:pt x="2382" y="9384"/>
                    <a:pt x="3049" y="9384"/>
                  </a:cubicBezTo>
                  <a:lnTo>
                    <a:pt x="7978" y="9384"/>
                  </a:lnTo>
                  <a:cubicBezTo>
                    <a:pt x="8645" y="9384"/>
                    <a:pt x="9169" y="8860"/>
                    <a:pt x="9169" y="8193"/>
                  </a:cubicBezTo>
                  <a:lnTo>
                    <a:pt x="9169" y="4645"/>
                  </a:lnTo>
                  <a:lnTo>
                    <a:pt x="9598" y="4645"/>
                  </a:lnTo>
                  <a:lnTo>
                    <a:pt x="9598" y="5097"/>
                  </a:lnTo>
                  <a:cubicBezTo>
                    <a:pt x="9598" y="5195"/>
                    <a:pt x="9676" y="5260"/>
                    <a:pt x="9756" y="5260"/>
                  </a:cubicBezTo>
                  <a:cubicBezTo>
                    <a:pt x="9793" y="5260"/>
                    <a:pt x="9830" y="5246"/>
                    <a:pt x="9860" y="5216"/>
                  </a:cubicBezTo>
                  <a:lnTo>
                    <a:pt x="10955" y="4025"/>
                  </a:lnTo>
                  <a:cubicBezTo>
                    <a:pt x="11074" y="4002"/>
                    <a:pt x="11074" y="3883"/>
                    <a:pt x="11027" y="3811"/>
                  </a:cubicBezTo>
                  <a:lnTo>
                    <a:pt x="9907" y="2620"/>
                  </a:lnTo>
                  <a:cubicBezTo>
                    <a:pt x="9885" y="2583"/>
                    <a:pt x="9850" y="2566"/>
                    <a:pt x="9813" y="2566"/>
                  </a:cubicBezTo>
                  <a:cubicBezTo>
                    <a:pt x="9734" y="2566"/>
                    <a:pt x="9645" y="2642"/>
                    <a:pt x="9645" y="2739"/>
                  </a:cubicBezTo>
                  <a:lnTo>
                    <a:pt x="9645" y="3192"/>
                  </a:lnTo>
                  <a:lnTo>
                    <a:pt x="9240" y="3192"/>
                  </a:lnTo>
                  <a:lnTo>
                    <a:pt x="9240" y="1239"/>
                  </a:lnTo>
                  <a:cubicBezTo>
                    <a:pt x="9240" y="572"/>
                    <a:pt x="8693" y="48"/>
                    <a:pt x="8050" y="48"/>
                  </a:cubicBezTo>
                  <a:lnTo>
                    <a:pt x="7621" y="48"/>
                  </a:lnTo>
                  <a:cubicBezTo>
                    <a:pt x="7407" y="48"/>
                    <a:pt x="7407" y="358"/>
                    <a:pt x="7621" y="358"/>
                  </a:cubicBezTo>
                  <a:lnTo>
                    <a:pt x="8050" y="358"/>
                  </a:lnTo>
                  <a:cubicBezTo>
                    <a:pt x="8526" y="358"/>
                    <a:pt x="8931" y="763"/>
                    <a:pt x="8931" y="1263"/>
                  </a:cubicBezTo>
                  <a:lnTo>
                    <a:pt x="8931" y="1906"/>
                  </a:lnTo>
                  <a:lnTo>
                    <a:pt x="2215" y="1906"/>
                  </a:lnTo>
                  <a:lnTo>
                    <a:pt x="2215" y="1239"/>
                  </a:lnTo>
                  <a:cubicBezTo>
                    <a:pt x="2215" y="1239"/>
                    <a:pt x="2596" y="334"/>
                    <a:pt x="3072" y="334"/>
                  </a:cubicBezTo>
                  <a:lnTo>
                    <a:pt x="6764" y="334"/>
                  </a:lnTo>
                  <a:cubicBezTo>
                    <a:pt x="6978" y="334"/>
                    <a:pt x="6978" y="1"/>
                    <a:pt x="67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94"/>
            <p:cNvSpPr/>
            <p:nvPr/>
          </p:nvSpPr>
          <p:spPr>
            <a:xfrm>
              <a:off x="6337544" y="3644988"/>
              <a:ext cx="19212" cy="19244"/>
            </a:xfrm>
            <a:custGeom>
              <a:rect b="b" l="l" r="r" t="t"/>
              <a:pathLst>
                <a:path extrusionOk="0" h="597" w="596">
                  <a:moveTo>
                    <a:pt x="334" y="287"/>
                  </a:moveTo>
                  <a:cubicBezTo>
                    <a:pt x="334" y="295"/>
                    <a:pt x="331" y="297"/>
                    <a:pt x="328" y="297"/>
                  </a:cubicBezTo>
                  <a:cubicBezTo>
                    <a:pt x="323" y="297"/>
                    <a:pt x="318" y="287"/>
                    <a:pt x="334" y="287"/>
                  </a:cubicBezTo>
                  <a:close/>
                  <a:moveTo>
                    <a:pt x="310" y="1"/>
                  </a:moveTo>
                  <a:cubicBezTo>
                    <a:pt x="143" y="1"/>
                    <a:pt x="0" y="120"/>
                    <a:pt x="0" y="287"/>
                  </a:cubicBezTo>
                  <a:cubicBezTo>
                    <a:pt x="0" y="477"/>
                    <a:pt x="143" y="596"/>
                    <a:pt x="310" y="596"/>
                  </a:cubicBezTo>
                  <a:cubicBezTo>
                    <a:pt x="477" y="596"/>
                    <a:pt x="596" y="430"/>
                    <a:pt x="596" y="287"/>
                  </a:cubicBezTo>
                  <a:cubicBezTo>
                    <a:pt x="596" y="120"/>
                    <a:pt x="453" y="1"/>
                    <a:pt x="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94"/>
            <p:cNvSpPr/>
            <p:nvPr/>
          </p:nvSpPr>
          <p:spPr>
            <a:xfrm>
              <a:off x="6374389" y="3644988"/>
              <a:ext cx="19212" cy="19244"/>
            </a:xfrm>
            <a:custGeom>
              <a:rect b="b" l="l" r="r" t="t"/>
              <a:pathLst>
                <a:path extrusionOk="0" h="597" w="596">
                  <a:moveTo>
                    <a:pt x="310" y="287"/>
                  </a:moveTo>
                  <a:cubicBezTo>
                    <a:pt x="310" y="287"/>
                    <a:pt x="310" y="287"/>
                    <a:pt x="310" y="287"/>
                  </a:cubicBezTo>
                  <a:lnTo>
                    <a:pt x="310" y="287"/>
                  </a:lnTo>
                  <a:cubicBezTo>
                    <a:pt x="302" y="295"/>
                    <a:pt x="297" y="297"/>
                    <a:pt x="294" y="297"/>
                  </a:cubicBezTo>
                  <a:cubicBezTo>
                    <a:pt x="289" y="297"/>
                    <a:pt x="294" y="287"/>
                    <a:pt x="310" y="287"/>
                  </a:cubicBezTo>
                  <a:close/>
                  <a:moveTo>
                    <a:pt x="286" y="1"/>
                  </a:moveTo>
                  <a:cubicBezTo>
                    <a:pt x="119" y="1"/>
                    <a:pt x="0" y="120"/>
                    <a:pt x="0" y="287"/>
                  </a:cubicBezTo>
                  <a:cubicBezTo>
                    <a:pt x="0" y="477"/>
                    <a:pt x="143" y="596"/>
                    <a:pt x="286" y="596"/>
                  </a:cubicBezTo>
                  <a:cubicBezTo>
                    <a:pt x="477" y="596"/>
                    <a:pt x="596" y="430"/>
                    <a:pt x="596" y="287"/>
                  </a:cubicBezTo>
                  <a:cubicBezTo>
                    <a:pt x="596" y="120"/>
                    <a:pt x="429"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94"/>
            <p:cNvSpPr/>
            <p:nvPr/>
          </p:nvSpPr>
          <p:spPr>
            <a:xfrm>
              <a:off x="6409686" y="3644988"/>
              <a:ext cx="19244" cy="19244"/>
            </a:xfrm>
            <a:custGeom>
              <a:rect b="b" l="l" r="r" t="t"/>
              <a:pathLst>
                <a:path extrusionOk="0" h="597" w="597">
                  <a:moveTo>
                    <a:pt x="334" y="287"/>
                  </a:moveTo>
                  <a:cubicBezTo>
                    <a:pt x="318" y="295"/>
                    <a:pt x="308" y="297"/>
                    <a:pt x="302" y="297"/>
                  </a:cubicBezTo>
                  <a:cubicBezTo>
                    <a:pt x="292" y="297"/>
                    <a:pt x="302" y="287"/>
                    <a:pt x="334" y="287"/>
                  </a:cubicBezTo>
                  <a:close/>
                  <a:moveTo>
                    <a:pt x="287" y="1"/>
                  </a:moveTo>
                  <a:cubicBezTo>
                    <a:pt x="144" y="1"/>
                    <a:pt x="1" y="120"/>
                    <a:pt x="1" y="287"/>
                  </a:cubicBezTo>
                  <a:cubicBezTo>
                    <a:pt x="1" y="477"/>
                    <a:pt x="144" y="596"/>
                    <a:pt x="287" y="596"/>
                  </a:cubicBezTo>
                  <a:cubicBezTo>
                    <a:pt x="477" y="596"/>
                    <a:pt x="596" y="430"/>
                    <a:pt x="596" y="287"/>
                  </a:cubicBezTo>
                  <a:cubicBezTo>
                    <a:pt x="596" y="120"/>
                    <a:pt x="453"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2" name="Google Shape;19262;p94"/>
          <p:cNvGrpSpPr/>
          <p:nvPr/>
        </p:nvGrpSpPr>
        <p:grpSpPr>
          <a:xfrm>
            <a:off x="5513070" y="3439110"/>
            <a:ext cx="356229" cy="350620"/>
            <a:chOff x="5513070" y="3591510"/>
            <a:chExt cx="356229" cy="350620"/>
          </a:xfrm>
        </p:grpSpPr>
        <p:sp>
          <p:nvSpPr>
            <p:cNvPr id="19263" name="Google Shape;19263;p94"/>
            <p:cNvSpPr/>
            <p:nvPr/>
          </p:nvSpPr>
          <p:spPr>
            <a:xfrm>
              <a:off x="5533023" y="3726382"/>
              <a:ext cx="317837" cy="179646"/>
            </a:xfrm>
            <a:custGeom>
              <a:rect b="b" l="l" r="r" t="t"/>
              <a:pathLst>
                <a:path extrusionOk="0" h="5573" w="9860">
                  <a:moveTo>
                    <a:pt x="715" y="0"/>
                  </a:moveTo>
                  <a:cubicBezTo>
                    <a:pt x="334" y="0"/>
                    <a:pt x="1" y="334"/>
                    <a:pt x="1" y="715"/>
                  </a:cubicBezTo>
                  <a:lnTo>
                    <a:pt x="1" y="5573"/>
                  </a:lnTo>
                  <a:lnTo>
                    <a:pt x="9860" y="5573"/>
                  </a:lnTo>
                  <a:lnTo>
                    <a:pt x="9860" y="715"/>
                  </a:lnTo>
                  <a:cubicBezTo>
                    <a:pt x="9860" y="334"/>
                    <a:pt x="9526" y="0"/>
                    <a:pt x="9145" y="0"/>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4"/>
            <p:cNvSpPr/>
            <p:nvPr/>
          </p:nvSpPr>
          <p:spPr>
            <a:xfrm>
              <a:off x="5553750" y="3749397"/>
              <a:ext cx="276383" cy="156630"/>
            </a:xfrm>
            <a:custGeom>
              <a:rect b="b" l="l" r="r" t="t"/>
              <a:pathLst>
                <a:path extrusionOk="0" h="4859" w="8574">
                  <a:moveTo>
                    <a:pt x="1" y="1"/>
                  </a:moveTo>
                  <a:lnTo>
                    <a:pt x="1" y="4859"/>
                  </a:lnTo>
                  <a:lnTo>
                    <a:pt x="8574" y="4859"/>
                  </a:lnTo>
                  <a:lnTo>
                    <a:pt x="8574"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94"/>
            <p:cNvSpPr/>
            <p:nvPr/>
          </p:nvSpPr>
          <p:spPr>
            <a:xfrm>
              <a:off x="5797866" y="3749397"/>
              <a:ext cx="32267" cy="156630"/>
            </a:xfrm>
            <a:custGeom>
              <a:rect b="b" l="l" r="r" t="t"/>
              <a:pathLst>
                <a:path extrusionOk="0" h="4859" w="1001">
                  <a:moveTo>
                    <a:pt x="1" y="1"/>
                  </a:moveTo>
                  <a:lnTo>
                    <a:pt x="1" y="4859"/>
                  </a:lnTo>
                  <a:lnTo>
                    <a:pt x="1001" y="4859"/>
                  </a:lnTo>
                  <a:lnTo>
                    <a:pt x="100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94"/>
            <p:cNvSpPr/>
            <p:nvPr/>
          </p:nvSpPr>
          <p:spPr>
            <a:xfrm>
              <a:off x="5520741" y="3904480"/>
              <a:ext cx="344721" cy="34556"/>
            </a:xfrm>
            <a:custGeom>
              <a:rect b="b" l="l" r="r" t="t"/>
              <a:pathLst>
                <a:path extrusionOk="0" h="1072" w="10694">
                  <a:moveTo>
                    <a:pt x="1" y="0"/>
                  </a:moveTo>
                  <a:lnTo>
                    <a:pt x="1" y="429"/>
                  </a:lnTo>
                  <a:cubicBezTo>
                    <a:pt x="1" y="786"/>
                    <a:pt x="263" y="1072"/>
                    <a:pt x="644" y="1072"/>
                  </a:cubicBezTo>
                  <a:lnTo>
                    <a:pt x="10050" y="1072"/>
                  </a:lnTo>
                  <a:cubicBezTo>
                    <a:pt x="10360" y="1072"/>
                    <a:pt x="10670" y="810"/>
                    <a:pt x="10693" y="429"/>
                  </a:cubicBezTo>
                  <a:lnTo>
                    <a:pt x="10693"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94"/>
            <p:cNvSpPr/>
            <p:nvPr/>
          </p:nvSpPr>
          <p:spPr>
            <a:xfrm>
              <a:off x="5816304" y="3905995"/>
              <a:ext cx="48385" cy="33041"/>
            </a:xfrm>
            <a:custGeom>
              <a:rect b="b" l="l" r="r" t="t"/>
              <a:pathLst>
                <a:path extrusionOk="0" h="1025" w="1501">
                  <a:moveTo>
                    <a:pt x="572" y="1"/>
                  </a:moveTo>
                  <a:lnTo>
                    <a:pt x="572" y="406"/>
                  </a:lnTo>
                  <a:cubicBezTo>
                    <a:pt x="572" y="739"/>
                    <a:pt x="334" y="1001"/>
                    <a:pt x="0" y="1025"/>
                  </a:cubicBezTo>
                  <a:lnTo>
                    <a:pt x="834" y="1025"/>
                  </a:lnTo>
                  <a:cubicBezTo>
                    <a:pt x="1191" y="1025"/>
                    <a:pt x="1477" y="739"/>
                    <a:pt x="1501" y="382"/>
                  </a:cubicBezTo>
                  <a:lnTo>
                    <a:pt x="150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94"/>
            <p:cNvSpPr/>
            <p:nvPr/>
          </p:nvSpPr>
          <p:spPr>
            <a:xfrm>
              <a:off x="5669667" y="3905995"/>
              <a:ext cx="45322" cy="16923"/>
            </a:xfrm>
            <a:custGeom>
              <a:rect b="b" l="l" r="r" t="t"/>
              <a:pathLst>
                <a:path extrusionOk="0" h="525" w="1406">
                  <a:moveTo>
                    <a:pt x="1" y="1"/>
                  </a:moveTo>
                  <a:lnTo>
                    <a:pt x="1" y="168"/>
                  </a:lnTo>
                  <a:cubicBezTo>
                    <a:pt x="1" y="382"/>
                    <a:pt x="144" y="525"/>
                    <a:pt x="358" y="525"/>
                  </a:cubicBezTo>
                  <a:lnTo>
                    <a:pt x="1048" y="525"/>
                  </a:lnTo>
                  <a:cubicBezTo>
                    <a:pt x="1263" y="525"/>
                    <a:pt x="1406" y="382"/>
                    <a:pt x="1406" y="168"/>
                  </a:cubicBezTo>
                  <a:lnTo>
                    <a:pt x="1406" y="1"/>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94"/>
            <p:cNvSpPr/>
            <p:nvPr/>
          </p:nvSpPr>
          <p:spPr>
            <a:xfrm>
              <a:off x="5595978" y="3670325"/>
              <a:ext cx="188865" cy="182740"/>
            </a:xfrm>
            <a:custGeom>
              <a:rect b="b" l="l" r="r" t="t"/>
              <a:pathLst>
                <a:path extrusionOk="0" h="5669" w="5859">
                  <a:moveTo>
                    <a:pt x="977" y="1"/>
                  </a:moveTo>
                  <a:lnTo>
                    <a:pt x="977" y="48"/>
                  </a:lnTo>
                  <a:cubicBezTo>
                    <a:pt x="453" y="48"/>
                    <a:pt x="0" y="477"/>
                    <a:pt x="0" y="1025"/>
                  </a:cubicBezTo>
                  <a:lnTo>
                    <a:pt x="0" y="3311"/>
                  </a:lnTo>
                  <a:cubicBezTo>
                    <a:pt x="0" y="3859"/>
                    <a:pt x="453" y="4287"/>
                    <a:pt x="977" y="4287"/>
                  </a:cubicBezTo>
                  <a:lnTo>
                    <a:pt x="977" y="5669"/>
                  </a:lnTo>
                  <a:lnTo>
                    <a:pt x="2358" y="4287"/>
                  </a:lnTo>
                  <a:lnTo>
                    <a:pt x="4882" y="4287"/>
                  </a:lnTo>
                  <a:cubicBezTo>
                    <a:pt x="5406" y="4287"/>
                    <a:pt x="5859" y="3859"/>
                    <a:pt x="5859" y="3311"/>
                  </a:cubicBezTo>
                  <a:lnTo>
                    <a:pt x="5859"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94"/>
            <p:cNvSpPr/>
            <p:nvPr/>
          </p:nvSpPr>
          <p:spPr>
            <a:xfrm>
              <a:off x="5720341" y="3600020"/>
              <a:ext cx="122848" cy="160176"/>
            </a:xfrm>
            <a:custGeom>
              <a:rect b="b" l="l" r="r" t="t"/>
              <a:pathLst>
                <a:path extrusionOk="0" h="4969" w="3811">
                  <a:moveTo>
                    <a:pt x="3217" y="1"/>
                  </a:moveTo>
                  <a:cubicBezTo>
                    <a:pt x="3051" y="1"/>
                    <a:pt x="2888" y="84"/>
                    <a:pt x="2787" y="229"/>
                  </a:cubicBezTo>
                  <a:lnTo>
                    <a:pt x="48" y="4016"/>
                  </a:lnTo>
                  <a:lnTo>
                    <a:pt x="0" y="4968"/>
                  </a:lnTo>
                  <a:lnTo>
                    <a:pt x="905" y="4635"/>
                  </a:lnTo>
                  <a:lnTo>
                    <a:pt x="3644" y="848"/>
                  </a:lnTo>
                  <a:cubicBezTo>
                    <a:pt x="3811" y="610"/>
                    <a:pt x="3763" y="277"/>
                    <a:pt x="3525" y="110"/>
                  </a:cubicBezTo>
                  <a:cubicBezTo>
                    <a:pt x="3432" y="35"/>
                    <a:pt x="3324"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94"/>
            <p:cNvSpPr/>
            <p:nvPr/>
          </p:nvSpPr>
          <p:spPr>
            <a:xfrm>
              <a:off x="5797092" y="3599215"/>
              <a:ext cx="46096" cy="46580"/>
            </a:xfrm>
            <a:custGeom>
              <a:rect b="b" l="l" r="r" t="t"/>
              <a:pathLst>
                <a:path extrusionOk="0" h="1445" w="1430">
                  <a:moveTo>
                    <a:pt x="822" y="1"/>
                  </a:moveTo>
                  <a:cubicBezTo>
                    <a:pt x="654" y="1"/>
                    <a:pt x="491" y="78"/>
                    <a:pt x="406" y="206"/>
                  </a:cubicBezTo>
                  <a:lnTo>
                    <a:pt x="1" y="778"/>
                  </a:lnTo>
                  <a:lnTo>
                    <a:pt x="882" y="1445"/>
                  </a:lnTo>
                  <a:lnTo>
                    <a:pt x="1287" y="873"/>
                  </a:lnTo>
                  <a:cubicBezTo>
                    <a:pt x="1430" y="611"/>
                    <a:pt x="1382" y="278"/>
                    <a:pt x="1144" y="111"/>
                  </a:cubicBezTo>
                  <a:cubicBezTo>
                    <a:pt x="1049" y="35"/>
                    <a:pt x="934" y="1"/>
                    <a:pt x="822" y="1"/>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94"/>
            <p:cNvSpPr/>
            <p:nvPr/>
          </p:nvSpPr>
          <p:spPr>
            <a:xfrm>
              <a:off x="5720341" y="3727897"/>
              <a:ext cx="29205" cy="30752"/>
            </a:xfrm>
            <a:custGeom>
              <a:rect b="b" l="l" r="r" t="t"/>
              <a:pathLst>
                <a:path extrusionOk="0" h="954" w="906">
                  <a:moveTo>
                    <a:pt x="0" y="1"/>
                  </a:moveTo>
                  <a:lnTo>
                    <a:pt x="0" y="953"/>
                  </a:lnTo>
                  <a:lnTo>
                    <a:pt x="905" y="644"/>
                  </a:lnTo>
                  <a:lnTo>
                    <a:pt x="0" y="1"/>
                  </a:ln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94"/>
            <p:cNvSpPr/>
            <p:nvPr/>
          </p:nvSpPr>
          <p:spPr>
            <a:xfrm>
              <a:off x="5513070" y="3591510"/>
              <a:ext cx="356229" cy="350620"/>
            </a:xfrm>
            <a:custGeom>
              <a:rect b="b" l="l" r="r" t="t"/>
              <a:pathLst>
                <a:path extrusionOk="0" h="10877" w="11051">
                  <a:moveTo>
                    <a:pt x="9621" y="395"/>
                  </a:moveTo>
                  <a:cubicBezTo>
                    <a:pt x="9704" y="395"/>
                    <a:pt x="9790" y="420"/>
                    <a:pt x="9860" y="469"/>
                  </a:cubicBezTo>
                  <a:cubicBezTo>
                    <a:pt x="9955" y="517"/>
                    <a:pt x="10003" y="612"/>
                    <a:pt x="10003" y="707"/>
                  </a:cubicBezTo>
                  <a:cubicBezTo>
                    <a:pt x="10026" y="779"/>
                    <a:pt x="10003" y="898"/>
                    <a:pt x="9955" y="993"/>
                  </a:cubicBezTo>
                  <a:lnTo>
                    <a:pt x="9622" y="1446"/>
                  </a:lnTo>
                  <a:lnTo>
                    <a:pt x="9002" y="993"/>
                  </a:lnTo>
                  <a:lnTo>
                    <a:pt x="9336" y="541"/>
                  </a:lnTo>
                  <a:cubicBezTo>
                    <a:pt x="9391" y="443"/>
                    <a:pt x="9504" y="395"/>
                    <a:pt x="9621" y="395"/>
                  </a:cubicBezTo>
                  <a:close/>
                  <a:moveTo>
                    <a:pt x="8812" y="1255"/>
                  </a:moveTo>
                  <a:lnTo>
                    <a:pt x="9455" y="1708"/>
                  </a:lnTo>
                  <a:lnTo>
                    <a:pt x="7312" y="4661"/>
                  </a:lnTo>
                  <a:lnTo>
                    <a:pt x="6669" y="4208"/>
                  </a:lnTo>
                  <a:lnTo>
                    <a:pt x="8812" y="1255"/>
                  </a:lnTo>
                  <a:close/>
                  <a:moveTo>
                    <a:pt x="6621" y="4565"/>
                  </a:moveTo>
                  <a:lnTo>
                    <a:pt x="7002" y="4827"/>
                  </a:lnTo>
                  <a:lnTo>
                    <a:pt x="6621" y="4994"/>
                  </a:lnTo>
                  <a:lnTo>
                    <a:pt x="6621" y="4565"/>
                  </a:lnTo>
                  <a:close/>
                  <a:moveTo>
                    <a:pt x="9764" y="4351"/>
                  </a:moveTo>
                  <a:cubicBezTo>
                    <a:pt x="10074" y="4351"/>
                    <a:pt x="10312" y="4589"/>
                    <a:pt x="10312" y="4899"/>
                  </a:cubicBezTo>
                  <a:lnTo>
                    <a:pt x="10312" y="9590"/>
                  </a:lnTo>
                  <a:lnTo>
                    <a:pt x="10003" y="9590"/>
                  </a:lnTo>
                  <a:lnTo>
                    <a:pt x="10003" y="4899"/>
                  </a:lnTo>
                  <a:cubicBezTo>
                    <a:pt x="10003" y="4803"/>
                    <a:pt x="9955" y="4756"/>
                    <a:pt x="9860" y="4756"/>
                  </a:cubicBezTo>
                  <a:lnTo>
                    <a:pt x="8621" y="4756"/>
                  </a:lnTo>
                  <a:lnTo>
                    <a:pt x="8621" y="4351"/>
                  </a:lnTo>
                  <a:close/>
                  <a:moveTo>
                    <a:pt x="7431" y="2660"/>
                  </a:moveTo>
                  <a:lnTo>
                    <a:pt x="6359" y="4160"/>
                  </a:lnTo>
                  <a:cubicBezTo>
                    <a:pt x="6311" y="4184"/>
                    <a:pt x="6311" y="4208"/>
                    <a:pt x="6311" y="4232"/>
                  </a:cubicBezTo>
                  <a:lnTo>
                    <a:pt x="6287" y="5184"/>
                  </a:lnTo>
                  <a:cubicBezTo>
                    <a:pt x="6287" y="5288"/>
                    <a:pt x="6378" y="5356"/>
                    <a:pt x="6464" y="5356"/>
                  </a:cubicBezTo>
                  <a:cubicBezTo>
                    <a:pt x="6477" y="5356"/>
                    <a:pt x="6490" y="5354"/>
                    <a:pt x="6502" y="5351"/>
                  </a:cubicBezTo>
                  <a:lnTo>
                    <a:pt x="7383" y="5018"/>
                  </a:lnTo>
                  <a:cubicBezTo>
                    <a:pt x="7431" y="5018"/>
                    <a:pt x="7454" y="4970"/>
                    <a:pt x="7478" y="4946"/>
                  </a:cubicBezTo>
                  <a:lnTo>
                    <a:pt x="8312" y="3827"/>
                  </a:lnTo>
                  <a:lnTo>
                    <a:pt x="8312" y="5804"/>
                  </a:lnTo>
                  <a:cubicBezTo>
                    <a:pt x="8312" y="6256"/>
                    <a:pt x="7931" y="6613"/>
                    <a:pt x="7478" y="6613"/>
                  </a:cubicBezTo>
                  <a:cubicBezTo>
                    <a:pt x="7264" y="6613"/>
                    <a:pt x="7264" y="6947"/>
                    <a:pt x="7478" y="6947"/>
                  </a:cubicBezTo>
                  <a:cubicBezTo>
                    <a:pt x="8097" y="6947"/>
                    <a:pt x="8645" y="6447"/>
                    <a:pt x="8645" y="5780"/>
                  </a:cubicBezTo>
                  <a:lnTo>
                    <a:pt x="8645" y="5065"/>
                  </a:lnTo>
                  <a:lnTo>
                    <a:pt x="9669" y="5065"/>
                  </a:lnTo>
                  <a:lnTo>
                    <a:pt x="9669" y="9638"/>
                  </a:lnTo>
                  <a:lnTo>
                    <a:pt x="1429" y="9638"/>
                  </a:lnTo>
                  <a:lnTo>
                    <a:pt x="1429" y="9590"/>
                  </a:lnTo>
                  <a:lnTo>
                    <a:pt x="1429" y="5042"/>
                  </a:lnTo>
                  <a:lnTo>
                    <a:pt x="2406" y="5042"/>
                  </a:lnTo>
                  <a:lnTo>
                    <a:pt x="2406" y="5756"/>
                  </a:lnTo>
                  <a:cubicBezTo>
                    <a:pt x="2406" y="6351"/>
                    <a:pt x="2834" y="6828"/>
                    <a:pt x="3406" y="6899"/>
                  </a:cubicBezTo>
                  <a:lnTo>
                    <a:pt x="3406" y="8114"/>
                  </a:lnTo>
                  <a:cubicBezTo>
                    <a:pt x="3406" y="8161"/>
                    <a:pt x="3430" y="8209"/>
                    <a:pt x="3454" y="8233"/>
                  </a:cubicBezTo>
                  <a:cubicBezTo>
                    <a:pt x="3477" y="8257"/>
                    <a:pt x="3525" y="8257"/>
                    <a:pt x="3549" y="8257"/>
                  </a:cubicBezTo>
                  <a:cubicBezTo>
                    <a:pt x="3573" y="8257"/>
                    <a:pt x="3644" y="8233"/>
                    <a:pt x="3668" y="8209"/>
                  </a:cubicBezTo>
                  <a:lnTo>
                    <a:pt x="5002" y="6851"/>
                  </a:lnTo>
                  <a:lnTo>
                    <a:pt x="6621" y="6851"/>
                  </a:lnTo>
                  <a:cubicBezTo>
                    <a:pt x="6811" y="6851"/>
                    <a:pt x="6811" y="6542"/>
                    <a:pt x="6621" y="6542"/>
                  </a:cubicBezTo>
                  <a:lnTo>
                    <a:pt x="4954" y="6542"/>
                  </a:lnTo>
                  <a:cubicBezTo>
                    <a:pt x="4906" y="6542"/>
                    <a:pt x="4859" y="6566"/>
                    <a:pt x="4835" y="6590"/>
                  </a:cubicBezTo>
                  <a:lnTo>
                    <a:pt x="3716" y="7685"/>
                  </a:lnTo>
                  <a:lnTo>
                    <a:pt x="3716" y="6780"/>
                  </a:lnTo>
                  <a:cubicBezTo>
                    <a:pt x="3716" y="6685"/>
                    <a:pt x="3668" y="6613"/>
                    <a:pt x="3573" y="6613"/>
                  </a:cubicBezTo>
                  <a:cubicBezTo>
                    <a:pt x="3120" y="6613"/>
                    <a:pt x="2739" y="6232"/>
                    <a:pt x="2739" y="5780"/>
                  </a:cubicBezTo>
                  <a:lnTo>
                    <a:pt x="2739" y="3494"/>
                  </a:lnTo>
                  <a:cubicBezTo>
                    <a:pt x="2739" y="3041"/>
                    <a:pt x="3096" y="2660"/>
                    <a:pt x="3573" y="2660"/>
                  </a:cubicBezTo>
                  <a:close/>
                  <a:moveTo>
                    <a:pt x="6073" y="9924"/>
                  </a:moveTo>
                  <a:cubicBezTo>
                    <a:pt x="6073" y="10043"/>
                    <a:pt x="6002" y="10138"/>
                    <a:pt x="5859" y="10138"/>
                  </a:cubicBezTo>
                  <a:lnTo>
                    <a:pt x="5192" y="10138"/>
                  </a:lnTo>
                  <a:cubicBezTo>
                    <a:pt x="5073" y="10138"/>
                    <a:pt x="4978" y="10043"/>
                    <a:pt x="4978" y="9924"/>
                  </a:cubicBezTo>
                  <a:close/>
                  <a:moveTo>
                    <a:pt x="9629" y="1"/>
                  </a:moveTo>
                  <a:cubicBezTo>
                    <a:pt x="9412" y="1"/>
                    <a:pt x="9195" y="104"/>
                    <a:pt x="9050" y="279"/>
                  </a:cubicBezTo>
                  <a:lnTo>
                    <a:pt x="7621" y="2279"/>
                  </a:lnTo>
                  <a:lnTo>
                    <a:pt x="3549" y="2279"/>
                  </a:lnTo>
                  <a:cubicBezTo>
                    <a:pt x="2930" y="2279"/>
                    <a:pt x="2382" y="2779"/>
                    <a:pt x="2382" y="3446"/>
                  </a:cubicBezTo>
                  <a:lnTo>
                    <a:pt x="2382" y="3970"/>
                  </a:lnTo>
                  <a:lnTo>
                    <a:pt x="1286" y="3970"/>
                  </a:lnTo>
                  <a:cubicBezTo>
                    <a:pt x="810" y="3970"/>
                    <a:pt x="429" y="4351"/>
                    <a:pt x="429" y="4827"/>
                  </a:cubicBezTo>
                  <a:lnTo>
                    <a:pt x="429" y="7685"/>
                  </a:lnTo>
                  <a:cubicBezTo>
                    <a:pt x="429" y="7792"/>
                    <a:pt x="512" y="7846"/>
                    <a:pt x="596" y="7846"/>
                  </a:cubicBezTo>
                  <a:cubicBezTo>
                    <a:pt x="679" y="7846"/>
                    <a:pt x="763" y="7792"/>
                    <a:pt x="763" y="7685"/>
                  </a:cubicBezTo>
                  <a:lnTo>
                    <a:pt x="763" y="4827"/>
                  </a:lnTo>
                  <a:cubicBezTo>
                    <a:pt x="763" y="4541"/>
                    <a:pt x="1001" y="4303"/>
                    <a:pt x="1286" y="4303"/>
                  </a:cubicBezTo>
                  <a:lnTo>
                    <a:pt x="2382" y="4303"/>
                  </a:lnTo>
                  <a:lnTo>
                    <a:pt x="2382" y="4684"/>
                  </a:lnTo>
                  <a:lnTo>
                    <a:pt x="1239" y="4684"/>
                  </a:lnTo>
                  <a:cubicBezTo>
                    <a:pt x="1144" y="4684"/>
                    <a:pt x="1072" y="4756"/>
                    <a:pt x="1072" y="4827"/>
                  </a:cubicBezTo>
                  <a:lnTo>
                    <a:pt x="1072" y="9542"/>
                  </a:lnTo>
                  <a:lnTo>
                    <a:pt x="763" y="9542"/>
                  </a:lnTo>
                  <a:lnTo>
                    <a:pt x="763" y="8590"/>
                  </a:lnTo>
                  <a:cubicBezTo>
                    <a:pt x="763" y="8483"/>
                    <a:pt x="679" y="8429"/>
                    <a:pt x="596" y="8429"/>
                  </a:cubicBezTo>
                  <a:cubicBezTo>
                    <a:pt x="512" y="8429"/>
                    <a:pt x="429" y="8483"/>
                    <a:pt x="429" y="8590"/>
                  </a:cubicBezTo>
                  <a:lnTo>
                    <a:pt x="429" y="9542"/>
                  </a:lnTo>
                  <a:lnTo>
                    <a:pt x="167" y="9542"/>
                  </a:lnTo>
                  <a:cubicBezTo>
                    <a:pt x="72" y="9542"/>
                    <a:pt x="0" y="9590"/>
                    <a:pt x="0" y="9685"/>
                  </a:cubicBezTo>
                  <a:lnTo>
                    <a:pt x="0" y="10066"/>
                  </a:lnTo>
                  <a:cubicBezTo>
                    <a:pt x="0" y="10519"/>
                    <a:pt x="358" y="10876"/>
                    <a:pt x="810" y="10876"/>
                  </a:cubicBezTo>
                  <a:lnTo>
                    <a:pt x="8859" y="10876"/>
                  </a:lnTo>
                  <a:cubicBezTo>
                    <a:pt x="9050" y="10876"/>
                    <a:pt x="9050" y="10543"/>
                    <a:pt x="8859" y="10543"/>
                  </a:cubicBezTo>
                  <a:lnTo>
                    <a:pt x="810" y="10543"/>
                  </a:lnTo>
                  <a:cubicBezTo>
                    <a:pt x="548" y="10543"/>
                    <a:pt x="334" y="10352"/>
                    <a:pt x="334" y="10066"/>
                  </a:cubicBezTo>
                  <a:lnTo>
                    <a:pt x="334" y="9828"/>
                  </a:lnTo>
                  <a:lnTo>
                    <a:pt x="4644" y="9828"/>
                  </a:lnTo>
                  <a:cubicBezTo>
                    <a:pt x="4644" y="10138"/>
                    <a:pt x="4882" y="10376"/>
                    <a:pt x="5192" y="10376"/>
                  </a:cubicBezTo>
                  <a:lnTo>
                    <a:pt x="5859" y="10376"/>
                  </a:lnTo>
                  <a:cubicBezTo>
                    <a:pt x="6168" y="10376"/>
                    <a:pt x="6407" y="10138"/>
                    <a:pt x="6407" y="9828"/>
                  </a:cubicBezTo>
                  <a:lnTo>
                    <a:pt x="10717" y="9828"/>
                  </a:lnTo>
                  <a:lnTo>
                    <a:pt x="10717" y="10066"/>
                  </a:lnTo>
                  <a:cubicBezTo>
                    <a:pt x="10717" y="10328"/>
                    <a:pt x="10503" y="10543"/>
                    <a:pt x="10241" y="10543"/>
                  </a:cubicBezTo>
                  <a:lnTo>
                    <a:pt x="9741" y="10543"/>
                  </a:lnTo>
                  <a:cubicBezTo>
                    <a:pt x="9526" y="10543"/>
                    <a:pt x="9526" y="10876"/>
                    <a:pt x="9741" y="10876"/>
                  </a:cubicBezTo>
                  <a:lnTo>
                    <a:pt x="10241" y="10876"/>
                  </a:lnTo>
                  <a:cubicBezTo>
                    <a:pt x="10693" y="10876"/>
                    <a:pt x="11050" y="10519"/>
                    <a:pt x="11050" y="10066"/>
                  </a:cubicBezTo>
                  <a:lnTo>
                    <a:pt x="11050" y="9638"/>
                  </a:lnTo>
                  <a:cubicBezTo>
                    <a:pt x="11050" y="9641"/>
                    <a:pt x="11050" y="9643"/>
                    <a:pt x="11049" y="9643"/>
                  </a:cubicBezTo>
                  <a:cubicBezTo>
                    <a:pt x="11043" y="9643"/>
                    <a:pt x="11016" y="9590"/>
                    <a:pt x="10955" y="9590"/>
                  </a:cubicBezTo>
                  <a:lnTo>
                    <a:pt x="10598" y="9590"/>
                  </a:lnTo>
                  <a:lnTo>
                    <a:pt x="10598" y="4446"/>
                  </a:lnTo>
                  <a:cubicBezTo>
                    <a:pt x="10598" y="4208"/>
                    <a:pt x="10431" y="4041"/>
                    <a:pt x="10193" y="4041"/>
                  </a:cubicBezTo>
                  <a:lnTo>
                    <a:pt x="8621" y="4041"/>
                  </a:lnTo>
                  <a:lnTo>
                    <a:pt x="8621" y="3375"/>
                  </a:lnTo>
                  <a:lnTo>
                    <a:pt x="9693" y="1898"/>
                  </a:lnTo>
                  <a:cubicBezTo>
                    <a:pt x="9717" y="1946"/>
                    <a:pt x="9741" y="1970"/>
                    <a:pt x="9741" y="2041"/>
                  </a:cubicBezTo>
                  <a:cubicBezTo>
                    <a:pt x="9764" y="2160"/>
                    <a:pt x="9741" y="2255"/>
                    <a:pt x="9693" y="2327"/>
                  </a:cubicBezTo>
                  <a:lnTo>
                    <a:pt x="9002" y="3279"/>
                  </a:lnTo>
                  <a:cubicBezTo>
                    <a:pt x="8918" y="3415"/>
                    <a:pt x="9026" y="3538"/>
                    <a:pt x="9138" y="3538"/>
                  </a:cubicBezTo>
                  <a:cubicBezTo>
                    <a:pt x="9184" y="3538"/>
                    <a:pt x="9230" y="3518"/>
                    <a:pt x="9264" y="3470"/>
                  </a:cubicBezTo>
                  <a:lnTo>
                    <a:pt x="9955" y="2517"/>
                  </a:lnTo>
                  <a:cubicBezTo>
                    <a:pt x="10074" y="2374"/>
                    <a:pt x="10098" y="2160"/>
                    <a:pt x="10074" y="1946"/>
                  </a:cubicBezTo>
                  <a:cubicBezTo>
                    <a:pt x="10026" y="1803"/>
                    <a:pt x="9979" y="1684"/>
                    <a:pt x="9883" y="1565"/>
                  </a:cubicBezTo>
                  <a:lnTo>
                    <a:pt x="10217" y="1112"/>
                  </a:lnTo>
                  <a:cubicBezTo>
                    <a:pt x="10336" y="969"/>
                    <a:pt x="10360" y="779"/>
                    <a:pt x="10336" y="588"/>
                  </a:cubicBezTo>
                  <a:cubicBezTo>
                    <a:pt x="10312" y="398"/>
                    <a:pt x="10217" y="231"/>
                    <a:pt x="10026" y="136"/>
                  </a:cubicBezTo>
                  <a:cubicBezTo>
                    <a:pt x="9906" y="43"/>
                    <a:pt x="9767" y="1"/>
                    <a:pt x="9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94"/>
            <p:cNvSpPr/>
            <p:nvPr/>
          </p:nvSpPr>
          <p:spPr>
            <a:xfrm>
              <a:off x="5630534" y="3754007"/>
              <a:ext cx="69112" cy="10766"/>
            </a:xfrm>
            <a:custGeom>
              <a:rect b="b" l="l" r="r" t="t"/>
              <a:pathLst>
                <a:path extrusionOk="0" h="334" w="2144">
                  <a:moveTo>
                    <a:pt x="167" y="1"/>
                  </a:moveTo>
                  <a:cubicBezTo>
                    <a:pt x="95" y="1"/>
                    <a:pt x="24" y="72"/>
                    <a:pt x="0" y="143"/>
                  </a:cubicBezTo>
                  <a:cubicBezTo>
                    <a:pt x="0" y="239"/>
                    <a:pt x="48" y="334"/>
                    <a:pt x="143" y="334"/>
                  </a:cubicBezTo>
                  <a:lnTo>
                    <a:pt x="1929" y="334"/>
                  </a:lnTo>
                  <a:cubicBezTo>
                    <a:pt x="2024" y="334"/>
                    <a:pt x="2072" y="263"/>
                    <a:pt x="2120" y="191"/>
                  </a:cubicBezTo>
                  <a:cubicBezTo>
                    <a:pt x="2143" y="96"/>
                    <a:pt x="2048"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94"/>
            <p:cNvSpPr/>
            <p:nvPr/>
          </p:nvSpPr>
          <p:spPr>
            <a:xfrm>
              <a:off x="5630534" y="3717936"/>
              <a:ext cx="69112" cy="9993"/>
            </a:xfrm>
            <a:custGeom>
              <a:rect b="b" l="l" r="r" t="t"/>
              <a:pathLst>
                <a:path extrusionOk="0" h="310" w="2144">
                  <a:moveTo>
                    <a:pt x="167" y="0"/>
                  </a:moveTo>
                  <a:cubicBezTo>
                    <a:pt x="95" y="0"/>
                    <a:pt x="24" y="48"/>
                    <a:pt x="0" y="143"/>
                  </a:cubicBezTo>
                  <a:cubicBezTo>
                    <a:pt x="0" y="238"/>
                    <a:pt x="48" y="310"/>
                    <a:pt x="143" y="310"/>
                  </a:cubicBezTo>
                  <a:lnTo>
                    <a:pt x="1929" y="310"/>
                  </a:lnTo>
                  <a:cubicBezTo>
                    <a:pt x="2024" y="310"/>
                    <a:pt x="2072" y="262"/>
                    <a:pt x="2120" y="167"/>
                  </a:cubicBezTo>
                  <a:cubicBezTo>
                    <a:pt x="2143" y="72"/>
                    <a:pt x="2048"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6" name="Google Shape;19276;p94"/>
          <p:cNvGrpSpPr/>
          <p:nvPr/>
        </p:nvGrpSpPr>
        <p:grpSpPr>
          <a:xfrm>
            <a:off x="4743878" y="3436983"/>
            <a:ext cx="356229" cy="356616"/>
            <a:chOff x="4743878" y="3589383"/>
            <a:chExt cx="356229" cy="356616"/>
          </a:xfrm>
        </p:grpSpPr>
        <p:sp>
          <p:nvSpPr>
            <p:cNvPr id="19277" name="Google Shape;19277;p94"/>
            <p:cNvSpPr/>
            <p:nvPr/>
          </p:nvSpPr>
          <p:spPr>
            <a:xfrm>
              <a:off x="4774566" y="3596636"/>
              <a:ext cx="26143" cy="344721"/>
            </a:xfrm>
            <a:custGeom>
              <a:rect b="b" l="l" r="r" t="t"/>
              <a:pathLst>
                <a:path extrusionOk="0" h="10694" w="811">
                  <a:moveTo>
                    <a:pt x="406" y="1"/>
                  </a:moveTo>
                  <a:cubicBezTo>
                    <a:pt x="168" y="1"/>
                    <a:pt x="1" y="191"/>
                    <a:pt x="1" y="429"/>
                  </a:cubicBezTo>
                  <a:lnTo>
                    <a:pt x="1" y="10265"/>
                  </a:lnTo>
                  <a:cubicBezTo>
                    <a:pt x="1" y="10503"/>
                    <a:pt x="168" y="10693"/>
                    <a:pt x="406" y="10693"/>
                  </a:cubicBezTo>
                  <a:cubicBezTo>
                    <a:pt x="620" y="10693"/>
                    <a:pt x="811" y="10479"/>
                    <a:pt x="811" y="10265"/>
                  </a:cubicBezTo>
                  <a:lnTo>
                    <a:pt x="811" y="429"/>
                  </a:lnTo>
                  <a:cubicBezTo>
                    <a:pt x="811" y="215"/>
                    <a:pt x="620" y="1"/>
                    <a:pt x="406"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94"/>
            <p:cNvSpPr/>
            <p:nvPr/>
          </p:nvSpPr>
          <p:spPr>
            <a:xfrm>
              <a:off x="4749261" y="3654981"/>
              <a:ext cx="76010" cy="88324"/>
            </a:xfrm>
            <a:custGeom>
              <a:rect b="b" l="l" r="r" t="t"/>
              <a:pathLst>
                <a:path extrusionOk="0" h="2740" w="2358">
                  <a:moveTo>
                    <a:pt x="524" y="1"/>
                  </a:moveTo>
                  <a:cubicBezTo>
                    <a:pt x="238" y="1"/>
                    <a:pt x="0" y="239"/>
                    <a:pt x="0" y="524"/>
                  </a:cubicBezTo>
                  <a:lnTo>
                    <a:pt x="0" y="2239"/>
                  </a:lnTo>
                  <a:cubicBezTo>
                    <a:pt x="0" y="2501"/>
                    <a:pt x="238" y="2739"/>
                    <a:pt x="524" y="2739"/>
                  </a:cubicBezTo>
                  <a:lnTo>
                    <a:pt x="1858" y="2739"/>
                  </a:lnTo>
                  <a:cubicBezTo>
                    <a:pt x="2143" y="2739"/>
                    <a:pt x="2358" y="2501"/>
                    <a:pt x="2358" y="2239"/>
                  </a:cubicBezTo>
                  <a:lnTo>
                    <a:pt x="2358" y="524"/>
                  </a:lnTo>
                  <a:cubicBezTo>
                    <a:pt x="2358" y="239"/>
                    <a:pt x="2120" y="1"/>
                    <a:pt x="1858"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94"/>
            <p:cNvSpPr/>
            <p:nvPr/>
          </p:nvSpPr>
          <p:spPr>
            <a:xfrm>
              <a:off x="4863631" y="3596636"/>
              <a:ext cx="26143" cy="345495"/>
            </a:xfrm>
            <a:custGeom>
              <a:rect b="b" l="l" r="r" t="t"/>
              <a:pathLst>
                <a:path extrusionOk="0" h="10718" w="811">
                  <a:moveTo>
                    <a:pt x="381" y="1"/>
                  </a:moveTo>
                  <a:cubicBezTo>
                    <a:pt x="191" y="1"/>
                    <a:pt x="0" y="215"/>
                    <a:pt x="0" y="429"/>
                  </a:cubicBezTo>
                  <a:lnTo>
                    <a:pt x="0" y="7240"/>
                  </a:lnTo>
                  <a:lnTo>
                    <a:pt x="0" y="10098"/>
                  </a:lnTo>
                  <a:lnTo>
                    <a:pt x="0" y="10312"/>
                  </a:lnTo>
                  <a:cubicBezTo>
                    <a:pt x="0" y="10550"/>
                    <a:pt x="191" y="10717"/>
                    <a:pt x="429" y="10717"/>
                  </a:cubicBezTo>
                  <a:cubicBezTo>
                    <a:pt x="620" y="10717"/>
                    <a:pt x="810" y="10503"/>
                    <a:pt x="810" y="10312"/>
                  </a:cubicBezTo>
                  <a:lnTo>
                    <a:pt x="810" y="10026"/>
                  </a:lnTo>
                  <a:lnTo>
                    <a:pt x="810" y="7264"/>
                  </a:lnTo>
                  <a:lnTo>
                    <a:pt x="810" y="429"/>
                  </a:lnTo>
                  <a:cubicBezTo>
                    <a:pt x="810" y="191"/>
                    <a:pt x="620" y="1"/>
                    <a:pt x="38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94"/>
            <p:cNvSpPr/>
            <p:nvPr/>
          </p:nvSpPr>
          <p:spPr>
            <a:xfrm>
              <a:off x="4839842" y="3831532"/>
              <a:ext cx="76010" cy="88324"/>
            </a:xfrm>
            <a:custGeom>
              <a:rect b="b" l="l" r="r" t="t"/>
              <a:pathLst>
                <a:path extrusionOk="0" h="2740" w="2358">
                  <a:moveTo>
                    <a:pt x="500" y="1"/>
                  </a:moveTo>
                  <a:cubicBezTo>
                    <a:pt x="238" y="1"/>
                    <a:pt x="0" y="239"/>
                    <a:pt x="0" y="525"/>
                  </a:cubicBezTo>
                  <a:lnTo>
                    <a:pt x="0" y="2239"/>
                  </a:lnTo>
                  <a:cubicBezTo>
                    <a:pt x="0" y="2501"/>
                    <a:pt x="238" y="2739"/>
                    <a:pt x="500" y="2739"/>
                  </a:cubicBezTo>
                  <a:lnTo>
                    <a:pt x="1834" y="2739"/>
                  </a:lnTo>
                  <a:cubicBezTo>
                    <a:pt x="2120" y="2739"/>
                    <a:pt x="2334" y="2501"/>
                    <a:pt x="2358" y="2239"/>
                  </a:cubicBezTo>
                  <a:lnTo>
                    <a:pt x="2358" y="525"/>
                  </a:lnTo>
                  <a:cubicBezTo>
                    <a:pt x="2358" y="239"/>
                    <a:pt x="2120"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94"/>
            <p:cNvSpPr/>
            <p:nvPr/>
          </p:nvSpPr>
          <p:spPr>
            <a:xfrm>
              <a:off x="4953438" y="3596636"/>
              <a:ext cx="26143" cy="344721"/>
            </a:xfrm>
            <a:custGeom>
              <a:rect b="b" l="l" r="r" t="t"/>
              <a:pathLst>
                <a:path extrusionOk="0" h="10694" w="811">
                  <a:moveTo>
                    <a:pt x="406" y="1"/>
                  </a:moveTo>
                  <a:cubicBezTo>
                    <a:pt x="191" y="1"/>
                    <a:pt x="1" y="215"/>
                    <a:pt x="1" y="429"/>
                  </a:cubicBezTo>
                  <a:lnTo>
                    <a:pt x="1" y="4382"/>
                  </a:lnTo>
                  <a:lnTo>
                    <a:pt x="1" y="7121"/>
                  </a:lnTo>
                  <a:lnTo>
                    <a:pt x="1" y="10265"/>
                  </a:lnTo>
                  <a:cubicBezTo>
                    <a:pt x="1" y="10503"/>
                    <a:pt x="191" y="10693"/>
                    <a:pt x="429" y="10693"/>
                  </a:cubicBezTo>
                  <a:cubicBezTo>
                    <a:pt x="644" y="10693"/>
                    <a:pt x="810" y="10479"/>
                    <a:pt x="810" y="10265"/>
                  </a:cubicBezTo>
                  <a:lnTo>
                    <a:pt x="810" y="7121"/>
                  </a:lnTo>
                  <a:lnTo>
                    <a:pt x="810" y="4382"/>
                  </a:lnTo>
                  <a:lnTo>
                    <a:pt x="810" y="429"/>
                  </a:lnTo>
                  <a:cubicBezTo>
                    <a:pt x="810" y="191"/>
                    <a:pt x="644" y="1"/>
                    <a:pt x="406"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94"/>
            <p:cNvSpPr/>
            <p:nvPr/>
          </p:nvSpPr>
          <p:spPr>
            <a:xfrm>
              <a:off x="4928875" y="3737890"/>
              <a:ext cx="76042" cy="88324"/>
            </a:xfrm>
            <a:custGeom>
              <a:rect b="b" l="l" r="r" t="t"/>
              <a:pathLst>
                <a:path extrusionOk="0" h="2740" w="2359">
                  <a:moveTo>
                    <a:pt x="501" y="0"/>
                  </a:moveTo>
                  <a:cubicBezTo>
                    <a:pt x="239" y="0"/>
                    <a:pt x="1" y="239"/>
                    <a:pt x="1" y="501"/>
                  </a:cubicBezTo>
                  <a:lnTo>
                    <a:pt x="1" y="2239"/>
                  </a:lnTo>
                  <a:cubicBezTo>
                    <a:pt x="1" y="2501"/>
                    <a:pt x="239" y="2739"/>
                    <a:pt x="501" y="2739"/>
                  </a:cubicBezTo>
                  <a:lnTo>
                    <a:pt x="1858" y="2739"/>
                  </a:lnTo>
                  <a:cubicBezTo>
                    <a:pt x="2120" y="2739"/>
                    <a:pt x="2358" y="2525"/>
                    <a:pt x="2358" y="2239"/>
                  </a:cubicBezTo>
                  <a:lnTo>
                    <a:pt x="2358" y="501"/>
                  </a:lnTo>
                  <a:cubicBezTo>
                    <a:pt x="2358" y="239"/>
                    <a:pt x="2120" y="0"/>
                    <a:pt x="185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94"/>
            <p:cNvSpPr/>
            <p:nvPr/>
          </p:nvSpPr>
          <p:spPr>
            <a:xfrm>
              <a:off x="5043277" y="3596636"/>
              <a:ext cx="25337" cy="344721"/>
            </a:xfrm>
            <a:custGeom>
              <a:rect b="b" l="l" r="r" t="t"/>
              <a:pathLst>
                <a:path extrusionOk="0" h="10694" w="786">
                  <a:moveTo>
                    <a:pt x="381" y="1"/>
                  </a:moveTo>
                  <a:cubicBezTo>
                    <a:pt x="167" y="1"/>
                    <a:pt x="0" y="215"/>
                    <a:pt x="0" y="429"/>
                  </a:cubicBezTo>
                  <a:lnTo>
                    <a:pt x="0" y="596"/>
                  </a:lnTo>
                  <a:lnTo>
                    <a:pt x="0" y="3358"/>
                  </a:lnTo>
                  <a:lnTo>
                    <a:pt x="0" y="10265"/>
                  </a:lnTo>
                  <a:cubicBezTo>
                    <a:pt x="0" y="10503"/>
                    <a:pt x="167" y="10693"/>
                    <a:pt x="405" y="10693"/>
                  </a:cubicBezTo>
                  <a:cubicBezTo>
                    <a:pt x="619" y="10693"/>
                    <a:pt x="786" y="10479"/>
                    <a:pt x="786" y="10265"/>
                  </a:cubicBezTo>
                  <a:lnTo>
                    <a:pt x="786" y="3406"/>
                  </a:lnTo>
                  <a:lnTo>
                    <a:pt x="786" y="620"/>
                  </a:lnTo>
                  <a:lnTo>
                    <a:pt x="786" y="429"/>
                  </a:lnTo>
                  <a:cubicBezTo>
                    <a:pt x="786" y="191"/>
                    <a:pt x="619" y="1"/>
                    <a:pt x="38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94"/>
            <p:cNvSpPr/>
            <p:nvPr/>
          </p:nvSpPr>
          <p:spPr>
            <a:xfrm>
              <a:off x="5018681" y="3618137"/>
              <a:ext cx="76042" cy="88324"/>
            </a:xfrm>
            <a:custGeom>
              <a:rect b="b" l="l" r="r" t="t"/>
              <a:pathLst>
                <a:path extrusionOk="0" h="2740" w="2359">
                  <a:moveTo>
                    <a:pt x="525" y="0"/>
                  </a:moveTo>
                  <a:cubicBezTo>
                    <a:pt x="239" y="0"/>
                    <a:pt x="1" y="239"/>
                    <a:pt x="1" y="501"/>
                  </a:cubicBezTo>
                  <a:lnTo>
                    <a:pt x="1" y="2215"/>
                  </a:lnTo>
                  <a:cubicBezTo>
                    <a:pt x="1" y="2501"/>
                    <a:pt x="263" y="2739"/>
                    <a:pt x="525" y="2739"/>
                  </a:cubicBezTo>
                  <a:lnTo>
                    <a:pt x="1858" y="2739"/>
                  </a:lnTo>
                  <a:cubicBezTo>
                    <a:pt x="2120" y="2739"/>
                    <a:pt x="2359" y="2501"/>
                    <a:pt x="2359" y="2215"/>
                  </a:cubicBezTo>
                  <a:lnTo>
                    <a:pt x="2359" y="501"/>
                  </a:lnTo>
                  <a:cubicBezTo>
                    <a:pt x="2359" y="239"/>
                    <a:pt x="2120"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94"/>
            <p:cNvSpPr/>
            <p:nvPr/>
          </p:nvSpPr>
          <p:spPr>
            <a:xfrm>
              <a:off x="4743878" y="3591091"/>
              <a:ext cx="87550" cy="354134"/>
            </a:xfrm>
            <a:custGeom>
              <a:rect b="b" l="l" r="r" t="t"/>
              <a:pathLst>
                <a:path extrusionOk="0" h="10986" w="2716">
                  <a:moveTo>
                    <a:pt x="1333" y="353"/>
                  </a:moveTo>
                  <a:cubicBezTo>
                    <a:pt x="1356" y="353"/>
                    <a:pt x="1380" y="356"/>
                    <a:pt x="1405" y="363"/>
                  </a:cubicBezTo>
                  <a:cubicBezTo>
                    <a:pt x="1501" y="363"/>
                    <a:pt x="1644" y="458"/>
                    <a:pt x="1644" y="625"/>
                  </a:cubicBezTo>
                  <a:lnTo>
                    <a:pt x="1644" y="1840"/>
                  </a:lnTo>
                  <a:lnTo>
                    <a:pt x="1120" y="1840"/>
                  </a:lnTo>
                  <a:lnTo>
                    <a:pt x="1120" y="601"/>
                  </a:lnTo>
                  <a:cubicBezTo>
                    <a:pt x="1120" y="460"/>
                    <a:pt x="1205" y="353"/>
                    <a:pt x="1333" y="353"/>
                  </a:cubicBezTo>
                  <a:close/>
                  <a:moveTo>
                    <a:pt x="1596" y="4888"/>
                  </a:moveTo>
                  <a:lnTo>
                    <a:pt x="1596" y="10484"/>
                  </a:lnTo>
                  <a:cubicBezTo>
                    <a:pt x="1596" y="10615"/>
                    <a:pt x="1497" y="10725"/>
                    <a:pt x="1370" y="10725"/>
                  </a:cubicBezTo>
                  <a:cubicBezTo>
                    <a:pt x="1358" y="10725"/>
                    <a:pt x="1346" y="10724"/>
                    <a:pt x="1334" y="10722"/>
                  </a:cubicBezTo>
                  <a:cubicBezTo>
                    <a:pt x="1215" y="10722"/>
                    <a:pt x="1096" y="10603"/>
                    <a:pt x="1096" y="10437"/>
                  </a:cubicBezTo>
                  <a:lnTo>
                    <a:pt x="1096" y="4888"/>
                  </a:lnTo>
                  <a:close/>
                  <a:moveTo>
                    <a:pt x="1332" y="1"/>
                  </a:moveTo>
                  <a:cubicBezTo>
                    <a:pt x="1028" y="1"/>
                    <a:pt x="762" y="267"/>
                    <a:pt x="762" y="554"/>
                  </a:cubicBezTo>
                  <a:lnTo>
                    <a:pt x="762" y="1792"/>
                  </a:lnTo>
                  <a:lnTo>
                    <a:pt x="643" y="1792"/>
                  </a:lnTo>
                  <a:cubicBezTo>
                    <a:pt x="286" y="1792"/>
                    <a:pt x="0" y="2078"/>
                    <a:pt x="0" y="2435"/>
                  </a:cubicBezTo>
                  <a:lnTo>
                    <a:pt x="0" y="4173"/>
                  </a:lnTo>
                  <a:cubicBezTo>
                    <a:pt x="0" y="4531"/>
                    <a:pt x="286" y="4816"/>
                    <a:pt x="643" y="4816"/>
                  </a:cubicBezTo>
                  <a:lnTo>
                    <a:pt x="739" y="4816"/>
                  </a:lnTo>
                  <a:lnTo>
                    <a:pt x="739" y="10389"/>
                  </a:lnTo>
                  <a:cubicBezTo>
                    <a:pt x="739" y="10675"/>
                    <a:pt x="977" y="10937"/>
                    <a:pt x="1286" y="10984"/>
                  </a:cubicBezTo>
                  <a:cubicBezTo>
                    <a:pt x="1299" y="10985"/>
                    <a:pt x="1313" y="10986"/>
                    <a:pt x="1326" y="10986"/>
                  </a:cubicBezTo>
                  <a:cubicBezTo>
                    <a:pt x="1622" y="10986"/>
                    <a:pt x="1906" y="10732"/>
                    <a:pt x="1906" y="10413"/>
                  </a:cubicBezTo>
                  <a:lnTo>
                    <a:pt x="1906" y="4840"/>
                  </a:lnTo>
                  <a:lnTo>
                    <a:pt x="2501" y="4840"/>
                  </a:lnTo>
                  <a:cubicBezTo>
                    <a:pt x="2596" y="4840"/>
                    <a:pt x="2668" y="4769"/>
                    <a:pt x="2668" y="4674"/>
                  </a:cubicBezTo>
                  <a:lnTo>
                    <a:pt x="2668" y="3745"/>
                  </a:lnTo>
                  <a:lnTo>
                    <a:pt x="2668" y="3721"/>
                  </a:lnTo>
                  <a:cubicBezTo>
                    <a:pt x="2614" y="3658"/>
                    <a:pt x="2560" y="3633"/>
                    <a:pt x="2514" y="3633"/>
                  </a:cubicBezTo>
                  <a:cubicBezTo>
                    <a:pt x="2437" y="3633"/>
                    <a:pt x="2382" y="3703"/>
                    <a:pt x="2382" y="3792"/>
                  </a:cubicBezTo>
                  <a:lnTo>
                    <a:pt x="2382" y="4197"/>
                  </a:lnTo>
                  <a:cubicBezTo>
                    <a:pt x="2382" y="4364"/>
                    <a:pt x="2239" y="4554"/>
                    <a:pt x="2025" y="4554"/>
                  </a:cubicBezTo>
                  <a:lnTo>
                    <a:pt x="691" y="4554"/>
                  </a:lnTo>
                  <a:cubicBezTo>
                    <a:pt x="500" y="4554"/>
                    <a:pt x="334" y="4388"/>
                    <a:pt x="334" y="4197"/>
                  </a:cubicBezTo>
                  <a:lnTo>
                    <a:pt x="334" y="2459"/>
                  </a:lnTo>
                  <a:cubicBezTo>
                    <a:pt x="334" y="2292"/>
                    <a:pt x="477" y="2102"/>
                    <a:pt x="691" y="2102"/>
                  </a:cubicBezTo>
                  <a:lnTo>
                    <a:pt x="2191" y="2102"/>
                  </a:lnTo>
                  <a:cubicBezTo>
                    <a:pt x="2287" y="2102"/>
                    <a:pt x="2382" y="2197"/>
                    <a:pt x="2382" y="2292"/>
                  </a:cubicBezTo>
                  <a:lnTo>
                    <a:pt x="2382" y="2983"/>
                  </a:lnTo>
                  <a:cubicBezTo>
                    <a:pt x="2382" y="3007"/>
                    <a:pt x="2382" y="3007"/>
                    <a:pt x="2406" y="3030"/>
                  </a:cubicBezTo>
                  <a:cubicBezTo>
                    <a:pt x="2452" y="3069"/>
                    <a:pt x="2501" y="3085"/>
                    <a:pt x="2546" y="3085"/>
                  </a:cubicBezTo>
                  <a:cubicBezTo>
                    <a:pt x="2639" y="3085"/>
                    <a:pt x="2715" y="3016"/>
                    <a:pt x="2715" y="2935"/>
                  </a:cubicBezTo>
                  <a:lnTo>
                    <a:pt x="2715" y="2506"/>
                  </a:lnTo>
                  <a:cubicBezTo>
                    <a:pt x="2668" y="2102"/>
                    <a:pt x="2382" y="1816"/>
                    <a:pt x="2025" y="1816"/>
                  </a:cubicBezTo>
                  <a:lnTo>
                    <a:pt x="1929" y="1816"/>
                  </a:lnTo>
                  <a:lnTo>
                    <a:pt x="1929" y="601"/>
                  </a:lnTo>
                  <a:cubicBezTo>
                    <a:pt x="1929" y="292"/>
                    <a:pt x="1691" y="30"/>
                    <a:pt x="1405" y="6"/>
                  </a:cubicBezTo>
                  <a:cubicBezTo>
                    <a:pt x="1381" y="2"/>
                    <a:pt x="1356" y="1"/>
                    <a:pt x="13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94"/>
            <p:cNvSpPr/>
            <p:nvPr/>
          </p:nvSpPr>
          <p:spPr>
            <a:xfrm>
              <a:off x="4764605" y="3680318"/>
              <a:ext cx="45322" cy="10766"/>
            </a:xfrm>
            <a:custGeom>
              <a:rect b="b" l="l" r="r" t="t"/>
              <a:pathLst>
                <a:path extrusionOk="0" h="334" w="1406">
                  <a:moveTo>
                    <a:pt x="215" y="0"/>
                  </a:moveTo>
                  <a:cubicBezTo>
                    <a:pt x="0" y="0"/>
                    <a:pt x="0" y="334"/>
                    <a:pt x="215" y="334"/>
                  </a:cubicBezTo>
                  <a:lnTo>
                    <a:pt x="1191" y="334"/>
                  </a:lnTo>
                  <a:cubicBezTo>
                    <a:pt x="1405" y="334"/>
                    <a:pt x="1405"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94"/>
            <p:cNvSpPr/>
            <p:nvPr/>
          </p:nvSpPr>
          <p:spPr>
            <a:xfrm>
              <a:off x="4764605" y="3707170"/>
              <a:ext cx="45322" cy="10799"/>
            </a:xfrm>
            <a:custGeom>
              <a:rect b="b" l="l" r="r" t="t"/>
              <a:pathLst>
                <a:path extrusionOk="0" h="335" w="1406">
                  <a:moveTo>
                    <a:pt x="215" y="1"/>
                  </a:moveTo>
                  <a:cubicBezTo>
                    <a:pt x="0" y="1"/>
                    <a:pt x="0" y="334"/>
                    <a:pt x="215" y="334"/>
                  </a:cubicBezTo>
                  <a:lnTo>
                    <a:pt x="1191" y="334"/>
                  </a:lnTo>
                  <a:cubicBezTo>
                    <a:pt x="1405" y="334"/>
                    <a:pt x="1405" y="1"/>
                    <a:pt x="1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94"/>
            <p:cNvSpPr/>
            <p:nvPr/>
          </p:nvSpPr>
          <p:spPr>
            <a:xfrm>
              <a:off x="4835232" y="3589383"/>
              <a:ext cx="86003" cy="355101"/>
            </a:xfrm>
            <a:custGeom>
              <a:rect b="b" l="l" r="r" t="t"/>
              <a:pathLst>
                <a:path extrusionOk="0" h="11016" w="2668">
                  <a:moveTo>
                    <a:pt x="1953" y="7680"/>
                  </a:moveTo>
                  <a:cubicBezTo>
                    <a:pt x="2144" y="7680"/>
                    <a:pt x="2310" y="7822"/>
                    <a:pt x="2310" y="8037"/>
                  </a:cubicBezTo>
                  <a:lnTo>
                    <a:pt x="2310" y="9751"/>
                  </a:lnTo>
                  <a:cubicBezTo>
                    <a:pt x="2310" y="9966"/>
                    <a:pt x="2167" y="10109"/>
                    <a:pt x="1953" y="10109"/>
                  </a:cubicBezTo>
                  <a:lnTo>
                    <a:pt x="619" y="10109"/>
                  </a:lnTo>
                  <a:cubicBezTo>
                    <a:pt x="429" y="10109"/>
                    <a:pt x="262" y="9966"/>
                    <a:pt x="262" y="9751"/>
                  </a:cubicBezTo>
                  <a:lnTo>
                    <a:pt x="262" y="8037"/>
                  </a:lnTo>
                  <a:cubicBezTo>
                    <a:pt x="262" y="7846"/>
                    <a:pt x="405" y="7680"/>
                    <a:pt x="619" y="7680"/>
                  </a:cubicBezTo>
                  <a:close/>
                  <a:moveTo>
                    <a:pt x="1572" y="10418"/>
                  </a:moveTo>
                  <a:lnTo>
                    <a:pt x="1572" y="10537"/>
                  </a:lnTo>
                  <a:cubicBezTo>
                    <a:pt x="1572" y="10668"/>
                    <a:pt x="1473" y="10778"/>
                    <a:pt x="1347" y="10778"/>
                  </a:cubicBezTo>
                  <a:cubicBezTo>
                    <a:pt x="1335" y="10778"/>
                    <a:pt x="1322" y="10777"/>
                    <a:pt x="1310" y="10775"/>
                  </a:cubicBezTo>
                  <a:cubicBezTo>
                    <a:pt x="1191" y="10775"/>
                    <a:pt x="1072" y="10656"/>
                    <a:pt x="1072" y="10490"/>
                  </a:cubicBezTo>
                  <a:lnTo>
                    <a:pt x="1072" y="10418"/>
                  </a:lnTo>
                  <a:close/>
                  <a:moveTo>
                    <a:pt x="1336" y="0"/>
                  </a:moveTo>
                  <a:cubicBezTo>
                    <a:pt x="1006" y="0"/>
                    <a:pt x="739" y="263"/>
                    <a:pt x="739" y="583"/>
                  </a:cubicBezTo>
                  <a:lnTo>
                    <a:pt x="739" y="7322"/>
                  </a:lnTo>
                  <a:lnTo>
                    <a:pt x="643" y="7322"/>
                  </a:lnTo>
                  <a:cubicBezTo>
                    <a:pt x="286" y="7322"/>
                    <a:pt x="0" y="7608"/>
                    <a:pt x="0" y="7965"/>
                  </a:cubicBezTo>
                  <a:lnTo>
                    <a:pt x="0" y="9704"/>
                  </a:lnTo>
                  <a:cubicBezTo>
                    <a:pt x="0" y="10061"/>
                    <a:pt x="286" y="10347"/>
                    <a:pt x="643" y="10347"/>
                  </a:cubicBezTo>
                  <a:lnTo>
                    <a:pt x="762" y="10347"/>
                  </a:lnTo>
                  <a:lnTo>
                    <a:pt x="762" y="10418"/>
                  </a:lnTo>
                  <a:cubicBezTo>
                    <a:pt x="762" y="10704"/>
                    <a:pt x="1000" y="10966"/>
                    <a:pt x="1310" y="11014"/>
                  </a:cubicBezTo>
                  <a:cubicBezTo>
                    <a:pt x="1323" y="11015"/>
                    <a:pt x="1336" y="11015"/>
                    <a:pt x="1349" y="11015"/>
                  </a:cubicBezTo>
                  <a:cubicBezTo>
                    <a:pt x="1645" y="11015"/>
                    <a:pt x="1929" y="10761"/>
                    <a:pt x="1929" y="10442"/>
                  </a:cubicBezTo>
                  <a:lnTo>
                    <a:pt x="1929" y="10347"/>
                  </a:lnTo>
                  <a:lnTo>
                    <a:pt x="2025" y="10347"/>
                  </a:lnTo>
                  <a:cubicBezTo>
                    <a:pt x="2382" y="10347"/>
                    <a:pt x="2668" y="10061"/>
                    <a:pt x="2668" y="9704"/>
                  </a:cubicBezTo>
                  <a:lnTo>
                    <a:pt x="2668" y="8037"/>
                  </a:lnTo>
                  <a:cubicBezTo>
                    <a:pt x="2644" y="7680"/>
                    <a:pt x="2334" y="7346"/>
                    <a:pt x="1953" y="7346"/>
                  </a:cubicBezTo>
                  <a:lnTo>
                    <a:pt x="1858" y="7346"/>
                  </a:lnTo>
                  <a:lnTo>
                    <a:pt x="1858" y="2274"/>
                  </a:lnTo>
                  <a:cubicBezTo>
                    <a:pt x="1858" y="2178"/>
                    <a:pt x="1780" y="2131"/>
                    <a:pt x="1703" y="2131"/>
                  </a:cubicBezTo>
                  <a:cubicBezTo>
                    <a:pt x="1626" y="2131"/>
                    <a:pt x="1548" y="2178"/>
                    <a:pt x="1548" y="2274"/>
                  </a:cubicBezTo>
                  <a:lnTo>
                    <a:pt x="1548" y="7346"/>
                  </a:lnTo>
                  <a:lnTo>
                    <a:pt x="1072" y="7346"/>
                  </a:lnTo>
                  <a:lnTo>
                    <a:pt x="1072" y="654"/>
                  </a:lnTo>
                  <a:cubicBezTo>
                    <a:pt x="1072" y="535"/>
                    <a:pt x="1143" y="416"/>
                    <a:pt x="1310" y="369"/>
                  </a:cubicBezTo>
                  <a:cubicBezTo>
                    <a:pt x="1453" y="369"/>
                    <a:pt x="1572" y="488"/>
                    <a:pt x="1572" y="607"/>
                  </a:cubicBezTo>
                  <a:lnTo>
                    <a:pt x="1572" y="1321"/>
                  </a:lnTo>
                  <a:cubicBezTo>
                    <a:pt x="1572" y="1428"/>
                    <a:pt x="1655" y="1482"/>
                    <a:pt x="1739" y="1482"/>
                  </a:cubicBezTo>
                  <a:cubicBezTo>
                    <a:pt x="1822" y="1482"/>
                    <a:pt x="1905" y="1428"/>
                    <a:pt x="1905" y="1321"/>
                  </a:cubicBezTo>
                  <a:lnTo>
                    <a:pt x="1905" y="583"/>
                  </a:lnTo>
                  <a:cubicBezTo>
                    <a:pt x="1905" y="321"/>
                    <a:pt x="1715" y="83"/>
                    <a:pt x="1453" y="11"/>
                  </a:cubicBezTo>
                  <a:cubicBezTo>
                    <a:pt x="1413" y="4"/>
                    <a:pt x="1374" y="0"/>
                    <a:pt x="13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94"/>
            <p:cNvSpPr/>
            <p:nvPr/>
          </p:nvSpPr>
          <p:spPr>
            <a:xfrm>
              <a:off x="4854412" y="3856869"/>
              <a:ext cx="44549" cy="10799"/>
            </a:xfrm>
            <a:custGeom>
              <a:rect b="b" l="l" r="r" t="t"/>
              <a:pathLst>
                <a:path extrusionOk="0" h="335" w="1382">
                  <a:moveTo>
                    <a:pt x="191" y="1"/>
                  </a:moveTo>
                  <a:cubicBezTo>
                    <a:pt x="1" y="1"/>
                    <a:pt x="1" y="334"/>
                    <a:pt x="191" y="334"/>
                  </a:cubicBezTo>
                  <a:lnTo>
                    <a:pt x="1191" y="334"/>
                  </a:lnTo>
                  <a:cubicBezTo>
                    <a:pt x="1382" y="334"/>
                    <a:pt x="1382" y="1"/>
                    <a:pt x="1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94"/>
            <p:cNvSpPr/>
            <p:nvPr/>
          </p:nvSpPr>
          <p:spPr>
            <a:xfrm>
              <a:off x="4854412" y="3884527"/>
              <a:ext cx="44549" cy="10766"/>
            </a:xfrm>
            <a:custGeom>
              <a:rect b="b" l="l" r="r" t="t"/>
              <a:pathLst>
                <a:path extrusionOk="0" h="334" w="1382">
                  <a:moveTo>
                    <a:pt x="191" y="0"/>
                  </a:moveTo>
                  <a:cubicBezTo>
                    <a:pt x="1" y="0"/>
                    <a:pt x="1" y="333"/>
                    <a:pt x="191" y="333"/>
                  </a:cubicBezTo>
                  <a:lnTo>
                    <a:pt x="1191" y="333"/>
                  </a:lnTo>
                  <a:cubicBezTo>
                    <a:pt x="1382" y="310"/>
                    <a:pt x="1382"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94"/>
            <p:cNvSpPr/>
            <p:nvPr/>
          </p:nvSpPr>
          <p:spPr>
            <a:xfrm>
              <a:off x="4925039" y="3591091"/>
              <a:ext cx="86777" cy="354907"/>
            </a:xfrm>
            <a:custGeom>
              <a:rect b="b" l="l" r="r" t="t"/>
              <a:pathLst>
                <a:path extrusionOk="0" h="11010" w="2692">
                  <a:moveTo>
                    <a:pt x="1248" y="353"/>
                  </a:moveTo>
                  <a:cubicBezTo>
                    <a:pt x="1268" y="353"/>
                    <a:pt x="1289" y="356"/>
                    <a:pt x="1310" y="363"/>
                  </a:cubicBezTo>
                  <a:cubicBezTo>
                    <a:pt x="1429" y="363"/>
                    <a:pt x="1549" y="458"/>
                    <a:pt x="1549" y="625"/>
                  </a:cubicBezTo>
                  <a:lnTo>
                    <a:pt x="1549" y="4412"/>
                  </a:lnTo>
                  <a:lnTo>
                    <a:pt x="1048" y="4412"/>
                  </a:lnTo>
                  <a:lnTo>
                    <a:pt x="1048" y="601"/>
                  </a:lnTo>
                  <a:cubicBezTo>
                    <a:pt x="1048" y="460"/>
                    <a:pt x="1134" y="353"/>
                    <a:pt x="1248" y="353"/>
                  </a:cubicBezTo>
                  <a:close/>
                  <a:moveTo>
                    <a:pt x="1549" y="7460"/>
                  </a:moveTo>
                  <a:lnTo>
                    <a:pt x="1549" y="10484"/>
                  </a:lnTo>
                  <a:cubicBezTo>
                    <a:pt x="1549" y="10615"/>
                    <a:pt x="1449" y="10725"/>
                    <a:pt x="1323" y="10725"/>
                  </a:cubicBezTo>
                  <a:cubicBezTo>
                    <a:pt x="1311" y="10725"/>
                    <a:pt x="1299" y="10724"/>
                    <a:pt x="1287" y="10722"/>
                  </a:cubicBezTo>
                  <a:cubicBezTo>
                    <a:pt x="1167" y="10722"/>
                    <a:pt x="1048" y="10603"/>
                    <a:pt x="1048" y="10437"/>
                  </a:cubicBezTo>
                  <a:lnTo>
                    <a:pt x="1048" y="7460"/>
                  </a:lnTo>
                  <a:close/>
                  <a:moveTo>
                    <a:pt x="1237" y="1"/>
                  </a:moveTo>
                  <a:cubicBezTo>
                    <a:pt x="936" y="1"/>
                    <a:pt x="691" y="267"/>
                    <a:pt x="691" y="554"/>
                  </a:cubicBezTo>
                  <a:lnTo>
                    <a:pt x="691" y="4412"/>
                  </a:lnTo>
                  <a:lnTo>
                    <a:pt x="667" y="4412"/>
                  </a:lnTo>
                  <a:cubicBezTo>
                    <a:pt x="286" y="4412"/>
                    <a:pt x="1" y="4697"/>
                    <a:pt x="1" y="5055"/>
                  </a:cubicBezTo>
                  <a:lnTo>
                    <a:pt x="1" y="6793"/>
                  </a:lnTo>
                  <a:cubicBezTo>
                    <a:pt x="1" y="7150"/>
                    <a:pt x="286" y="7436"/>
                    <a:pt x="667" y="7436"/>
                  </a:cubicBezTo>
                  <a:lnTo>
                    <a:pt x="739" y="7436"/>
                  </a:lnTo>
                  <a:lnTo>
                    <a:pt x="739" y="10413"/>
                  </a:lnTo>
                  <a:cubicBezTo>
                    <a:pt x="739" y="10722"/>
                    <a:pt x="977" y="10984"/>
                    <a:pt x="1287" y="11008"/>
                  </a:cubicBezTo>
                  <a:cubicBezTo>
                    <a:pt x="1300" y="11009"/>
                    <a:pt x="1313" y="11010"/>
                    <a:pt x="1326" y="11010"/>
                  </a:cubicBezTo>
                  <a:cubicBezTo>
                    <a:pt x="1622" y="11010"/>
                    <a:pt x="1906" y="10756"/>
                    <a:pt x="1906" y="10437"/>
                  </a:cubicBezTo>
                  <a:lnTo>
                    <a:pt x="1906" y="7460"/>
                  </a:lnTo>
                  <a:lnTo>
                    <a:pt x="2025" y="7460"/>
                  </a:lnTo>
                  <a:cubicBezTo>
                    <a:pt x="2382" y="7460"/>
                    <a:pt x="2668" y="7174"/>
                    <a:pt x="2668" y="6817"/>
                  </a:cubicBezTo>
                  <a:lnTo>
                    <a:pt x="2668" y="6388"/>
                  </a:lnTo>
                  <a:cubicBezTo>
                    <a:pt x="2668" y="6293"/>
                    <a:pt x="2590" y="6245"/>
                    <a:pt x="2513" y="6245"/>
                  </a:cubicBezTo>
                  <a:cubicBezTo>
                    <a:pt x="2436" y="6245"/>
                    <a:pt x="2358" y="6293"/>
                    <a:pt x="2358" y="6388"/>
                  </a:cubicBezTo>
                  <a:lnTo>
                    <a:pt x="2358" y="6817"/>
                  </a:lnTo>
                  <a:cubicBezTo>
                    <a:pt x="2358" y="6984"/>
                    <a:pt x="2192" y="7174"/>
                    <a:pt x="2001" y="7174"/>
                  </a:cubicBezTo>
                  <a:lnTo>
                    <a:pt x="667" y="7174"/>
                  </a:lnTo>
                  <a:cubicBezTo>
                    <a:pt x="477" y="7174"/>
                    <a:pt x="286" y="7031"/>
                    <a:pt x="286" y="6817"/>
                  </a:cubicBezTo>
                  <a:lnTo>
                    <a:pt x="286" y="5078"/>
                  </a:lnTo>
                  <a:cubicBezTo>
                    <a:pt x="286" y="4912"/>
                    <a:pt x="453" y="4721"/>
                    <a:pt x="667" y="4721"/>
                  </a:cubicBezTo>
                  <a:lnTo>
                    <a:pt x="2001" y="4721"/>
                  </a:lnTo>
                  <a:cubicBezTo>
                    <a:pt x="2168" y="4721"/>
                    <a:pt x="2358" y="4888"/>
                    <a:pt x="2358" y="5078"/>
                  </a:cubicBezTo>
                  <a:lnTo>
                    <a:pt x="2358" y="5507"/>
                  </a:lnTo>
                  <a:cubicBezTo>
                    <a:pt x="2358" y="5614"/>
                    <a:pt x="2442" y="5668"/>
                    <a:pt x="2525" y="5668"/>
                  </a:cubicBezTo>
                  <a:cubicBezTo>
                    <a:pt x="2608" y="5668"/>
                    <a:pt x="2692" y="5614"/>
                    <a:pt x="2692" y="5507"/>
                  </a:cubicBezTo>
                  <a:lnTo>
                    <a:pt x="2692" y="5078"/>
                  </a:lnTo>
                  <a:cubicBezTo>
                    <a:pt x="2644" y="4697"/>
                    <a:pt x="2358" y="4412"/>
                    <a:pt x="1977" y="4412"/>
                  </a:cubicBezTo>
                  <a:lnTo>
                    <a:pt x="1858" y="4412"/>
                  </a:lnTo>
                  <a:lnTo>
                    <a:pt x="1858" y="601"/>
                  </a:lnTo>
                  <a:cubicBezTo>
                    <a:pt x="1858" y="292"/>
                    <a:pt x="1620" y="30"/>
                    <a:pt x="1310" y="6"/>
                  </a:cubicBezTo>
                  <a:cubicBezTo>
                    <a:pt x="1286" y="2"/>
                    <a:pt x="1261" y="1"/>
                    <a:pt x="1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94"/>
            <p:cNvSpPr/>
            <p:nvPr/>
          </p:nvSpPr>
          <p:spPr>
            <a:xfrm>
              <a:off x="4944218" y="3764000"/>
              <a:ext cx="45322" cy="9993"/>
            </a:xfrm>
            <a:custGeom>
              <a:rect b="b" l="l" r="r" t="t"/>
              <a:pathLst>
                <a:path extrusionOk="0" h="310" w="1406">
                  <a:moveTo>
                    <a:pt x="215" y="0"/>
                  </a:moveTo>
                  <a:cubicBezTo>
                    <a:pt x="1" y="0"/>
                    <a:pt x="1" y="310"/>
                    <a:pt x="215" y="310"/>
                  </a:cubicBezTo>
                  <a:lnTo>
                    <a:pt x="1192" y="310"/>
                  </a:lnTo>
                  <a:cubicBezTo>
                    <a:pt x="1406" y="310"/>
                    <a:pt x="1406" y="0"/>
                    <a:pt x="11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94"/>
            <p:cNvSpPr/>
            <p:nvPr/>
          </p:nvSpPr>
          <p:spPr>
            <a:xfrm>
              <a:off x="4944218" y="3790852"/>
              <a:ext cx="45322" cy="10025"/>
            </a:xfrm>
            <a:custGeom>
              <a:rect b="b" l="l" r="r" t="t"/>
              <a:pathLst>
                <a:path extrusionOk="0" h="311" w="1406">
                  <a:moveTo>
                    <a:pt x="215" y="1"/>
                  </a:moveTo>
                  <a:cubicBezTo>
                    <a:pt x="1" y="1"/>
                    <a:pt x="1" y="310"/>
                    <a:pt x="215" y="310"/>
                  </a:cubicBezTo>
                  <a:lnTo>
                    <a:pt x="1192" y="310"/>
                  </a:lnTo>
                  <a:cubicBezTo>
                    <a:pt x="1406" y="310"/>
                    <a:pt x="1406" y="1"/>
                    <a:pt x="1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4"/>
            <p:cNvSpPr/>
            <p:nvPr/>
          </p:nvSpPr>
          <p:spPr>
            <a:xfrm>
              <a:off x="5013330" y="3591091"/>
              <a:ext cx="86777" cy="354134"/>
            </a:xfrm>
            <a:custGeom>
              <a:rect b="b" l="l" r="r" t="t"/>
              <a:pathLst>
                <a:path extrusionOk="0" h="10986" w="2692">
                  <a:moveTo>
                    <a:pt x="1271" y="353"/>
                  </a:moveTo>
                  <a:cubicBezTo>
                    <a:pt x="1291" y="353"/>
                    <a:pt x="1312" y="356"/>
                    <a:pt x="1334" y="363"/>
                  </a:cubicBezTo>
                  <a:cubicBezTo>
                    <a:pt x="1453" y="363"/>
                    <a:pt x="1572" y="458"/>
                    <a:pt x="1572" y="625"/>
                  </a:cubicBezTo>
                  <a:lnTo>
                    <a:pt x="1572" y="673"/>
                  </a:lnTo>
                  <a:lnTo>
                    <a:pt x="1072" y="673"/>
                  </a:lnTo>
                  <a:lnTo>
                    <a:pt x="1072" y="601"/>
                  </a:lnTo>
                  <a:cubicBezTo>
                    <a:pt x="1072" y="460"/>
                    <a:pt x="1158" y="353"/>
                    <a:pt x="1271" y="353"/>
                  </a:cubicBezTo>
                  <a:close/>
                  <a:moveTo>
                    <a:pt x="2001" y="982"/>
                  </a:moveTo>
                  <a:cubicBezTo>
                    <a:pt x="2167" y="982"/>
                    <a:pt x="2358" y="1125"/>
                    <a:pt x="2358" y="1340"/>
                  </a:cubicBezTo>
                  <a:lnTo>
                    <a:pt x="2358" y="3054"/>
                  </a:lnTo>
                  <a:cubicBezTo>
                    <a:pt x="2358" y="3245"/>
                    <a:pt x="2215" y="3411"/>
                    <a:pt x="2001" y="3411"/>
                  </a:cubicBezTo>
                  <a:lnTo>
                    <a:pt x="667" y="3411"/>
                  </a:lnTo>
                  <a:cubicBezTo>
                    <a:pt x="477" y="3411"/>
                    <a:pt x="310" y="3269"/>
                    <a:pt x="310" y="3054"/>
                  </a:cubicBezTo>
                  <a:lnTo>
                    <a:pt x="310" y="1340"/>
                  </a:lnTo>
                  <a:cubicBezTo>
                    <a:pt x="310" y="1149"/>
                    <a:pt x="453" y="982"/>
                    <a:pt x="667" y="982"/>
                  </a:cubicBezTo>
                  <a:close/>
                  <a:moveTo>
                    <a:pt x="1332" y="1"/>
                  </a:moveTo>
                  <a:cubicBezTo>
                    <a:pt x="1031" y="1"/>
                    <a:pt x="786" y="267"/>
                    <a:pt x="786" y="554"/>
                  </a:cubicBezTo>
                  <a:lnTo>
                    <a:pt x="786" y="625"/>
                  </a:lnTo>
                  <a:lnTo>
                    <a:pt x="667" y="625"/>
                  </a:lnTo>
                  <a:cubicBezTo>
                    <a:pt x="310" y="625"/>
                    <a:pt x="0" y="911"/>
                    <a:pt x="0" y="1268"/>
                  </a:cubicBezTo>
                  <a:lnTo>
                    <a:pt x="0" y="3007"/>
                  </a:lnTo>
                  <a:cubicBezTo>
                    <a:pt x="0" y="3364"/>
                    <a:pt x="310" y="3650"/>
                    <a:pt x="667" y="3650"/>
                  </a:cubicBezTo>
                  <a:lnTo>
                    <a:pt x="738" y="3650"/>
                  </a:lnTo>
                  <a:lnTo>
                    <a:pt x="738" y="10389"/>
                  </a:lnTo>
                  <a:cubicBezTo>
                    <a:pt x="738" y="10675"/>
                    <a:pt x="977" y="10937"/>
                    <a:pt x="1286" y="10984"/>
                  </a:cubicBezTo>
                  <a:cubicBezTo>
                    <a:pt x="1300" y="10985"/>
                    <a:pt x="1314" y="10986"/>
                    <a:pt x="1328" y="10986"/>
                  </a:cubicBezTo>
                  <a:cubicBezTo>
                    <a:pt x="1643" y="10986"/>
                    <a:pt x="1905" y="10732"/>
                    <a:pt x="1905" y="10413"/>
                  </a:cubicBezTo>
                  <a:lnTo>
                    <a:pt x="1905" y="9675"/>
                  </a:lnTo>
                  <a:cubicBezTo>
                    <a:pt x="1905" y="9567"/>
                    <a:pt x="1834" y="9514"/>
                    <a:pt x="1763" y="9514"/>
                  </a:cubicBezTo>
                  <a:cubicBezTo>
                    <a:pt x="1691" y="9514"/>
                    <a:pt x="1620" y="9567"/>
                    <a:pt x="1620" y="9675"/>
                  </a:cubicBezTo>
                  <a:lnTo>
                    <a:pt x="1620" y="10413"/>
                  </a:lnTo>
                  <a:cubicBezTo>
                    <a:pt x="1620" y="10532"/>
                    <a:pt x="1524" y="10651"/>
                    <a:pt x="1381" y="10675"/>
                  </a:cubicBezTo>
                  <a:cubicBezTo>
                    <a:pt x="1215" y="10675"/>
                    <a:pt x="1096" y="10556"/>
                    <a:pt x="1096" y="10437"/>
                  </a:cubicBezTo>
                  <a:lnTo>
                    <a:pt x="1096" y="3721"/>
                  </a:lnTo>
                  <a:lnTo>
                    <a:pt x="1620" y="3721"/>
                  </a:lnTo>
                  <a:lnTo>
                    <a:pt x="1620" y="8841"/>
                  </a:lnTo>
                  <a:cubicBezTo>
                    <a:pt x="1620" y="8936"/>
                    <a:pt x="1697" y="8984"/>
                    <a:pt x="1774" y="8984"/>
                  </a:cubicBezTo>
                  <a:cubicBezTo>
                    <a:pt x="1852" y="8984"/>
                    <a:pt x="1929" y="8936"/>
                    <a:pt x="1929" y="8841"/>
                  </a:cubicBezTo>
                  <a:lnTo>
                    <a:pt x="1929" y="3721"/>
                  </a:lnTo>
                  <a:lnTo>
                    <a:pt x="2024" y="3721"/>
                  </a:lnTo>
                  <a:cubicBezTo>
                    <a:pt x="2382" y="3721"/>
                    <a:pt x="2691" y="3411"/>
                    <a:pt x="2691" y="3054"/>
                  </a:cubicBezTo>
                  <a:lnTo>
                    <a:pt x="2691" y="1340"/>
                  </a:lnTo>
                  <a:cubicBezTo>
                    <a:pt x="2691" y="959"/>
                    <a:pt x="2382" y="649"/>
                    <a:pt x="2024" y="649"/>
                  </a:cubicBezTo>
                  <a:lnTo>
                    <a:pt x="1929" y="649"/>
                  </a:lnTo>
                  <a:lnTo>
                    <a:pt x="1929" y="601"/>
                  </a:lnTo>
                  <a:cubicBezTo>
                    <a:pt x="1929" y="292"/>
                    <a:pt x="1691" y="30"/>
                    <a:pt x="1405" y="6"/>
                  </a:cubicBezTo>
                  <a:cubicBezTo>
                    <a:pt x="1381" y="2"/>
                    <a:pt x="1356" y="1"/>
                    <a:pt x="13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4"/>
            <p:cNvSpPr/>
            <p:nvPr/>
          </p:nvSpPr>
          <p:spPr>
            <a:xfrm>
              <a:off x="5033284" y="3642700"/>
              <a:ext cx="45322" cy="10766"/>
            </a:xfrm>
            <a:custGeom>
              <a:rect b="b" l="l" r="r" t="t"/>
              <a:pathLst>
                <a:path extrusionOk="0" h="334" w="1406">
                  <a:moveTo>
                    <a:pt x="215" y="1"/>
                  </a:moveTo>
                  <a:cubicBezTo>
                    <a:pt x="0" y="1"/>
                    <a:pt x="0" y="334"/>
                    <a:pt x="215" y="334"/>
                  </a:cubicBezTo>
                  <a:lnTo>
                    <a:pt x="1191" y="334"/>
                  </a:lnTo>
                  <a:cubicBezTo>
                    <a:pt x="1405" y="334"/>
                    <a:pt x="1405" y="1"/>
                    <a:pt x="1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94"/>
            <p:cNvSpPr/>
            <p:nvPr/>
          </p:nvSpPr>
          <p:spPr>
            <a:xfrm>
              <a:off x="5033284" y="3669584"/>
              <a:ext cx="45322" cy="10766"/>
            </a:xfrm>
            <a:custGeom>
              <a:rect b="b" l="l" r="r" t="t"/>
              <a:pathLst>
                <a:path extrusionOk="0" h="334" w="1406">
                  <a:moveTo>
                    <a:pt x="215" y="0"/>
                  </a:moveTo>
                  <a:cubicBezTo>
                    <a:pt x="0" y="0"/>
                    <a:pt x="0" y="333"/>
                    <a:pt x="215" y="333"/>
                  </a:cubicBezTo>
                  <a:lnTo>
                    <a:pt x="1191" y="333"/>
                  </a:lnTo>
                  <a:cubicBezTo>
                    <a:pt x="1405" y="333"/>
                    <a:pt x="1405"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7" name="Google Shape;19297;p94"/>
          <p:cNvGrpSpPr/>
          <p:nvPr/>
        </p:nvGrpSpPr>
        <p:grpSpPr>
          <a:xfrm>
            <a:off x="4002312" y="3439626"/>
            <a:ext cx="355455" cy="354682"/>
            <a:chOff x="4002312" y="3592026"/>
            <a:chExt cx="355455" cy="354682"/>
          </a:xfrm>
        </p:grpSpPr>
        <p:sp>
          <p:nvSpPr>
            <p:cNvPr id="19298" name="Google Shape;19298;p94"/>
            <p:cNvSpPr/>
            <p:nvPr/>
          </p:nvSpPr>
          <p:spPr>
            <a:xfrm>
              <a:off x="4007695" y="3838463"/>
              <a:ext cx="264101" cy="102894"/>
            </a:xfrm>
            <a:custGeom>
              <a:rect b="b" l="l" r="r" t="t"/>
              <a:pathLst>
                <a:path extrusionOk="0" h="3192" w="8193">
                  <a:moveTo>
                    <a:pt x="1905" y="0"/>
                  </a:moveTo>
                  <a:cubicBezTo>
                    <a:pt x="858" y="0"/>
                    <a:pt x="0" y="857"/>
                    <a:pt x="0" y="1905"/>
                  </a:cubicBezTo>
                  <a:lnTo>
                    <a:pt x="0" y="3191"/>
                  </a:lnTo>
                  <a:lnTo>
                    <a:pt x="8192" y="3191"/>
                  </a:lnTo>
                  <a:lnTo>
                    <a:pt x="8192"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94"/>
            <p:cNvSpPr/>
            <p:nvPr/>
          </p:nvSpPr>
          <p:spPr>
            <a:xfrm>
              <a:off x="4101338" y="3800071"/>
              <a:ext cx="52253" cy="64502"/>
            </a:xfrm>
            <a:custGeom>
              <a:rect b="b" l="l" r="r" t="t"/>
              <a:pathLst>
                <a:path extrusionOk="0" h="2001" w="1621">
                  <a:moveTo>
                    <a:pt x="1" y="0"/>
                  </a:moveTo>
                  <a:lnTo>
                    <a:pt x="1" y="1191"/>
                  </a:lnTo>
                  <a:cubicBezTo>
                    <a:pt x="1" y="1644"/>
                    <a:pt x="405" y="2001"/>
                    <a:pt x="834" y="2001"/>
                  </a:cubicBezTo>
                  <a:cubicBezTo>
                    <a:pt x="1263" y="2001"/>
                    <a:pt x="1620" y="1620"/>
                    <a:pt x="1620" y="1191"/>
                  </a:cubicBezTo>
                  <a:lnTo>
                    <a:pt x="1620"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94"/>
            <p:cNvSpPr/>
            <p:nvPr/>
          </p:nvSpPr>
          <p:spPr>
            <a:xfrm>
              <a:off x="4113619" y="3800071"/>
              <a:ext cx="39971" cy="65115"/>
            </a:xfrm>
            <a:custGeom>
              <a:rect b="b" l="l" r="r" t="t"/>
              <a:pathLst>
                <a:path extrusionOk="0" h="2020" w="1240">
                  <a:moveTo>
                    <a:pt x="358" y="0"/>
                  </a:moveTo>
                  <a:lnTo>
                    <a:pt x="358" y="1215"/>
                  </a:lnTo>
                  <a:cubicBezTo>
                    <a:pt x="358" y="1501"/>
                    <a:pt x="191" y="1739"/>
                    <a:pt x="1" y="1882"/>
                  </a:cubicBezTo>
                  <a:cubicBezTo>
                    <a:pt x="107" y="1970"/>
                    <a:pt x="252" y="2019"/>
                    <a:pt x="417" y="2019"/>
                  </a:cubicBezTo>
                  <a:cubicBezTo>
                    <a:pt x="475" y="2019"/>
                    <a:pt x="535" y="2013"/>
                    <a:pt x="596" y="2001"/>
                  </a:cubicBezTo>
                  <a:cubicBezTo>
                    <a:pt x="953" y="1929"/>
                    <a:pt x="1239" y="1572"/>
                    <a:pt x="1239" y="1191"/>
                  </a:cubicBezTo>
                  <a:lnTo>
                    <a:pt x="1239"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94"/>
            <p:cNvSpPr/>
            <p:nvPr/>
          </p:nvSpPr>
          <p:spPr>
            <a:xfrm>
              <a:off x="4046828" y="3658817"/>
              <a:ext cx="160498" cy="155856"/>
            </a:xfrm>
            <a:custGeom>
              <a:rect b="b" l="l" r="r" t="t"/>
              <a:pathLst>
                <a:path extrusionOk="0" h="4835" w="4979">
                  <a:moveTo>
                    <a:pt x="1" y="1"/>
                  </a:moveTo>
                  <a:lnTo>
                    <a:pt x="1" y="2549"/>
                  </a:lnTo>
                  <a:cubicBezTo>
                    <a:pt x="1" y="3787"/>
                    <a:pt x="1025" y="4835"/>
                    <a:pt x="2311" y="4835"/>
                  </a:cubicBezTo>
                  <a:lnTo>
                    <a:pt x="2692" y="4835"/>
                  </a:lnTo>
                  <a:cubicBezTo>
                    <a:pt x="3930" y="4835"/>
                    <a:pt x="4978" y="3811"/>
                    <a:pt x="4978" y="2549"/>
                  </a:cubicBezTo>
                  <a:lnTo>
                    <a:pt x="4978" y="1"/>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94"/>
            <p:cNvSpPr/>
            <p:nvPr/>
          </p:nvSpPr>
          <p:spPr>
            <a:xfrm>
              <a:off x="4112104" y="3658043"/>
              <a:ext cx="95222" cy="155888"/>
            </a:xfrm>
            <a:custGeom>
              <a:rect b="b" l="l" r="r" t="t"/>
              <a:pathLst>
                <a:path extrusionOk="0" h="4836" w="2954">
                  <a:moveTo>
                    <a:pt x="2072" y="1"/>
                  </a:moveTo>
                  <a:lnTo>
                    <a:pt x="2072" y="25"/>
                  </a:lnTo>
                  <a:lnTo>
                    <a:pt x="2072" y="2573"/>
                  </a:lnTo>
                  <a:cubicBezTo>
                    <a:pt x="2072" y="3763"/>
                    <a:pt x="1167" y="4716"/>
                    <a:pt x="0" y="4835"/>
                  </a:cubicBezTo>
                  <a:lnTo>
                    <a:pt x="667" y="4835"/>
                  </a:lnTo>
                  <a:cubicBezTo>
                    <a:pt x="1905" y="4835"/>
                    <a:pt x="2953" y="3811"/>
                    <a:pt x="2953" y="2525"/>
                  </a:cubicBezTo>
                  <a:lnTo>
                    <a:pt x="2953"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94"/>
            <p:cNvSpPr/>
            <p:nvPr/>
          </p:nvSpPr>
          <p:spPr>
            <a:xfrm>
              <a:off x="4046828" y="3596636"/>
              <a:ext cx="162787" cy="138997"/>
            </a:xfrm>
            <a:custGeom>
              <a:rect b="b" l="l" r="r" t="t"/>
              <a:pathLst>
                <a:path extrusionOk="0" h="4312" w="5050">
                  <a:moveTo>
                    <a:pt x="3049" y="1"/>
                  </a:moveTo>
                  <a:cubicBezTo>
                    <a:pt x="2589" y="1"/>
                    <a:pt x="2163" y="159"/>
                    <a:pt x="1826" y="414"/>
                  </a:cubicBezTo>
                  <a:lnTo>
                    <a:pt x="1826" y="414"/>
                  </a:lnTo>
                  <a:lnTo>
                    <a:pt x="1882" y="358"/>
                  </a:lnTo>
                  <a:lnTo>
                    <a:pt x="1382" y="358"/>
                  </a:lnTo>
                  <a:cubicBezTo>
                    <a:pt x="644" y="358"/>
                    <a:pt x="1" y="977"/>
                    <a:pt x="1" y="1739"/>
                  </a:cubicBezTo>
                  <a:lnTo>
                    <a:pt x="1" y="4311"/>
                  </a:lnTo>
                  <a:lnTo>
                    <a:pt x="453" y="4121"/>
                  </a:lnTo>
                  <a:cubicBezTo>
                    <a:pt x="596" y="4049"/>
                    <a:pt x="691" y="3906"/>
                    <a:pt x="691" y="3763"/>
                  </a:cubicBezTo>
                  <a:lnTo>
                    <a:pt x="691" y="2977"/>
                  </a:lnTo>
                  <a:cubicBezTo>
                    <a:pt x="691" y="2525"/>
                    <a:pt x="1049" y="2144"/>
                    <a:pt x="1525" y="2144"/>
                  </a:cubicBezTo>
                  <a:lnTo>
                    <a:pt x="3454" y="2144"/>
                  </a:lnTo>
                  <a:cubicBezTo>
                    <a:pt x="3930" y="2144"/>
                    <a:pt x="4335" y="2501"/>
                    <a:pt x="4335" y="2977"/>
                  </a:cubicBezTo>
                  <a:lnTo>
                    <a:pt x="4335" y="3763"/>
                  </a:lnTo>
                  <a:cubicBezTo>
                    <a:pt x="4335" y="3906"/>
                    <a:pt x="4406" y="4049"/>
                    <a:pt x="4573" y="4121"/>
                  </a:cubicBezTo>
                  <a:lnTo>
                    <a:pt x="5049" y="4311"/>
                  </a:lnTo>
                  <a:lnTo>
                    <a:pt x="5049" y="1977"/>
                  </a:lnTo>
                  <a:cubicBezTo>
                    <a:pt x="5049" y="858"/>
                    <a:pt x="4145" y="1"/>
                    <a:pt x="3049"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94"/>
            <p:cNvSpPr/>
            <p:nvPr/>
          </p:nvSpPr>
          <p:spPr>
            <a:xfrm>
              <a:off x="4010757" y="3694147"/>
              <a:ext cx="35330" cy="59893"/>
            </a:xfrm>
            <a:custGeom>
              <a:rect b="b" l="l" r="r" t="t"/>
              <a:pathLst>
                <a:path extrusionOk="0" h="1858" w="1096">
                  <a:moveTo>
                    <a:pt x="382" y="0"/>
                  </a:moveTo>
                  <a:cubicBezTo>
                    <a:pt x="167" y="0"/>
                    <a:pt x="1" y="191"/>
                    <a:pt x="1" y="405"/>
                  </a:cubicBezTo>
                  <a:lnTo>
                    <a:pt x="1" y="1477"/>
                  </a:lnTo>
                  <a:cubicBezTo>
                    <a:pt x="1" y="1691"/>
                    <a:pt x="167" y="1858"/>
                    <a:pt x="382" y="1858"/>
                  </a:cubicBezTo>
                  <a:lnTo>
                    <a:pt x="1096" y="1858"/>
                  </a:lnTo>
                  <a:lnTo>
                    <a:pt x="1096"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94"/>
            <p:cNvSpPr/>
            <p:nvPr/>
          </p:nvSpPr>
          <p:spPr>
            <a:xfrm>
              <a:off x="4100564" y="3779344"/>
              <a:ext cx="29979" cy="17697"/>
            </a:xfrm>
            <a:custGeom>
              <a:rect b="b" l="l" r="r" t="t"/>
              <a:pathLst>
                <a:path extrusionOk="0" h="549" w="930">
                  <a:moveTo>
                    <a:pt x="287" y="0"/>
                  </a:moveTo>
                  <a:cubicBezTo>
                    <a:pt x="120" y="0"/>
                    <a:pt x="1" y="120"/>
                    <a:pt x="1" y="262"/>
                  </a:cubicBezTo>
                  <a:lnTo>
                    <a:pt x="1" y="286"/>
                  </a:lnTo>
                  <a:cubicBezTo>
                    <a:pt x="1" y="429"/>
                    <a:pt x="120" y="548"/>
                    <a:pt x="287" y="548"/>
                  </a:cubicBezTo>
                  <a:lnTo>
                    <a:pt x="668" y="548"/>
                  </a:lnTo>
                  <a:cubicBezTo>
                    <a:pt x="811" y="548"/>
                    <a:pt x="930" y="429"/>
                    <a:pt x="930" y="286"/>
                  </a:cubicBezTo>
                  <a:lnTo>
                    <a:pt x="930" y="262"/>
                  </a:lnTo>
                  <a:cubicBezTo>
                    <a:pt x="930" y="120"/>
                    <a:pt x="811" y="0"/>
                    <a:pt x="668"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94"/>
            <p:cNvSpPr/>
            <p:nvPr/>
          </p:nvSpPr>
          <p:spPr>
            <a:xfrm>
              <a:off x="4042992" y="3894487"/>
              <a:ext cx="49158" cy="20759"/>
            </a:xfrm>
            <a:custGeom>
              <a:rect b="b" l="l" r="r" t="t"/>
              <a:pathLst>
                <a:path extrusionOk="0" h="644" w="1525">
                  <a:moveTo>
                    <a:pt x="1" y="1"/>
                  </a:moveTo>
                  <a:lnTo>
                    <a:pt x="1" y="644"/>
                  </a:lnTo>
                  <a:lnTo>
                    <a:pt x="1525" y="644"/>
                  </a:lnTo>
                  <a:lnTo>
                    <a:pt x="1525"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94"/>
            <p:cNvSpPr/>
            <p:nvPr/>
          </p:nvSpPr>
          <p:spPr>
            <a:xfrm>
              <a:off x="4190403" y="3778570"/>
              <a:ext cx="162755" cy="163560"/>
            </a:xfrm>
            <a:custGeom>
              <a:rect b="b" l="l" r="r" t="t"/>
              <a:pathLst>
                <a:path extrusionOk="0" h="5074" w="5049">
                  <a:moveTo>
                    <a:pt x="2524" y="1"/>
                  </a:moveTo>
                  <a:cubicBezTo>
                    <a:pt x="1119" y="1"/>
                    <a:pt x="0" y="1144"/>
                    <a:pt x="0" y="2549"/>
                  </a:cubicBezTo>
                  <a:cubicBezTo>
                    <a:pt x="0" y="3930"/>
                    <a:pt x="1119" y="5073"/>
                    <a:pt x="2524" y="5073"/>
                  </a:cubicBezTo>
                  <a:cubicBezTo>
                    <a:pt x="3906" y="5073"/>
                    <a:pt x="5049" y="3930"/>
                    <a:pt x="5049" y="2549"/>
                  </a:cubicBezTo>
                  <a:cubicBezTo>
                    <a:pt x="5049" y="1144"/>
                    <a:pt x="3906" y="1"/>
                    <a:pt x="252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94"/>
            <p:cNvSpPr/>
            <p:nvPr/>
          </p:nvSpPr>
          <p:spPr>
            <a:xfrm>
              <a:off x="4038383" y="3876822"/>
              <a:ext cx="58378" cy="42260"/>
            </a:xfrm>
            <a:custGeom>
              <a:rect b="b" l="l" r="r" t="t"/>
              <a:pathLst>
                <a:path extrusionOk="0" h="1311" w="1811">
                  <a:moveTo>
                    <a:pt x="1525" y="691"/>
                  </a:moveTo>
                  <a:lnTo>
                    <a:pt x="1525" y="1025"/>
                  </a:lnTo>
                  <a:lnTo>
                    <a:pt x="334" y="1025"/>
                  </a:lnTo>
                  <a:lnTo>
                    <a:pt x="334" y="691"/>
                  </a:lnTo>
                  <a:close/>
                  <a:moveTo>
                    <a:pt x="953" y="1"/>
                  </a:moveTo>
                  <a:cubicBezTo>
                    <a:pt x="858" y="1"/>
                    <a:pt x="787" y="72"/>
                    <a:pt x="787" y="144"/>
                  </a:cubicBezTo>
                  <a:lnTo>
                    <a:pt x="787" y="358"/>
                  </a:lnTo>
                  <a:lnTo>
                    <a:pt x="144" y="358"/>
                  </a:lnTo>
                  <a:cubicBezTo>
                    <a:pt x="72" y="358"/>
                    <a:pt x="1" y="430"/>
                    <a:pt x="1" y="501"/>
                  </a:cubicBezTo>
                  <a:lnTo>
                    <a:pt x="1" y="1168"/>
                  </a:lnTo>
                  <a:cubicBezTo>
                    <a:pt x="1" y="1263"/>
                    <a:pt x="72" y="1311"/>
                    <a:pt x="144" y="1311"/>
                  </a:cubicBezTo>
                  <a:lnTo>
                    <a:pt x="1668" y="1311"/>
                  </a:lnTo>
                  <a:cubicBezTo>
                    <a:pt x="1763" y="1311"/>
                    <a:pt x="1811" y="1263"/>
                    <a:pt x="1811" y="1168"/>
                  </a:cubicBezTo>
                  <a:lnTo>
                    <a:pt x="1811" y="501"/>
                  </a:lnTo>
                  <a:cubicBezTo>
                    <a:pt x="1811" y="430"/>
                    <a:pt x="1763" y="358"/>
                    <a:pt x="1668" y="358"/>
                  </a:cubicBezTo>
                  <a:lnTo>
                    <a:pt x="1073" y="358"/>
                  </a:lnTo>
                  <a:lnTo>
                    <a:pt x="1073" y="144"/>
                  </a:lnTo>
                  <a:cubicBezTo>
                    <a:pt x="1073" y="96"/>
                    <a:pt x="1049" y="1"/>
                    <a:pt x="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94"/>
            <p:cNvSpPr/>
            <p:nvPr/>
          </p:nvSpPr>
          <p:spPr>
            <a:xfrm>
              <a:off x="4002312" y="3592026"/>
              <a:ext cx="355455" cy="354682"/>
            </a:xfrm>
            <a:custGeom>
              <a:rect b="b" l="l" r="r" t="t"/>
              <a:pathLst>
                <a:path extrusionOk="0" h="11003" w="11027">
                  <a:moveTo>
                    <a:pt x="1215" y="3335"/>
                  </a:moveTo>
                  <a:lnTo>
                    <a:pt x="1215" y="3573"/>
                  </a:lnTo>
                  <a:lnTo>
                    <a:pt x="1215" y="4430"/>
                  </a:lnTo>
                  <a:lnTo>
                    <a:pt x="1215" y="4573"/>
                  </a:lnTo>
                  <a:lnTo>
                    <a:pt x="1215" y="4835"/>
                  </a:lnTo>
                  <a:lnTo>
                    <a:pt x="667" y="4835"/>
                  </a:lnTo>
                  <a:cubicBezTo>
                    <a:pt x="646" y="4844"/>
                    <a:pt x="625" y="4847"/>
                    <a:pt x="605" y="4847"/>
                  </a:cubicBezTo>
                  <a:cubicBezTo>
                    <a:pt x="510" y="4847"/>
                    <a:pt x="429" y="4762"/>
                    <a:pt x="429" y="4645"/>
                  </a:cubicBezTo>
                  <a:lnTo>
                    <a:pt x="429" y="3573"/>
                  </a:lnTo>
                  <a:cubicBezTo>
                    <a:pt x="429" y="3454"/>
                    <a:pt x="524" y="3335"/>
                    <a:pt x="667" y="3335"/>
                  </a:cubicBezTo>
                  <a:close/>
                  <a:moveTo>
                    <a:pt x="1263" y="5216"/>
                  </a:moveTo>
                  <a:cubicBezTo>
                    <a:pt x="1334" y="5478"/>
                    <a:pt x="1453" y="5716"/>
                    <a:pt x="1572" y="5931"/>
                  </a:cubicBezTo>
                  <a:lnTo>
                    <a:pt x="1429" y="5931"/>
                  </a:lnTo>
                  <a:cubicBezTo>
                    <a:pt x="1120" y="5931"/>
                    <a:pt x="858" y="5645"/>
                    <a:pt x="858" y="5335"/>
                  </a:cubicBezTo>
                  <a:lnTo>
                    <a:pt x="858" y="5216"/>
                  </a:lnTo>
                  <a:close/>
                  <a:moveTo>
                    <a:pt x="3716" y="5931"/>
                  </a:moveTo>
                  <a:cubicBezTo>
                    <a:pt x="3763" y="5931"/>
                    <a:pt x="3835" y="5978"/>
                    <a:pt x="3835" y="6050"/>
                  </a:cubicBezTo>
                  <a:lnTo>
                    <a:pt x="3835" y="6073"/>
                  </a:lnTo>
                  <a:cubicBezTo>
                    <a:pt x="3835" y="6121"/>
                    <a:pt x="3763" y="6192"/>
                    <a:pt x="3716" y="6192"/>
                  </a:cubicBezTo>
                  <a:lnTo>
                    <a:pt x="3311" y="6192"/>
                  </a:lnTo>
                  <a:cubicBezTo>
                    <a:pt x="3263" y="6192"/>
                    <a:pt x="3216" y="6121"/>
                    <a:pt x="3216" y="6073"/>
                  </a:cubicBezTo>
                  <a:lnTo>
                    <a:pt x="3216" y="6050"/>
                  </a:lnTo>
                  <a:cubicBezTo>
                    <a:pt x="3216" y="5978"/>
                    <a:pt x="3263" y="5931"/>
                    <a:pt x="3311" y="5931"/>
                  </a:cubicBezTo>
                  <a:close/>
                  <a:moveTo>
                    <a:pt x="4811" y="2382"/>
                  </a:moveTo>
                  <a:cubicBezTo>
                    <a:pt x="4954" y="2382"/>
                    <a:pt x="5121" y="2430"/>
                    <a:pt x="5240" y="2525"/>
                  </a:cubicBezTo>
                  <a:cubicBezTo>
                    <a:pt x="5406" y="2644"/>
                    <a:pt x="5502" y="2858"/>
                    <a:pt x="5502" y="3073"/>
                  </a:cubicBezTo>
                  <a:lnTo>
                    <a:pt x="5502" y="3906"/>
                  </a:lnTo>
                  <a:cubicBezTo>
                    <a:pt x="5502" y="4097"/>
                    <a:pt x="5621" y="4311"/>
                    <a:pt x="5835" y="4406"/>
                  </a:cubicBezTo>
                  <a:lnTo>
                    <a:pt x="6192" y="4573"/>
                  </a:lnTo>
                  <a:lnTo>
                    <a:pt x="6192" y="4621"/>
                  </a:lnTo>
                  <a:cubicBezTo>
                    <a:pt x="6192" y="5764"/>
                    <a:pt x="5240" y="6716"/>
                    <a:pt x="4073" y="6716"/>
                  </a:cubicBezTo>
                  <a:lnTo>
                    <a:pt x="3644" y="6716"/>
                  </a:lnTo>
                  <a:cubicBezTo>
                    <a:pt x="3120" y="6716"/>
                    <a:pt x="2644" y="6550"/>
                    <a:pt x="2287" y="6216"/>
                  </a:cubicBezTo>
                  <a:lnTo>
                    <a:pt x="2287" y="6216"/>
                  </a:lnTo>
                  <a:lnTo>
                    <a:pt x="2906" y="6240"/>
                  </a:lnTo>
                  <a:cubicBezTo>
                    <a:pt x="2977" y="6431"/>
                    <a:pt x="3144" y="6526"/>
                    <a:pt x="3311" y="6526"/>
                  </a:cubicBezTo>
                  <a:lnTo>
                    <a:pt x="3716" y="6526"/>
                  </a:lnTo>
                  <a:cubicBezTo>
                    <a:pt x="3954" y="6526"/>
                    <a:pt x="4168" y="6312"/>
                    <a:pt x="4168" y="6073"/>
                  </a:cubicBezTo>
                  <a:lnTo>
                    <a:pt x="4168" y="6050"/>
                  </a:lnTo>
                  <a:cubicBezTo>
                    <a:pt x="4168" y="5788"/>
                    <a:pt x="3954" y="5597"/>
                    <a:pt x="3716" y="5597"/>
                  </a:cubicBezTo>
                  <a:lnTo>
                    <a:pt x="3287" y="5597"/>
                  </a:lnTo>
                  <a:cubicBezTo>
                    <a:pt x="3096" y="5597"/>
                    <a:pt x="2930" y="5740"/>
                    <a:pt x="2882" y="5931"/>
                  </a:cubicBezTo>
                  <a:lnTo>
                    <a:pt x="1977" y="5931"/>
                  </a:lnTo>
                  <a:cubicBezTo>
                    <a:pt x="1715" y="5573"/>
                    <a:pt x="1549" y="5121"/>
                    <a:pt x="1549" y="4621"/>
                  </a:cubicBezTo>
                  <a:lnTo>
                    <a:pt x="1549" y="4549"/>
                  </a:lnTo>
                  <a:lnTo>
                    <a:pt x="1906" y="4383"/>
                  </a:lnTo>
                  <a:cubicBezTo>
                    <a:pt x="2072" y="4287"/>
                    <a:pt x="2192" y="4073"/>
                    <a:pt x="2192" y="3859"/>
                  </a:cubicBezTo>
                  <a:lnTo>
                    <a:pt x="2192" y="3073"/>
                  </a:lnTo>
                  <a:cubicBezTo>
                    <a:pt x="2192" y="2716"/>
                    <a:pt x="2501" y="2382"/>
                    <a:pt x="2882" y="2382"/>
                  </a:cubicBezTo>
                  <a:close/>
                  <a:moveTo>
                    <a:pt x="4549" y="7026"/>
                  </a:moveTo>
                  <a:lnTo>
                    <a:pt x="4549" y="7645"/>
                  </a:lnTo>
                  <a:cubicBezTo>
                    <a:pt x="4525" y="8002"/>
                    <a:pt x="4216" y="8264"/>
                    <a:pt x="3882" y="8264"/>
                  </a:cubicBezTo>
                  <a:cubicBezTo>
                    <a:pt x="3525" y="8264"/>
                    <a:pt x="3263" y="7979"/>
                    <a:pt x="3263" y="7645"/>
                  </a:cubicBezTo>
                  <a:lnTo>
                    <a:pt x="3263" y="7026"/>
                  </a:lnTo>
                  <a:cubicBezTo>
                    <a:pt x="3406" y="7050"/>
                    <a:pt x="3525" y="7050"/>
                    <a:pt x="3668" y="7050"/>
                  </a:cubicBezTo>
                  <a:lnTo>
                    <a:pt x="4097" y="7050"/>
                  </a:lnTo>
                  <a:cubicBezTo>
                    <a:pt x="4240" y="7050"/>
                    <a:pt x="4382" y="7050"/>
                    <a:pt x="4549" y="7026"/>
                  </a:cubicBezTo>
                  <a:close/>
                  <a:moveTo>
                    <a:pt x="4335" y="1"/>
                  </a:moveTo>
                  <a:cubicBezTo>
                    <a:pt x="3930" y="1"/>
                    <a:pt x="3168" y="358"/>
                    <a:pt x="3168" y="358"/>
                  </a:cubicBezTo>
                  <a:lnTo>
                    <a:pt x="2739" y="358"/>
                  </a:lnTo>
                  <a:cubicBezTo>
                    <a:pt x="2430" y="358"/>
                    <a:pt x="2144" y="453"/>
                    <a:pt x="1906" y="596"/>
                  </a:cubicBezTo>
                  <a:cubicBezTo>
                    <a:pt x="1749" y="694"/>
                    <a:pt x="1850" y="888"/>
                    <a:pt x="1983" y="888"/>
                  </a:cubicBezTo>
                  <a:cubicBezTo>
                    <a:pt x="2012" y="888"/>
                    <a:pt x="2043" y="879"/>
                    <a:pt x="2072" y="858"/>
                  </a:cubicBezTo>
                  <a:cubicBezTo>
                    <a:pt x="2287" y="739"/>
                    <a:pt x="2501" y="691"/>
                    <a:pt x="2739" y="691"/>
                  </a:cubicBezTo>
                  <a:lnTo>
                    <a:pt x="2763" y="691"/>
                  </a:lnTo>
                  <a:cubicBezTo>
                    <a:pt x="2692" y="739"/>
                    <a:pt x="2644" y="834"/>
                    <a:pt x="2573" y="882"/>
                  </a:cubicBezTo>
                  <a:cubicBezTo>
                    <a:pt x="2485" y="1022"/>
                    <a:pt x="2617" y="1150"/>
                    <a:pt x="2740" y="1150"/>
                  </a:cubicBezTo>
                  <a:cubicBezTo>
                    <a:pt x="2784" y="1150"/>
                    <a:pt x="2827" y="1134"/>
                    <a:pt x="2858" y="1096"/>
                  </a:cubicBezTo>
                  <a:cubicBezTo>
                    <a:pt x="3211" y="626"/>
                    <a:pt x="3749" y="342"/>
                    <a:pt x="4335" y="334"/>
                  </a:cubicBezTo>
                  <a:lnTo>
                    <a:pt x="4335" y="334"/>
                  </a:lnTo>
                  <a:cubicBezTo>
                    <a:pt x="5324" y="347"/>
                    <a:pt x="6145" y="1175"/>
                    <a:pt x="6145" y="2144"/>
                  </a:cubicBezTo>
                  <a:lnTo>
                    <a:pt x="6145" y="3597"/>
                  </a:lnTo>
                  <a:lnTo>
                    <a:pt x="6145" y="4216"/>
                  </a:lnTo>
                  <a:lnTo>
                    <a:pt x="5907" y="4097"/>
                  </a:lnTo>
                  <a:cubicBezTo>
                    <a:pt x="5835" y="4073"/>
                    <a:pt x="5764" y="3978"/>
                    <a:pt x="5764" y="3906"/>
                  </a:cubicBezTo>
                  <a:lnTo>
                    <a:pt x="5764" y="3120"/>
                  </a:lnTo>
                  <a:cubicBezTo>
                    <a:pt x="5764" y="2882"/>
                    <a:pt x="5716" y="2644"/>
                    <a:pt x="5549" y="2477"/>
                  </a:cubicBezTo>
                  <a:cubicBezTo>
                    <a:pt x="5359" y="2239"/>
                    <a:pt x="5073" y="2073"/>
                    <a:pt x="4763" y="2073"/>
                  </a:cubicBezTo>
                  <a:lnTo>
                    <a:pt x="2811" y="2073"/>
                  </a:lnTo>
                  <a:cubicBezTo>
                    <a:pt x="2287" y="2073"/>
                    <a:pt x="1834" y="2525"/>
                    <a:pt x="1834" y="3097"/>
                  </a:cubicBezTo>
                  <a:lnTo>
                    <a:pt x="1834" y="3859"/>
                  </a:lnTo>
                  <a:cubicBezTo>
                    <a:pt x="1834" y="3954"/>
                    <a:pt x="1787" y="4049"/>
                    <a:pt x="1715" y="4073"/>
                  </a:cubicBezTo>
                  <a:lnTo>
                    <a:pt x="1501" y="4192"/>
                  </a:lnTo>
                  <a:lnTo>
                    <a:pt x="1501" y="3597"/>
                  </a:lnTo>
                  <a:lnTo>
                    <a:pt x="1501" y="3192"/>
                  </a:lnTo>
                  <a:lnTo>
                    <a:pt x="1501" y="1882"/>
                  </a:lnTo>
                  <a:cubicBezTo>
                    <a:pt x="1501" y="1692"/>
                    <a:pt x="1549" y="1525"/>
                    <a:pt x="1620" y="1334"/>
                  </a:cubicBezTo>
                  <a:cubicBezTo>
                    <a:pt x="1685" y="1220"/>
                    <a:pt x="1572" y="1107"/>
                    <a:pt x="1464" y="1107"/>
                  </a:cubicBezTo>
                  <a:cubicBezTo>
                    <a:pt x="1414" y="1107"/>
                    <a:pt x="1364" y="1131"/>
                    <a:pt x="1334" y="1191"/>
                  </a:cubicBezTo>
                  <a:cubicBezTo>
                    <a:pt x="1239" y="1406"/>
                    <a:pt x="1191" y="1644"/>
                    <a:pt x="1191" y="1882"/>
                  </a:cubicBezTo>
                  <a:lnTo>
                    <a:pt x="1191" y="3025"/>
                  </a:lnTo>
                  <a:lnTo>
                    <a:pt x="644" y="3025"/>
                  </a:lnTo>
                  <a:cubicBezTo>
                    <a:pt x="358" y="3025"/>
                    <a:pt x="72" y="3263"/>
                    <a:pt x="72" y="3597"/>
                  </a:cubicBezTo>
                  <a:lnTo>
                    <a:pt x="72" y="4668"/>
                  </a:lnTo>
                  <a:cubicBezTo>
                    <a:pt x="72" y="4930"/>
                    <a:pt x="263" y="5145"/>
                    <a:pt x="501" y="5216"/>
                  </a:cubicBezTo>
                  <a:lnTo>
                    <a:pt x="501" y="5359"/>
                  </a:lnTo>
                  <a:cubicBezTo>
                    <a:pt x="501" y="5859"/>
                    <a:pt x="906" y="6240"/>
                    <a:pt x="1382" y="6240"/>
                  </a:cubicBezTo>
                  <a:lnTo>
                    <a:pt x="1810" y="6240"/>
                  </a:lnTo>
                  <a:cubicBezTo>
                    <a:pt x="2096" y="6574"/>
                    <a:pt x="2453" y="6812"/>
                    <a:pt x="2882" y="6955"/>
                  </a:cubicBezTo>
                  <a:lnTo>
                    <a:pt x="2882" y="7526"/>
                  </a:lnTo>
                  <a:lnTo>
                    <a:pt x="2049" y="7526"/>
                  </a:lnTo>
                  <a:cubicBezTo>
                    <a:pt x="906" y="7526"/>
                    <a:pt x="1" y="8455"/>
                    <a:pt x="1" y="9574"/>
                  </a:cubicBezTo>
                  <a:cubicBezTo>
                    <a:pt x="1" y="9681"/>
                    <a:pt x="78" y="9735"/>
                    <a:pt x="155" y="9735"/>
                  </a:cubicBezTo>
                  <a:cubicBezTo>
                    <a:pt x="233" y="9735"/>
                    <a:pt x="310" y="9681"/>
                    <a:pt x="310" y="9574"/>
                  </a:cubicBezTo>
                  <a:cubicBezTo>
                    <a:pt x="286" y="8622"/>
                    <a:pt x="1120" y="7859"/>
                    <a:pt x="2096" y="7859"/>
                  </a:cubicBezTo>
                  <a:lnTo>
                    <a:pt x="2906" y="7859"/>
                  </a:lnTo>
                  <a:cubicBezTo>
                    <a:pt x="3001" y="8288"/>
                    <a:pt x="3382" y="8645"/>
                    <a:pt x="3859" y="8645"/>
                  </a:cubicBezTo>
                  <a:cubicBezTo>
                    <a:pt x="4335" y="8645"/>
                    <a:pt x="4716" y="8336"/>
                    <a:pt x="4811" y="7859"/>
                  </a:cubicBezTo>
                  <a:lnTo>
                    <a:pt x="5716" y="7859"/>
                  </a:lnTo>
                  <a:cubicBezTo>
                    <a:pt x="5668" y="8002"/>
                    <a:pt x="5645" y="8169"/>
                    <a:pt x="5645" y="8360"/>
                  </a:cubicBezTo>
                  <a:cubicBezTo>
                    <a:pt x="5645" y="9360"/>
                    <a:pt x="6216" y="10265"/>
                    <a:pt x="7050" y="10717"/>
                  </a:cubicBezTo>
                  <a:lnTo>
                    <a:pt x="310" y="10717"/>
                  </a:lnTo>
                  <a:lnTo>
                    <a:pt x="310" y="10336"/>
                  </a:lnTo>
                  <a:cubicBezTo>
                    <a:pt x="310" y="10229"/>
                    <a:pt x="233" y="10175"/>
                    <a:pt x="155" y="10175"/>
                  </a:cubicBezTo>
                  <a:cubicBezTo>
                    <a:pt x="78" y="10175"/>
                    <a:pt x="1" y="10229"/>
                    <a:pt x="1" y="10336"/>
                  </a:cubicBezTo>
                  <a:lnTo>
                    <a:pt x="1" y="10860"/>
                  </a:lnTo>
                  <a:cubicBezTo>
                    <a:pt x="1" y="10955"/>
                    <a:pt x="48" y="11003"/>
                    <a:pt x="143" y="11003"/>
                  </a:cubicBezTo>
                  <a:lnTo>
                    <a:pt x="8288" y="11003"/>
                  </a:lnTo>
                  <a:cubicBezTo>
                    <a:pt x="8860" y="11003"/>
                    <a:pt x="9383" y="10836"/>
                    <a:pt x="9860" y="10503"/>
                  </a:cubicBezTo>
                  <a:cubicBezTo>
                    <a:pt x="10016" y="10405"/>
                    <a:pt x="9899" y="10211"/>
                    <a:pt x="9773" y="10211"/>
                  </a:cubicBezTo>
                  <a:cubicBezTo>
                    <a:pt x="9746" y="10211"/>
                    <a:pt x="9719" y="10220"/>
                    <a:pt x="9693" y="10241"/>
                  </a:cubicBezTo>
                  <a:cubicBezTo>
                    <a:pt x="9264" y="10527"/>
                    <a:pt x="8764" y="10693"/>
                    <a:pt x="8264" y="10693"/>
                  </a:cubicBezTo>
                  <a:cubicBezTo>
                    <a:pt x="7002" y="10646"/>
                    <a:pt x="6002" y="9646"/>
                    <a:pt x="5930" y="8431"/>
                  </a:cubicBezTo>
                  <a:cubicBezTo>
                    <a:pt x="5885" y="7081"/>
                    <a:pt x="6960" y="5973"/>
                    <a:pt x="8270" y="5973"/>
                  </a:cubicBezTo>
                  <a:cubicBezTo>
                    <a:pt x="8323" y="5973"/>
                    <a:pt x="8377" y="5974"/>
                    <a:pt x="8431" y="5978"/>
                  </a:cubicBezTo>
                  <a:cubicBezTo>
                    <a:pt x="9622" y="6073"/>
                    <a:pt x="10622" y="7050"/>
                    <a:pt x="10646" y="8264"/>
                  </a:cubicBezTo>
                  <a:cubicBezTo>
                    <a:pt x="10669" y="8812"/>
                    <a:pt x="10503" y="9312"/>
                    <a:pt x="10169" y="9765"/>
                  </a:cubicBezTo>
                  <a:cubicBezTo>
                    <a:pt x="10086" y="9882"/>
                    <a:pt x="10190" y="10011"/>
                    <a:pt x="10301" y="10011"/>
                  </a:cubicBezTo>
                  <a:cubicBezTo>
                    <a:pt x="10348" y="10011"/>
                    <a:pt x="10396" y="9988"/>
                    <a:pt x="10431" y="9931"/>
                  </a:cubicBezTo>
                  <a:cubicBezTo>
                    <a:pt x="10789" y="9455"/>
                    <a:pt x="10979" y="8931"/>
                    <a:pt x="10979" y="8336"/>
                  </a:cubicBezTo>
                  <a:cubicBezTo>
                    <a:pt x="11027" y="6835"/>
                    <a:pt x="9836" y="5645"/>
                    <a:pt x="8359" y="5645"/>
                  </a:cubicBezTo>
                  <a:cubicBezTo>
                    <a:pt x="7169" y="5645"/>
                    <a:pt x="6145" y="6431"/>
                    <a:pt x="5787" y="7526"/>
                  </a:cubicBezTo>
                  <a:lnTo>
                    <a:pt x="4811" y="7526"/>
                  </a:lnTo>
                  <a:lnTo>
                    <a:pt x="4811" y="6955"/>
                  </a:lnTo>
                  <a:cubicBezTo>
                    <a:pt x="4811" y="6955"/>
                    <a:pt x="6478" y="5716"/>
                    <a:pt x="6478" y="4645"/>
                  </a:cubicBezTo>
                  <a:lnTo>
                    <a:pt x="6478" y="2144"/>
                  </a:lnTo>
                  <a:cubicBezTo>
                    <a:pt x="6478" y="953"/>
                    <a:pt x="5526" y="1"/>
                    <a:pt x="43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94"/>
            <p:cNvSpPr/>
            <p:nvPr/>
          </p:nvSpPr>
          <p:spPr>
            <a:xfrm>
              <a:off x="4244139" y="3817607"/>
              <a:ext cx="57604" cy="71336"/>
            </a:xfrm>
            <a:custGeom>
              <a:rect b="b" l="l" r="r" t="t"/>
              <a:pathLst>
                <a:path extrusionOk="0" h="2213" w="1787">
                  <a:moveTo>
                    <a:pt x="869" y="0"/>
                  </a:moveTo>
                  <a:cubicBezTo>
                    <a:pt x="384" y="0"/>
                    <a:pt x="0" y="390"/>
                    <a:pt x="0" y="885"/>
                  </a:cubicBezTo>
                  <a:cubicBezTo>
                    <a:pt x="0" y="992"/>
                    <a:pt x="78" y="1046"/>
                    <a:pt x="155" y="1046"/>
                  </a:cubicBezTo>
                  <a:cubicBezTo>
                    <a:pt x="232" y="1046"/>
                    <a:pt x="310" y="992"/>
                    <a:pt x="310" y="885"/>
                  </a:cubicBezTo>
                  <a:cubicBezTo>
                    <a:pt x="310" y="566"/>
                    <a:pt x="594" y="312"/>
                    <a:pt x="911" y="312"/>
                  </a:cubicBezTo>
                  <a:cubicBezTo>
                    <a:pt x="925" y="312"/>
                    <a:pt x="939" y="313"/>
                    <a:pt x="953" y="314"/>
                  </a:cubicBezTo>
                  <a:cubicBezTo>
                    <a:pt x="1215" y="361"/>
                    <a:pt x="1429" y="552"/>
                    <a:pt x="1453" y="838"/>
                  </a:cubicBezTo>
                  <a:cubicBezTo>
                    <a:pt x="1477" y="1147"/>
                    <a:pt x="1215" y="1433"/>
                    <a:pt x="881" y="1433"/>
                  </a:cubicBezTo>
                  <a:cubicBezTo>
                    <a:pt x="786" y="1433"/>
                    <a:pt x="738" y="1481"/>
                    <a:pt x="738" y="1576"/>
                  </a:cubicBezTo>
                  <a:lnTo>
                    <a:pt x="738" y="2052"/>
                  </a:lnTo>
                  <a:cubicBezTo>
                    <a:pt x="738" y="2159"/>
                    <a:pt x="822" y="2213"/>
                    <a:pt x="905" y="2213"/>
                  </a:cubicBezTo>
                  <a:cubicBezTo>
                    <a:pt x="988" y="2213"/>
                    <a:pt x="1072" y="2159"/>
                    <a:pt x="1072" y="2052"/>
                  </a:cubicBezTo>
                  <a:lnTo>
                    <a:pt x="1072" y="1743"/>
                  </a:lnTo>
                  <a:lnTo>
                    <a:pt x="1024" y="1743"/>
                  </a:lnTo>
                  <a:cubicBezTo>
                    <a:pt x="1477" y="1671"/>
                    <a:pt x="1786" y="1266"/>
                    <a:pt x="1739" y="790"/>
                  </a:cubicBezTo>
                  <a:cubicBezTo>
                    <a:pt x="1715" y="385"/>
                    <a:pt x="1358" y="28"/>
                    <a:pt x="953" y="4"/>
                  </a:cubicBezTo>
                  <a:cubicBezTo>
                    <a:pt x="925" y="2"/>
                    <a:pt x="897" y="0"/>
                    <a:pt x="8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94"/>
            <p:cNvSpPr/>
            <p:nvPr/>
          </p:nvSpPr>
          <p:spPr>
            <a:xfrm>
              <a:off x="4264866" y="3899870"/>
              <a:ext cx="13829" cy="10766"/>
            </a:xfrm>
            <a:custGeom>
              <a:rect b="b" l="l" r="r" t="t"/>
              <a:pathLst>
                <a:path extrusionOk="0" h="334" w="429">
                  <a:moveTo>
                    <a:pt x="214" y="0"/>
                  </a:moveTo>
                  <a:cubicBezTo>
                    <a:pt x="0" y="0"/>
                    <a:pt x="0" y="334"/>
                    <a:pt x="214" y="334"/>
                  </a:cubicBezTo>
                  <a:cubicBezTo>
                    <a:pt x="429" y="334"/>
                    <a:pt x="429"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2" name="Google Shape;19312;p94"/>
          <p:cNvGrpSpPr/>
          <p:nvPr/>
        </p:nvGrpSpPr>
        <p:grpSpPr>
          <a:xfrm>
            <a:off x="3253847" y="3438853"/>
            <a:ext cx="354682" cy="355455"/>
            <a:chOff x="3253847" y="3591253"/>
            <a:chExt cx="354682" cy="355455"/>
          </a:xfrm>
        </p:grpSpPr>
        <p:sp>
          <p:nvSpPr>
            <p:cNvPr id="19313" name="Google Shape;19313;p94"/>
            <p:cNvSpPr/>
            <p:nvPr/>
          </p:nvSpPr>
          <p:spPr>
            <a:xfrm>
              <a:off x="3271512" y="3811579"/>
              <a:ext cx="126684" cy="126716"/>
            </a:xfrm>
            <a:custGeom>
              <a:rect b="b" l="l" r="r" t="t"/>
              <a:pathLst>
                <a:path extrusionOk="0" h="3931" w="3930">
                  <a:moveTo>
                    <a:pt x="1977" y="1"/>
                  </a:moveTo>
                  <a:cubicBezTo>
                    <a:pt x="905" y="1"/>
                    <a:pt x="0" y="906"/>
                    <a:pt x="0" y="1977"/>
                  </a:cubicBezTo>
                  <a:cubicBezTo>
                    <a:pt x="0" y="3049"/>
                    <a:pt x="881" y="3930"/>
                    <a:pt x="1977" y="3930"/>
                  </a:cubicBezTo>
                  <a:cubicBezTo>
                    <a:pt x="3048" y="3930"/>
                    <a:pt x="3930" y="3049"/>
                    <a:pt x="3930" y="1977"/>
                  </a:cubicBezTo>
                  <a:cubicBezTo>
                    <a:pt x="3930" y="1549"/>
                    <a:pt x="3810" y="1191"/>
                    <a:pt x="3620" y="858"/>
                  </a:cubicBezTo>
                  <a:lnTo>
                    <a:pt x="2548" y="96"/>
                  </a:lnTo>
                  <a:cubicBezTo>
                    <a:pt x="2358" y="24"/>
                    <a:pt x="2143"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94"/>
            <p:cNvSpPr/>
            <p:nvPr/>
          </p:nvSpPr>
          <p:spPr>
            <a:xfrm>
              <a:off x="3258457" y="3624261"/>
              <a:ext cx="101347" cy="102153"/>
            </a:xfrm>
            <a:custGeom>
              <a:rect b="b" l="l" r="r" t="t"/>
              <a:pathLst>
                <a:path extrusionOk="0" h="3169" w="3144">
                  <a:moveTo>
                    <a:pt x="1572" y="1"/>
                  </a:moveTo>
                  <a:cubicBezTo>
                    <a:pt x="691" y="1"/>
                    <a:pt x="0" y="715"/>
                    <a:pt x="0" y="1597"/>
                  </a:cubicBezTo>
                  <a:cubicBezTo>
                    <a:pt x="0" y="2454"/>
                    <a:pt x="691" y="3168"/>
                    <a:pt x="1572" y="3168"/>
                  </a:cubicBezTo>
                  <a:cubicBezTo>
                    <a:pt x="2453" y="3168"/>
                    <a:pt x="3144" y="2454"/>
                    <a:pt x="3144" y="1597"/>
                  </a:cubicBezTo>
                  <a:cubicBezTo>
                    <a:pt x="3144" y="715"/>
                    <a:pt x="2453" y="1"/>
                    <a:pt x="1572" y="1"/>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4"/>
            <p:cNvSpPr/>
            <p:nvPr/>
          </p:nvSpPr>
          <p:spPr>
            <a:xfrm>
              <a:off x="3283794" y="3657947"/>
              <a:ext cx="50673" cy="42357"/>
            </a:xfrm>
            <a:custGeom>
              <a:rect b="b" l="l" r="r" t="t"/>
              <a:pathLst>
                <a:path extrusionOk="0" h="1314" w="1572">
                  <a:moveTo>
                    <a:pt x="426" y="0"/>
                  </a:moveTo>
                  <a:cubicBezTo>
                    <a:pt x="212" y="0"/>
                    <a:pt x="0" y="166"/>
                    <a:pt x="0" y="456"/>
                  </a:cubicBezTo>
                  <a:cubicBezTo>
                    <a:pt x="24" y="813"/>
                    <a:pt x="286" y="1052"/>
                    <a:pt x="786" y="1314"/>
                  </a:cubicBezTo>
                  <a:cubicBezTo>
                    <a:pt x="1286" y="1052"/>
                    <a:pt x="1572" y="813"/>
                    <a:pt x="1572" y="456"/>
                  </a:cubicBezTo>
                  <a:cubicBezTo>
                    <a:pt x="1572" y="168"/>
                    <a:pt x="1354" y="10"/>
                    <a:pt x="1139" y="10"/>
                  </a:cubicBezTo>
                  <a:cubicBezTo>
                    <a:pt x="999" y="10"/>
                    <a:pt x="861" y="77"/>
                    <a:pt x="786" y="218"/>
                  </a:cubicBezTo>
                  <a:cubicBezTo>
                    <a:pt x="702" y="69"/>
                    <a:pt x="564" y="0"/>
                    <a:pt x="4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94"/>
            <p:cNvSpPr/>
            <p:nvPr/>
          </p:nvSpPr>
          <p:spPr>
            <a:xfrm>
              <a:off x="3491065" y="3865314"/>
              <a:ext cx="76784" cy="76816"/>
            </a:xfrm>
            <a:custGeom>
              <a:rect b="b" l="l" r="r" t="t"/>
              <a:pathLst>
                <a:path extrusionOk="0" h="2383" w="2382">
                  <a:moveTo>
                    <a:pt x="1191" y="1"/>
                  </a:moveTo>
                  <a:cubicBezTo>
                    <a:pt x="548" y="1"/>
                    <a:pt x="0" y="525"/>
                    <a:pt x="0" y="1191"/>
                  </a:cubicBezTo>
                  <a:cubicBezTo>
                    <a:pt x="0" y="1858"/>
                    <a:pt x="548" y="2382"/>
                    <a:pt x="1191" y="2382"/>
                  </a:cubicBezTo>
                  <a:cubicBezTo>
                    <a:pt x="1858" y="2382"/>
                    <a:pt x="2382" y="1858"/>
                    <a:pt x="2382" y="1191"/>
                  </a:cubicBezTo>
                  <a:cubicBezTo>
                    <a:pt x="2382" y="525"/>
                    <a:pt x="1858" y="1"/>
                    <a:pt x="119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94"/>
            <p:cNvSpPr/>
            <p:nvPr/>
          </p:nvSpPr>
          <p:spPr>
            <a:xfrm>
              <a:off x="3355936" y="3717936"/>
              <a:ext cx="155888" cy="148184"/>
            </a:xfrm>
            <a:custGeom>
              <a:rect b="b" l="l" r="r" t="t"/>
              <a:pathLst>
                <a:path extrusionOk="0" h="4597" w="4836">
                  <a:moveTo>
                    <a:pt x="691" y="0"/>
                  </a:moveTo>
                  <a:cubicBezTo>
                    <a:pt x="310" y="0"/>
                    <a:pt x="1" y="286"/>
                    <a:pt x="1" y="667"/>
                  </a:cubicBezTo>
                  <a:lnTo>
                    <a:pt x="1" y="3096"/>
                  </a:lnTo>
                  <a:cubicBezTo>
                    <a:pt x="1" y="3477"/>
                    <a:pt x="310" y="3763"/>
                    <a:pt x="691" y="3763"/>
                  </a:cubicBezTo>
                  <a:lnTo>
                    <a:pt x="2692" y="3763"/>
                  </a:lnTo>
                  <a:lnTo>
                    <a:pt x="2692" y="4596"/>
                  </a:lnTo>
                  <a:lnTo>
                    <a:pt x="3692" y="3763"/>
                  </a:lnTo>
                  <a:lnTo>
                    <a:pt x="4121" y="3763"/>
                  </a:lnTo>
                  <a:cubicBezTo>
                    <a:pt x="4502" y="3763"/>
                    <a:pt x="4811" y="3477"/>
                    <a:pt x="4811" y="3096"/>
                  </a:cubicBezTo>
                  <a:lnTo>
                    <a:pt x="4811" y="3072"/>
                  </a:lnTo>
                  <a:lnTo>
                    <a:pt x="4835" y="3072"/>
                  </a:lnTo>
                  <a:lnTo>
                    <a:pt x="4835"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4"/>
            <p:cNvSpPr/>
            <p:nvPr/>
          </p:nvSpPr>
          <p:spPr>
            <a:xfrm>
              <a:off x="3441906" y="3717936"/>
              <a:ext cx="69144" cy="148184"/>
            </a:xfrm>
            <a:custGeom>
              <a:rect b="b" l="l" r="r" t="t"/>
              <a:pathLst>
                <a:path extrusionOk="0" h="4597" w="2145">
                  <a:moveTo>
                    <a:pt x="1239" y="0"/>
                  </a:moveTo>
                  <a:lnTo>
                    <a:pt x="1239" y="3072"/>
                  </a:lnTo>
                  <a:cubicBezTo>
                    <a:pt x="1239" y="3477"/>
                    <a:pt x="954" y="3763"/>
                    <a:pt x="549" y="3763"/>
                  </a:cubicBezTo>
                  <a:lnTo>
                    <a:pt x="1" y="3763"/>
                  </a:lnTo>
                  <a:lnTo>
                    <a:pt x="1" y="4596"/>
                  </a:lnTo>
                  <a:lnTo>
                    <a:pt x="1025" y="3763"/>
                  </a:lnTo>
                  <a:lnTo>
                    <a:pt x="1454" y="3763"/>
                  </a:lnTo>
                  <a:cubicBezTo>
                    <a:pt x="1811" y="3763"/>
                    <a:pt x="2144" y="3477"/>
                    <a:pt x="2144" y="3072"/>
                  </a:cubicBezTo>
                  <a:lnTo>
                    <a:pt x="2144"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94"/>
            <p:cNvSpPr/>
            <p:nvPr/>
          </p:nvSpPr>
          <p:spPr>
            <a:xfrm>
              <a:off x="3454961" y="3596636"/>
              <a:ext cx="147443" cy="147411"/>
            </a:xfrm>
            <a:custGeom>
              <a:rect b="b" l="l" r="r" t="t"/>
              <a:pathLst>
                <a:path extrusionOk="0" h="4573" w="4574">
                  <a:moveTo>
                    <a:pt x="2287" y="1"/>
                  </a:moveTo>
                  <a:cubicBezTo>
                    <a:pt x="1025" y="1"/>
                    <a:pt x="1" y="1025"/>
                    <a:pt x="1" y="2287"/>
                  </a:cubicBezTo>
                  <a:cubicBezTo>
                    <a:pt x="1" y="3549"/>
                    <a:pt x="1025" y="4573"/>
                    <a:pt x="2287" y="4573"/>
                  </a:cubicBezTo>
                  <a:cubicBezTo>
                    <a:pt x="3549" y="4573"/>
                    <a:pt x="4573" y="3549"/>
                    <a:pt x="4573" y="2287"/>
                  </a:cubicBezTo>
                  <a:cubicBezTo>
                    <a:pt x="4573" y="1025"/>
                    <a:pt x="3549" y="1"/>
                    <a:pt x="2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94"/>
            <p:cNvSpPr/>
            <p:nvPr/>
          </p:nvSpPr>
          <p:spPr>
            <a:xfrm>
              <a:off x="3500252" y="3626131"/>
              <a:ext cx="69144" cy="80330"/>
            </a:xfrm>
            <a:custGeom>
              <a:rect b="b" l="l" r="r" t="t"/>
              <a:pathLst>
                <a:path extrusionOk="0" h="2492" w="2145">
                  <a:moveTo>
                    <a:pt x="1065" y="1"/>
                  </a:moveTo>
                  <a:cubicBezTo>
                    <a:pt x="998" y="1"/>
                    <a:pt x="930" y="57"/>
                    <a:pt x="930" y="133"/>
                  </a:cubicBezTo>
                  <a:cubicBezTo>
                    <a:pt x="930" y="324"/>
                    <a:pt x="858" y="515"/>
                    <a:pt x="715" y="657"/>
                  </a:cubicBezTo>
                  <a:lnTo>
                    <a:pt x="239" y="1205"/>
                  </a:lnTo>
                  <a:lnTo>
                    <a:pt x="1" y="1205"/>
                  </a:lnTo>
                  <a:lnTo>
                    <a:pt x="1" y="2301"/>
                  </a:lnTo>
                  <a:lnTo>
                    <a:pt x="263" y="2277"/>
                  </a:lnTo>
                  <a:lnTo>
                    <a:pt x="334" y="2324"/>
                  </a:lnTo>
                  <a:cubicBezTo>
                    <a:pt x="430" y="2420"/>
                    <a:pt x="620" y="2491"/>
                    <a:pt x="763" y="2491"/>
                  </a:cubicBezTo>
                  <a:lnTo>
                    <a:pt x="1930" y="2491"/>
                  </a:lnTo>
                  <a:cubicBezTo>
                    <a:pt x="2049" y="2491"/>
                    <a:pt x="2144" y="2396"/>
                    <a:pt x="2120" y="2277"/>
                  </a:cubicBezTo>
                  <a:lnTo>
                    <a:pt x="2120" y="1134"/>
                  </a:lnTo>
                  <a:cubicBezTo>
                    <a:pt x="2120" y="1015"/>
                    <a:pt x="2025" y="967"/>
                    <a:pt x="1930" y="967"/>
                  </a:cubicBezTo>
                  <a:lnTo>
                    <a:pt x="1096" y="967"/>
                  </a:lnTo>
                  <a:lnTo>
                    <a:pt x="1192" y="753"/>
                  </a:lnTo>
                  <a:cubicBezTo>
                    <a:pt x="1287" y="515"/>
                    <a:pt x="1287" y="276"/>
                    <a:pt x="1168" y="62"/>
                  </a:cubicBezTo>
                  <a:cubicBezTo>
                    <a:pt x="1142" y="19"/>
                    <a:pt x="1104" y="1"/>
                    <a:pt x="106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94"/>
            <p:cNvSpPr/>
            <p:nvPr/>
          </p:nvSpPr>
          <p:spPr>
            <a:xfrm>
              <a:off x="3488744" y="3657270"/>
              <a:ext cx="20759" cy="46870"/>
            </a:xfrm>
            <a:custGeom>
              <a:rect b="b" l="l" r="r" t="t"/>
              <a:pathLst>
                <a:path extrusionOk="0" h="1454" w="644">
                  <a:moveTo>
                    <a:pt x="1" y="1"/>
                  </a:moveTo>
                  <a:lnTo>
                    <a:pt x="1" y="1454"/>
                  </a:lnTo>
                  <a:lnTo>
                    <a:pt x="644" y="1454"/>
                  </a:lnTo>
                  <a:lnTo>
                    <a:pt x="644"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4"/>
            <p:cNvSpPr/>
            <p:nvPr/>
          </p:nvSpPr>
          <p:spPr>
            <a:xfrm>
              <a:off x="3298364" y="3838108"/>
              <a:ext cx="76042" cy="71787"/>
            </a:xfrm>
            <a:custGeom>
              <a:rect b="b" l="l" r="r" t="t"/>
              <a:pathLst>
                <a:path extrusionOk="0" h="2227" w="2359">
                  <a:moveTo>
                    <a:pt x="1310" y="988"/>
                  </a:moveTo>
                  <a:lnTo>
                    <a:pt x="1263" y="1297"/>
                  </a:lnTo>
                  <a:lnTo>
                    <a:pt x="953" y="1297"/>
                  </a:lnTo>
                  <a:lnTo>
                    <a:pt x="1025" y="988"/>
                  </a:lnTo>
                  <a:close/>
                  <a:moveTo>
                    <a:pt x="929" y="1"/>
                  </a:moveTo>
                  <a:cubicBezTo>
                    <a:pt x="861" y="1"/>
                    <a:pt x="797" y="40"/>
                    <a:pt x="787" y="130"/>
                  </a:cubicBezTo>
                  <a:lnTo>
                    <a:pt x="691" y="607"/>
                  </a:lnTo>
                  <a:lnTo>
                    <a:pt x="215" y="607"/>
                  </a:lnTo>
                  <a:cubicBezTo>
                    <a:pt x="1" y="607"/>
                    <a:pt x="1" y="940"/>
                    <a:pt x="215" y="940"/>
                  </a:cubicBezTo>
                  <a:lnTo>
                    <a:pt x="691" y="940"/>
                  </a:lnTo>
                  <a:lnTo>
                    <a:pt x="644" y="1226"/>
                  </a:lnTo>
                  <a:lnTo>
                    <a:pt x="215" y="1226"/>
                  </a:lnTo>
                  <a:cubicBezTo>
                    <a:pt x="1" y="1226"/>
                    <a:pt x="1" y="1559"/>
                    <a:pt x="215" y="1559"/>
                  </a:cubicBezTo>
                  <a:lnTo>
                    <a:pt x="596" y="1559"/>
                  </a:lnTo>
                  <a:lnTo>
                    <a:pt x="548" y="2012"/>
                  </a:lnTo>
                  <a:cubicBezTo>
                    <a:pt x="535" y="2131"/>
                    <a:pt x="625" y="2198"/>
                    <a:pt x="715" y="2198"/>
                  </a:cubicBezTo>
                  <a:cubicBezTo>
                    <a:pt x="788" y="2198"/>
                    <a:pt x="861" y="2155"/>
                    <a:pt x="882" y="2059"/>
                  </a:cubicBezTo>
                  <a:lnTo>
                    <a:pt x="953" y="1583"/>
                  </a:lnTo>
                  <a:lnTo>
                    <a:pt x="1263" y="1583"/>
                  </a:lnTo>
                  <a:lnTo>
                    <a:pt x="1191" y="2035"/>
                  </a:lnTo>
                  <a:cubicBezTo>
                    <a:pt x="1178" y="2158"/>
                    <a:pt x="1281" y="2226"/>
                    <a:pt x="1377" y="2226"/>
                  </a:cubicBezTo>
                  <a:cubicBezTo>
                    <a:pt x="1448" y="2226"/>
                    <a:pt x="1515" y="2188"/>
                    <a:pt x="1525" y="2107"/>
                  </a:cubicBezTo>
                  <a:lnTo>
                    <a:pt x="1620" y="1631"/>
                  </a:lnTo>
                  <a:lnTo>
                    <a:pt x="2144" y="1631"/>
                  </a:lnTo>
                  <a:cubicBezTo>
                    <a:pt x="2358" y="1631"/>
                    <a:pt x="2358" y="1297"/>
                    <a:pt x="2144" y="1297"/>
                  </a:cubicBezTo>
                  <a:lnTo>
                    <a:pt x="1668" y="1297"/>
                  </a:lnTo>
                  <a:lnTo>
                    <a:pt x="1739" y="988"/>
                  </a:lnTo>
                  <a:lnTo>
                    <a:pt x="2096" y="988"/>
                  </a:lnTo>
                  <a:cubicBezTo>
                    <a:pt x="2311" y="988"/>
                    <a:pt x="2311" y="678"/>
                    <a:pt x="2096" y="678"/>
                  </a:cubicBezTo>
                  <a:lnTo>
                    <a:pt x="1715" y="678"/>
                  </a:lnTo>
                  <a:lnTo>
                    <a:pt x="1763" y="225"/>
                  </a:lnTo>
                  <a:cubicBezTo>
                    <a:pt x="1777" y="103"/>
                    <a:pt x="1681" y="35"/>
                    <a:pt x="1588" y="35"/>
                  </a:cubicBezTo>
                  <a:cubicBezTo>
                    <a:pt x="1518" y="35"/>
                    <a:pt x="1450" y="73"/>
                    <a:pt x="1430" y="154"/>
                  </a:cubicBezTo>
                  <a:lnTo>
                    <a:pt x="1334" y="630"/>
                  </a:lnTo>
                  <a:lnTo>
                    <a:pt x="1049" y="630"/>
                  </a:lnTo>
                  <a:lnTo>
                    <a:pt x="1096" y="202"/>
                  </a:lnTo>
                  <a:cubicBezTo>
                    <a:pt x="1124" y="77"/>
                    <a:pt x="1023" y="1"/>
                    <a:pt x="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94"/>
            <p:cNvSpPr/>
            <p:nvPr/>
          </p:nvSpPr>
          <p:spPr>
            <a:xfrm>
              <a:off x="3253847" y="3620425"/>
              <a:ext cx="111340" cy="111340"/>
            </a:xfrm>
            <a:custGeom>
              <a:rect b="b" l="l" r="r" t="t"/>
              <a:pathLst>
                <a:path extrusionOk="0" h="3454" w="3454">
                  <a:moveTo>
                    <a:pt x="1691" y="310"/>
                  </a:moveTo>
                  <a:cubicBezTo>
                    <a:pt x="2453" y="310"/>
                    <a:pt x="3096" y="930"/>
                    <a:pt x="3096" y="1716"/>
                  </a:cubicBezTo>
                  <a:cubicBezTo>
                    <a:pt x="3096" y="2097"/>
                    <a:pt x="2930" y="2454"/>
                    <a:pt x="2668" y="2716"/>
                  </a:cubicBezTo>
                  <a:cubicBezTo>
                    <a:pt x="2406" y="2978"/>
                    <a:pt x="2048" y="3121"/>
                    <a:pt x="1691" y="3121"/>
                  </a:cubicBezTo>
                  <a:cubicBezTo>
                    <a:pt x="905" y="3121"/>
                    <a:pt x="286" y="2501"/>
                    <a:pt x="286" y="1739"/>
                  </a:cubicBezTo>
                  <a:cubicBezTo>
                    <a:pt x="310" y="1358"/>
                    <a:pt x="429" y="1001"/>
                    <a:pt x="715" y="715"/>
                  </a:cubicBezTo>
                  <a:cubicBezTo>
                    <a:pt x="977" y="453"/>
                    <a:pt x="1334" y="310"/>
                    <a:pt x="1691" y="310"/>
                  </a:cubicBezTo>
                  <a:close/>
                  <a:moveTo>
                    <a:pt x="1715" y="1"/>
                  </a:moveTo>
                  <a:cubicBezTo>
                    <a:pt x="1239" y="1"/>
                    <a:pt x="834" y="191"/>
                    <a:pt x="501" y="501"/>
                  </a:cubicBezTo>
                  <a:cubicBezTo>
                    <a:pt x="167" y="834"/>
                    <a:pt x="0" y="1287"/>
                    <a:pt x="0" y="1739"/>
                  </a:cubicBezTo>
                  <a:cubicBezTo>
                    <a:pt x="0" y="2692"/>
                    <a:pt x="763" y="3454"/>
                    <a:pt x="1715" y="3454"/>
                  </a:cubicBezTo>
                  <a:cubicBezTo>
                    <a:pt x="2191" y="3454"/>
                    <a:pt x="2620" y="3287"/>
                    <a:pt x="2930" y="2954"/>
                  </a:cubicBezTo>
                  <a:cubicBezTo>
                    <a:pt x="3263" y="2620"/>
                    <a:pt x="3454" y="2192"/>
                    <a:pt x="3454" y="1739"/>
                  </a:cubicBezTo>
                  <a:cubicBezTo>
                    <a:pt x="3454" y="787"/>
                    <a:pt x="2668" y="1"/>
                    <a:pt x="1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94"/>
            <p:cNvSpPr/>
            <p:nvPr/>
          </p:nvSpPr>
          <p:spPr>
            <a:xfrm>
              <a:off x="3278410" y="3653176"/>
              <a:ext cx="61440" cy="51544"/>
            </a:xfrm>
            <a:custGeom>
              <a:rect b="b" l="l" r="r" t="t"/>
              <a:pathLst>
                <a:path extrusionOk="0" h="1599" w="1906">
                  <a:moveTo>
                    <a:pt x="594" y="290"/>
                  </a:moveTo>
                  <a:cubicBezTo>
                    <a:pt x="686" y="290"/>
                    <a:pt x="748" y="352"/>
                    <a:pt x="810" y="414"/>
                  </a:cubicBezTo>
                  <a:cubicBezTo>
                    <a:pt x="834" y="473"/>
                    <a:pt x="894" y="503"/>
                    <a:pt x="953" y="503"/>
                  </a:cubicBezTo>
                  <a:cubicBezTo>
                    <a:pt x="1013" y="503"/>
                    <a:pt x="1072" y="473"/>
                    <a:pt x="1096" y="414"/>
                  </a:cubicBezTo>
                  <a:cubicBezTo>
                    <a:pt x="1167" y="295"/>
                    <a:pt x="1263" y="295"/>
                    <a:pt x="1334" y="295"/>
                  </a:cubicBezTo>
                  <a:cubicBezTo>
                    <a:pt x="1429" y="342"/>
                    <a:pt x="1548" y="414"/>
                    <a:pt x="1548" y="604"/>
                  </a:cubicBezTo>
                  <a:cubicBezTo>
                    <a:pt x="1548" y="842"/>
                    <a:pt x="1406" y="1009"/>
                    <a:pt x="953" y="1247"/>
                  </a:cubicBezTo>
                  <a:cubicBezTo>
                    <a:pt x="501" y="1009"/>
                    <a:pt x="358" y="842"/>
                    <a:pt x="358" y="604"/>
                  </a:cubicBezTo>
                  <a:cubicBezTo>
                    <a:pt x="358" y="414"/>
                    <a:pt x="453" y="342"/>
                    <a:pt x="548" y="295"/>
                  </a:cubicBezTo>
                  <a:cubicBezTo>
                    <a:pt x="564" y="291"/>
                    <a:pt x="579" y="290"/>
                    <a:pt x="594" y="290"/>
                  </a:cubicBezTo>
                  <a:close/>
                  <a:moveTo>
                    <a:pt x="568" y="1"/>
                  </a:moveTo>
                  <a:cubicBezTo>
                    <a:pt x="529" y="1"/>
                    <a:pt x="490" y="4"/>
                    <a:pt x="453" y="9"/>
                  </a:cubicBezTo>
                  <a:cubicBezTo>
                    <a:pt x="239" y="57"/>
                    <a:pt x="1" y="271"/>
                    <a:pt x="1" y="604"/>
                  </a:cubicBezTo>
                  <a:cubicBezTo>
                    <a:pt x="1" y="819"/>
                    <a:pt x="96" y="985"/>
                    <a:pt x="239" y="1176"/>
                  </a:cubicBezTo>
                  <a:cubicBezTo>
                    <a:pt x="382" y="1319"/>
                    <a:pt x="596" y="1438"/>
                    <a:pt x="905" y="1581"/>
                  </a:cubicBezTo>
                  <a:cubicBezTo>
                    <a:pt x="929" y="1593"/>
                    <a:pt x="959" y="1599"/>
                    <a:pt x="986" y="1599"/>
                  </a:cubicBezTo>
                  <a:cubicBezTo>
                    <a:pt x="1013" y="1599"/>
                    <a:pt x="1036" y="1593"/>
                    <a:pt x="1048" y="1581"/>
                  </a:cubicBezTo>
                  <a:cubicBezTo>
                    <a:pt x="1548" y="1319"/>
                    <a:pt x="1906" y="1057"/>
                    <a:pt x="1882" y="604"/>
                  </a:cubicBezTo>
                  <a:cubicBezTo>
                    <a:pt x="1882" y="247"/>
                    <a:pt x="1644" y="57"/>
                    <a:pt x="1406" y="9"/>
                  </a:cubicBezTo>
                  <a:cubicBezTo>
                    <a:pt x="1363" y="4"/>
                    <a:pt x="1322" y="1"/>
                    <a:pt x="1284" y="1"/>
                  </a:cubicBezTo>
                  <a:cubicBezTo>
                    <a:pt x="1151" y="1"/>
                    <a:pt x="1040" y="36"/>
                    <a:pt x="929" y="128"/>
                  </a:cubicBezTo>
                  <a:cubicBezTo>
                    <a:pt x="837" y="36"/>
                    <a:pt x="702"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94"/>
            <p:cNvSpPr/>
            <p:nvPr/>
          </p:nvSpPr>
          <p:spPr>
            <a:xfrm>
              <a:off x="3486455" y="3860705"/>
              <a:ext cx="86777" cy="86003"/>
            </a:xfrm>
            <a:custGeom>
              <a:rect b="b" l="l" r="r" t="t"/>
              <a:pathLst>
                <a:path extrusionOk="0" h="2668" w="2692">
                  <a:moveTo>
                    <a:pt x="1358" y="334"/>
                  </a:moveTo>
                  <a:cubicBezTo>
                    <a:pt x="1905" y="334"/>
                    <a:pt x="2358" y="763"/>
                    <a:pt x="2358" y="1334"/>
                  </a:cubicBezTo>
                  <a:cubicBezTo>
                    <a:pt x="2358" y="1906"/>
                    <a:pt x="1905" y="2358"/>
                    <a:pt x="1358" y="2358"/>
                  </a:cubicBezTo>
                  <a:cubicBezTo>
                    <a:pt x="786" y="2358"/>
                    <a:pt x="334" y="1906"/>
                    <a:pt x="334" y="1334"/>
                  </a:cubicBezTo>
                  <a:cubicBezTo>
                    <a:pt x="334" y="763"/>
                    <a:pt x="786" y="334"/>
                    <a:pt x="1358" y="334"/>
                  </a:cubicBezTo>
                  <a:close/>
                  <a:moveTo>
                    <a:pt x="1358" y="1"/>
                  </a:moveTo>
                  <a:cubicBezTo>
                    <a:pt x="596" y="1"/>
                    <a:pt x="0" y="596"/>
                    <a:pt x="0" y="1334"/>
                  </a:cubicBezTo>
                  <a:cubicBezTo>
                    <a:pt x="0" y="2073"/>
                    <a:pt x="596" y="2668"/>
                    <a:pt x="1358" y="2668"/>
                  </a:cubicBezTo>
                  <a:cubicBezTo>
                    <a:pt x="2096" y="2668"/>
                    <a:pt x="2691" y="2073"/>
                    <a:pt x="2691" y="1334"/>
                  </a:cubicBezTo>
                  <a:cubicBezTo>
                    <a:pt x="2691" y="596"/>
                    <a:pt x="2096" y="1"/>
                    <a:pt x="1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94"/>
            <p:cNvSpPr/>
            <p:nvPr/>
          </p:nvSpPr>
          <p:spPr>
            <a:xfrm>
              <a:off x="3507956" y="3882399"/>
              <a:ext cx="45322" cy="41873"/>
            </a:xfrm>
            <a:custGeom>
              <a:rect b="b" l="l" r="r" t="t"/>
              <a:pathLst>
                <a:path extrusionOk="0" h="1299" w="1406">
                  <a:moveTo>
                    <a:pt x="691" y="1"/>
                  </a:moveTo>
                  <a:cubicBezTo>
                    <a:pt x="607" y="1"/>
                    <a:pt x="524" y="54"/>
                    <a:pt x="524" y="161"/>
                  </a:cubicBezTo>
                  <a:lnTo>
                    <a:pt x="524" y="495"/>
                  </a:lnTo>
                  <a:lnTo>
                    <a:pt x="191" y="495"/>
                  </a:lnTo>
                  <a:cubicBezTo>
                    <a:pt x="0" y="495"/>
                    <a:pt x="0" y="804"/>
                    <a:pt x="191" y="804"/>
                  </a:cubicBezTo>
                  <a:lnTo>
                    <a:pt x="524" y="804"/>
                  </a:lnTo>
                  <a:lnTo>
                    <a:pt x="524" y="1138"/>
                  </a:lnTo>
                  <a:cubicBezTo>
                    <a:pt x="524" y="1245"/>
                    <a:pt x="607" y="1298"/>
                    <a:pt x="691" y="1298"/>
                  </a:cubicBezTo>
                  <a:cubicBezTo>
                    <a:pt x="774" y="1298"/>
                    <a:pt x="857" y="1245"/>
                    <a:pt x="857" y="1138"/>
                  </a:cubicBezTo>
                  <a:lnTo>
                    <a:pt x="857" y="804"/>
                  </a:lnTo>
                  <a:lnTo>
                    <a:pt x="1191" y="804"/>
                  </a:lnTo>
                  <a:cubicBezTo>
                    <a:pt x="1405" y="804"/>
                    <a:pt x="1405" y="495"/>
                    <a:pt x="1191" y="495"/>
                  </a:cubicBezTo>
                  <a:lnTo>
                    <a:pt x="857" y="495"/>
                  </a:lnTo>
                  <a:lnTo>
                    <a:pt x="857" y="161"/>
                  </a:lnTo>
                  <a:cubicBezTo>
                    <a:pt x="857" y="54"/>
                    <a:pt x="774" y="1"/>
                    <a:pt x="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94"/>
            <p:cNvSpPr/>
            <p:nvPr/>
          </p:nvSpPr>
          <p:spPr>
            <a:xfrm>
              <a:off x="3266129" y="3591253"/>
              <a:ext cx="342400" cy="351619"/>
            </a:xfrm>
            <a:custGeom>
              <a:rect b="b" l="l" r="r" t="t"/>
              <a:pathLst>
                <a:path extrusionOk="0" h="10908" w="10622">
                  <a:moveTo>
                    <a:pt x="6359" y="4121"/>
                  </a:moveTo>
                  <a:cubicBezTo>
                    <a:pt x="6669" y="4454"/>
                    <a:pt x="7026" y="4692"/>
                    <a:pt x="7478" y="4835"/>
                  </a:cubicBezTo>
                  <a:lnTo>
                    <a:pt x="7431" y="7050"/>
                  </a:lnTo>
                  <a:cubicBezTo>
                    <a:pt x="7431" y="7336"/>
                    <a:pt x="7192" y="7550"/>
                    <a:pt x="6930" y="7550"/>
                  </a:cubicBezTo>
                  <a:lnTo>
                    <a:pt x="6526" y="7550"/>
                  </a:lnTo>
                  <a:cubicBezTo>
                    <a:pt x="6478" y="7550"/>
                    <a:pt x="6454" y="7550"/>
                    <a:pt x="6430" y="7574"/>
                  </a:cubicBezTo>
                  <a:lnTo>
                    <a:pt x="5645" y="8217"/>
                  </a:lnTo>
                  <a:lnTo>
                    <a:pt x="5645" y="7693"/>
                  </a:lnTo>
                  <a:cubicBezTo>
                    <a:pt x="5645" y="7622"/>
                    <a:pt x="5597" y="7550"/>
                    <a:pt x="5502" y="7550"/>
                  </a:cubicBezTo>
                  <a:lnTo>
                    <a:pt x="3501" y="7550"/>
                  </a:lnTo>
                  <a:cubicBezTo>
                    <a:pt x="3215" y="7550"/>
                    <a:pt x="3001" y="7312"/>
                    <a:pt x="3001" y="7050"/>
                  </a:cubicBezTo>
                  <a:lnTo>
                    <a:pt x="3001" y="4645"/>
                  </a:lnTo>
                  <a:cubicBezTo>
                    <a:pt x="3001" y="4335"/>
                    <a:pt x="3239" y="4121"/>
                    <a:pt x="3501" y="4121"/>
                  </a:cubicBezTo>
                  <a:close/>
                  <a:moveTo>
                    <a:pt x="8193" y="1"/>
                  </a:moveTo>
                  <a:cubicBezTo>
                    <a:pt x="7978" y="1"/>
                    <a:pt x="7740" y="25"/>
                    <a:pt x="7526" y="72"/>
                  </a:cubicBezTo>
                  <a:cubicBezTo>
                    <a:pt x="7328" y="138"/>
                    <a:pt x="7394" y="387"/>
                    <a:pt x="7574" y="387"/>
                  </a:cubicBezTo>
                  <a:cubicBezTo>
                    <a:pt x="7589" y="387"/>
                    <a:pt x="7605" y="386"/>
                    <a:pt x="7621" y="382"/>
                  </a:cubicBezTo>
                  <a:cubicBezTo>
                    <a:pt x="7788" y="311"/>
                    <a:pt x="7978" y="287"/>
                    <a:pt x="8193" y="287"/>
                  </a:cubicBezTo>
                  <a:cubicBezTo>
                    <a:pt x="9383" y="287"/>
                    <a:pt x="10336" y="1239"/>
                    <a:pt x="10336" y="2430"/>
                  </a:cubicBezTo>
                  <a:cubicBezTo>
                    <a:pt x="10336" y="3621"/>
                    <a:pt x="9383" y="4573"/>
                    <a:pt x="8193" y="4573"/>
                  </a:cubicBezTo>
                  <a:cubicBezTo>
                    <a:pt x="7002" y="4573"/>
                    <a:pt x="6049" y="3621"/>
                    <a:pt x="6049" y="2430"/>
                  </a:cubicBezTo>
                  <a:cubicBezTo>
                    <a:pt x="6049" y="1739"/>
                    <a:pt x="6359" y="1120"/>
                    <a:pt x="6907" y="715"/>
                  </a:cubicBezTo>
                  <a:cubicBezTo>
                    <a:pt x="7046" y="616"/>
                    <a:pt x="6920" y="401"/>
                    <a:pt x="6791" y="401"/>
                  </a:cubicBezTo>
                  <a:cubicBezTo>
                    <a:pt x="6766" y="401"/>
                    <a:pt x="6740" y="410"/>
                    <a:pt x="6716" y="430"/>
                  </a:cubicBezTo>
                  <a:cubicBezTo>
                    <a:pt x="6097" y="906"/>
                    <a:pt x="5716" y="1620"/>
                    <a:pt x="5716" y="2430"/>
                  </a:cubicBezTo>
                  <a:cubicBezTo>
                    <a:pt x="5716" y="2906"/>
                    <a:pt x="5859" y="3383"/>
                    <a:pt x="6097" y="3740"/>
                  </a:cubicBezTo>
                  <a:lnTo>
                    <a:pt x="3477" y="3740"/>
                  </a:lnTo>
                  <a:cubicBezTo>
                    <a:pt x="3001" y="3740"/>
                    <a:pt x="2644" y="4121"/>
                    <a:pt x="2644" y="4573"/>
                  </a:cubicBezTo>
                  <a:lnTo>
                    <a:pt x="2644" y="6693"/>
                  </a:lnTo>
                  <a:cubicBezTo>
                    <a:pt x="2501" y="6669"/>
                    <a:pt x="2310" y="6621"/>
                    <a:pt x="2144" y="6621"/>
                  </a:cubicBezTo>
                  <a:cubicBezTo>
                    <a:pt x="953" y="6621"/>
                    <a:pt x="0" y="7574"/>
                    <a:pt x="0" y="8765"/>
                  </a:cubicBezTo>
                  <a:cubicBezTo>
                    <a:pt x="0" y="9955"/>
                    <a:pt x="953" y="10908"/>
                    <a:pt x="2144" y="10908"/>
                  </a:cubicBezTo>
                  <a:cubicBezTo>
                    <a:pt x="2501" y="10908"/>
                    <a:pt x="2834" y="10836"/>
                    <a:pt x="3120" y="10670"/>
                  </a:cubicBezTo>
                  <a:cubicBezTo>
                    <a:pt x="3284" y="10588"/>
                    <a:pt x="3184" y="10365"/>
                    <a:pt x="3046" y="10365"/>
                  </a:cubicBezTo>
                  <a:cubicBezTo>
                    <a:pt x="3024" y="10365"/>
                    <a:pt x="3001" y="10371"/>
                    <a:pt x="2977" y="10384"/>
                  </a:cubicBezTo>
                  <a:cubicBezTo>
                    <a:pt x="2715" y="10527"/>
                    <a:pt x="2430" y="10575"/>
                    <a:pt x="2144" y="10575"/>
                  </a:cubicBezTo>
                  <a:cubicBezTo>
                    <a:pt x="1120" y="10575"/>
                    <a:pt x="310" y="9789"/>
                    <a:pt x="310" y="8765"/>
                  </a:cubicBezTo>
                  <a:cubicBezTo>
                    <a:pt x="310" y="7764"/>
                    <a:pt x="1120" y="6955"/>
                    <a:pt x="2144" y="6955"/>
                  </a:cubicBezTo>
                  <a:cubicBezTo>
                    <a:pt x="2310" y="6955"/>
                    <a:pt x="2477" y="6979"/>
                    <a:pt x="2644" y="7002"/>
                  </a:cubicBezTo>
                  <a:cubicBezTo>
                    <a:pt x="2668" y="7455"/>
                    <a:pt x="3025" y="7812"/>
                    <a:pt x="3477" y="7812"/>
                  </a:cubicBezTo>
                  <a:lnTo>
                    <a:pt x="3692" y="7812"/>
                  </a:lnTo>
                  <a:cubicBezTo>
                    <a:pt x="3858" y="8122"/>
                    <a:pt x="3954" y="8407"/>
                    <a:pt x="3954" y="8765"/>
                  </a:cubicBezTo>
                  <a:cubicBezTo>
                    <a:pt x="3954" y="9217"/>
                    <a:pt x="3811" y="9622"/>
                    <a:pt x="3501" y="9955"/>
                  </a:cubicBezTo>
                  <a:cubicBezTo>
                    <a:pt x="3392" y="10065"/>
                    <a:pt x="3520" y="10217"/>
                    <a:pt x="3640" y="10217"/>
                  </a:cubicBezTo>
                  <a:cubicBezTo>
                    <a:pt x="3676" y="10217"/>
                    <a:pt x="3712" y="10203"/>
                    <a:pt x="3739" y="10170"/>
                  </a:cubicBezTo>
                  <a:cubicBezTo>
                    <a:pt x="4073" y="9789"/>
                    <a:pt x="4239" y="9265"/>
                    <a:pt x="4239" y="8765"/>
                  </a:cubicBezTo>
                  <a:cubicBezTo>
                    <a:pt x="4239" y="8431"/>
                    <a:pt x="4168" y="8122"/>
                    <a:pt x="4049" y="7812"/>
                  </a:cubicBezTo>
                  <a:lnTo>
                    <a:pt x="5287" y="7812"/>
                  </a:lnTo>
                  <a:lnTo>
                    <a:pt x="5287" y="8503"/>
                  </a:lnTo>
                  <a:cubicBezTo>
                    <a:pt x="5287" y="8588"/>
                    <a:pt x="5360" y="8661"/>
                    <a:pt x="5445" y="8661"/>
                  </a:cubicBezTo>
                  <a:cubicBezTo>
                    <a:pt x="5479" y="8661"/>
                    <a:pt x="5515" y="8649"/>
                    <a:pt x="5549" y="8622"/>
                  </a:cubicBezTo>
                  <a:lnTo>
                    <a:pt x="6549" y="7812"/>
                  </a:lnTo>
                  <a:lnTo>
                    <a:pt x="6907" y="7812"/>
                  </a:lnTo>
                  <a:cubicBezTo>
                    <a:pt x="7335" y="7812"/>
                    <a:pt x="7740" y="7431"/>
                    <a:pt x="7740" y="6979"/>
                  </a:cubicBezTo>
                  <a:lnTo>
                    <a:pt x="7740" y="4835"/>
                  </a:lnTo>
                  <a:cubicBezTo>
                    <a:pt x="7859" y="4859"/>
                    <a:pt x="8002" y="4859"/>
                    <a:pt x="8145" y="4859"/>
                  </a:cubicBezTo>
                  <a:cubicBezTo>
                    <a:pt x="9526" y="4859"/>
                    <a:pt x="10622" y="3764"/>
                    <a:pt x="10622" y="2406"/>
                  </a:cubicBezTo>
                  <a:cubicBezTo>
                    <a:pt x="10622" y="1025"/>
                    <a:pt x="9526" y="1"/>
                    <a:pt x="81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94"/>
            <p:cNvSpPr/>
            <p:nvPr/>
          </p:nvSpPr>
          <p:spPr>
            <a:xfrm>
              <a:off x="3482619" y="3618813"/>
              <a:ext cx="91386" cy="92224"/>
            </a:xfrm>
            <a:custGeom>
              <a:rect b="b" l="l" r="r" t="t"/>
              <a:pathLst>
                <a:path extrusionOk="0" h="2861" w="2835">
                  <a:moveTo>
                    <a:pt x="667" y="1361"/>
                  </a:moveTo>
                  <a:lnTo>
                    <a:pt x="667" y="2504"/>
                  </a:lnTo>
                  <a:lnTo>
                    <a:pt x="334" y="2504"/>
                  </a:lnTo>
                  <a:lnTo>
                    <a:pt x="334" y="1361"/>
                  </a:lnTo>
                  <a:close/>
                  <a:moveTo>
                    <a:pt x="1715" y="456"/>
                  </a:moveTo>
                  <a:lnTo>
                    <a:pt x="1715" y="456"/>
                  </a:lnTo>
                  <a:cubicBezTo>
                    <a:pt x="1786" y="694"/>
                    <a:pt x="1667" y="884"/>
                    <a:pt x="1596" y="1123"/>
                  </a:cubicBezTo>
                  <a:cubicBezTo>
                    <a:pt x="1548" y="1218"/>
                    <a:pt x="1620" y="1361"/>
                    <a:pt x="1739" y="1361"/>
                  </a:cubicBezTo>
                  <a:lnTo>
                    <a:pt x="2501" y="1337"/>
                  </a:lnTo>
                  <a:cubicBezTo>
                    <a:pt x="2548" y="1408"/>
                    <a:pt x="2548" y="2432"/>
                    <a:pt x="2548" y="2504"/>
                  </a:cubicBezTo>
                  <a:cubicBezTo>
                    <a:pt x="2548" y="2528"/>
                    <a:pt x="2548" y="2528"/>
                    <a:pt x="2501" y="2528"/>
                  </a:cubicBezTo>
                  <a:lnTo>
                    <a:pt x="1381" y="2528"/>
                  </a:lnTo>
                  <a:cubicBezTo>
                    <a:pt x="1239" y="2528"/>
                    <a:pt x="1119" y="2480"/>
                    <a:pt x="977" y="2385"/>
                  </a:cubicBezTo>
                  <a:lnTo>
                    <a:pt x="977" y="1480"/>
                  </a:lnTo>
                  <a:lnTo>
                    <a:pt x="1477" y="956"/>
                  </a:lnTo>
                  <a:cubicBezTo>
                    <a:pt x="1572" y="813"/>
                    <a:pt x="1667" y="622"/>
                    <a:pt x="1715" y="456"/>
                  </a:cubicBezTo>
                  <a:close/>
                  <a:moveTo>
                    <a:pt x="1664" y="1"/>
                  </a:moveTo>
                  <a:cubicBezTo>
                    <a:pt x="1525" y="1"/>
                    <a:pt x="1381" y="113"/>
                    <a:pt x="1381" y="289"/>
                  </a:cubicBezTo>
                  <a:cubicBezTo>
                    <a:pt x="1381" y="456"/>
                    <a:pt x="1310" y="622"/>
                    <a:pt x="1191" y="742"/>
                  </a:cubicBezTo>
                  <a:lnTo>
                    <a:pt x="905" y="1075"/>
                  </a:lnTo>
                  <a:cubicBezTo>
                    <a:pt x="881" y="1051"/>
                    <a:pt x="834" y="1051"/>
                    <a:pt x="810" y="1051"/>
                  </a:cubicBezTo>
                  <a:lnTo>
                    <a:pt x="167" y="1051"/>
                  </a:lnTo>
                  <a:cubicBezTo>
                    <a:pt x="72" y="1051"/>
                    <a:pt x="0" y="1218"/>
                    <a:pt x="0" y="1218"/>
                  </a:cubicBezTo>
                  <a:lnTo>
                    <a:pt x="0" y="2670"/>
                  </a:lnTo>
                  <a:cubicBezTo>
                    <a:pt x="0" y="2670"/>
                    <a:pt x="72" y="2837"/>
                    <a:pt x="167" y="2837"/>
                  </a:cubicBezTo>
                  <a:lnTo>
                    <a:pt x="810" y="2837"/>
                  </a:lnTo>
                  <a:cubicBezTo>
                    <a:pt x="881" y="2837"/>
                    <a:pt x="905" y="2790"/>
                    <a:pt x="929" y="2766"/>
                  </a:cubicBezTo>
                  <a:cubicBezTo>
                    <a:pt x="1048" y="2837"/>
                    <a:pt x="1334" y="2861"/>
                    <a:pt x="1334" y="2861"/>
                  </a:cubicBezTo>
                  <a:lnTo>
                    <a:pt x="2477" y="2861"/>
                  </a:lnTo>
                  <a:cubicBezTo>
                    <a:pt x="2691" y="2861"/>
                    <a:pt x="2834" y="2670"/>
                    <a:pt x="2834" y="2504"/>
                  </a:cubicBezTo>
                  <a:lnTo>
                    <a:pt x="2834" y="1361"/>
                  </a:lnTo>
                  <a:cubicBezTo>
                    <a:pt x="2834" y="1170"/>
                    <a:pt x="2691" y="1003"/>
                    <a:pt x="2477" y="1003"/>
                  </a:cubicBezTo>
                  <a:lnTo>
                    <a:pt x="1953" y="1003"/>
                  </a:lnTo>
                  <a:cubicBezTo>
                    <a:pt x="2072" y="742"/>
                    <a:pt x="2024" y="408"/>
                    <a:pt x="1882" y="146"/>
                  </a:cubicBezTo>
                  <a:cubicBezTo>
                    <a:pt x="1836" y="45"/>
                    <a:pt x="1751" y="1"/>
                    <a:pt x="1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94"/>
            <p:cNvSpPr/>
            <p:nvPr/>
          </p:nvSpPr>
          <p:spPr>
            <a:xfrm>
              <a:off x="3459571" y="3757843"/>
              <a:ext cx="25369" cy="10799"/>
            </a:xfrm>
            <a:custGeom>
              <a:rect b="b" l="l" r="r" t="t"/>
              <a:pathLst>
                <a:path extrusionOk="0" h="335" w="787">
                  <a:moveTo>
                    <a:pt x="167" y="1"/>
                  </a:moveTo>
                  <a:cubicBezTo>
                    <a:pt x="96" y="24"/>
                    <a:pt x="1" y="96"/>
                    <a:pt x="1" y="191"/>
                  </a:cubicBezTo>
                  <a:cubicBezTo>
                    <a:pt x="1" y="263"/>
                    <a:pt x="72" y="334"/>
                    <a:pt x="167" y="334"/>
                  </a:cubicBezTo>
                  <a:lnTo>
                    <a:pt x="572" y="334"/>
                  </a:lnTo>
                  <a:cubicBezTo>
                    <a:pt x="787" y="334"/>
                    <a:pt x="787"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94"/>
            <p:cNvSpPr/>
            <p:nvPr/>
          </p:nvSpPr>
          <p:spPr>
            <a:xfrm>
              <a:off x="3381272" y="3758617"/>
              <a:ext cx="60666" cy="10766"/>
            </a:xfrm>
            <a:custGeom>
              <a:rect b="b" l="l" r="r" t="t"/>
              <a:pathLst>
                <a:path extrusionOk="0" h="334" w="1882">
                  <a:moveTo>
                    <a:pt x="215" y="0"/>
                  </a:moveTo>
                  <a:cubicBezTo>
                    <a:pt x="1" y="0"/>
                    <a:pt x="1" y="334"/>
                    <a:pt x="215" y="334"/>
                  </a:cubicBezTo>
                  <a:lnTo>
                    <a:pt x="1668" y="334"/>
                  </a:lnTo>
                  <a:cubicBezTo>
                    <a:pt x="1882" y="334"/>
                    <a:pt x="1882" y="0"/>
                    <a:pt x="1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94"/>
            <p:cNvSpPr/>
            <p:nvPr/>
          </p:nvSpPr>
          <p:spPr>
            <a:xfrm>
              <a:off x="3381272" y="3791625"/>
              <a:ext cx="26916" cy="10766"/>
            </a:xfrm>
            <a:custGeom>
              <a:rect b="b" l="l" r="r" t="t"/>
              <a:pathLst>
                <a:path extrusionOk="0" h="334" w="835">
                  <a:moveTo>
                    <a:pt x="215" y="0"/>
                  </a:moveTo>
                  <a:cubicBezTo>
                    <a:pt x="1" y="0"/>
                    <a:pt x="1" y="334"/>
                    <a:pt x="215" y="334"/>
                  </a:cubicBezTo>
                  <a:lnTo>
                    <a:pt x="620" y="334"/>
                  </a:lnTo>
                  <a:cubicBezTo>
                    <a:pt x="834" y="334"/>
                    <a:pt x="834"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94"/>
            <p:cNvSpPr/>
            <p:nvPr/>
          </p:nvSpPr>
          <p:spPr>
            <a:xfrm>
              <a:off x="3425047" y="3791625"/>
              <a:ext cx="60666" cy="10766"/>
            </a:xfrm>
            <a:custGeom>
              <a:rect b="b" l="l" r="r" t="t"/>
              <a:pathLst>
                <a:path extrusionOk="0" h="334" w="1882">
                  <a:moveTo>
                    <a:pt x="214" y="0"/>
                  </a:moveTo>
                  <a:cubicBezTo>
                    <a:pt x="0" y="0"/>
                    <a:pt x="0" y="334"/>
                    <a:pt x="214" y="334"/>
                  </a:cubicBezTo>
                  <a:lnTo>
                    <a:pt x="1667" y="334"/>
                  </a:lnTo>
                  <a:cubicBezTo>
                    <a:pt x="1881" y="334"/>
                    <a:pt x="1881" y="0"/>
                    <a:pt x="1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3" name="Google Shape;19333;p94"/>
          <p:cNvGrpSpPr/>
          <p:nvPr/>
        </p:nvGrpSpPr>
        <p:grpSpPr>
          <a:xfrm>
            <a:off x="2523048" y="3439626"/>
            <a:ext cx="355455" cy="356229"/>
            <a:chOff x="2523048" y="3592026"/>
            <a:chExt cx="355455" cy="356229"/>
          </a:xfrm>
        </p:grpSpPr>
        <p:sp>
          <p:nvSpPr>
            <p:cNvPr id="19334" name="Google Shape;19334;p94"/>
            <p:cNvSpPr/>
            <p:nvPr/>
          </p:nvSpPr>
          <p:spPr>
            <a:xfrm>
              <a:off x="2528399" y="3595862"/>
              <a:ext cx="327830" cy="239538"/>
            </a:xfrm>
            <a:custGeom>
              <a:rect b="b" l="l" r="r" t="t"/>
              <a:pathLst>
                <a:path extrusionOk="0" h="7431" w="10170">
                  <a:moveTo>
                    <a:pt x="739" y="1"/>
                  </a:moveTo>
                  <a:cubicBezTo>
                    <a:pt x="310" y="1"/>
                    <a:pt x="1" y="334"/>
                    <a:pt x="1" y="739"/>
                  </a:cubicBezTo>
                  <a:lnTo>
                    <a:pt x="1" y="6693"/>
                  </a:lnTo>
                  <a:cubicBezTo>
                    <a:pt x="1" y="7121"/>
                    <a:pt x="310" y="7431"/>
                    <a:pt x="739" y="7431"/>
                  </a:cubicBezTo>
                  <a:lnTo>
                    <a:pt x="10170" y="7431"/>
                  </a:lnTo>
                  <a:lnTo>
                    <a:pt x="10170" y="739"/>
                  </a:lnTo>
                  <a:cubicBezTo>
                    <a:pt x="10170" y="334"/>
                    <a:pt x="9836" y="1"/>
                    <a:pt x="9431"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94"/>
            <p:cNvSpPr/>
            <p:nvPr/>
          </p:nvSpPr>
          <p:spPr>
            <a:xfrm>
              <a:off x="2529172" y="3596636"/>
              <a:ext cx="188865" cy="188865"/>
            </a:xfrm>
            <a:custGeom>
              <a:rect b="b" l="l" r="r" t="t"/>
              <a:pathLst>
                <a:path extrusionOk="0" h="5859" w="5859">
                  <a:moveTo>
                    <a:pt x="3692" y="1"/>
                  </a:moveTo>
                  <a:lnTo>
                    <a:pt x="1" y="3692"/>
                  </a:lnTo>
                  <a:lnTo>
                    <a:pt x="1" y="5859"/>
                  </a:lnTo>
                  <a:lnTo>
                    <a:pt x="585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94"/>
            <p:cNvSpPr/>
            <p:nvPr/>
          </p:nvSpPr>
          <p:spPr>
            <a:xfrm>
              <a:off x="2676551" y="3654207"/>
              <a:ext cx="180452" cy="180452"/>
            </a:xfrm>
            <a:custGeom>
              <a:rect b="b" l="l" r="r" t="t"/>
              <a:pathLst>
                <a:path extrusionOk="0" h="5598" w="5598">
                  <a:moveTo>
                    <a:pt x="5597" y="1"/>
                  </a:moveTo>
                  <a:lnTo>
                    <a:pt x="1" y="5597"/>
                  </a:lnTo>
                  <a:lnTo>
                    <a:pt x="5597" y="5597"/>
                  </a:lnTo>
                  <a:lnTo>
                    <a:pt x="55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94"/>
            <p:cNvSpPr/>
            <p:nvPr/>
          </p:nvSpPr>
          <p:spPr>
            <a:xfrm>
              <a:off x="2663528" y="3829244"/>
              <a:ext cx="58345" cy="63729"/>
            </a:xfrm>
            <a:custGeom>
              <a:rect b="b" l="l" r="r" t="t"/>
              <a:pathLst>
                <a:path extrusionOk="0" h="1977" w="1810">
                  <a:moveTo>
                    <a:pt x="0" y="0"/>
                  </a:moveTo>
                  <a:lnTo>
                    <a:pt x="0" y="1977"/>
                  </a:lnTo>
                  <a:lnTo>
                    <a:pt x="1810" y="1977"/>
                  </a:lnTo>
                  <a:lnTo>
                    <a:pt x="1810"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94"/>
            <p:cNvSpPr/>
            <p:nvPr/>
          </p:nvSpPr>
          <p:spPr>
            <a:xfrm>
              <a:off x="2617464" y="3884527"/>
              <a:ext cx="151247" cy="23822"/>
            </a:xfrm>
            <a:custGeom>
              <a:rect b="b" l="l" r="r" t="t"/>
              <a:pathLst>
                <a:path extrusionOk="0" h="739" w="4692">
                  <a:moveTo>
                    <a:pt x="381" y="0"/>
                  </a:moveTo>
                  <a:cubicBezTo>
                    <a:pt x="167" y="0"/>
                    <a:pt x="0" y="143"/>
                    <a:pt x="0" y="357"/>
                  </a:cubicBezTo>
                  <a:cubicBezTo>
                    <a:pt x="0" y="572"/>
                    <a:pt x="167" y="738"/>
                    <a:pt x="381" y="738"/>
                  </a:cubicBezTo>
                  <a:lnTo>
                    <a:pt x="4311" y="738"/>
                  </a:lnTo>
                  <a:cubicBezTo>
                    <a:pt x="4525" y="738"/>
                    <a:pt x="4692" y="595"/>
                    <a:pt x="4692" y="357"/>
                  </a:cubicBezTo>
                  <a:cubicBezTo>
                    <a:pt x="4692" y="143"/>
                    <a:pt x="4525" y="0"/>
                    <a:pt x="4311"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94"/>
            <p:cNvSpPr/>
            <p:nvPr/>
          </p:nvSpPr>
          <p:spPr>
            <a:xfrm>
              <a:off x="2727998" y="3884527"/>
              <a:ext cx="40713" cy="25337"/>
            </a:xfrm>
            <a:custGeom>
              <a:rect b="b" l="l" r="r" t="t"/>
              <a:pathLst>
                <a:path extrusionOk="0" h="786" w="1263">
                  <a:moveTo>
                    <a:pt x="1" y="0"/>
                  </a:moveTo>
                  <a:cubicBezTo>
                    <a:pt x="191" y="0"/>
                    <a:pt x="382" y="191"/>
                    <a:pt x="382" y="381"/>
                  </a:cubicBezTo>
                  <a:cubicBezTo>
                    <a:pt x="382" y="595"/>
                    <a:pt x="191" y="786"/>
                    <a:pt x="1" y="786"/>
                  </a:cubicBezTo>
                  <a:lnTo>
                    <a:pt x="858" y="786"/>
                  </a:lnTo>
                  <a:cubicBezTo>
                    <a:pt x="1096" y="738"/>
                    <a:pt x="1263" y="572"/>
                    <a:pt x="1263" y="333"/>
                  </a:cubicBezTo>
                  <a:cubicBezTo>
                    <a:pt x="1239" y="143"/>
                    <a:pt x="1096" y="0"/>
                    <a:pt x="882"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94"/>
            <p:cNvSpPr/>
            <p:nvPr/>
          </p:nvSpPr>
          <p:spPr>
            <a:xfrm>
              <a:off x="2529172" y="3787016"/>
              <a:ext cx="327830" cy="49932"/>
            </a:xfrm>
            <a:custGeom>
              <a:rect b="b" l="l" r="r" t="t"/>
              <a:pathLst>
                <a:path extrusionOk="0" h="1549" w="10170">
                  <a:moveTo>
                    <a:pt x="1" y="1"/>
                  </a:moveTo>
                  <a:lnTo>
                    <a:pt x="1" y="786"/>
                  </a:lnTo>
                  <a:cubicBezTo>
                    <a:pt x="1" y="1215"/>
                    <a:pt x="334" y="1549"/>
                    <a:pt x="739" y="1549"/>
                  </a:cubicBezTo>
                  <a:lnTo>
                    <a:pt x="10169" y="1549"/>
                  </a:lnTo>
                  <a:lnTo>
                    <a:pt x="10169" y="24"/>
                  </a:lnTo>
                  <a:lnTo>
                    <a:pt x="1"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94"/>
            <p:cNvSpPr/>
            <p:nvPr/>
          </p:nvSpPr>
          <p:spPr>
            <a:xfrm>
              <a:off x="2771741" y="3764000"/>
              <a:ext cx="102926" cy="178131"/>
            </a:xfrm>
            <a:custGeom>
              <a:rect b="b" l="l" r="r" t="t"/>
              <a:pathLst>
                <a:path extrusionOk="0" h="5526" w="3193">
                  <a:moveTo>
                    <a:pt x="668" y="0"/>
                  </a:moveTo>
                  <a:cubicBezTo>
                    <a:pt x="311" y="0"/>
                    <a:pt x="1" y="286"/>
                    <a:pt x="1" y="643"/>
                  </a:cubicBezTo>
                  <a:lnTo>
                    <a:pt x="1" y="4882"/>
                  </a:lnTo>
                  <a:cubicBezTo>
                    <a:pt x="1" y="5239"/>
                    <a:pt x="311" y="5525"/>
                    <a:pt x="668" y="5525"/>
                  </a:cubicBezTo>
                  <a:lnTo>
                    <a:pt x="2501" y="5525"/>
                  </a:lnTo>
                  <a:cubicBezTo>
                    <a:pt x="2859" y="5525"/>
                    <a:pt x="3168" y="5239"/>
                    <a:pt x="3192" y="4882"/>
                  </a:cubicBezTo>
                  <a:lnTo>
                    <a:pt x="3192" y="643"/>
                  </a:lnTo>
                  <a:cubicBezTo>
                    <a:pt x="3192" y="286"/>
                    <a:pt x="2882" y="0"/>
                    <a:pt x="2525" y="0"/>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94"/>
            <p:cNvSpPr/>
            <p:nvPr/>
          </p:nvSpPr>
          <p:spPr>
            <a:xfrm>
              <a:off x="2823961" y="3764000"/>
              <a:ext cx="49932" cy="178131"/>
            </a:xfrm>
            <a:custGeom>
              <a:rect b="b" l="l" r="r" t="t"/>
              <a:pathLst>
                <a:path extrusionOk="0" h="5526" w="1549">
                  <a:moveTo>
                    <a:pt x="0" y="0"/>
                  </a:moveTo>
                  <a:cubicBezTo>
                    <a:pt x="358" y="0"/>
                    <a:pt x="643" y="286"/>
                    <a:pt x="643" y="643"/>
                  </a:cubicBezTo>
                  <a:lnTo>
                    <a:pt x="643" y="4882"/>
                  </a:lnTo>
                  <a:cubicBezTo>
                    <a:pt x="643" y="5216"/>
                    <a:pt x="358" y="5525"/>
                    <a:pt x="0" y="5525"/>
                  </a:cubicBezTo>
                  <a:lnTo>
                    <a:pt x="881" y="5525"/>
                  </a:lnTo>
                  <a:cubicBezTo>
                    <a:pt x="1239" y="5525"/>
                    <a:pt x="1548" y="5216"/>
                    <a:pt x="1548" y="4882"/>
                  </a:cubicBezTo>
                  <a:lnTo>
                    <a:pt x="1548" y="643"/>
                  </a:lnTo>
                  <a:cubicBezTo>
                    <a:pt x="1548" y="286"/>
                    <a:pt x="1239" y="0"/>
                    <a:pt x="881" y="0"/>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94"/>
            <p:cNvSpPr/>
            <p:nvPr/>
          </p:nvSpPr>
          <p:spPr>
            <a:xfrm>
              <a:off x="2771741" y="3787016"/>
              <a:ext cx="102153" cy="127457"/>
            </a:xfrm>
            <a:custGeom>
              <a:rect b="b" l="l" r="r" t="t"/>
              <a:pathLst>
                <a:path extrusionOk="0" h="3954" w="3169">
                  <a:moveTo>
                    <a:pt x="1" y="1"/>
                  </a:moveTo>
                  <a:lnTo>
                    <a:pt x="1" y="3954"/>
                  </a:lnTo>
                  <a:lnTo>
                    <a:pt x="3168" y="3954"/>
                  </a:lnTo>
                  <a:lnTo>
                    <a:pt x="3168"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94"/>
            <p:cNvSpPr/>
            <p:nvPr/>
          </p:nvSpPr>
          <p:spPr>
            <a:xfrm>
              <a:off x="2524563" y="3592026"/>
              <a:ext cx="32" cy="32"/>
            </a:xfrm>
            <a:custGeom>
              <a:rect b="b" l="l" r="r" t="t"/>
              <a:pathLst>
                <a:path extrusionOk="0" h="1" w="1">
                  <a:moveTo>
                    <a:pt x="1" y="1"/>
                  </a:move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94"/>
            <p:cNvSpPr/>
            <p:nvPr/>
          </p:nvSpPr>
          <p:spPr>
            <a:xfrm>
              <a:off x="2772514" y="3787016"/>
              <a:ext cx="82167" cy="81393"/>
            </a:xfrm>
            <a:custGeom>
              <a:rect b="b" l="l" r="r" t="t"/>
              <a:pathLst>
                <a:path extrusionOk="0" h="2525" w="2549">
                  <a:moveTo>
                    <a:pt x="1" y="1"/>
                  </a:moveTo>
                  <a:lnTo>
                    <a:pt x="1" y="2525"/>
                  </a:lnTo>
                  <a:lnTo>
                    <a:pt x="254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94"/>
            <p:cNvSpPr/>
            <p:nvPr/>
          </p:nvSpPr>
          <p:spPr>
            <a:xfrm>
              <a:off x="2808617" y="3848423"/>
              <a:ext cx="65276" cy="65276"/>
            </a:xfrm>
            <a:custGeom>
              <a:rect b="b" l="l" r="r" t="t"/>
              <a:pathLst>
                <a:path extrusionOk="0" h="2025" w="2025">
                  <a:moveTo>
                    <a:pt x="2024" y="1"/>
                  </a:moveTo>
                  <a:lnTo>
                    <a:pt x="0" y="2025"/>
                  </a:lnTo>
                  <a:lnTo>
                    <a:pt x="2024" y="2025"/>
                  </a:lnTo>
                  <a:lnTo>
                    <a:pt x="202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94"/>
            <p:cNvSpPr/>
            <p:nvPr/>
          </p:nvSpPr>
          <p:spPr>
            <a:xfrm>
              <a:off x="2523048" y="3592800"/>
              <a:ext cx="355455" cy="355455"/>
            </a:xfrm>
            <a:custGeom>
              <a:rect b="b" l="l" r="r" t="t"/>
              <a:pathLst>
                <a:path extrusionOk="0" h="11027" w="11027">
                  <a:moveTo>
                    <a:pt x="5668" y="263"/>
                  </a:moveTo>
                  <a:lnTo>
                    <a:pt x="357" y="5573"/>
                  </a:lnTo>
                  <a:lnTo>
                    <a:pt x="357" y="3882"/>
                  </a:lnTo>
                  <a:lnTo>
                    <a:pt x="3977" y="263"/>
                  </a:lnTo>
                  <a:close/>
                  <a:moveTo>
                    <a:pt x="9689" y="305"/>
                  </a:moveTo>
                  <a:cubicBezTo>
                    <a:pt x="9968" y="305"/>
                    <a:pt x="10193" y="571"/>
                    <a:pt x="10193" y="858"/>
                  </a:cubicBezTo>
                  <a:lnTo>
                    <a:pt x="10193" y="1882"/>
                  </a:lnTo>
                  <a:lnTo>
                    <a:pt x="10145" y="1906"/>
                  </a:lnTo>
                  <a:lnTo>
                    <a:pt x="6216" y="5835"/>
                  </a:lnTo>
                  <a:lnTo>
                    <a:pt x="572" y="5835"/>
                  </a:lnTo>
                  <a:lnTo>
                    <a:pt x="6120" y="310"/>
                  </a:lnTo>
                  <a:lnTo>
                    <a:pt x="9621" y="310"/>
                  </a:lnTo>
                  <a:cubicBezTo>
                    <a:pt x="9644" y="307"/>
                    <a:pt x="9667" y="305"/>
                    <a:pt x="9689" y="305"/>
                  </a:cubicBezTo>
                  <a:close/>
                  <a:moveTo>
                    <a:pt x="10193" y="2263"/>
                  </a:moveTo>
                  <a:lnTo>
                    <a:pt x="10193" y="5121"/>
                  </a:lnTo>
                  <a:lnTo>
                    <a:pt x="8335" y="5121"/>
                  </a:lnTo>
                  <a:cubicBezTo>
                    <a:pt x="7930" y="5121"/>
                    <a:pt x="7573" y="5430"/>
                    <a:pt x="7549" y="5835"/>
                  </a:cubicBezTo>
                  <a:lnTo>
                    <a:pt x="6620" y="5835"/>
                  </a:lnTo>
                  <a:lnTo>
                    <a:pt x="10193" y="2263"/>
                  </a:lnTo>
                  <a:close/>
                  <a:moveTo>
                    <a:pt x="10240" y="5454"/>
                  </a:moveTo>
                  <a:cubicBezTo>
                    <a:pt x="10455" y="5454"/>
                    <a:pt x="10669" y="5597"/>
                    <a:pt x="10717" y="5835"/>
                  </a:cubicBezTo>
                  <a:lnTo>
                    <a:pt x="7906" y="5835"/>
                  </a:lnTo>
                  <a:cubicBezTo>
                    <a:pt x="7954" y="5621"/>
                    <a:pt x="8145" y="5454"/>
                    <a:pt x="8383" y="5454"/>
                  </a:cubicBezTo>
                  <a:close/>
                  <a:moveTo>
                    <a:pt x="7573" y="6168"/>
                  </a:moveTo>
                  <a:lnTo>
                    <a:pt x="7573" y="7383"/>
                  </a:lnTo>
                  <a:lnTo>
                    <a:pt x="905" y="7383"/>
                  </a:lnTo>
                  <a:cubicBezTo>
                    <a:pt x="595" y="7359"/>
                    <a:pt x="357" y="7121"/>
                    <a:pt x="357" y="6788"/>
                  </a:cubicBezTo>
                  <a:lnTo>
                    <a:pt x="357" y="6168"/>
                  </a:lnTo>
                  <a:close/>
                  <a:moveTo>
                    <a:pt x="9883" y="6168"/>
                  </a:moveTo>
                  <a:lnTo>
                    <a:pt x="7906" y="8169"/>
                  </a:lnTo>
                  <a:lnTo>
                    <a:pt x="7906" y="6168"/>
                  </a:lnTo>
                  <a:close/>
                  <a:moveTo>
                    <a:pt x="6025" y="7693"/>
                  </a:moveTo>
                  <a:lnTo>
                    <a:pt x="6025" y="8883"/>
                  </a:lnTo>
                  <a:lnTo>
                    <a:pt x="4501" y="8883"/>
                  </a:lnTo>
                  <a:lnTo>
                    <a:pt x="4501" y="7693"/>
                  </a:lnTo>
                  <a:close/>
                  <a:moveTo>
                    <a:pt x="7597" y="7693"/>
                  </a:moveTo>
                  <a:lnTo>
                    <a:pt x="7597" y="9002"/>
                  </a:lnTo>
                  <a:cubicBezTo>
                    <a:pt x="7478" y="8907"/>
                    <a:pt x="7359" y="8883"/>
                    <a:pt x="7240" y="8883"/>
                  </a:cubicBezTo>
                  <a:lnTo>
                    <a:pt x="6359" y="8883"/>
                  </a:lnTo>
                  <a:lnTo>
                    <a:pt x="6359" y="7693"/>
                  </a:lnTo>
                  <a:close/>
                  <a:moveTo>
                    <a:pt x="7237" y="9192"/>
                  </a:moveTo>
                  <a:cubicBezTo>
                    <a:pt x="7504" y="9192"/>
                    <a:pt x="7541" y="9622"/>
                    <a:pt x="7240" y="9622"/>
                  </a:cubicBezTo>
                  <a:lnTo>
                    <a:pt x="3310" y="9622"/>
                  </a:lnTo>
                  <a:cubicBezTo>
                    <a:pt x="3303" y="9622"/>
                    <a:pt x="3296" y="9622"/>
                    <a:pt x="3290" y="9622"/>
                  </a:cubicBezTo>
                  <a:cubicBezTo>
                    <a:pt x="3031" y="9622"/>
                    <a:pt x="3031" y="9192"/>
                    <a:pt x="3290" y="9192"/>
                  </a:cubicBezTo>
                  <a:cubicBezTo>
                    <a:pt x="3296" y="9192"/>
                    <a:pt x="3303" y="9192"/>
                    <a:pt x="3310" y="9193"/>
                  </a:cubicBezTo>
                  <a:lnTo>
                    <a:pt x="7216" y="9193"/>
                  </a:lnTo>
                  <a:cubicBezTo>
                    <a:pt x="7223" y="9192"/>
                    <a:pt x="7230" y="9192"/>
                    <a:pt x="7237" y="9192"/>
                  </a:cubicBezTo>
                  <a:close/>
                  <a:moveTo>
                    <a:pt x="10717" y="6168"/>
                  </a:moveTo>
                  <a:lnTo>
                    <a:pt x="10717" y="7859"/>
                  </a:lnTo>
                  <a:cubicBezTo>
                    <a:pt x="10717" y="7859"/>
                    <a:pt x="10693" y="7859"/>
                    <a:pt x="10693" y="7883"/>
                  </a:cubicBezTo>
                  <a:lnTo>
                    <a:pt x="8788" y="9788"/>
                  </a:lnTo>
                  <a:lnTo>
                    <a:pt x="7906" y="9788"/>
                  </a:lnTo>
                  <a:lnTo>
                    <a:pt x="7906" y="8574"/>
                  </a:lnTo>
                  <a:cubicBezTo>
                    <a:pt x="7930" y="8574"/>
                    <a:pt x="7930" y="8550"/>
                    <a:pt x="7954" y="8550"/>
                  </a:cubicBezTo>
                  <a:lnTo>
                    <a:pt x="10336" y="6168"/>
                  </a:lnTo>
                  <a:close/>
                  <a:moveTo>
                    <a:pt x="10717" y="10122"/>
                  </a:moveTo>
                  <a:lnTo>
                    <a:pt x="10717" y="10193"/>
                  </a:lnTo>
                  <a:cubicBezTo>
                    <a:pt x="10717" y="10431"/>
                    <a:pt x="10526" y="10669"/>
                    <a:pt x="10240" y="10669"/>
                  </a:cubicBezTo>
                  <a:lnTo>
                    <a:pt x="8359" y="10669"/>
                  </a:lnTo>
                  <a:cubicBezTo>
                    <a:pt x="8097" y="10669"/>
                    <a:pt x="7883" y="10455"/>
                    <a:pt x="7883" y="10193"/>
                  </a:cubicBezTo>
                  <a:lnTo>
                    <a:pt x="7883" y="10122"/>
                  </a:lnTo>
                  <a:close/>
                  <a:moveTo>
                    <a:pt x="905" y="1"/>
                  </a:moveTo>
                  <a:cubicBezTo>
                    <a:pt x="381" y="1"/>
                    <a:pt x="0" y="382"/>
                    <a:pt x="0" y="906"/>
                  </a:cubicBezTo>
                  <a:lnTo>
                    <a:pt x="0" y="6859"/>
                  </a:lnTo>
                  <a:cubicBezTo>
                    <a:pt x="0" y="7359"/>
                    <a:pt x="381" y="7740"/>
                    <a:pt x="905" y="7740"/>
                  </a:cubicBezTo>
                  <a:lnTo>
                    <a:pt x="4168" y="7740"/>
                  </a:lnTo>
                  <a:lnTo>
                    <a:pt x="4168" y="8931"/>
                  </a:lnTo>
                  <a:lnTo>
                    <a:pt x="3286" y="8931"/>
                  </a:lnTo>
                  <a:cubicBezTo>
                    <a:pt x="3279" y="8931"/>
                    <a:pt x="3271" y="8931"/>
                    <a:pt x="3264" y="8931"/>
                  </a:cubicBezTo>
                  <a:cubicBezTo>
                    <a:pt x="2579" y="8931"/>
                    <a:pt x="2579" y="10003"/>
                    <a:pt x="3264" y="10003"/>
                  </a:cubicBezTo>
                  <a:cubicBezTo>
                    <a:pt x="3271" y="10003"/>
                    <a:pt x="3279" y="10003"/>
                    <a:pt x="3286" y="10003"/>
                  </a:cubicBezTo>
                  <a:lnTo>
                    <a:pt x="7168" y="10003"/>
                  </a:lnTo>
                  <a:cubicBezTo>
                    <a:pt x="7287" y="10003"/>
                    <a:pt x="7406" y="9979"/>
                    <a:pt x="7502" y="9884"/>
                  </a:cubicBezTo>
                  <a:lnTo>
                    <a:pt x="7502" y="10217"/>
                  </a:lnTo>
                  <a:cubicBezTo>
                    <a:pt x="7502" y="10669"/>
                    <a:pt x="7859" y="11027"/>
                    <a:pt x="8311" y="11027"/>
                  </a:cubicBezTo>
                  <a:lnTo>
                    <a:pt x="10193" y="11027"/>
                  </a:lnTo>
                  <a:cubicBezTo>
                    <a:pt x="10645" y="11027"/>
                    <a:pt x="10979" y="10669"/>
                    <a:pt x="10979" y="10217"/>
                  </a:cubicBezTo>
                  <a:lnTo>
                    <a:pt x="10979" y="9622"/>
                  </a:lnTo>
                  <a:cubicBezTo>
                    <a:pt x="10979" y="9514"/>
                    <a:pt x="10901" y="9461"/>
                    <a:pt x="10824" y="9461"/>
                  </a:cubicBezTo>
                  <a:cubicBezTo>
                    <a:pt x="10746" y="9461"/>
                    <a:pt x="10669" y="9514"/>
                    <a:pt x="10669" y="9622"/>
                  </a:cubicBezTo>
                  <a:lnTo>
                    <a:pt x="10669" y="9836"/>
                  </a:lnTo>
                  <a:lnTo>
                    <a:pt x="9169" y="9836"/>
                  </a:lnTo>
                  <a:lnTo>
                    <a:pt x="10669" y="8336"/>
                  </a:lnTo>
                  <a:lnTo>
                    <a:pt x="10669" y="8669"/>
                  </a:lnTo>
                  <a:cubicBezTo>
                    <a:pt x="10717" y="8717"/>
                    <a:pt x="10788" y="8812"/>
                    <a:pt x="10883" y="8812"/>
                  </a:cubicBezTo>
                  <a:cubicBezTo>
                    <a:pt x="10955" y="8812"/>
                    <a:pt x="11026" y="8764"/>
                    <a:pt x="11026" y="8669"/>
                  </a:cubicBezTo>
                  <a:lnTo>
                    <a:pt x="11026" y="5978"/>
                  </a:lnTo>
                  <a:cubicBezTo>
                    <a:pt x="11026" y="5621"/>
                    <a:pt x="10788" y="5335"/>
                    <a:pt x="10478" y="5216"/>
                  </a:cubicBezTo>
                  <a:lnTo>
                    <a:pt x="10478" y="906"/>
                  </a:lnTo>
                  <a:cubicBezTo>
                    <a:pt x="10478" y="382"/>
                    <a:pt x="10097" y="1"/>
                    <a:pt x="9597" y="1"/>
                  </a:cubicBezTo>
                  <a:lnTo>
                    <a:pt x="2643" y="1"/>
                  </a:lnTo>
                  <a:cubicBezTo>
                    <a:pt x="2453" y="1"/>
                    <a:pt x="2453" y="334"/>
                    <a:pt x="2643" y="334"/>
                  </a:cubicBezTo>
                  <a:lnTo>
                    <a:pt x="3501" y="334"/>
                  </a:lnTo>
                  <a:lnTo>
                    <a:pt x="333" y="3477"/>
                  </a:lnTo>
                  <a:lnTo>
                    <a:pt x="333" y="906"/>
                  </a:lnTo>
                  <a:cubicBezTo>
                    <a:pt x="333" y="572"/>
                    <a:pt x="595" y="334"/>
                    <a:pt x="905" y="334"/>
                  </a:cubicBezTo>
                  <a:lnTo>
                    <a:pt x="1572" y="334"/>
                  </a:lnTo>
                  <a:cubicBezTo>
                    <a:pt x="1786" y="334"/>
                    <a:pt x="1786" y="1"/>
                    <a:pt x="1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94"/>
            <p:cNvSpPr/>
            <p:nvPr/>
          </p:nvSpPr>
          <p:spPr>
            <a:xfrm>
              <a:off x="2810906" y="3922113"/>
              <a:ext cx="24595" cy="10799"/>
            </a:xfrm>
            <a:custGeom>
              <a:rect b="b" l="l" r="r" t="t"/>
              <a:pathLst>
                <a:path extrusionOk="0" h="335" w="763">
                  <a:moveTo>
                    <a:pt x="191" y="1"/>
                  </a:moveTo>
                  <a:cubicBezTo>
                    <a:pt x="96" y="1"/>
                    <a:pt x="48" y="49"/>
                    <a:pt x="48" y="120"/>
                  </a:cubicBezTo>
                  <a:cubicBezTo>
                    <a:pt x="0" y="215"/>
                    <a:pt x="72" y="334"/>
                    <a:pt x="191" y="334"/>
                  </a:cubicBezTo>
                  <a:lnTo>
                    <a:pt x="572" y="334"/>
                  </a:lnTo>
                  <a:cubicBezTo>
                    <a:pt x="667" y="334"/>
                    <a:pt x="715" y="263"/>
                    <a:pt x="715" y="215"/>
                  </a:cubicBezTo>
                  <a:cubicBezTo>
                    <a:pt x="763" y="96"/>
                    <a:pt x="667"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9" name="Google Shape;19349;p94"/>
          <p:cNvGrpSpPr/>
          <p:nvPr/>
        </p:nvGrpSpPr>
        <p:grpSpPr>
          <a:xfrm>
            <a:off x="1770715" y="3438756"/>
            <a:ext cx="354714" cy="357099"/>
            <a:chOff x="1770715" y="3591156"/>
            <a:chExt cx="354714" cy="357099"/>
          </a:xfrm>
        </p:grpSpPr>
        <p:sp>
          <p:nvSpPr>
            <p:cNvPr id="19350" name="Google Shape;19350;p94"/>
            <p:cNvSpPr/>
            <p:nvPr/>
          </p:nvSpPr>
          <p:spPr>
            <a:xfrm>
              <a:off x="1789153" y="3729444"/>
              <a:ext cx="317837" cy="178904"/>
            </a:xfrm>
            <a:custGeom>
              <a:rect b="b" l="l" r="r" t="t"/>
              <a:pathLst>
                <a:path extrusionOk="0" h="5550" w="9860">
                  <a:moveTo>
                    <a:pt x="715" y="1"/>
                  </a:moveTo>
                  <a:cubicBezTo>
                    <a:pt x="334" y="1"/>
                    <a:pt x="0" y="310"/>
                    <a:pt x="0" y="715"/>
                  </a:cubicBezTo>
                  <a:lnTo>
                    <a:pt x="0" y="5549"/>
                  </a:lnTo>
                  <a:lnTo>
                    <a:pt x="9860" y="5549"/>
                  </a:lnTo>
                  <a:lnTo>
                    <a:pt x="9860" y="715"/>
                  </a:lnTo>
                  <a:cubicBezTo>
                    <a:pt x="9860" y="310"/>
                    <a:pt x="9526" y="1"/>
                    <a:pt x="9145" y="1"/>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94"/>
            <p:cNvSpPr/>
            <p:nvPr/>
          </p:nvSpPr>
          <p:spPr>
            <a:xfrm>
              <a:off x="1809107" y="3750945"/>
              <a:ext cx="276383" cy="156630"/>
            </a:xfrm>
            <a:custGeom>
              <a:rect b="b" l="l" r="r" t="t"/>
              <a:pathLst>
                <a:path extrusionOk="0" h="4859" w="8574">
                  <a:moveTo>
                    <a:pt x="1" y="0"/>
                  </a:moveTo>
                  <a:lnTo>
                    <a:pt x="1" y="4858"/>
                  </a:lnTo>
                  <a:lnTo>
                    <a:pt x="8574" y="4858"/>
                  </a:lnTo>
                  <a:lnTo>
                    <a:pt x="8574"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94"/>
            <p:cNvSpPr/>
            <p:nvPr/>
          </p:nvSpPr>
          <p:spPr>
            <a:xfrm>
              <a:off x="2057832" y="3750945"/>
              <a:ext cx="27658" cy="156630"/>
            </a:xfrm>
            <a:custGeom>
              <a:rect b="b" l="l" r="r" t="t"/>
              <a:pathLst>
                <a:path extrusionOk="0" h="4859" w="858">
                  <a:moveTo>
                    <a:pt x="0" y="0"/>
                  </a:moveTo>
                  <a:lnTo>
                    <a:pt x="0" y="4858"/>
                  </a:lnTo>
                  <a:lnTo>
                    <a:pt x="858" y="4858"/>
                  </a:lnTo>
                  <a:lnTo>
                    <a:pt x="85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94"/>
            <p:cNvSpPr/>
            <p:nvPr/>
          </p:nvSpPr>
          <p:spPr>
            <a:xfrm>
              <a:off x="1776098" y="3908316"/>
              <a:ext cx="343947" cy="33041"/>
            </a:xfrm>
            <a:custGeom>
              <a:rect b="b" l="l" r="r" t="t"/>
              <a:pathLst>
                <a:path extrusionOk="0" h="1025" w="10670">
                  <a:moveTo>
                    <a:pt x="1" y="0"/>
                  </a:moveTo>
                  <a:lnTo>
                    <a:pt x="1" y="405"/>
                  </a:lnTo>
                  <a:cubicBezTo>
                    <a:pt x="1" y="715"/>
                    <a:pt x="263" y="1024"/>
                    <a:pt x="620" y="1024"/>
                  </a:cubicBezTo>
                  <a:lnTo>
                    <a:pt x="10026" y="1024"/>
                  </a:lnTo>
                  <a:cubicBezTo>
                    <a:pt x="10384" y="1024"/>
                    <a:pt x="10669" y="715"/>
                    <a:pt x="10669" y="405"/>
                  </a:cubicBezTo>
                  <a:lnTo>
                    <a:pt x="10669"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94"/>
            <p:cNvSpPr/>
            <p:nvPr/>
          </p:nvSpPr>
          <p:spPr>
            <a:xfrm>
              <a:off x="2071661" y="3907542"/>
              <a:ext cx="47611" cy="33041"/>
            </a:xfrm>
            <a:custGeom>
              <a:rect b="b" l="l" r="r" t="t"/>
              <a:pathLst>
                <a:path extrusionOk="0" h="1025" w="1477">
                  <a:moveTo>
                    <a:pt x="619" y="0"/>
                  </a:moveTo>
                  <a:lnTo>
                    <a:pt x="619" y="381"/>
                  </a:lnTo>
                  <a:cubicBezTo>
                    <a:pt x="619" y="739"/>
                    <a:pt x="357" y="1024"/>
                    <a:pt x="0" y="1024"/>
                  </a:cubicBezTo>
                  <a:lnTo>
                    <a:pt x="857" y="1024"/>
                  </a:lnTo>
                  <a:cubicBezTo>
                    <a:pt x="1215" y="1024"/>
                    <a:pt x="1477" y="715"/>
                    <a:pt x="1477" y="381"/>
                  </a:cubicBezTo>
                  <a:lnTo>
                    <a:pt x="1477"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94"/>
            <p:cNvSpPr/>
            <p:nvPr/>
          </p:nvSpPr>
          <p:spPr>
            <a:xfrm>
              <a:off x="1925798" y="3907542"/>
              <a:ext cx="44549" cy="17697"/>
            </a:xfrm>
            <a:custGeom>
              <a:rect b="b" l="l" r="r" t="t"/>
              <a:pathLst>
                <a:path extrusionOk="0" h="549" w="1382">
                  <a:moveTo>
                    <a:pt x="0" y="0"/>
                  </a:moveTo>
                  <a:lnTo>
                    <a:pt x="0" y="191"/>
                  </a:lnTo>
                  <a:cubicBezTo>
                    <a:pt x="0" y="381"/>
                    <a:pt x="143" y="548"/>
                    <a:pt x="334" y="548"/>
                  </a:cubicBezTo>
                  <a:lnTo>
                    <a:pt x="1024" y="548"/>
                  </a:lnTo>
                  <a:cubicBezTo>
                    <a:pt x="1239" y="548"/>
                    <a:pt x="1382" y="381"/>
                    <a:pt x="1382" y="191"/>
                  </a:cubicBezTo>
                  <a:lnTo>
                    <a:pt x="1382"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94"/>
            <p:cNvSpPr/>
            <p:nvPr/>
          </p:nvSpPr>
          <p:spPr>
            <a:xfrm>
              <a:off x="1885891" y="3661879"/>
              <a:ext cx="125136" cy="160498"/>
            </a:xfrm>
            <a:custGeom>
              <a:rect b="b" l="l" r="r" t="t"/>
              <a:pathLst>
                <a:path extrusionOk="0" h="4979" w="3882">
                  <a:moveTo>
                    <a:pt x="691" y="1"/>
                  </a:moveTo>
                  <a:cubicBezTo>
                    <a:pt x="310" y="1"/>
                    <a:pt x="0" y="310"/>
                    <a:pt x="0" y="691"/>
                  </a:cubicBezTo>
                  <a:lnTo>
                    <a:pt x="0" y="3049"/>
                  </a:lnTo>
                  <a:cubicBezTo>
                    <a:pt x="0" y="4073"/>
                    <a:pt x="810" y="4978"/>
                    <a:pt x="1881" y="4978"/>
                  </a:cubicBezTo>
                  <a:cubicBezTo>
                    <a:pt x="1896" y="4978"/>
                    <a:pt x="1911" y="4979"/>
                    <a:pt x="1926" y="4979"/>
                  </a:cubicBezTo>
                  <a:cubicBezTo>
                    <a:pt x="3001" y="4979"/>
                    <a:pt x="3882" y="4130"/>
                    <a:pt x="3882" y="3049"/>
                  </a:cubicBezTo>
                  <a:lnTo>
                    <a:pt x="3882" y="691"/>
                  </a:lnTo>
                  <a:cubicBezTo>
                    <a:pt x="3882" y="310"/>
                    <a:pt x="3572" y="1"/>
                    <a:pt x="319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94"/>
            <p:cNvSpPr/>
            <p:nvPr/>
          </p:nvSpPr>
          <p:spPr>
            <a:xfrm>
              <a:off x="1912742" y="3630418"/>
              <a:ext cx="71433" cy="31494"/>
            </a:xfrm>
            <a:custGeom>
              <a:rect b="b" l="l" r="r" t="t"/>
              <a:pathLst>
                <a:path extrusionOk="0" h="977" w="2216">
                  <a:moveTo>
                    <a:pt x="715" y="0"/>
                  </a:moveTo>
                  <a:cubicBezTo>
                    <a:pt x="334" y="0"/>
                    <a:pt x="1" y="334"/>
                    <a:pt x="1" y="715"/>
                  </a:cubicBezTo>
                  <a:lnTo>
                    <a:pt x="1" y="977"/>
                  </a:lnTo>
                  <a:lnTo>
                    <a:pt x="2215" y="977"/>
                  </a:lnTo>
                  <a:lnTo>
                    <a:pt x="2215" y="715"/>
                  </a:lnTo>
                  <a:cubicBezTo>
                    <a:pt x="2215" y="334"/>
                    <a:pt x="1882" y="0"/>
                    <a:pt x="1501"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94"/>
            <p:cNvSpPr/>
            <p:nvPr/>
          </p:nvSpPr>
          <p:spPr>
            <a:xfrm>
              <a:off x="1885891" y="3661879"/>
              <a:ext cx="125910" cy="53768"/>
            </a:xfrm>
            <a:custGeom>
              <a:rect b="b" l="l" r="r" t="t"/>
              <a:pathLst>
                <a:path extrusionOk="0" h="1668" w="3906">
                  <a:moveTo>
                    <a:pt x="691" y="1"/>
                  </a:moveTo>
                  <a:cubicBezTo>
                    <a:pt x="310" y="1"/>
                    <a:pt x="0" y="310"/>
                    <a:pt x="0" y="691"/>
                  </a:cubicBezTo>
                  <a:lnTo>
                    <a:pt x="0" y="930"/>
                  </a:lnTo>
                  <a:cubicBezTo>
                    <a:pt x="0" y="1334"/>
                    <a:pt x="333" y="1668"/>
                    <a:pt x="762" y="1668"/>
                  </a:cubicBezTo>
                  <a:lnTo>
                    <a:pt x="3167" y="1668"/>
                  </a:lnTo>
                  <a:cubicBezTo>
                    <a:pt x="3572" y="1668"/>
                    <a:pt x="3906" y="1334"/>
                    <a:pt x="3906" y="930"/>
                  </a:cubicBezTo>
                  <a:lnTo>
                    <a:pt x="3906" y="691"/>
                  </a:lnTo>
                  <a:cubicBezTo>
                    <a:pt x="3882" y="310"/>
                    <a:pt x="3548" y="1"/>
                    <a:pt x="319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94"/>
            <p:cNvSpPr/>
            <p:nvPr/>
          </p:nvSpPr>
          <p:spPr>
            <a:xfrm>
              <a:off x="1770715" y="3591156"/>
              <a:ext cx="354714" cy="357099"/>
            </a:xfrm>
            <a:custGeom>
              <a:rect b="b" l="l" r="r" t="t"/>
              <a:pathLst>
                <a:path extrusionOk="0" h="11078" w="11004">
                  <a:moveTo>
                    <a:pt x="5907" y="1361"/>
                  </a:moveTo>
                  <a:cubicBezTo>
                    <a:pt x="6193" y="1361"/>
                    <a:pt x="6478" y="1600"/>
                    <a:pt x="6478" y="1933"/>
                  </a:cubicBezTo>
                  <a:lnTo>
                    <a:pt x="6478" y="2052"/>
                  </a:lnTo>
                  <a:lnTo>
                    <a:pt x="6407" y="2052"/>
                  </a:lnTo>
                  <a:cubicBezTo>
                    <a:pt x="6193" y="2052"/>
                    <a:pt x="6193" y="2338"/>
                    <a:pt x="6407" y="2338"/>
                  </a:cubicBezTo>
                  <a:lnTo>
                    <a:pt x="6788" y="2338"/>
                  </a:lnTo>
                  <a:cubicBezTo>
                    <a:pt x="7098" y="2338"/>
                    <a:pt x="7336" y="2576"/>
                    <a:pt x="7336" y="2885"/>
                  </a:cubicBezTo>
                  <a:lnTo>
                    <a:pt x="7336" y="3147"/>
                  </a:lnTo>
                  <a:cubicBezTo>
                    <a:pt x="7336" y="3481"/>
                    <a:pt x="7074" y="3719"/>
                    <a:pt x="6764" y="3719"/>
                  </a:cubicBezTo>
                  <a:lnTo>
                    <a:pt x="4359" y="3719"/>
                  </a:lnTo>
                  <a:cubicBezTo>
                    <a:pt x="4026" y="3719"/>
                    <a:pt x="3787" y="3433"/>
                    <a:pt x="3787" y="3147"/>
                  </a:cubicBezTo>
                  <a:lnTo>
                    <a:pt x="3740" y="2885"/>
                  </a:lnTo>
                  <a:cubicBezTo>
                    <a:pt x="3740" y="2576"/>
                    <a:pt x="3978" y="2338"/>
                    <a:pt x="4264" y="2338"/>
                  </a:cubicBezTo>
                  <a:lnTo>
                    <a:pt x="5597" y="2338"/>
                  </a:lnTo>
                  <a:cubicBezTo>
                    <a:pt x="5812" y="2338"/>
                    <a:pt x="5812" y="2052"/>
                    <a:pt x="5597" y="2052"/>
                  </a:cubicBezTo>
                  <a:lnTo>
                    <a:pt x="4573" y="2052"/>
                  </a:lnTo>
                  <a:lnTo>
                    <a:pt x="4573" y="1933"/>
                  </a:lnTo>
                  <a:cubicBezTo>
                    <a:pt x="4573" y="1623"/>
                    <a:pt x="4811" y="1361"/>
                    <a:pt x="5121" y="1361"/>
                  </a:cubicBezTo>
                  <a:close/>
                  <a:moveTo>
                    <a:pt x="7312" y="3838"/>
                  </a:moveTo>
                  <a:lnTo>
                    <a:pt x="7312" y="5267"/>
                  </a:lnTo>
                  <a:cubicBezTo>
                    <a:pt x="7312" y="6196"/>
                    <a:pt x="6597" y="6958"/>
                    <a:pt x="5693" y="7029"/>
                  </a:cubicBezTo>
                  <a:lnTo>
                    <a:pt x="5693" y="4052"/>
                  </a:lnTo>
                  <a:lnTo>
                    <a:pt x="6740" y="4052"/>
                  </a:lnTo>
                  <a:cubicBezTo>
                    <a:pt x="6955" y="4052"/>
                    <a:pt x="7121" y="3957"/>
                    <a:pt x="7312" y="3838"/>
                  </a:cubicBezTo>
                  <a:close/>
                  <a:moveTo>
                    <a:pt x="9717" y="4433"/>
                  </a:moveTo>
                  <a:cubicBezTo>
                    <a:pt x="10003" y="4433"/>
                    <a:pt x="10241" y="4672"/>
                    <a:pt x="10241" y="4957"/>
                  </a:cubicBezTo>
                  <a:lnTo>
                    <a:pt x="10241" y="9649"/>
                  </a:lnTo>
                  <a:lnTo>
                    <a:pt x="9931" y="9649"/>
                  </a:lnTo>
                  <a:lnTo>
                    <a:pt x="9931" y="4957"/>
                  </a:lnTo>
                  <a:cubicBezTo>
                    <a:pt x="9931" y="4886"/>
                    <a:pt x="9860" y="4814"/>
                    <a:pt x="9765" y="4814"/>
                  </a:cubicBezTo>
                  <a:lnTo>
                    <a:pt x="7598" y="4814"/>
                  </a:lnTo>
                  <a:lnTo>
                    <a:pt x="7598" y="4433"/>
                  </a:lnTo>
                  <a:close/>
                  <a:moveTo>
                    <a:pt x="3406" y="4433"/>
                  </a:moveTo>
                  <a:lnTo>
                    <a:pt x="3406" y="4814"/>
                  </a:lnTo>
                  <a:lnTo>
                    <a:pt x="1192" y="4814"/>
                  </a:lnTo>
                  <a:cubicBezTo>
                    <a:pt x="1120" y="4814"/>
                    <a:pt x="1049" y="4886"/>
                    <a:pt x="1049" y="4957"/>
                  </a:cubicBezTo>
                  <a:lnTo>
                    <a:pt x="1049" y="9673"/>
                  </a:lnTo>
                  <a:lnTo>
                    <a:pt x="715" y="9673"/>
                  </a:lnTo>
                  <a:lnTo>
                    <a:pt x="715" y="4957"/>
                  </a:lnTo>
                  <a:cubicBezTo>
                    <a:pt x="715" y="4672"/>
                    <a:pt x="953" y="4433"/>
                    <a:pt x="1263" y="4433"/>
                  </a:cubicBezTo>
                  <a:close/>
                  <a:moveTo>
                    <a:pt x="3764" y="3862"/>
                  </a:moveTo>
                  <a:cubicBezTo>
                    <a:pt x="3906" y="3981"/>
                    <a:pt x="4121" y="4076"/>
                    <a:pt x="4335" y="4076"/>
                  </a:cubicBezTo>
                  <a:lnTo>
                    <a:pt x="5359" y="4076"/>
                  </a:lnTo>
                  <a:lnTo>
                    <a:pt x="5359" y="7053"/>
                  </a:lnTo>
                  <a:cubicBezTo>
                    <a:pt x="5192" y="7029"/>
                    <a:pt x="4978" y="6982"/>
                    <a:pt x="4835" y="6910"/>
                  </a:cubicBezTo>
                  <a:cubicBezTo>
                    <a:pt x="4809" y="6897"/>
                    <a:pt x="4783" y="6891"/>
                    <a:pt x="4759" y="6891"/>
                  </a:cubicBezTo>
                  <a:cubicBezTo>
                    <a:pt x="4612" y="6891"/>
                    <a:pt x="4532" y="7114"/>
                    <a:pt x="4716" y="7196"/>
                  </a:cubicBezTo>
                  <a:cubicBezTo>
                    <a:pt x="4978" y="7315"/>
                    <a:pt x="5240" y="7386"/>
                    <a:pt x="5550" y="7386"/>
                  </a:cubicBezTo>
                  <a:cubicBezTo>
                    <a:pt x="6431" y="7386"/>
                    <a:pt x="7217" y="6815"/>
                    <a:pt x="7502" y="6029"/>
                  </a:cubicBezTo>
                  <a:cubicBezTo>
                    <a:pt x="7836" y="6458"/>
                    <a:pt x="8336" y="6720"/>
                    <a:pt x="8907" y="6720"/>
                  </a:cubicBezTo>
                  <a:cubicBezTo>
                    <a:pt x="9122" y="6720"/>
                    <a:pt x="9122" y="6386"/>
                    <a:pt x="8907" y="6386"/>
                  </a:cubicBezTo>
                  <a:cubicBezTo>
                    <a:pt x="8407" y="6386"/>
                    <a:pt x="7907" y="6124"/>
                    <a:pt x="7669" y="5672"/>
                  </a:cubicBezTo>
                  <a:lnTo>
                    <a:pt x="7621" y="5624"/>
                  </a:lnTo>
                  <a:cubicBezTo>
                    <a:pt x="7669" y="5505"/>
                    <a:pt x="7669" y="5410"/>
                    <a:pt x="7669" y="5291"/>
                  </a:cubicBezTo>
                  <a:lnTo>
                    <a:pt x="7669" y="5172"/>
                  </a:lnTo>
                  <a:lnTo>
                    <a:pt x="9646" y="5172"/>
                  </a:lnTo>
                  <a:lnTo>
                    <a:pt x="9646" y="9696"/>
                  </a:lnTo>
                  <a:lnTo>
                    <a:pt x="1406" y="9696"/>
                  </a:lnTo>
                  <a:lnTo>
                    <a:pt x="1406" y="5172"/>
                  </a:lnTo>
                  <a:lnTo>
                    <a:pt x="3454" y="5172"/>
                  </a:lnTo>
                  <a:lnTo>
                    <a:pt x="3454" y="5291"/>
                  </a:lnTo>
                  <a:cubicBezTo>
                    <a:pt x="3454" y="5386"/>
                    <a:pt x="3454" y="5481"/>
                    <a:pt x="3502" y="5553"/>
                  </a:cubicBezTo>
                  <a:cubicBezTo>
                    <a:pt x="3494" y="5550"/>
                    <a:pt x="3486" y="5549"/>
                    <a:pt x="3479" y="5549"/>
                  </a:cubicBezTo>
                  <a:cubicBezTo>
                    <a:pt x="3420" y="5549"/>
                    <a:pt x="3383" y="5624"/>
                    <a:pt x="3383" y="5624"/>
                  </a:cubicBezTo>
                  <a:cubicBezTo>
                    <a:pt x="3144" y="6077"/>
                    <a:pt x="2620" y="6362"/>
                    <a:pt x="2120" y="6362"/>
                  </a:cubicBezTo>
                  <a:cubicBezTo>
                    <a:pt x="1906" y="6362"/>
                    <a:pt x="1906" y="6696"/>
                    <a:pt x="2120" y="6696"/>
                  </a:cubicBezTo>
                  <a:cubicBezTo>
                    <a:pt x="2692" y="6696"/>
                    <a:pt x="3216" y="6434"/>
                    <a:pt x="3549" y="5981"/>
                  </a:cubicBezTo>
                  <a:cubicBezTo>
                    <a:pt x="3644" y="6243"/>
                    <a:pt x="3787" y="6505"/>
                    <a:pt x="4002" y="6720"/>
                  </a:cubicBezTo>
                  <a:cubicBezTo>
                    <a:pt x="4037" y="6755"/>
                    <a:pt x="4078" y="6770"/>
                    <a:pt x="4118" y="6770"/>
                  </a:cubicBezTo>
                  <a:cubicBezTo>
                    <a:pt x="4239" y="6770"/>
                    <a:pt x="4347" y="6631"/>
                    <a:pt x="4240" y="6505"/>
                  </a:cubicBezTo>
                  <a:cubicBezTo>
                    <a:pt x="3906" y="6196"/>
                    <a:pt x="3764" y="5743"/>
                    <a:pt x="3764" y="5291"/>
                  </a:cubicBezTo>
                  <a:lnTo>
                    <a:pt x="3764" y="3862"/>
                  </a:lnTo>
                  <a:close/>
                  <a:moveTo>
                    <a:pt x="4930" y="9958"/>
                  </a:moveTo>
                  <a:lnTo>
                    <a:pt x="6026" y="10006"/>
                  </a:lnTo>
                  <a:cubicBezTo>
                    <a:pt x="6026" y="10125"/>
                    <a:pt x="5931" y="10173"/>
                    <a:pt x="5812" y="10173"/>
                  </a:cubicBezTo>
                  <a:lnTo>
                    <a:pt x="5121" y="10173"/>
                  </a:lnTo>
                  <a:cubicBezTo>
                    <a:pt x="5002" y="10173"/>
                    <a:pt x="4930" y="10077"/>
                    <a:pt x="4930" y="9958"/>
                  </a:cubicBezTo>
                  <a:close/>
                  <a:moveTo>
                    <a:pt x="4131" y="0"/>
                  </a:moveTo>
                  <a:cubicBezTo>
                    <a:pt x="3943" y="0"/>
                    <a:pt x="3943" y="317"/>
                    <a:pt x="4131" y="317"/>
                  </a:cubicBezTo>
                  <a:cubicBezTo>
                    <a:pt x="4143" y="317"/>
                    <a:pt x="4155" y="316"/>
                    <a:pt x="4168" y="314"/>
                  </a:cubicBezTo>
                  <a:cubicBezTo>
                    <a:pt x="4407" y="314"/>
                    <a:pt x="4621" y="409"/>
                    <a:pt x="4764" y="599"/>
                  </a:cubicBezTo>
                  <a:cubicBezTo>
                    <a:pt x="4883" y="718"/>
                    <a:pt x="4978" y="885"/>
                    <a:pt x="5002" y="1076"/>
                  </a:cubicBezTo>
                  <a:cubicBezTo>
                    <a:pt x="4573" y="1123"/>
                    <a:pt x="4240" y="1480"/>
                    <a:pt x="4240" y="1957"/>
                  </a:cubicBezTo>
                  <a:lnTo>
                    <a:pt x="4240" y="2076"/>
                  </a:lnTo>
                  <a:cubicBezTo>
                    <a:pt x="3787" y="2076"/>
                    <a:pt x="3430" y="2457"/>
                    <a:pt x="3430" y="2933"/>
                  </a:cubicBezTo>
                  <a:lnTo>
                    <a:pt x="3430" y="3052"/>
                  </a:lnTo>
                  <a:cubicBezTo>
                    <a:pt x="3097" y="2695"/>
                    <a:pt x="2620" y="2504"/>
                    <a:pt x="2144" y="2504"/>
                  </a:cubicBezTo>
                  <a:cubicBezTo>
                    <a:pt x="1954" y="2504"/>
                    <a:pt x="1954" y="2814"/>
                    <a:pt x="2144" y="2814"/>
                  </a:cubicBezTo>
                  <a:cubicBezTo>
                    <a:pt x="2668" y="2814"/>
                    <a:pt x="3144" y="3100"/>
                    <a:pt x="3383" y="3528"/>
                  </a:cubicBezTo>
                  <a:lnTo>
                    <a:pt x="3430" y="3624"/>
                  </a:lnTo>
                  <a:lnTo>
                    <a:pt x="3430" y="3648"/>
                  </a:lnTo>
                  <a:lnTo>
                    <a:pt x="3430" y="4195"/>
                  </a:lnTo>
                  <a:lnTo>
                    <a:pt x="1263" y="4195"/>
                  </a:lnTo>
                  <a:cubicBezTo>
                    <a:pt x="787" y="4195"/>
                    <a:pt x="382" y="4576"/>
                    <a:pt x="382" y="5053"/>
                  </a:cubicBezTo>
                  <a:lnTo>
                    <a:pt x="382" y="9720"/>
                  </a:lnTo>
                  <a:lnTo>
                    <a:pt x="144" y="9720"/>
                  </a:lnTo>
                  <a:cubicBezTo>
                    <a:pt x="72" y="9720"/>
                    <a:pt x="1" y="9792"/>
                    <a:pt x="1" y="9887"/>
                  </a:cubicBezTo>
                  <a:lnTo>
                    <a:pt x="1" y="10268"/>
                  </a:lnTo>
                  <a:cubicBezTo>
                    <a:pt x="1" y="10720"/>
                    <a:pt x="358" y="11078"/>
                    <a:pt x="811" y="11078"/>
                  </a:cubicBezTo>
                  <a:lnTo>
                    <a:pt x="8907" y="11078"/>
                  </a:lnTo>
                  <a:cubicBezTo>
                    <a:pt x="9122" y="11078"/>
                    <a:pt x="9122" y="10744"/>
                    <a:pt x="8907" y="10744"/>
                  </a:cubicBezTo>
                  <a:lnTo>
                    <a:pt x="787" y="10744"/>
                  </a:lnTo>
                  <a:cubicBezTo>
                    <a:pt x="525" y="10744"/>
                    <a:pt x="310" y="10530"/>
                    <a:pt x="310" y="10268"/>
                  </a:cubicBezTo>
                  <a:lnTo>
                    <a:pt x="310" y="10030"/>
                  </a:lnTo>
                  <a:lnTo>
                    <a:pt x="4621" y="10030"/>
                  </a:lnTo>
                  <a:cubicBezTo>
                    <a:pt x="4621" y="10316"/>
                    <a:pt x="4859" y="10530"/>
                    <a:pt x="5121" y="10530"/>
                  </a:cubicBezTo>
                  <a:lnTo>
                    <a:pt x="5812" y="10530"/>
                  </a:lnTo>
                  <a:cubicBezTo>
                    <a:pt x="6121" y="10530"/>
                    <a:pt x="6312" y="10292"/>
                    <a:pt x="6312" y="10030"/>
                  </a:cubicBezTo>
                  <a:lnTo>
                    <a:pt x="10646" y="10030"/>
                  </a:lnTo>
                  <a:lnTo>
                    <a:pt x="10646" y="10268"/>
                  </a:lnTo>
                  <a:cubicBezTo>
                    <a:pt x="10646" y="10530"/>
                    <a:pt x="10432" y="10744"/>
                    <a:pt x="10170" y="10744"/>
                  </a:cubicBezTo>
                  <a:lnTo>
                    <a:pt x="9717" y="10744"/>
                  </a:lnTo>
                  <a:cubicBezTo>
                    <a:pt x="9503" y="10744"/>
                    <a:pt x="9503" y="11078"/>
                    <a:pt x="9717" y="11078"/>
                  </a:cubicBezTo>
                  <a:lnTo>
                    <a:pt x="10170" y="11078"/>
                  </a:lnTo>
                  <a:cubicBezTo>
                    <a:pt x="10598" y="11078"/>
                    <a:pt x="10956" y="10720"/>
                    <a:pt x="10956" y="10268"/>
                  </a:cubicBezTo>
                  <a:lnTo>
                    <a:pt x="10956" y="9887"/>
                  </a:lnTo>
                  <a:cubicBezTo>
                    <a:pt x="11003" y="9720"/>
                    <a:pt x="10932" y="9673"/>
                    <a:pt x="10836" y="9673"/>
                  </a:cubicBezTo>
                  <a:lnTo>
                    <a:pt x="10598" y="9673"/>
                  </a:lnTo>
                  <a:lnTo>
                    <a:pt x="10598" y="5005"/>
                  </a:lnTo>
                  <a:cubicBezTo>
                    <a:pt x="10598" y="4529"/>
                    <a:pt x="10217" y="4124"/>
                    <a:pt x="9741" y="4124"/>
                  </a:cubicBezTo>
                  <a:lnTo>
                    <a:pt x="7621" y="4124"/>
                  </a:lnTo>
                  <a:lnTo>
                    <a:pt x="7621" y="3505"/>
                  </a:lnTo>
                  <a:lnTo>
                    <a:pt x="7669" y="3505"/>
                  </a:lnTo>
                  <a:cubicBezTo>
                    <a:pt x="7907" y="3052"/>
                    <a:pt x="8407" y="2766"/>
                    <a:pt x="8907" y="2766"/>
                  </a:cubicBezTo>
                  <a:cubicBezTo>
                    <a:pt x="9122" y="2766"/>
                    <a:pt x="9122" y="2433"/>
                    <a:pt x="8907" y="2433"/>
                  </a:cubicBezTo>
                  <a:cubicBezTo>
                    <a:pt x="8431" y="2433"/>
                    <a:pt x="7669" y="2981"/>
                    <a:pt x="7669" y="2981"/>
                  </a:cubicBezTo>
                  <a:lnTo>
                    <a:pt x="7669" y="2909"/>
                  </a:lnTo>
                  <a:cubicBezTo>
                    <a:pt x="7669" y="2433"/>
                    <a:pt x="7264" y="2076"/>
                    <a:pt x="6812" y="2052"/>
                  </a:cubicBezTo>
                  <a:lnTo>
                    <a:pt x="6812" y="1933"/>
                  </a:lnTo>
                  <a:cubicBezTo>
                    <a:pt x="6812" y="1480"/>
                    <a:pt x="6502" y="1099"/>
                    <a:pt x="6050" y="1076"/>
                  </a:cubicBezTo>
                  <a:cubicBezTo>
                    <a:pt x="6074" y="885"/>
                    <a:pt x="6169" y="718"/>
                    <a:pt x="6288" y="599"/>
                  </a:cubicBezTo>
                  <a:cubicBezTo>
                    <a:pt x="6431" y="433"/>
                    <a:pt x="6669" y="361"/>
                    <a:pt x="6883" y="314"/>
                  </a:cubicBezTo>
                  <a:cubicBezTo>
                    <a:pt x="6898" y="317"/>
                    <a:pt x="6912" y="318"/>
                    <a:pt x="6925" y="318"/>
                  </a:cubicBezTo>
                  <a:cubicBezTo>
                    <a:pt x="7120" y="318"/>
                    <a:pt x="7107" y="4"/>
                    <a:pt x="6883" y="4"/>
                  </a:cubicBezTo>
                  <a:cubicBezTo>
                    <a:pt x="6550" y="4"/>
                    <a:pt x="6264" y="123"/>
                    <a:pt x="6050" y="361"/>
                  </a:cubicBezTo>
                  <a:cubicBezTo>
                    <a:pt x="5883" y="528"/>
                    <a:pt x="5740" y="790"/>
                    <a:pt x="5716" y="1028"/>
                  </a:cubicBezTo>
                  <a:lnTo>
                    <a:pt x="5335" y="1028"/>
                  </a:lnTo>
                  <a:cubicBezTo>
                    <a:pt x="5311" y="766"/>
                    <a:pt x="5192" y="528"/>
                    <a:pt x="5002" y="361"/>
                  </a:cubicBezTo>
                  <a:cubicBezTo>
                    <a:pt x="4811" y="123"/>
                    <a:pt x="4502" y="4"/>
                    <a:pt x="4168" y="4"/>
                  </a:cubicBezTo>
                  <a:cubicBezTo>
                    <a:pt x="4155" y="1"/>
                    <a:pt x="4143" y="0"/>
                    <a:pt x="4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0" name="Google Shape;19360;p94"/>
          <p:cNvGrpSpPr/>
          <p:nvPr/>
        </p:nvGrpSpPr>
        <p:grpSpPr>
          <a:xfrm>
            <a:off x="1049134" y="3482628"/>
            <a:ext cx="354682" cy="267937"/>
            <a:chOff x="1049134" y="3635028"/>
            <a:chExt cx="354682" cy="267937"/>
          </a:xfrm>
        </p:grpSpPr>
        <p:sp>
          <p:nvSpPr>
            <p:cNvPr id="19361" name="Google Shape;19361;p94"/>
            <p:cNvSpPr/>
            <p:nvPr/>
          </p:nvSpPr>
          <p:spPr>
            <a:xfrm>
              <a:off x="1272523" y="3711779"/>
              <a:ext cx="126684" cy="187350"/>
            </a:xfrm>
            <a:custGeom>
              <a:rect b="b" l="l" r="r" t="t"/>
              <a:pathLst>
                <a:path extrusionOk="0" h="5812" w="3930">
                  <a:moveTo>
                    <a:pt x="3287" y="1"/>
                  </a:moveTo>
                  <a:lnTo>
                    <a:pt x="0" y="25"/>
                  </a:lnTo>
                  <a:lnTo>
                    <a:pt x="0" y="5811"/>
                  </a:lnTo>
                  <a:lnTo>
                    <a:pt x="2691" y="5811"/>
                  </a:lnTo>
                  <a:cubicBezTo>
                    <a:pt x="3382" y="5811"/>
                    <a:pt x="3930" y="5240"/>
                    <a:pt x="3930" y="4549"/>
                  </a:cubicBezTo>
                  <a:lnTo>
                    <a:pt x="3930" y="668"/>
                  </a:lnTo>
                  <a:cubicBezTo>
                    <a:pt x="3930" y="310"/>
                    <a:pt x="3644" y="1"/>
                    <a:pt x="328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94"/>
            <p:cNvSpPr/>
            <p:nvPr/>
          </p:nvSpPr>
          <p:spPr>
            <a:xfrm>
              <a:off x="1054485" y="3639637"/>
              <a:ext cx="304041" cy="258718"/>
            </a:xfrm>
            <a:custGeom>
              <a:rect b="b" l="l" r="r" t="t"/>
              <a:pathLst>
                <a:path extrusionOk="0" h="8026" w="9432">
                  <a:moveTo>
                    <a:pt x="1" y="0"/>
                  </a:moveTo>
                  <a:lnTo>
                    <a:pt x="1" y="6764"/>
                  </a:lnTo>
                  <a:cubicBezTo>
                    <a:pt x="1" y="7454"/>
                    <a:pt x="549" y="8026"/>
                    <a:pt x="1239" y="8026"/>
                  </a:cubicBezTo>
                  <a:lnTo>
                    <a:pt x="9431" y="8026"/>
                  </a:lnTo>
                  <a:cubicBezTo>
                    <a:pt x="8741" y="8026"/>
                    <a:pt x="8217" y="7454"/>
                    <a:pt x="8217" y="6764"/>
                  </a:cubicBezTo>
                  <a:lnTo>
                    <a:pt x="821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94"/>
            <p:cNvSpPr/>
            <p:nvPr/>
          </p:nvSpPr>
          <p:spPr>
            <a:xfrm>
              <a:off x="1290156" y="3639637"/>
              <a:ext cx="69144" cy="258718"/>
            </a:xfrm>
            <a:custGeom>
              <a:rect b="b" l="l" r="r" t="t"/>
              <a:pathLst>
                <a:path extrusionOk="0" h="8026" w="2145">
                  <a:moveTo>
                    <a:pt x="1" y="0"/>
                  </a:moveTo>
                  <a:lnTo>
                    <a:pt x="1" y="6764"/>
                  </a:lnTo>
                  <a:cubicBezTo>
                    <a:pt x="1" y="7454"/>
                    <a:pt x="573" y="8026"/>
                    <a:pt x="1239" y="8026"/>
                  </a:cubicBezTo>
                  <a:lnTo>
                    <a:pt x="2144" y="8026"/>
                  </a:lnTo>
                  <a:cubicBezTo>
                    <a:pt x="1430" y="8026"/>
                    <a:pt x="906" y="7478"/>
                    <a:pt x="906" y="6764"/>
                  </a:cubicBezTo>
                  <a:lnTo>
                    <a:pt x="906"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94"/>
            <p:cNvSpPr/>
            <p:nvPr/>
          </p:nvSpPr>
          <p:spPr>
            <a:xfrm>
              <a:off x="1319328" y="3711779"/>
              <a:ext cx="59151" cy="129778"/>
            </a:xfrm>
            <a:custGeom>
              <a:rect b="b" l="l" r="r" t="t"/>
              <a:pathLst>
                <a:path extrusionOk="0" h="4026" w="1835">
                  <a:moveTo>
                    <a:pt x="1" y="1"/>
                  </a:moveTo>
                  <a:lnTo>
                    <a:pt x="1" y="4025"/>
                  </a:lnTo>
                  <a:lnTo>
                    <a:pt x="1192" y="4025"/>
                  </a:lnTo>
                  <a:lnTo>
                    <a:pt x="1192" y="668"/>
                  </a:lnTo>
                  <a:cubicBezTo>
                    <a:pt x="1192" y="310"/>
                    <a:pt x="1477" y="1"/>
                    <a:pt x="183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94"/>
            <p:cNvSpPr/>
            <p:nvPr/>
          </p:nvSpPr>
          <p:spPr>
            <a:xfrm>
              <a:off x="1091362" y="3783180"/>
              <a:ext cx="64502" cy="75269"/>
            </a:xfrm>
            <a:custGeom>
              <a:rect b="b" l="l" r="r" t="t"/>
              <a:pathLst>
                <a:path extrusionOk="0" h="2335" w="2001">
                  <a:moveTo>
                    <a:pt x="0" y="1"/>
                  </a:moveTo>
                  <a:lnTo>
                    <a:pt x="0" y="2334"/>
                  </a:lnTo>
                  <a:lnTo>
                    <a:pt x="2000" y="2334"/>
                  </a:lnTo>
                  <a:lnTo>
                    <a:pt x="200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94"/>
            <p:cNvSpPr/>
            <p:nvPr/>
          </p:nvSpPr>
          <p:spPr>
            <a:xfrm>
              <a:off x="1091362" y="3680318"/>
              <a:ext cx="191927" cy="66823"/>
            </a:xfrm>
            <a:custGeom>
              <a:rect b="b" l="l" r="r" t="t"/>
              <a:pathLst>
                <a:path extrusionOk="0" h="2073" w="5954">
                  <a:moveTo>
                    <a:pt x="0" y="0"/>
                  </a:moveTo>
                  <a:lnTo>
                    <a:pt x="0" y="2072"/>
                  </a:lnTo>
                  <a:lnTo>
                    <a:pt x="5954" y="2072"/>
                  </a:lnTo>
                  <a:lnTo>
                    <a:pt x="5954"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94"/>
            <p:cNvSpPr/>
            <p:nvPr/>
          </p:nvSpPr>
          <p:spPr>
            <a:xfrm>
              <a:off x="1049134" y="3635028"/>
              <a:ext cx="354682" cy="267937"/>
            </a:xfrm>
            <a:custGeom>
              <a:rect b="b" l="l" r="r" t="t"/>
              <a:pathLst>
                <a:path extrusionOk="0" h="8312" w="11003">
                  <a:moveTo>
                    <a:pt x="9597" y="2525"/>
                  </a:moveTo>
                  <a:cubicBezTo>
                    <a:pt x="9478" y="2691"/>
                    <a:pt x="9407" y="2834"/>
                    <a:pt x="9407" y="3001"/>
                  </a:cubicBezTo>
                  <a:lnTo>
                    <a:pt x="9407" y="6216"/>
                  </a:lnTo>
                  <a:lnTo>
                    <a:pt x="8526" y="6216"/>
                  </a:lnTo>
                  <a:lnTo>
                    <a:pt x="8526" y="2525"/>
                  </a:lnTo>
                  <a:close/>
                  <a:moveTo>
                    <a:pt x="8216" y="310"/>
                  </a:moveTo>
                  <a:lnTo>
                    <a:pt x="8216" y="6907"/>
                  </a:lnTo>
                  <a:cubicBezTo>
                    <a:pt x="8192" y="7359"/>
                    <a:pt x="8407" y="7740"/>
                    <a:pt x="8693" y="8002"/>
                  </a:cubicBezTo>
                  <a:lnTo>
                    <a:pt x="1405" y="8002"/>
                  </a:lnTo>
                  <a:cubicBezTo>
                    <a:pt x="810" y="8002"/>
                    <a:pt x="334" y="7526"/>
                    <a:pt x="334" y="6907"/>
                  </a:cubicBezTo>
                  <a:lnTo>
                    <a:pt x="334" y="310"/>
                  </a:lnTo>
                  <a:close/>
                  <a:moveTo>
                    <a:pt x="167" y="0"/>
                  </a:moveTo>
                  <a:cubicBezTo>
                    <a:pt x="72" y="0"/>
                    <a:pt x="0" y="72"/>
                    <a:pt x="0" y="143"/>
                  </a:cubicBezTo>
                  <a:lnTo>
                    <a:pt x="0" y="6907"/>
                  </a:lnTo>
                  <a:cubicBezTo>
                    <a:pt x="0" y="7692"/>
                    <a:pt x="643" y="8312"/>
                    <a:pt x="1405" y="8312"/>
                  </a:cubicBezTo>
                  <a:lnTo>
                    <a:pt x="9597" y="8312"/>
                  </a:lnTo>
                  <a:cubicBezTo>
                    <a:pt x="10360" y="8312"/>
                    <a:pt x="11003" y="7692"/>
                    <a:pt x="11003" y="6907"/>
                  </a:cubicBezTo>
                  <a:lnTo>
                    <a:pt x="11003" y="6025"/>
                  </a:lnTo>
                  <a:cubicBezTo>
                    <a:pt x="11003" y="5918"/>
                    <a:pt x="10919" y="5865"/>
                    <a:pt x="10836" y="5865"/>
                  </a:cubicBezTo>
                  <a:cubicBezTo>
                    <a:pt x="10752" y="5865"/>
                    <a:pt x="10669" y="5918"/>
                    <a:pt x="10669" y="6025"/>
                  </a:cubicBezTo>
                  <a:lnTo>
                    <a:pt x="10669" y="6907"/>
                  </a:lnTo>
                  <a:cubicBezTo>
                    <a:pt x="10669" y="7502"/>
                    <a:pt x="10193" y="8002"/>
                    <a:pt x="9574" y="8002"/>
                  </a:cubicBezTo>
                  <a:cubicBezTo>
                    <a:pt x="8978" y="8002"/>
                    <a:pt x="8454" y="7526"/>
                    <a:pt x="8454" y="6907"/>
                  </a:cubicBezTo>
                  <a:lnTo>
                    <a:pt x="8454" y="6549"/>
                  </a:lnTo>
                  <a:lnTo>
                    <a:pt x="9526" y="6549"/>
                  </a:lnTo>
                  <a:cubicBezTo>
                    <a:pt x="9621" y="6549"/>
                    <a:pt x="9693" y="6502"/>
                    <a:pt x="9693" y="6406"/>
                  </a:cubicBezTo>
                  <a:lnTo>
                    <a:pt x="9693" y="3001"/>
                  </a:lnTo>
                  <a:cubicBezTo>
                    <a:pt x="9693" y="2739"/>
                    <a:pt x="9883" y="2525"/>
                    <a:pt x="10169" y="2525"/>
                  </a:cubicBezTo>
                  <a:cubicBezTo>
                    <a:pt x="10431" y="2525"/>
                    <a:pt x="10645" y="2739"/>
                    <a:pt x="10645" y="3001"/>
                  </a:cubicBezTo>
                  <a:lnTo>
                    <a:pt x="10645" y="5192"/>
                  </a:lnTo>
                  <a:cubicBezTo>
                    <a:pt x="10693" y="5263"/>
                    <a:pt x="10764" y="5335"/>
                    <a:pt x="10836" y="5335"/>
                  </a:cubicBezTo>
                  <a:cubicBezTo>
                    <a:pt x="10931" y="5335"/>
                    <a:pt x="11003" y="5263"/>
                    <a:pt x="11003" y="5192"/>
                  </a:cubicBezTo>
                  <a:lnTo>
                    <a:pt x="11003" y="3001"/>
                  </a:lnTo>
                  <a:cubicBezTo>
                    <a:pt x="11003" y="2572"/>
                    <a:pt x="10645" y="2239"/>
                    <a:pt x="10217" y="2215"/>
                  </a:cubicBezTo>
                  <a:lnTo>
                    <a:pt x="8502" y="2215"/>
                  </a:lnTo>
                  <a:lnTo>
                    <a:pt x="8502" y="143"/>
                  </a:lnTo>
                  <a:cubicBezTo>
                    <a:pt x="8502" y="72"/>
                    <a:pt x="8431" y="0"/>
                    <a:pt x="8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94"/>
            <p:cNvSpPr/>
            <p:nvPr/>
          </p:nvSpPr>
          <p:spPr>
            <a:xfrm>
              <a:off x="1175012" y="3777796"/>
              <a:ext cx="111340" cy="10799"/>
            </a:xfrm>
            <a:custGeom>
              <a:rect b="b" l="l" r="r" t="t"/>
              <a:pathLst>
                <a:path extrusionOk="0" h="335" w="3454">
                  <a:moveTo>
                    <a:pt x="215" y="1"/>
                  </a:moveTo>
                  <a:cubicBezTo>
                    <a:pt x="1" y="1"/>
                    <a:pt x="1" y="334"/>
                    <a:pt x="215" y="334"/>
                  </a:cubicBezTo>
                  <a:lnTo>
                    <a:pt x="3240" y="334"/>
                  </a:lnTo>
                  <a:cubicBezTo>
                    <a:pt x="3454" y="334"/>
                    <a:pt x="3454" y="1"/>
                    <a:pt x="3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94"/>
            <p:cNvSpPr/>
            <p:nvPr/>
          </p:nvSpPr>
          <p:spPr>
            <a:xfrm>
              <a:off x="1175012" y="3827696"/>
              <a:ext cx="111340" cy="10799"/>
            </a:xfrm>
            <a:custGeom>
              <a:rect b="b" l="l" r="r" t="t"/>
              <a:pathLst>
                <a:path extrusionOk="0" h="335" w="3454">
                  <a:moveTo>
                    <a:pt x="215" y="1"/>
                  </a:moveTo>
                  <a:cubicBezTo>
                    <a:pt x="1" y="1"/>
                    <a:pt x="1" y="334"/>
                    <a:pt x="215" y="334"/>
                  </a:cubicBezTo>
                  <a:lnTo>
                    <a:pt x="3240" y="334"/>
                  </a:lnTo>
                  <a:cubicBezTo>
                    <a:pt x="3454" y="334"/>
                    <a:pt x="3454" y="1"/>
                    <a:pt x="3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94"/>
            <p:cNvSpPr/>
            <p:nvPr/>
          </p:nvSpPr>
          <p:spPr>
            <a:xfrm>
              <a:off x="1175012" y="3853033"/>
              <a:ext cx="111340" cy="10799"/>
            </a:xfrm>
            <a:custGeom>
              <a:rect b="b" l="l" r="r" t="t"/>
              <a:pathLst>
                <a:path extrusionOk="0" h="335" w="3454">
                  <a:moveTo>
                    <a:pt x="215" y="1"/>
                  </a:moveTo>
                  <a:cubicBezTo>
                    <a:pt x="1" y="1"/>
                    <a:pt x="1" y="334"/>
                    <a:pt x="215" y="334"/>
                  </a:cubicBezTo>
                  <a:lnTo>
                    <a:pt x="3240" y="334"/>
                  </a:lnTo>
                  <a:cubicBezTo>
                    <a:pt x="3454" y="334"/>
                    <a:pt x="3454" y="1"/>
                    <a:pt x="3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94"/>
            <p:cNvSpPr/>
            <p:nvPr/>
          </p:nvSpPr>
          <p:spPr>
            <a:xfrm>
              <a:off x="1175012" y="3803133"/>
              <a:ext cx="111340" cy="10799"/>
            </a:xfrm>
            <a:custGeom>
              <a:rect b="b" l="l" r="r" t="t"/>
              <a:pathLst>
                <a:path extrusionOk="0" h="335" w="3454">
                  <a:moveTo>
                    <a:pt x="215" y="1"/>
                  </a:moveTo>
                  <a:cubicBezTo>
                    <a:pt x="1" y="1"/>
                    <a:pt x="1" y="334"/>
                    <a:pt x="215" y="334"/>
                  </a:cubicBezTo>
                  <a:lnTo>
                    <a:pt x="3240" y="334"/>
                  </a:lnTo>
                  <a:cubicBezTo>
                    <a:pt x="3454" y="334"/>
                    <a:pt x="3454" y="1"/>
                    <a:pt x="3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94"/>
            <p:cNvSpPr/>
            <p:nvPr/>
          </p:nvSpPr>
          <p:spPr>
            <a:xfrm>
              <a:off x="1086753" y="3777055"/>
              <a:ext cx="73721" cy="85229"/>
            </a:xfrm>
            <a:custGeom>
              <a:rect b="b" l="l" r="r" t="t"/>
              <a:pathLst>
                <a:path extrusionOk="0" h="2644" w="2287">
                  <a:moveTo>
                    <a:pt x="1977" y="333"/>
                  </a:moveTo>
                  <a:lnTo>
                    <a:pt x="1977" y="2358"/>
                  </a:lnTo>
                  <a:lnTo>
                    <a:pt x="310" y="2358"/>
                  </a:lnTo>
                  <a:lnTo>
                    <a:pt x="310" y="333"/>
                  </a:lnTo>
                  <a:close/>
                  <a:moveTo>
                    <a:pt x="143" y="0"/>
                  </a:moveTo>
                  <a:cubicBezTo>
                    <a:pt x="72" y="0"/>
                    <a:pt x="0" y="71"/>
                    <a:pt x="0" y="143"/>
                  </a:cubicBezTo>
                  <a:lnTo>
                    <a:pt x="0" y="2501"/>
                  </a:lnTo>
                  <a:cubicBezTo>
                    <a:pt x="0" y="2596"/>
                    <a:pt x="72" y="2643"/>
                    <a:pt x="143" y="2643"/>
                  </a:cubicBezTo>
                  <a:lnTo>
                    <a:pt x="2143" y="2643"/>
                  </a:lnTo>
                  <a:cubicBezTo>
                    <a:pt x="2239" y="2643"/>
                    <a:pt x="2286" y="2596"/>
                    <a:pt x="2286" y="2501"/>
                  </a:cubicBezTo>
                  <a:lnTo>
                    <a:pt x="2286" y="143"/>
                  </a:lnTo>
                  <a:cubicBezTo>
                    <a:pt x="2286" y="71"/>
                    <a:pt x="2239" y="0"/>
                    <a:pt x="21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94"/>
            <p:cNvSpPr/>
            <p:nvPr/>
          </p:nvSpPr>
          <p:spPr>
            <a:xfrm>
              <a:off x="1086753" y="3675708"/>
              <a:ext cx="201920" cy="75269"/>
            </a:xfrm>
            <a:custGeom>
              <a:rect b="b" l="l" r="r" t="t"/>
              <a:pathLst>
                <a:path extrusionOk="0" h="2335" w="6264">
                  <a:moveTo>
                    <a:pt x="143" y="1"/>
                  </a:moveTo>
                  <a:cubicBezTo>
                    <a:pt x="72" y="1"/>
                    <a:pt x="0" y="48"/>
                    <a:pt x="0" y="143"/>
                  </a:cubicBezTo>
                  <a:lnTo>
                    <a:pt x="0" y="620"/>
                  </a:lnTo>
                  <a:cubicBezTo>
                    <a:pt x="0" y="727"/>
                    <a:pt x="84" y="780"/>
                    <a:pt x="167" y="780"/>
                  </a:cubicBezTo>
                  <a:cubicBezTo>
                    <a:pt x="250" y="780"/>
                    <a:pt x="334" y="727"/>
                    <a:pt x="334" y="620"/>
                  </a:cubicBezTo>
                  <a:lnTo>
                    <a:pt x="334" y="286"/>
                  </a:lnTo>
                  <a:lnTo>
                    <a:pt x="5954" y="286"/>
                  </a:lnTo>
                  <a:lnTo>
                    <a:pt x="5954" y="2049"/>
                  </a:lnTo>
                  <a:lnTo>
                    <a:pt x="334" y="2049"/>
                  </a:lnTo>
                  <a:lnTo>
                    <a:pt x="334" y="1382"/>
                  </a:lnTo>
                  <a:cubicBezTo>
                    <a:pt x="334" y="1286"/>
                    <a:pt x="250" y="1239"/>
                    <a:pt x="167" y="1239"/>
                  </a:cubicBezTo>
                  <a:cubicBezTo>
                    <a:pt x="84" y="1239"/>
                    <a:pt x="0" y="1286"/>
                    <a:pt x="0" y="1382"/>
                  </a:cubicBezTo>
                  <a:lnTo>
                    <a:pt x="0" y="2191"/>
                  </a:lnTo>
                  <a:cubicBezTo>
                    <a:pt x="0" y="2287"/>
                    <a:pt x="72" y="2334"/>
                    <a:pt x="143" y="2334"/>
                  </a:cubicBezTo>
                  <a:lnTo>
                    <a:pt x="6097" y="2334"/>
                  </a:lnTo>
                  <a:cubicBezTo>
                    <a:pt x="6192" y="2334"/>
                    <a:pt x="6263" y="2287"/>
                    <a:pt x="6263" y="2191"/>
                  </a:cubicBezTo>
                  <a:lnTo>
                    <a:pt x="6263" y="120"/>
                  </a:lnTo>
                  <a:cubicBezTo>
                    <a:pt x="6263" y="48"/>
                    <a:pt x="6192" y="1"/>
                    <a:pt x="6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4" name="Google Shape;19374;p94"/>
          <p:cNvGrpSpPr/>
          <p:nvPr/>
        </p:nvGrpSpPr>
        <p:grpSpPr>
          <a:xfrm>
            <a:off x="1049134" y="3987750"/>
            <a:ext cx="355455" cy="355455"/>
            <a:chOff x="1049134" y="4140150"/>
            <a:chExt cx="355455" cy="355455"/>
          </a:xfrm>
        </p:grpSpPr>
        <p:sp>
          <p:nvSpPr>
            <p:cNvPr id="19375" name="Google Shape;19375;p94"/>
            <p:cNvSpPr/>
            <p:nvPr/>
          </p:nvSpPr>
          <p:spPr>
            <a:xfrm>
              <a:off x="1144324" y="4145501"/>
              <a:ext cx="163528" cy="134388"/>
            </a:xfrm>
            <a:custGeom>
              <a:rect b="b" l="l" r="r" t="t"/>
              <a:pathLst>
                <a:path extrusionOk="0" h="4169" w="5073">
                  <a:moveTo>
                    <a:pt x="810" y="1"/>
                  </a:moveTo>
                  <a:cubicBezTo>
                    <a:pt x="357" y="1"/>
                    <a:pt x="0" y="358"/>
                    <a:pt x="0" y="811"/>
                  </a:cubicBezTo>
                  <a:lnTo>
                    <a:pt x="0" y="3359"/>
                  </a:lnTo>
                  <a:cubicBezTo>
                    <a:pt x="0" y="3811"/>
                    <a:pt x="357" y="4168"/>
                    <a:pt x="810" y="4168"/>
                  </a:cubicBezTo>
                  <a:lnTo>
                    <a:pt x="4263" y="4168"/>
                  </a:lnTo>
                  <a:cubicBezTo>
                    <a:pt x="4716" y="4168"/>
                    <a:pt x="5073" y="3811"/>
                    <a:pt x="5049" y="3359"/>
                  </a:cubicBezTo>
                  <a:lnTo>
                    <a:pt x="5049" y="811"/>
                  </a:lnTo>
                  <a:cubicBezTo>
                    <a:pt x="5049" y="358"/>
                    <a:pt x="4716"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94"/>
            <p:cNvSpPr/>
            <p:nvPr/>
          </p:nvSpPr>
          <p:spPr>
            <a:xfrm>
              <a:off x="1253311" y="4144405"/>
              <a:ext cx="55315" cy="135484"/>
            </a:xfrm>
            <a:custGeom>
              <a:rect b="b" l="l" r="r" t="t"/>
              <a:pathLst>
                <a:path extrusionOk="0" h="4203" w="1716">
                  <a:moveTo>
                    <a:pt x="1135" y="0"/>
                  </a:moveTo>
                  <a:cubicBezTo>
                    <a:pt x="1099" y="0"/>
                    <a:pt x="1062" y="4"/>
                    <a:pt x="1025" y="11"/>
                  </a:cubicBezTo>
                  <a:lnTo>
                    <a:pt x="906" y="35"/>
                  </a:lnTo>
                  <a:lnTo>
                    <a:pt x="1" y="35"/>
                  </a:lnTo>
                  <a:cubicBezTo>
                    <a:pt x="453" y="35"/>
                    <a:pt x="811" y="392"/>
                    <a:pt x="811" y="845"/>
                  </a:cubicBezTo>
                  <a:lnTo>
                    <a:pt x="811" y="3393"/>
                  </a:lnTo>
                  <a:cubicBezTo>
                    <a:pt x="811" y="3845"/>
                    <a:pt x="453" y="4202"/>
                    <a:pt x="1" y="4202"/>
                  </a:cubicBezTo>
                  <a:lnTo>
                    <a:pt x="1025" y="4202"/>
                  </a:lnTo>
                  <a:cubicBezTo>
                    <a:pt x="1406" y="4202"/>
                    <a:pt x="1716" y="3917"/>
                    <a:pt x="1716" y="3512"/>
                  </a:cubicBezTo>
                  <a:lnTo>
                    <a:pt x="1716" y="606"/>
                  </a:lnTo>
                  <a:cubicBezTo>
                    <a:pt x="1716" y="265"/>
                    <a:pt x="1448" y="0"/>
                    <a:pt x="113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94"/>
            <p:cNvSpPr/>
            <p:nvPr/>
          </p:nvSpPr>
          <p:spPr>
            <a:xfrm>
              <a:off x="1144324" y="4146275"/>
              <a:ext cx="163528" cy="36877"/>
            </a:xfrm>
            <a:custGeom>
              <a:rect b="b" l="l" r="r" t="t"/>
              <a:pathLst>
                <a:path extrusionOk="0" h="1144" w="5073">
                  <a:moveTo>
                    <a:pt x="810" y="1"/>
                  </a:moveTo>
                  <a:cubicBezTo>
                    <a:pt x="357" y="1"/>
                    <a:pt x="0" y="358"/>
                    <a:pt x="0" y="810"/>
                  </a:cubicBezTo>
                  <a:lnTo>
                    <a:pt x="0" y="1144"/>
                  </a:lnTo>
                  <a:lnTo>
                    <a:pt x="5073" y="1144"/>
                  </a:lnTo>
                  <a:lnTo>
                    <a:pt x="5073" y="810"/>
                  </a:lnTo>
                  <a:cubicBezTo>
                    <a:pt x="5073" y="358"/>
                    <a:pt x="4716" y="1"/>
                    <a:pt x="426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94"/>
            <p:cNvSpPr/>
            <p:nvPr/>
          </p:nvSpPr>
          <p:spPr>
            <a:xfrm>
              <a:off x="1253311" y="4146243"/>
              <a:ext cx="55315" cy="36909"/>
            </a:xfrm>
            <a:custGeom>
              <a:rect b="b" l="l" r="r" t="t"/>
              <a:pathLst>
                <a:path extrusionOk="0" h="1145" w="1716">
                  <a:moveTo>
                    <a:pt x="948" y="1"/>
                  </a:moveTo>
                  <a:cubicBezTo>
                    <a:pt x="934" y="1"/>
                    <a:pt x="920" y="1"/>
                    <a:pt x="906" y="2"/>
                  </a:cubicBezTo>
                  <a:lnTo>
                    <a:pt x="1" y="2"/>
                  </a:lnTo>
                  <a:cubicBezTo>
                    <a:pt x="453" y="2"/>
                    <a:pt x="811" y="359"/>
                    <a:pt x="811" y="811"/>
                  </a:cubicBezTo>
                  <a:lnTo>
                    <a:pt x="811" y="1145"/>
                  </a:lnTo>
                  <a:lnTo>
                    <a:pt x="1716" y="1145"/>
                  </a:lnTo>
                  <a:lnTo>
                    <a:pt x="1716" y="788"/>
                  </a:lnTo>
                  <a:cubicBezTo>
                    <a:pt x="1716" y="349"/>
                    <a:pt x="1381" y="1"/>
                    <a:pt x="948"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94"/>
            <p:cNvSpPr/>
            <p:nvPr/>
          </p:nvSpPr>
          <p:spPr>
            <a:xfrm>
              <a:off x="1052970" y="4413438"/>
              <a:ext cx="94449" cy="76784"/>
            </a:xfrm>
            <a:custGeom>
              <a:rect b="b" l="l" r="r" t="t"/>
              <a:pathLst>
                <a:path extrusionOk="0" h="2382" w="2930">
                  <a:moveTo>
                    <a:pt x="477" y="0"/>
                  </a:moveTo>
                  <a:cubicBezTo>
                    <a:pt x="215" y="0"/>
                    <a:pt x="0" y="214"/>
                    <a:pt x="0" y="476"/>
                  </a:cubicBezTo>
                  <a:lnTo>
                    <a:pt x="0" y="1905"/>
                  </a:lnTo>
                  <a:cubicBezTo>
                    <a:pt x="0" y="2167"/>
                    <a:pt x="215" y="2382"/>
                    <a:pt x="477" y="2382"/>
                  </a:cubicBezTo>
                  <a:lnTo>
                    <a:pt x="2453" y="2382"/>
                  </a:lnTo>
                  <a:cubicBezTo>
                    <a:pt x="2715" y="2382"/>
                    <a:pt x="2929" y="2167"/>
                    <a:pt x="2929" y="1905"/>
                  </a:cubicBezTo>
                  <a:lnTo>
                    <a:pt x="2929" y="476"/>
                  </a:lnTo>
                  <a:cubicBezTo>
                    <a:pt x="2929" y="191"/>
                    <a:pt x="2715"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94"/>
            <p:cNvSpPr/>
            <p:nvPr/>
          </p:nvSpPr>
          <p:spPr>
            <a:xfrm>
              <a:off x="1102097" y="4413438"/>
              <a:ext cx="45322" cy="76784"/>
            </a:xfrm>
            <a:custGeom>
              <a:rect b="b" l="l" r="r" t="t"/>
              <a:pathLst>
                <a:path extrusionOk="0" h="2382" w="1406">
                  <a:moveTo>
                    <a:pt x="0" y="0"/>
                  </a:moveTo>
                  <a:cubicBezTo>
                    <a:pt x="262" y="0"/>
                    <a:pt x="477" y="214"/>
                    <a:pt x="477" y="476"/>
                  </a:cubicBezTo>
                  <a:lnTo>
                    <a:pt x="477" y="1905"/>
                  </a:lnTo>
                  <a:cubicBezTo>
                    <a:pt x="477" y="2167"/>
                    <a:pt x="262" y="2382"/>
                    <a:pt x="0" y="2382"/>
                  </a:cubicBezTo>
                  <a:lnTo>
                    <a:pt x="929" y="2382"/>
                  </a:lnTo>
                  <a:cubicBezTo>
                    <a:pt x="1191" y="2382"/>
                    <a:pt x="1405" y="2167"/>
                    <a:pt x="1405" y="1905"/>
                  </a:cubicBezTo>
                  <a:lnTo>
                    <a:pt x="1405" y="476"/>
                  </a:lnTo>
                  <a:cubicBezTo>
                    <a:pt x="1405" y="214"/>
                    <a:pt x="1191" y="0"/>
                    <a:pt x="929"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94"/>
            <p:cNvSpPr/>
            <p:nvPr/>
          </p:nvSpPr>
          <p:spPr>
            <a:xfrm>
              <a:off x="1052970" y="4414180"/>
              <a:ext cx="94449" cy="21533"/>
            </a:xfrm>
            <a:custGeom>
              <a:rect b="b" l="l" r="r" t="t"/>
              <a:pathLst>
                <a:path extrusionOk="0" h="668" w="2930">
                  <a:moveTo>
                    <a:pt x="477" y="1"/>
                  </a:moveTo>
                  <a:cubicBezTo>
                    <a:pt x="215" y="1"/>
                    <a:pt x="0" y="215"/>
                    <a:pt x="0" y="477"/>
                  </a:cubicBezTo>
                  <a:lnTo>
                    <a:pt x="0" y="668"/>
                  </a:lnTo>
                  <a:lnTo>
                    <a:pt x="2906" y="668"/>
                  </a:lnTo>
                  <a:lnTo>
                    <a:pt x="2906" y="477"/>
                  </a:lnTo>
                  <a:cubicBezTo>
                    <a:pt x="2929" y="215"/>
                    <a:pt x="2715" y="1"/>
                    <a:pt x="2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4"/>
            <p:cNvSpPr/>
            <p:nvPr/>
          </p:nvSpPr>
          <p:spPr>
            <a:xfrm>
              <a:off x="1102097" y="4413438"/>
              <a:ext cx="45322" cy="19986"/>
            </a:xfrm>
            <a:custGeom>
              <a:rect b="b" l="l" r="r" t="t"/>
              <a:pathLst>
                <a:path extrusionOk="0" h="620" w="1406">
                  <a:moveTo>
                    <a:pt x="0" y="0"/>
                  </a:moveTo>
                  <a:cubicBezTo>
                    <a:pt x="262" y="0"/>
                    <a:pt x="477" y="214"/>
                    <a:pt x="477" y="453"/>
                  </a:cubicBezTo>
                  <a:lnTo>
                    <a:pt x="477" y="619"/>
                  </a:lnTo>
                  <a:lnTo>
                    <a:pt x="1382" y="619"/>
                  </a:lnTo>
                  <a:lnTo>
                    <a:pt x="1405" y="476"/>
                  </a:lnTo>
                  <a:cubicBezTo>
                    <a:pt x="1405" y="214"/>
                    <a:pt x="1191" y="0"/>
                    <a:pt x="929"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94"/>
            <p:cNvSpPr/>
            <p:nvPr/>
          </p:nvSpPr>
          <p:spPr>
            <a:xfrm>
              <a:off x="1179622" y="4413438"/>
              <a:ext cx="94449" cy="76784"/>
            </a:xfrm>
            <a:custGeom>
              <a:rect b="b" l="l" r="r" t="t"/>
              <a:pathLst>
                <a:path extrusionOk="0" h="2382" w="2930">
                  <a:moveTo>
                    <a:pt x="477" y="0"/>
                  </a:moveTo>
                  <a:cubicBezTo>
                    <a:pt x="215" y="0"/>
                    <a:pt x="1" y="214"/>
                    <a:pt x="1" y="476"/>
                  </a:cubicBezTo>
                  <a:lnTo>
                    <a:pt x="1" y="1905"/>
                  </a:lnTo>
                  <a:cubicBezTo>
                    <a:pt x="1" y="2167"/>
                    <a:pt x="215" y="2382"/>
                    <a:pt x="477" y="2382"/>
                  </a:cubicBezTo>
                  <a:lnTo>
                    <a:pt x="2454" y="2382"/>
                  </a:lnTo>
                  <a:cubicBezTo>
                    <a:pt x="2692" y="2382"/>
                    <a:pt x="2882" y="2167"/>
                    <a:pt x="2930" y="1905"/>
                  </a:cubicBezTo>
                  <a:lnTo>
                    <a:pt x="2930" y="476"/>
                  </a:lnTo>
                  <a:cubicBezTo>
                    <a:pt x="2930" y="191"/>
                    <a:pt x="2716" y="0"/>
                    <a:pt x="2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94"/>
            <p:cNvSpPr/>
            <p:nvPr/>
          </p:nvSpPr>
          <p:spPr>
            <a:xfrm>
              <a:off x="1229522" y="4414180"/>
              <a:ext cx="44549" cy="76816"/>
            </a:xfrm>
            <a:custGeom>
              <a:rect b="b" l="l" r="r" t="t"/>
              <a:pathLst>
                <a:path extrusionOk="0" h="2383" w="1382">
                  <a:moveTo>
                    <a:pt x="1" y="1"/>
                  </a:moveTo>
                  <a:cubicBezTo>
                    <a:pt x="286" y="1"/>
                    <a:pt x="477" y="215"/>
                    <a:pt x="477" y="477"/>
                  </a:cubicBezTo>
                  <a:lnTo>
                    <a:pt x="477" y="1906"/>
                  </a:lnTo>
                  <a:cubicBezTo>
                    <a:pt x="477" y="2168"/>
                    <a:pt x="286" y="2382"/>
                    <a:pt x="1" y="2382"/>
                  </a:cubicBezTo>
                  <a:lnTo>
                    <a:pt x="906" y="2382"/>
                  </a:lnTo>
                  <a:cubicBezTo>
                    <a:pt x="1168" y="2382"/>
                    <a:pt x="1382" y="2168"/>
                    <a:pt x="1382" y="1906"/>
                  </a:cubicBezTo>
                  <a:lnTo>
                    <a:pt x="1382" y="477"/>
                  </a:lnTo>
                  <a:cubicBezTo>
                    <a:pt x="1334" y="215"/>
                    <a:pt x="1144" y="1"/>
                    <a:pt x="906"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94"/>
            <p:cNvSpPr/>
            <p:nvPr/>
          </p:nvSpPr>
          <p:spPr>
            <a:xfrm>
              <a:off x="1179622" y="4414180"/>
              <a:ext cx="92934" cy="21533"/>
            </a:xfrm>
            <a:custGeom>
              <a:rect b="b" l="l" r="r" t="t"/>
              <a:pathLst>
                <a:path extrusionOk="0" h="668" w="2883">
                  <a:moveTo>
                    <a:pt x="477" y="1"/>
                  </a:moveTo>
                  <a:cubicBezTo>
                    <a:pt x="215" y="1"/>
                    <a:pt x="1" y="215"/>
                    <a:pt x="1" y="477"/>
                  </a:cubicBezTo>
                  <a:lnTo>
                    <a:pt x="1" y="668"/>
                  </a:lnTo>
                  <a:lnTo>
                    <a:pt x="2882" y="668"/>
                  </a:lnTo>
                  <a:lnTo>
                    <a:pt x="2882" y="477"/>
                  </a:lnTo>
                  <a:cubicBezTo>
                    <a:pt x="2882" y="215"/>
                    <a:pt x="2692" y="1"/>
                    <a:pt x="245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94"/>
            <p:cNvSpPr/>
            <p:nvPr/>
          </p:nvSpPr>
          <p:spPr>
            <a:xfrm>
              <a:off x="1228748" y="4413438"/>
              <a:ext cx="43807" cy="19986"/>
            </a:xfrm>
            <a:custGeom>
              <a:rect b="b" l="l" r="r" t="t"/>
              <a:pathLst>
                <a:path extrusionOk="0" h="620" w="1359">
                  <a:moveTo>
                    <a:pt x="1" y="0"/>
                  </a:moveTo>
                  <a:cubicBezTo>
                    <a:pt x="263" y="0"/>
                    <a:pt x="477" y="214"/>
                    <a:pt x="477" y="453"/>
                  </a:cubicBezTo>
                  <a:lnTo>
                    <a:pt x="477" y="619"/>
                  </a:lnTo>
                  <a:lnTo>
                    <a:pt x="1358" y="619"/>
                  </a:lnTo>
                  <a:lnTo>
                    <a:pt x="1358" y="476"/>
                  </a:lnTo>
                  <a:cubicBezTo>
                    <a:pt x="1358" y="214"/>
                    <a:pt x="1168" y="0"/>
                    <a:pt x="906"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94"/>
            <p:cNvSpPr/>
            <p:nvPr/>
          </p:nvSpPr>
          <p:spPr>
            <a:xfrm>
              <a:off x="1305532" y="4413438"/>
              <a:ext cx="94449" cy="76784"/>
            </a:xfrm>
            <a:custGeom>
              <a:rect b="b" l="l" r="r" t="t"/>
              <a:pathLst>
                <a:path extrusionOk="0" h="2382" w="2930">
                  <a:moveTo>
                    <a:pt x="477" y="0"/>
                  </a:moveTo>
                  <a:cubicBezTo>
                    <a:pt x="215" y="0"/>
                    <a:pt x="0" y="214"/>
                    <a:pt x="0" y="476"/>
                  </a:cubicBezTo>
                  <a:lnTo>
                    <a:pt x="0" y="1905"/>
                  </a:lnTo>
                  <a:cubicBezTo>
                    <a:pt x="0" y="2167"/>
                    <a:pt x="215" y="2382"/>
                    <a:pt x="477" y="2382"/>
                  </a:cubicBezTo>
                  <a:lnTo>
                    <a:pt x="2453" y="2382"/>
                  </a:lnTo>
                  <a:cubicBezTo>
                    <a:pt x="2691" y="2382"/>
                    <a:pt x="2882" y="2167"/>
                    <a:pt x="2929" y="1905"/>
                  </a:cubicBezTo>
                  <a:lnTo>
                    <a:pt x="2929" y="476"/>
                  </a:lnTo>
                  <a:cubicBezTo>
                    <a:pt x="2929" y="191"/>
                    <a:pt x="2715"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94"/>
            <p:cNvSpPr/>
            <p:nvPr/>
          </p:nvSpPr>
          <p:spPr>
            <a:xfrm>
              <a:off x="1355431" y="4413438"/>
              <a:ext cx="43001" cy="76784"/>
            </a:xfrm>
            <a:custGeom>
              <a:rect b="b" l="l" r="r" t="t"/>
              <a:pathLst>
                <a:path extrusionOk="0" h="2382" w="1334">
                  <a:moveTo>
                    <a:pt x="0" y="0"/>
                  </a:moveTo>
                  <a:cubicBezTo>
                    <a:pt x="262" y="0"/>
                    <a:pt x="453" y="214"/>
                    <a:pt x="453" y="476"/>
                  </a:cubicBezTo>
                  <a:lnTo>
                    <a:pt x="453" y="1905"/>
                  </a:lnTo>
                  <a:cubicBezTo>
                    <a:pt x="453" y="2167"/>
                    <a:pt x="238" y="2382"/>
                    <a:pt x="0" y="2382"/>
                  </a:cubicBezTo>
                  <a:lnTo>
                    <a:pt x="858" y="2382"/>
                  </a:lnTo>
                  <a:cubicBezTo>
                    <a:pt x="1143" y="2382"/>
                    <a:pt x="1334" y="2167"/>
                    <a:pt x="1334" y="1905"/>
                  </a:cubicBezTo>
                  <a:lnTo>
                    <a:pt x="1334" y="476"/>
                  </a:lnTo>
                  <a:cubicBezTo>
                    <a:pt x="1334" y="214"/>
                    <a:pt x="1143" y="0"/>
                    <a:pt x="85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94"/>
            <p:cNvSpPr/>
            <p:nvPr/>
          </p:nvSpPr>
          <p:spPr>
            <a:xfrm>
              <a:off x="1305532" y="4414180"/>
              <a:ext cx="92901" cy="21533"/>
            </a:xfrm>
            <a:custGeom>
              <a:rect b="b" l="l" r="r" t="t"/>
              <a:pathLst>
                <a:path extrusionOk="0" h="668" w="2882">
                  <a:moveTo>
                    <a:pt x="477" y="1"/>
                  </a:moveTo>
                  <a:cubicBezTo>
                    <a:pt x="215" y="1"/>
                    <a:pt x="0" y="215"/>
                    <a:pt x="0" y="477"/>
                  </a:cubicBezTo>
                  <a:lnTo>
                    <a:pt x="0" y="668"/>
                  </a:lnTo>
                  <a:lnTo>
                    <a:pt x="2882" y="668"/>
                  </a:lnTo>
                  <a:lnTo>
                    <a:pt x="2882" y="477"/>
                  </a:lnTo>
                  <a:cubicBezTo>
                    <a:pt x="2882" y="215"/>
                    <a:pt x="2691" y="1"/>
                    <a:pt x="2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94"/>
            <p:cNvSpPr/>
            <p:nvPr/>
          </p:nvSpPr>
          <p:spPr>
            <a:xfrm>
              <a:off x="1355431" y="4413438"/>
              <a:ext cx="43001" cy="19986"/>
            </a:xfrm>
            <a:custGeom>
              <a:rect b="b" l="l" r="r" t="t"/>
              <a:pathLst>
                <a:path extrusionOk="0" h="620" w="1334">
                  <a:moveTo>
                    <a:pt x="0" y="0"/>
                  </a:moveTo>
                  <a:cubicBezTo>
                    <a:pt x="262" y="0"/>
                    <a:pt x="453" y="214"/>
                    <a:pt x="453" y="453"/>
                  </a:cubicBezTo>
                  <a:lnTo>
                    <a:pt x="453" y="619"/>
                  </a:lnTo>
                  <a:lnTo>
                    <a:pt x="1334" y="619"/>
                  </a:lnTo>
                  <a:lnTo>
                    <a:pt x="1334" y="476"/>
                  </a:lnTo>
                  <a:cubicBezTo>
                    <a:pt x="1334" y="214"/>
                    <a:pt x="1143" y="0"/>
                    <a:pt x="858"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94"/>
            <p:cNvSpPr/>
            <p:nvPr/>
          </p:nvSpPr>
          <p:spPr>
            <a:xfrm>
              <a:off x="1139715" y="4140150"/>
              <a:ext cx="174295" cy="145863"/>
            </a:xfrm>
            <a:custGeom>
              <a:rect b="b" l="l" r="r" t="t"/>
              <a:pathLst>
                <a:path extrusionOk="0" h="4525" w="5407">
                  <a:moveTo>
                    <a:pt x="4430" y="357"/>
                  </a:moveTo>
                  <a:cubicBezTo>
                    <a:pt x="4787" y="357"/>
                    <a:pt x="5073" y="643"/>
                    <a:pt x="5073" y="1000"/>
                  </a:cubicBezTo>
                  <a:lnTo>
                    <a:pt x="5073" y="1191"/>
                  </a:lnTo>
                  <a:lnTo>
                    <a:pt x="4716" y="1191"/>
                  </a:lnTo>
                  <a:cubicBezTo>
                    <a:pt x="4525" y="1191"/>
                    <a:pt x="4525" y="1501"/>
                    <a:pt x="4716" y="1501"/>
                  </a:cubicBezTo>
                  <a:lnTo>
                    <a:pt x="5073" y="1501"/>
                  </a:lnTo>
                  <a:lnTo>
                    <a:pt x="5073" y="3572"/>
                  </a:lnTo>
                  <a:cubicBezTo>
                    <a:pt x="5073" y="3930"/>
                    <a:pt x="4787" y="4215"/>
                    <a:pt x="4430" y="4215"/>
                  </a:cubicBezTo>
                  <a:lnTo>
                    <a:pt x="977" y="4215"/>
                  </a:lnTo>
                  <a:cubicBezTo>
                    <a:pt x="620" y="4215"/>
                    <a:pt x="334" y="3930"/>
                    <a:pt x="334" y="3572"/>
                  </a:cubicBezTo>
                  <a:lnTo>
                    <a:pt x="334" y="1501"/>
                  </a:lnTo>
                  <a:lnTo>
                    <a:pt x="3858" y="1501"/>
                  </a:lnTo>
                  <a:cubicBezTo>
                    <a:pt x="4073" y="1501"/>
                    <a:pt x="4073" y="1191"/>
                    <a:pt x="3858" y="1191"/>
                  </a:cubicBezTo>
                  <a:lnTo>
                    <a:pt x="310" y="1191"/>
                  </a:lnTo>
                  <a:lnTo>
                    <a:pt x="310" y="1000"/>
                  </a:lnTo>
                  <a:cubicBezTo>
                    <a:pt x="334" y="643"/>
                    <a:pt x="620" y="357"/>
                    <a:pt x="977" y="357"/>
                  </a:cubicBezTo>
                  <a:close/>
                  <a:moveTo>
                    <a:pt x="977" y="0"/>
                  </a:moveTo>
                  <a:cubicBezTo>
                    <a:pt x="453" y="0"/>
                    <a:pt x="0" y="429"/>
                    <a:pt x="0" y="977"/>
                  </a:cubicBezTo>
                  <a:lnTo>
                    <a:pt x="0" y="3525"/>
                  </a:lnTo>
                  <a:cubicBezTo>
                    <a:pt x="0" y="4072"/>
                    <a:pt x="453" y="4525"/>
                    <a:pt x="977" y="4525"/>
                  </a:cubicBezTo>
                  <a:lnTo>
                    <a:pt x="4430" y="4525"/>
                  </a:lnTo>
                  <a:cubicBezTo>
                    <a:pt x="4978" y="4525"/>
                    <a:pt x="5406" y="4072"/>
                    <a:pt x="5406" y="3525"/>
                  </a:cubicBezTo>
                  <a:lnTo>
                    <a:pt x="5406" y="977"/>
                  </a:lnTo>
                  <a:cubicBezTo>
                    <a:pt x="5406" y="429"/>
                    <a:pt x="4978" y="0"/>
                    <a:pt x="4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94"/>
            <p:cNvSpPr/>
            <p:nvPr/>
          </p:nvSpPr>
          <p:spPr>
            <a:xfrm>
              <a:off x="1162731" y="4159330"/>
              <a:ext cx="13087" cy="10025"/>
            </a:xfrm>
            <a:custGeom>
              <a:rect b="b" l="l" r="r" t="t"/>
              <a:pathLst>
                <a:path extrusionOk="0" h="311" w="406">
                  <a:moveTo>
                    <a:pt x="215" y="1"/>
                  </a:moveTo>
                  <a:cubicBezTo>
                    <a:pt x="1" y="24"/>
                    <a:pt x="1" y="310"/>
                    <a:pt x="215" y="310"/>
                  </a:cubicBezTo>
                  <a:cubicBezTo>
                    <a:pt x="406" y="310"/>
                    <a:pt x="406"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94"/>
            <p:cNvSpPr/>
            <p:nvPr/>
          </p:nvSpPr>
          <p:spPr>
            <a:xfrm>
              <a:off x="1179622" y="4159330"/>
              <a:ext cx="13861" cy="10025"/>
            </a:xfrm>
            <a:custGeom>
              <a:rect b="b" l="l" r="r" t="t"/>
              <a:pathLst>
                <a:path extrusionOk="0" h="311" w="430">
                  <a:moveTo>
                    <a:pt x="215" y="1"/>
                  </a:moveTo>
                  <a:cubicBezTo>
                    <a:pt x="1" y="24"/>
                    <a:pt x="1" y="310"/>
                    <a:pt x="215" y="310"/>
                  </a:cubicBezTo>
                  <a:cubicBezTo>
                    <a:pt x="429" y="310"/>
                    <a:pt x="429"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94"/>
            <p:cNvSpPr/>
            <p:nvPr/>
          </p:nvSpPr>
          <p:spPr>
            <a:xfrm>
              <a:off x="1198060" y="4159330"/>
              <a:ext cx="12314" cy="10025"/>
            </a:xfrm>
            <a:custGeom>
              <a:rect b="b" l="l" r="r" t="t"/>
              <a:pathLst>
                <a:path extrusionOk="0" h="311" w="382">
                  <a:moveTo>
                    <a:pt x="191" y="1"/>
                  </a:moveTo>
                  <a:cubicBezTo>
                    <a:pt x="0" y="24"/>
                    <a:pt x="0" y="310"/>
                    <a:pt x="191" y="310"/>
                  </a:cubicBezTo>
                  <a:cubicBezTo>
                    <a:pt x="381" y="310"/>
                    <a:pt x="381"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94"/>
            <p:cNvSpPr/>
            <p:nvPr/>
          </p:nvSpPr>
          <p:spPr>
            <a:xfrm>
              <a:off x="1049134" y="4408829"/>
              <a:ext cx="103668" cy="86777"/>
            </a:xfrm>
            <a:custGeom>
              <a:rect b="b" l="l" r="r" t="t"/>
              <a:pathLst>
                <a:path extrusionOk="0" h="2692" w="3216">
                  <a:moveTo>
                    <a:pt x="2596" y="310"/>
                  </a:moveTo>
                  <a:cubicBezTo>
                    <a:pt x="2763" y="310"/>
                    <a:pt x="2906" y="477"/>
                    <a:pt x="2906" y="619"/>
                  </a:cubicBezTo>
                  <a:lnTo>
                    <a:pt x="2906" y="643"/>
                  </a:lnTo>
                  <a:lnTo>
                    <a:pt x="334" y="643"/>
                  </a:lnTo>
                  <a:cubicBezTo>
                    <a:pt x="334" y="477"/>
                    <a:pt x="477" y="310"/>
                    <a:pt x="643" y="310"/>
                  </a:cubicBezTo>
                  <a:close/>
                  <a:moveTo>
                    <a:pt x="643" y="0"/>
                  </a:moveTo>
                  <a:cubicBezTo>
                    <a:pt x="286" y="0"/>
                    <a:pt x="0" y="262"/>
                    <a:pt x="0" y="619"/>
                  </a:cubicBezTo>
                  <a:lnTo>
                    <a:pt x="0" y="2072"/>
                  </a:lnTo>
                  <a:cubicBezTo>
                    <a:pt x="0" y="2429"/>
                    <a:pt x="286" y="2691"/>
                    <a:pt x="643" y="2691"/>
                  </a:cubicBezTo>
                  <a:lnTo>
                    <a:pt x="2596" y="2691"/>
                  </a:lnTo>
                  <a:cubicBezTo>
                    <a:pt x="2953" y="2691"/>
                    <a:pt x="3215" y="2429"/>
                    <a:pt x="3215" y="2072"/>
                  </a:cubicBezTo>
                  <a:cubicBezTo>
                    <a:pt x="3215" y="1965"/>
                    <a:pt x="3138" y="1911"/>
                    <a:pt x="3060" y="1911"/>
                  </a:cubicBezTo>
                  <a:cubicBezTo>
                    <a:pt x="2983" y="1911"/>
                    <a:pt x="2906" y="1965"/>
                    <a:pt x="2906" y="2072"/>
                  </a:cubicBezTo>
                  <a:cubicBezTo>
                    <a:pt x="2906" y="2263"/>
                    <a:pt x="2763" y="2382"/>
                    <a:pt x="2596" y="2382"/>
                  </a:cubicBezTo>
                  <a:lnTo>
                    <a:pt x="643" y="2382"/>
                  </a:lnTo>
                  <a:cubicBezTo>
                    <a:pt x="453" y="2382"/>
                    <a:pt x="334" y="2215"/>
                    <a:pt x="334" y="2072"/>
                  </a:cubicBezTo>
                  <a:lnTo>
                    <a:pt x="334" y="953"/>
                  </a:lnTo>
                  <a:lnTo>
                    <a:pt x="2906" y="953"/>
                  </a:lnTo>
                  <a:lnTo>
                    <a:pt x="2906" y="1286"/>
                  </a:lnTo>
                  <a:cubicBezTo>
                    <a:pt x="2906" y="1393"/>
                    <a:pt x="2983" y="1447"/>
                    <a:pt x="3060" y="1447"/>
                  </a:cubicBezTo>
                  <a:cubicBezTo>
                    <a:pt x="3138" y="1447"/>
                    <a:pt x="3215" y="1393"/>
                    <a:pt x="3215" y="1286"/>
                  </a:cubicBezTo>
                  <a:lnTo>
                    <a:pt x="3215" y="619"/>
                  </a:lnTo>
                  <a:cubicBezTo>
                    <a:pt x="3191" y="262"/>
                    <a:pt x="2929" y="0"/>
                    <a:pt x="2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4"/>
            <p:cNvSpPr/>
            <p:nvPr/>
          </p:nvSpPr>
          <p:spPr>
            <a:xfrm>
              <a:off x="1174271" y="4408829"/>
              <a:ext cx="103636" cy="86777"/>
            </a:xfrm>
            <a:custGeom>
              <a:rect b="b" l="l" r="r" t="t"/>
              <a:pathLst>
                <a:path extrusionOk="0" h="2692" w="3215">
                  <a:moveTo>
                    <a:pt x="2596" y="310"/>
                  </a:moveTo>
                  <a:cubicBezTo>
                    <a:pt x="2762" y="310"/>
                    <a:pt x="2882" y="477"/>
                    <a:pt x="2882" y="619"/>
                  </a:cubicBezTo>
                  <a:lnTo>
                    <a:pt x="2882" y="643"/>
                  </a:lnTo>
                  <a:lnTo>
                    <a:pt x="333" y="643"/>
                  </a:lnTo>
                  <a:cubicBezTo>
                    <a:pt x="333" y="477"/>
                    <a:pt x="476" y="310"/>
                    <a:pt x="619" y="310"/>
                  </a:cubicBezTo>
                  <a:close/>
                  <a:moveTo>
                    <a:pt x="619" y="0"/>
                  </a:moveTo>
                  <a:cubicBezTo>
                    <a:pt x="262" y="0"/>
                    <a:pt x="0" y="262"/>
                    <a:pt x="0" y="619"/>
                  </a:cubicBezTo>
                  <a:lnTo>
                    <a:pt x="0" y="2048"/>
                  </a:lnTo>
                  <a:cubicBezTo>
                    <a:pt x="0" y="2405"/>
                    <a:pt x="262" y="2667"/>
                    <a:pt x="619" y="2667"/>
                  </a:cubicBezTo>
                  <a:lnTo>
                    <a:pt x="857" y="2667"/>
                  </a:lnTo>
                  <a:cubicBezTo>
                    <a:pt x="1048" y="2644"/>
                    <a:pt x="1072" y="2334"/>
                    <a:pt x="857" y="2334"/>
                  </a:cubicBezTo>
                  <a:lnTo>
                    <a:pt x="619" y="2334"/>
                  </a:lnTo>
                  <a:cubicBezTo>
                    <a:pt x="452" y="2334"/>
                    <a:pt x="333" y="2191"/>
                    <a:pt x="333" y="2048"/>
                  </a:cubicBezTo>
                  <a:lnTo>
                    <a:pt x="333" y="977"/>
                  </a:lnTo>
                  <a:lnTo>
                    <a:pt x="2882" y="977"/>
                  </a:lnTo>
                  <a:lnTo>
                    <a:pt x="2882" y="2072"/>
                  </a:lnTo>
                  <a:cubicBezTo>
                    <a:pt x="2882" y="2263"/>
                    <a:pt x="2739" y="2382"/>
                    <a:pt x="2596" y="2382"/>
                  </a:cubicBezTo>
                  <a:lnTo>
                    <a:pt x="1691" y="2382"/>
                  </a:lnTo>
                  <a:cubicBezTo>
                    <a:pt x="1476" y="2382"/>
                    <a:pt x="1476" y="2691"/>
                    <a:pt x="1691" y="2691"/>
                  </a:cubicBezTo>
                  <a:lnTo>
                    <a:pt x="2596" y="2691"/>
                  </a:lnTo>
                  <a:cubicBezTo>
                    <a:pt x="2929" y="2691"/>
                    <a:pt x="3215" y="2429"/>
                    <a:pt x="3215" y="2072"/>
                  </a:cubicBezTo>
                  <a:lnTo>
                    <a:pt x="3215" y="619"/>
                  </a:lnTo>
                  <a:cubicBezTo>
                    <a:pt x="3215" y="262"/>
                    <a:pt x="2953" y="0"/>
                    <a:pt x="2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94"/>
            <p:cNvSpPr/>
            <p:nvPr/>
          </p:nvSpPr>
          <p:spPr>
            <a:xfrm>
              <a:off x="1300922" y="4408829"/>
              <a:ext cx="103668" cy="86003"/>
            </a:xfrm>
            <a:custGeom>
              <a:rect b="b" l="l" r="r" t="t"/>
              <a:pathLst>
                <a:path extrusionOk="0" h="2668" w="3216">
                  <a:moveTo>
                    <a:pt x="2572" y="310"/>
                  </a:moveTo>
                  <a:cubicBezTo>
                    <a:pt x="2763" y="310"/>
                    <a:pt x="2882" y="477"/>
                    <a:pt x="2882" y="619"/>
                  </a:cubicBezTo>
                  <a:lnTo>
                    <a:pt x="2882" y="643"/>
                  </a:lnTo>
                  <a:lnTo>
                    <a:pt x="310" y="643"/>
                  </a:lnTo>
                  <a:cubicBezTo>
                    <a:pt x="310" y="477"/>
                    <a:pt x="477" y="310"/>
                    <a:pt x="620" y="310"/>
                  </a:cubicBezTo>
                  <a:close/>
                  <a:moveTo>
                    <a:pt x="620" y="0"/>
                  </a:moveTo>
                  <a:cubicBezTo>
                    <a:pt x="262" y="0"/>
                    <a:pt x="0" y="262"/>
                    <a:pt x="0" y="619"/>
                  </a:cubicBezTo>
                  <a:lnTo>
                    <a:pt x="0" y="1310"/>
                  </a:lnTo>
                  <a:cubicBezTo>
                    <a:pt x="0" y="1405"/>
                    <a:pt x="84" y="1453"/>
                    <a:pt x="167" y="1453"/>
                  </a:cubicBezTo>
                  <a:cubicBezTo>
                    <a:pt x="250" y="1453"/>
                    <a:pt x="334" y="1405"/>
                    <a:pt x="334" y="1310"/>
                  </a:cubicBezTo>
                  <a:lnTo>
                    <a:pt x="334" y="977"/>
                  </a:lnTo>
                  <a:lnTo>
                    <a:pt x="2882" y="977"/>
                  </a:lnTo>
                  <a:lnTo>
                    <a:pt x="2882" y="2072"/>
                  </a:lnTo>
                  <a:cubicBezTo>
                    <a:pt x="2882" y="2263"/>
                    <a:pt x="2739" y="2382"/>
                    <a:pt x="2596" y="2382"/>
                  </a:cubicBezTo>
                  <a:lnTo>
                    <a:pt x="620" y="2382"/>
                  </a:lnTo>
                  <a:cubicBezTo>
                    <a:pt x="477" y="2382"/>
                    <a:pt x="334" y="2263"/>
                    <a:pt x="334" y="2072"/>
                  </a:cubicBezTo>
                  <a:cubicBezTo>
                    <a:pt x="334" y="1977"/>
                    <a:pt x="250" y="1929"/>
                    <a:pt x="167" y="1929"/>
                  </a:cubicBezTo>
                  <a:cubicBezTo>
                    <a:pt x="84" y="1929"/>
                    <a:pt x="0" y="1977"/>
                    <a:pt x="0" y="2072"/>
                  </a:cubicBezTo>
                  <a:cubicBezTo>
                    <a:pt x="0" y="2405"/>
                    <a:pt x="262" y="2667"/>
                    <a:pt x="620" y="2667"/>
                  </a:cubicBezTo>
                  <a:lnTo>
                    <a:pt x="2596" y="2667"/>
                  </a:lnTo>
                  <a:cubicBezTo>
                    <a:pt x="2953" y="2667"/>
                    <a:pt x="3215" y="2405"/>
                    <a:pt x="3215" y="2048"/>
                  </a:cubicBezTo>
                  <a:lnTo>
                    <a:pt x="3215" y="619"/>
                  </a:lnTo>
                  <a:cubicBezTo>
                    <a:pt x="3215" y="262"/>
                    <a:pt x="2953" y="0"/>
                    <a:pt x="2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94"/>
            <p:cNvSpPr/>
            <p:nvPr/>
          </p:nvSpPr>
          <p:spPr>
            <a:xfrm>
              <a:off x="1099034" y="4301551"/>
              <a:ext cx="257203" cy="91096"/>
            </a:xfrm>
            <a:custGeom>
              <a:rect b="b" l="l" r="r" t="t"/>
              <a:pathLst>
                <a:path extrusionOk="0" h="2826" w="7979">
                  <a:moveTo>
                    <a:pt x="3977" y="0"/>
                  </a:moveTo>
                  <a:cubicBezTo>
                    <a:pt x="3894" y="0"/>
                    <a:pt x="3810" y="54"/>
                    <a:pt x="3810" y="161"/>
                  </a:cubicBezTo>
                  <a:lnTo>
                    <a:pt x="3810" y="1090"/>
                  </a:lnTo>
                  <a:lnTo>
                    <a:pt x="95" y="1090"/>
                  </a:lnTo>
                  <a:cubicBezTo>
                    <a:pt x="48" y="1090"/>
                    <a:pt x="0" y="1113"/>
                    <a:pt x="0" y="1185"/>
                  </a:cubicBezTo>
                  <a:lnTo>
                    <a:pt x="0" y="2804"/>
                  </a:lnTo>
                  <a:cubicBezTo>
                    <a:pt x="0" y="2804"/>
                    <a:pt x="21" y="2825"/>
                    <a:pt x="35" y="2825"/>
                  </a:cubicBezTo>
                  <a:cubicBezTo>
                    <a:pt x="43" y="2825"/>
                    <a:pt x="48" y="2820"/>
                    <a:pt x="48" y="2804"/>
                  </a:cubicBezTo>
                  <a:lnTo>
                    <a:pt x="167" y="2638"/>
                  </a:lnTo>
                  <a:cubicBezTo>
                    <a:pt x="238" y="2638"/>
                    <a:pt x="310" y="2566"/>
                    <a:pt x="310" y="2495"/>
                  </a:cubicBezTo>
                  <a:lnTo>
                    <a:pt x="310" y="1471"/>
                  </a:lnTo>
                  <a:cubicBezTo>
                    <a:pt x="310" y="1447"/>
                    <a:pt x="334" y="1423"/>
                    <a:pt x="357" y="1423"/>
                  </a:cubicBezTo>
                  <a:lnTo>
                    <a:pt x="3810" y="1423"/>
                  </a:lnTo>
                  <a:lnTo>
                    <a:pt x="3810" y="2447"/>
                  </a:lnTo>
                  <a:cubicBezTo>
                    <a:pt x="3810" y="2554"/>
                    <a:pt x="3894" y="2608"/>
                    <a:pt x="3977" y="2608"/>
                  </a:cubicBezTo>
                  <a:cubicBezTo>
                    <a:pt x="4061" y="2608"/>
                    <a:pt x="4144" y="2554"/>
                    <a:pt x="4144" y="2447"/>
                  </a:cubicBezTo>
                  <a:lnTo>
                    <a:pt x="4144" y="1423"/>
                  </a:lnTo>
                  <a:lnTo>
                    <a:pt x="7335" y="1423"/>
                  </a:lnTo>
                  <a:cubicBezTo>
                    <a:pt x="7502" y="1423"/>
                    <a:pt x="7645" y="1566"/>
                    <a:pt x="7645" y="1733"/>
                  </a:cubicBezTo>
                  <a:lnTo>
                    <a:pt x="7645" y="2447"/>
                  </a:lnTo>
                  <a:cubicBezTo>
                    <a:pt x="7645" y="2554"/>
                    <a:pt x="7728" y="2608"/>
                    <a:pt x="7811" y="2608"/>
                  </a:cubicBezTo>
                  <a:cubicBezTo>
                    <a:pt x="7895" y="2608"/>
                    <a:pt x="7978" y="2554"/>
                    <a:pt x="7978" y="2447"/>
                  </a:cubicBezTo>
                  <a:lnTo>
                    <a:pt x="7978" y="1733"/>
                  </a:lnTo>
                  <a:cubicBezTo>
                    <a:pt x="7978" y="1375"/>
                    <a:pt x="7692" y="1090"/>
                    <a:pt x="7335" y="1090"/>
                  </a:cubicBezTo>
                  <a:lnTo>
                    <a:pt x="4144" y="1090"/>
                  </a:lnTo>
                  <a:lnTo>
                    <a:pt x="4144" y="161"/>
                  </a:lnTo>
                  <a:cubicBezTo>
                    <a:pt x="4144" y="54"/>
                    <a:pt x="4061" y="0"/>
                    <a:pt x="39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9" name="Google Shape;19399;p94"/>
          <p:cNvGrpSpPr/>
          <p:nvPr/>
        </p:nvGrpSpPr>
        <p:grpSpPr>
          <a:xfrm>
            <a:off x="1769200" y="3988524"/>
            <a:ext cx="356229" cy="354682"/>
            <a:chOff x="1769200" y="4140924"/>
            <a:chExt cx="356229" cy="354682"/>
          </a:xfrm>
        </p:grpSpPr>
        <p:sp>
          <p:nvSpPr>
            <p:cNvPr id="19400" name="Google Shape;19400;p94"/>
            <p:cNvSpPr/>
            <p:nvPr/>
          </p:nvSpPr>
          <p:spPr>
            <a:xfrm>
              <a:off x="1921962" y="4412665"/>
              <a:ext cx="53768" cy="55283"/>
            </a:xfrm>
            <a:custGeom>
              <a:rect b="b" l="l" r="r" t="t"/>
              <a:pathLst>
                <a:path extrusionOk="0" h="1715" w="1668">
                  <a:moveTo>
                    <a:pt x="0" y="0"/>
                  </a:moveTo>
                  <a:lnTo>
                    <a:pt x="0" y="1715"/>
                  </a:lnTo>
                  <a:lnTo>
                    <a:pt x="1667" y="1715"/>
                  </a:lnTo>
                  <a:lnTo>
                    <a:pt x="1667"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94"/>
            <p:cNvSpPr/>
            <p:nvPr/>
          </p:nvSpPr>
          <p:spPr>
            <a:xfrm>
              <a:off x="1875898" y="4468689"/>
              <a:ext cx="143575" cy="22307"/>
            </a:xfrm>
            <a:custGeom>
              <a:rect b="b" l="l" r="r" t="t"/>
              <a:pathLst>
                <a:path extrusionOk="0" h="692" w="4454">
                  <a:moveTo>
                    <a:pt x="405" y="1"/>
                  </a:moveTo>
                  <a:cubicBezTo>
                    <a:pt x="0" y="1"/>
                    <a:pt x="0" y="691"/>
                    <a:pt x="405" y="691"/>
                  </a:cubicBezTo>
                  <a:lnTo>
                    <a:pt x="4001" y="691"/>
                  </a:lnTo>
                  <a:cubicBezTo>
                    <a:pt x="4454" y="691"/>
                    <a:pt x="4454" y="1"/>
                    <a:pt x="40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4"/>
            <p:cNvSpPr/>
            <p:nvPr/>
          </p:nvSpPr>
          <p:spPr>
            <a:xfrm>
              <a:off x="1976471" y="4468689"/>
              <a:ext cx="43001" cy="22307"/>
            </a:xfrm>
            <a:custGeom>
              <a:rect b="b" l="l" r="r" t="t"/>
              <a:pathLst>
                <a:path extrusionOk="0" h="692" w="1334">
                  <a:moveTo>
                    <a:pt x="0" y="1"/>
                  </a:moveTo>
                  <a:cubicBezTo>
                    <a:pt x="214" y="1"/>
                    <a:pt x="334" y="191"/>
                    <a:pt x="334" y="358"/>
                  </a:cubicBezTo>
                  <a:cubicBezTo>
                    <a:pt x="334" y="548"/>
                    <a:pt x="167" y="691"/>
                    <a:pt x="0" y="691"/>
                  </a:cubicBezTo>
                  <a:lnTo>
                    <a:pt x="881" y="691"/>
                  </a:lnTo>
                  <a:cubicBezTo>
                    <a:pt x="1334" y="691"/>
                    <a:pt x="1334" y="1"/>
                    <a:pt x="88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94"/>
            <p:cNvSpPr/>
            <p:nvPr/>
          </p:nvSpPr>
          <p:spPr>
            <a:xfrm>
              <a:off x="1776098" y="4199237"/>
              <a:ext cx="343174" cy="223421"/>
            </a:xfrm>
            <a:custGeom>
              <a:rect b="b" l="l" r="r" t="t"/>
              <a:pathLst>
                <a:path extrusionOk="0" h="6931" w="10646">
                  <a:moveTo>
                    <a:pt x="644" y="1"/>
                  </a:moveTo>
                  <a:cubicBezTo>
                    <a:pt x="286" y="1"/>
                    <a:pt x="1" y="311"/>
                    <a:pt x="1" y="668"/>
                  </a:cubicBezTo>
                  <a:lnTo>
                    <a:pt x="1" y="6288"/>
                  </a:lnTo>
                  <a:cubicBezTo>
                    <a:pt x="1" y="6645"/>
                    <a:pt x="286" y="6931"/>
                    <a:pt x="644" y="6931"/>
                  </a:cubicBezTo>
                  <a:lnTo>
                    <a:pt x="10003" y="6931"/>
                  </a:lnTo>
                  <a:cubicBezTo>
                    <a:pt x="10336" y="6931"/>
                    <a:pt x="10646" y="6645"/>
                    <a:pt x="10646" y="6288"/>
                  </a:cubicBezTo>
                  <a:lnTo>
                    <a:pt x="10646" y="668"/>
                  </a:lnTo>
                  <a:cubicBezTo>
                    <a:pt x="10646" y="311"/>
                    <a:pt x="10336" y="1"/>
                    <a:pt x="10003"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94"/>
            <p:cNvSpPr/>
            <p:nvPr/>
          </p:nvSpPr>
          <p:spPr>
            <a:xfrm>
              <a:off x="2071661" y="4199237"/>
              <a:ext cx="48385" cy="223421"/>
            </a:xfrm>
            <a:custGeom>
              <a:rect b="b" l="l" r="r" t="t"/>
              <a:pathLst>
                <a:path extrusionOk="0" h="6931" w="1501">
                  <a:moveTo>
                    <a:pt x="0" y="1"/>
                  </a:moveTo>
                  <a:cubicBezTo>
                    <a:pt x="357" y="1"/>
                    <a:pt x="643" y="311"/>
                    <a:pt x="643" y="668"/>
                  </a:cubicBezTo>
                  <a:lnTo>
                    <a:pt x="643" y="6288"/>
                  </a:lnTo>
                  <a:cubicBezTo>
                    <a:pt x="643" y="6645"/>
                    <a:pt x="357" y="6931"/>
                    <a:pt x="0" y="6931"/>
                  </a:cubicBezTo>
                  <a:lnTo>
                    <a:pt x="857" y="6931"/>
                  </a:lnTo>
                  <a:cubicBezTo>
                    <a:pt x="1215" y="6931"/>
                    <a:pt x="1500" y="6645"/>
                    <a:pt x="1500" y="6288"/>
                  </a:cubicBezTo>
                  <a:lnTo>
                    <a:pt x="1500" y="668"/>
                  </a:lnTo>
                  <a:cubicBezTo>
                    <a:pt x="1500" y="311"/>
                    <a:pt x="1215" y="1"/>
                    <a:pt x="85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94"/>
            <p:cNvSpPr/>
            <p:nvPr/>
          </p:nvSpPr>
          <p:spPr>
            <a:xfrm>
              <a:off x="1776098" y="4371984"/>
              <a:ext cx="343174" cy="52221"/>
            </a:xfrm>
            <a:custGeom>
              <a:rect b="b" l="l" r="r" t="t"/>
              <a:pathLst>
                <a:path extrusionOk="0" h="1620" w="10646">
                  <a:moveTo>
                    <a:pt x="1" y="0"/>
                  </a:moveTo>
                  <a:lnTo>
                    <a:pt x="1" y="953"/>
                  </a:lnTo>
                  <a:cubicBezTo>
                    <a:pt x="1" y="1310"/>
                    <a:pt x="286" y="1620"/>
                    <a:pt x="644" y="1620"/>
                  </a:cubicBezTo>
                  <a:lnTo>
                    <a:pt x="10003" y="1620"/>
                  </a:lnTo>
                  <a:cubicBezTo>
                    <a:pt x="10336" y="1620"/>
                    <a:pt x="10646" y="1310"/>
                    <a:pt x="10646" y="953"/>
                  </a:cubicBezTo>
                  <a:lnTo>
                    <a:pt x="10646"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94"/>
            <p:cNvSpPr/>
            <p:nvPr/>
          </p:nvSpPr>
          <p:spPr>
            <a:xfrm>
              <a:off x="2071661" y="4371984"/>
              <a:ext cx="48385" cy="52221"/>
            </a:xfrm>
            <a:custGeom>
              <a:rect b="b" l="l" r="r" t="t"/>
              <a:pathLst>
                <a:path extrusionOk="0" h="1620" w="1501">
                  <a:moveTo>
                    <a:pt x="643" y="0"/>
                  </a:moveTo>
                  <a:lnTo>
                    <a:pt x="643" y="953"/>
                  </a:lnTo>
                  <a:cubicBezTo>
                    <a:pt x="643" y="1310"/>
                    <a:pt x="357" y="1620"/>
                    <a:pt x="0" y="1620"/>
                  </a:cubicBezTo>
                  <a:lnTo>
                    <a:pt x="857" y="1620"/>
                  </a:lnTo>
                  <a:cubicBezTo>
                    <a:pt x="1215" y="1620"/>
                    <a:pt x="1500" y="1310"/>
                    <a:pt x="1500" y="953"/>
                  </a:cubicBezTo>
                  <a:lnTo>
                    <a:pt x="150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94"/>
            <p:cNvSpPr/>
            <p:nvPr/>
          </p:nvSpPr>
          <p:spPr>
            <a:xfrm>
              <a:off x="1769974" y="4140924"/>
              <a:ext cx="32" cy="32"/>
            </a:xfrm>
            <a:custGeom>
              <a:rect b="b" l="l" r="r" t="t"/>
              <a:pathLst>
                <a:path extrusionOk="0" h="1" w="1">
                  <a:moveTo>
                    <a:pt x="0" y="0"/>
                  </a:move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94"/>
            <p:cNvSpPr/>
            <p:nvPr/>
          </p:nvSpPr>
          <p:spPr>
            <a:xfrm>
              <a:off x="1833670" y="4145501"/>
              <a:ext cx="230319" cy="186576"/>
            </a:xfrm>
            <a:custGeom>
              <a:rect b="b" l="l" r="r" t="t"/>
              <a:pathLst>
                <a:path extrusionOk="0" h="5788" w="7145">
                  <a:moveTo>
                    <a:pt x="834" y="1"/>
                  </a:moveTo>
                  <a:cubicBezTo>
                    <a:pt x="358" y="1"/>
                    <a:pt x="1" y="382"/>
                    <a:pt x="1" y="834"/>
                  </a:cubicBezTo>
                  <a:lnTo>
                    <a:pt x="1" y="4954"/>
                  </a:lnTo>
                  <a:cubicBezTo>
                    <a:pt x="1" y="5431"/>
                    <a:pt x="382" y="5788"/>
                    <a:pt x="834" y="5788"/>
                  </a:cubicBezTo>
                  <a:lnTo>
                    <a:pt x="6311" y="5788"/>
                  </a:lnTo>
                  <a:cubicBezTo>
                    <a:pt x="6740" y="5788"/>
                    <a:pt x="7097" y="5383"/>
                    <a:pt x="7145" y="4954"/>
                  </a:cubicBezTo>
                  <a:lnTo>
                    <a:pt x="7145" y="834"/>
                  </a:lnTo>
                  <a:cubicBezTo>
                    <a:pt x="7145" y="358"/>
                    <a:pt x="6740"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94"/>
            <p:cNvSpPr/>
            <p:nvPr/>
          </p:nvSpPr>
          <p:spPr>
            <a:xfrm>
              <a:off x="2007159" y="4145501"/>
              <a:ext cx="55315" cy="186576"/>
            </a:xfrm>
            <a:custGeom>
              <a:rect b="b" l="l" r="r" t="t"/>
              <a:pathLst>
                <a:path extrusionOk="0" h="5788" w="1716">
                  <a:moveTo>
                    <a:pt x="1" y="1"/>
                  </a:moveTo>
                  <a:cubicBezTo>
                    <a:pt x="453" y="1"/>
                    <a:pt x="834" y="358"/>
                    <a:pt x="834" y="834"/>
                  </a:cubicBezTo>
                  <a:lnTo>
                    <a:pt x="834" y="4954"/>
                  </a:lnTo>
                  <a:cubicBezTo>
                    <a:pt x="834" y="5383"/>
                    <a:pt x="453" y="5788"/>
                    <a:pt x="1" y="5788"/>
                  </a:cubicBezTo>
                  <a:lnTo>
                    <a:pt x="882" y="5788"/>
                  </a:lnTo>
                  <a:cubicBezTo>
                    <a:pt x="1334" y="5788"/>
                    <a:pt x="1715" y="5431"/>
                    <a:pt x="1715" y="4954"/>
                  </a:cubicBezTo>
                  <a:lnTo>
                    <a:pt x="1715" y="834"/>
                  </a:lnTo>
                  <a:cubicBezTo>
                    <a:pt x="1715" y="382"/>
                    <a:pt x="1358" y="1"/>
                    <a:pt x="882"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94"/>
            <p:cNvSpPr/>
            <p:nvPr/>
          </p:nvSpPr>
          <p:spPr>
            <a:xfrm>
              <a:off x="1833670" y="4145501"/>
              <a:ext cx="230319" cy="40745"/>
            </a:xfrm>
            <a:custGeom>
              <a:rect b="b" l="l" r="r" t="t"/>
              <a:pathLst>
                <a:path extrusionOk="0" h="1264" w="7145">
                  <a:moveTo>
                    <a:pt x="834" y="1"/>
                  </a:moveTo>
                  <a:cubicBezTo>
                    <a:pt x="382" y="1"/>
                    <a:pt x="1" y="358"/>
                    <a:pt x="1" y="834"/>
                  </a:cubicBezTo>
                  <a:lnTo>
                    <a:pt x="1" y="1263"/>
                  </a:lnTo>
                  <a:lnTo>
                    <a:pt x="7145" y="1263"/>
                  </a:lnTo>
                  <a:lnTo>
                    <a:pt x="7145" y="834"/>
                  </a:lnTo>
                  <a:cubicBezTo>
                    <a:pt x="7097" y="358"/>
                    <a:pt x="6740" y="1"/>
                    <a:pt x="631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94"/>
            <p:cNvSpPr/>
            <p:nvPr/>
          </p:nvSpPr>
          <p:spPr>
            <a:xfrm>
              <a:off x="2007159" y="4145501"/>
              <a:ext cx="55315" cy="40745"/>
            </a:xfrm>
            <a:custGeom>
              <a:rect b="b" l="l" r="r" t="t"/>
              <a:pathLst>
                <a:path extrusionOk="0" h="1264" w="1716">
                  <a:moveTo>
                    <a:pt x="1" y="1"/>
                  </a:moveTo>
                  <a:cubicBezTo>
                    <a:pt x="453" y="1"/>
                    <a:pt x="834" y="382"/>
                    <a:pt x="834" y="834"/>
                  </a:cubicBezTo>
                  <a:lnTo>
                    <a:pt x="834" y="1263"/>
                  </a:lnTo>
                  <a:lnTo>
                    <a:pt x="1715" y="1263"/>
                  </a:lnTo>
                  <a:lnTo>
                    <a:pt x="1715" y="834"/>
                  </a:lnTo>
                  <a:cubicBezTo>
                    <a:pt x="1715" y="382"/>
                    <a:pt x="1358" y="1"/>
                    <a:pt x="882"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94"/>
            <p:cNvSpPr/>
            <p:nvPr/>
          </p:nvSpPr>
          <p:spPr>
            <a:xfrm>
              <a:off x="1877445" y="4228538"/>
              <a:ext cx="34330" cy="51995"/>
            </a:xfrm>
            <a:custGeom>
              <a:rect b="b" l="l" r="r" t="t"/>
              <a:pathLst>
                <a:path extrusionOk="0" h="1613" w="1065">
                  <a:moveTo>
                    <a:pt x="792" y="0"/>
                  </a:moveTo>
                  <a:cubicBezTo>
                    <a:pt x="757" y="0"/>
                    <a:pt x="722" y="13"/>
                    <a:pt x="691" y="44"/>
                  </a:cubicBezTo>
                  <a:lnTo>
                    <a:pt x="48" y="664"/>
                  </a:lnTo>
                  <a:cubicBezTo>
                    <a:pt x="0" y="735"/>
                    <a:pt x="0" y="854"/>
                    <a:pt x="48" y="902"/>
                  </a:cubicBezTo>
                  <a:lnTo>
                    <a:pt x="715" y="1569"/>
                  </a:lnTo>
                  <a:cubicBezTo>
                    <a:pt x="745" y="1600"/>
                    <a:pt x="781" y="1613"/>
                    <a:pt x="816" y="1613"/>
                  </a:cubicBezTo>
                  <a:cubicBezTo>
                    <a:pt x="943" y="1613"/>
                    <a:pt x="1065" y="1442"/>
                    <a:pt x="953" y="1330"/>
                  </a:cubicBezTo>
                  <a:lnTo>
                    <a:pt x="429" y="783"/>
                  </a:lnTo>
                  <a:lnTo>
                    <a:pt x="929" y="283"/>
                  </a:lnTo>
                  <a:cubicBezTo>
                    <a:pt x="1041" y="171"/>
                    <a:pt x="919" y="0"/>
                    <a:pt x="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94"/>
            <p:cNvSpPr/>
            <p:nvPr/>
          </p:nvSpPr>
          <p:spPr>
            <a:xfrm>
              <a:off x="1982982" y="4228538"/>
              <a:ext cx="34975" cy="51995"/>
            </a:xfrm>
            <a:custGeom>
              <a:rect b="b" l="l" r="r" t="t"/>
              <a:pathLst>
                <a:path extrusionOk="0" h="1613" w="1085">
                  <a:moveTo>
                    <a:pt x="256" y="0"/>
                  </a:moveTo>
                  <a:cubicBezTo>
                    <a:pt x="119" y="0"/>
                    <a:pt x="1" y="171"/>
                    <a:pt x="132" y="283"/>
                  </a:cubicBezTo>
                  <a:lnTo>
                    <a:pt x="655" y="830"/>
                  </a:lnTo>
                  <a:lnTo>
                    <a:pt x="155" y="1330"/>
                  </a:lnTo>
                  <a:cubicBezTo>
                    <a:pt x="43" y="1442"/>
                    <a:pt x="165" y="1613"/>
                    <a:pt x="292" y="1613"/>
                  </a:cubicBezTo>
                  <a:cubicBezTo>
                    <a:pt x="327" y="1613"/>
                    <a:pt x="363" y="1600"/>
                    <a:pt x="394" y="1569"/>
                  </a:cubicBezTo>
                  <a:lnTo>
                    <a:pt x="1013" y="949"/>
                  </a:lnTo>
                  <a:cubicBezTo>
                    <a:pt x="1084" y="878"/>
                    <a:pt x="1084" y="759"/>
                    <a:pt x="1013" y="711"/>
                  </a:cubicBezTo>
                  <a:lnTo>
                    <a:pt x="370" y="44"/>
                  </a:lnTo>
                  <a:cubicBezTo>
                    <a:pt x="334" y="13"/>
                    <a:pt x="294"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94"/>
            <p:cNvSpPr/>
            <p:nvPr/>
          </p:nvSpPr>
          <p:spPr>
            <a:xfrm>
              <a:off x="1927635" y="4217385"/>
              <a:ext cx="40423" cy="74398"/>
            </a:xfrm>
            <a:custGeom>
              <a:rect b="b" l="l" r="r" t="t"/>
              <a:pathLst>
                <a:path extrusionOk="0" h="2308" w="1254">
                  <a:moveTo>
                    <a:pt x="1068" y="1"/>
                  </a:moveTo>
                  <a:cubicBezTo>
                    <a:pt x="998" y="1"/>
                    <a:pt x="938" y="32"/>
                    <a:pt x="920" y="105"/>
                  </a:cubicBezTo>
                  <a:lnTo>
                    <a:pt x="62" y="2081"/>
                  </a:lnTo>
                  <a:cubicBezTo>
                    <a:pt x="1" y="2204"/>
                    <a:pt x="98" y="2307"/>
                    <a:pt x="201" y="2307"/>
                  </a:cubicBezTo>
                  <a:cubicBezTo>
                    <a:pt x="257" y="2307"/>
                    <a:pt x="314" y="2276"/>
                    <a:pt x="348" y="2200"/>
                  </a:cubicBezTo>
                  <a:lnTo>
                    <a:pt x="1206" y="224"/>
                  </a:lnTo>
                  <a:cubicBezTo>
                    <a:pt x="1253" y="129"/>
                    <a:pt x="1182" y="33"/>
                    <a:pt x="1134" y="9"/>
                  </a:cubicBezTo>
                  <a:cubicBezTo>
                    <a:pt x="1112" y="4"/>
                    <a:pt x="1089" y="1"/>
                    <a:pt x="1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94"/>
            <p:cNvSpPr/>
            <p:nvPr/>
          </p:nvSpPr>
          <p:spPr>
            <a:xfrm>
              <a:off x="1769200" y="4141665"/>
              <a:ext cx="356229" cy="353940"/>
            </a:xfrm>
            <a:custGeom>
              <a:rect b="b" l="l" r="r" t="t"/>
              <a:pathLst>
                <a:path extrusionOk="0" h="10980" w="11051">
                  <a:moveTo>
                    <a:pt x="8264" y="310"/>
                  </a:moveTo>
                  <a:cubicBezTo>
                    <a:pt x="8621" y="310"/>
                    <a:pt x="8931" y="596"/>
                    <a:pt x="8931" y="953"/>
                  </a:cubicBezTo>
                  <a:lnTo>
                    <a:pt x="8931" y="1215"/>
                  </a:lnTo>
                  <a:lnTo>
                    <a:pt x="2120" y="1215"/>
                  </a:lnTo>
                  <a:lnTo>
                    <a:pt x="2120" y="953"/>
                  </a:lnTo>
                  <a:cubicBezTo>
                    <a:pt x="2120" y="596"/>
                    <a:pt x="2429" y="310"/>
                    <a:pt x="2787" y="310"/>
                  </a:cubicBezTo>
                  <a:close/>
                  <a:moveTo>
                    <a:pt x="8954" y="1549"/>
                  </a:moveTo>
                  <a:lnTo>
                    <a:pt x="8954" y="5097"/>
                  </a:lnTo>
                  <a:cubicBezTo>
                    <a:pt x="8954" y="5454"/>
                    <a:pt x="8669" y="5740"/>
                    <a:pt x="8264" y="5740"/>
                  </a:cubicBezTo>
                  <a:lnTo>
                    <a:pt x="2787" y="5740"/>
                  </a:lnTo>
                  <a:cubicBezTo>
                    <a:pt x="2429" y="5740"/>
                    <a:pt x="2144" y="5454"/>
                    <a:pt x="2144" y="5097"/>
                  </a:cubicBezTo>
                  <a:lnTo>
                    <a:pt x="2144" y="1549"/>
                  </a:lnTo>
                  <a:close/>
                  <a:moveTo>
                    <a:pt x="10717" y="7336"/>
                  </a:moveTo>
                  <a:lnTo>
                    <a:pt x="10717" y="8098"/>
                  </a:lnTo>
                  <a:cubicBezTo>
                    <a:pt x="10717" y="8360"/>
                    <a:pt x="10479" y="8598"/>
                    <a:pt x="10217" y="8598"/>
                  </a:cubicBezTo>
                  <a:lnTo>
                    <a:pt x="858" y="8598"/>
                  </a:lnTo>
                  <a:cubicBezTo>
                    <a:pt x="596" y="8598"/>
                    <a:pt x="357" y="8360"/>
                    <a:pt x="357" y="8098"/>
                  </a:cubicBezTo>
                  <a:lnTo>
                    <a:pt x="357" y="7336"/>
                  </a:lnTo>
                  <a:close/>
                  <a:moveTo>
                    <a:pt x="6216" y="8931"/>
                  </a:moveTo>
                  <a:lnTo>
                    <a:pt x="6216" y="9979"/>
                  </a:lnTo>
                  <a:lnTo>
                    <a:pt x="4882" y="9979"/>
                  </a:lnTo>
                  <a:lnTo>
                    <a:pt x="4882" y="8931"/>
                  </a:lnTo>
                  <a:close/>
                  <a:moveTo>
                    <a:pt x="2787" y="1"/>
                  </a:moveTo>
                  <a:cubicBezTo>
                    <a:pt x="2263" y="1"/>
                    <a:pt x="1810" y="453"/>
                    <a:pt x="1810" y="977"/>
                  </a:cubicBezTo>
                  <a:lnTo>
                    <a:pt x="1810" y="1644"/>
                  </a:lnTo>
                  <a:lnTo>
                    <a:pt x="881" y="1644"/>
                  </a:lnTo>
                  <a:cubicBezTo>
                    <a:pt x="429" y="1644"/>
                    <a:pt x="48" y="2001"/>
                    <a:pt x="48" y="2478"/>
                  </a:cubicBezTo>
                  <a:lnTo>
                    <a:pt x="48" y="3001"/>
                  </a:lnTo>
                  <a:cubicBezTo>
                    <a:pt x="48" y="3109"/>
                    <a:pt x="131" y="3162"/>
                    <a:pt x="215" y="3162"/>
                  </a:cubicBezTo>
                  <a:cubicBezTo>
                    <a:pt x="298" y="3162"/>
                    <a:pt x="381" y="3109"/>
                    <a:pt x="381" y="3001"/>
                  </a:cubicBezTo>
                  <a:lnTo>
                    <a:pt x="381" y="2478"/>
                  </a:lnTo>
                  <a:cubicBezTo>
                    <a:pt x="381" y="2216"/>
                    <a:pt x="619" y="1977"/>
                    <a:pt x="881" y="1977"/>
                  </a:cubicBezTo>
                  <a:lnTo>
                    <a:pt x="1810" y="1977"/>
                  </a:lnTo>
                  <a:lnTo>
                    <a:pt x="1810" y="5097"/>
                  </a:lnTo>
                  <a:cubicBezTo>
                    <a:pt x="1810" y="5621"/>
                    <a:pt x="2263" y="6073"/>
                    <a:pt x="2787" y="6073"/>
                  </a:cubicBezTo>
                  <a:lnTo>
                    <a:pt x="8264" y="6073"/>
                  </a:lnTo>
                  <a:cubicBezTo>
                    <a:pt x="8812" y="6073"/>
                    <a:pt x="9240" y="5621"/>
                    <a:pt x="9240" y="5097"/>
                  </a:cubicBezTo>
                  <a:lnTo>
                    <a:pt x="9240" y="1977"/>
                  </a:lnTo>
                  <a:lnTo>
                    <a:pt x="10169" y="1977"/>
                  </a:lnTo>
                  <a:cubicBezTo>
                    <a:pt x="10431" y="1977"/>
                    <a:pt x="10669" y="2216"/>
                    <a:pt x="10669" y="2478"/>
                  </a:cubicBezTo>
                  <a:lnTo>
                    <a:pt x="10669" y="7002"/>
                  </a:lnTo>
                  <a:lnTo>
                    <a:pt x="334" y="7002"/>
                  </a:lnTo>
                  <a:lnTo>
                    <a:pt x="334" y="3930"/>
                  </a:lnTo>
                  <a:cubicBezTo>
                    <a:pt x="334" y="3823"/>
                    <a:pt x="250" y="3769"/>
                    <a:pt x="167" y="3769"/>
                  </a:cubicBezTo>
                  <a:cubicBezTo>
                    <a:pt x="84" y="3769"/>
                    <a:pt x="0" y="3823"/>
                    <a:pt x="0" y="3930"/>
                  </a:cubicBezTo>
                  <a:lnTo>
                    <a:pt x="0" y="8098"/>
                  </a:lnTo>
                  <a:cubicBezTo>
                    <a:pt x="0" y="8550"/>
                    <a:pt x="357" y="8931"/>
                    <a:pt x="834" y="8931"/>
                  </a:cubicBezTo>
                  <a:lnTo>
                    <a:pt x="4525" y="8931"/>
                  </a:lnTo>
                  <a:lnTo>
                    <a:pt x="4525" y="9979"/>
                  </a:lnTo>
                  <a:lnTo>
                    <a:pt x="3715" y="9979"/>
                  </a:lnTo>
                  <a:cubicBezTo>
                    <a:pt x="3096" y="9979"/>
                    <a:pt x="3096" y="10979"/>
                    <a:pt x="3715" y="10979"/>
                  </a:cubicBezTo>
                  <a:lnTo>
                    <a:pt x="5954" y="10979"/>
                  </a:lnTo>
                  <a:cubicBezTo>
                    <a:pt x="6168" y="10979"/>
                    <a:pt x="6168" y="10670"/>
                    <a:pt x="5954" y="10670"/>
                  </a:cubicBezTo>
                  <a:lnTo>
                    <a:pt x="3715" y="10670"/>
                  </a:lnTo>
                  <a:cubicBezTo>
                    <a:pt x="3501" y="10670"/>
                    <a:pt x="3501" y="10312"/>
                    <a:pt x="3715" y="10312"/>
                  </a:cubicBezTo>
                  <a:lnTo>
                    <a:pt x="7311" y="10312"/>
                  </a:lnTo>
                  <a:cubicBezTo>
                    <a:pt x="7526" y="10312"/>
                    <a:pt x="7526" y="10670"/>
                    <a:pt x="7311" y="10670"/>
                  </a:cubicBezTo>
                  <a:lnTo>
                    <a:pt x="6906" y="10670"/>
                  </a:lnTo>
                  <a:cubicBezTo>
                    <a:pt x="6692" y="10670"/>
                    <a:pt x="6692" y="10979"/>
                    <a:pt x="6906" y="10979"/>
                  </a:cubicBezTo>
                  <a:lnTo>
                    <a:pt x="7311" y="10979"/>
                  </a:lnTo>
                  <a:cubicBezTo>
                    <a:pt x="7954" y="10979"/>
                    <a:pt x="7954" y="9979"/>
                    <a:pt x="7311" y="9979"/>
                  </a:cubicBezTo>
                  <a:lnTo>
                    <a:pt x="6525" y="9979"/>
                  </a:lnTo>
                  <a:lnTo>
                    <a:pt x="6525" y="8931"/>
                  </a:lnTo>
                  <a:lnTo>
                    <a:pt x="10169" y="8931"/>
                  </a:lnTo>
                  <a:cubicBezTo>
                    <a:pt x="10621" y="8931"/>
                    <a:pt x="11003" y="8574"/>
                    <a:pt x="11003" y="8098"/>
                  </a:cubicBezTo>
                  <a:lnTo>
                    <a:pt x="11003" y="2478"/>
                  </a:lnTo>
                  <a:cubicBezTo>
                    <a:pt x="11050" y="2001"/>
                    <a:pt x="10645" y="1644"/>
                    <a:pt x="10217" y="1644"/>
                  </a:cubicBezTo>
                  <a:lnTo>
                    <a:pt x="9264" y="1644"/>
                  </a:lnTo>
                  <a:lnTo>
                    <a:pt x="9264" y="977"/>
                  </a:lnTo>
                  <a:cubicBezTo>
                    <a:pt x="9264" y="453"/>
                    <a:pt x="8812" y="1"/>
                    <a:pt x="8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94"/>
            <p:cNvSpPr/>
            <p:nvPr/>
          </p:nvSpPr>
          <p:spPr>
            <a:xfrm>
              <a:off x="1851335" y="4161651"/>
              <a:ext cx="13861" cy="10766"/>
            </a:xfrm>
            <a:custGeom>
              <a:rect b="b" l="l" r="r" t="t"/>
              <a:pathLst>
                <a:path extrusionOk="0" h="334" w="430">
                  <a:moveTo>
                    <a:pt x="215" y="0"/>
                  </a:moveTo>
                  <a:cubicBezTo>
                    <a:pt x="0" y="0"/>
                    <a:pt x="0"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94"/>
            <p:cNvSpPr/>
            <p:nvPr/>
          </p:nvSpPr>
          <p:spPr>
            <a:xfrm>
              <a:off x="1868999" y="4161651"/>
              <a:ext cx="13055" cy="10766"/>
            </a:xfrm>
            <a:custGeom>
              <a:rect b="b" l="l" r="r" t="t"/>
              <a:pathLst>
                <a:path extrusionOk="0" h="334" w="405">
                  <a:moveTo>
                    <a:pt x="214" y="0"/>
                  </a:moveTo>
                  <a:cubicBezTo>
                    <a:pt x="0" y="0"/>
                    <a:pt x="0" y="333"/>
                    <a:pt x="214" y="333"/>
                  </a:cubicBezTo>
                  <a:cubicBezTo>
                    <a:pt x="405" y="333"/>
                    <a:pt x="405"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94"/>
            <p:cNvSpPr/>
            <p:nvPr/>
          </p:nvSpPr>
          <p:spPr>
            <a:xfrm>
              <a:off x="1885891" y="4161651"/>
              <a:ext cx="13829" cy="10766"/>
            </a:xfrm>
            <a:custGeom>
              <a:rect b="b" l="l" r="r" t="t"/>
              <a:pathLst>
                <a:path extrusionOk="0" h="334" w="429">
                  <a:moveTo>
                    <a:pt x="214" y="0"/>
                  </a:moveTo>
                  <a:cubicBezTo>
                    <a:pt x="0" y="0"/>
                    <a:pt x="0" y="333"/>
                    <a:pt x="214" y="333"/>
                  </a:cubicBezTo>
                  <a:cubicBezTo>
                    <a:pt x="429" y="333"/>
                    <a:pt x="429"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9" name="Google Shape;19419;p94"/>
          <p:cNvGrpSpPr/>
          <p:nvPr/>
        </p:nvGrpSpPr>
        <p:grpSpPr>
          <a:xfrm>
            <a:off x="2550673" y="3989265"/>
            <a:ext cx="300946" cy="355455"/>
            <a:chOff x="2550673" y="4141665"/>
            <a:chExt cx="300946" cy="355455"/>
          </a:xfrm>
        </p:grpSpPr>
        <p:sp>
          <p:nvSpPr>
            <p:cNvPr id="19420" name="Google Shape;19420;p94"/>
            <p:cNvSpPr/>
            <p:nvPr/>
          </p:nvSpPr>
          <p:spPr>
            <a:xfrm>
              <a:off x="2556798" y="4144760"/>
              <a:ext cx="290985" cy="345462"/>
            </a:xfrm>
            <a:custGeom>
              <a:rect b="b" l="l" r="r" t="t"/>
              <a:pathLst>
                <a:path extrusionOk="0" h="10717" w="9027">
                  <a:moveTo>
                    <a:pt x="834" y="0"/>
                  </a:moveTo>
                  <a:cubicBezTo>
                    <a:pt x="358" y="0"/>
                    <a:pt x="1" y="381"/>
                    <a:pt x="1" y="834"/>
                  </a:cubicBezTo>
                  <a:lnTo>
                    <a:pt x="1" y="9883"/>
                  </a:lnTo>
                  <a:cubicBezTo>
                    <a:pt x="1" y="10359"/>
                    <a:pt x="382" y="10717"/>
                    <a:pt x="834" y="10717"/>
                  </a:cubicBezTo>
                  <a:lnTo>
                    <a:pt x="8193" y="10717"/>
                  </a:lnTo>
                  <a:cubicBezTo>
                    <a:pt x="8646" y="10717"/>
                    <a:pt x="9027" y="10359"/>
                    <a:pt x="9027" y="9883"/>
                  </a:cubicBezTo>
                  <a:lnTo>
                    <a:pt x="9027" y="834"/>
                  </a:lnTo>
                  <a:cubicBezTo>
                    <a:pt x="9027" y="357"/>
                    <a:pt x="8646" y="0"/>
                    <a:pt x="8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94"/>
            <p:cNvSpPr/>
            <p:nvPr/>
          </p:nvSpPr>
          <p:spPr>
            <a:xfrm>
              <a:off x="2780960" y="4145501"/>
              <a:ext cx="66823" cy="345495"/>
            </a:xfrm>
            <a:custGeom>
              <a:rect b="b" l="l" r="r" t="t"/>
              <a:pathLst>
                <a:path extrusionOk="0" h="10718" w="2073">
                  <a:moveTo>
                    <a:pt x="1" y="1"/>
                  </a:moveTo>
                  <a:cubicBezTo>
                    <a:pt x="453" y="1"/>
                    <a:pt x="858" y="358"/>
                    <a:pt x="858" y="834"/>
                  </a:cubicBezTo>
                  <a:lnTo>
                    <a:pt x="858" y="9884"/>
                  </a:lnTo>
                  <a:cubicBezTo>
                    <a:pt x="858" y="10336"/>
                    <a:pt x="453" y="10717"/>
                    <a:pt x="1" y="10717"/>
                  </a:cubicBezTo>
                  <a:lnTo>
                    <a:pt x="1239" y="10717"/>
                  </a:lnTo>
                  <a:cubicBezTo>
                    <a:pt x="1692" y="10717"/>
                    <a:pt x="2073" y="10360"/>
                    <a:pt x="2073" y="9884"/>
                  </a:cubicBezTo>
                  <a:lnTo>
                    <a:pt x="2073" y="834"/>
                  </a:lnTo>
                  <a:cubicBezTo>
                    <a:pt x="2073" y="358"/>
                    <a:pt x="1692" y="1"/>
                    <a:pt x="1239"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94"/>
            <p:cNvSpPr/>
            <p:nvPr/>
          </p:nvSpPr>
          <p:spPr>
            <a:xfrm>
              <a:off x="2556798" y="4145501"/>
              <a:ext cx="290985" cy="42260"/>
            </a:xfrm>
            <a:custGeom>
              <a:rect b="b" l="l" r="r" t="t"/>
              <a:pathLst>
                <a:path extrusionOk="0" h="1311" w="9027">
                  <a:moveTo>
                    <a:pt x="834" y="1"/>
                  </a:moveTo>
                  <a:cubicBezTo>
                    <a:pt x="382" y="1"/>
                    <a:pt x="1" y="358"/>
                    <a:pt x="1" y="834"/>
                  </a:cubicBezTo>
                  <a:lnTo>
                    <a:pt x="1" y="1311"/>
                  </a:lnTo>
                  <a:lnTo>
                    <a:pt x="9027" y="1311"/>
                  </a:lnTo>
                  <a:lnTo>
                    <a:pt x="9027" y="834"/>
                  </a:lnTo>
                  <a:cubicBezTo>
                    <a:pt x="9027" y="358"/>
                    <a:pt x="8646" y="1"/>
                    <a:pt x="819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94"/>
            <p:cNvSpPr/>
            <p:nvPr/>
          </p:nvSpPr>
          <p:spPr>
            <a:xfrm>
              <a:off x="2780960" y="4145501"/>
              <a:ext cx="66823" cy="41486"/>
            </a:xfrm>
            <a:custGeom>
              <a:rect b="b" l="l" r="r" t="t"/>
              <a:pathLst>
                <a:path extrusionOk="0" h="1287" w="2073">
                  <a:moveTo>
                    <a:pt x="1" y="1"/>
                  </a:moveTo>
                  <a:cubicBezTo>
                    <a:pt x="453" y="1"/>
                    <a:pt x="858" y="358"/>
                    <a:pt x="858" y="834"/>
                  </a:cubicBezTo>
                  <a:lnTo>
                    <a:pt x="858" y="1287"/>
                  </a:lnTo>
                  <a:lnTo>
                    <a:pt x="2073" y="1287"/>
                  </a:lnTo>
                  <a:lnTo>
                    <a:pt x="2073" y="834"/>
                  </a:lnTo>
                  <a:cubicBezTo>
                    <a:pt x="2073" y="382"/>
                    <a:pt x="1715" y="1"/>
                    <a:pt x="1239"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94"/>
            <p:cNvSpPr/>
            <p:nvPr/>
          </p:nvSpPr>
          <p:spPr>
            <a:xfrm>
              <a:off x="2587518" y="4219223"/>
              <a:ext cx="80620" cy="80620"/>
            </a:xfrm>
            <a:custGeom>
              <a:rect b="b" l="l" r="r" t="t"/>
              <a:pathLst>
                <a:path extrusionOk="0" h="2501" w="2501">
                  <a:moveTo>
                    <a:pt x="1263" y="0"/>
                  </a:moveTo>
                  <a:cubicBezTo>
                    <a:pt x="572" y="0"/>
                    <a:pt x="0" y="572"/>
                    <a:pt x="0" y="1262"/>
                  </a:cubicBezTo>
                  <a:cubicBezTo>
                    <a:pt x="0" y="1953"/>
                    <a:pt x="572" y="2501"/>
                    <a:pt x="1263" y="2501"/>
                  </a:cubicBezTo>
                  <a:cubicBezTo>
                    <a:pt x="1929" y="2501"/>
                    <a:pt x="2501" y="1953"/>
                    <a:pt x="2501" y="1262"/>
                  </a:cubicBezTo>
                  <a:cubicBezTo>
                    <a:pt x="2501" y="572"/>
                    <a:pt x="1929" y="0"/>
                    <a:pt x="1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94"/>
            <p:cNvSpPr/>
            <p:nvPr/>
          </p:nvSpPr>
          <p:spPr>
            <a:xfrm>
              <a:off x="2615143" y="4244527"/>
              <a:ext cx="25369" cy="24628"/>
            </a:xfrm>
            <a:custGeom>
              <a:rect b="b" l="l" r="r" t="t"/>
              <a:pathLst>
                <a:path extrusionOk="0" h="764" w="787">
                  <a:moveTo>
                    <a:pt x="382" y="1"/>
                  </a:moveTo>
                  <a:cubicBezTo>
                    <a:pt x="191" y="1"/>
                    <a:pt x="1" y="168"/>
                    <a:pt x="1" y="382"/>
                  </a:cubicBezTo>
                  <a:cubicBezTo>
                    <a:pt x="1" y="596"/>
                    <a:pt x="191" y="763"/>
                    <a:pt x="382" y="763"/>
                  </a:cubicBezTo>
                  <a:cubicBezTo>
                    <a:pt x="596" y="763"/>
                    <a:pt x="787" y="596"/>
                    <a:pt x="787" y="382"/>
                  </a:cubicBezTo>
                  <a:cubicBezTo>
                    <a:pt x="787" y="168"/>
                    <a:pt x="596" y="1"/>
                    <a:pt x="382"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94"/>
            <p:cNvSpPr/>
            <p:nvPr/>
          </p:nvSpPr>
          <p:spPr>
            <a:xfrm>
              <a:off x="2605182" y="4269122"/>
              <a:ext cx="46837" cy="30720"/>
            </a:xfrm>
            <a:custGeom>
              <a:rect b="b" l="l" r="r" t="t"/>
              <a:pathLst>
                <a:path extrusionOk="0" h="953" w="1453">
                  <a:moveTo>
                    <a:pt x="691" y="0"/>
                  </a:moveTo>
                  <a:cubicBezTo>
                    <a:pt x="286" y="0"/>
                    <a:pt x="24" y="333"/>
                    <a:pt x="0" y="714"/>
                  </a:cubicBezTo>
                  <a:cubicBezTo>
                    <a:pt x="191" y="857"/>
                    <a:pt x="429" y="953"/>
                    <a:pt x="691" y="953"/>
                  </a:cubicBezTo>
                  <a:cubicBezTo>
                    <a:pt x="977" y="953"/>
                    <a:pt x="1215" y="857"/>
                    <a:pt x="1405" y="762"/>
                  </a:cubicBezTo>
                  <a:cubicBezTo>
                    <a:pt x="1453" y="357"/>
                    <a:pt x="1096" y="0"/>
                    <a:pt x="691"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94"/>
            <p:cNvSpPr/>
            <p:nvPr/>
          </p:nvSpPr>
          <p:spPr>
            <a:xfrm>
              <a:off x="2584455" y="4436454"/>
              <a:ext cx="234155" cy="23822"/>
            </a:xfrm>
            <a:custGeom>
              <a:rect b="b" l="l" r="r" t="t"/>
              <a:pathLst>
                <a:path extrusionOk="0" h="739" w="7264">
                  <a:moveTo>
                    <a:pt x="477" y="1"/>
                  </a:moveTo>
                  <a:cubicBezTo>
                    <a:pt x="0" y="1"/>
                    <a:pt x="0" y="739"/>
                    <a:pt x="477" y="739"/>
                  </a:cubicBezTo>
                  <a:lnTo>
                    <a:pt x="6764" y="739"/>
                  </a:lnTo>
                  <a:cubicBezTo>
                    <a:pt x="7264" y="739"/>
                    <a:pt x="7264" y="1"/>
                    <a:pt x="6764"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94"/>
            <p:cNvSpPr/>
            <p:nvPr/>
          </p:nvSpPr>
          <p:spPr>
            <a:xfrm>
              <a:off x="2684996" y="4222285"/>
              <a:ext cx="129778" cy="76010"/>
            </a:xfrm>
            <a:custGeom>
              <a:rect b="b" l="l" r="r" t="t"/>
              <a:pathLst>
                <a:path extrusionOk="0" h="2358" w="4026">
                  <a:moveTo>
                    <a:pt x="1192" y="0"/>
                  </a:moveTo>
                  <a:cubicBezTo>
                    <a:pt x="906" y="0"/>
                    <a:pt x="668" y="238"/>
                    <a:pt x="668" y="548"/>
                  </a:cubicBezTo>
                  <a:lnTo>
                    <a:pt x="668" y="786"/>
                  </a:lnTo>
                  <a:lnTo>
                    <a:pt x="1" y="786"/>
                  </a:lnTo>
                  <a:lnTo>
                    <a:pt x="668" y="1572"/>
                  </a:lnTo>
                  <a:lnTo>
                    <a:pt x="668" y="1810"/>
                  </a:lnTo>
                  <a:cubicBezTo>
                    <a:pt x="668" y="2120"/>
                    <a:pt x="906" y="2358"/>
                    <a:pt x="1192" y="2358"/>
                  </a:cubicBezTo>
                  <a:lnTo>
                    <a:pt x="3502" y="2358"/>
                  </a:lnTo>
                  <a:cubicBezTo>
                    <a:pt x="3787" y="2334"/>
                    <a:pt x="4026" y="2096"/>
                    <a:pt x="4026" y="1786"/>
                  </a:cubicBezTo>
                  <a:lnTo>
                    <a:pt x="4026" y="548"/>
                  </a:lnTo>
                  <a:cubicBezTo>
                    <a:pt x="4026" y="238"/>
                    <a:pt x="3787" y="0"/>
                    <a:pt x="350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94"/>
            <p:cNvSpPr/>
            <p:nvPr/>
          </p:nvSpPr>
          <p:spPr>
            <a:xfrm>
              <a:off x="2588291" y="4330530"/>
              <a:ext cx="129746" cy="76010"/>
            </a:xfrm>
            <a:custGeom>
              <a:rect b="b" l="l" r="r" t="t"/>
              <a:pathLst>
                <a:path extrusionOk="0" h="2358" w="4025">
                  <a:moveTo>
                    <a:pt x="548" y="0"/>
                  </a:moveTo>
                  <a:cubicBezTo>
                    <a:pt x="238" y="0"/>
                    <a:pt x="0" y="238"/>
                    <a:pt x="0" y="548"/>
                  </a:cubicBezTo>
                  <a:lnTo>
                    <a:pt x="0" y="1786"/>
                  </a:lnTo>
                  <a:cubicBezTo>
                    <a:pt x="0" y="2072"/>
                    <a:pt x="238" y="2310"/>
                    <a:pt x="548" y="2358"/>
                  </a:cubicBezTo>
                  <a:lnTo>
                    <a:pt x="2834" y="2358"/>
                  </a:lnTo>
                  <a:cubicBezTo>
                    <a:pt x="3144" y="2358"/>
                    <a:pt x="3382" y="2120"/>
                    <a:pt x="3382" y="1834"/>
                  </a:cubicBezTo>
                  <a:lnTo>
                    <a:pt x="3382" y="1596"/>
                  </a:lnTo>
                  <a:lnTo>
                    <a:pt x="4025" y="786"/>
                  </a:lnTo>
                  <a:lnTo>
                    <a:pt x="3382" y="786"/>
                  </a:lnTo>
                  <a:lnTo>
                    <a:pt x="3382" y="548"/>
                  </a:lnTo>
                  <a:cubicBezTo>
                    <a:pt x="3382" y="238"/>
                    <a:pt x="3144" y="0"/>
                    <a:pt x="28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94"/>
            <p:cNvSpPr/>
            <p:nvPr/>
          </p:nvSpPr>
          <p:spPr>
            <a:xfrm>
              <a:off x="2734155" y="4328209"/>
              <a:ext cx="80620" cy="80652"/>
            </a:xfrm>
            <a:custGeom>
              <a:rect b="b" l="l" r="r" t="t"/>
              <a:pathLst>
                <a:path extrusionOk="0" h="2502" w="2501">
                  <a:moveTo>
                    <a:pt x="1262" y="1"/>
                  </a:moveTo>
                  <a:cubicBezTo>
                    <a:pt x="572" y="1"/>
                    <a:pt x="0" y="548"/>
                    <a:pt x="0" y="1239"/>
                  </a:cubicBezTo>
                  <a:cubicBezTo>
                    <a:pt x="0" y="1930"/>
                    <a:pt x="572" y="2501"/>
                    <a:pt x="1262" y="2501"/>
                  </a:cubicBezTo>
                  <a:cubicBezTo>
                    <a:pt x="1953" y="2501"/>
                    <a:pt x="2501" y="1930"/>
                    <a:pt x="2501" y="1239"/>
                  </a:cubicBezTo>
                  <a:cubicBezTo>
                    <a:pt x="2501" y="548"/>
                    <a:pt x="1953" y="1"/>
                    <a:pt x="1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94"/>
            <p:cNvSpPr/>
            <p:nvPr/>
          </p:nvSpPr>
          <p:spPr>
            <a:xfrm>
              <a:off x="2762554" y="4352772"/>
              <a:ext cx="24595" cy="24595"/>
            </a:xfrm>
            <a:custGeom>
              <a:rect b="b" l="l" r="r" t="t"/>
              <a:pathLst>
                <a:path extrusionOk="0" h="763" w="763">
                  <a:moveTo>
                    <a:pt x="381" y="1"/>
                  </a:moveTo>
                  <a:cubicBezTo>
                    <a:pt x="167" y="1"/>
                    <a:pt x="0" y="167"/>
                    <a:pt x="0" y="382"/>
                  </a:cubicBezTo>
                  <a:cubicBezTo>
                    <a:pt x="0" y="596"/>
                    <a:pt x="167" y="763"/>
                    <a:pt x="381" y="763"/>
                  </a:cubicBezTo>
                  <a:cubicBezTo>
                    <a:pt x="596" y="763"/>
                    <a:pt x="762" y="596"/>
                    <a:pt x="762" y="382"/>
                  </a:cubicBezTo>
                  <a:cubicBezTo>
                    <a:pt x="762" y="167"/>
                    <a:pt x="596" y="1"/>
                    <a:pt x="38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4"/>
            <p:cNvSpPr/>
            <p:nvPr/>
          </p:nvSpPr>
          <p:spPr>
            <a:xfrm>
              <a:off x="2751787" y="4378109"/>
              <a:ext cx="46870" cy="30752"/>
            </a:xfrm>
            <a:custGeom>
              <a:rect b="b" l="l" r="r" t="t"/>
              <a:pathLst>
                <a:path extrusionOk="0" h="954" w="1454">
                  <a:moveTo>
                    <a:pt x="715" y="1"/>
                  </a:moveTo>
                  <a:cubicBezTo>
                    <a:pt x="287" y="1"/>
                    <a:pt x="25" y="310"/>
                    <a:pt x="1" y="715"/>
                  </a:cubicBezTo>
                  <a:cubicBezTo>
                    <a:pt x="215" y="858"/>
                    <a:pt x="453" y="953"/>
                    <a:pt x="715" y="953"/>
                  </a:cubicBezTo>
                  <a:cubicBezTo>
                    <a:pt x="977" y="953"/>
                    <a:pt x="1215" y="858"/>
                    <a:pt x="1430" y="739"/>
                  </a:cubicBezTo>
                  <a:cubicBezTo>
                    <a:pt x="1453" y="310"/>
                    <a:pt x="1096" y="1"/>
                    <a:pt x="71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94"/>
            <p:cNvSpPr/>
            <p:nvPr/>
          </p:nvSpPr>
          <p:spPr>
            <a:xfrm>
              <a:off x="2729545" y="4322084"/>
              <a:ext cx="89839" cy="89839"/>
            </a:xfrm>
            <a:custGeom>
              <a:rect b="b" l="l" r="r" t="t"/>
              <a:pathLst>
                <a:path extrusionOk="0" h="2787" w="2787">
                  <a:moveTo>
                    <a:pt x="1429" y="1072"/>
                  </a:moveTo>
                  <a:cubicBezTo>
                    <a:pt x="1572" y="1072"/>
                    <a:pt x="1667" y="1167"/>
                    <a:pt x="1667" y="1310"/>
                  </a:cubicBezTo>
                  <a:cubicBezTo>
                    <a:pt x="1667" y="1453"/>
                    <a:pt x="1572" y="1548"/>
                    <a:pt x="1429" y="1548"/>
                  </a:cubicBezTo>
                  <a:cubicBezTo>
                    <a:pt x="1286" y="1548"/>
                    <a:pt x="1191" y="1453"/>
                    <a:pt x="1191" y="1310"/>
                  </a:cubicBezTo>
                  <a:cubicBezTo>
                    <a:pt x="1191" y="1191"/>
                    <a:pt x="1286" y="1072"/>
                    <a:pt x="1429" y="1072"/>
                  </a:cubicBezTo>
                  <a:close/>
                  <a:moveTo>
                    <a:pt x="1429" y="334"/>
                  </a:moveTo>
                  <a:cubicBezTo>
                    <a:pt x="2024" y="334"/>
                    <a:pt x="2501" y="810"/>
                    <a:pt x="2501" y="1429"/>
                  </a:cubicBezTo>
                  <a:cubicBezTo>
                    <a:pt x="2477" y="1691"/>
                    <a:pt x="2382" y="1929"/>
                    <a:pt x="2239" y="2144"/>
                  </a:cubicBezTo>
                  <a:cubicBezTo>
                    <a:pt x="2167" y="1929"/>
                    <a:pt x="2024" y="1786"/>
                    <a:pt x="1858" y="1691"/>
                  </a:cubicBezTo>
                  <a:cubicBezTo>
                    <a:pt x="1929" y="1620"/>
                    <a:pt x="1953" y="1501"/>
                    <a:pt x="1953" y="1334"/>
                  </a:cubicBezTo>
                  <a:cubicBezTo>
                    <a:pt x="1953" y="1048"/>
                    <a:pt x="1715" y="786"/>
                    <a:pt x="1429" y="786"/>
                  </a:cubicBezTo>
                  <a:cubicBezTo>
                    <a:pt x="1119" y="786"/>
                    <a:pt x="881" y="1024"/>
                    <a:pt x="881" y="1334"/>
                  </a:cubicBezTo>
                  <a:cubicBezTo>
                    <a:pt x="881" y="1453"/>
                    <a:pt x="953" y="1572"/>
                    <a:pt x="1000" y="1691"/>
                  </a:cubicBezTo>
                  <a:cubicBezTo>
                    <a:pt x="834" y="1786"/>
                    <a:pt x="691" y="1977"/>
                    <a:pt x="619" y="2144"/>
                  </a:cubicBezTo>
                  <a:cubicBezTo>
                    <a:pt x="476" y="1977"/>
                    <a:pt x="357" y="1691"/>
                    <a:pt x="357" y="1429"/>
                  </a:cubicBezTo>
                  <a:cubicBezTo>
                    <a:pt x="357" y="834"/>
                    <a:pt x="834" y="334"/>
                    <a:pt x="1429" y="334"/>
                  </a:cubicBezTo>
                  <a:close/>
                  <a:moveTo>
                    <a:pt x="1405" y="1882"/>
                  </a:moveTo>
                  <a:cubicBezTo>
                    <a:pt x="1667" y="1882"/>
                    <a:pt x="1905" y="2096"/>
                    <a:pt x="1929" y="2358"/>
                  </a:cubicBezTo>
                  <a:cubicBezTo>
                    <a:pt x="1786" y="2453"/>
                    <a:pt x="1572" y="2501"/>
                    <a:pt x="1405" y="2501"/>
                  </a:cubicBezTo>
                  <a:cubicBezTo>
                    <a:pt x="1215" y="2501"/>
                    <a:pt x="1000" y="2453"/>
                    <a:pt x="857" y="2358"/>
                  </a:cubicBezTo>
                  <a:cubicBezTo>
                    <a:pt x="905" y="2096"/>
                    <a:pt x="1119" y="1882"/>
                    <a:pt x="1405" y="1882"/>
                  </a:cubicBezTo>
                  <a:close/>
                  <a:moveTo>
                    <a:pt x="1405" y="0"/>
                  </a:moveTo>
                  <a:cubicBezTo>
                    <a:pt x="619" y="0"/>
                    <a:pt x="0" y="619"/>
                    <a:pt x="0" y="1405"/>
                  </a:cubicBezTo>
                  <a:cubicBezTo>
                    <a:pt x="0" y="2167"/>
                    <a:pt x="619" y="2786"/>
                    <a:pt x="1405" y="2786"/>
                  </a:cubicBezTo>
                  <a:cubicBezTo>
                    <a:pt x="2167" y="2786"/>
                    <a:pt x="2786" y="2167"/>
                    <a:pt x="2786" y="1405"/>
                  </a:cubicBezTo>
                  <a:cubicBezTo>
                    <a:pt x="2786" y="667"/>
                    <a:pt x="2167" y="0"/>
                    <a:pt x="1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94"/>
            <p:cNvSpPr/>
            <p:nvPr/>
          </p:nvSpPr>
          <p:spPr>
            <a:xfrm>
              <a:off x="2550673" y="4141665"/>
              <a:ext cx="300946" cy="355455"/>
            </a:xfrm>
            <a:custGeom>
              <a:rect b="b" l="l" r="r" t="t"/>
              <a:pathLst>
                <a:path extrusionOk="0" h="11027" w="9336">
                  <a:moveTo>
                    <a:pt x="8335" y="310"/>
                  </a:moveTo>
                  <a:cubicBezTo>
                    <a:pt x="8693" y="310"/>
                    <a:pt x="9002" y="596"/>
                    <a:pt x="9002" y="953"/>
                  </a:cubicBezTo>
                  <a:lnTo>
                    <a:pt x="9002" y="1263"/>
                  </a:lnTo>
                  <a:lnTo>
                    <a:pt x="334" y="1263"/>
                  </a:lnTo>
                  <a:lnTo>
                    <a:pt x="334" y="953"/>
                  </a:lnTo>
                  <a:cubicBezTo>
                    <a:pt x="334" y="596"/>
                    <a:pt x="643" y="310"/>
                    <a:pt x="1001" y="310"/>
                  </a:cubicBezTo>
                  <a:close/>
                  <a:moveTo>
                    <a:pt x="1001" y="1"/>
                  </a:moveTo>
                  <a:cubicBezTo>
                    <a:pt x="453" y="1"/>
                    <a:pt x="0" y="453"/>
                    <a:pt x="0" y="977"/>
                  </a:cubicBezTo>
                  <a:lnTo>
                    <a:pt x="0" y="10027"/>
                  </a:lnTo>
                  <a:cubicBezTo>
                    <a:pt x="0" y="10574"/>
                    <a:pt x="453" y="11027"/>
                    <a:pt x="1001" y="11027"/>
                  </a:cubicBezTo>
                  <a:lnTo>
                    <a:pt x="8335" y="11027"/>
                  </a:lnTo>
                  <a:cubicBezTo>
                    <a:pt x="8883" y="11027"/>
                    <a:pt x="9336" y="10574"/>
                    <a:pt x="9336" y="10027"/>
                  </a:cubicBezTo>
                  <a:lnTo>
                    <a:pt x="9336" y="7502"/>
                  </a:lnTo>
                  <a:cubicBezTo>
                    <a:pt x="9336" y="7395"/>
                    <a:pt x="9252" y="7342"/>
                    <a:pt x="9169" y="7342"/>
                  </a:cubicBezTo>
                  <a:cubicBezTo>
                    <a:pt x="9086" y="7342"/>
                    <a:pt x="9002" y="7395"/>
                    <a:pt x="9002" y="7502"/>
                  </a:cubicBezTo>
                  <a:lnTo>
                    <a:pt x="9002" y="10027"/>
                  </a:lnTo>
                  <a:cubicBezTo>
                    <a:pt x="9002" y="10384"/>
                    <a:pt x="8693" y="10693"/>
                    <a:pt x="8335" y="10693"/>
                  </a:cubicBezTo>
                  <a:lnTo>
                    <a:pt x="1001" y="10693"/>
                  </a:lnTo>
                  <a:cubicBezTo>
                    <a:pt x="643" y="10693"/>
                    <a:pt x="334" y="10384"/>
                    <a:pt x="334" y="10027"/>
                  </a:cubicBezTo>
                  <a:lnTo>
                    <a:pt x="334" y="1620"/>
                  </a:lnTo>
                  <a:lnTo>
                    <a:pt x="9026" y="1620"/>
                  </a:lnTo>
                  <a:lnTo>
                    <a:pt x="9026" y="6621"/>
                  </a:lnTo>
                  <a:cubicBezTo>
                    <a:pt x="9026" y="6693"/>
                    <a:pt x="9098" y="6764"/>
                    <a:pt x="9193" y="6764"/>
                  </a:cubicBezTo>
                  <a:cubicBezTo>
                    <a:pt x="9264" y="6764"/>
                    <a:pt x="9336" y="6693"/>
                    <a:pt x="9336" y="6621"/>
                  </a:cubicBezTo>
                  <a:lnTo>
                    <a:pt x="9336" y="977"/>
                  </a:lnTo>
                  <a:cubicBezTo>
                    <a:pt x="9336" y="453"/>
                    <a:pt x="8883" y="1"/>
                    <a:pt x="83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94"/>
            <p:cNvSpPr/>
            <p:nvPr/>
          </p:nvSpPr>
          <p:spPr>
            <a:xfrm>
              <a:off x="2576010" y="4163166"/>
              <a:ext cx="13087" cy="10025"/>
            </a:xfrm>
            <a:custGeom>
              <a:rect b="b" l="l" r="r" t="t"/>
              <a:pathLst>
                <a:path extrusionOk="0" h="311" w="406">
                  <a:moveTo>
                    <a:pt x="215" y="1"/>
                  </a:moveTo>
                  <a:cubicBezTo>
                    <a:pt x="0" y="1"/>
                    <a:pt x="0" y="310"/>
                    <a:pt x="215" y="310"/>
                  </a:cubicBezTo>
                  <a:cubicBezTo>
                    <a:pt x="405" y="310"/>
                    <a:pt x="405"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94"/>
            <p:cNvSpPr/>
            <p:nvPr/>
          </p:nvSpPr>
          <p:spPr>
            <a:xfrm>
              <a:off x="2594416" y="4163166"/>
              <a:ext cx="13087" cy="10025"/>
            </a:xfrm>
            <a:custGeom>
              <a:rect b="b" l="l" r="r" t="t"/>
              <a:pathLst>
                <a:path extrusionOk="0" h="311" w="406">
                  <a:moveTo>
                    <a:pt x="215" y="1"/>
                  </a:moveTo>
                  <a:cubicBezTo>
                    <a:pt x="1" y="1"/>
                    <a:pt x="1" y="310"/>
                    <a:pt x="215" y="310"/>
                  </a:cubicBezTo>
                  <a:cubicBezTo>
                    <a:pt x="406" y="310"/>
                    <a:pt x="406"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94"/>
            <p:cNvSpPr/>
            <p:nvPr/>
          </p:nvSpPr>
          <p:spPr>
            <a:xfrm>
              <a:off x="2612854" y="4163166"/>
              <a:ext cx="13087" cy="10025"/>
            </a:xfrm>
            <a:custGeom>
              <a:rect b="b" l="l" r="r" t="t"/>
              <a:pathLst>
                <a:path extrusionOk="0" h="311" w="406">
                  <a:moveTo>
                    <a:pt x="191" y="1"/>
                  </a:moveTo>
                  <a:cubicBezTo>
                    <a:pt x="0" y="1"/>
                    <a:pt x="0" y="310"/>
                    <a:pt x="191" y="310"/>
                  </a:cubicBezTo>
                  <a:cubicBezTo>
                    <a:pt x="405" y="310"/>
                    <a:pt x="405"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94"/>
            <p:cNvSpPr/>
            <p:nvPr/>
          </p:nvSpPr>
          <p:spPr>
            <a:xfrm>
              <a:off x="2582908" y="4215387"/>
              <a:ext cx="89839" cy="90613"/>
            </a:xfrm>
            <a:custGeom>
              <a:rect b="b" l="l" r="r" t="t"/>
              <a:pathLst>
                <a:path extrusionOk="0" h="2811" w="2787">
                  <a:moveTo>
                    <a:pt x="1429" y="1048"/>
                  </a:moveTo>
                  <a:cubicBezTo>
                    <a:pt x="1572" y="1048"/>
                    <a:pt x="1668" y="1143"/>
                    <a:pt x="1668" y="1286"/>
                  </a:cubicBezTo>
                  <a:cubicBezTo>
                    <a:pt x="1668" y="1405"/>
                    <a:pt x="1572" y="1524"/>
                    <a:pt x="1429" y="1524"/>
                  </a:cubicBezTo>
                  <a:cubicBezTo>
                    <a:pt x="1287" y="1524"/>
                    <a:pt x="1191" y="1405"/>
                    <a:pt x="1191" y="1286"/>
                  </a:cubicBezTo>
                  <a:cubicBezTo>
                    <a:pt x="1191" y="1167"/>
                    <a:pt x="1287" y="1048"/>
                    <a:pt x="1429" y="1048"/>
                  </a:cubicBezTo>
                  <a:close/>
                  <a:moveTo>
                    <a:pt x="1382" y="310"/>
                  </a:moveTo>
                  <a:cubicBezTo>
                    <a:pt x="1977" y="310"/>
                    <a:pt x="2477" y="786"/>
                    <a:pt x="2477" y="1405"/>
                  </a:cubicBezTo>
                  <a:cubicBezTo>
                    <a:pt x="2477" y="1667"/>
                    <a:pt x="2382" y="1953"/>
                    <a:pt x="2192" y="2119"/>
                  </a:cubicBezTo>
                  <a:cubicBezTo>
                    <a:pt x="2144" y="1905"/>
                    <a:pt x="2001" y="1762"/>
                    <a:pt x="1810" y="1667"/>
                  </a:cubicBezTo>
                  <a:cubicBezTo>
                    <a:pt x="1906" y="1596"/>
                    <a:pt x="1930" y="1477"/>
                    <a:pt x="1930" y="1310"/>
                  </a:cubicBezTo>
                  <a:cubicBezTo>
                    <a:pt x="1930" y="1024"/>
                    <a:pt x="1691" y="762"/>
                    <a:pt x="1382" y="762"/>
                  </a:cubicBezTo>
                  <a:cubicBezTo>
                    <a:pt x="1096" y="762"/>
                    <a:pt x="858" y="1000"/>
                    <a:pt x="858" y="1310"/>
                  </a:cubicBezTo>
                  <a:cubicBezTo>
                    <a:pt x="858" y="1429"/>
                    <a:pt x="906" y="1548"/>
                    <a:pt x="977" y="1667"/>
                  </a:cubicBezTo>
                  <a:cubicBezTo>
                    <a:pt x="786" y="1762"/>
                    <a:pt x="644" y="1929"/>
                    <a:pt x="596" y="2119"/>
                  </a:cubicBezTo>
                  <a:cubicBezTo>
                    <a:pt x="429" y="1929"/>
                    <a:pt x="310" y="1667"/>
                    <a:pt x="310" y="1405"/>
                  </a:cubicBezTo>
                  <a:cubicBezTo>
                    <a:pt x="334" y="786"/>
                    <a:pt x="834" y="310"/>
                    <a:pt x="1382" y="310"/>
                  </a:cubicBezTo>
                  <a:close/>
                  <a:moveTo>
                    <a:pt x="1406" y="1858"/>
                  </a:moveTo>
                  <a:cubicBezTo>
                    <a:pt x="1668" y="1858"/>
                    <a:pt x="1906" y="2072"/>
                    <a:pt x="1930" y="2334"/>
                  </a:cubicBezTo>
                  <a:cubicBezTo>
                    <a:pt x="1787" y="2429"/>
                    <a:pt x="1572" y="2477"/>
                    <a:pt x="1406" y="2477"/>
                  </a:cubicBezTo>
                  <a:cubicBezTo>
                    <a:pt x="1215" y="2477"/>
                    <a:pt x="1048" y="2429"/>
                    <a:pt x="858" y="2334"/>
                  </a:cubicBezTo>
                  <a:cubicBezTo>
                    <a:pt x="882" y="2072"/>
                    <a:pt x="1120" y="1858"/>
                    <a:pt x="1406" y="1858"/>
                  </a:cubicBezTo>
                  <a:close/>
                  <a:moveTo>
                    <a:pt x="1382" y="0"/>
                  </a:moveTo>
                  <a:cubicBezTo>
                    <a:pt x="620" y="0"/>
                    <a:pt x="1" y="643"/>
                    <a:pt x="1" y="1405"/>
                  </a:cubicBezTo>
                  <a:cubicBezTo>
                    <a:pt x="1" y="2143"/>
                    <a:pt x="644" y="2810"/>
                    <a:pt x="1382" y="2810"/>
                  </a:cubicBezTo>
                  <a:cubicBezTo>
                    <a:pt x="2168" y="2810"/>
                    <a:pt x="2787" y="2191"/>
                    <a:pt x="2787" y="1405"/>
                  </a:cubicBezTo>
                  <a:cubicBezTo>
                    <a:pt x="2787" y="643"/>
                    <a:pt x="2168"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94"/>
            <p:cNvSpPr/>
            <p:nvPr/>
          </p:nvSpPr>
          <p:spPr>
            <a:xfrm>
              <a:off x="2578298" y="4430330"/>
              <a:ext cx="247210" cy="34556"/>
            </a:xfrm>
            <a:custGeom>
              <a:rect b="b" l="l" r="r" t="t"/>
              <a:pathLst>
                <a:path extrusionOk="0" h="1072" w="7669">
                  <a:moveTo>
                    <a:pt x="691" y="0"/>
                  </a:moveTo>
                  <a:cubicBezTo>
                    <a:pt x="1" y="0"/>
                    <a:pt x="1" y="1072"/>
                    <a:pt x="715" y="1072"/>
                  </a:cubicBezTo>
                  <a:lnTo>
                    <a:pt x="6978" y="1072"/>
                  </a:lnTo>
                  <a:cubicBezTo>
                    <a:pt x="7669" y="1072"/>
                    <a:pt x="7669" y="0"/>
                    <a:pt x="6978" y="0"/>
                  </a:cubicBezTo>
                  <a:lnTo>
                    <a:pt x="2025" y="0"/>
                  </a:lnTo>
                  <a:cubicBezTo>
                    <a:pt x="1811" y="0"/>
                    <a:pt x="1811" y="333"/>
                    <a:pt x="2025" y="333"/>
                  </a:cubicBezTo>
                  <a:lnTo>
                    <a:pt x="6978" y="333"/>
                  </a:lnTo>
                  <a:cubicBezTo>
                    <a:pt x="7240" y="333"/>
                    <a:pt x="7240" y="762"/>
                    <a:pt x="6978" y="762"/>
                  </a:cubicBezTo>
                  <a:lnTo>
                    <a:pt x="691" y="762"/>
                  </a:lnTo>
                  <a:cubicBezTo>
                    <a:pt x="429" y="762"/>
                    <a:pt x="429" y="333"/>
                    <a:pt x="691" y="333"/>
                  </a:cubicBezTo>
                  <a:lnTo>
                    <a:pt x="1144" y="333"/>
                  </a:lnTo>
                  <a:cubicBezTo>
                    <a:pt x="1358" y="333"/>
                    <a:pt x="1358" y="0"/>
                    <a:pt x="1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94"/>
            <p:cNvSpPr/>
            <p:nvPr/>
          </p:nvSpPr>
          <p:spPr>
            <a:xfrm>
              <a:off x="2678872" y="4217675"/>
              <a:ext cx="141286" cy="84488"/>
            </a:xfrm>
            <a:custGeom>
              <a:rect b="b" l="l" r="r" t="t"/>
              <a:pathLst>
                <a:path extrusionOk="0" h="2621" w="4383">
                  <a:moveTo>
                    <a:pt x="1382" y="0"/>
                  </a:moveTo>
                  <a:cubicBezTo>
                    <a:pt x="1001" y="0"/>
                    <a:pt x="715" y="286"/>
                    <a:pt x="715" y="667"/>
                  </a:cubicBezTo>
                  <a:lnTo>
                    <a:pt x="715" y="739"/>
                  </a:lnTo>
                  <a:lnTo>
                    <a:pt x="191" y="739"/>
                  </a:lnTo>
                  <a:cubicBezTo>
                    <a:pt x="48" y="739"/>
                    <a:pt x="0" y="882"/>
                    <a:pt x="96" y="1001"/>
                  </a:cubicBezTo>
                  <a:lnTo>
                    <a:pt x="715" y="1739"/>
                  </a:lnTo>
                  <a:lnTo>
                    <a:pt x="715" y="1929"/>
                  </a:lnTo>
                  <a:cubicBezTo>
                    <a:pt x="715" y="2310"/>
                    <a:pt x="1001" y="2620"/>
                    <a:pt x="1405" y="2620"/>
                  </a:cubicBezTo>
                  <a:lnTo>
                    <a:pt x="3692" y="2620"/>
                  </a:lnTo>
                  <a:cubicBezTo>
                    <a:pt x="4073" y="2620"/>
                    <a:pt x="4382" y="2310"/>
                    <a:pt x="4382" y="1929"/>
                  </a:cubicBezTo>
                  <a:lnTo>
                    <a:pt x="4382" y="691"/>
                  </a:lnTo>
                  <a:lnTo>
                    <a:pt x="4358" y="691"/>
                  </a:lnTo>
                  <a:cubicBezTo>
                    <a:pt x="4358" y="286"/>
                    <a:pt x="4073" y="0"/>
                    <a:pt x="3692" y="0"/>
                  </a:cubicBezTo>
                  <a:lnTo>
                    <a:pt x="3453" y="0"/>
                  </a:lnTo>
                  <a:cubicBezTo>
                    <a:pt x="3239" y="0"/>
                    <a:pt x="3239" y="334"/>
                    <a:pt x="3453" y="334"/>
                  </a:cubicBezTo>
                  <a:lnTo>
                    <a:pt x="3692" y="334"/>
                  </a:lnTo>
                  <a:cubicBezTo>
                    <a:pt x="3882" y="334"/>
                    <a:pt x="4049" y="477"/>
                    <a:pt x="4049" y="691"/>
                  </a:cubicBezTo>
                  <a:lnTo>
                    <a:pt x="4049" y="1929"/>
                  </a:lnTo>
                  <a:cubicBezTo>
                    <a:pt x="4049" y="2144"/>
                    <a:pt x="3858" y="2287"/>
                    <a:pt x="3692" y="2287"/>
                  </a:cubicBezTo>
                  <a:lnTo>
                    <a:pt x="1382" y="2287"/>
                  </a:lnTo>
                  <a:cubicBezTo>
                    <a:pt x="1191" y="2287"/>
                    <a:pt x="1048" y="2144"/>
                    <a:pt x="1048" y="1929"/>
                  </a:cubicBezTo>
                  <a:lnTo>
                    <a:pt x="1048" y="1691"/>
                  </a:lnTo>
                  <a:cubicBezTo>
                    <a:pt x="1048" y="1667"/>
                    <a:pt x="1048" y="1644"/>
                    <a:pt x="1001" y="1596"/>
                  </a:cubicBezTo>
                  <a:lnTo>
                    <a:pt x="548" y="1072"/>
                  </a:lnTo>
                  <a:lnTo>
                    <a:pt x="882" y="1072"/>
                  </a:lnTo>
                  <a:cubicBezTo>
                    <a:pt x="977" y="1072"/>
                    <a:pt x="1048" y="1001"/>
                    <a:pt x="1048" y="929"/>
                  </a:cubicBezTo>
                  <a:lnTo>
                    <a:pt x="1048" y="667"/>
                  </a:lnTo>
                  <a:cubicBezTo>
                    <a:pt x="1048" y="477"/>
                    <a:pt x="1215" y="334"/>
                    <a:pt x="1382" y="334"/>
                  </a:cubicBezTo>
                  <a:lnTo>
                    <a:pt x="2549" y="334"/>
                  </a:lnTo>
                  <a:cubicBezTo>
                    <a:pt x="2763" y="334"/>
                    <a:pt x="2763" y="0"/>
                    <a:pt x="25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4"/>
            <p:cNvSpPr/>
            <p:nvPr/>
          </p:nvSpPr>
          <p:spPr>
            <a:xfrm>
              <a:off x="2582908" y="4325147"/>
              <a:ext cx="141286" cy="85229"/>
            </a:xfrm>
            <a:custGeom>
              <a:rect b="b" l="l" r="r" t="t"/>
              <a:pathLst>
                <a:path extrusionOk="0" h="2644" w="4383">
                  <a:moveTo>
                    <a:pt x="2977" y="334"/>
                  </a:moveTo>
                  <a:cubicBezTo>
                    <a:pt x="3168" y="334"/>
                    <a:pt x="3358" y="501"/>
                    <a:pt x="3358" y="691"/>
                  </a:cubicBezTo>
                  <a:lnTo>
                    <a:pt x="3358" y="929"/>
                  </a:lnTo>
                  <a:cubicBezTo>
                    <a:pt x="3358" y="1001"/>
                    <a:pt x="3430" y="1072"/>
                    <a:pt x="3501" y="1072"/>
                  </a:cubicBezTo>
                  <a:lnTo>
                    <a:pt x="3835" y="1072"/>
                  </a:lnTo>
                  <a:lnTo>
                    <a:pt x="3382" y="1596"/>
                  </a:lnTo>
                  <a:cubicBezTo>
                    <a:pt x="3358" y="1644"/>
                    <a:pt x="3358" y="1667"/>
                    <a:pt x="3358" y="1715"/>
                  </a:cubicBezTo>
                  <a:lnTo>
                    <a:pt x="3358" y="1929"/>
                  </a:lnTo>
                  <a:cubicBezTo>
                    <a:pt x="3358" y="2144"/>
                    <a:pt x="3168" y="2287"/>
                    <a:pt x="3001" y="2287"/>
                  </a:cubicBezTo>
                  <a:lnTo>
                    <a:pt x="691" y="2287"/>
                  </a:lnTo>
                  <a:cubicBezTo>
                    <a:pt x="477" y="2287"/>
                    <a:pt x="334" y="2144"/>
                    <a:pt x="334" y="1929"/>
                  </a:cubicBezTo>
                  <a:lnTo>
                    <a:pt x="334" y="691"/>
                  </a:lnTo>
                  <a:cubicBezTo>
                    <a:pt x="334" y="477"/>
                    <a:pt x="501" y="334"/>
                    <a:pt x="691" y="334"/>
                  </a:cubicBezTo>
                  <a:close/>
                  <a:moveTo>
                    <a:pt x="691" y="0"/>
                  </a:moveTo>
                  <a:cubicBezTo>
                    <a:pt x="286" y="0"/>
                    <a:pt x="1" y="286"/>
                    <a:pt x="1" y="691"/>
                  </a:cubicBezTo>
                  <a:lnTo>
                    <a:pt x="1" y="1953"/>
                  </a:lnTo>
                  <a:cubicBezTo>
                    <a:pt x="1" y="2358"/>
                    <a:pt x="286" y="2644"/>
                    <a:pt x="691" y="2644"/>
                  </a:cubicBezTo>
                  <a:lnTo>
                    <a:pt x="2977" y="2644"/>
                  </a:lnTo>
                  <a:cubicBezTo>
                    <a:pt x="3358" y="2644"/>
                    <a:pt x="3668" y="2358"/>
                    <a:pt x="3668" y="1953"/>
                  </a:cubicBezTo>
                  <a:lnTo>
                    <a:pt x="3668" y="1787"/>
                  </a:lnTo>
                  <a:lnTo>
                    <a:pt x="4287" y="1048"/>
                  </a:lnTo>
                  <a:cubicBezTo>
                    <a:pt x="4382" y="953"/>
                    <a:pt x="4287" y="763"/>
                    <a:pt x="4168" y="763"/>
                  </a:cubicBezTo>
                  <a:lnTo>
                    <a:pt x="3668" y="763"/>
                  </a:lnTo>
                  <a:lnTo>
                    <a:pt x="3668" y="691"/>
                  </a:lnTo>
                  <a:cubicBezTo>
                    <a:pt x="3668" y="286"/>
                    <a:pt x="3358" y="0"/>
                    <a:pt x="29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2" name="Google Shape;19442;p94"/>
          <p:cNvGrpSpPr/>
          <p:nvPr/>
        </p:nvGrpSpPr>
        <p:grpSpPr>
          <a:xfrm>
            <a:off x="3255395" y="3988524"/>
            <a:ext cx="355455" cy="353908"/>
            <a:chOff x="3255395" y="4140924"/>
            <a:chExt cx="355455" cy="353908"/>
          </a:xfrm>
        </p:grpSpPr>
        <p:sp>
          <p:nvSpPr>
            <p:cNvPr id="19443" name="Google Shape;19443;p94"/>
            <p:cNvSpPr/>
            <p:nvPr/>
          </p:nvSpPr>
          <p:spPr>
            <a:xfrm>
              <a:off x="3505635" y="4145501"/>
              <a:ext cx="98285" cy="98317"/>
            </a:xfrm>
            <a:custGeom>
              <a:rect b="b" l="l" r="r" t="t"/>
              <a:pathLst>
                <a:path extrusionOk="0" h="3050" w="3049">
                  <a:moveTo>
                    <a:pt x="1525" y="1"/>
                  </a:moveTo>
                  <a:cubicBezTo>
                    <a:pt x="691" y="1"/>
                    <a:pt x="1" y="692"/>
                    <a:pt x="1" y="1525"/>
                  </a:cubicBezTo>
                  <a:cubicBezTo>
                    <a:pt x="1" y="2359"/>
                    <a:pt x="691" y="3049"/>
                    <a:pt x="1525" y="3049"/>
                  </a:cubicBezTo>
                  <a:cubicBezTo>
                    <a:pt x="2358" y="3049"/>
                    <a:pt x="3049" y="2359"/>
                    <a:pt x="3049" y="1525"/>
                  </a:cubicBezTo>
                  <a:cubicBezTo>
                    <a:pt x="3049" y="692"/>
                    <a:pt x="2358" y="1"/>
                    <a:pt x="152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94"/>
            <p:cNvSpPr/>
            <p:nvPr/>
          </p:nvSpPr>
          <p:spPr>
            <a:xfrm>
              <a:off x="3271512" y="4278309"/>
              <a:ext cx="317837" cy="178904"/>
            </a:xfrm>
            <a:custGeom>
              <a:rect b="b" l="l" r="r" t="t"/>
              <a:pathLst>
                <a:path extrusionOk="0" h="5550" w="9860">
                  <a:moveTo>
                    <a:pt x="715" y="1"/>
                  </a:moveTo>
                  <a:cubicBezTo>
                    <a:pt x="334" y="1"/>
                    <a:pt x="0" y="310"/>
                    <a:pt x="0" y="715"/>
                  </a:cubicBezTo>
                  <a:lnTo>
                    <a:pt x="0" y="5550"/>
                  </a:lnTo>
                  <a:lnTo>
                    <a:pt x="9859" y="5550"/>
                  </a:lnTo>
                  <a:lnTo>
                    <a:pt x="9859" y="715"/>
                  </a:lnTo>
                  <a:cubicBezTo>
                    <a:pt x="9859" y="310"/>
                    <a:pt x="9526" y="1"/>
                    <a:pt x="9145" y="1"/>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94"/>
            <p:cNvSpPr/>
            <p:nvPr/>
          </p:nvSpPr>
          <p:spPr>
            <a:xfrm>
              <a:off x="3292239" y="4301357"/>
              <a:ext cx="276383" cy="155856"/>
            </a:xfrm>
            <a:custGeom>
              <a:rect b="b" l="l" r="r" t="t"/>
              <a:pathLst>
                <a:path extrusionOk="0" h="4835" w="8574">
                  <a:moveTo>
                    <a:pt x="0" y="0"/>
                  </a:moveTo>
                  <a:lnTo>
                    <a:pt x="0" y="4835"/>
                  </a:lnTo>
                  <a:lnTo>
                    <a:pt x="8573" y="4835"/>
                  </a:lnTo>
                  <a:lnTo>
                    <a:pt x="8573"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94"/>
            <p:cNvSpPr/>
            <p:nvPr/>
          </p:nvSpPr>
          <p:spPr>
            <a:xfrm>
              <a:off x="3536355" y="4301357"/>
              <a:ext cx="32267" cy="155856"/>
            </a:xfrm>
            <a:custGeom>
              <a:rect b="b" l="l" r="r" t="t"/>
              <a:pathLst>
                <a:path extrusionOk="0" h="4835" w="1001">
                  <a:moveTo>
                    <a:pt x="0" y="0"/>
                  </a:moveTo>
                  <a:lnTo>
                    <a:pt x="0" y="4835"/>
                  </a:lnTo>
                  <a:lnTo>
                    <a:pt x="1000" y="4835"/>
                  </a:lnTo>
                  <a:lnTo>
                    <a:pt x="100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94"/>
            <p:cNvSpPr/>
            <p:nvPr/>
          </p:nvSpPr>
          <p:spPr>
            <a:xfrm>
              <a:off x="3259231" y="4458729"/>
              <a:ext cx="343947" cy="32267"/>
            </a:xfrm>
            <a:custGeom>
              <a:rect b="b" l="l" r="r" t="t"/>
              <a:pathLst>
                <a:path extrusionOk="0" h="1001" w="10670">
                  <a:moveTo>
                    <a:pt x="0" y="0"/>
                  </a:moveTo>
                  <a:lnTo>
                    <a:pt x="0" y="381"/>
                  </a:lnTo>
                  <a:cubicBezTo>
                    <a:pt x="0" y="715"/>
                    <a:pt x="262" y="1000"/>
                    <a:pt x="619" y="1000"/>
                  </a:cubicBezTo>
                  <a:lnTo>
                    <a:pt x="10026" y="1000"/>
                  </a:lnTo>
                  <a:cubicBezTo>
                    <a:pt x="10383" y="1000"/>
                    <a:pt x="10669" y="715"/>
                    <a:pt x="10669" y="381"/>
                  </a:cubicBezTo>
                  <a:lnTo>
                    <a:pt x="10669"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94"/>
            <p:cNvSpPr/>
            <p:nvPr/>
          </p:nvSpPr>
          <p:spPr>
            <a:xfrm>
              <a:off x="3554761" y="4457181"/>
              <a:ext cx="48417" cy="33041"/>
            </a:xfrm>
            <a:custGeom>
              <a:rect b="b" l="l" r="r" t="t"/>
              <a:pathLst>
                <a:path extrusionOk="0" h="1025" w="1502">
                  <a:moveTo>
                    <a:pt x="620" y="1"/>
                  </a:moveTo>
                  <a:lnTo>
                    <a:pt x="620" y="405"/>
                  </a:lnTo>
                  <a:cubicBezTo>
                    <a:pt x="620" y="763"/>
                    <a:pt x="358" y="1025"/>
                    <a:pt x="1" y="1025"/>
                  </a:cubicBezTo>
                  <a:lnTo>
                    <a:pt x="858" y="1025"/>
                  </a:lnTo>
                  <a:cubicBezTo>
                    <a:pt x="1215" y="1025"/>
                    <a:pt x="1501" y="715"/>
                    <a:pt x="1501" y="405"/>
                  </a:cubicBezTo>
                  <a:lnTo>
                    <a:pt x="150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94"/>
            <p:cNvSpPr/>
            <p:nvPr/>
          </p:nvSpPr>
          <p:spPr>
            <a:xfrm>
              <a:off x="3408156" y="4457181"/>
              <a:ext cx="45322" cy="17697"/>
            </a:xfrm>
            <a:custGeom>
              <a:rect b="b" l="l" r="r" t="t"/>
              <a:pathLst>
                <a:path extrusionOk="0" h="549" w="1406">
                  <a:moveTo>
                    <a:pt x="0" y="1"/>
                  </a:moveTo>
                  <a:lnTo>
                    <a:pt x="0" y="191"/>
                  </a:lnTo>
                  <a:cubicBezTo>
                    <a:pt x="0" y="405"/>
                    <a:pt x="143" y="548"/>
                    <a:pt x="357" y="548"/>
                  </a:cubicBezTo>
                  <a:lnTo>
                    <a:pt x="1048" y="548"/>
                  </a:lnTo>
                  <a:cubicBezTo>
                    <a:pt x="1239" y="548"/>
                    <a:pt x="1405" y="405"/>
                    <a:pt x="1405" y="191"/>
                  </a:cubicBezTo>
                  <a:lnTo>
                    <a:pt x="1405" y="1"/>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94"/>
            <p:cNvSpPr/>
            <p:nvPr/>
          </p:nvSpPr>
          <p:spPr>
            <a:xfrm>
              <a:off x="3332920" y="4349710"/>
              <a:ext cx="53768" cy="73560"/>
            </a:xfrm>
            <a:custGeom>
              <a:rect b="b" l="l" r="r" t="t"/>
              <a:pathLst>
                <a:path extrusionOk="0" h="2282" w="1668">
                  <a:moveTo>
                    <a:pt x="0" y="1"/>
                  </a:moveTo>
                  <a:lnTo>
                    <a:pt x="0" y="1644"/>
                  </a:lnTo>
                  <a:cubicBezTo>
                    <a:pt x="0" y="1953"/>
                    <a:pt x="215" y="2215"/>
                    <a:pt x="524" y="2263"/>
                  </a:cubicBezTo>
                  <a:cubicBezTo>
                    <a:pt x="573" y="2275"/>
                    <a:pt x="622" y="2281"/>
                    <a:pt x="669" y="2281"/>
                  </a:cubicBezTo>
                  <a:cubicBezTo>
                    <a:pt x="896" y="2281"/>
                    <a:pt x="1092" y="2142"/>
                    <a:pt x="1191" y="1906"/>
                  </a:cubicBezTo>
                  <a:lnTo>
                    <a:pt x="1667" y="834"/>
                  </a:lnTo>
                  <a:lnTo>
                    <a:pt x="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94"/>
            <p:cNvSpPr/>
            <p:nvPr/>
          </p:nvSpPr>
          <p:spPr>
            <a:xfrm>
              <a:off x="3474174" y="4351999"/>
              <a:ext cx="53768" cy="71272"/>
            </a:xfrm>
            <a:custGeom>
              <a:rect b="b" l="l" r="r" t="t"/>
              <a:pathLst>
                <a:path extrusionOk="0" h="2211" w="1668">
                  <a:moveTo>
                    <a:pt x="1667" y="1"/>
                  </a:moveTo>
                  <a:lnTo>
                    <a:pt x="0" y="763"/>
                  </a:lnTo>
                  <a:lnTo>
                    <a:pt x="476" y="1835"/>
                  </a:lnTo>
                  <a:cubicBezTo>
                    <a:pt x="575" y="2071"/>
                    <a:pt x="772" y="2210"/>
                    <a:pt x="1012" y="2210"/>
                  </a:cubicBezTo>
                  <a:cubicBezTo>
                    <a:pt x="1062" y="2210"/>
                    <a:pt x="1114" y="2204"/>
                    <a:pt x="1167" y="2192"/>
                  </a:cubicBezTo>
                  <a:cubicBezTo>
                    <a:pt x="1453" y="2144"/>
                    <a:pt x="1667" y="1882"/>
                    <a:pt x="1667" y="1573"/>
                  </a:cubicBezTo>
                  <a:lnTo>
                    <a:pt x="1667"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94"/>
            <p:cNvSpPr/>
            <p:nvPr/>
          </p:nvSpPr>
          <p:spPr>
            <a:xfrm>
              <a:off x="3320638" y="4286690"/>
              <a:ext cx="219585" cy="92289"/>
            </a:xfrm>
            <a:custGeom>
              <a:rect b="b" l="l" r="r" t="t"/>
              <a:pathLst>
                <a:path extrusionOk="0" h="2863" w="6812">
                  <a:moveTo>
                    <a:pt x="1463" y="1"/>
                  </a:moveTo>
                  <a:cubicBezTo>
                    <a:pt x="1436" y="1"/>
                    <a:pt x="1409" y="1"/>
                    <a:pt x="1382" y="3"/>
                  </a:cubicBezTo>
                  <a:cubicBezTo>
                    <a:pt x="619" y="27"/>
                    <a:pt x="0" y="646"/>
                    <a:pt x="0" y="1408"/>
                  </a:cubicBezTo>
                  <a:cubicBezTo>
                    <a:pt x="0" y="2194"/>
                    <a:pt x="619" y="2860"/>
                    <a:pt x="1429" y="2860"/>
                  </a:cubicBezTo>
                  <a:cubicBezTo>
                    <a:pt x="1905" y="2860"/>
                    <a:pt x="2358" y="2622"/>
                    <a:pt x="2596" y="2265"/>
                  </a:cubicBezTo>
                  <a:lnTo>
                    <a:pt x="4144" y="2265"/>
                  </a:lnTo>
                  <a:cubicBezTo>
                    <a:pt x="4394" y="2629"/>
                    <a:pt x="4817" y="2862"/>
                    <a:pt x="5290" y="2862"/>
                  </a:cubicBezTo>
                  <a:cubicBezTo>
                    <a:pt x="5313" y="2862"/>
                    <a:pt x="5336" y="2862"/>
                    <a:pt x="5359" y="2860"/>
                  </a:cubicBezTo>
                  <a:cubicBezTo>
                    <a:pt x="6144" y="2813"/>
                    <a:pt x="6740" y="2194"/>
                    <a:pt x="6764" y="1455"/>
                  </a:cubicBezTo>
                  <a:cubicBezTo>
                    <a:pt x="6811" y="646"/>
                    <a:pt x="6168" y="3"/>
                    <a:pt x="5359" y="3"/>
                  </a:cubicBezTo>
                  <a:cubicBezTo>
                    <a:pt x="4954" y="3"/>
                    <a:pt x="4596" y="169"/>
                    <a:pt x="4311" y="455"/>
                  </a:cubicBezTo>
                  <a:lnTo>
                    <a:pt x="2501" y="455"/>
                  </a:lnTo>
                  <a:cubicBezTo>
                    <a:pt x="2255" y="165"/>
                    <a:pt x="1864" y="1"/>
                    <a:pt x="1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94"/>
            <p:cNvSpPr/>
            <p:nvPr/>
          </p:nvSpPr>
          <p:spPr>
            <a:xfrm>
              <a:off x="3419664" y="4260580"/>
              <a:ext cx="22274" cy="40810"/>
            </a:xfrm>
            <a:custGeom>
              <a:rect b="b" l="l" r="r" t="t"/>
              <a:pathLst>
                <a:path extrusionOk="0" h="1266" w="691">
                  <a:moveTo>
                    <a:pt x="327" y="1"/>
                  </a:moveTo>
                  <a:cubicBezTo>
                    <a:pt x="314" y="1"/>
                    <a:pt x="300" y="2"/>
                    <a:pt x="286" y="3"/>
                  </a:cubicBezTo>
                  <a:cubicBezTo>
                    <a:pt x="119" y="27"/>
                    <a:pt x="0" y="194"/>
                    <a:pt x="0" y="360"/>
                  </a:cubicBezTo>
                  <a:lnTo>
                    <a:pt x="0" y="1265"/>
                  </a:lnTo>
                  <a:lnTo>
                    <a:pt x="691" y="1265"/>
                  </a:lnTo>
                  <a:lnTo>
                    <a:pt x="691" y="336"/>
                  </a:lnTo>
                  <a:cubicBezTo>
                    <a:pt x="691" y="158"/>
                    <a:pt x="524" y="1"/>
                    <a:pt x="327"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94"/>
            <p:cNvSpPr/>
            <p:nvPr/>
          </p:nvSpPr>
          <p:spPr>
            <a:xfrm>
              <a:off x="3265355" y="4206941"/>
              <a:ext cx="82167" cy="46837"/>
            </a:xfrm>
            <a:custGeom>
              <a:rect b="b" l="l" r="r" t="t"/>
              <a:pathLst>
                <a:path extrusionOk="0" h="1453" w="2549">
                  <a:moveTo>
                    <a:pt x="1" y="0"/>
                  </a:moveTo>
                  <a:lnTo>
                    <a:pt x="1" y="1262"/>
                  </a:lnTo>
                  <a:cubicBezTo>
                    <a:pt x="1" y="1357"/>
                    <a:pt x="72" y="1453"/>
                    <a:pt x="191" y="1453"/>
                  </a:cubicBezTo>
                  <a:lnTo>
                    <a:pt x="2334" y="1453"/>
                  </a:lnTo>
                  <a:cubicBezTo>
                    <a:pt x="2454" y="1453"/>
                    <a:pt x="2549" y="1357"/>
                    <a:pt x="2549" y="1262"/>
                  </a:cubicBezTo>
                  <a:lnTo>
                    <a:pt x="2549"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94"/>
            <p:cNvSpPr/>
            <p:nvPr/>
          </p:nvSpPr>
          <p:spPr>
            <a:xfrm>
              <a:off x="3259231" y="4180831"/>
              <a:ext cx="95222" cy="26143"/>
            </a:xfrm>
            <a:custGeom>
              <a:rect b="b" l="l" r="r" t="t"/>
              <a:pathLst>
                <a:path extrusionOk="0" h="811" w="2954">
                  <a:moveTo>
                    <a:pt x="143" y="0"/>
                  </a:moveTo>
                  <a:cubicBezTo>
                    <a:pt x="72" y="0"/>
                    <a:pt x="0" y="72"/>
                    <a:pt x="0" y="167"/>
                  </a:cubicBezTo>
                  <a:lnTo>
                    <a:pt x="0" y="667"/>
                  </a:lnTo>
                  <a:cubicBezTo>
                    <a:pt x="0" y="762"/>
                    <a:pt x="72" y="810"/>
                    <a:pt x="143" y="810"/>
                  </a:cubicBezTo>
                  <a:lnTo>
                    <a:pt x="2810" y="810"/>
                  </a:lnTo>
                  <a:cubicBezTo>
                    <a:pt x="2882" y="810"/>
                    <a:pt x="2953" y="762"/>
                    <a:pt x="2953" y="667"/>
                  </a:cubicBezTo>
                  <a:lnTo>
                    <a:pt x="2953" y="167"/>
                  </a:lnTo>
                  <a:cubicBezTo>
                    <a:pt x="2953" y="72"/>
                    <a:pt x="2882" y="0"/>
                    <a:pt x="281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94"/>
            <p:cNvSpPr/>
            <p:nvPr/>
          </p:nvSpPr>
          <p:spPr>
            <a:xfrm>
              <a:off x="3277637" y="4159813"/>
              <a:ext cx="56089" cy="20276"/>
            </a:xfrm>
            <a:custGeom>
              <a:rect b="b" l="l" r="r" t="t"/>
              <a:pathLst>
                <a:path extrusionOk="0" h="629" w="1740">
                  <a:moveTo>
                    <a:pt x="1444" y="0"/>
                  </a:moveTo>
                  <a:cubicBezTo>
                    <a:pt x="1384" y="0"/>
                    <a:pt x="1322" y="18"/>
                    <a:pt x="1263" y="57"/>
                  </a:cubicBezTo>
                  <a:cubicBezTo>
                    <a:pt x="1144" y="128"/>
                    <a:pt x="1025" y="248"/>
                    <a:pt x="977" y="462"/>
                  </a:cubicBezTo>
                  <a:lnTo>
                    <a:pt x="763" y="462"/>
                  </a:lnTo>
                  <a:cubicBezTo>
                    <a:pt x="691" y="271"/>
                    <a:pt x="572" y="152"/>
                    <a:pt x="477" y="57"/>
                  </a:cubicBezTo>
                  <a:cubicBezTo>
                    <a:pt x="420" y="25"/>
                    <a:pt x="359" y="10"/>
                    <a:pt x="300" y="10"/>
                  </a:cubicBezTo>
                  <a:cubicBezTo>
                    <a:pt x="141" y="10"/>
                    <a:pt x="1" y="121"/>
                    <a:pt x="1" y="295"/>
                  </a:cubicBezTo>
                  <a:lnTo>
                    <a:pt x="1" y="629"/>
                  </a:lnTo>
                  <a:lnTo>
                    <a:pt x="1739" y="629"/>
                  </a:lnTo>
                  <a:lnTo>
                    <a:pt x="1739" y="295"/>
                  </a:lnTo>
                  <a:cubicBezTo>
                    <a:pt x="1739" y="123"/>
                    <a:pt x="1602" y="0"/>
                    <a:pt x="144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94"/>
            <p:cNvSpPr/>
            <p:nvPr/>
          </p:nvSpPr>
          <p:spPr>
            <a:xfrm>
              <a:off x="3297590" y="4180831"/>
              <a:ext cx="19244" cy="74495"/>
            </a:xfrm>
            <a:custGeom>
              <a:rect b="b" l="l" r="r" t="t"/>
              <a:pathLst>
                <a:path extrusionOk="0" h="2311" w="597">
                  <a:moveTo>
                    <a:pt x="1" y="0"/>
                  </a:moveTo>
                  <a:lnTo>
                    <a:pt x="1" y="2310"/>
                  </a:lnTo>
                  <a:lnTo>
                    <a:pt x="596" y="2310"/>
                  </a:lnTo>
                  <a:lnTo>
                    <a:pt x="59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4"/>
            <p:cNvSpPr/>
            <p:nvPr/>
          </p:nvSpPr>
          <p:spPr>
            <a:xfrm>
              <a:off x="3536355" y="4163359"/>
              <a:ext cx="37650" cy="64148"/>
            </a:xfrm>
            <a:custGeom>
              <a:rect b="b" l="l" r="r" t="t"/>
              <a:pathLst>
                <a:path extrusionOk="0" h="1990" w="1168">
                  <a:moveTo>
                    <a:pt x="548" y="1"/>
                  </a:moveTo>
                  <a:cubicBezTo>
                    <a:pt x="465" y="1"/>
                    <a:pt x="381" y="54"/>
                    <a:pt x="381" y="161"/>
                  </a:cubicBezTo>
                  <a:lnTo>
                    <a:pt x="381" y="280"/>
                  </a:lnTo>
                  <a:cubicBezTo>
                    <a:pt x="191" y="352"/>
                    <a:pt x="72" y="542"/>
                    <a:pt x="95" y="757"/>
                  </a:cubicBezTo>
                  <a:cubicBezTo>
                    <a:pt x="119" y="876"/>
                    <a:pt x="191" y="995"/>
                    <a:pt x="262" y="1066"/>
                  </a:cubicBezTo>
                  <a:cubicBezTo>
                    <a:pt x="357" y="1114"/>
                    <a:pt x="476" y="1114"/>
                    <a:pt x="572" y="1138"/>
                  </a:cubicBezTo>
                  <a:cubicBezTo>
                    <a:pt x="667" y="1185"/>
                    <a:pt x="762" y="1209"/>
                    <a:pt x="762" y="1304"/>
                  </a:cubicBezTo>
                  <a:cubicBezTo>
                    <a:pt x="762" y="1376"/>
                    <a:pt x="691" y="1447"/>
                    <a:pt x="596" y="1471"/>
                  </a:cubicBezTo>
                  <a:cubicBezTo>
                    <a:pt x="580" y="1474"/>
                    <a:pt x="565" y="1476"/>
                    <a:pt x="550" y="1476"/>
                  </a:cubicBezTo>
                  <a:cubicBezTo>
                    <a:pt x="447" y="1476"/>
                    <a:pt x="354" y="1408"/>
                    <a:pt x="334" y="1304"/>
                  </a:cubicBezTo>
                  <a:cubicBezTo>
                    <a:pt x="322" y="1200"/>
                    <a:pt x="243" y="1152"/>
                    <a:pt x="165" y="1152"/>
                  </a:cubicBezTo>
                  <a:cubicBezTo>
                    <a:pt x="82" y="1152"/>
                    <a:pt x="0" y="1206"/>
                    <a:pt x="0" y="1304"/>
                  </a:cubicBezTo>
                  <a:cubicBezTo>
                    <a:pt x="48" y="1471"/>
                    <a:pt x="215" y="1662"/>
                    <a:pt x="429" y="1709"/>
                  </a:cubicBezTo>
                  <a:lnTo>
                    <a:pt x="429" y="1828"/>
                  </a:lnTo>
                  <a:cubicBezTo>
                    <a:pt x="429" y="1936"/>
                    <a:pt x="512" y="1989"/>
                    <a:pt x="596" y="1989"/>
                  </a:cubicBezTo>
                  <a:cubicBezTo>
                    <a:pt x="679" y="1989"/>
                    <a:pt x="762" y="1936"/>
                    <a:pt x="762" y="1828"/>
                  </a:cubicBezTo>
                  <a:lnTo>
                    <a:pt x="762" y="1709"/>
                  </a:lnTo>
                  <a:cubicBezTo>
                    <a:pt x="810" y="1685"/>
                    <a:pt x="905" y="1662"/>
                    <a:pt x="953" y="1590"/>
                  </a:cubicBezTo>
                  <a:cubicBezTo>
                    <a:pt x="1167" y="1424"/>
                    <a:pt x="1167" y="1066"/>
                    <a:pt x="929" y="900"/>
                  </a:cubicBezTo>
                  <a:cubicBezTo>
                    <a:pt x="834" y="828"/>
                    <a:pt x="715" y="781"/>
                    <a:pt x="596" y="781"/>
                  </a:cubicBezTo>
                  <a:cubicBezTo>
                    <a:pt x="548" y="781"/>
                    <a:pt x="453" y="781"/>
                    <a:pt x="429" y="709"/>
                  </a:cubicBezTo>
                  <a:cubicBezTo>
                    <a:pt x="403" y="607"/>
                    <a:pt x="474" y="560"/>
                    <a:pt x="552" y="560"/>
                  </a:cubicBezTo>
                  <a:cubicBezTo>
                    <a:pt x="619" y="560"/>
                    <a:pt x="693" y="595"/>
                    <a:pt x="715" y="661"/>
                  </a:cubicBezTo>
                  <a:cubicBezTo>
                    <a:pt x="746" y="725"/>
                    <a:pt x="799" y="746"/>
                    <a:pt x="852" y="746"/>
                  </a:cubicBezTo>
                  <a:cubicBezTo>
                    <a:pt x="879" y="746"/>
                    <a:pt x="905" y="741"/>
                    <a:pt x="929" y="733"/>
                  </a:cubicBezTo>
                  <a:cubicBezTo>
                    <a:pt x="1024" y="661"/>
                    <a:pt x="1024" y="590"/>
                    <a:pt x="977" y="519"/>
                  </a:cubicBezTo>
                  <a:cubicBezTo>
                    <a:pt x="929" y="399"/>
                    <a:pt x="834" y="352"/>
                    <a:pt x="715" y="280"/>
                  </a:cubicBezTo>
                  <a:lnTo>
                    <a:pt x="715" y="161"/>
                  </a:lnTo>
                  <a:cubicBezTo>
                    <a:pt x="715" y="54"/>
                    <a:pt x="631"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94"/>
            <p:cNvSpPr/>
            <p:nvPr/>
          </p:nvSpPr>
          <p:spPr>
            <a:xfrm>
              <a:off x="3255395" y="4140924"/>
              <a:ext cx="355455" cy="353908"/>
            </a:xfrm>
            <a:custGeom>
              <a:rect b="b" l="l" r="r" t="t"/>
              <a:pathLst>
                <a:path extrusionOk="0" h="10979" w="11027">
                  <a:moveTo>
                    <a:pt x="1019" y="789"/>
                  </a:moveTo>
                  <a:cubicBezTo>
                    <a:pt x="1037" y="789"/>
                    <a:pt x="1056" y="794"/>
                    <a:pt x="1072" y="810"/>
                  </a:cubicBezTo>
                  <a:cubicBezTo>
                    <a:pt x="1167" y="857"/>
                    <a:pt x="1262" y="976"/>
                    <a:pt x="1310" y="1095"/>
                  </a:cubicBezTo>
                  <a:lnTo>
                    <a:pt x="857" y="1095"/>
                  </a:lnTo>
                  <a:lnTo>
                    <a:pt x="857" y="929"/>
                  </a:lnTo>
                  <a:cubicBezTo>
                    <a:pt x="857" y="834"/>
                    <a:pt x="929" y="810"/>
                    <a:pt x="929" y="810"/>
                  </a:cubicBezTo>
                  <a:cubicBezTo>
                    <a:pt x="945" y="810"/>
                    <a:pt x="982" y="789"/>
                    <a:pt x="1019" y="789"/>
                  </a:cubicBezTo>
                  <a:close/>
                  <a:moveTo>
                    <a:pt x="2176" y="774"/>
                  </a:moveTo>
                  <a:cubicBezTo>
                    <a:pt x="2203" y="774"/>
                    <a:pt x="2227" y="786"/>
                    <a:pt x="2239" y="810"/>
                  </a:cubicBezTo>
                  <a:cubicBezTo>
                    <a:pt x="2262" y="810"/>
                    <a:pt x="2286" y="857"/>
                    <a:pt x="2286" y="929"/>
                  </a:cubicBezTo>
                  <a:lnTo>
                    <a:pt x="2286" y="1119"/>
                  </a:lnTo>
                  <a:lnTo>
                    <a:pt x="1858" y="1119"/>
                  </a:lnTo>
                  <a:cubicBezTo>
                    <a:pt x="1905" y="976"/>
                    <a:pt x="2000" y="857"/>
                    <a:pt x="2096" y="810"/>
                  </a:cubicBezTo>
                  <a:cubicBezTo>
                    <a:pt x="2120" y="786"/>
                    <a:pt x="2149" y="774"/>
                    <a:pt x="2176" y="774"/>
                  </a:cubicBezTo>
                  <a:close/>
                  <a:moveTo>
                    <a:pt x="1143" y="1429"/>
                  </a:moveTo>
                  <a:lnTo>
                    <a:pt x="1143" y="1905"/>
                  </a:lnTo>
                  <a:lnTo>
                    <a:pt x="262" y="1905"/>
                  </a:lnTo>
                  <a:lnTo>
                    <a:pt x="262" y="1429"/>
                  </a:lnTo>
                  <a:close/>
                  <a:moveTo>
                    <a:pt x="2882" y="1429"/>
                  </a:moveTo>
                  <a:lnTo>
                    <a:pt x="2882" y="1905"/>
                  </a:lnTo>
                  <a:lnTo>
                    <a:pt x="2024" y="1905"/>
                  </a:lnTo>
                  <a:lnTo>
                    <a:pt x="2024" y="1429"/>
                  </a:lnTo>
                  <a:close/>
                  <a:moveTo>
                    <a:pt x="9288" y="333"/>
                  </a:moveTo>
                  <a:cubicBezTo>
                    <a:pt x="10026" y="333"/>
                    <a:pt x="10621" y="929"/>
                    <a:pt x="10621" y="1667"/>
                  </a:cubicBezTo>
                  <a:cubicBezTo>
                    <a:pt x="10621" y="2405"/>
                    <a:pt x="10026" y="3001"/>
                    <a:pt x="9288" y="3001"/>
                  </a:cubicBezTo>
                  <a:cubicBezTo>
                    <a:pt x="8549" y="3001"/>
                    <a:pt x="7954" y="2405"/>
                    <a:pt x="7954" y="1667"/>
                  </a:cubicBezTo>
                  <a:cubicBezTo>
                    <a:pt x="7954" y="929"/>
                    <a:pt x="8549" y="333"/>
                    <a:pt x="9288" y="333"/>
                  </a:cubicBezTo>
                  <a:close/>
                  <a:moveTo>
                    <a:pt x="1739" y="1405"/>
                  </a:moveTo>
                  <a:lnTo>
                    <a:pt x="1739" y="3358"/>
                  </a:lnTo>
                  <a:lnTo>
                    <a:pt x="1453" y="3358"/>
                  </a:lnTo>
                  <a:lnTo>
                    <a:pt x="1453" y="2834"/>
                  </a:lnTo>
                  <a:cubicBezTo>
                    <a:pt x="1453" y="2727"/>
                    <a:pt x="1375" y="2673"/>
                    <a:pt x="1298" y="2673"/>
                  </a:cubicBezTo>
                  <a:cubicBezTo>
                    <a:pt x="1221" y="2673"/>
                    <a:pt x="1143" y="2727"/>
                    <a:pt x="1143" y="2834"/>
                  </a:cubicBezTo>
                  <a:lnTo>
                    <a:pt x="1143" y="3358"/>
                  </a:lnTo>
                  <a:lnTo>
                    <a:pt x="500" y="3358"/>
                  </a:lnTo>
                  <a:cubicBezTo>
                    <a:pt x="476" y="3358"/>
                    <a:pt x="453" y="3334"/>
                    <a:pt x="453" y="3310"/>
                  </a:cubicBezTo>
                  <a:lnTo>
                    <a:pt x="453" y="2239"/>
                  </a:lnTo>
                  <a:lnTo>
                    <a:pt x="1286" y="2239"/>
                  </a:lnTo>
                  <a:cubicBezTo>
                    <a:pt x="1381" y="2239"/>
                    <a:pt x="1453" y="2143"/>
                    <a:pt x="1453" y="2048"/>
                  </a:cubicBezTo>
                  <a:lnTo>
                    <a:pt x="1453" y="1405"/>
                  </a:lnTo>
                  <a:close/>
                  <a:moveTo>
                    <a:pt x="2715" y="2239"/>
                  </a:moveTo>
                  <a:lnTo>
                    <a:pt x="2715" y="3310"/>
                  </a:lnTo>
                  <a:cubicBezTo>
                    <a:pt x="2715" y="3334"/>
                    <a:pt x="2691" y="3358"/>
                    <a:pt x="2643" y="3358"/>
                  </a:cubicBezTo>
                  <a:lnTo>
                    <a:pt x="2024" y="3358"/>
                  </a:lnTo>
                  <a:lnTo>
                    <a:pt x="2024" y="2239"/>
                  </a:lnTo>
                  <a:close/>
                  <a:moveTo>
                    <a:pt x="5416" y="3893"/>
                  </a:moveTo>
                  <a:cubicBezTo>
                    <a:pt x="5435" y="3893"/>
                    <a:pt x="5456" y="3897"/>
                    <a:pt x="5477" y="3906"/>
                  </a:cubicBezTo>
                  <a:cubicBezTo>
                    <a:pt x="5573" y="3906"/>
                    <a:pt x="5620" y="3977"/>
                    <a:pt x="5620" y="4072"/>
                  </a:cubicBezTo>
                  <a:lnTo>
                    <a:pt x="5620" y="4811"/>
                  </a:lnTo>
                  <a:lnTo>
                    <a:pt x="5263" y="4811"/>
                  </a:lnTo>
                  <a:lnTo>
                    <a:pt x="5263" y="4072"/>
                  </a:lnTo>
                  <a:cubicBezTo>
                    <a:pt x="5263" y="3975"/>
                    <a:pt x="5327" y="3893"/>
                    <a:pt x="5416" y="3893"/>
                  </a:cubicBezTo>
                  <a:close/>
                  <a:moveTo>
                    <a:pt x="7097" y="4406"/>
                  </a:moveTo>
                  <a:cubicBezTo>
                    <a:pt x="6787" y="4453"/>
                    <a:pt x="6525" y="4620"/>
                    <a:pt x="6287" y="4811"/>
                  </a:cubicBezTo>
                  <a:lnTo>
                    <a:pt x="5954" y="4811"/>
                  </a:lnTo>
                  <a:lnTo>
                    <a:pt x="5954" y="4406"/>
                  </a:lnTo>
                  <a:close/>
                  <a:moveTo>
                    <a:pt x="4953" y="4429"/>
                  </a:moveTo>
                  <a:lnTo>
                    <a:pt x="4953" y="4858"/>
                  </a:lnTo>
                  <a:lnTo>
                    <a:pt x="4620" y="4858"/>
                  </a:lnTo>
                  <a:cubicBezTo>
                    <a:pt x="4406" y="4644"/>
                    <a:pt x="4120" y="4501"/>
                    <a:pt x="3810" y="4429"/>
                  </a:cubicBezTo>
                  <a:close/>
                  <a:moveTo>
                    <a:pt x="2596" y="7287"/>
                  </a:moveTo>
                  <a:cubicBezTo>
                    <a:pt x="2834" y="7478"/>
                    <a:pt x="3120" y="7597"/>
                    <a:pt x="3477" y="7597"/>
                  </a:cubicBezTo>
                  <a:cubicBezTo>
                    <a:pt x="3572" y="7597"/>
                    <a:pt x="3691" y="7597"/>
                    <a:pt x="3787" y="7549"/>
                  </a:cubicBezTo>
                  <a:lnTo>
                    <a:pt x="3787" y="7549"/>
                  </a:lnTo>
                  <a:lnTo>
                    <a:pt x="3453" y="8335"/>
                  </a:lnTo>
                  <a:cubicBezTo>
                    <a:pt x="3377" y="8507"/>
                    <a:pt x="3238" y="8587"/>
                    <a:pt x="3064" y="8587"/>
                  </a:cubicBezTo>
                  <a:cubicBezTo>
                    <a:pt x="3021" y="8587"/>
                    <a:pt x="2976" y="8583"/>
                    <a:pt x="2929" y="8573"/>
                  </a:cubicBezTo>
                  <a:cubicBezTo>
                    <a:pt x="2715" y="8502"/>
                    <a:pt x="2596" y="8335"/>
                    <a:pt x="2596" y="8121"/>
                  </a:cubicBezTo>
                  <a:lnTo>
                    <a:pt x="2596" y="7287"/>
                  </a:lnTo>
                  <a:close/>
                  <a:moveTo>
                    <a:pt x="8288" y="7311"/>
                  </a:moveTo>
                  <a:lnTo>
                    <a:pt x="8288" y="8145"/>
                  </a:lnTo>
                  <a:cubicBezTo>
                    <a:pt x="8288" y="8359"/>
                    <a:pt x="8121" y="8549"/>
                    <a:pt x="7954" y="8597"/>
                  </a:cubicBezTo>
                  <a:cubicBezTo>
                    <a:pt x="7911" y="8611"/>
                    <a:pt x="7867" y="8618"/>
                    <a:pt x="7824" y="8618"/>
                  </a:cubicBezTo>
                  <a:cubicBezTo>
                    <a:pt x="7650" y="8618"/>
                    <a:pt x="7483" y="8511"/>
                    <a:pt x="7406" y="8359"/>
                  </a:cubicBezTo>
                  <a:lnTo>
                    <a:pt x="7097" y="7549"/>
                  </a:lnTo>
                  <a:lnTo>
                    <a:pt x="7097" y="7549"/>
                  </a:lnTo>
                  <a:cubicBezTo>
                    <a:pt x="7168" y="7597"/>
                    <a:pt x="7287" y="7597"/>
                    <a:pt x="7383" y="7597"/>
                  </a:cubicBezTo>
                  <a:cubicBezTo>
                    <a:pt x="7716" y="7597"/>
                    <a:pt x="8049" y="7478"/>
                    <a:pt x="8288" y="7311"/>
                  </a:cubicBezTo>
                  <a:close/>
                  <a:moveTo>
                    <a:pt x="3096" y="4429"/>
                  </a:moveTo>
                  <a:cubicBezTo>
                    <a:pt x="3001" y="4453"/>
                    <a:pt x="2977" y="4525"/>
                    <a:pt x="2977" y="4620"/>
                  </a:cubicBezTo>
                  <a:cubicBezTo>
                    <a:pt x="2977" y="4719"/>
                    <a:pt x="3043" y="4769"/>
                    <a:pt x="3134" y="4769"/>
                  </a:cubicBezTo>
                  <a:cubicBezTo>
                    <a:pt x="3152" y="4769"/>
                    <a:pt x="3171" y="4767"/>
                    <a:pt x="3191" y="4763"/>
                  </a:cubicBezTo>
                  <a:cubicBezTo>
                    <a:pt x="3286" y="4739"/>
                    <a:pt x="3406" y="4739"/>
                    <a:pt x="3525" y="4739"/>
                  </a:cubicBezTo>
                  <a:cubicBezTo>
                    <a:pt x="3882" y="4739"/>
                    <a:pt x="4191" y="4882"/>
                    <a:pt x="4477" y="5144"/>
                  </a:cubicBezTo>
                  <a:cubicBezTo>
                    <a:pt x="4501" y="5168"/>
                    <a:pt x="4525" y="5192"/>
                    <a:pt x="4596" y="5192"/>
                  </a:cubicBezTo>
                  <a:lnTo>
                    <a:pt x="6382" y="5192"/>
                  </a:lnTo>
                  <a:cubicBezTo>
                    <a:pt x="6430" y="5192"/>
                    <a:pt x="6454" y="5168"/>
                    <a:pt x="6501" y="5144"/>
                  </a:cubicBezTo>
                  <a:cubicBezTo>
                    <a:pt x="6740" y="4882"/>
                    <a:pt x="7049" y="4739"/>
                    <a:pt x="7406" y="4739"/>
                  </a:cubicBezTo>
                  <a:cubicBezTo>
                    <a:pt x="8073" y="4739"/>
                    <a:pt x="8645" y="5263"/>
                    <a:pt x="8692" y="5930"/>
                  </a:cubicBezTo>
                  <a:cubicBezTo>
                    <a:pt x="8764" y="6668"/>
                    <a:pt x="8168" y="7287"/>
                    <a:pt x="7406" y="7287"/>
                  </a:cubicBezTo>
                  <a:cubicBezTo>
                    <a:pt x="7002" y="7287"/>
                    <a:pt x="6620" y="7073"/>
                    <a:pt x="6382" y="6763"/>
                  </a:cubicBezTo>
                  <a:cubicBezTo>
                    <a:pt x="6335" y="6716"/>
                    <a:pt x="6287" y="6692"/>
                    <a:pt x="6263" y="6692"/>
                  </a:cubicBezTo>
                  <a:lnTo>
                    <a:pt x="4715" y="6692"/>
                  </a:lnTo>
                  <a:cubicBezTo>
                    <a:pt x="4644" y="6692"/>
                    <a:pt x="4620" y="6716"/>
                    <a:pt x="4596" y="6763"/>
                  </a:cubicBezTo>
                  <a:cubicBezTo>
                    <a:pt x="4358" y="7073"/>
                    <a:pt x="3953" y="7287"/>
                    <a:pt x="3548" y="7287"/>
                  </a:cubicBezTo>
                  <a:cubicBezTo>
                    <a:pt x="2858" y="7287"/>
                    <a:pt x="2262" y="6692"/>
                    <a:pt x="2262" y="6001"/>
                  </a:cubicBezTo>
                  <a:cubicBezTo>
                    <a:pt x="2262" y="5692"/>
                    <a:pt x="2382" y="5358"/>
                    <a:pt x="2620" y="5120"/>
                  </a:cubicBezTo>
                  <a:cubicBezTo>
                    <a:pt x="2715" y="5025"/>
                    <a:pt x="2715" y="4811"/>
                    <a:pt x="2524" y="4811"/>
                  </a:cubicBezTo>
                  <a:lnTo>
                    <a:pt x="1215" y="4811"/>
                  </a:lnTo>
                  <a:cubicBezTo>
                    <a:pt x="1143" y="4811"/>
                    <a:pt x="1072" y="4882"/>
                    <a:pt x="1072" y="4977"/>
                  </a:cubicBezTo>
                  <a:lnTo>
                    <a:pt x="1072" y="9645"/>
                  </a:lnTo>
                  <a:lnTo>
                    <a:pt x="738" y="9645"/>
                  </a:lnTo>
                  <a:lnTo>
                    <a:pt x="738" y="4977"/>
                  </a:lnTo>
                  <a:lnTo>
                    <a:pt x="691" y="4977"/>
                  </a:lnTo>
                  <a:cubicBezTo>
                    <a:pt x="691" y="4668"/>
                    <a:pt x="929" y="4429"/>
                    <a:pt x="1215" y="4429"/>
                  </a:cubicBezTo>
                  <a:close/>
                  <a:moveTo>
                    <a:pt x="9716" y="4406"/>
                  </a:moveTo>
                  <a:cubicBezTo>
                    <a:pt x="9978" y="4406"/>
                    <a:pt x="10216" y="4668"/>
                    <a:pt x="10216" y="4977"/>
                  </a:cubicBezTo>
                  <a:lnTo>
                    <a:pt x="10216" y="9645"/>
                  </a:lnTo>
                  <a:lnTo>
                    <a:pt x="9883" y="9645"/>
                  </a:lnTo>
                  <a:lnTo>
                    <a:pt x="9883" y="8264"/>
                  </a:lnTo>
                  <a:cubicBezTo>
                    <a:pt x="9883" y="8168"/>
                    <a:pt x="9800" y="8121"/>
                    <a:pt x="9716" y="8121"/>
                  </a:cubicBezTo>
                  <a:cubicBezTo>
                    <a:pt x="9633" y="8121"/>
                    <a:pt x="9550" y="8168"/>
                    <a:pt x="9550" y="8264"/>
                  </a:cubicBezTo>
                  <a:lnTo>
                    <a:pt x="9550" y="9645"/>
                  </a:lnTo>
                  <a:lnTo>
                    <a:pt x="1310" y="9645"/>
                  </a:lnTo>
                  <a:lnTo>
                    <a:pt x="1310" y="5120"/>
                  </a:lnTo>
                  <a:lnTo>
                    <a:pt x="2120" y="5120"/>
                  </a:lnTo>
                  <a:cubicBezTo>
                    <a:pt x="1977" y="5382"/>
                    <a:pt x="1881" y="5644"/>
                    <a:pt x="1881" y="5977"/>
                  </a:cubicBezTo>
                  <a:cubicBezTo>
                    <a:pt x="1881" y="6358"/>
                    <a:pt x="2024" y="6716"/>
                    <a:pt x="2239" y="6978"/>
                  </a:cubicBezTo>
                  <a:lnTo>
                    <a:pt x="2239" y="8121"/>
                  </a:lnTo>
                  <a:cubicBezTo>
                    <a:pt x="2239" y="8478"/>
                    <a:pt x="2477" y="8811"/>
                    <a:pt x="2834" y="8907"/>
                  </a:cubicBezTo>
                  <a:cubicBezTo>
                    <a:pt x="2892" y="8917"/>
                    <a:pt x="2950" y="8923"/>
                    <a:pt x="3006" y="8923"/>
                  </a:cubicBezTo>
                  <a:cubicBezTo>
                    <a:pt x="3319" y="8923"/>
                    <a:pt x="3594" y="8757"/>
                    <a:pt x="3715" y="8454"/>
                  </a:cubicBezTo>
                  <a:lnTo>
                    <a:pt x="4191" y="7406"/>
                  </a:lnTo>
                  <a:cubicBezTo>
                    <a:pt x="4406" y="7287"/>
                    <a:pt x="4596" y="7144"/>
                    <a:pt x="4739" y="6954"/>
                  </a:cubicBezTo>
                  <a:lnTo>
                    <a:pt x="6144" y="6954"/>
                  </a:lnTo>
                  <a:cubicBezTo>
                    <a:pt x="6287" y="7144"/>
                    <a:pt x="6454" y="7287"/>
                    <a:pt x="6668" y="7406"/>
                  </a:cubicBezTo>
                  <a:lnTo>
                    <a:pt x="7144" y="8454"/>
                  </a:lnTo>
                  <a:cubicBezTo>
                    <a:pt x="7267" y="8741"/>
                    <a:pt x="7583" y="8922"/>
                    <a:pt x="7896" y="8922"/>
                  </a:cubicBezTo>
                  <a:cubicBezTo>
                    <a:pt x="7948" y="8922"/>
                    <a:pt x="7999" y="8917"/>
                    <a:pt x="8049" y="8907"/>
                  </a:cubicBezTo>
                  <a:cubicBezTo>
                    <a:pt x="8407" y="8811"/>
                    <a:pt x="8645" y="8478"/>
                    <a:pt x="8645" y="8121"/>
                  </a:cubicBezTo>
                  <a:lnTo>
                    <a:pt x="8645" y="7001"/>
                  </a:lnTo>
                  <a:cubicBezTo>
                    <a:pt x="8883" y="6716"/>
                    <a:pt x="9002" y="6358"/>
                    <a:pt x="9002" y="5977"/>
                  </a:cubicBezTo>
                  <a:cubicBezTo>
                    <a:pt x="9002" y="5644"/>
                    <a:pt x="8907" y="5382"/>
                    <a:pt x="8764" y="5120"/>
                  </a:cubicBezTo>
                  <a:lnTo>
                    <a:pt x="9597" y="5120"/>
                  </a:lnTo>
                  <a:lnTo>
                    <a:pt x="9597" y="7382"/>
                  </a:lnTo>
                  <a:cubicBezTo>
                    <a:pt x="9597" y="7490"/>
                    <a:pt x="9675" y="7543"/>
                    <a:pt x="9752" y="7543"/>
                  </a:cubicBezTo>
                  <a:cubicBezTo>
                    <a:pt x="9829" y="7543"/>
                    <a:pt x="9907" y="7490"/>
                    <a:pt x="9907" y="7382"/>
                  </a:cubicBezTo>
                  <a:lnTo>
                    <a:pt x="9907" y="4930"/>
                  </a:lnTo>
                  <a:cubicBezTo>
                    <a:pt x="9907" y="4858"/>
                    <a:pt x="9859" y="4787"/>
                    <a:pt x="9764" y="4787"/>
                  </a:cubicBezTo>
                  <a:lnTo>
                    <a:pt x="8526" y="4787"/>
                  </a:lnTo>
                  <a:cubicBezTo>
                    <a:pt x="8311" y="4620"/>
                    <a:pt x="8073" y="4453"/>
                    <a:pt x="7764" y="4406"/>
                  </a:cubicBezTo>
                  <a:close/>
                  <a:moveTo>
                    <a:pt x="5954" y="9978"/>
                  </a:moveTo>
                  <a:cubicBezTo>
                    <a:pt x="5954" y="10097"/>
                    <a:pt x="5906" y="10169"/>
                    <a:pt x="5787" y="10169"/>
                  </a:cubicBezTo>
                  <a:lnTo>
                    <a:pt x="5096" y="10169"/>
                  </a:lnTo>
                  <a:cubicBezTo>
                    <a:pt x="4977" y="10169"/>
                    <a:pt x="4882" y="10097"/>
                    <a:pt x="4882" y="9978"/>
                  </a:cubicBezTo>
                  <a:close/>
                  <a:moveTo>
                    <a:pt x="9264" y="0"/>
                  </a:moveTo>
                  <a:cubicBezTo>
                    <a:pt x="8407" y="0"/>
                    <a:pt x="7716" y="643"/>
                    <a:pt x="7597" y="1477"/>
                  </a:cubicBezTo>
                  <a:lnTo>
                    <a:pt x="5430" y="1477"/>
                  </a:lnTo>
                  <a:cubicBezTo>
                    <a:pt x="5335" y="1477"/>
                    <a:pt x="5263" y="1548"/>
                    <a:pt x="5263" y="1619"/>
                  </a:cubicBezTo>
                  <a:lnTo>
                    <a:pt x="5263" y="2572"/>
                  </a:lnTo>
                  <a:lnTo>
                    <a:pt x="3048" y="2572"/>
                  </a:lnTo>
                  <a:lnTo>
                    <a:pt x="3048" y="2167"/>
                  </a:lnTo>
                  <a:cubicBezTo>
                    <a:pt x="3120" y="2120"/>
                    <a:pt x="3215" y="2024"/>
                    <a:pt x="3215" y="1905"/>
                  </a:cubicBezTo>
                  <a:lnTo>
                    <a:pt x="3215" y="1405"/>
                  </a:lnTo>
                  <a:cubicBezTo>
                    <a:pt x="3215" y="1215"/>
                    <a:pt x="3072" y="1095"/>
                    <a:pt x="2929" y="1095"/>
                  </a:cubicBezTo>
                  <a:lnTo>
                    <a:pt x="2643" y="1095"/>
                  </a:lnTo>
                  <a:lnTo>
                    <a:pt x="2643" y="857"/>
                  </a:lnTo>
                  <a:cubicBezTo>
                    <a:pt x="2643" y="834"/>
                    <a:pt x="2643" y="762"/>
                    <a:pt x="2620" y="738"/>
                  </a:cubicBezTo>
                  <a:cubicBezTo>
                    <a:pt x="2529" y="571"/>
                    <a:pt x="2360" y="482"/>
                    <a:pt x="2195" y="482"/>
                  </a:cubicBezTo>
                  <a:cubicBezTo>
                    <a:pt x="2100" y="482"/>
                    <a:pt x="2007" y="511"/>
                    <a:pt x="1929" y="572"/>
                  </a:cubicBezTo>
                  <a:cubicBezTo>
                    <a:pt x="1810" y="643"/>
                    <a:pt x="1691" y="762"/>
                    <a:pt x="1643" y="881"/>
                  </a:cubicBezTo>
                  <a:cubicBezTo>
                    <a:pt x="1548" y="714"/>
                    <a:pt x="1405" y="595"/>
                    <a:pt x="1262" y="500"/>
                  </a:cubicBezTo>
                  <a:cubicBezTo>
                    <a:pt x="1215" y="500"/>
                    <a:pt x="1191" y="476"/>
                    <a:pt x="1167" y="476"/>
                  </a:cubicBezTo>
                  <a:cubicBezTo>
                    <a:pt x="1136" y="472"/>
                    <a:pt x="1105" y="470"/>
                    <a:pt x="1075" y="470"/>
                  </a:cubicBezTo>
                  <a:cubicBezTo>
                    <a:pt x="791" y="470"/>
                    <a:pt x="595" y="670"/>
                    <a:pt x="595" y="929"/>
                  </a:cubicBezTo>
                  <a:lnTo>
                    <a:pt x="595" y="1095"/>
                  </a:lnTo>
                  <a:lnTo>
                    <a:pt x="333" y="1095"/>
                  </a:lnTo>
                  <a:cubicBezTo>
                    <a:pt x="143" y="1095"/>
                    <a:pt x="24" y="1238"/>
                    <a:pt x="24" y="1405"/>
                  </a:cubicBezTo>
                  <a:lnTo>
                    <a:pt x="24" y="1905"/>
                  </a:lnTo>
                  <a:cubicBezTo>
                    <a:pt x="24" y="2024"/>
                    <a:pt x="95" y="2143"/>
                    <a:pt x="214" y="2167"/>
                  </a:cubicBezTo>
                  <a:lnTo>
                    <a:pt x="214" y="3310"/>
                  </a:lnTo>
                  <a:cubicBezTo>
                    <a:pt x="214" y="3501"/>
                    <a:pt x="381" y="3691"/>
                    <a:pt x="595" y="3691"/>
                  </a:cubicBezTo>
                  <a:lnTo>
                    <a:pt x="2715" y="3691"/>
                  </a:lnTo>
                  <a:cubicBezTo>
                    <a:pt x="2929" y="3691"/>
                    <a:pt x="3096" y="3501"/>
                    <a:pt x="3096" y="3310"/>
                  </a:cubicBezTo>
                  <a:lnTo>
                    <a:pt x="3096" y="2905"/>
                  </a:lnTo>
                  <a:lnTo>
                    <a:pt x="5335" y="2905"/>
                  </a:lnTo>
                  <a:lnTo>
                    <a:pt x="5335" y="3596"/>
                  </a:lnTo>
                  <a:cubicBezTo>
                    <a:pt x="5120" y="3644"/>
                    <a:pt x="4977" y="3858"/>
                    <a:pt x="4977" y="4072"/>
                  </a:cubicBezTo>
                  <a:lnTo>
                    <a:pt x="1262" y="4072"/>
                  </a:lnTo>
                  <a:cubicBezTo>
                    <a:pt x="786" y="4072"/>
                    <a:pt x="381" y="4453"/>
                    <a:pt x="381" y="4930"/>
                  </a:cubicBezTo>
                  <a:lnTo>
                    <a:pt x="381" y="9597"/>
                  </a:lnTo>
                  <a:lnTo>
                    <a:pt x="143" y="9597"/>
                  </a:lnTo>
                  <a:cubicBezTo>
                    <a:pt x="72" y="9597"/>
                    <a:pt x="0" y="9669"/>
                    <a:pt x="0" y="9764"/>
                  </a:cubicBezTo>
                  <a:lnTo>
                    <a:pt x="0" y="10169"/>
                  </a:lnTo>
                  <a:cubicBezTo>
                    <a:pt x="0" y="10169"/>
                    <a:pt x="357" y="10978"/>
                    <a:pt x="786" y="10978"/>
                  </a:cubicBezTo>
                  <a:lnTo>
                    <a:pt x="1500" y="10978"/>
                  </a:lnTo>
                  <a:cubicBezTo>
                    <a:pt x="1691" y="10978"/>
                    <a:pt x="1691" y="10645"/>
                    <a:pt x="1500" y="10645"/>
                  </a:cubicBezTo>
                  <a:lnTo>
                    <a:pt x="786" y="10645"/>
                  </a:lnTo>
                  <a:cubicBezTo>
                    <a:pt x="500" y="10645"/>
                    <a:pt x="310" y="10169"/>
                    <a:pt x="310" y="10169"/>
                  </a:cubicBezTo>
                  <a:lnTo>
                    <a:pt x="310" y="9931"/>
                  </a:lnTo>
                  <a:lnTo>
                    <a:pt x="4620" y="9931"/>
                  </a:lnTo>
                  <a:cubicBezTo>
                    <a:pt x="4620" y="10240"/>
                    <a:pt x="4858" y="10431"/>
                    <a:pt x="5120" y="10431"/>
                  </a:cubicBezTo>
                  <a:lnTo>
                    <a:pt x="5811" y="10431"/>
                  </a:lnTo>
                  <a:cubicBezTo>
                    <a:pt x="6097" y="10431"/>
                    <a:pt x="6311" y="10193"/>
                    <a:pt x="6311" y="9931"/>
                  </a:cubicBezTo>
                  <a:lnTo>
                    <a:pt x="10621" y="9931"/>
                  </a:lnTo>
                  <a:lnTo>
                    <a:pt x="10621" y="10169"/>
                  </a:lnTo>
                  <a:cubicBezTo>
                    <a:pt x="10621" y="10431"/>
                    <a:pt x="10431" y="10645"/>
                    <a:pt x="10145" y="10645"/>
                  </a:cubicBezTo>
                  <a:lnTo>
                    <a:pt x="2358" y="10645"/>
                  </a:lnTo>
                  <a:cubicBezTo>
                    <a:pt x="2143" y="10645"/>
                    <a:pt x="2143" y="10978"/>
                    <a:pt x="2358" y="10978"/>
                  </a:cubicBezTo>
                  <a:lnTo>
                    <a:pt x="10145" y="10978"/>
                  </a:lnTo>
                  <a:cubicBezTo>
                    <a:pt x="10598" y="10978"/>
                    <a:pt x="10955" y="10621"/>
                    <a:pt x="10955" y="10169"/>
                  </a:cubicBezTo>
                  <a:lnTo>
                    <a:pt x="10955" y="9764"/>
                  </a:lnTo>
                  <a:cubicBezTo>
                    <a:pt x="10931" y="9740"/>
                    <a:pt x="10859" y="9645"/>
                    <a:pt x="10788" y="9645"/>
                  </a:cubicBezTo>
                  <a:lnTo>
                    <a:pt x="10550" y="9645"/>
                  </a:lnTo>
                  <a:lnTo>
                    <a:pt x="10550" y="4977"/>
                  </a:lnTo>
                  <a:cubicBezTo>
                    <a:pt x="10550" y="4501"/>
                    <a:pt x="10145" y="4096"/>
                    <a:pt x="9669" y="4096"/>
                  </a:cubicBezTo>
                  <a:lnTo>
                    <a:pt x="5954" y="4096"/>
                  </a:lnTo>
                  <a:cubicBezTo>
                    <a:pt x="5954" y="3906"/>
                    <a:pt x="5811" y="3691"/>
                    <a:pt x="5596" y="3620"/>
                  </a:cubicBezTo>
                  <a:lnTo>
                    <a:pt x="5596" y="1810"/>
                  </a:lnTo>
                  <a:lnTo>
                    <a:pt x="7621" y="1810"/>
                  </a:lnTo>
                  <a:cubicBezTo>
                    <a:pt x="7689" y="2672"/>
                    <a:pt x="8405" y="3339"/>
                    <a:pt x="9275" y="3339"/>
                  </a:cubicBezTo>
                  <a:cubicBezTo>
                    <a:pt x="9319" y="3339"/>
                    <a:pt x="9362" y="3337"/>
                    <a:pt x="9407" y="3334"/>
                  </a:cubicBezTo>
                  <a:cubicBezTo>
                    <a:pt x="10216" y="3263"/>
                    <a:pt x="10859" y="2620"/>
                    <a:pt x="10931" y="1810"/>
                  </a:cubicBezTo>
                  <a:cubicBezTo>
                    <a:pt x="11026" y="834"/>
                    <a:pt x="10240" y="0"/>
                    <a:pt x="92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94"/>
            <p:cNvSpPr/>
            <p:nvPr/>
          </p:nvSpPr>
          <p:spPr>
            <a:xfrm>
              <a:off x="3344428" y="4312285"/>
              <a:ext cx="45322" cy="41873"/>
            </a:xfrm>
            <a:custGeom>
              <a:rect b="b" l="l" r="r" t="t"/>
              <a:pathLst>
                <a:path extrusionOk="0" h="1299" w="1406">
                  <a:moveTo>
                    <a:pt x="715" y="1"/>
                  </a:moveTo>
                  <a:cubicBezTo>
                    <a:pt x="632" y="1"/>
                    <a:pt x="548" y="54"/>
                    <a:pt x="548" y="161"/>
                  </a:cubicBezTo>
                  <a:lnTo>
                    <a:pt x="548" y="495"/>
                  </a:lnTo>
                  <a:lnTo>
                    <a:pt x="215" y="495"/>
                  </a:lnTo>
                  <a:cubicBezTo>
                    <a:pt x="1" y="495"/>
                    <a:pt x="1" y="804"/>
                    <a:pt x="215" y="804"/>
                  </a:cubicBezTo>
                  <a:lnTo>
                    <a:pt x="548" y="804"/>
                  </a:lnTo>
                  <a:lnTo>
                    <a:pt x="548" y="1138"/>
                  </a:lnTo>
                  <a:cubicBezTo>
                    <a:pt x="548" y="1245"/>
                    <a:pt x="632" y="1298"/>
                    <a:pt x="715" y="1298"/>
                  </a:cubicBezTo>
                  <a:cubicBezTo>
                    <a:pt x="798" y="1298"/>
                    <a:pt x="882" y="1245"/>
                    <a:pt x="882" y="1138"/>
                  </a:cubicBezTo>
                  <a:lnTo>
                    <a:pt x="882" y="804"/>
                  </a:lnTo>
                  <a:lnTo>
                    <a:pt x="1191" y="804"/>
                  </a:lnTo>
                  <a:cubicBezTo>
                    <a:pt x="1406" y="804"/>
                    <a:pt x="1406" y="495"/>
                    <a:pt x="1191" y="495"/>
                  </a:cubicBezTo>
                  <a:lnTo>
                    <a:pt x="882" y="495"/>
                  </a:lnTo>
                  <a:lnTo>
                    <a:pt x="882" y="161"/>
                  </a:lnTo>
                  <a:cubicBezTo>
                    <a:pt x="882" y="54"/>
                    <a:pt x="798" y="1"/>
                    <a:pt x="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94"/>
            <p:cNvSpPr/>
            <p:nvPr/>
          </p:nvSpPr>
          <p:spPr>
            <a:xfrm>
              <a:off x="3471079" y="4312285"/>
              <a:ext cx="45322" cy="41873"/>
            </a:xfrm>
            <a:custGeom>
              <a:rect b="b" l="l" r="r" t="t"/>
              <a:pathLst>
                <a:path extrusionOk="0" h="1299" w="1406">
                  <a:moveTo>
                    <a:pt x="715" y="1"/>
                  </a:moveTo>
                  <a:cubicBezTo>
                    <a:pt x="632" y="1"/>
                    <a:pt x="549" y="54"/>
                    <a:pt x="549" y="161"/>
                  </a:cubicBezTo>
                  <a:lnTo>
                    <a:pt x="549" y="495"/>
                  </a:lnTo>
                  <a:lnTo>
                    <a:pt x="215" y="495"/>
                  </a:lnTo>
                  <a:cubicBezTo>
                    <a:pt x="1" y="495"/>
                    <a:pt x="1" y="804"/>
                    <a:pt x="215" y="804"/>
                  </a:cubicBezTo>
                  <a:lnTo>
                    <a:pt x="549" y="804"/>
                  </a:lnTo>
                  <a:lnTo>
                    <a:pt x="549" y="1138"/>
                  </a:lnTo>
                  <a:cubicBezTo>
                    <a:pt x="549" y="1245"/>
                    <a:pt x="632" y="1298"/>
                    <a:pt x="715" y="1298"/>
                  </a:cubicBezTo>
                  <a:cubicBezTo>
                    <a:pt x="799" y="1298"/>
                    <a:pt x="882" y="1245"/>
                    <a:pt x="882" y="1138"/>
                  </a:cubicBezTo>
                  <a:lnTo>
                    <a:pt x="882" y="804"/>
                  </a:lnTo>
                  <a:lnTo>
                    <a:pt x="1192" y="804"/>
                  </a:lnTo>
                  <a:cubicBezTo>
                    <a:pt x="1406" y="804"/>
                    <a:pt x="1406" y="495"/>
                    <a:pt x="1192" y="495"/>
                  </a:cubicBezTo>
                  <a:lnTo>
                    <a:pt x="882" y="495"/>
                  </a:lnTo>
                  <a:lnTo>
                    <a:pt x="882" y="161"/>
                  </a:lnTo>
                  <a:cubicBezTo>
                    <a:pt x="882" y="54"/>
                    <a:pt x="799" y="1"/>
                    <a:pt x="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94"/>
            <p:cNvSpPr/>
            <p:nvPr/>
          </p:nvSpPr>
          <p:spPr>
            <a:xfrm>
              <a:off x="3419664" y="4317475"/>
              <a:ext cx="22274" cy="10766"/>
            </a:xfrm>
            <a:custGeom>
              <a:rect b="b" l="l" r="r" t="t"/>
              <a:pathLst>
                <a:path extrusionOk="0" h="334" w="691">
                  <a:moveTo>
                    <a:pt x="215" y="0"/>
                  </a:moveTo>
                  <a:cubicBezTo>
                    <a:pt x="119" y="0"/>
                    <a:pt x="48" y="48"/>
                    <a:pt x="24" y="143"/>
                  </a:cubicBezTo>
                  <a:cubicBezTo>
                    <a:pt x="0" y="262"/>
                    <a:pt x="96" y="334"/>
                    <a:pt x="167" y="334"/>
                  </a:cubicBezTo>
                  <a:lnTo>
                    <a:pt x="500" y="334"/>
                  </a:lnTo>
                  <a:cubicBezTo>
                    <a:pt x="596" y="334"/>
                    <a:pt x="643" y="262"/>
                    <a:pt x="691" y="167"/>
                  </a:cubicBezTo>
                  <a:cubicBezTo>
                    <a:pt x="691" y="96"/>
                    <a:pt x="620"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94"/>
            <p:cNvSpPr/>
            <p:nvPr/>
          </p:nvSpPr>
          <p:spPr>
            <a:xfrm>
              <a:off x="3419664" y="4335140"/>
              <a:ext cx="22274" cy="10766"/>
            </a:xfrm>
            <a:custGeom>
              <a:rect b="b" l="l" r="r" t="t"/>
              <a:pathLst>
                <a:path extrusionOk="0" h="334" w="691">
                  <a:moveTo>
                    <a:pt x="215" y="0"/>
                  </a:moveTo>
                  <a:cubicBezTo>
                    <a:pt x="119" y="0"/>
                    <a:pt x="48" y="71"/>
                    <a:pt x="24" y="167"/>
                  </a:cubicBezTo>
                  <a:cubicBezTo>
                    <a:pt x="0" y="262"/>
                    <a:pt x="96" y="333"/>
                    <a:pt x="167" y="333"/>
                  </a:cubicBezTo>
                  <a:lnTo>
                    <a:pt x="500" y="333"/>
                  </a:lnTo>
                  <a:cubicBezTo>
                    <a:pt x="596" y="333"/>
                    <a:pt x="643" y="286"/>
                    <a:pt x="691" y="191"/>
                  </a:cubicBezTo>
                  <a:cubicBezTo>
                    <a:pt x="691" y="95"/>
                    <a:pt x="620"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4" name="Google Shape;19464;p94"/>
          <p:cNvGrpSpPr/>
          <p:nvPr/>
        </p:nvGrpSpPr>
        <p:grpSpPr>
          <a:xfrm>
            <a:off x="4003085" y="3988685"/>
            <a:ext cx="357003" cy="354521"/>
            <a:chOff x="4003085" y="4141085"/>
            <a:chExt cx="357003" cy="354521"/>
          </a:xfrm>
        </p:grpSpPr>
        <p:sp>
          <p:nvSpPr>
            <p:cNvPr id="19465" name="Google Shape;19465;p94"/>
            <p:cNvSpPr/>
            <p:nvPr/>
          </p:nvSpPr>
          <p:spPr>
            <a:xfrm>
              <a:off x="4025360" y="4321311"/>
              <a:ext cx="82908" cy="170459"/>
            </a:xfrm>
            <a:custGeom>
              <a:rect b="b" l="l" r="r" t="t"/>
              <a:pathLst>
                <a:path extrusionOk="0" h="5288" w="2572">
                  <a:moveTo>
                    <a:pt x="1238" y="0"/>
                  </a:moveTo>
                  <a:lnTo>
                    <a:pt x="71" y="3453"/>
                  </a:lnTo>
                  <a:cubicBezTo>
                    <a:pt x="0" y="3739"/>
                    <a:pt x="71" y="4049"/>
                    <a:pt x="310" y="4311"/>
                  </a:cubicBezTo>
                  <a:lnTo>
                    <a:pt x="1191" y="5097"/>
                  </a:lnTo>
                  <a:cubicBezTo>
                    <a:pt x="1334" y="5192"/>
                    <a:pt x="1548" y="5287"/>
                    <a:pt x="1738" y="5287"/>
                  </a:cubicBezTo>
                  <a:cubicBezTo>
                    <a:pt x="2191" y="5287"/>
                    <a:pt x="2572" y="4906"/>
                    <a:pt x="2572" y="4454"/>
                  </a:cubicBezTo>
                  <a:lnTo>
                    <a:pt x="25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94"/>
            <p:cNvSpPr/>
            <p:nvPr/>
          </p:nvSpPr>
          <p:spPr>
            <a:xfrm>
              <a:off x="4066040" y="4320537"/>
              <a:ext cx="42228" cy="170459"/>
            </a:xfrm>
            <a:custGeom>
              <a:rect b="b" l="l" r="r" t="t"/>
              <a:pathLst>
                <a:path extrusionOk="0" h="5288" w="1310">
                  <a:moveTo>
                    <a:pt x="357" y="1"/>
                  </a:moveTo>
                  <a:lnTo>
                    <a:pt x="357" y="4454"/>
                  </a:lnTo>
                  <a:cubicBezTo>
                    <a:pt x="357" y="4716"/>
                    <a:pt x="215" y="5002"/>
                    <a:pt x="0" y="5144"/>
                  </a:cubicBezTo>
                  <a:cubicBezTo>
                    <a:pt x="167" y="5240"/>
                    <a:pt x="310" y="5287"/>
                    <a:pt x="476" y="5287"/>
                  </a:cubicBezTo>
                  <a:cubicBezTo>
                    <a:pt x="953" y="5287"/>
                    <a:pt x="1310" y="4930"/>
                    <a:pt x="1310" y="4454"/>
                  </a:cubicBezTo>
                  <a:lnTo>
                    <a:pt x="1310"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94"/>
            <p:cNvSpPr/>
            <p:nvPr/>
          </p:nvSpPr>
          <p:spPr>
            <a:xfrm>
              <a:off x="4007695" y="4217675"/>
              <a:ext cx="99832" cy="102894"/>
            </a:xfrm>
            <a:custGeom>
              <a:rect b="b" l="l" r="r" t="t"/>
              <a:pathLst>
                <a:path extrusionOk="0" h="3192" w="3097">
                  <a:moveTo>
                    <a:pt x="786" y="0"/>
                  </a:moveTo>
                  <a:cubicBezTo>
                    <a:pt x="357" y="0"/>
                    <a:pt x="0" y="358"/>
                    <a:pt x="0" y="763"/>
                  </a:cubicBezTo>
                  <a:lnTo>
                    <a:pt x="0" y="2406"/>
                  </a:lnTo>
                  <a:cubicBezTo>
                    <a:pt x="0" y="2834"/>
                    <a:pt x="357" y="3192"/>
                    <a:pt x="1048" y="3192"/>
                  </a:cubicBezTo>
                  <a:lnTo>
                    <a:pt x="3096" y="3192"/>
                  </a:lnTo>
                  <a:lnTo>
                    <a:pt x="3096"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4"/>
            <p:cNvSpPr/>
            <p:nvPr/>
          </p:nvSpPr>
          <p:spPr>
            <a:xfrm>
              <a:off x="4256420" y="4246074"/>
              <a:ext cx="42228" cy="46096"/>
            </a:xfrm>
            <a:custGeom>
              <a:rect b="b" l="l" r="r" t="t"/>
              <a:pathLst>
                <a:path extrusionOk="0" h="1430" w="1310">
                  <a:moveTo>
                    <a:pt x="0" y="1"/>
                  </a:moveTo>
                  <a:lnTo>
                    <a:pt x="0" y="1406"/>
                  </a:lnTo>
                  <a:lnTo>
                    <a:pt x="596" y="1429"/>
                  </a:lnTo>
                  <a:cubicBezTo>
                    <a:pt x="977" y="1429"/>
                    <a:pt x="1310" y="1120"/>
                    <a:pt x="1310" y="715"/>
                  </a:cubicBezTo>
                  <a:cubicBezTo>
                    <a:pt x="1310" y="334"/>
                    <a:pt x="977" y="1"/>
                    <a:pt x="596"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94"/>
            <p:cNvSpPr/>
            <p:nvPr/>
          </p:nvSpPr>
          <p:spPr>
            <a:xfrm>
              <a:off x="4107495" y="4145114"/>
              <a:ext cx="161981" cy="247823"/>
            </a:xfrm>
            <a:custGeom>
              <a:rect b="b" l="l" r="r" t="t"/>
              <a:pathLst>
                <a:path extrusionOk="0" h="7688" w="5025">
                  <a:moveTo>
                    <a:pt x="4688" y="0"/>
                  </a:moveTo>
                  <a:cubicBezTo>
                    <a:pt x="4641" y="0"/>
                    <a:pt x="4594" y="12"/>
                    <a:pt x="4549" y="37"/>
                  </a:cubicBezTo>
                  <a:lnTo>
                    <a:pt x="0" y="2299"/>
                  </a:lnTo>
                  <a:lnTo>
                    <a:pt x="0" y="5395"/>
                  </a:lnTo>
                  <a:lnTo>
                    <a:pt x="4549" y="7657"/>
                  </a:lnTo>
                  <a:cubicBezTo>
                    <a:pt x="4595" y="7678"/>
                    <a:pt x="4642" y="7687"/>
                    <a:pt x="4690" y="7687"/>
                  </a:cubicBezTo>
                  <a:cubicBezTo>
                    <a:pt x="4863" y="7687"/>
                    <a:pt x="5025" y="7559"/>
                    <a:pt x="5025" y="7372"/>
                  </a:cubicBezTo>
                  <a:lnTo>
                    <a:pt x="5025" y="346"/>
                  </a:lnTo>
                  <a:cubicBezTo>
                    <a:pt x="5025" y="158"/>
                    <a:pt x="4862" y="0"/>
                    <a:pt x="4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94"/>
            <p:cNvSpPr/>
            <p:nvPr/>
          </p:nvSpPr>
          <p:spPr>
            <a:xfrm>
              <a:off x="4226474" y="4145695"/>
              <a:ext cx="44549" cy="248983"/>
            </a:xfrm>
            <a:custGeom>
              <a:rect b="b" l="l" r="r" t="t"/>
              <a:pathLst>
                <a:path extrusionOk="0" h="7724" w="1382">
                  <a:moveTo>
                    <a:pt x="1011" y="0"/>
                  </a:moveTo>
                  <a:cubicBezTo>
                    <a:pt x="974" y="0"/>
                    <a:pt x="938" y="6"/>
                    <a:pt x="905" y="19"/>
                  </a:cubicBezTo>
                  <a:lnTo>
                    <a:pt x="0" y="471"/>
                  </a:lnTo>
                  <a:lnTo>
                    <a:pt x="0" y="7234"/>
                  </a:lnTo>
                  <a:lnTo>
                    <a:pt x="905" y="7687"/>
                  </a:lnTo>
                  <a:cubicBezTo>
                    <a:pt x="946" y="7712"/>
                    <a:pt x="990" y="7723"/>
                    <a:pt x="1035" y="7723"/>
                  </a:cubicBezTo>
                  <a:cubicBezTo>
                    <a:pt x="1204" y="7723"/>
                    <a:pt x="1382" y="7565"/>
                    <a:pt x="1382" y="7377"/>
                  </a:cubicBezTo>
                  <a:lnTo>
                    <a:pt x="1382" y="352"/>
                  </a:lnTo>
                  <a:cubicBezTo>
                    <a:pt x="1382" y="136"/>
                    <a:pt x="1186" y="0"/>
                    <a:pt x="101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94"/>
            <p:cNvSpPr/>
            <p:nvPr/>
          </p:nvSpPr>
          <p:spPr>
            <a:xfrm>
              <a:off x="4241818" y="4146436"/>
              <a:ext cx="29205" cy="246791"/>
            </a:xfrm>
            <a:custGeom>
              <a:rect b="b" l="l" r="r" t="t"/>
              <a:pathLst>
                <a:path extrusionOk="0" h="7656" w="906">
                  <a:moveTo>
                    <a:pt x="582" y="1"/>
                  </a:moveTo>
                  <a:cubicBezTo>
                    <a:pt x="529" y="1"/>
                    <a:pt x="476" y="14"/>
                    <a:pt x="429" y="43"/>
                  </a:cubicBezTo>
                  <a:lnTo>
                    <a:pt x="1" y="234"/>
                  </a:lnTo>
                  <a:lnTo>
                    <a:pt x="1" y="7426"/>
                  </a:lnTo>
                  <a:lnTo>
                    <a:pt x="429" y="7616"/>
                  </a:lnTo>
                  <a:cubicBezTo>
                    <a:pt x="473" y="7643"/>
                    <a:pt x="521" y="7656"/>
                    <a:pt x="570" y="7656"/>
                  </a:cubicBezTo>
                  <a:cubicBezTo>
                    <a:pt x="735" y="7656"/>
                    <a:pt x="906" y="7514"/>
                    <a:pt x="906" y="7331"/>
                  </a:cubicBezTo>
                  <a:lnTo>
                    <a:pt x="906" y="305"/>
                  </a:lnTo>
                  <a:cubicBezTo>
                    <a:pt x="906" y="126"/>
                    <a:pt x="743" y="1"/>
                    <a:pt x="58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94"/>
            <p:cNvSpPr/>
            <p:nvPr/>
          </p:nvSpPr>
          <p:spPr>
            <a:xfrm>
              <a:off x="4008469" y="4217675"/>
              <a:ext cx="32267" cy="102894"/>
            </a:xfrm>
            <a:custGeom>
              <a:rect b="b" l="l" r="r" t="t"/>
              <a:pathLst>
                <a:path extrusionOk="0" h="3192" w="1001">
                  <a:moveTo>
                    <a:pt x="786" y="0"/>
                  </a:moveTo>
                  <a:cubicBezTo>
                    <a:pt x="357" y="0"/>
                    <a:pt x="0" y="358"/>
                    <a:pt x="0" y="763"/>
                  </a:cubicBezTo>
                  <a:lnTo>
                    <a:pt x="0" y="2406"/>
                  </a:lnTo>
                  <a:cubicBezTo>
                    <a:pt x="0" y="2834"/>
                    <a:pt x="333" y="3144"/>
                    <a:pt x="1000" y="3192"/>
                  </a:cubicBezTo>
                  <a:lnTo>
                    <a:pt x="1000" y="24"/>
                  </a:lnTo>
                  <a:lnTo>
                    <a:pt x="786" y="24"/>
                  </a:lnTo>
                  <a:lnTo>
                    <a:pt x="7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94"/>
            <p:cNvSpPr/>
            <p:nvPr/>
          </p:nvSpPr>
          <p:spPr>
            <a:xfrm>
              <a:off x="4062204" y="4218449"/>
              <a:ext cx="45322" cy="102120"/>
            </a:xfrm>
            <a:custGeom>
              <a:rect b="b" l="l" r="r" t="t"/>
              <a:pathLst>
                <a:path extrusionOk="0" h="3168" w="1406">
                  <a:moveTo>
                    <a:pt x="0" y="0"/>
                  </a:moveTo>
                  <a:lnTo>
                    <a:pt x="0" y="3168"/>
                  </a:lnTo>
                  <a:lnTo>
                    <a:pt x="1405" y="3168"/>
                  </a:lnTo>
                  <a:lnTo>
                    <a:pt x="1405"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94"/>
            <p:cNvSpPr/>
            <p:nvPr/>
          </p:nvSpPr>
          <p:spPr>
            <a:xfrm>
              <a:off x="4003085" y="4141085"/>
              <a:ext cx="302493" cy="354521"/>
            </a:xfrm>
            <a:custGeom>
              <a:rect b="b" l="l" r="r" t="t"/>
              <a:pathLst>
                <a:path extrusionOk="0" h="10998" w="9384">
                  <a:moveTo>
                    <a:pt x="8455" y="3424"/>
                  </a:moveTo>
                  <a:cubicBezTo>
                    <a:pt x="8740" y="3424"/>
                    <a:pt x="9026" y="3662"/>
                    <a:pt x="9026" y="3972"/>
                  </a:cubicBezTo>
                  <a:cubicBezTo>
                    <a:pt x="9026" y="4305"/>
                    <a:pt x="8788" y="4544"/>
                    <a:pt x="8455" y="4544"/>
                  </a:cubicBezTo>
                  <a:lnTo>
                    <a:pt x="8431" y="3424"/>
                  </a:lnTo>
                  <a:close/>
                  <a:moveTo>
                    <a:pt x="977" y="2591"/>
                  </a:moveTo>
                  <a:lnTo>
                    <a:pt x="977" y="5377"/>
                  </a:lnTo>
                  <a:cubicBezTo>
                    <a:pt x="572" y="5329"/>
                    <a:pt x="334" y="5091"/>
                    <a:pt x="334" y="4782"/>
                  </a:cubicBezTo>
                  <a:lnTo>
                    <a:pt x="334" y="3186"/>
                  </a:lnTo>
                  <a:cubicBezTo>
                    <a:pt x="334" y="2829"/>
                    <a:pt x="620" y="2591"/>
                    <a:pt x="977" y="2591"/>
                  </a:cubicBezTo>
                  <a:close/>
                  <a:moveTo>
                    <a:pt x="1691" y="2543"/>
                  </a:moveTo>
                  <a:lnTo>
                    <a:pt x="1691" y="5377"/>
                  </a:lnTo>
                  <a:lnTo>
                    <a:pt x="1310" y="5377"/>
                  </a:lnTo>
                  <a:lnTo>
                    <a:pt x="1310" y="2543"/>
                  </a:lnTo>
                  <a:close/>
                  <a:moveTo>
                    <a:pt x="3072" y="2543"/>
                  </a:moveTo>
                  <a:lnTo>
                    <a:pt x="3072" y="5377"/>
                  </a:lnTo>
                  <a:lnTo>
                    <a:pt x="2025" y="5377"/>
                  </a:lnTo>
                  <a:lnTo>
                    <a:pt x="2025" y="2543"/>
                  </a:lnTo>
                  <a:close/>
                  <a:moveTo>
                    <a:pt x="6764" y="852"/>
                  </a:moveTo>
                  <a:lnTo>
                    <a:pt x="6764" y="7116"/>
                  </a:lnTo>
                  <a:lnTo>
                    <a:pt x="3382" y="5425"/>
                  </a:lnTo>
                  <a:lnTo>
                    <a:pt x="3382" y="2519"/>
                  </a:lnTo>
                  <a:lnTo>
                    <a:pt x="6764" y="852"/>
                  </a:lnTo>
                  <a:close/>
                  <a:moveTo>
                    <a:pt x="7911" y="1"/>
                  </a:moveTo>
                  <a:cubicBezTo>
                    <a:pt x="7845" y="1"/>
                    <a:pt x="7779" y="14"/>
                    <a:pt x="7716" y="43"/>
                  </a:cubicBezTo>
                  <a:lnTo>
                    <a:pt x="3263" y="2257"/>
                  </a:lnTo>
                  <a:lnTo>
                    <a:pt x="929" y="2257"/>
                  </a:lnTo>
                  <a:cubicBezTo>
                    <a:pt x="405" y="2257"/>
                    <a:pt x="0" y="2662"/>
                    <a:pt x="0" y="3186"/>
                  </a:cubicBezTo>
                  <a:lnTo>
                    <a:pt x="0" y="4806"/>
                  </a:lnTo>
                  <a:cubicBezTo>
                    <a:pt x="0" y="5091"/>
                    <a:pt x="119" y="5329"/>
                    <a:pt x="334" y="5472"/>
                  </a:cubicBezTo>
                  <a:cubicBezTo>
                    <a:pt x="524" y="5615"/>
                    <a:pt x="810" y="5734"/>
                    <a:pt x="1120" y="5734"/>
                  </a:cubicBezTo>
                  <a:lnTo>
                    <a:pt x="1691" y="5734"/>
                  </a:lnTo>
                  <a:lnTo>
                    <a:pt x="1096" y="7544"/>
                  </a:lnTo>
                  <a:cubicBezTo>
                    <a:pt x="1067" y="7674"/>
                    <a:pt x="1161" y="7760"/>
                    <a:pt x="1255" y="7760"/>
                  </a:cubicBezTo>
                  <a:cubicBezTo>
                    <a:pt x="1316" y="7760"/>
                    <a:pt x="1377" y="7724"/>
                    <a:pt x="1405" y="7639"/>
                  </a:cubicBezTo>
                  <a:lnTo>
                    <a:pt x="2025" y="5710"/>
                  </a:lnTo>
                  <a:lnTo>
                    <a:pt x="3096" y="5710"/>
                  </a:lnTo>
                  <a:lnTo>
                    <a:pt x="3096" y="10021"/>
                  </a:lnTo>
                  <a:cubicBezTo>
                    <a:pt x="3096" y="10378"/>
                    <a:pt x="2787" y="10688"/>
                    <a:pt x="2406" y="10688"/>
                  </a:cubicBezTo>
                  <a:cubicBezTo>
                    <a:pt x="2239" y="10688"/>
                    <a:pt x="2072" y="10616"/>
                    <a:pt x="1953" y="10497"/>
                  </a:cubicBezTo>
                  <a:lnTo>
                    <a:pt x="1096" y="9711"/>
                  </a:lnTo>
                  <a:cubicBezTo>
                    <a:pt x="929" y="9545"/>
                    <a:pt x="834" y="9306"/>
                    <a:pt x="882" y="9068"/>
                  </a:cubicBezTo>
                  <a:lnTo>
                    <a:pt x="1072" y="8521"/>
                  </a:lnTo>
                  <a:cubicBezTo>
                    <a:pt x="1101" y="8407"/>
                    <a:pt x="1010" y="8327"/>
                    <a:pt x="917" y="8327"/>
                  </a:cubicBezTo>
                  <a:cubicBezTo>
                    <a:pt x="855" y="8327"/>
                    <a:pt x="791" y="8363"/>
                    <a:pt x="762" y="8449"/>
                  </a:cubicBezTo>
                  <a:lnTo>
                    <a:pt x="596" y="8973"/>
                  </a:lnTo>
                  <a:cubicBezTo>
                    <a:pt x="500" y="9330"/>
                    <a:pt x="596" y="9711"/>
                    <a:pt x="882" y="9949"/>
                  </a:cubicBezTo>
                  <a:lnTo>
                    <a:pt x="1763" y="10735"/>
                  </a:lnTo>
                  <a:cubicBezTo>
                    <a:pt x="1929" y="10926"/>
                    <a:pt x="2168" y="10997"/>
                    <a:pt x="2406" y="10997"/>
                  </a:cubicBezTo>
                  <a:cubicBezTo>
                    <a:pt x="2953" y="10997"/>
                    <a:pt x="3430" y="10545"/>
                    <a:pt x="3430" y="10021"/>
                  </a:cubicBezTo>
                  <a:lnTo>
                    <a:pt x="3430" y="5806"/>
                  </a:lnTo>
                  <a:lnTo>
                    <a:pt x="7740" y="7949"/>
                  </a:lnTo>
                  <a:cubicBezTo>
                    <a:pt x="7807" y="7978"/>
                    <a:pt x="7876" y="7991"/>
                    <a:pt x="7944" y="7991"/>
                  </a:cubicBezTo>
                  <a:cubicBezTo>
                    <a:pt x="8212" y="7991"/>
                    <a:pt x="8455" y="7782"/>
                    <a:pt x="8455" y="7497"/>
                  </a:cubicBezTo>
                  <a:lnTo>
                    <a:pt x="8455" y="4877"/>
                  </a:lnTo>
                  <a:lnTo>
                    <a:pt x="8478" y="4877"/>
                  </a:lnTo>
                  <a:cubicBezTo>
                    <a:pt x="8955" y="4877"/>
                    <a:pt x="9383" y="4496"/>
                    <a:pt x="9383" y="3972"/>
                  </a:cubicBezTo>
                  <a:cubicBezTo>
                    <a:pt x="9336" y="3496"/>
                    <a:pt x="8931" y="3115"/>
                    <a:pt x="8455" y="3115"/>
                  </a:cubicBezTo>
                  <a:lnTo>
                    <a:pt x="8431" y="1924"/>
                  </a:lnTo>
                  <a:cubicBezTo>
                    <a:pt x="8431" y="1817"/>
                    <a:pt x="8347" y="1763"/>
                    <a:pt x="8264" y="1763"/>
                  </a:cubicBezTo>
                  <a:cubicBezTo>
                    <a:pt x="8181" y="1763"/>
                    <a:pt x="8097" y="1817"/>
                    <a:pt x="8097" y="1924"/>
                  </a:cubicBezTo>
                  <a:lnTo>
                    <a:pt x="8097" y="7520"/>
                  </a:lnTo>
                  <a:cubicBezTo>
                    <a:pt x="8097" y="7611"/>
                    <a:pt x="8028" y="7688"/>
                    <a:pt x="7943" y="7688"/>
                  </a:cubicBezTo>
                  <a:cubicBezTo>
                    <a:pt x="7916" y="7688"/>
                    <a:pt x="7888" y="7680"/>
                    <a:pt x="7859" y="7663"/>
                  </a:cubicBezTo>
                  <a:lnTo>
                    <a:pt x="7049" y="7282"/>
                  </a:lnTo>
                  <a:lnTo>
                    <a:pt x="7049" y="733"/>
                  </a:lnTo>
                  <a:lnTo>
                    <a:pt x="7859" y="352"/>
                  </a:lnTo>
                  <a:cubicBezTo>
                    <a:pt x="7888" y="335"/>
                    <a:pt x="7916" y="328"/>
                    <a:pt x="7943" y="328"/>
                  </a:cubicBezTo>
                  <a:cubicBezTo>
                    <a:pt x="8028" y="328"/>
                    <a:pt x="8097" y="404"/>
                    <a:pt x="8097" y="495"/>
                  </a:cubicBezTo>
                  <a:lnTo>
                    <a:pt x="8097" y="1043"/>
                  </a:lnTo>
                  <a:cubicBezTo>
                    <a:pt x="8097" y="1138"/>
                    <a:pt x="8181" y="1186"/>
                    <a:pt x="8264" y="1186"/>
                  </a:cubicBezTo>
                  <a:cubicBezTo>
                    <a:pt x="8347" y="1186"/>
                    <a:pt x="8431" y="1138"/>
                    <a:pt x="8431" y="1043"/>
                  </a:cubicBezTo>
                  <a:lnTo>
                    <a:pt x="8431" y="495"/>
                  </a:lnTo>
                  <a:cubicBezTo>
                    <a:pt x="8431" y="210"/>
                    <a:pt x="8173" y="1"/>
                    <a:pt x="7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94"/>
            <p:cNvSpPr/>
            <p:nvPr/>
          </p:nvSpPr>
          <p:spPr>
            <a:xfrm>
              <a:off x="4317828" y="4264513"/>
              <a:ext cx="42260" cy="10766"/>
            </a:xfrm>
            <a:custGeom>
              <a:rect b="b" l="l" r="r" t="t"/>
              <a:pathLst>
                <a:path extrusionOk="0" h="334" w="1311">
                  <a:moveTo>
                    <a:pt x="215" y="0"/>
                  </a:moveTo>
                  <a:cubicBezTo>
                    <a:pt x="0" y="0"/>
                    <a:pt x="0" y="334"/>
                    <a:pt x="215" y="334"/>
                  </a:cubicBezTo>
                  <a:lnTo>
                    <a:pt x="1096" y="334"/>
                  </a:lnTo>
                  <a:cubicBezTo>
                    <a:pt x="1310" y="334"/>
                    <a:pt x="1310" y="0"/>
                    <a:pt x="10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4"/>
            <p:cNvSpPr/>
            <p:nvPr/>
          </p:nvSpPr>
          <p:spPr>
            <a:xfrm>
              <a:off x="4301710" y="4207392"/>
              <a:ext cx="38843" cy="32590"/>
            </a:xfrm>
            <a:custGeom>
              <a:rect b="b" l="l" r="r" t="t"/>
              <a:pathLst>
                <a:path extrusionOk="0" h="1011" w="1205">
                  <a:moveTo>
                    <a:pt x="991" y="1"/>
                  </a:moveTo>
                  <a:cubicBezTo>
                    <a:pt x="954" y="1"/>
                    <a:pt x="916" y="18"/>
                    <a:pt x="881" y="58"/>
                  </a:cubicBezTo>
                  <a:lnTo>
                    <a:pt x="119" y="724"/>
                  </a:lnTo>
                  <a:cubicBezTo>
                    <a:pt x="0" y="820"/>
                    <a:pt x="48" y="1010"/>
                    <a:pt x="191" y="1010"/>
                  </a:cubicBezTo>
                  <a:cubicBezTo>
                    <a:pt x="238" y="1010"/>
                    <a:pt x="286" y="1010"/>
                    <a:pt x="310" y="962"/>
                  </a:cubicBezTo>
                  <a:lnTo>
                    <a:pt x="1096" y="296"/>
                  </a:lnTo>
                  <a:cubicBezTo>
                    <a:pt x="1204" y="169"/>
                    <a:pt x="1106" y="1"/>
                    <a:pt x="9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4"/>
            <p:cNvSpPr/>
            <p:nvPr/>
          </p:nvSpPr>
          <p:spPr>
            <a:xfrm>
              <a:off x="4300357" y="4298488"/>
              <a:ext cx="39520" cy="32719"/>
            </a:xfrm>
            <a:custGeom>
              <a:rect b="b" l="l" r="r" t="t"/>
              <a:pathLst>
                <a:path extrusionOk="0" h="1015" w="1226">
                  <a:moveTo>
                    <a:pt x="235" y="0"/>
                  </a:moveTo>
                  <a:cubicBezTo>
                    <a:pt x="112" y="0"/>
                    <a:pt x="0" y="185"/>
                    <a:pt x="114" y="280"/>
                  </a:cubicBezTo>
                  <a:lnTo>
                    <a:pt x="900" y="970"/>
                  </a:lnTo>
                  <a:cubicBezTo>
                    <a:pt x="931" y="1001"/>
                    <a:pt x="965" y="1014"/>
                    <a:pt x="998" y="1014"/>
                  </a:cubicBezTo>
                  <a:cubicBezTo>
                    <a:pt x="1119" y="1014"/>
                    <a:pt x="1226" y="844"/>
                    <a:pt x="1114" y="732"/>
                  </a:cubicBezTo>
                  <a:lnTo>
                    <a:pt x="328" y="42"/>
                  </a:lnTo>
                  <a:cubicBezTo>
                    <a:pt x="299" y="12"/>
                    <a:pt x="26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8" name="Google Shape;19478;p94"/>
          <p:cNvGrpSpPr/>
          <p:nvPr/>
        </p:nvGrpSpPr>
        <p:grpSpPr>
          <a:xfrm>
            <a:off x="4770730" y="3987944"/>
            <a:ext cx="304041" cy="355262"/>
            <a:chOff x="4770730" y="4140344"/>
            <a:chExt cx="304041" cy="355262"/>
          </a:xfrm>
        </p:grpSpPr>
        <p:sp>
          <p:nvSpPr>
            <p:cNvPr id="19479" name="Google Shape;19479;p94"/>
            <p:cNvSpPr/>
            <p:nvPr/>
          </p:nvSpPr>
          <p:spPr>
            <a:xfrm>
              <a:off x="4775339" y="4210777"/>
              <a:ext cx="293274" cy="279445"/>
            </a:xfrm>
            <a:custGeom>
              <a:rect b="b" l="l" r="r" t="t"/>
              <a:pathLst>
                <a:path extrusionOk="0" h="8669" w="9098">
                  <a:moveTo>
                    <a:pt x="382" y="0"/>
                  </a:moveTo>
                  <a:cubicBezTo>
                    <a:pt x="167" y="0"/>
                    <a:pt x="1" y="191"/>
                    <a:pt x="1" y="381"/>
                  </a:cubicBezTo>
                  <a:lnTo>
                    <a:pt x="1" y="4120"/>
                  </a:lnTo>
                  <a:cubicBezTo>
                    <a:pt x="1" y="6597"/>
                    <a:pt x="2049" y="8669"/>
                    <a:pt x="4549" y="8669"/>
                  </a:cubicBezTo>
                  <a:cubicBezTo>
                    <a:pt x="7074" y="8669"/>
                    <a:pt x="9098" y="6644"/>
                    <a:pt x="9098" y="4120"/>
                  </a:cubicBezTo>
                  <a:lnTo>
                    <a:pt x="9098" y="381"/>
                  </a:lnTo>
                  <a:cubicBezTo>
                    <a:pt x="9098" y="191"/>
                    <a:pt x="8931" y="0"/>
                    <a:pt x="8717" y="0"/>
                  </a:cubicBezTo>
                  <a:lnTo>
                    <a:pt x="6931" y="0"/>
                  </a:lnTo>
                  <a:cubicBezTo>
                    <a:pt x="6716" y="72"/>
                    <a:pt x="6574" y="214"/>
                    <a:pt x="6574" y="429"/>
                  </a:cubicBezTo>
                  <a:lnTo>
                    <a:pt x="6574" y="4120"/>
                  </a:lnTo>
                  <a:cubicBezTo>
                    <a:pt x="6574" y="5215"/>
                    <a:pt x="5692" y="6144"/>
                    <a:pt x="4573" y="6144"/>
                  </a:cubicBezTo>
                  <a:cubicBezTo>
                    <a:pt x="3454" y="6144"/>
                    <a:pt x="2549" y="5239"/>
                    <a:pt x="2549" y="4120"/>
                  </a:cubicBezTo>
                  <a:lnTo>
                    <a:pt x="2549" y="381"/>
                  </a:lnTo>
                  <a:cubicBezTo>
                    <a:pt x="2549" y="191"/>
                    <a:pt x="2382" y="0"/>
                    <a:pt x="2168"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94"/>
            <p:cNvSpPr/>
            <p:nvPr/>
          </p:nvSpPr>
          <p:spPr>
            <a:xfrm>
              <a:off x="4814505" y="4211518"/>
              <a:ext cx="92160" cy="198116"/>
            </a:xfrm>
            <a:custGeom>
              <a:rect b="b" l="l" r="r" t="t"/>
              <a:pathLst>
                <a:path extrusionOk="0" h="6146" w="2859">
                  <a:moveTo>
                    <a:pt x="0" y="1"/>
                  </a:moveTo>
                  <a:cubicBezTo>
                    <a:pt x="215" y="49"/>
                    <a:pt x="405" y="191"/>
                    <a:pt x="405" y="406"/>
                  </a:cubicBezTo>
                  <a:lnTo>
                    <a:pt x="405" y="4121"/>
                  </a:lnTo>
                  <a:cubicBezTo>
                    <a:pt x="405" y="5216"/>
                    <a:pt x="1286" y="6145"/>
                    <a:pt x="2429" y="6145"/>
                  </a:cubicBezTo>
                  <a:cubicBezTo>
                    <a:pt x="2572" y="6145"/>
                    <a:pt x="2715" y="6121"/>
                    <a:pt x="2858" y="6074"/>
                  </a:cubicBezTo>
                  <a:cubicBezTo>
                    <a:pt x="2001" y="5883"/>
                    <a:pt x="1334" y="5073"/>
                    <a:pt x="1334" y="4121"/>
                  </a:cubicBezTo>
                  <a:lnTo>
                    <a:pt x="1334" y="406"/>
                  </a:lnTo>
                  <a:cubicBezTo>
                    <a:pt x="1334" y="191"/>
                    <a:pt x="1167" y="1"/>
                    <a:pt x="95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94"/>
            <p:cNvSpPr/>
            <p:nvPr/>
          </p:nvSpPr>
          <p:spPr>
            <a:xfrm>
              <a:off x="4907374" y="4213066"/>
              <a:ext cx="161239" cy="278704"/>
            </a:xfrm>
            <a:custGeom>
              <a:rect b="b" l="l" r="r" t="t"/>
              <a:pathLst>
                <a:path extrusionOk="0" h="8646" w="5002">
                  <a:moveTo>
                    <a:pt x="3668" y="1"/>
                  </a:moveTo>
                  <a:cubicBezTo>
                    <a:pt x="3883" y="1"/>
                    <a:pt x="4049" y="167"/>
                    <a:pt x="4049" y="382"/>
                  </a:cubicBezTo>
                  <a:lnTo>
                    <a:pt x="4049" y="4097"/>
                  </a:lnTo>
                  <a:cubicBezTo>
                    <a:pt x="4049" y="6454"/>
                    <a:pt x="2263" y="8383"/>
                    <a:pt x="1" y="8621"/>
                  </a:cubicBezTo>
                  <a:cubicBezTo>
                    <a:pt x="168" y="8645"/>
                    <a:pt x="334" y="8645"/>
                    <a:pt x="477" y="8645"/>
                  </a:cubicBezTo>
                  <a:cubicBezTo>
                    <a:pt x="2978" y="8645"/>
                    <a:pt x="5002" y="6621"/>
                    <a:pt x="5002" y="4097"/>
                  </a:cubicBezTo>
                  <a:lnTo>
                    <a:pt x="5002" y="382"/>
                  </a:lnTo>
                  <a:cubicBezTo>
                    <a:pt x="5002" y="143"/>
                    <a:pt x="4835" y="1"/>
                    <a:pt x="462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94"/>
            <p:cNvSpPr/>
            <p:nvPr/>
          </p:nvSpPr>
          <p:spPr>
            <a:xfrm>
              <a:off x="4774566" y="4211518"/>
              <a:ext cx="82199" cy="56089"/>
            </a:xfrm>
            <a:custGeom>
              <a:rect b="b" l="l" r="r" t="t"/>
              <a:pathLst>
                <a:path extrusionOk="0" h="1740" w="2550">
                  <a:moveTo>
                    <a:pt x="382" y="1"/>
                  </a:moveTo>
                  <a:cubicBezTo>
                    <a:pt x="168" y="1"/>
                    <a:pt x="1" y="191"/>
                    <a:pt x="1" y="406"/>
                  </a:cubicBezTo>
                  <a:lnTo>
                    <a:pt x="1" y="1739"/>
                  </a:lnTo>
                  <a:lnTo>
                    <a:pt x="2525" y="1739"/>
                  </a:lnTo>
                  <a:lnTo>
                    <a:pt x="2549" y="406"/>
                  </a:lnTo>
                  <a:cubicBezTo>
                    <a:pt x="2549" y="191"/>
                    <a:pt x="2382" y="1"/>
                    <a:pt x="2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94"/>
            <p:cNvSpPr/>
            <p:nvPr/>
          </p:nvSpPr>
          <p:spPr>
            <a:xfrm>
              <a:off x="4986446" y="4211518"/>
              <a:ext cx="82167" cy="56089"/>
            </a:xfrm>
            <a:custGeom>
              <a:rect b="b" l="l" r="r" t="t"/>
              <a:pathLst>
                <a:path extrusionOk="0" h="1740" w="2549">
                  <a:moveTo>
                    <a:pt x="382" y="1"/>
                  </a:moveTo>
                  <a:cubicBezTo>
                    <a:pt x="167" y="1"/>
                    <a:pt x="1" y="191"/>
                    <a:pt x="1" y="406"/>
                  </a:cubicBezTo>
                  <a:lnTo>
                    <a:pt x="1" y="1739"/>
                  </a:lnTo>
                  <a:lnTo>
                    <a:pt x="2525" y="1739"/>
                  </a:lnTo>
                  <a:lnTo>
                    <a:pt x="2549" y="406"/>
                  </a:lnTo>
                  <a:cubicBezTo>
                    <a:pt x="2549" y="191"/>
                    <a:pt x="2382" y="1"/>
                    <a:pt x="2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94"/>
            <p:cNvSpPr/>
            <p:nvPr/>
          </p:nvSpPr>
          <p:spPr>
            <a:xfrm>
              <a:off x="5025612" y="4213066"/>
              <a:ext cx="43001" cy="55315"/>
            </a:xfrm>
            <a:custGeom>
              <a:rect b="b" l="l" r="r" t="t"/>
              <a:pathLst>
                <a:path extrusionOk="0" h="1716" w="1334">
                  <a:moveTo>
                    <a:pt x="0" y="1"/>
                  </a:moveTo>
                  <a:cubicBezTo>
                    <a:pt x="215" y="1"/>
                    <a:pt x="381" y="167"/>
                    <a:pt x="381" y="382"/>
                  </a:cubicBezTo>
                  <a:lnTo>
                    <a:pt x="381" y="1715"/>
                  </a:lnTo>
                  <a:lnTo>
                    <a:pt x="1334" y="1715"/>
                  </a:lnTo>
                  <a:lnTo>
                    <a:pt x="1334" y="382"/>
                  </a:lnTo>
                  <a:cubicBezTo>
                    <a:pt x="1334" y="143"/>
                    <a:pt x="1167" y="1"/>
                    <a:pt x="953" y="1"/>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94"/>
            <p:cNvSpPr/>
            <p:nvPr/>
          </p:nvSpPr>
          <p:spPr>
            <a:xfrm>
              <a:off x="4770730" y="4206941"/>
              <a:ext cx="304041" cy="288664"/>
            </a:xfrm>
            <a:custGeom>
              <a:rect b="b" l="l" r="r" t="t"/>
              <a:pathLst>
                <a:path extrusionOk="0" h="8955" w="9432">
                  <a:moveTo>
                    <a:pt x="8860" y="333"/>
                  </a:moveTo>
                  <a:cubicBezTo>
                    <a:pt x="8979" y="333"/>
                    <a:pt x="9074" y="429"/>
                    <a:pt x="9074" y="548"/>
                  </a:cubicBezTo>
                  <a:lnTo>
                    <a:pt x="9074" y="1739"/>
                  </a:lnTo>
                  <a:lnTo>
                    <a:pt x="6859" y="1739"/>
                  </a:lnTo>
                  <a:lnTo>
                    <a:pt x="6859" y="548"/>
                  </a:lnTo>
                  <a:cubicBezTo>
                    <a:pt x="6859" y="429"/>
                    <a:pt x="6955" y="333"/>
                    <a:pt x="7074" y="333"/>
                  </a:cubicBezTo>
                  <a:close/>
                  <a:moveTo>
                    <a:pt x="525" y="0"/>
                  </a:moveTo>
                  <a:cubicBezTo>
                    <a:pt x="239" y="0"/>
                    <a:pt x="1" y="238"/>
                    <a:pt x="1" y="548"/>
                  </a:cubicBezTo>
                  <a:lnTo>
                    <a:pt x="1" y="4263"/>
                  </a:lnTo>
                  <a:cubicBezTo>
                    <a:pt x="1" y="5501"/>
                    <a:pt x="477" y="6692"/>
                    <a:pt x="1358" y="7597"/>
                  </a:cubicBezTo>
                  <a:cubicBezTo>
                    <a:pt x="2263" y="8478"/>
                    <a:pt x="3454" y="8954"/>
                    <a:pt x="4692" y="8954"/>
                  </a:cubicBezTo>
                  <a:cubicBezTo>
                    <a:pt x="5216" y="8954"/>
                    <a:pt x="5716" y="8883"/>
                    <a:pt x="6169" y="8716"/>
                  </a:cubicBezTo>
                  <a:cubicBezTo>
                    <a:pt x="6340" y="8673"/>
                    <a:pt x="6261" y="8420"/>
                    <a:pt x="6123" y="8420"/>
                  </a:cubicBezTo>
                  <a:cubicBezTo>
                    <a:pt x="6107" y="8420"/>
                    <a:pt x="6091" y="8423"/>
                    <a:pt x="6074" y="8430"/>
                  </a:cubicBezTo>
                  <a:cubicBezTo>
                    <a:pt x="5621" y="8573"/>
                    <a:pt x="5169" y="8645"/>
                    <a:pt x="4692" y="8645"/>
                  </a:cubicBezTo>
                  <a:cubicBezTo>
                    <a:pt x="2287" y="8645"/>
                    <a:pt x="287" y="6668"/>
                    <a:pt x="287" y="4263"/>
                  </a:cubicBezTo>
                  <a:lnTo>
                    <a:pt x="287" y="2048"/>
                  </a:lnTo>
                  <a:lnTo>
                    <a:pt x="1430" y="2048"/>
                  </a:lnTo>
                  <a:cubicBezTo>
                    <a:pt x="1644" y="2048"/>
                    <a:pt x="1644" y="1739"/>
                    <a:pt x="1430" y="1739"/>
                  </a:cubicBezTo>
                  <a:lnTo>
                    <a:pt x="287" y="1739"/>
                  </a:lnTo>
                  <a:lnTo>
                    <a:pt x="287" y="548"/>
                  </a:lnTo>
                  <a:cubicBezTo>
                    <a:pt x="287" y="429"/>
                    <a:pt x="382" y="333"/>
                    <a:pt x="501" y="333"/>
                  </a:cubicBezTo>
                  <a:lnTo>
                    <a:pt x="2287" y="333"/>
                  </a:lnTo>
                  <a:cubicBezTo>
                    <a:pt x="2406" y="333"/>
                    <a:pt x="2501" y="429"/>
                    <a:pt x="2501" y="548"/>
                  </a:cubicBezTo>
                  <a:lnTo>
                    <a:pt x="2501" y="1739"/>
                  </a:lnTo>
                  <a:lnTo>
                    <a:pt x="2239" y="1739"/>
                  </a:lnTo>
                  <a:cubicBezTo>
                    <a:pt x="2025" y="1739"/>
                    <a:pt x="2025" y="2048"/>
                    <a:pt x="2239" y="2048"/>
                  </a:cubicBezTo>
                  <a:lnTo>
                    <a:pt x="2501" y="2048"/>
                  </a:lnTo>
                  <a:lnTo>
                    <a:pt x="2501" y="4263"/>
                  </a:lnTo>
                  <a:cubicBezTo>
                    <a:pt x="2501" y="4858"/>
                    <a:pt x="2740" y="5382"/>
                    <a:pt x="3144" y="5811"/>
                  </a:cubicBezTo>
                  <a:cubicBezTo>
                    <a:pt x="3573" y="6216"/>
                    <a:pt x="4097" y="6430"/>
                    <a:pt x="4692" y="6430"/>
                  </a:cubicBezTo>
                  <a:cubicBezTo>
                    <a:pt x="5883" y="6430"/>
                    <a:pt x="6836" y="5454"/>
                    <a:pt x="6836" y="4239"/>
                  </a:cubicBezTo>
                  <a:lnTo>
                    <a:pt x="6836" y="2048"/>
                  </a:lnTo>
                  <a:lnTo>
                    <a:pt x="9074" y="2048"/>
                  </a:lnTo>
                  <a:lnTo>
                    <a:pt x="9074" y="4263"/>
                  </a:lnTo>
                  <a:cubicBezTo>
                    <a:pt x="9074" y="5858"/>
                    <a:pt x="8193" y="7359"/>
                    <a:pt x="6764" y="8121"/>
                  </a:cubicBezTo>
                  <a:cubicBezTo>
                    <a:pt x="6599" y="8204"/>
                    <a:pt x="6685" y="8448"/>
                    <a:pt x="6835" y="8448"/>
                  </a:cubicBezTo>
                  <a:cubicBezTo>
                    <a:pt x="6858" y="8448"/>
                    <a:pt x="6882" y="8443"/>
                    <a:pt x="6907" y="8430"/>
                  </a:cubicBezTo>
                  <a:cubicBezTo>
                    <a:pt x="8455" y="7597"/>
                    <a:pt x="9408" y="6025"/>
                    <a:pt x="9408" y="4263"/>
                  </a:cubicBezTo>
                  <a:lnTo>
                    <a:pt x="9408" y="548"/>
                  </a:lnTo>
                  <a:cubicBezTo>
                    <a:pt x="9431" y="238"/>
                    <a:pt x="9169" y="0"/>
                    <a:pt x="8860" y="0"/>
                  </a:cubicBezTo>
                  <a:lnTo>
                    <a:pt x="7074" y="0"/>
                  </a:lnTo>
                  <a:cubicBezTo>
                    <a:pt x="6788" y="0"/>
                    <a:pt x="6550" y="238"/>
                    <a:pt x="6550" y="548"/>
                  </a:cubicBezTo>
                  <a:lnTo>
                    <a:pt x="6550" y="4239"/>
                  </a:lnTo>
                  <a:cubicBezTo>
                    <a:pt x="6550" y="5239"/>
                    <a:pt x="5716" y="6097"/>
                    <a:pt x="4692" y="6097"/>
                  </a:cubicBezTo>
                  <a:cubicBezTo>
                    <a:pt x="4192" y="6097"/>
                    <a:pt x="3740" y="5930"/>
                    <a:pt x="3383" y="5573"/>
                  </a:cubicBezTo>
                  <a:cubicBezTo>
                    <a:pt x="3025" y="5215"/>
                    <a:pt x="2859" y="4763"/>
                    <a:pt x="2859" y="4263"/>
                  </a:cubicBezTo>
                  <a:lnTo>
                    <a:pt x="2859" y="548"/>
                  </a:lnTo>
                  <a:cubicBezTo>
                    <a:pt x="2859" y="238"/>
                    <a:pt x="2620" y="0"/>
                    <a:pt x="2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94"/>
            <p:cNvSpPr/>
            <p:nvPr/>
          </p:nvSpPr>
          <p:spPr>
            <a:xfrm>
              <a:off x="4915046" y="4428879"/>
              <a:ext cx="94997" cy="42163"/>
            </a:xfrm>
            <a:custGeom>
              <a:rect b="b" l="l" r="r" t="t"/>
              <a:pathLst>
                <a:path extrusionOk="0" h="1308" w="2947">
                  <a:moveTo>
                    <a:pt x="2740" y="1"/>
                  </a:moveTo>
                  <a:cubicBezTo>
                    <a:pt x="2709" y="1"/>
                    <a:pt x="2675" y="14"/>
                    <a:pt x="2644" y="45"/>
                  </a:cubicBezTo>
                  <a:cubicBezTo>
                    <a:pt x="1978" y="640"/>
                    <a:pt x="1120" y="974"/>
                    <a:pt x="215" y="974"/>
                  </a:cubicBezTo>
                  <a:cubicBezTo>
                    <a:pt x="1" y="974"/>
                    <a:pt x="1" y="1307"/>
                    <a:pt x="215" y="1307"/>
                  </a:cubicBezTo>
                  <a:cubicBezTo>
                    <a:pt x="1192" y="1307"/>
                    <a:pt x="2120" y="950"/>
                    <a:pt x="2835" y="283"/>
                  </a:cubicBezTo>
                  <a:cubicBezTo>
                    <a:pt x="2947" y="171"/>
                    <a:pt x="2854" y="1"/>
                    <a:pt x="27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94"/>
            <p:cNvSpPr/>
            <p:nvPr/>
          </p:nvSpPr>
          <p:spPr>
            <a:xfrm>
              <a:off x="4786847" y="4161812"/>
              <a:ext cx="10799" cy="28367"/>
            </a:xfrm>
            <a:custGeom>
              <a:rect b="b" l="l" r="r" t="t"/>
              <a:pathLst>
                <a:path extrusionOk="0" h="880" w="335">
                  <a:moveTo>
                    <a:pt x="168" y="1"/>
                  </a:moveTo>
                  <a:cubicBezTo>
                    <a:pt x="84" y="1"/>
                    <a:pt x="1" y="55"/>
                    <a:pt x="1" y="162"/>
                  </a:cubicBezTo>
                  <a:lnTo>
                    <a:pt x="1" y="686"/>
                  </a:lnTo>
                  <a:cubicBezTo>
                    <a:pt x="1" y="792"/>
                    <a:pt x="77" y="880"/>
                    <a:pt x="162" y="880"/>
                  </a:cubicBezTo>
                  <a:cubicBezTo>
                    <a:pt x="172" y="880"/>
                    <a:pt x="182" y="879"/>
                    <a:pt x="191" y="876"/>
                  </a:cubicBezTo>
                  <a:cubicBezTo>
                    <a:pt x="263" y="876"/>
                    <a:pt x="334" y="781"/>
                    <a:pt x="334" y="686"/>
                  </a:cubicBezTo>
                  <a:lnTo>
                    <a:pt x="334" y="162"/>
                  </a:lnTo>
                  <a:cubicBezTo>
                    <a:pt x="334" y="55"/>
                    <a:pt x="251"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94"/>
            <p:cNvSpPr/>
            <p:nvPr/>
          </p:nvSpPr>
          <p:spPr>
            <a:xfrm>
              <a:off x="4810669" y="4140344"/>
              <a:ext cx="10766" cy="49835"/>
            </a:xfrm>
            <a:custGeom>
              <a:rect b="b" l="l" r="r" t="t"/>
              <a:pathLst>
                <a:path extrusionOk="0" h="1546" w="334">
                  <a:moveTo>
                    <a:pt x="167" y="0"/>
                  </a:moveTo>
                  <a:cubicBezTo>
                    <a:pt x="84" y="0"/>
                    <a:pt x="0" y="54"/>
                    <a:pt x="0" y="161"/>
                  </a:cubicBezTo>
                  <a:lnTo>
                    <a:pt x="0" y="1375"/>
                  </a:lnTo>
                  <a:cubicBezTo>
                    <a:pt x="0" y="1461"/>
                    <a:pt x="76" y="1546"/>
                    <a:pt x="161" y="1546"/>
                  </a:cubicBezTo>
                  <a:cubicBezTo>
                    <a:pt x="171" y="1546"/>
                    <a:pt x="181" y="1545"/>
                    <a:pt x="191" y="1542"/>
                  </a:cubicBezTo>
                  <a:cubicBezTo>
                    <a:pt x="286" y="1542"/>
                    <a:pt x="334" y="1447"/>
                    <a:pt x="334" y="1352"/>
                  </a:cubicBezTo>
                  <a:lnTo>
                    <a:pt x="334" y="161"/>
                  </a:lnTo>
                  <a:cubicBezTo>
                    <a:pt x="334" y="54"/>
                    <a:pt x="250" y="0"/>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94"/>
            <p:cNvSpPr/>
            <p:nvPr/>
          </p:nvSpPr>
          <p:spPr>
            <a:xfrm>
              <a:off x="4833846" y="4161812"/>
              <a:ext cx="11379" cy="28367"/>
            </a:xfrm>
            <a:custGeom>
              <a:rect b="b" l="l" r="r" t="t"/>
              <a:pathLst>
                <a:path extrusionOk="0" h="880" w="353">
                  <a:moveTo>
                    <a:pt x="198" y="1"/>
                  </a:moveTo>
                  <a:cubicBezTo>
                    <a:pt x="121" y="1"/>
                    <a:pt x="43" y="55"/>
                    <a:pt x="43" y="162"/>
                  </a:cubicBezTo>
                  <a:lnTo>
                    <a:pt x="43" y="686"/>
                  </a:lnTo>
                  <a:cubicBezTo>
                    <a:pt x="1" y="792"/>
                    <a:pt x="73" y="880"/>
                    <a:pt x="174" y="880"/>
                  </a:cubicBezTo>
                  <a:cubicBezTo>
                    <a:pt x="185" y="880"/>
                    <a:pt x="198" y="879"/>
                    <a:pt x="210" y="876"/>
                  </a:cubicBezTo>
                  <a:cubicBezTo>
                    <a:pt x="305" y="876"/>
                    <a:pt x="353" y="781"/>
                    <a:pt x="353" y="686"/>
                  </a:cubicBezTo>
                  <a:lnTo>
                    <a:pt x="353" y="162"/>
                  </a:lnTo>
                  <a:cubicBezTo>
                    <a:pt x="353" y="55"/>
                    <a:pt x="275"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94"/>
            <p:cNvSpPr/>
            <p:nvPr/>
          </p:nvSpPr>
          <p:spPr>
            <a:xfrm>
              <a:off x="4998728" y="4161812"/>
              <a:ext cx="10799" cy="28367"/>
            </a:xfrm>
            <a:custGeom>
              <a:rect b="b" l="l" r="r" t="t"/>
              <a:pathLst>
                <a:path extrusionOk="0" h="880" w="335">
                  <a:moveTo>
                    <a:pt x="167" y="1"/>
                  </a:moveTo>
                  <a:cubicBezTo>
                    <a:pt x="84" y="1"/>
                    <a:pt x="1" y="55"/>
                    <a:pt x="1" y="162"/>
                  </a:cubicBezTo>
                  <a:lnTo>
                    <a:pt x="1" y="686"/>
                  </a:lnTo>
                  <a:cubicBezTo>
                    <a:pt x="1" y="792"/>
                    <a:pt x="77" y="880"/>
                    <a:pt x="162" y="880"/>
                  </a:cubicBezTo>
                  <a:cubicBezTo>
                    <a:pt x="171" y="880"/>
                    <a:pt x="181" y="879"/>
                    <a:pt x="191" y="876"/>
                  </a:cubicBezTo>
                  <a:cubicBezTo>
                    <a:pt x="287" y="876"/>
                    <a:pt x="334" y="781"/>
                    <a:pt x="334" y="686"/>
                  </a:cubicBezTo>
                  <a:lnTo>
                    <a:pt x="334" y="162"/>
                  </a:lnTo>
                  <a:cubicBezTo>
                    <a:pt x="334" y="55"/>
                    <a:pt x="251"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94"/>
            <p:cNvSpPr/>
            <p:nvPr/>
          </p:nvSpPr>
          <p:spPr>
            <a:xfrm>
              <a:off x="5021776" y="4140344"/>
              <a:ext cx="10766" cy="49835"/>
            </a:xfrm>
            <a:custGeom>
              <a:rect b="b" l="l" r="r" t="t"/>
              <a:pathLst>
                <a:path extrusionOk="0" h="1546" w="334">
                  <a:moveTo>
                    <a:pt x="167" y="0"/>
                  </a:moveTo>
                  <a:cubicBezTo>
                    <a:pt x="84" y="0"/>
                    <a:pt x="0" y="54"/>
                    <a:pt x="0" y="161"/>
                  </a:cubicBezTo>
                  <a:lnTo>
                    <a:pt x="0" y="1375"/>
                  </a:lnTo>
                  <a:cubicBezTo>
                    <a:pt x="0" y="1461"/>
                    <a:pt x="76" y="1546"/>
                    <a:pt x="161" y="1546"/>
                  </a:cubicBezTo>
                  <a:cubicBezTo>
                    <a:pt x="171" y="1546"/>
                    <a:pt x="181" y="1545"/>
                    <a:pt x="191" y="1542"/>
                  </a:cubicBezTo>
                  <a:cubicBezTo>
                    <a:pt x="262" y="1542"/>
                    <a:pt x="334" y="1447"/>
                    <a:pt x="334" y="1352"/>
                  </a:cubicBezTo>
                  <a:lnTo>
                    <a:pt x="334" y="161"/>
                  </a:lnTo>
                  <a:cubicBezTo>
                    <a:pt x="334" y="54"/>
                    <a:pt x="250" y="0"/>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94"/>
            <p:cNvSpPr/>
            <p:nvPr/>
          </p:nvSpPr>
          <p:spPr>
            <a:xfrm>
              <a:off x="5046339" y="4161812"/>
              <a:ext cx="9993" cy="28367"/>
            </a:xfrm>
            <a:custGeom>
              <a:rect b="b" l="l" r="r" t="t"/>
              <a:pathLst>
                <a:path extrusionOk="0" h="880" w="310">
                  <a:moveTo>
                    <a:pt x="155" y="1"/>
                  </a:moveTo>
                  <a:cubicBezTo>
                    <a:pt x="78" y="1"/>
                    <a:pt x="0" y="55"/>
                    <a:pt x="0" y="162"/>
                  </a:cubicBezTo>
                  <a:lnTo>
                    <a:pt x="0" y="686"/>
                  </a:lnTo>
                  <a:cubicBezTo>
                    <a:pt x="0" y="792"/>
                    <a:pt x="58" y="880"/>
                    <a:pt x="138" y="880"/>
                  </a:cubicBezTo>
                  <a:cubicBezTo>
                    <a:pt x="147" y="880"/>
                    <a:pt x="157" y="879"/>
                    <a:pt x="167" y="876"/>
                  </a:cubicBezTo>
                  <a:cubicBezTo>
                    <a:pt x="262" y="876"/>
                    <a:pt x="310" y="781"/>
                    <a:pt x="310" y="686"/>
                  </a:cubicBezTo>
                  <a:lnTo>
                    <a:pt x="310" y="162"/>
                  </a:lnTo>
                  <a:cubicBezTo>
                    <a:pt x="310" y="55"/>
                    <a:pt x="232" y="1"/>
                    <a:pt x="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3" name="Google Shape;19493;p94"/>
          <p:cNvGrpSpPr/>
          <p:nvPr/>
        </p:nvGrpSpPr>
        <p:grpSpPr>
          <a:xfrm>
            <a:off x="5513069" y="3988524"/>
            <a:ext cx="358518" cy="357744"/>
            <a:chOff x="5513070" y="4140924"/>
            <a:chExt cx="358518" cy="357744"/>
          </a:xfrm>
        </p:grpSpPr>
        <p:sp>
          <p:nvSpPr>
            <p:cNvPr id="19494" name="Google Shape;19494;p94"/>
            <p:cNvSpPr/>
            <p:nvPr/>
          </p:nvSpPr>
          <p:spPr>
            <a:xfrm>
              <a:off x="5599040" y="4145501"/>
              <a:ext cx="157404" cy="154341"/>
            </a:xfrm>
            <a:custGeom>
              <a:rect b="b" l="l" r="r" t="t"/>
              <a:pathLst>
                <a:path extrusionOk="0" h="4788" w="4883">
                  <a:moveTo>
                    <a:pt x="2430" y="1"/>
                  </a:moveTo>
                  <a:cubicBezTo>
                    <a:pt x="1096" y="1"/>
                    <a:pt x="1" y="1096"/>
                    <a:pt x="1" y="2454"/>
                  </a:cubicBezTo>
                  <a:cubicBezTo>
                    <a:pt x="1" y="3573"/>
                    <a:pt x="739" y="4502"/>
                    <a:pt x="1739" y="4788"/>
                  </a:cubicBezTo>
                  <a:lnTo>
                    <a:pt x="3144" y="4764"/>
                  </a:lnTo>
                  <a:cubicBezTo>
                    <a:pt x="4121" y="4478"/>
                    <a:pt x="4883" y="3549"/>
                    <a:pt x="4883" y="2454"/>
                  </a:cubicBezTo>
                  <a:cubicBezTo>
                    <a:pt x="4883" y="1096"/>
                    <a:pt x="3763" y="1"/>
                    <a:pt x="243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94"/>
            <p:cNvSpPr/>
            <p:nvPr/>
          </p:nvSpPr>
          <p:spPr>
            <a:xfrm>
              <a:off x="5622088" y="4169323"/>
              <a:ext cx="110566" cy="109792"/>
            </a:xfrm>
            <a:custGeom>
              <a:rect b="b" l="l" r="r" t="t"/>
              <a:pathLst>
                <a:path extrusionOk="0" h="3406" w="3430">
                  <a:moveTo>
                    <a:pt x="1715" y="0"/>
                  </a:moveTo>
                  <a:cubicBezTo>
                    <a:pt x="762" y="0"/>
                    <a:pt x="0" y="786"/>
                    <a:pt x="0" y="1739"/>
                  </a:cubicBezTo>
                  <a:cubicBezTo>
                    <a:pt x="0" y="2548"/>
                    <a:pt x="524" y="3191"/>
                    <a:pt x="1238" y="3406"/>
                  </a:cubicBezTo>
                  <a:lnTo>
                    <a:pt x="2191" y="3406"/>
                  </a:lnTo>
                  <a:cubicBezTo>
                    <a:pt x="2905" y="3191"/>
                    <a:pt x="3429" y="2501"/>
                    <a:pt x="3429" y="1739"/>
                  </a:cubicBezTo>
                  <a:cubicBezTo>
                    <a:pt x="3429" y="786"/>
                    <a:pt x="2667" y="0"/>
                    <a:pt x="171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94"/>
            <p:cNvSpPr/>
            <p:nvPr/>
          </p:nvSpPr>
          <p:spPr>
            <a:xfrm>
              <a:off x="5519194" y="4325147"/>
              <a:ext cx="59151" cy="59151"/>
            </a:xfrm>
            <a:custGeom>
              <a:rect b="b" l="l" r="r" t="t"/>
              <a:pathLst>
                <a:path extrusionOk="0" h="1835" w="1835">
                  <a:moveTo>
                    <a:pt x="906" y="0"/>
                  </a:moveTo>
                  <a:cubicBezTo>
                    <a:pt x="406" y="0"/>
                    <a:pt x="1" y="405"/>
                    <a:pt x="1" y="905"/>
                  </a:cubicBezTo>
                  <a:cubicBezTo>
                    <a:pt x="1" y="1429"/>
                    <a:pt x="406" y="1834"/>
                    <a:pt x="906" y="1834"/>
                  </a:cubicBezTo>
                  <a:cubicBezTo>
                    <a:pt x="1430" y="1834"/>
                    <a:pt x="1835" y="1429"/>
                    <a:pt x="1835" y="905"/>
                  </a:cubicBezTo>
                  <a:cubicBezTo>
                    <a:pt x="1835" y="405"/>
                    <a:pt x="1430" y="0"/>
                    <a:pt x="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4"/>
            <p:cNvSpPr/>
            <p:nvPr/>
          </p:nvSpPr>
          <p:spPr>
            <a:xfrm>
              <a:off x="5827038" y="4206167"/>
              <a:ext cx="36877" cy="36103"/>
            </a:xfrm>
            <a:custGeom>
              <a:rect b="b" l="l" r="r" t="t"/>
              <a:pathLst>
                <a:path extrusionOk="0" h="1120" w="1144">
                  <a:moveTo>
                    <a:pt x="572" y="0"/>
                  </a:moveTo>
                  <a:cubicBezTo>
                    <a:pt x="263" y="0"/>
                    <a:pt x="1" y="238"/>
                    <a:pt x="1" y="572"/>
                  </a:cubicBezTo>
                  <a:cubicBezTo>
                    <a:pt x="1" y="881"/>
                    <a:pt x="263" y="1120"/>
                    <a:pt x="572" y="1120"/>
                  </a:cubicBezTo>
                  <a:cubicBezTo>
                    <a:pt x="882" y="1120"/>
                    <a:pt x="1144" y="881"/>
                    <a:pt x="1144" y="572"/>
                  </a:cubicBezTo>
                  <a:cubicBezTo>
                    <a:pt x="1144" y="238"/>
                    <a:pt x="882" y="0"/>
                    <a:pt x="57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94"/>
            <p:cNvSpPr/>
            <p:nvPr/>
          </p:nvSpPr>
          <p:spPr>
            <a:xfrm>
              <a:off x="5621315" y="4228410"/>
              <a:ext cx="195763" cy="262586"/>
            </a:xfrm>
            <a:custGeom>
              <a:rect b="b" l="l" r="r" t="t"/>
              <a:pathLst>
                <a:path extrusionOk="0" h="8146" w="6073">
                  <a:moveTo>
                    <a:pt x="1763" y="1"/>
                  </a:moveTo>
                  <a:cubicBezTo>
                    <a:pt x="1429" y="1"/>
                    <a:pt x="1143" y="263"/>
                    <a:pt x="1143" y="620"/>
                  </a:cubicBezTo>
                  <a:lnTo>
                    <a:pt x="1143" y="5431"/>
                  </a:lnTo>
                  <a:cubicBezTo>
                    <a:pt x="1024" y="5311"/>
                    <a:pt x="870" y="5252"/>
                    <a:pt x="715" y="5252"/>
                  </a:cubicBezTo>
                  <a:cubicBezTo>
                    <a:pt x="560" y="5252"/>
                    <a:pt x="405" y="5311"/>
                    <a:pt x="286" y="5431"/>
                  </a:cubicBezTo>
                  <a:cubicBezTo>
                    <a:pt x="167" y="5550"/>
                    <a:pt x="96" y="5692"/>
                    <a:pt x="96" y="5859"/>
                  </a:cubicBezTo>
                  <a:cubicBezTo>
                    <a:pt x="0" y="6931"/>
                    <a:pt x="953" y="7693"/>
                    <a:pt x="1382" y="8002"/>
                  </a:cubicBezTo>
                  <a:cubicBezTo>
                    <a:pt x="1501" y="8074"/>
                    <a:pt x="1620" y="8122"/>
                    <a:pt x="1763" y="8122"/>
                  </a:cubicBezTo>
                  <a:lnTo>
                    <a:pt x="5001" y="8145"/>
                  </a:lnTo>
                  <a:cubicBezTo>
                    <a:pt x="5216" y="8145"/>
                    <a:pt x="5430" y="8050"/>
                    <a:pt x="5549" y="7883"/>
                  </a:cubicBezTo>
                  <a:cubicBezTo>
                    <a:pt x="5882" y="7455"/>
                    <a:pt x="6049" y="6955"/>
                    <a:pt x="6049" y="6431"/>
                  </a:cubicBezTo>
                  <a:lnTo>
                    <a:pt x="6073" y="3573"/>
                  </a:lnTo>
                  <a:cubicBezTo>
                    <a:pt x="6073" y="3323"/>
                    <a:pt x="5933" y="3109"/>
                    <a:pt x="5728" y="3002"/>
                  </a:cubicBezTo>
                  <a:lnTo>
                    <a:pt x="5728" y="3002"/>
                  </a:lnTo>
                  <a:cubicBezTo>
                    <a:pt x="5644" y="2956"/>
                    <a:pt x="5551" y="2930"/>
                    <a:pt x="5454" y="2930"/>
                  </a:cubicBezTo>
                  <a:cubicBezTo>
                    <a:pt x="5450" y="2930"/>
                    <a:pt x="5446" y="2930"/>
                    <a:pt x="5442" y="2930"/>
                  </a:cubicBezTo>
                  <a:lnTo>
                    <a:pt x="5442" y="2930"/>
                  </a:lnTo>
                  <a:cubicBezTo>
                    <a:pt x="5438" y="2930"/>
                    <a:pt x="5434" y="2930"/>
                    <a:pt x="5430" y="2930"/>
                  </a:cubicBezTo>
                  <a:lnTo>
                    <a:pt x="5430" y="2930"/>
                  </a:lnTo>
                  <a:lnTo>
                    <a:pt x="5430" y="2930"/>
                  </a:lnTo>
                  <a:cubicBezTo>
                    <a:pt x="5108" y="2943"/>
                    <a:pt x="4858" y="3224"/>
                    <a:pt x="4858" y="3573"/>
                  </a:cubicBezTo>
                  <a:cubicBezTo>
                    <a:pt x="4858" y="3216"/>
                    <a:pt x="4573" y="2930"/>
                    <a:pt x="4239" y="2930"/>
                  </a:cubicBezTo>
                  <a:cubicBezTo>
                    <a:pt x="3906" y="2930"/>
                    <a:pt x="3620" y="3216"/>
                    <a:pt x="3620" y="3573"/>
                  </a:cubicBezTo>
                  <a:cubicBezTo>
                    <a:pt x="3620" y="3240"/>
                    <a:pt x="3334" y="2978"/>
                    <a:pt x="3025" y="2978"/>
                  </a:cubicBezTo>
                  <a:cubicBezTo>
                    <a:pt x="2691" y="2978"/>
                    <a:pt x="2382" y="3240"/>
                    <a:pt x="2382" y="3573"/>
                  </a:cubicBezTo>
                  <a:lnTo>
                    <a:pt x="2382" y="620"/>
                  </a:lnTo>
                  <a:cubicBezTo>
                    <a:pt x="2382" y="263"/>
                    <a:pt x="2120" y="1"/>
                    <a:pt x="1763"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94"/>
            <p:cNvSpPr/>
            <p:nvPr/>
          </p:nvSpPr>
          <p:spPr>
            <a:xfrm>
              <a:off x="5764857" y="4322794"/>
              <a:ext cx="51479" cy="167429"/>
            </a:xfrm>
            <a:custGeom>
              <a:rect b="b" l="l" r="r" t="t"/>
              <a:pathLst>
                <a:path extrusionOk="0" h="5194" w="1597">
                  <a:moveTo>
                    <a:pt x="1016" y="1"/>
                  </a:moveTo>
                  <a:cubicBezTo>
                    <a:pt x="1003" y="1"/>
                    <a:pt x="990" y="1"/>
                    <a:pt x="977" y="2"/>
                  </a:cubicBezTo>
                  <a:cubicBezTo>
                    <a:pt x="858" y="2"/>
                    <a:pt x="763" y="50"/>
                    <a:pt x="691" y="97"/>
                  </a:cubicBezTo>
                  <a:cubicBezTo>
                    <a:pt x="858" y="216"/>
                    <a:pt x="953" y="407"/>
                    <a:pt x="953" y="597"/>
                  </a:cubicBezTo>
                  <a:lnTo>
                    <a:pt x="953" y="3503"/>
                  </a:lnTo>
                  <a:cubicBezTo>
                    <a:pt x="953" y="4027"/>
                    <a:pt x="763" y="4527"/>
                    <a:pt x="429" y="4955"/>
                  </a:cubicBezTo>
                  <a:cubicBezTo>
                    <a:pt x="334" y="5098"/>
                    <a:pt x="167" y="5194"/>
                    <a:pt x="1" y="5194"/>
                  </a:cubicBezTo>
                  <a:lnTo>
                    <a:pt x="548" y="5194"/>
                  </a:lnTo>
                  <a:cubicBezTo>
                    <a:pt x="763" y="5194"/>
                    <a:pt x="977" y="5098"/>
                    <a:pt x="1096" y="4932"/>
                  </a:cubicBezTo>
                  <a:cubicBezTo>
                    <a:pt x="1429" y="4503"/>
                    <a:pt x="1596" y="4003"/>
                    <a:pt x="1596" y="3455"/>
                  </a:cubicBezTo>
                  <a:lnTo>
                    <a:pt x="1596" y="574"/>
                  </a:lnTo>
                  <a:cubicBezTo>
                    <a:pt x="1596" y="298"/>
                    <a:pt x="1353" y="1"/>
                    <a:pt x="1016"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94"/>
            <p:cNvSpPr/>
            <p:nvPr/>
          </p:nvSpPr>
          <p:spPr>
            <a:xfrm>
              <a:off x="5668120" y="4229957"/>
              <a:ext cx="29205" cy="148958"/>
            </a:xfrm>
            <a:custGeom>
              <a:rect b="b" l="l" r="r" t="t"/>
              <a:pathLst>
                <a:path extrusionOk="0" h="4621" w="906">
                  <a:moveTo>
                    <a:pt x="311" y="0"/>
                  </a:moveTo>
                  <a:cubicBezTo>
                    <a:pt x="192" y="0"/>
                    <a:pt x="72" y="24"/>
                    <a:pt x="1" y="96"/>
                  </a:cubicBezTo>
                  <a:cubicBezTo>
                    <a:pt x="144" y="215"/>
                    <a:pt x="263" y="382"/>
                    <a:pt x="263" y="596"/>
                  </a:cubicBezTo>
                  <a:lnTo>
                    <a:pt x="263" y="4620"/>
                  </a:lnTo>
                  <a:lnTo>
                    <a:pt x="906" y="4620"/>
                  </a:lnTo>
                  <a:lnTo>
                    <a:pt x="906" y="596"/>
                  </a:lnTo>
                  <a:cubicBezTo>
                    <a:pt x="906" y="262"/>
                    <a:pt x="644" y="0"/>
                    <a:pt x="311"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94"/>
            <p:cNvSpPr/>
            <p:nvPr/>
          </p:nvSpPr>
          <p:spPr>
            <a:xfrm>
              <a:off x="5707285" y="4322858"/>
              <a:ext cx="30752" cy="57604"/>
            </a:xfrm>
            <a:custGeom>
              <a:rect b="b" l="l" r="r" t="t"/>
              <a:pathLst>
                <a:path extrusionOk="0" h="1787" w="954">
                  <a:moveTo>
                    <a:pt x="334" y="0"/>
                  </a:moveTo>
                  <a:cubicBezTo>
                    <a:pt x="215" y="0"/>
                    <a:pt x="96" y="48"/>
                    <a:pt x="1" y="119"/>
                  </a:cubicBezTo>
                  <a:cubicBezTo>
                    <a:pt x="143" y="214"/>
                    <a:pt x="262" y="429"/>
                    <a:pt x="262" y="643"/>
                  </a:cubicBezTo>
                  <a:lnTo>
                    <a:pt x="262" y="1786"/>
                  </a:lnTo>
                  <a:lnTo>
                    <a:pt x="953" y="1786"/>
                  </a:lnTo>
                  <a:lnTo>
                    <a:pt x="953" y="643"/>
                  </a:lnTo>
                  <a:cubicBezTo>
                    <a:pt x="953" y="286"/>
                    <a:pt x="691" y="0"/>
                    <a:pt x="334"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94"/>
            <p:cNvSpPr/>
            <p:nvPr/>
          </p:nvSpPr>
          <p:spPr>
            <a:xfrm>
              <a:off x="5746451" y="4322858"/>
              <a:ext cx="30720" cy="56057"/>
            </a:xfrm>
            <a:custGeom>
              <a:rect b="b" l="l" r="r" t="t"/>
              <a:pathLst>
                <a:path extrusionOk="0" h="1739" w="953">
                  <a:moveTo>
                    <a:pt x="333" y="0"/>
                  </a:moveTo>
                  <a:cubicBezTo>
                    <a:pt x="214" y="0"/>
                    <a:pt x="72" y="71"/>
                    <a:pt x="0" y="95"/>
                  </a:cubicBezTo>
                  <a:cubicBezTo>
                    <a:pt x="191" y="214"/>
                    <a:pt x="310" y="429"/>
                    <a:pt x="310" y="643"/>
                  </a:cubicBezTo>
                  <a:lnTo>
                    <a:pt x="310" y="1738"/>
                  </a:lnTo>
                  <a:lnTo>
                    <a:pt x="953" y="1738"/>
                  </a:lnTo>
                  <a:lnTo>
                    <a:pt x="953" y="643"/>
                  </a:lnTo>
                  <a:cubicBezTo>
                    <a:pt x="953" y="310"/>
                    <a:pt x="691" y="0"/>
                    <a:pt x="333"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94"/>
            <p:cNvSpPr/>
            <p:nvPr/>
          </p:nvSpPr>
          <p:spPr>
            <a:xfrm>
              <a:off x="5615931" y="4163940"/>
              <a:ext cx="122848" cy="107794"/>
            </a:xfrm>
            <a:custGeom>
              <a:rect b="b" l="l" r="r" t="t"/>
              <a:pathLst>
                <a:path extrusionOk="0" h="3344" w="3811">
                  <a:moveTo>
                    <a:pt x="1906" y="0"/>
                  </a:moveTo>
                  <a:cubicBezTo>
                    <a:pt x="858" y="0"/>
                    <a:pt x="1" y="858"/>
                    <a:pt x="1" y="1906"/>
                  </a:cubicBezTo>
                  <a:cubicBezTo>
                    <a:pt x="1" y="2430"/>
                    <a:pt x="239" y="2930"/>
                    <a:pt x="620" y="3287"/>
                  </a:cubicBezTo>
                  <a:cubicBezTo>
                    <a:pt x="660" y="3327"/>
                    <a:pt x="701" y="3343"/>
                    <a:pt x="739" y="3343"/>
                  </a:cubicBezTo>
                  <a:cubicBezTo>
                    <a:pt x="859" y="3343"/>
                    <a:pt x="943" y="3175"/>
                    <a:pt x="834" y="3049"/>
                  </a:cubicBezTo>
                  <a:cubicBezTo>
                    <a:pt x="501" y="2763"/>
                    <a:pt x="334" y="2334"/>
                    <a:pt x="334" y="1906"/>
                  </a:cubicBezTo>
                  <a:cubicBezTo>
                    <a:pt x="334" y="1048"/>
                    <a:pt x="1048" y="310"/>
                    <a:pt x="1906" y="310"/>
                  </a:cubicBezTo>
                  <a:cubicBezTo>
                    <a:pt x="2763" y="310"/>
                    <a:pt x="3478" y="1024"/>
                    <a:pt x="3478" y="1906"/>
                  </a:cubicBezTo>
                  <a:cubicBezTo>
                    <a:pt x="3478" y="2334"/>
                    <a:pt x="3311" y="2763"/>
                    <a:pt x="2977" y="3049"/>
                  </a:cubicBezTo>
                  <a:cubicBezTo>
                    <a:pt x="2869" y="3175"/>
                    <a:pt x="2967" y="3343"/>
                    <a:pt x="3083" y="3343"/>
                  </a:cubicBezTo>
                  <a:cubicBezTo>
                    <a:pt x="3119" y="3343"/>
                    <a:pt x="3158" y="3327"/>
                    <a:pt x="3192" y="3287"/>
                  </a:cubicBezTo>
                  <a:cubicBezTo>
                    <a:pt x="3573" y="2930"/>
                    <a:pt x="3811" y="2430"/>
                    <a:pt x="3811" y="1906"/>
                  </a:cubicBezTo>
                  <a:cubicBezTo>
                    <a:pt x="3787" y="834"/>
                    <a:pt x="2954" y="0"/>
                    <a:pt x="1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94"/>
            <p:cNvSpPr/>
            <p:nvPr/>
          </p:nvSpPr>
          <p:spPr>
            <a:xfrm>
              <a:off x="5513069" y="4140924"/>
              <a:ext cx="358518" cy="357744"/>
            </a:xfrm>
            <a:custGeom>
              <a:rect b="b" l="l" r="r" t="t"/>
              <a:pathLst>
                <a:path extrusionOk="0" h="11098" w="11122">
                  <a:moveTo>
                    <a:pt x="10251" y="2161"/>
                  </a:moveTo>
                  <a:cubicBezTo>
                    <a:pt x="10271" y="2161"/>
                    <a:pt x="10291" y="2163"/>
                    <a:pt x="10312" y="2167"/>
                  </a:cubicBezTo>
                  <a:cubicBezTo>
                    <a:pt x="10431" y="2167"/>
                    <a:pt x="10526" y="2239"/>
                    <a:pt x="10598" y="2310"/>
                  </a:cubicBezTo>
                  <a:cubicBezTo>
                    <a:pt x="10788" y="2501"/>
                    <a:pt x="10765" y="2762"/>
                    <a:pt x="10574" y="2905"/>
                  </a:cubicBezTo>
                  <a:cubicBezTo>
                    <a:pt x="10496" y="2964"/>
                    <a:pt x="10433" y="3007"/>
                    <a:pt x="10348" y="3007"/>
                  </a:cubicBezTo>
                  <a:cubicBezTo>
                    <a:pt x="10329" y="3007"/>
                    <a:pt x="10309" y="3005"/>
                    <a:pt x="10288" y="3001"/>
                  </a:cubicBezTo>
                  <a:cubicBezTo>
                    <a:pt x="10169" y="3001"/>
                    <a:pt x="10074" y="2953"/>
                    <a:pt x="9979" y="2858"/>
                  </a:cubicBezTo>
                  <a:cubicBezTo>
                    <a:pt x="9836" y="2667"/>
                    <a:pt x="9860" y="2405"/>
                    <a:pt x="10003" y="2262"/>
                  </a:cubicBezTo>
                  <a:cubicBezTo>
                    <a:pt x="10081" y="2204"/>
                    <a:pt x="10159" y="2161"/>
                    <a:pt x="10251" y="2161"/>
                  </a:cubicBezTo>
                  <a:close/>
                  <a:moveTo>
                    <a:pt x="5097" y="262"/>
                  </a:moveTo>
                  <a:cubicBezTo>
                    <a:pt x="6359" y="262"/>
                    <a:pt x="7383" y="1310"/>
                    <a:pt x="7383" y="2548"/>
                  </a:cubicBezTo>
                  <a:cubicBezTo>
                    <a:pt x="7359" y="3548"/>
                    <a:pt x="6764" y="4406"/>
                    <a:pt x="5906" y="4739"/>
                  </a:cubicBezTo>
                  <a:lnTo>
                    <a:pt x="5906" y="3334"/>
                  </a:lnTo>
                  <a:cubicBezTo>
                    <a:pt x="5906" y="2905"/>
                    <a:pt x="5549" y="2548"/>
                    <a:pt x="5121" y="2548"/>
                  </a:cubicBezTo>
                  <a:cubicBezTo>
                    <a:pt x="4716" y="2548"/>
                    <a:pt x="4359" y="2905"/>
                    <a:pt x="4359" y="3334"/>
                  </a:cubicBezTo>
                  <a:lnTo>
                    <a:pt x="4359" y="4739"/>
                  </a:lnTo>
                  <a:cubicBezTo>
                    <a:pt x="3430" y="4406"/>
                    <a:pt x="2811" y="3548"/>
                    <a:pt x="2811" y="2548"/>
                  </a:cubicBezTo>
                  <a:cubicBezTo>
                    <a:pt x="2811" y="1310"/>
                    <a:pt x="3811" y="262"/>
                    <a:pt x="5097" y="262"/>
                  </a:cubicBezTo>
                  <a:close/>
                  <a:moveTo>
                    <a:pt x="1096" y="5858"/>
                  </a:moveTo>
                  <a:cubicBezTo>
                    <a:pt x="1525" y="5858"/>
                    <a:pt x="1882" y="6192"/>
                    <a:pt x="1882" y="6620"/>
                  </a:cubicBezTo>
                  <a:cubicBezTo>
                    <a:pt x="1882" y="7049"/>
                    <a:pt x="1525" y="7406"/>
                    <a:pt x="1096" y="7406"/>
                  </a:cubicBezTo>
                  <a:cubicBezTo>
                    <a:pt x="691" y="7406"/>
                    <a:pt x="334" y="7073"/>
                    <a:pt x="334" y="6620"/>
                  </a:cubicBezTo>
                  <a:cubicBezTo>
                    <a:pt x="334" y="6216"/>
                    <a:pt x="667" y="5858"/>
                    <a:pt x="1096" y="5858"/>
                  </a:cubicBezTo>
                  <a:close/>
                  <a:moveTo>
                    <a:pt x="5073" y="0"/>
                  </a:moveTo>
                  <a:cubicBezTo>
                    <a:pt x="3644" y="0"/>
                    <a:pt x="2477" y="1167"/>
                    <a:pt x="2477" y="2596"/>
                  </a:cubicBezTo>
                  <a:cubicBezTo>
                    <a:pt x="2477" y="3239"/>
                    <a:pt x="2739" y="3858"/>
                    <a:pt x="3168" y="4334"/>
                  </a:cubicBezTo>
                  <a:lnTo>
                    <a:pt x="1739" y="5763"/>
                  </a:lnTo>
                  <a:cubicBezTo>
                    <a:pt x="1548" y="5644"/>
                    <a:pt x="1358" y="5573"/>
                    <a:pt x="1072" y="5573"/>
                  </a:cubicBezTo>
                  <a:cubicBezTo>
                    <a:pt x="477" y="5573"/>
                    <a:pt x="0" y="6049"/>
                    <a:pt x="0" y="6644"/>
                  </a:cubicBezTo>
                  <a:cubicBezTo>
                    <a:pt x="0" y="7240"/>
                    <a:pt x="477" y="7716"/>
                    <a:pt x="1072" y="7716"/>
                  </a:cubicBezTo>
                  <a:cubicBezTo>
                    <a:pt x="1667" y="7716"/>
                    <a:pt x="2144" y="7240"/>
                    <a:pt x="2144" y="6644"/>
                  </a:cubicBezTo>
                  <a:cubicBezTo>
                    <a:pt x="2144" y="6406"/>
                    <a:pt x="2072" y="6168"/>
                    <a:pt x="1929" y="5977"/>
                  </a:cubicBezTo>
                  <a:lnTo>
                    <a:pt x="3358" y="4549"/>
                  </a:lnTo>
                  <a:cubicBezTo>
                    <a:pt x="3644" y="4787"/>
                    <a:pt x="3954" y="4977"/>
                    <a:pt x="4311" y="5049"/>
                  </a:cubicBezTo>
                  <a:lnTo>
                    <a:pt x="4311" y="7835"/>
                  </a:lnTo>
                  <a:cubicBezTo>
                    <a:pt x="4239" y="7787"/>
                    <a:pt x="4144" y="7764"/>
                    <a:pt x="4049" y="7764"/>
                  </a:cubicBezTo>
                  <a:cubicBezTo>
                    <a:pt x="3835" y="7764"/>
                    <a:pt x="3668" y="7859"/>
                    <a:pt x="3525" y="8002"/>
                  </a:cubicBezTo>
                  <a:cubicBezTo>
                    <a:pt x="3406" y="8121"/>
                    <a:pt x="3311" y="8311"/>
                    <a:pt x="3311" y="8502"/>
                  </a:cubicBezTo>
                  <a:cubicBezTo>
                    <a:pt x="3215" y="9669"/>
                    <a:pt x="4192" y="10502"/>
                    <a:pt x="4644" y="10812"/>
                  </a:cubicBezTo>
                  <a:cubicBezTo>
                    <a:pt x="4835" y="10931"/>
                    <a:pt x="4978" y="10978"/>
                    <a:pt x="5121" y="10978"/>
                  </a:cubicBezTo>
                  <a:lnTo>
                    <a:pt x="7288" y="10978"/>
                  </a:lnTo>
                  <a:cubicBezTo>
                    <a:pt x="7502" y="10978"/>
                    <a:pt x="7502" y="10645"/>
                    <a:pt x="7288" y="10645"/>
                  </a:cubicBezTo>
                  <a:lnTo>
                    <a:pt x="5144" y="10645"/>
                  </a:lnTo>
                  <a:cubicBezTo>
                    <a:pt x="5073" y="10645"/>
                    <a:pt x="4978" y="10621"/>
                    <a:pt x="4859" y="10526"/>
                  </a:cubicBezTo>
                  <a:cubicBezTo>
                    <a:pt x="4478" y="10264"/>
                    <a:pt x="3549" y="9526"/>
                    <a:pt x="3644" y="8549"/>
                  </a:cubicBezTo>
                  <a:cubicBezTo>
                    <a:pt x="3644" y="8430"/>
                    <a:pt x="3692" y="8311"/>
                    <a:pt x="3763" y="8216"/>
                  </a:cubicBezTo>
                  <a:cubicBezTo>
                    <a:pt x="3835" y="8121"/>
                    <a:pt x="3954" y="8097"/>
                    <a:pt x="4073" y="8097"/>
                  </a:cubicBezTo>
                  <a:cubicBezTo>
                    <a:pt x="4192" y="8097"/>
                    <a:pt x="4311" y="8145"/>
                    <a:pt x="4406" y="8216"/>
                  </a:cubicBezTo>
                  <a:cubicBezTo>
                    <a:pt x="4430" y="8240"/>
                    <a:pt x="4501" y="8264"/>
                    <a:pt x="4549" y="8264"/>
                  </a:cubicBezTo>
                  <a:cubicBezTo>
                    <a:pt x="4644" y="8240"/>
                    <a:pt x="4668" y="8192"/>
                    <a:pt x="4668" y="8121"/>
                  </a:cubicBezTo>
                  <a:lnTo>
                    <a:pt x="4668" y="3334"/>
                  </a:lnTo>
                  <a:cubicBezTo>
                    <a:pt x="4668" y="3036"/>
                    <a:pt x="4894" y="2888"/>
                    <a:pt x="5121" y="2888"/>
                  </a:cubicBezTo>
                  <a:cubicBezTo>
                    <a:pt x="5347" y="2888"/>
                    <a:pt x="5573" y="3036"/>
                    <a:pt x="5573" y="3334"/>
                  </a:cubicBezTo>
                  <a:lnTo>
                    <a:pt x="5573" y="7406"/>
                  </a:lnTo>
                  <a:cubicBezTo>
                    <a:pt x="5573" y="7502"/>
                    <a:pt x="5621" y="7549"/>
                    <a:pt x="5716" y="7597"/>
                  </a:cubicBezTo>
                  <a:cubicBezTo>
                    <a:pt x="5811" y="7597"/>
                    <a:pt x="5906" y="7525"/>
                    <a:pt x="5906" y="7430"/>
                  </a:cubicBezTo>
                  <a:lnTo>
                    <a:pt x="5906" y="6358"/>
                  </a:lnTo>
                  <a:cubicBezTo>
                    <a:pt x="5906" y="6049"/>
                    <a:pt x="6097" y="5835"/>
                    <a:pt x="6335" y="5835"/>
                  </a:cubicBezTo>
                  <a:cubicBezTo>
                    <a:pt x="6573" y="5835"/>
                    <a:pt x="6788" y="6049"/>
                    <a:pt x="6788" y="6287"/>
                  </a:cubicBezTo>
                  <a:lnTo>
                    <a:pt x="6788" y="7406"/>
                  </a:lnTo>
                  <a:cubicBezTo>
                    <a:pt x="6788" y="7502"/>
                    <a:pt x="6859" y="7549"/>
                    <a:pt x="6930" y="7597"/>
                  </a:cubicBezTo>
                  <a:cubicBezTo>
                    <a:pt x="7026" y="7597"/>
                    <a:pt x="7121" y="7525"/>
                    <a:pt x="7121" y="7430"/>
                  </a:cubicBezTo>
                  <a:lnTo>
                    <a:pt x="7121" y="6335"/>
                  </a:lnTo>
                  <a:cubicBezTo>
                    <a:pt x="7121" y="6073"/>
                    <a:pt x="7335" y="5835"/>
                    <a:pt x="7573" y="5835"/>
                  </a:cubicBezTo>
                  <a:cubicBezTo>
                    <a:pt x="7859" y="5835"/>
                    <a:pt x="8002" y="6073"/>
                    <a:pt x="8002" y="6335"/>
                  </a:cubicBezTo>
                  <a:lnTo>
                    <a:pt x="8002" y="7430"/>
                  </a:lnTo>
                  <a:cubicBezTo>
                    <a:pt x="8002" y="7525"/>
                    <a:pt x="8074" y="7597"/>
                    <a:pt x="8169" y="7621"/>
                  </a:cubicBezTo>
                  <a:cubicBezTo>
                    <a:pt x="8240" y="7621"/>
                    <a:pt x="8336" y="7549"/>
                    <a:pt x="8336" y="7478"/>
                  </a:cubicBezTo>
                  <a:lnTo>
                    <a:pt x="8336" y="6335"/>
                  </a:lnTo>
                  <a:cubicBezTo>
                    <a:pt x="8336" y="6096"/>
                    <a:pt x="8550" y="5858"/>
                    <a:pt x="8788" y="5858"/>
                  </a:cubicBezTo>
                  <a:cubicBezTo>
                    <a:pt x="8907" y="5858"/>
                    <a:pt x="9026" y="5882"/>
                    <a:pt x="9121" y="5977"/>
                  </a:cubicBezTo>
                  <a:cubicBezTo>
                    <a:pt x="9217" y="6073"/>
                    <a:pt x="9264" y="6192"/>
                    <a:pt x="9264" y="6311"/>
                  </a:cubicBezTo>
                  <a:lnTo>
                    <a:pt x="9264" y="9192"/>
                  </a:lnTo>
                  <a:cubicBezTo>
                    <a:pt x="9264" y="9192"/>
                    <a:pt x="9121" y="10169"/>
                    <a:pt x="8788" y="10574"/>
                  </a:cubicBezTo>
                  <a:cubicBezTo>
                    <a:pt x="8693" y="10693"/>
                    <a:pt x="8550" y="10764"/>
                    <a:pt x="8359" y="10764"/>
                  </a:cubicBezTo>
                  <a:cubicBezTo>
                    <a:pt x="8169" y="10764"/>
                    <a:pt x="8169" y="11098"/>
                    <a:pt x="8359" y="11098"/>
                  </a:cubicBezTo>
                  <a:cubicBezTo>
                    <a:pt x="8645" y="11098"/>
                    <a:pt x="8883" y="10978"/>
                    <a:pt x="9026" y="10764"/>
                  </a:cubicBezTo>
                  <a:cubicBezTo>
                    <a:pt x="9383" y="10335"/>
                    <a:pt x="9598" y="9216"/>
                    <a:pt x="9598" y="9216"/>
                  </a:cubicBezTo>
                  <a:lnTo>
                    <a:pt x="9598" y="6335"/>
                  </a:lnTo>
                  <a:cubicBezTo>
                    <a:pt x="9598" y="6335"/>
                    <a:pt x="9502" y="5930"/>
                    <a:pt x="9360" y="5763"/>
                  </a:cubicBezTo>
                  <a:cubicBezTo>
                    <a:pt x="9217" y="5620"/>
                    <a:pt x="9002" y="5573"/>
                    <a:pt x="8788" y="5573"/>
                  </a:cubicBezTo>
                  <a:cubicBezTo>
                    <a:pt x="8550" y="5573"/>
                    <a:pt x="8336" y="5692"/>
                    <a:pt x="8216" y="5858"/>
                  </a:cubicBezTo>
                  <a:cubicBezTo>
                    <a:pt x="8074" y="5692"/>
                    <a:pt x="7859" y="5573"/>
                    <a:pt x="7597" y="5573"/>
                  </a:cubicBezTo>
                  <a:cubicBezTo>
                    <a:pt x="7359" y="5573"/>
                    <a:pt x="7121" y="5692"/>
                    <a:pt x="6978" y="5858"/>
                  </a:cubicBezTo>
                  <a:cubicBezTo>
                    <a:pt x="6835" y="5692"/>
                    <a:pt x="6621" y="5573"/>
                    <a:pt x="6359" y="5573"/>
                  </a:cubicBezTo>
                  <a:cubicBezTo>
                    <a:pt x="6168" y="5573"/>
                    <a:pt x="6026" y="5620"/>
                    <a:pt x="5906" y="5715"/>
                  </a:cubicBezTo>
                  <a:lnTo>
                    <a:pt x="5906" y="5120"/>
                  </a:lnTo>
                  <a:cubicBezTo>
                    <a:pt x="6407" y="4977"/>
                    <a:pt x="6859" y="4644"/>
                    <a:pt x="7145" y="4215"/>
                  </a:cubicBezTo>
                  <a:cubicBezTo>
                    <a:pt x="7454" y="3810"/>
                    <a:pt x="7621" y="3334"/>
                    <a:pt x="7669" y="2834"/>
                  </a:cubicBezTo>
                  <a:lnTo>
                    <a:pt x="9598" y="2834"/>
                  </a:lnTo>
                  <a:cubicBezTo>
                    <a:pt x="9622" y="2953"/>
                    <a:pt x="9693" y="3072"/>
                    <a:pt x="9741" y="3144"/>
                  </a:cubicBezTo>
                  <a:cubicBezTo>
                    <a:pt x="9860" y="3310"/>
                    <a:pt x="10050" y="3382"/>
                    <a:pt x="10241" y="3382"/>
                  </a:cubicBezTo>
                  <a:cubicBezTo>
                    <a:pt x="10455" y="3382"/>
                    <a:pt x="10646" y="3334"/>
                    <a:pt x="10788" y="3215"/>
                  </a:cubicBezTo>
                  <a:cubicBezTo>
                    <a:pt x="11074" y="2953"/>
                    <a:pt x="11122" y="2477"/>
                    <a:pt x="10836" y="2167"/>
                  </a:cubicBezTo>
                  <a:cubicBezTo>
                    <a:pt x="10765" y="1953"/>
                    <a:pt x="10574" y="1881"/>
                    <a:pt x="10360" y="1881"/>
                  </a:cubicBezTo>
                  <a:cubicBezTo>
                    <a:pt x="10145" y="1881"/>
                    <a:pt x="9979" y="1929"/>
                    <a:pt x="9836" y="2048"/>
                  </a:cubicBezTo>
                  <a:cubicBezTo>
                    <a:pt x="9717" y="2167"/>
                    <a:pt x="9598" y="2429"/>
                    <a:pt x="9598" y="2429"/>
                  </a:cubicBezTo>
                  <a:lnTo>
                    <a:pt x="7669" y="2429"/>
                  </a:lnTo>
                  <a:cubicBezTo>
                    <a:pt x="7573" y="1072"/>
                    <a:pt x="6430" y="0"/>
                    <a:pt x="5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5" name="Google Shape;19505;p94"/>
          <p:cNvGrpSpPr/>
          <p:nvPr/>
        </p:nvGrpSpPr>
        <p:grpSpPr>
          <a:xfrm>
            <a:off x="6242354" y="3987750"/>
            <a:ext cx="356229" cy="351619"/>
            <a:chOff x="6242354" y="4140150"/>
            <a:chExt cx="356229" cy="351619"/>
          </a:xfrm>
        </p:grpSpPr>
        <p:sp>
          <p:nvSpPr>
            <p:cNvPr id="19506" name="Google Shape;19506;p94"/>
            <p:cNvSpPr/>
            <p:nvPr/>
          </p:nvSpPr>
          <p:spPr>
            <a:xfrm>
              <a:off x="6393569" y="4195175"/>
              <a:ext cx="198084" cy="292178"/>
            </a:xfrm>
            <a:custGeom>
              <a:rect b="b" l="l" r="r" t="t"/>
              <a:pathLst>
                <a:path extrusionOk="0" h="9064" w="6145">
                  <a:moveTo>
                    <a:pt x="3090" y="1"/>
                  </a:moveTo>
                  <a:cubicBezTo>
                    <a:pt x="3021" y="1"/>
                    <a:pt x="2952" y="3"/>
                    <a:pt x="2882" y="8"/>
                  </a:cubicBezTo>
                  <a:cubicBezTo>
                    <a:pt x="1239" y="103"/>
                    <a:pt x="1" y="1461"/>
                    <a:pt x="1" y="3104"/>
                  </a:cubicBezTo>
                  <a:lnTo>
                    <a:pt x="1" y="7700"/>
                  </a:lnTo>
                  <a:lnTo>
                    <a:pt x="501" y="7700"/>
                  </a:lnTo>
                  <a:cubicBezTo>
                    <a:pt x="1061" y="8529"/>
                    <a:pt x="1981" y="9064"/>
                    <a:pt x="3060" y="9064"/>
                  </a:cubicBezTo>
                  <a:cubicBezTo>
                    <a:pt x="3127" y="9064"/>
                    <a:pt x="3195" y="9061"/>
                    <a:pt x="3263" y="9057"/>
                  </a:cubicBezTo>
                  <a:cubicBezTo>
                    <a:pt x="4906" y="8962"/>
                    <a:pt x="6145" y="7605"/>
                    <a:pt x="6145" y="5961"/>
                  </a:cubicBezTo>
                  <a:lnTo>
                    <a:pt x="6145" y="3080"/>
                  </a:lnTo>
                  <a:cubicBezTo>
                    <a:pt x="6145" y="1386"/>
                    <a:pt x="4781" y="1"/>
                    <a:pt x="3090" y="1"/>
                  </a:cubicBez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94"/>
            <p:cNvSpPr/>
            <p:nvPr/>
          </p:nvSpPr>
          <p:spPr>
            <a:xfrm>
              <a:off x="6479539" y="4195401"/>
              <a:ext cx="113661" cy="294048"/>
            </a:xfrm>
            <a:custGeom>
              <a:rect b="b" l="l" r="r" t="t"/>
              <a:pathLst>
                <a:path extrusionOk="0" h="9122" w="3526">
                  <a:moveTo>
                    <a:pt x="453" y="1"/>
                  </a:moveTo>
                  <a:cubicBezTo>
                    <a:pt x="310" y="1"/>
                    <a:pt x="144" y="1"/>
                    <a:pt x="1" y="25"/>
                  </a:cubicBezTo>
                  <a:cubicBezTo>
                    <a:pt x="1454" y="239"/>
                    <a:pt x="2621" y="1525"/>
                    <a:pt x="2621" y="3097"/>
                  </a:cubicBezTo>
                  <a:lnTo>
                    <a:pt x="2621" y="6026"/>
                  </a:lnTo>
                  <a:cubicBezTo>
                    <a:pt x="2621" y="7574"/>
                    <a:pt x="1501" y="8836"/>
                    <a:pt x="1" y="9074"/>
                  </a:cubicBezTo>
                  <a:cubicBezTo>
                    <a:pt x="144" y="9122"/>
                    <a:pt x="310" y="9122"/>
                    <a:pt x="453" y="9122"/>
                  </a:cubicBezTo>
                  <a:cubicBezTo>
                    <a:pt x="2144" y="9122"/>
                    <a:pt x="3478" y="7741"/>
                    <a:pt x="3478" y="6026"/>
                  </a:cubicBezTo>
                  <a:lnTo>
                    <a:pt x="3478" y="3097"/>
                  </a:lnTo>
                  <a:cubicBezTo>
                    <a:pt x="3525" y="1406"/>
                    <a:pt x="2144" y="1"/>
                    <a:pt x="453"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94"/>
            <p:cNvSpPr/>
            <p:nvPr/>
          </p:nvSpPr>
          <p:spPr>
            <a:xfrm>
              <a:off x="6494142" y="4195401"/>
              <a:ext cx="99058" cy="112113"/>
            </a:xfrm>
            <a:custGeom>
              <a:rect b="b" l="l" r="r" t="t"/>
              <a:pathLst>
                <a:path extrusionOk="0" h="3478" w="3073">
                  <a:moveTo>
                    <a:pt x="0" y="1"/>
                  </a:moveTo>
                  <a:lnTo>
                    <a:pt x="0" y="3478"/>
                  </a:lnTo>
                  <a:lnTo>
                    <a:pt x="3072" y="3478"/>
                  </a:lnTo>
                  <a:lnTo>
                    <a:pt x="3072" y="3097"/>
                  </a:lnTo>
                  <a:cubicBezTo>
                    <a:pt x="3072" y="1406"/>
                    <a:pt x="1691" y="1"/>
                    <a:pt x="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94"/>
            <p:cNvSpPr/>
            <p:nvPr/>
          </p:nvSpPr>
          <p:spPr>
            <a:xfrm>
              <a:off x="6493368" y="4195401"/>
              <a:ext cx="99832" cy="111340"/>
            </a:xfrm>
            <a:custGeom>
              <a:rect b="b" l="l" r="r" t="t"/>
              <a:pathLst>
                <a:path extrusionOk="0" h="3454" w="3097">
                  <a:moveTo>
                    <a:pt x="1" y="1"/>
                  </a:moveTo>
                  <a:lnTo>
                    <a:pt x="1" y="120"/>
                  </a:lnTo>
                  <a:cubicBezTo>
                    <a:pt x="1263" y="501"/>
                    <a:pt x="2192" y="1668"/>
                    <a:pt x="2192" y="3073"/>
                  </a:cubicBezTo>
                  <a:lnTo>
                    <a:pt x="2192" y="3454"/>
                  </a:lnTo>
                  <a:lnTo>
                    <a:pt x="3096" y="3454"/>
                  </a:lnTo>
                  <a:lnTo>
                    <a:pt x="3096" y="3073"/>
                  </a:lnTo>
                  <a:cubicBezTo>
                    <a:pt x="3096" y="1406"/>
                    <a:pt x="1691"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94"/>
            <p:cNvSpPr/>
            <p:nvPr/>
          </p:nvSpPr>
          <p:spPr>
            <a:xfrm>
              <a:off x="6393569" y="4195401"/>
              <a:ext cx="98285" cy="112113"/>
            </a:xfrm>
            <a:custGeom>
              <a:rect b="b" l="l" r="r" t="t"/>
              <a:pathLst>
                <a:path extrusionOk="0" h="3478" w="3049">
                  <a:moveTo>
                    <a:pt x="3049" y="1"/>
                  </a:moveTo>
                  <a:cubicBezTo>
                    <a:pt x="1358" y="1"/>
                    <a:pt x="1" y="1382"/>
                    <a:pt x="1" y="3097"/>
                  </a:cubicBezTo>
                  <a:lnTo>
                    <a:pt x="1" y="3478"/>
                  </a:lnTo>
                  <a:lnTo>
                    <a:pt x="3049" y="3478"/>
                  </a:lnTo>
                  <a:lnTo>
                    <a:pt x="3049" y="1"/>
                  </a:lnTo>
                  <a:close/>
                </a:path>
              </a:pathLst>
            </a:custGeom>
            <a:solidFill>
              <a:srgbClr val="8F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94"/>
            <p:cNvSpPr/>
            <p:nvPr/>
          </p:nvSpPr>
          <p:spPr>
            <a:xfrm>
              <a:off x="6247705" y="4322084"/>
              <a:ext cx="168944" cy="168911"/>
            </a:xfrm>
            <a:custGeom>
              <a:rect b="b" l="l" r="r" t="t"/>
              <a:pathLst>
                <a:path extrusionOk="0" h="5240" w="5241">
                  <a:moveTo>
                    <a:pt x="2621" y="0"/>
                  </a:moveTo>
                  <a:cubicBezTo>
                    <a:pt x="1168" y="0"/>
                    <a:pt x="1" y="1167"/>
                    <a:pt x="1" y="2620"/>
                  </a:cubicBezTo>
                  <a:cubicBezTo>
                    <a:pt x="1" y="4072"/>
                    <a:pt x="1168" y="5239"/>
                    <a:pt x="2621" y="5239"/>
                  </a:cubicBezTo>
                  <a:cubicBezTo>
                    <a:pt x="4049" y="5239"/>
                    <a:pt x="5240" y="4072"/>
                    <a:pt x="5240" y="2620"/>
                  </a:cubicBezTo>
                  <a:cubicBezTo>
                    <a:pt x="5240" y="1167"/>
                    <a:pt x="4049" y="0"/>
                    <a:pt x="2621"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94"/>
            <p:cNvSpPr/>
            <p:nvPr/>
          </p:nvSpPr>
          <p:spPr>
            <a:xfrm>
              <a:off x="6317591" y="4322084"/>
              <a:ext cx="99058" cy="168911"/>
            </a:xfrm>
            <a:custGeom>
              <a:rect b="b" l="l" r="r" t="t"/>
              <a:pathLst>
                <a:path extrusionOk="0" h="5240" w="3073">
                  <a:moveTo>
                    <a:pt x="453" y="0"/>
                  </a:moveTo>
                  <a:cubicBezTo>
                    <a:pt x="286" y="0"/>
                    <a:pt x="143" y="0"/>
                    <a:pt x="0" y="24"/>
                  </a:cubicBezTo>
                  <a:cubicBezTo>
                    <a:pt x="1215" y="238"/>
                    <a:pt x="2167" y="1310"/>
                    <a:pt x="2167" y="2620"/>
                  </a:cubicBezTo>
                  <a:cubicBezTo>
                    <a:pt x="2167" y="3906"/>
                    <a:pt x="1238" y="4977"/>
                    <a:pt x="0" y="5216"/>
                  </a:cubicBezTo>
                  <a:cubicBezTo>
                    <a:pt x="143" y="5239"/>
                    <a:pt x="286" y="5239"/>
                    <a:pt x="453" y="5239"/>
                  </a:cubicBezTo>
                  <a:cubicBezTo>
                    <a:pt x="1905" y="5239"/>
                    <a:pt x="3072" y="4072"/>
                    <a:pt x="3072" y="2620"/>
                  </a:cubicBezTo>
                  <a:cubicBezTo>
                    <a:pt x="3072" y="1167"/>
                    <a:pt x="1905" y="0"/>
                    <a:pt x="453"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94"/>
            <p:cNvSpPr/>
            <p:nvPr/>
          </p:nvSpPr>
          <p:spPr>
            <a:xfrm>
              <a:off x="6242354" y="4140924"/>
              <a:ext cx="32" cy="32"/>
            </a:xfrm>
            <a:custGeom>
              <a:rect b="b" l="l" r="r" t="t"/>
              <a:pathLst>
                <a:path extrusionOk="0" h="1" w="1">
                  <a:moveTo>
                    <a:pt x="0" y="0"/>
                  </a:move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94"/>
            <p:cNvSpPr/>
            <p:nvPr/>
          </p:nvSpPr>
          <p:spPr>
            <a:xfrm>
              <a:off x="6305309" y="4354513"/>
              <a:ext cx="56057" cy="104989"/>
            </a:xfrm>
            <a:custGeom>
              <a:rect b="b" l="l" r="r" t="t"/>
              <a:pathLst>
                <a:path extrusionOk="0" h="3257" w="1739">
                  <a:moveTo>
                    <a:pt x="834" y="0"/>
                  </a:moveTo>
                  <a:cubicBezTo>
                    <a:pt x="750" y="0"/>
                    <a:pt x="667" y="54"/>
                    <a:pt x="667" y="161"/>
                  </a:cubicBezTo>
                  <a:lnTo>
                    <a:pt x="667" y="447"/>
                  </a:lnTo>
                  <a:cubicBezTo>
                    <a:pt x="643" y="447"/>
                    <a:pt x="619" y="495"/>
                    <a:pt x="548" y="495"/>
                  </a:cubicBezTo>
                  <a:cubicBezTo>
                    <a:pt x="167" y="637"/>
                    <a:pt x="0" y="1090"/>
                    <a:pt x="238" y="1447"/>
                  </a:cubicBezTo>
                  <a:cubicBezTo>
                    <a:pt x="310" y="1590"/>
                    <a:pt x="500" y="1685"/>
                    <a:pt x="667" y="1709"/>
                  </a:cubicBezTo>
                  <a:cubicBezTo>
                    <a:pt x="857" y="1733"/>
                    <a:pt x="1024" y="1733"/>
                    <a:pt x="1143" y="1852"/>
                  </a:cubicBezTo>
                  <a:cubicBezTo>
                    <a:pt x="1310" y="1971"/>
                    <a:pt x="1310" y="2162"/>
                    <a:pt x="1238" y="2304"/>
                  </a:cubicBezTo>
                  <a:cubicBezTo>
                    <a:pt x="1163" y="2417"/>
                    <a:pt x="1028" y="2486"/>
                    <a:pt x="881" y="2486"/>
                  </a:cubicBezTo>
                  <a:cubicBezTo>
                    <a:pt x="842" y="2486"/>
                    <a:pt x="802" y="2481"/>
                    <a:pt x="762" y="2471"/>
                  </a:cubicBezTo>
                  <a:cubicBezTo>
                    <a:pt x="524" y="2447"/>
                    <a:pt x="381" y="2233"/>
                    <a:pt x="357" y="2066"/>
                  </a:cubicBezTo>
                  <a:cubicBezTo>
                    <a:pt x="357" y="1959"/>
                    <a:pt x="274" y="1906"/>
                    <a:pt x="191" y="1906"/>
                  </a:cubicBezTo>
                  <a:cubicBezTo>
                    <a:pt x="107" y="1906"/>
                    <a:pt x="24" y="1959"/>
                    <a:pt x="24" y="2066"/>
                  </a:cubicBezTo>
                  <a:cubicBezTo>
                    <a:pt x="24" y="2304"/>
                    <a:pt x="167" y="2519"/>
                    <a:pt x="357" y="2662"/>
                  </a:cubicBezTo>
                  <a:cubicBezTo>
                    <a:pt x="429" y="2709"/>
                    <a:pt x="548" y="2781"/>
                    <a:pt x="667" y="2805"/>
                  </a:cubicBezTo>
                  <a:lnTo>
                    <a:pt x="667" y="3114"/>
                  </a:lnTo>
                  <a:cubicBezTo>
                    <a:pt x="667" y="3209"/>
                    <a:pt x="750" y="3257"/>
                    <a:pt x="834" y="3257"/>
                  </a:cubicBezTo>
                  <a:cubicBezTo>
                    <a:pt x="917" y="3257"/>
                    <a:pt x="1000" y="3209"/>
                    <a:pt x="1000" y="3114"/>
                  </a:cubicBezTo>
                  <a:lnTo>
                    <a:pt x="1000" y="2805"/>
                  </a:lnTo>
                  <a:cubicBezTo>
                    <a:pt x="1215" y="2781"/>
                    <a:pt x="1381" y="2662"/>
                    <a:pt x="1500" y="2471"/>
                  </a:cubicBezTo>
                  <a:cubicBezTo>
                    <a:pt x="1738" y="2090"/>
                    <a:pt x="1572" y="1590"/>
                    <a:pt x="1119" y="1447"/>
                  </a:cubicBezTo>
                  <a:cubicBezTo>
                    <a:pt x="976" y="1376"/>
                    <a:pt x="786" y="1376"/>
                    <a:pt x="619" y="1328"/>
                  </a:cubicBezTo>
                  <a:cubicBezTo>
                    <a:pt x="476" y="1257"/>
                    <a:pt x="429" y="1090"/>
                    <a:pt x="476" y="971"/>
                  </a:cubicBezTo>
                  <a:cubicBezTo>
                    <a:pt x="533" y="813"/>
                    <a:pt x="669" y="741"/>
                    <a:pt x="811" y="741"/>
                  </a:cubicBezTo>
                  <a:cubicBezTo>
                    <a:pt x="971" y="741"/>
                    <a:pt x="1139" y="831"/>
                    <a:pt x="1215" y="995"/>
                  </a:cubicBezTo>
                  <a:cubicBezTo>
                    <a:pt x="1245" y="1047"/>
                    <a:pt x="1291" y="1069"/>
                    <a:pt x="1338" y="1069"/>
                  </a:cubicBezTo>
                  <a:cubicBezTo>
                    <a:pt x="1439" y="1069"/>
                    <a:pt x="1542" y="966"/>
                    <a:pt x="1477" y="852"/>
                  </a:cubicBezTo>
                  <a:cubicBezTo>
                    <a:pt x="1429" y="685"/>
                    <a:pt x="1238" y="542"/>
                    <a:pt x="1095" y="495"/>
                  </a:cubicBezTo>
                  <a:cubicBezTo>
                    <a:pt x="1072" y="495"/>
                    <a:pt x="1024" y="447"/>
                    <a:pt x="1000" y="447"/>
                  </a:cubicBezTo>
                  <a:lnTo>
                    <a:pt x="1000" y="161"/>
                  </a:lnTo>
                  <a:cubicBezTo>
                    <a:pt x="1000" y="54"/>
                    <a:pt x="917" y="0"/>
                    <a:pt x="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94"/>
            <p:cNvSpPr/>
            <p:nvPr/>
          </p:nvSpPr>
          <p:spPr>
            <a:xfrm>
              <a:off x="6242354" y="4140924"/>
              <a:ext cx="32" cy="32"/>
            </a:xfrm>
            <a:custGeom>
              <a:rect b="b" l="l" r="r" t="t"/>
              <a:pathLst>
                <a:path extrusionOk="0" h="1" w="1">
                  <a:moveTo>
                    <a:pt x="0" y="0"/>
                  </a:move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94"/>
            <p:cNvSpPr/>
            <p:nvPr/>
          </p:nvSpPr>
          <p:spPr>
            <a:xfrm>
              <a:off x="6243869" y="4140150"/>
              <a:ext cx="354714" cy="351619"/>
            </a:xfrm>
            <a:custGeom>
              <a:rect b="b" l="l" r="r" t="t"/>
              <a:pathLst>
                <a:path extrusionOk="0" h="10908" w="11004">
                  <a:moveTo>
                    <a:pt x="1449" y="672"/>
                  </a:moveTo>
                  <a:cubicBezTo>
                    <a:pt x="1404" y="859"/>
                    <a:pt x="1473" y="1080"/>
                    <a:pt x="1656" y="1160"/>
                  </a:cubicBezTo>
                  <a:lnTo>
                    <a:pt x="1656" y="1160"/>
                  </a:lnTo>
                  <a:cubicBezTo>
                    <a:pt x="1583" y="1021"/>
                    <a:pt x="1501" y="845"/>
                    <a:pt x="1449" y="672"/>
                  </a:cubicBezTo>
                  <a:close/>
                  <a:moveTo>
                    <a:pt x="1656" y="1160"/>
                  </a:moveTo>
                  <a:cubicBezTo>
                    <a:pt x="1739" y="1319"/>
                    <a:pt x="1811" y="1429"/>
                    <a:pt x="1811" y="1429"/>
                  </a:cubicBezTo>
                  <a:lnTo>
                    <a:pt x="3740" y="1429"/>
                  </a:lnTo>
                  <a:cubicBezTo>
                    <a:pt x="4287" y="1429"/>
                    <a:pt x="4287" y="2215"/>
                    <a:pt x="3740" y="2215"/>
                  </a:cubicBezTo>
                  <a:lnTo>
                    <a:pt x="763" y="2215"/>
                  </a:lnTo>
                  <a:cubicBezTo>
                    <a:pt x="763" y="2215"/>
                    <a:pt x="597" y="2471"/>
                    <a:pt x="475" y="2766"/>
                  </a:cubicBezTo>
                  <a:lnTo>
                    <a:pt x="475" y="2766"/>
                  </a:lnTo>
                  <a:cubicBezTo>
                    <a:pt x="539" y="2692"/>
                    <a:pt x="634" y="2644"/>
                    <a:pt x="763" y="2644"/>
                  </a:cubicBezTo>
                  <a:lnTo>
                    <a:pt x="3740" y="2644"/>
                  </a:lnTo>
                  <a:cubicBezTo>
                    <a:pt x="4692" y="2644"/>
                    <a:pt x="4692" y="1191"/>
                    <a:pt x="3740" y="1191"/>
                  </a:cubicBezTo>
                  <a:lnTo>
                    <a:pt x="1811" y="1191"/>
                  </a:lnTo>
                  <a:cubicBezTo>
                    <a:pt x="1752" y="1191"/>
                    <a:pt x="1701" y="1180"/>
                    <a:pt x="1656" y="1160"/>
                  </a:cubicBezTo>
                  <a:close/>
                  <a:moveTo>
                    <a:pt x="475" y="2766"/>
                  </a:moveTo>
                  <a:cubicBezTo>
                    <a:pt x="408" y="2844"/>
                    <a:pt x="376" y="2950"/>
                    <a:pt x="379" y="3055"/>
                  </a:cubicBezTo>
                  <a:lnTo>
                    <a:pt x="379" y="3055"/>
                  </a:lnTo>
                  <a:cubicBezTo>
                    <a:pt x="402" y="2959"/>
                    <a:pt x="436" y="2861"/>
                    <a:pt x="475" y="2766"/>
                  </a:cubicBezTo>
                  <a:close/>
                  <a:moveTo>
                    <a:pt x="7550" y="1905"/>
                  </a:moveTo>
                  <a:lnTo>
                    <a:pt x="7550" y="4954"/>
                  </a:lnTo>
                  <a:cubicBezTo>
                    <a:pt x="7550" y="5001"/>
                    <a:pt x="7550" y="5025"/>
                    <a:pt x="7574" y="5025"/>
                  </a:cubicBezTo>
                  <a:lnTo>
                    <a:pt x="4811" y="5025"/>
                  </a:lnTo>
                  <a:lnTo>
                    <a:pt x="4811" y="4787"/>
                  </a:lnTo>
                  <a:cubicBezTo>
                    <a:pt x="4811" y="3239"/>
                    <a:pt x="6026" y="1953"/>
                    <a:pt x="7550" y="1905"/>
                  </a:cubicBezTo>
                  <a:close/>
                  <a:moveTo>
                    <a:pt x="10508" y="8549"/>
                  </a:moveTo>
                  <a:cubicBezTo>
                    <a:pt x="10171" y="9111"/>
                    <a:pt x="9681" y="9811"/>
                    <a:pt x="9100" y="10293"/>
                  </a:cubicBezTo>
                  <a:lnTo>
                    <a:pt x="9100" y="10293"/>
                  </a:lnTo>
                  <a:cubicBezTo>
                    <a:pt x="9753" y="9920"/>
                    <a:pt x="10272" y="9279"/>
                    <a:pt x="10508" y="8549"/>
                  </a:cubicBezTo>
                  <a:close/>
                  <a:moveTo>
                    <a:pt x="1811" y="0"/>
                  </a:moveTo>
                  <a:cubicBezTo>
                    <a:pt x="1365" y="0"/>
                    <a:pt x="1347" y="330"/>
                    <a:pt x="1449" y="672"/>
                  </a:cubicBezTo>
                  <a:lnTo>
                    <a:pt x="1449" y="672"/>
                  </a:lnTo>
                  <a:cubicBezTo>
                    <a:pt x="1488" y="514"/>
                    <a:pt x="1608" y="381"/>
                    <a:pt x="1811" y="381"/>
                  </a:cubicBezTo>
                  <a:lnTo>
                    <a:pt x="7193" y="381"/>
                  </a:lnTo>
                  <a:cubicBezTo>
                    <a:pt x="7407" y="381"/>
                    <a:pt x="7621" y="548"/>
                    <a:pt x="7621" y="786"/>
                  </a:cubicBezTo>
                  <a:lnTo>
                    <a:pt x="7621" y="1620"/>
                  </a:lnTo>
                  <a:cubicBezTo>
                    <a:pt x="5907" y="1715"/>
                    <a:pt x="4549" y="3144"/>
                    <a:pt x="4549" y="4906"/>
                  </a:cubicBezTo>
                  <a:lnTo>
                    <a:pt x="4549" y="6097"/>
                  </a:lnTo>
                  <a:cubicBezTo>
                    <a:pt x="4073" y="5739"/>
                    <a:pt x="3525" y="5501"/>
                    <a:pt x="2930" y="5478"/>
                  </a:cubicBezTo>
                  <a:lnTo>
                    <a:pt x="2930" y="4168"/>
                  </a:lnTo>
                  <a:cubicBezTo>
                    <a:pt x="2930" y="3763"/>
                    <a:pt x="2620" y="3453"/>
                    <a:pt x="2216" y="3453"/>
                  </a:cubicBezTo>
                  <a:lnTo>
                    <a:pt x="763" y="3453"/>
                  </a:lnTo>
                  <a:cubicBezTo>
                    <a:pt x="516" y="3453"/>
                    <a:pt x="385" y="3255"/>
                    <a:pt x="379" y="3055"/>
                  </a:cubicBezTo>
                  <a:lnTo>
                    <a:pt x="379" y="3055"/>
                  </a:lnTo>
                  <a:cubicBezTo>
                    <a:pt x="305" y="3366"/>
                    <a:pt x="353" y="3644"/>
                    <a:pt x="763" y="3644"/>
                  </a:cubicBezTo>
                  <a:lnTo>
                    <a:pt x="2216" y="3644"/>
                  </a:lnTo>
                  <a:cubicBezTo>
                    <a:pt x="2430" y="3644"/>
                    <a:pt x="2644" y="3834"/>
                    <a:pt x="2644" y="4049"/>
                  </a:cubicBezTo>
                  <a:lnTo>
                    <a:pt x="2644" y="5382"/>
                  </a:lnTo>
                  <a:cubicBezTo>
                    <a:pt x="1144" y="5430"/>
                    <a:pt x="1" y="6668"/>
                    <a:pt x="1" y="8145"/>
                  </a:cubicBezTo>
                  <a:cubicBezTo>
                    <a:pt x="1" y="8478"/>
                    <a:pt x="48" y="8812"/>
                    <a:pt x="168" y="9097"/>
                  </a:cubicBezTo>
                  <a:cubicBezTo>
                    <a:pt x="194" y="9177"/>
                    <a:pt x="253" y="9210"/>
                    <a:pt x="314" y="9210"/>
                  </a:cubicBezTo>
                  <a:cubicBezTo>
                    <a:pt x="416" y="9210"/>
                    <a:pt x="522" y="9113"/>
                    <a:pt x="477" y="8978"/>
                  </a:cubicBezTo>
                  <a:cubicBezTo>
                    <a:pt x="382" y="8716"/>
                    <a:pt x="310" y="8407"/>
                    <a:pt x="310" y="8121"/>
                  </a:cubicBezTo>
                  <a:cubicBezTo>
                    <a:pt x="310" y="6740"/>
                    <a:pt x="1430" y="5644"/>
                    <a:pt x="2787" y="5644"/>
                  </a:cubicBezTo>
                  <a:cubicBezTo>
                    <a:pt x="4168" y="5644"/>
                    <a:pt x="5264" y="6740"/>
                    <a:pt x="5264" y="8121"/>
                  </a:cubicBezTo>
                  <a:cubicBezTo>
                    <a:pt x="5264" y="9478"/>
                    <a:pt x="4168" y="10598"/>
                    <a:pt x="2787" y="10598"/>
                  </a:cubicBezTo>
                  <a:cubicBezTo>
                    <a:pt x="2049" y="10598"/>
                    <a:pt x="1358" y="10264"/>
                    <a:pt x="882" y="9693"/>
                  </a:cubicBezTo>
                  <a:cubicBezTo>
                    <a:pt x="851" y="9655"/>
                    <a:pt x="810" y="9639"/>
                    <a:pt x="769" y="9639"/>
                  </a:cubicBezTo>
                  <a:cubicBezTo>
                    <a:pt x="653" y="9639"/>
                    <a:pt x="538" y="9766"/>
                    <a:pt x="644" y="9907"/>
                  </a:cubicBezTo>
                  <a:cubicBezTo>
                    <a:pt x="1192" y="10550"/>
                    <a:pt x="1954" y="10907"/>
                    <a:pt x="2787" y="10907"/>
                  </a:cubicBezTo>
                  <a:cubicBezTo>
                    <a:pt x="3811" y="10907"/>
                    <a:pt x="4692" y="10383"/>
                    <a:pt x="5169" y="9550"/>
                  </a:cubicBezTo>
                  <a:cubicBezTo>
                    <a:pt x="5788" y="10383"/>
                    <a:pt x="6740" y="10860"/>
                    <a:pt x="7764" y="10860"/>
                  </a:cubicBezTo>
                  <a:cubicBezTo>
                    <a:pt x="8240" y="10860"/>
                    <a:pt x="8692" y="10630"/>
                    <a:pt x="9100" y="10293"/>
                  </a:cubicBezTo>
                  <a:lnTo>
                    <a:pt x="9100" y="10293"/>
                  </a:lnTo>
                  <a:cubicBezTo>
                    <a:pt x="8790" y="10469"/>
                    <a:pt x="8451" y="10585"/>
                    <a:pt x="8098" y="10621"/>
                  </a:cubicBezTo>
                  <a:cubicBezTo>
                    <a:pt x="7984" y="10633"/>
                    <a:pt x="7872" y="10639"/>
                    <a:pt x="7760" y="10639"/>
                  </a:cubicBezTo>
                  <a:cubicBezTo>
                    <a:pt x="6766" y="10639"/>
                    <a:pt x="5844" y="10170"/>
                    <a:pt x="5288" y="9335"/>
                  </a:cubicBezTo>
                  <a:cubicBezTo>
                    <a:pt x="5431" y="9002"/>
                    <a:pt x="5526" y="8621"/>
                    <a:pt x="5526" y="8240"/>
                  </a:cubicBezTo>
                  <a:cubicBezTo>
                    <a:pt x="5526" y="7526"/>
                    <a:pt x="5264" y="6859"/>
                    <a:pt x="4811" y="6359"/>
                  </a:cubicBezTo>
                  <a:lnTo>
                    <a:pt x="4811" y="6311"/>
                  </a:lnTo>
                  <a:lnTo>
                    <a:pt x="4811" y="5311"/>
                  </a:lnTo>
                  <a:lnTo>
                    <a:pt x="10646" y="5311"/>
                  </a:lnTo>
                  <a:lnTo>
                    <a:pt x="10646" y="7692"/>
                  </a:lnTo>
                  <a:cubicBezTo>
                    <a:pt x="10646" y="7984"/>
                    <a:pt x="10597" y="8273"/>
                    <a:pt x="10508" y="8549"/>
                  </a:cubicBezTo>
                  <a:lnTo>
                    <a:pt x="10508" y="8549"/>
                  </a:lnTo>
                  <a:cubicBezTo>
                    <a:pt x="10822" y="8025"/>
                    <a:pt x="11003" y="7621"/>
                    <a:pt x="11003" y="7621"/>
                  </a:cubicBezTo>
                  <a:lnTo>
                    <a:pt x="11003" y="4692"/>
                  </a:lnTo>
                  <a:cubicBezTo>
                    <a:pt x="11003" y="4692"/>
                    <a:pt x="10598" y="2977"/>
                    <a:pt x="9955" y="2310"/>
                  </a:cubicBezTo>
                  <a:cubicBezTo>
                    <a:pt x="9947" y="2309"/>
                    <a:pt x="9940" y="2309"/>
                    <a:pt x="9932" y="2309"/>
                  </a:cubicBezTo>
                  <a:cubicBezTo>
                    <a:pt x="9769" y="2309"/>
                    <a:pt x="9581" y="2531"/>
                    <a:pt x="9717" y="2667"/>
                  </a:cubicBezTo>
                  <a:cubicBezTo>
                    <a:pt x="10313" y="3239"/>
                    <a:pt x="10646" y="4811"/>
                    <a:pt x="10646" y="4811"/>
                  </a:cubicBezTo>
                  <a:lnTo>
                    <a:pt x="10646" y="5025"/>
                  </a:lnTo>
                  <a:lnTo>
                    <a:pt x="7883" y="5025"/>
                  </a:lnTo>
                  <a:cubicBezTo>
                    <a:pt x="7883" y="4977"/>
                    <a:pt x="7907" y="4954"/>
                    <a:pt x="7907" y="4954"/>
                  </a:cubicBezTo>
                  <a:lnTo>
                    <a:pt x="7907" y="1882"/>
                  </a:lnTo>
                  <a:cubicBezTo>
                    <a:pt x="7907" y="1882"/>
                    <a:pt x="8717" y="2001"/>
                    <a:pt x="9074" y="2191"/>
                  </a:cubicBezTo>
                  <a:cubicBezTo>
                    <a:pt x="9097" y="2204"/>
                    <a:pt x="9120" y="2210"/>
                    <a:pt x="9143" y="2210"/>
                  </a:cubicBezTo>
                  <a:cubicBezTo>
                    <a:pt x="9280" y="2210"/>
                    <a:pt x="9381" y="1984"/>
                    <a:pt x="9217" y="1882"/>
                  </a:cubicBezTo>
                  <a:cubicBezTo>
                    <a:pt x="8812" y="1691"/>
                    <a:pt x="8360" y="1572"/>
                    <a:pt x="7931" y="1548"/>
                  </a:cubicBezTo>
                  <a:lnTo>
                    <a:pt x="7931" y="691"/>
                  </a:lnTo>
                  <a:cubicBezTo>
                    <a:pt x="7907" y="310"/>
                    <a:pt x="7574" y="0"/>
                    <a:pt x="71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7" name="Google Shape;19517;p94"/>
          <p:cNvGrpSpPr/>
          <p:nvPr/>
        </p:nvGrpSpPr>
        <p:grpSpPr>
          <a:xfrm>
            <a:off x="7017670" y="3988524"/>
            <a:ext cx="310165" cy="356970"/>
            <a:chOff x="7017670" y="4140924"/>
            <a:chExt cx="310165" cy="356970"/>
          </a:xfrm>
        </p:grpSpPr>
        <p:sp>
          <p:nvSpPr>
            <p:cNvPr id="19518" name="Google Shape;19518;p94"/>
            <p:cNvSpPr/>
            <p:nvPr/>
          </p:nvSpPr>
          <p:spPr>
            <a:xfrm>
              <a:off x="7023827" y="4145501"/>
              <a:ext cx="253367" cy="344721"/>
            </a:xfrm>
            <a:custGeom>
              <a:rect b="b" l="l" r="r" t="t"/>
              <a:pathLst>
                <a:path extrusionOk="0" h="10694" w="7860">
                  <a:moveTo>
                    <a:pt x="739" y="1"/>
                  </a:moveTo>
                  <a:cubicBezTo>
                    <a:pt x="334" y="1"/>
                    <a:pt x="0" y="334"/>
                    <a:pt x="0" y="739"/>
                  </a:cubicBezTo>
                  <a:lnTo>
                    <a:pt x="0" y="9955"/>
                  </a:lnTo>
                  <a:cubicBezTo>
                    <a:pt x="0" y="10360"/>
                    <a:pt x="334" y="10694"/>
                    <a:pt x="739" y="10694"/>
                  </a:cubicBezTo>
                  <a:lnTo>
                    <a:pt x="7121" y="10694"/>
                  </a:lnTo>
                  <a:cubicBezTo>
                    <a:pt x="7526" y="10694"/>
                    <a:pt x="7859" y="10360"/>
                    <a:pt x="7859" y="9955"/>
                  </a:cubicBezTo>
                  <a:lnTo>
                    <a:pt x="7859" y="3335"/>
                  </a:lnTo>
                  <a:lnTo>
                    <a:pt x="7835" y="3335"/>
                  </a:lnTo>
                  <a:lnTo>
                    <a:pt x="7835" y="2120"/>
                  </a:lnTo>
                  <a:lnTo>
                    <a:pt x="5954"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4"/>
            <p:cNvSpPr/>
            <p:nvPr/>
          </p:nvSpPr>
          <p:spPr>
            <a:xfrm>
              <a:off x="7216496" y="4146275"/>
              <a:ext cx="60699" cy="68370"/>
            </a:xfrm>
            <a:custGeom>
              <a:rect b="b" l="l" r="r" t="t"/>
              <a:pathLst>
                <a:path extrusionOk="0" h="2121" w="1883">
                  <a:moveTo>
                    <a:pt x="1" y="1"/>
                  </a:moveTo>
                  <a:lnTo>
                    <a:pt x="1" y="1382"/>
                  </a:lnTo>
                  <a:cubicBezTo>
                    <a:pt x="1" y="1787"/>
                    <a:pt x="334" y="2120"/>
                    <a:pt x="739" y="2120"/>
                  </a:cubicBezTo>
                  <a:lnTo>
                    <a:pt x="1882" y="2120"/>
                  </a:lnTo>
                  <a:lnTo>
                    <a:pt x="1"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94"/>
            <p:cNvSpPr/>
            <p:nvPr/>
          </p:nvSpPr>
          <p:spPr>
            <a:xfrm>
              <a:off x="7065281" y="4278309"/>
              <a:ext cx="168911" cy="80652"/>
            </a:xfrm>
            <a:custGeom>
              <a:rect b="b" l="l" r="r" t="t"/>
              <a:pathLst>
                <a:path extrusionOk="0" h="2502" w="5240">
                  <a:moveTo>
                    <a:pt x="0" y="1"/>
                  </a:moveTo>
                  <a:lnTo>
                    <a:pt x="0" y="2501"/>
                  </a:lnTo>
                  <a:lnTo>
                    <a:pt x="5240" y="2501"/>
                  </a:lnTo>
                  <a:lnTo>
                    <a:pt x="5240"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94"/>
            <p:cNvSpPr/>
            <p:nvPr/>
          </p:nvSpPr>
          <p:spPr>
            <a:xfrm>
              <a:off x="7117470" y="4297521"/>
              <a:ext cx="17697" cy="16923"/>
            </a:xfrm>
            <a:custGeom>
              <a:rect b="b" l="l" r="r" t="t"/>
              <a:pathLst>
                <a:path extrusionOk="0" h="525" w="549">
                  <a:moveTo>
                    <a:pt x="287" y="0"/>
                  </a:moveTo>
                  <a:cubicBezTo>
                    <a:pt x="120" y="0"/>
                    <a:pt x="1" y="119"/>
                    <a:pt x="1" y="262"/>
                  </a:cubicBezTo>
                  <a:cubicBezTo>
                    <a:pt x="1" y="405"/>
                    <a:pt x="120" y="524"/>
                    <a:pt x="287" y="524"/>
                  </a:cubicBezTo>
                  <a:cubicBezTo>
                    <a:pt x="429" y="524"/>
                    <a:pt x="548" y="405"/>
                    <a:pt x="548" y="262"/>
                  </a:cubicBezTo>
                  <a:cubicBezTo>
                    <a:pt x="548" y="119"/>
                    <a:pt x="429" y="0"/>
                    <a:pt x="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94"/>
            <p:cNvSpPr/>
            <p:nvPr/>
          </p:nvSpPr>
          <p:spPr>
            <a:xfrm>
              <a:off x="7126689" y="4299036"/>
              <a:ext cx="107504" cy="59925"/>
            </a:xfrm>
            <a:custGeom>
              <a:rect b="b" l="l" r="r" t="t"/>
              <a:pathLst>
                <a:path extrusionOk="0" h="1859" w="3335">
                  <a:moveTo>
                    <a:pt x="1501" y="1"/>
                  </a:moveTo>
                  <a:lnTo>
                    <a:pt x="1" y="1501"/>
                  </a:lnTo>
                  <a:lnTo>
                    <a:pt x="358" y="1858"/>
                  </a:lnTo>
                  <a:lnTo>
                    <a:pt x="3335" y="1858"/>
                  </a:lnTo>
                  <a:lnTo>
                    <a:pt x="3335" y="1811"/>
                  </a:lnTo>
                  <a:lnTo>
                    <a:pt x="150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94"/>
            <p:cNvSpPr/>
            <p:nvPr/>
          </p:nvSpPr>
          <p:spPr>
            <a:xfrm>
              <a:off x="7065281" y="4322084"/>
              <a:ext cx="61440" cy="36877"/>
            </a:xfrm>
            <a:custGeom>
              <a:rect b="b" l="l" r="r" t="t"/>
              <a:pathLst>
                <a:path extrusionOk="0" h="1144" w="1906">
                  <a:moveTo>
                    <a:pt x="1120" y="0"/>
                  </a:moveTo>
                  <a:lnTo>
                    <a:pt x="0" y="1143"/>
                  </a:lnTo>
                  <a:lnTo>
                    <a:pt x="1548" y="1143"/>
                  </a:lnTo>
                  <a:lnTo>
                    <a:pt x="1906" y="786"/>
                  </a:lnTo>
                  <a:lnTo>
                    <a:pt x="11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94"/>
            <p:cNvSpPr/>
            <p:nvPr/>
          </p:nvSpPr>
          <p:spPr>
            <a:xfrm>
              <a:off x="7123627" y="4358929"/>
              <a:ext cx="14602" cy="32"/>
            </a:xfrm>
            <a:custGeom>
              <a:rect b="b" l="l" r="r" t="t"/>
              <a:pathLst>
                <a:path extrusionOk="0" h="1" w="453">
                  <a:moveTo>
                    <a:pt x="0" y="0"/>
                  </a:moveTo>
                  <a:lnTo>
                    <a:pt x="453" y="0"/>
                  </a:lnTo>
                  <a:lnTo>
                    <a:pt x="45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94"/>
            <p:cNvSpPr/>
            <p:nvPr/>
          </p:nvSpPr>
          <p:spPr>
            <a:xfrm>
              <a:off x="7115181" y="4347421"/>
              <a:ext cx="23048" cy="11540"/>
            </a:xfrm>
            <a:custGeom>
              <a:rect b="b" l="l" r="r" t="t"/>
              <a:pathLst>
                <a:path extrusionOk="0" h="358" w="715">
                  <a:moveTo>
                    <a:pt x="358" y="0"/>
                  </a:moveTo>
                  <a:lnTo>
                    <a:pt x="0" y="310"/>
                  </a:lnTo>
                  <a:lnTo>
                    <a:pt x="262" y="357"/>
                  </a:lnTo>
                  <a:lnTo>
                    <a:pt x="715" y="357"/>
                  </a:lnTo>
                  <a:lnTo>
                    <a:pt x="35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94"/>
            <p:cNvSpPr/>
            <p:nvPr/>
          </p:nvSpPr>
          <p:spPr>
            <a:xfrm>
              <a:off x="7267169" y="4418048"/>
              <a:ext cx="35362" cy="26110"/>
            </a:xfrm>
            <a:custGeom>
              <a:rect b="b" l="l" r="r" t="t"/>
              <a:pathLst>
                <a:path extrusionOk="0" h="810" w="1097">
                  <a:moveTo>
                    <a:pt x="1" y="0"/>
                  </a:moveTo>
                  <a:lnTo>
                    <a:pt x="572" y="810"/>
                  </a:lnTo>
                  <a:lnTo>
                    <a:pt x="1096" y="0"/>
                  </a:ln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94"/>
            <p:cNvSpPr/>
            <p:nvPr/>
          </p:nvSpPr>
          <p:spPr>
            <a:xfrm>
              <a:off x="7268717" y="4290591"/>
              <a:ext cx="35330" cy="127457"/>
            </a:xfrm>
            <a:custGeom>
              <a:rect b="b" l="l" r="r" t="t"/>
              <a:pathLst>
                <a:path extrusionOk="0" h="3954" w="1096">
                  <a:moveTo>
                    <a:pt x="0" y="1"/>
                  </a:moveTo>
                  <a:lnTo>
                    <a:pt x="0" y="3954"/>
                  </a:lnTo>
                  <a:lnTo>
                    <a:pt x="1096" y="3954"/>
                  </a:lnTo>
                  <a:lnTo>
                    <a:pt x="1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94"/>
            <p:cNvSpPr/>
            <p:nvPr/>
          </p:nvSpPr>
          <p:spPr>
            <a:xfrm>
              <a:off x="7268717" y="4249910"/>
              <a:ext cx="35330" cy="40713"/>
            </a:xfrm>
            <a:custGeom>
              <a:rect b="b" l="l" r="r" t="t"/>
              <a:pathLst>
                <a:path extrusionOk="0" h="1263" w="1096">
                  <a:moveTo>
                    <a:pt x="524" y="1"/>
                  </a:moveTo>
                  <a:cubicBezTo>
                    <a:pt x="238" y="1"/>
                    <a:pt x="0" y="239"/>
                    <a:pt x="0" y="548"/>
                  </a:cubicBezTo>
                  <a:lnTo>
                    <a:pt x="0" y="1263"/>
                  </a:lnTo>
                  <a:lnTo>
                    <a:pt x="1096" y="1263"/>
                  </a:lnTo>
                  <a:lnTo>
                    <a:pt x="1096" y="548"/>
                  </a:lnTo>
                  <a:cubicBezTo>
                    <a:pt x="1072" y="239"/>
                    <a:pt x="834" y="1"/>
                    <a:pt x="524" y="1"/>
                  </a:cubicBezTo>
                  <a:close/>
                </a:path>
              </a:pathLst>
            </a:custGeom>
            <a:solidFill>
              <a:srgbClr val="85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94"/>
            <p:cNvSpPr/>
            <p:nvPr/>
          </p:nvSpPr>
          <p:spPr>
            <a:xfrm>
              <a:off x="7058383" y="4191565"/>
              <a:ext cx="126684" cy="10799"/>
            </a:xfrm>
            <a:custGeom>
              <a:rect b="b" l="l" r="r" t="t"/>
              <a:pathLst>
                <a:path extrusionOk="0" h="335" w="3930">
                  <a:moveTo>
                    <a:pt x="214" y="1"/>
                  </a:moveTo>
                  <a:cubicBezTo>
                    <a:pt x="0" y="1"/>
                    <a:pt x="0" y="334"/>
                    <a:pt x="214" y="334"/>
                  </a:cubicBezTo>
                  <a:lnTo>
                    <a:pt x="3715" y="334"/>
                  </a:lnTo>
                  <a:cubicBezTo>
                    <a:pt x="3929" y="334"/>
                    <a:pt x="3929" y="1"/>
                    <a:pt x="3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94"/>
            <p:cNvSpPr/>
            <p:nvPr/>
          </p:nvSpPr>
          <p:spPr>
            <a:xfrm>
              <a:off x="7058383" y="4232245"/>
              <a:ext cx="126684" cy="10025"/>
            </a:xfrm>
            <a:custGeom>
              <a:rect b="b" l="l" r="r" t="t"/>
              <a:pathLst>
                <a:path extrusionOk="0" h="311" w="3930">
                  <a:moveTo>
                    <a:pt x="214" y="1"/>
                  </a:moveTo>
                  <a:cubicBezTo>
                    <a:pt x="0" y="1"/>
                    <a:pt x="0" y="311"/>
                    <a:pt x="214" y="311"/>
                  </a:cubicBezTo>
                  <a:lnTo>
                    <a:pt x="3715" y="311"/>
                  </a:lnTo>
                  <a:cubicBezTo>
                    <a:pt x="3929" y="311"/>
                    <a:pt x="3929" y="1"/>
                    <a:pt x="3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94"/>
            <p:cNvSpPr/>
            <p:nvPr/>
          </p:nvSpPr>
          <p:spPr>
            <a:xfrm>
              <a:off x="7059898" y="4272185"/>
              <a:ext cx="178904" cy="90613"/>
            </a:xfrm>
            <a:custGeom>
              <a:rect b="b" l="l" r="r" t="t"/>
              <a:pathLst>
                <a:path extrusionOk="0" h="2811" w="5550">
                  <a:moveTo>
                    <a:pt x="5216" y="334"/>
                  </a:moveTo>
                  <a:lnTo>
                    <a:pt x="5216" y="2239"/>
                  </a:lnTo>
                  <a:lnTo>
                    <a:pt x="3668" y="691"/>
                  </a:lnTo>
                  <a:cubicBezTo>
                    <a:pt x="3632" y="655"/>
                    <a:pt x="3585" y="637"/>
                    <a:pt x="3540" y="637"/>
                  </a:cubicBezTo>
                  <a:cubicBezTo>
                    <a:pt x="3495" y="637"/>
                    <a:pt x="3454" y="655"/>
                    <a:pt x="3430" y="691"/>
                  </a:cubicBezTo>
                  <a:lnTo>
                    <a:pt x="2025" y="2096"/>
                  </a:lnTo>
                  <a:lnTo>
                    <a:pt x="1406" y="1429"/>
                  </a:lnTo>
                  <a:cubicBezTo>
                    <a:pt x="1382" y="1405"/>
                    <a:pt x="1340" y="1393"/>
                    <a:pt x="1296" y="1393"/>
                  </a:cubicBezTo>
                  <a:cubicBezTo>
                    <a:pt x="1251" y="1393"/>
                    <a:pt x="1203" y="1405"/>
                    <a:pt x="1168" y="1429"/>
                  </a:cubicBezTo>
                  <a:lnTo>
                    <a:pt x="334" y="2263"/>
                  </a:lnTo>
                  <a:lnTo>
                    <a:pt x="334" y="334"/>
                  </a:lnTo>
                  <a:close/>
                  <a:moveTo>
                    <a:pt x="1287" y="1763"/>
                  </a:moveTo>
                  <a:lnTo>
                    <a:pt x="2001" y="2501"/>
                  </a:lnTo>
                  <a:lnTo>
                    <a:pt x="548" y="2501"/>
                  </a:lnTo>
                  <a:lnTo>
                    <a:pt x="1287" y="1763"/>
                  </a:lnTo>
                  <a:close/>
                  <a:moveTo>
                    <a:pt x="3573" y="1048"/>
                  </a:moveTo>
                  <a:lnTo>
                    <a:pt x="5049" y="2501"/>
                  </a:lnTo>
                  <a:lnTo>
                    <a:pt x="2477" y="2501"/>
                  </a:lnTo>
                  <a:lnTo>
                    <a:pt x="2311" y="2334"/>
                  </a:lnTo>
                  <a:lnTo>
                    <a:pt x="3573" y="1048"/>
                  </a:lnTo>
                  <a:close/>
                  <a:moveTo>
                    <a:pt x="167" y="0"/>
                  </a:moveTo>
                  <a:cubicBezTo>
                    <a:pt x="72" y="0"/>
                    <a:pt x="1" y="72"/>
                    <a:pt x="1" y="143"/>
                  </a:cubicBezTo>
                  <a:lnTo>
                    <a:pt x="1" y="2644"/>
                  </a:lnTo>
                  <a:cubicBezTo>
                    <a:pt x="1" y="2739"/>
                    <a:pt x="72" y="2810"/>
                    <a:pt x="167" y="2810"/>
                  </a:cubicBezTo>
                  <a:lnTo>
                    <a:pt x="5407" y="2810"/>
                  </a:lnTo>
                  <a:cubicBezTo>
                    <a:pt x="5478" y="2810"/>
                    <a:pt x="5549" y="2739"/>
                    <a:pt x="5549" y="2644"/>
                  </a:cubicBezTo>
                  <a:lnTo>
                    <a:pt x="5549" y="143"/>
                  </a:lnTo>
                  <a:cubicBezTo>
                    <a:pt x="5549" y="96"/>
                    <a:pt x="5478" y="0"/>
                    <a:pt x="54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94"/>
            <p:cNvSpPr/>
            <p:nvPr/>
          </p:nvSpPr>
          <p:spPr>
            <a:xfrm>
              <a:off x="7058383" y="4393453"/>
              <a:ext cx="181967" cy="10025"/>
            </a:xfrm>
            <a:custGeom>
              <a:rect b="b" l="l" r="r" t="t"/>
              <a:pathLst>
                <a:path extrusionOk="0" h="311" w="5645">
                  <a:moveTo>
                    <a:pt x="214" y="1"/>
                  </a:moveTo>
                  <a:cubicBezTo>
                    <a:pt x="0" y="1"/>
                    <a:pt x="0" y="311"/>
                    <a:pt x="214" y="311"/>
                  </a:cubicBezTo>
                  <a:lnTo>
                    <a:pt x="5454" y="311"/>
                  </a:lnTo>
                  <a:cubicBezTo>
                    <a:pt x="5644" y="311"/>
                    <a:pt x="5644"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94"/>
            <p:cNvSpPr/>
            <p:nvPr/>
          </p:nvSpPr>
          <p:spPr>
            <a:xfrm>
              <a:off x="7058383" y="4433392"/>
              <a:ext cx="181967" cy="10766"/>
            </a:xfrm>
            <a:custGeom>
              <a:rect b="b" l="l" r="r" t="t"/>
              <a:pathLst>
                <a:path extrusionOk="0" h="334" w="5645">
                  <a:moveTo>
                    <a:pt x="214" y="0"/>
                  </a:moveTo>
                  <a:cubicBezTo>
                    <a:pt x="0" y="0"/>
                    <a:pt x="0" y="334"/>
                    <a:pt x="214" y="334"/>
                  </a:cubicBezTo>
                  <a:lnTo>
                    <a:pt x="5454" y="334"/>
                  </a:lnTo>
                  <a:cubicBezTo>
                    <a:pt x="5644" y="334"/>
                    <a:pt x="5644"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94"/>
            <p:cNvSpPr/>
            <p:nvPr/>
          </p:nvSpPr>
          <p:spPr>
            <a:xfrm>
              <a:off x="7112860" y="4292138"/>
              <a:ext cx="26916" cy="26884"/>
            </a:xfrm>
            <a:custGeom>
              <a:rect b="b" l="l" r="r" t="t"/>
              <a:pathLst>
                <a:path extrusionOk="0" h="834" w="835">
                  <a:moveTo>
                    <a:pt x="430" y="310"/>
                  </a:moveTo>
                  <a:cubicBezTo>
                    <a:pt x="477" y="310"/>
                    <a:pt x="549" y="358"/>
                    <a:pt x="549" y="429"/>
                  </a:cubicBezTo>
                  <a:cubicBezTo>
                    <a:pt x="549" y="477"/>
                    <a:pt x="477" y="548"/>
                    <a:pt x="430" y="548"/>
                  </a:cubicBezTo>
                  <a:cubicBezTo>
                    <a:pt x="358" y="548"/>
                    <a:pt x="310" y="477"/>
                    <a:pt x="310" y="429"/>
                  </a:cubicBezTo>
                  <a:cubicBezTo>
                    <a:pt x="310" y="358"/>
                    <a:pt x="358" y="310"/>
                    <a:pt x="430" y="310"/>
                  </a:cubicBezTo>
                  <a:close/>
                  <a:moveTo>
                    <a:pt x="430" y="0"/>
                  </a:moveTo>
                  <a:cubicBezTo>
                    <a:pt x="191" y="0"/>
                    <a:pt x="1" y="191"/>
                    <a:pt x="1" y="429"/>
                  </a:cubicBezTo>
                  <a:cubicBezTo>
                    <a:pt x="1" y="667"/>
                    <a:pt x="191" y="834"/>
                    <a:pt x="430" y="834"/>
                  </a:cubicBezTo>
                  <a:cubicBezTo>
                    <a:pt x="668" y="834"/>
                    <a:pt x="834" y="667"/>
                    <a:pt x="834" y="429"/>
                  </a:cubicBezTo>
                  <a:cubicBezTo>
                    <a:pt x="834" y="191"/>
                    <a:pt x="66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4"/>
            <p:cNvSpPr/>
            <p:nvPr/>
          </p:nvSpPr>
          <p:spPr>
            <a:xfrm>
              <a:off x="7017670" y="4140924"/>
              <a:ext cx="310165" cy="356970"/>
            </a:xfrm>
            <a:custGeom>
              <a:rect b="b" l="l" r="r" t="t"/>
              <a:pathLst>
                <a:path extrusionOk="0" h="11074" w="9622">
                  <a:moveTo>
                    <a:pt x="6312" y="572"/>
                  </a:moveTo>
                  <a:lnTo>
                    <a:pt x="7693" y="2072"/>
                  </a:lnTo>
                  <a:lnTo>
                    <a:pt x="6907" y="2072"/>
                  </a:lnTo>
                  <a:cubicBezTo>
                    <a:pt x="6884" y="2075"/>
                    <a:pt x="6861" y="2077"/>
                    <a:pt x="6839" y="2077"/>
                  </a:cubicBezTo>
                  <a:cubicBezTo>
                    <a:pt x="6557" y="2077"/>
                    <a:pt x="6312" y="1811"/>
                    <a:pt x="6312" y="1524"/>
                  </a:cubicBezTo>
                  <a:lnTo>
                    <a:pt x="6312" y="572"/>
                  </a:lnTo>
                  <a:close/>
                  <a:moveTo>
                    <a:pt x="8352" y="3562"/>
                  </a:moveTo>
                  <a:cubicBezTo>
                    <a:pt x="8377" y="3562"/>
                    <a:pt x="8403" y="3565"/>
                    <a:pt x="8431" y="3572"/>
                  </a:cubicBezTo>
                  <a:cubicBezTo>
                    <a:pt x="8455" y="3572"/>
                    <a:pt x="8503" y="3596"/>
                    <a:pt x="8526" y="3596"/>
                  </a:cubicBezTo>
                  <a:cubicBezTo>
                    <a:pt x="8646" y="3644"/>
                    <a:pt x="8693" y="3810"/>
                    <a:pt x="8693" y="3929"/>
                  </a:cubicBezTo>
                  <a:lnTo>
                    <a:pt x="8693" y="4453"/>
                  </a:lnTo>
                  <a:lnTo>
                    <a:pt x="7955" y="4453"/>
                  </a:lnTo>
                  <a:lnTo>
                    <a:pt x="7955" y="3929"/>
                  </a:lnTo>
                  <a:cubicBezTo>
                    <a:pt x="7955" y="3834"/>
                    <a:pt x="7979" y="3715"/>
                    <a:pt x="8074" y="3667"/>
                  </a:cubicBezTo>
                  <a:lnTo>
                    <a:pt x="8098" y="3620"/>
                  </a:lnTo>
                  <a:cubicBezTo>
                    <a:pt x="8145" y="3620"/>
                    <a:pt x="8145" y="3596"/>
                    <a:pt x="8169" y="3596"/>
                  </a:cubicBezTo>
                  <a:cubicBezTo>
                    <a:pt x="8237" y="3579"/>
                    <a:pt x="8292" y="3562"/>
                    <a:pt x="8352" y="3562"/>
                  </a:cubicBezTo>
                  <a:close/>
                  <a:moveTo>
                    <a:pt x="8550" y="8788"/>
                  </a:moveTo>
                  <a:lnTo>
                    <a:pt x="8312" y="9097"/>
                  </a:lnTo>
                  <a:lnTo>
                    <a:pt x="8074" y="8788"/>
                  </a:lnTo>
                  <a:close/>
                  <a:moveTo>
                    <a:pt x="2787" y="0"/>
                  </a:moveTo>
                  <a:cubicBezTo>
                    <a:pt x="2573" y="0"/>
                    <a:pt x="2573" y="333"/>
                    <a:pt x="2787" y="333"/>
                  </a:cubicBezTo>
                  <a:lnTo>
                    <a:pt x="6002" y="333"/>
                  </a:lnTo>
                  <a:lnTo>
                    <a:pt x="6002" y="1548"/>
                  </a:lnTo>
                  <a:cubicBezTo>
                    <a:pt x="6002" y="2048"/>
                    <a:pt x="6407" y="2477"/>
                    <a:pt x="6907" y="2477"/>
                  </a:cubicBezTo>
                  <a:lnTo>
                    <a:pt x="7860" y="2477"/>
                  </a:lnTo>
                  <a:lnTo>
                    <a:pt x="7860" y="3429"/>
                  </a:lnTo>
                  <a:lnTo>
                    <a:pt x="7812" y="3477"/>
                  </a:lnTo>
                  <a:cubicBezTo>
                    <a:pt x="7693" y="3596"/>
                    <a:pt x="7598" y="3787"/>
                    <a:pt x="7598" y="3977"/>
                  </a:cubicBezTo>
                  <a:lnTo>
                    <a:pt x="7598" y="7073"/>
                  </a:lnTo>
                  <a:cubicBezTo>
                    <a:pt x="7598" y="7180"/>
                    <a:pt x="7687" y="7234"/>
                    <a:pt x="7776" y="7234"/>
                  </a:cubicBezTo>
                  <a:cubicBezTo>
                    <a:pt x="7866" y="7234"/>
                    <a:pt x="7955" y="7180"/>
                    <a:pt x="7955" y="7073"/>
                  </a:cubicBezTo>
                  <a:lnTo>
                    <a:pt x="7955" y="4811"/>
                  </a:lnTo>
                  <a:lnTo>
                    <a:pt x="8693" y="4811"/>
                  </a:lnTo>
                  <a:lnTo>
                    <a:pt x="8693" y="8478"/>
                  </a:lnTo>
                  <a:lnTo>
                    <a:pt x="7931" y="8478"/>
                  </a:lnTo>
                  <a:lnTo>
                    <a:pt x="7931" y="8073"/>
                  </a:lnTo>
                  <a:cubicBezTo>
                    <a:pt x="7931" y="7966"/>
                    <a:pt x="7848" y="7912"/>
                    <a:pt x="7764" y="7912"/>
                  </a:cubicBezTo>
                  <a:cubicBezTo>
                    <a:pt x="7681" y="7912"/>
                    <a:pt x="7598" y="7966"/>
                    <a:pt x="7598" y="8073"/>
                  </a:cubicBezTo>
                  <a:lnTo>
                    <a:pt x="7598" y="8668"/>
                  </a:lnTo>
                  <a:cubicBezTo>
                    <a:pt x="7598" y="8692"/>
                    <a:pt x="7598" y="8716"/>
                    <a:pt x="7621" y="8740"/>
                  </a:cubicBezTo>
                  <a:lnTo>
                    <a:pt x="7860" y="9097"/>
                  </a:lnTo>
                  <a:lnTo>
                    <a:pt x="7860" y="9145"/>
                  </a:lnTo>
                  <a:lnTo>
                    <a:pt x="7860" y="10145"/>
                  </a:lnTo>
                  <a:cubicBezTo>
                    <a:pt x="7860" y="10478"/>
                    <a:pt x="7598" y="10740"/>
                    <a:pt x="7264" y="10740"/>
                  </a:cubicBezTo>
                  <a:lnTo>
                    <a:pt x="930" y="10740"/>
                  </a:lnTo>
                  <a:cubicBezTo>
                    <a:pt x="596" y="10740"/>
                    <a:pt x="334" y="10478"/>
                    <a:pt x="334" y="10145"/>
                  </a:cubicBezTo>
                  <a:lnTo>
                    <a:pt x="334" y="953"/>
                  </a:lnTo>
                  <a:cubicBezTo>
                    <a:pt x="334" y="619"/>
                    <a:pt x="596" y="357"/>
                    <a:pt x="930" y="357"/>
                  </a:cubicBezTo>
                  <a:lnTo>
                    <a:pt x="1716" y="357"/>
                  </a:lnTo>
                  <a:cubicBezTo>
                    <a:pt x="1906" y="357"/>
                    <a:pt x="1906" y="24"/>
                    <a:pt x="1716" y="24"/>
                  </a:cubicBezTo>
                  <a:lnTo>
                    <a:pt x="930" y="24"/>
                  </a:lnTo>
                  <a:cubicBezTo>
                    <a:pt x="430" y="24"/>
                    <a:pt x="1" y="452"/>
                    <a:pt x="1" y="953"/>
                  </a:cubicBezTo>
                  <a:lnTo>
                    <a:pt x="1" y="10145"/>
                  </a:lnTo>
                  <a:cubicBezTo>
                    <a:pt x="1" y="10645"/>
                    <a:pt x="430" y="11074"/>
                    <a:pt x="930" y="11074"/>
                  </a:cubicBezTo>
                  <a:lnTo>
                    <a:pt x="7264" y="11074"/>
                  </a:lnTo>
                  <a:cubicBezTo>
                    <a:pt x="7788" y="11074"/>
                    <a:pt x="8193" y="10645"/>
                    <a:pt x="8193" y="10145"/>
                  </a:cubicBezTo>
                  <a:lnTo>
                    <a:pt x="8193" y="9550"/>
                  </a:lnTo>
                  <a:cubicBezTo>
                    <a:pt x="8224" y="9591"/>
                    <a:pt x="8265" y="9610"/>
                    <a:pt x="8304" y="9610"/>
                  </a:cubicBezTo>
                  <a:cubicBezTo>
                    <a:pt x="8355" y="9610"/>
                    <a:pt x="8404" y="9579"/>
                    <a:pt x="8431" y="9526"/>
                  </a:cubicBezTo>
                  <a:lnTo>
                    <a:pt x="8955" y="8716"/>
                  </a:lnTo>
                  <a:cubicBezTo>
                    <a:pt x="9003" y="8692"/>
                    <a:pt x="9003" y="8668"/>
                    <a:pt x="9003" y="8621"/>
                  </a:cubicBezTo>
                  <a:lnTo>
                    <a:pt x="9003" y="4858"/>
                  </a:lnTo>
                  <a:cubicBezTo>
                    <a:pt x="9146" y="4906"/>
                    <a:pt x="9265" y="5049"/>
                    <a:pt x="9265" y="5263"/>
                  </a:cubicBezTo>
                  <a:lnTo>
                    <a:pt x="9265" y="6430"/>
                  </a:lnTo>
                  <a:cubicBezTo>
                    <a:pt x="9265" y="6525"/>
                    <a:pt x="9348" y="6573"/>
                    <a:pt x="9431" y="6573"/>
                  </a:cubicBezTo>
                  <a:cubicBezTo>
                    <a:pt x="9515" y="6573"/>
                    <a:pt x="9598" y="6525"/>
                    <a:pt x="9598" y="6430"/>
                  </a:cubicBezTo>
                  <a:lnTo>
                    <a:pt x="9622" y="5239"/>
                  </a:lnTo>
                  <a:cubicBezTo>
                    <a:pt x="9622" y="5025"/>
                    <a:pt x="9527" y="4858"/>
                    <a:pt x="9408" y="4691"/>
                  </a:cubicBezTo>
                  <a:cubicBezTo>
                    <a:pt x="9289" y="4572"/>
                    <a:pt x="9169" y="4525"/>
                    <a:pt x="9027" y="4501"/>
                  </a:cubicBezTo>
                  <a:lnTo>
                    <a:pt x="9027" y="3953"/>
                  </a:lnTo>
                  <a:cubicBezTo>
                    <a:pt x="9027" y="3583"/>
                    <a:pt x="8709" y="3253"/>
                    <a:pt x="8327" y="3253"/>
                  </a:cubicBezTo>
                  <a:cubicBezTo>
                    <a:pt x="8291" y="3253"/>
                    <a:pt x="8254" y="3256"/>
                    <a:pt x="8217" y="3263"/>
                  </a:cubicBezTo>
                  <a:lnTo>
                    <a:pt x="8217" y="2286"/>
                  </a:lnTo>
                  <a:cubicBezTo>
                    <a:pt x="8217" y="2262"/>
                    <a:pt x="8217" y="2191"/>
                    <a:pt x="8193" y="2167"/>
                  </a:cubicBezTo>
                  <a:lnTo>
                    <a:pt x="6312" y="48"/>
                  </a:lnTo>
                  <a:cubicBezTo>
                    <a:pt x="6288" y="24"/>
                    <a:pt x="6264" y="0"/>
                    <a:pt x="61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94"/>
          <p:cNvGrpSpPr/>
          <p:nvPr/>
        </p:nvGrpSpPr>
        <p:grpSpPr>
          <a:xfrm>
            <a:off x="7738509" y="3988524"/>
            <a:ext cx="357003" cy="354682"/>
            <a:chOff x="7738509" y="4140924"/>
            <a:chExt cx="357003" cy="354682"/>
          </a:xfrm>
        </p:grpSpPr>
        <p:sp>
          <p:nvSpPr>
            <p:cNvPr id="19537" name="Google Shape;19537;p94"/>
            <p:cNvSpPr/>
            <p:nvPr/>
          </p:nvSpPr>
          <p:spPr>
            <a:xfrm>
              <a:off x="7890497" y="4412665"/>
              <a:ext cx="53768" cy="55283"/>
            </a:xfrm>
            <a:custGeom>
              <a:rect b="b" l="l" r="r" t="t"/>
              <a:pathLst>
                <a:path extrusionOk="0" h="1715" w="1668">
                  <a:moveTo>
                    <a:pt x="1" y="0"/>
                  </a:moveTo>
                  <a:lnTo>
                    <a:pt x="1" y="1715"/>
                  </a:lnTo>
                  <a:lnTo>
                    <a:pt x="1668" y="1715"/>
                  </a:lnTo>
                  <a:lnTo>
                    <a:pt x="1668" y="0"/>
                  </a:lnTo>
                  <a:close/>
                </a:path>
              </a:pathLst>
            </a:custGeom>
            <a:solidFill>
              <a:srgbClr val="E4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94"/>
            <p:cNvSpPr/>
            <p:nvPr/>
          </p:nvSpPr>
          <p:spPr>
            <a:xfrm>
              <a:off x="7844466" y="4468689"/>
              <a:ext cx="143575" cy="22307"/>
            </a:xfrm>
            <a:custGeom>
              <a:rect b="b" l="l" r="r" t="t"/>
              <a:pathLst>
                <a:path extrusionOk="0" h="692" w="4454">
                  <a:moveTo>
                    <a:pt x="405" y="1"/>
                  </a:moveTo>
                  <a:cubicBezTo>
                    <a:pt x="0" y="1"/>
                    <a:pt x="0" y="691"/>
                    <a:pt x="405" y="691"/>
                  </a:cubicBezTo>
                  <a:lnTo>
                    <a:pt x="4001" y="691"/>
                  </a:lnTo>
                  <a:cubicBezTo>
                    <a:pt x="4453" y="691"/>
                    <a:pt x="4453" y="1"/>
                    <a:pt x="40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94"/>
            <p:cNvSpPr/>
            <p:nvPr/>
          </p:nvSpPr>
          <p:spPr>
            <a:xfrm>
              <a:off x="7945007" y="4468689"/>
              <a:ext cx="43034" cy="22307"/>
            </a:xfrm>
            <a:custGeom>
              <a:rect b="b" l="l" r="r" t="t"/>
              <a:pathLst>
                <a:path extrusionOk="0" h="692" w="1335">
                  <a:moveTo>
                    <a:pt x="1" y="1"/>
                  </a:moveTo>
                  <a:cubicBezTo>
                    <a:pt x="406" y="1"/>
                    <a:pt x="406" y="691"/>
                    <a:pt x="1" y="691"/>
                  </a:cubicBezTo>
                  <a:lnTo>
                    <a:pt x="882" y="691"/>
                  </a:lnTo>
                  <a:cubicBezTo>
                    <a:pt x="1334" y="691"/>
                    <a:pt x="1334" y="1"/>
                    <a:pt x="882"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94"/>
            <p:cNvSpPr/>
            <p:nvPr/>
          </p:nvSpPr>
          <p:spPr>
            <a:xfrm>
              <a:off x="7743893" y="4199237"/>
              <a:ext cx="343947" cy="223421"/>
            </a:xfrm>
            <a:custGeom>
              <a:rect b="b" l="l" r="r" t="t"/>
              <a:pathLst>
                <a:path extrusionOk="0" h="6931" w="10670">
                  <a:moveTo>
                    <a:pt x="667" y="1"/>
                  </a:moveTo>
                  <a:cubicBezTo>
                    <a:pt x="310" y="1"/>
                    <a:pt x="0" y="311"/>
                    <a:pt x="0" y="668"/>
                  </a:cubicBezTo>
                  <a:lnTo>
                    <a:pt x="0" y="6288"/>
                  </a:lnTo>
                  <a:cubicBezTo>
                    <a:pt x="0" y="6645"/>
                    <a:pt x="310" y="6931"/>
                    <a:pt x="667" y="6931"/>
                  </a:cubicBezTo>
                  <a:lnTo>
                    <a:pt x="10026" y="6931"/>
                  </a:lnTo>
                  <a:cubicBezTo>
                    <a:pt x="10383" y="6931"/>
                    <a:pt x="10669" y="6645"/>
                    <a:pt x="10669" y="6288"/>
                  </a:cubicBezTo>
                  <a:lnTo>
                    <a:pt x="10669" y="668"/>
                  </a:lnTo>
                  <a:cubicBezTo>
                    <a:pt x="10669" y="311"/>
                    <a:pt x="10383" y="1"/>
                    <a:pt x="10026"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94"/>
            <p:cNvSpPr/>
            <p:nvPr/>
          </p:nvSpPr>
          <p:spPr>
            <a:xfrm>
              <a:off x="8038682" y="4199237"/>
              <a:ext cx="49932" cy="223421"/>
            </a:xfrm>
            <a:custGeom>
              <a:rect b="b" l="l" r="r" t="t"/>
              <a:pathLst>
                <a:path extrusionOk="0" h="6931" w="1549">
                  <a:moveTo>
                    <a:pt x="0" y="1"/>
                  </a:moveTo>
                  <a:cubicBezTo>
                    <a:pt x="357" y="1"/>
                    <a:pt x="667" y="311"/>
                    <a:pt x="667" y="668"/>
                  </a:cubicBezTo>
                  <a:lnTo>
                    <a:pt x="667" y="6288"/>
                  </a:lnTo>
                  <a:cubicBezTo>
                    <a:pt x="667" y="6645"/>
                    <a:pt x="357" y="6931"/>
                    <a:pt x="0" y="6931"/>
                  </a:cubicBezTo>
                  <a:lnTo>
                    <a:pt x="881" y="6931"/>
                  </a:lnTo>
                  <a:cubicBezTo>
                    <a:pt x="1238" y="6931"/>
                    <a:pt x="1524" y="6645"/>
                    <a:pt x="1524" y="6288"/>
                  </a:cubicBezTo>
                  <a:lnTo>
                    <a:pt x="1524" y="668"/>
                  </a:lnTo>
                  <a:cubicBezTo>
                    <a:pt x="1548" y="311"/>
                    <a:pt x="1262" y="1"/>
                    <a:pt x="8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94"/>
            <p:cNvSpPr/>
            <p:nvPr/>
          </p:nvSpPr>
          <p:spPr>
            <a:xfrm>
              <a:off x="7744666" y="4371984"/>
              <a:ext cx="343174" cy="52221"/>
            </a:xfrm>
            <a:custGeom>
              <a:rect b="b" l="l" r="r" t="t"/>
              <a:pathLst>
                <a:path extrusionOk="0" h="1620" w="10646">
                  <a:moveTo>
                    <a:pt x="0" y="0"/>
                  </a:moveTo>
                  <a:lnTo>
                    <a:pt x="0" y="953"/>
                  </a:lnTo>
                  <a:cubicBezTo>
                    <a:pt x="0" y="1310"/>
                    <a:pt x="286" y="1620"/>
                    <a:pt x="643" y="1620"/>
                  </a:cubicBezTo>
                  <a:lnTo>
                    <a:pt x="10002" y="1620"/>
                  </a:lnTo>
                  <a:cubicBezTo>
                    <a:pt x="10359" y="1620"/>
                    <a:pt x="10645" y="1310"/>
                    <a:pt x="10645" y="953"/>
                  </a:cubicBezTo>
                  <a:lnTo>
                    <a:pt x="10645"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94"/>
            <p:cNvSpPr/>
            <p:nvPr/>
          </p:nvSpPr>
          <p:spPr>
            <a:xfrm>
              <a:off x="8040197" y="4371984"/>
              <a:ext cx="48417" cy="52221"/>
            </a:xfrm>
            <a:custGeom>
              <a:rect b="b" l="l" r="r" t="t"/>
              <a:pathLst>
                <a:path extrusionOk="0" h="1620" w="1502">
                  <a:moveTo>
                    <a:pt x="644" y="0"/>
                  </a:moveTo>
                  <a:lnTo>
                    <a:pt x="644" y="953"/>
                  </a:lnTo>
                  <a:cubicBezTo>
                    <a:pt x="644" y="1310"/>
                    <a:pt x="358" y="1620"/>
                    <a:pt x="1" y="1620"/>
                  </a:cubicBezTo>
                  <a:lnTo>
                    <a:pt x="858" y="1620"/>
                  </a:lnTo>
                  <a:cubicBezTo>
                    <a:pt x="1215" y="1620"/>
                    <a:pt x="1501" y="1310"/>
                    <a:pt x="1501" y="953"/>
                  </a:cubicBezTo>
                  <a:lnTo>
                    <a:pt x="150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94"/>
            <p:cNvSpPr/>
            <p:nvPr/>
          </p:nvSpPr>
          <p:spPr>
            <a:xfrm>
              <a:off x="7738509" y="4140924"/>
              <a:ext cx="32" cy="32"/>
            </a:xfrm>
            <a:custGeom>
              <a:rect b="b" l="l" r="r" t="t"/>
              <a:pathLst>
                <a:path extrusionOk="0" h="1" w="1">
                  <a:moveTo>
                    <a:pt x="1" y="0"/>
                  </a:move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94"/>
            <p:cNvSpPr/>
            <p:nvPr/>
          </p:nvSpPr>
          <p:spPr>
            <a:xfrm>
              <a:off x="7770003" y="4145501"/>
              <a:ext cx="136676" cy="186576"/>
            </a:xfrm>
            <a:custGeom>
              <a:rect b="b" l="l" r="r" t="t"/>
              <a:pathLst>
                <a:path extrusionOk="0" h="5788" w="4240">
                  <a:moveTo>
                    <a:pt x="834" y="1"/>
                  </a:moveTo>
                  <a:cubicBezTo>
                    <a:pt x="357" y="1"/>
                    <a:pt x="0" y="382"/>
                    <a:pt x="0" y="834"/>
                  </a:cubicBezTo>
                  <a:lnTo>
                    <a:pt x="0" y="4954"/>
                  </a:lnTo>
                  <a:cubicBezTo>
                    <a:pt x="0" y="5431"/>
                    <a:pt x="405" y="5788"/>
                    <a:pt x="834" y="5788"/>
                  </a:cubicBezTo>
                  <a:lnTo>
                    <a:pt x="3406" y="5788"/>
                  </a:lnTo>
                  <a:cubicBezTo>
                    <a:pt x="3858" y="5788"/>
                    <a:pt x="4215" y="5383"/>
                    <a:pt x="4239" y="4954"/>
                  </a:cubicBezTo>
                  <a:lnTo>
                    <a:pt x="4239" y="834"/>
                  </a:lnTo>
                  <a:cubicBezTo>
                    <a:pt x="4239" y="358"/>
                    <a:pt x="3858" y="1"/>
                    <a:pt x="3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94"/>
            <p:cNvSpPr/>
            <p:nvPr/>
          </p:nvSpPr>
          <p:spPr>
            <a:xfrm>
              <a:off x="7770003" y="4145501"/>
              <a:ext cx="136676" cy="40745"/>
            </a:xfrm>
            <a:custGeom>
              <a:rect b="b" l="l" r="r" t="t"/>
              <a:pathLst>
                <a:path extrusionOk="0" h="1264" w="4240">
                  <a:moveTo>
                    <a:pt x="834" y="1"/>
                  </a:moveTo>
                  <a:cubicBezTo>
                    <a:pt x="405" y="1"/>
                    <a:pt x="0" y="358"/>
                    <a:pt x="0" y="834"/>
                  </a:cubicBezTo>
                  <a:lnTo>
                    <a:pt x="0" y="1263"/>
                  </a:lnTo>
                  <a:lnTo>
                    <a:pt x="4239" y="1263"/>
                  </a:lnTo>
                  <a:lnTo>
                    <a:pt x="4239" y="834"/>
                  </a:lnTo>
                  <a:cubicBezTo>
                    <a:pt x="4215" y="358"/>
                    <a:pt x="3858" y="1"/>
                    <a:pt x="340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94"/>
            <p:cNvSpPr/>
            <p:nvPr/>
          </p:nvSpPr>
          <p:spPr>
            <a:xfrm>
              <a:off x="7925827" y="4145501"/>
              <a:ext cx="135903" cy="186576"/>
            </a:xfrm>
            <a:custGeom>
              <a:rect b="b" l="l" r="r" t="t"/>
              <a:pathLst>
                <a:path extrusionOk="0" h="5788" w="4216">
                  <a:moveTo>
                    <a:pt x="834" y="1"/>
                  </a:moveTo>
                  <a:cubicBezTo>
                    <a:pt x="358" y="1"/>
                    <a:pt x="0" y="382"/>
                    <a:pt x="0" y="834"/>
                  </a:cubicBezTo>
                  <a:lnTo>
                    <a:pt x="0" y="4954"/>
                  </a:lnTo>
                  <a:cubicBezTo>
                    <a:pt x="0" y="5431"/>
                    <a:pt x="381" y="5788"/>
                    <a:pt x="834" y="5788"/>
                  </a:cubicBezTo>
                  <a:lnTo>
                    <a:pt x="3382" y="5788"/>
                  </a:lnTo>
                  <a:cubicBezTo>
                    <a:pt x="3858" y="5788"/>
                    <a:pt x="4216" y="5383"/>
                    <a:pt x="4216" y="4954"/>
                  </a:cubicBezTo>
                  <a:lnTo>
                    <a:pt x="4216" y="834"/>
                  </a:lnTo>
                  <a:cubicBezTo>
                    <a:pt x="4216" y="358"/>
                    <a:pt x="3835" y="1"/>
                    <a:pt x="338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4"/>
            <p:cNvSpPr/>
            <p:nvPr/>
          </p:nvSpPr>
          <p:spPr>
            <a:xfrm>
              <a:off x="7925827" y="4145501"/>
              <a:ext cx="135903" cy="40745"/>
            </a:xfrm>
            <a:custGeom>
              <a:rect b="b" l="l" r="r" t="t"/>
              <a:pathLst>
                <a:path extrusionOk="0" h="1264" w="4216">
                  <a:moveTo>
                    <a:pt x="834" y="1"/>
                  </a:moveTo>
                  <a:cubicBezTo>
                    <a:pt x="381" y="1"/>
                    <a:pt x="0" y="358"/>
                    <a:pt x="0" y="834"/>
                  </a:cubicBezTo>
                  <a:lnTo>
                    <a:pt x="0" y="1263"/>
                  </a:lnTo>
                  <a:lnTo>
                    <a:pt x="4216" y="1263"/>
                  </a:lnTo>
                  <a:lnTo>
                    <a:pt x="4216" y="834"/>
                  </a:lnTo>
                  <a:cubicBezTo>
                    <a:pt x="4216" y="358"/>
                    <a:pt x="3858" y="1"/>
                    <a:pt x="338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94"/>
            <p:cNvSpPr/>
            <p:nvPr/>
          </p:nvSpPr>
          <p:spPr>
            <a:xfrm>
              <a:off x="7739283" y="4140924"/>
              <a:ext cx="356229" cy="354682"/>
            </a:xfrm>
            <a:custGeom>
              <a:rect b="b" l="l" r="r" t="t"/>
              <a:pathLst>
                <a:path extrusionOk="0" h="11003" w="11051">
                  <a:moveTo>
                    <a:pt x="4359" y="333"/>
                  </a:moveTo>
                  <a:cubicBezTo>
                    <a:pt x="4716" y="333"/>
                    <a:pt x="5002" y="619"/>
                    <a:pt x="5002" y="976"/>
                  </a:cubicBezTo>
                  <a:lnTo>
                    <a:pt x="5002" y="1238"/>
                  </a:lnTo>
                  <a:lnTo>
                    <a:pt x="1120" y="1238"/>
                  </a:lnTo>
                  <a:lnTo>
                    <a:pt x="1120" y="976"/>
                  </a:lnTo>
                  <a:cubicBezTo>
                    <a:pt x="1144" y="619"/>
                    <a:pt x="1429" y="333"/>
                    <a:pt x="1787" y="333"/>
                  </a:cubicBezTo>
                  <a:close/>
                  <a:moveTo>
                    <a:pt x="9169" y="333"/>
                  </a:moveTo>
                  <a:cubicBezTo>
                    <a:pt x="9526" y="333"/>
                    <a:pt x="9836" y="619"/>
                    <a:pt x="9836" y="976"/>
                  </a:cubicBezTo>
                  <a:lnTo>
                    <a:pt x="9836" y="1238"/>
                  </a:lnTo>
                  <a:lnTo>
                    <a:pt x="5930" y="1238"/>
                  </a:lnTo>
                  <a:lnTo>
                    <a:pt x="5930" y="1000"/>
                  </a:lnTo>
                  <a:cubicBezTo>
                    <a:pt x="5930" y="619"/>
                    <a:pt x="6264" y="333"/>
                    <a:pt x="6621" y="333"/>
                  </a:cubicBezTo>
                  <a:close/>
                  <a:moveTo>
                    <a:pt x="9836" y="1572"/>
                  </a:moveTo>
                  <a:lnTo>
                    <a:pt x="9836" y="5120"/>
                  </a:lnTo>
                  <a:cubicBezTo>
                    <a:pt x="9836" y="5477"/>
                    <a:pt x="9526" y="5763"/>
                    <a:pt x="9169" y="5763"/>
                  </a:cubicBezTo>
                  <a:lnTo>
                    <a:pt x="6621" y="5763"/>
                  </a:lnTo>
                  <a:cubicBezTo>
                    <a:pt x="6264" y="5763"/>
                    <a:pt x="5954" y="5477"/>
                    <a:pt x="5954" y="5120"/>
                  </a:cubicBezTo>
                  <a:lnTo>
                    <a:pt x="5930" y="1572"/>
                  </a:lnTo>
                  <a:close/>
                  <a:moveTo>
                    <a:pt x="5049" y="1524"/>
                  </a:moveTo>
                  <a:lnTo>
                    <a:pt x="5049" y="3548"/>
                  </a:lnTo>
                  <a:cubicBezTo>
                    <a:pt x="5049" y="3644"/>
                    <a:pt x="5127" y="3691"/>
                    <a:pt x="5204" y="3691"/>
                  </a:cubicBezTo>
                  <a:cubicBezTo>
                    <a:pt x="5281" y="3691"/>
                    <a:pt x="5359" y="3644"/>
                    <a:pt x="5359" y="3548"/>
                  </a:cubicBezTo>
                  <a:lnTo>
                    <a:pt x="5359" y="1929"/>
                  </a:lnTo>
                  <a:lnTo>
                    <a:pt x="5668" y="1929"/>
                  </a:lnTo>
                  <a:lnTo>
                    <a:pt x="5668" y="5049"/>
                  </a:lnTo>
                  <a:cubicBezTo>
                    <a:pt x="5668" y="5596"/>
                    <a:pt x="6121" y="6049"/>
                    <a:pt x="6645" y="6049"/>
                  </a:cubicBezTo>
                  <a:lnTo>
                    <a:pt x="9169" y="6049"/>
                  </a:lnTo>
                  <a:cubicBezTo>
                    <a:pt x="9717" y="6049"/>
                    <a:pt x="10169" y="5596"/>
                    <a:pt x="10169" y="5049"/>
                  </a:cubicBezTo>
                  <a:lnTo>
                    <a:pt x="10169" y="1929"/>
                  </a:lnTo>
                  <a:cubicBezTo>
                    <a:pt x="10431" y="1929"/>
                    <a:pt x="10669" y="2167"/>
                    <a:pt x="10669" y="2429"/>
                  </a:cubicBezTo>
                  <a:lnTo>
                    <a:pt x="10669" y="7001"/>
                  </a:lnTo>
                  <a:lnTo>
                    <a:pt x="310" y="7025"/>
                  </a:lnTo>
                  <a:lnTo>
                    <a:pt x="310" y="2477"/>
                  </a:lnTo>
                  <a:cubicBezTo>
                    <a:pt x="310" y="2191"/>
                    <a:pt x="524" y="1953"/>
                    <a:pt x="810" y="1953"/>
                  </a:cubicBezTo>
                  <a:lnTo>
                    <a:pt x="810" y="5096"/>
                  </a:lnTo>
                  <a:cubicBezTo>
                    <a:pt x="810" y="5620"/>
                    <a:pt x="1263" y="6073"/>
                    <a:pt x="1787" y="6073"/>
                  </a:cubicBezTo>
                  <a:lnTo>
                    <a:pt x="4359" y="6073"/>
                  </a:lnTo>
                  <a:cubicBezTo>
                    <a:pt x="4882" y="6073"/>
                    <a:pt x="5335" y="5620"/>
                    <a:pt x="5335" y="5096"/>
                  </a:cubicBezTo>
                  <a:lnTo>
                    <a:pt x="5335" y="4525"/>
                  </a:lnTo>
                  <a:cubicBezTo>
                    <a:pt x="5335" y="4418"/>
                    <a:pt x="5252" y="4364"/>
                    <a:pt x="5168" y="4364"/>
                  </a:cubicBezTo>
                  <a:cubicBezTo>
                    <a:pt x="5085" y="4364"/>
                    <a:pt x="5002" y="4418"/>
                    <a:pt x="5002" y="4525"/>
                  </a:cubicBezTo>
                  <a:lnTo>
                    <a:pt x="5002" y="5049"/>
                  </a:lnTo>
                  <a:cubicBezTo>
                    <a:pt x="5002" y="5406"/>
                    <a:pt x="4716" y="5715"/>
                    <a:pt x="4359" y="5715"/>
                  </a:cubicBezTo>
                  <a:lnTo>
                    <a:pt x="1787" y="5715"/>
                  </a:lnTo>
                  <a:cubicBezTo>
                    <a:pt x="1429" y="5715"/>
                    <a:pt x="1144" y="5406"/>
                    <a:pt x="1144" y="5049"/>
                  </a:cubicBezTo>
                  <a:lnTo>
                    <a:pt x="1144" y="1524"/>
                  </a:lnTo>
                  <a:close/>
                  <a:moveTo>
                    <a:pt x="6168" y="8954"/>
                  </a:moveTo>
                  <a:lnTo>
                    <a:pt x="6168" y="10002"/>
                  </a:lnTo>
                  <a:lnTo>
                    <a:pt x="4835" y="10002"/>
                  </a:lnTo>
                  <a:lnTo>
                    <a:pt x="4835" y="8954"/>
                  </a:lnTo>
                  <a:close/>
                  <a:moveTo>
                    <a:pt x="1787" y="0"/>
                  </a:moveTo>
                  <a:cubicBezTo>
                    <a:pt x="1263" y="0"/>
                    <a:pt x="810" y="452"/>
                    <a:pt x="810" y="976"/>
                  </a:cubicBezTo>
                  <a:lnTo>
                    <a:pt x="810" y="1643"/>
                  </a:lnTo>
                  <a:cubicBezTo>
                    <a:pt x="358" y="1643"/>
                    <a:pt x="0" y="2024"/>
                    <a:pt x="0" y="2477"/>
                  </a:cubicBezTo>
                  <a:lnTo>
                    <a:pt x="0" y="8121"/>
                  </a:lnTo>
                  <a:cubicBezTo>
                    <a:pt x="0" y="8573"/>
                    <a:pt x="358" y="8954"/>
                    <a:pt x="834" y="8954"/>
                  </a:cubicBezTo>
                  <a:lnTo>
                    <a:pt x="4525" y="8954"/>
                  </a:lnTo>
                  <a:lnTo>
                    <a:pt x="4525" y="10002"/>
                  </a:lnTo>
                  <a:lnTo>
                    <a:pt x="3716" y="10002"/>
                  </a:lnTo>
                  <a:cubicBezTo>
                    <a:pt x="3096" y="10002"/>
                    <a:pt x="3096" y="11002"/>
                    <a:pt x="3716" y="11002"/>
                  </a:cubicBezTo>
                  <a:lnTo>
                    <a:pt x="4263" y="11002"/>
                  </a:lnTo>
                  <a:cubicBezTo>
                    <a:pt x="4478" y="11002"/>
                    <a:pt x="4478" y="10693"/>
                    <a:pt x="4263" y="10693"/>
                  </a:cubicBezTo>
                  <a:lnTo>
                    <a:pt x="3716" y="10693"/>
                  </a:lnTo>
                  <a:cubicBezTo>
                    <a:pt x="3525" y="10693"/>
                    <a:pt x="3525" y="10335"/>
                    <a:pt x="3716" y="10335"/>
                  </a:cubicBezTo>
                  <a:lnTo>
                    <a:pt x="7335" y="10335"/>
                  </a:lnTo>
                  <a:cubicBezTo>
                    <a:pt x="7550" y="10335"/>
                    <a:pt x="7550" y="10693"/>
                    <a:pt x="7335" y="10693"/>
                  </a:cubicBezTo>
                  <a:lnTo>
                    <a:pt x="5216" y="10693"/>
                  </a:lnTo>
                  <a:cubicBezTo>
                    <a:pt x="5002" y="10693"/>
                    <a:pt x="5002" y="11002"/>
                    <a:pt x="5216" y="11002"/>
                  </a:cubicBezTo>
                  <a:lnTo>
                    <a:pt x="7335" y="11002"/>
                  </a:lnTo>
                  <a:cubicBezTo>
                    <a:pt x="7955" y="11002"/>
                    <a:pt x="7955" y="10002"/>
                    <a:pt x="7335" y="10002"/>
                  </a:cubicBezTo>
                  <a:lnTo>
                    <a:pt x="6526" y="10002"/>
                  </a:lnTo>
                  <a:lnTo>
                    <a:pt x="6526" y="8954"/>
                  </a:lnTo>
                  <a:lnTo>
                    <a:pt x="8383" y="8954"/>
                  </a:lnTo>
                  <a:cubicBezTo>
                    <a:pt x="8574" y="8954"/>
                    <a:pt x="8574" y="8621"/>
                    <a:pt x="8383" y="8621"/>
                  </a:cubicBezTo>
                  <a:lnTo>
                    <a:pt x="882" y="8621"/>
                  </a:lnTo>
                  <a:cubicBezTo>
                    <a:pt x="596" y="8621"/>
                    <a:pt x="358" y="8383"/>
                    <a:pt x="358" y="8121"/>
                  </a:cubicBezTo>
                  <a:lnTo>
                    <a:pt x="358" y="7359"/>
                  </a:lnTo>
                  <a:lnTo>
                    <a:pt x="10717" y="7359"/>
                  </a:lnTo>
                  <a:lnTo>
                    <a:pt x="10717" y="8121"/>
                  </a:lnTo>
                  <a:cubicBezTo>
                    <a:pt x="10717" y="8383"/>
                    <a:pt x="10479" y="8621"/>
                    <a:pt x="10217" y="8621"/>
                  </a:cubicBezTo>
                  <a:lnTo>
                    <a:pt x="9312" y="8621"/>
                  </a:lnTo>
                  <a:cubicBezTo>
                    <a:pt x="9121" y="8621"/>
                    <a:pt x="9121" y="8954"/>
                    <a:pt x="9312" y="8954"/>
                  </a:cubicBezTo>
                  <a:lnTo>
                    <a:pt x="10217" y="8954"/>
                  </a:lnTo>
                  <a:cubicBezTo>
                    <a:pt x="10669" y="8954"/>
                    <a:pt x="11050" y="8597"/>
                    <a:pt x="11050" y="8121"/>
                  </a:cubicBezTo>
                  <a:lnTo>
                    <a:pt x="11050" y="2477"/>
                  </a:lnTo>
                  <a:cubicBezTo>
                    <a:pt x="11003" y="2024"/>
                    <a:pt x="10598" y="1643"/>
                    <a:pt x="10169" y="1643"/>
                  </a:cubicBezTo>
                  <a:lnTo>
                    <a:pt x="10169" y="976"/>
                  </a:lnTo>
                  <a:cubicBezTo>
                    <a:pt x="10169" y="452"/>
                    <a:pt x="9717" y="0"/>
                    <a:pt x="9169" y="0"/>
                  </a:cubicBezTo>
                  <a:lnTo>
                    <a:pt x="5930" y="0"/>
                  </a:lnTo>
                  <a:cubicBezTo>
                    <a:pt x="5764" y="0"/>
                    <a:pt x="5645" y="143"/>
                    <a:pt x="5645" y="286"/>
                  </a:cubicBezTo>
                  <a:lnTo>
                    <a:pt x="5645" y="1667"/>
                  </a:lnTo>
                  <a:lnTo>
                    <a:pt x="5335" y="1667"/>
                  </a:lnTo>
                  <a:lnTo>
                    <a:pt x="5335" y="286"/>
                  </a:lnTo>
                  <a:cubicBezTo>
                    <a:pt x="5335" y="119"/>
                    <a:pt x="5192" y="0"/>
                    <a:pt x="5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94"/>
            <p:cNvSpPr/>
            <p:nvPr/>
          </p:nvSpPr>
          <p:spPr>
            <a:xfrm>
              <a:off x="7811651" y="4229377"/>
              <a:ext cx="53510" cy="53575"/>
            </a:xfrm>
            <a:custGeom>
              <a:rect b="b" l="l" r="r" t="t"/>
              <a:pathLst>
                <a:path extrusionOk="0" h="1662" w="1660">
                  <a:moveTo>
                    <a:pt x="828" y="566"/>
                  </a:moveTo>
                  <a:lnTo>
                    <a:pt x="1018" y="947"/>
                  </a:lnTo>
                  <a:lnTo>
                    <a:pt x="661" y="947"/>
                  </a:lnTo>
                  <a:lnTo>
                    <a:pt x="828" y="566"/>
                  </a:lnTo>
                  <a:close/>
                  <a:moveTo>
                    <a:pt x="828" y="1"/>
                  </a:moveTo>
                  <a:cubicBezTo>
                    <a:pt x="768" y="1"/>
                    <a:pt x="708" y="30"/>
                    <a:pt x="685" y="90"/>
                  </a:cubicBezTo>
                  <a:lnTo>
                    <a:pt x="65" y="1424"/>
                  </a:lnTo>
                  <a:cubicBezTo>
                    <a:pt x="0" y="1537"/>
                    <a:pt x="113" y="1651"/>
                    <a:pt x="222" y="1651"/>
                  </a:cubicBezTo>
                  <a:cubicBezTo>
                    <a:pt x="272" y="1651"/>
                    <a:pt x="321" y="1627"/>
                    <a:pt x="351" y="1566"/>
                  </a:cubicBezTo>
                  <a:lnTo>
                    <a:pt x="494" y="1281"/>
                  </a:lnTo>
                  <a:lnTo>
                    <a:pt x="1161" y="1281"/>
                  </a:lnTo>
                  <a:lnTo>
                    <a:pt x="1304" y="1566"/>
                  </a:lnTo>
                  <a:cubicBezTo>
                    <a:pt x="1337" y="1633"/>
                    <a:pt x="1394" y="1662"/>
                    <a:pt x="1450" y="1662"/>
                  </a:cubicBezTo>
                  <a:cubicBezTo>
                    <a:pt x="1555" y="1662"/>
                    <a:pt x="1660" y="1563"/>
                    <a:pt x="1613" y="1424"/>
                  </a:cubicBezTo>
                  <a:lnTo>
                    <a:pt x="970" y="90"/>
                  </a:lnTo>
                  <a:cubicBezTo>
                    <a:pt x="947" y="30"/>
                    <a:pt x="887" y="1"/>
                    <a:pt x="8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94"/>
            <p:cNvSpPr/>
            <p:nvPr/>
          </p:nvSpPr>
          <p:spPr>
            <a:xfrm>
              <a:off x="7974953" y="4226894"/>
              <a:ext cx="39198" cy="56057"/>
            </a:xfrm>
            <a:custGeom>
              <a:rect b="b" l="l" r="r" t="t"/>
              <a:pathLst>
                <a:path extrusionOk="0" h="1739" w="1216">
                  <a:moveTo>
                    <a:pt x="620" y="334"/>
                  </a:moveTo>
                  <a:cubicBezTo>
                    <a:pt x="763" y="334"/>
                    <a:pt x="763" y="548"/>
                    <a:pt x="620" y="548"/>
                  </a:cubicBezTo>
                  <a:lnTo>
                    <a:pt x="310" y="548"/>
                  </a:lnTo>
                  <a:lnTo>
                    <a:pt x="310" y="334"/>
                  </a:lnTo>
                  <a:close/>
                  <a:moveTo>
                    <a:pt x="596" y="881"/>
                  </a:moveTo>
                  <a:cubicBezTo>
                    <a:pt x="739" y="905"/>
                    <a:pt x="858" y="929"/>
                    <a:pt x="882" y="1120"/>
                  </a:cubicBezTo>
                  <a:cubicBezTo>
                    <a:pt x="905" y="1262"/>
                    <a:pt x="786" y="1405"/>
                    <a:pt x="620" y="1405"/>
                  </a:cubicBezTo>
                  <a:lnTo>
                    <a:pt x="310" y="1405"/>
                  </a:lnTo>
                  <a:lnTo>
                    <a:pt x="310" y="881"/>
                  </a:lnTo>
                  <a:close/>
                  <a:moveTo>
                    <a:pt x="143" y="0"/>
                  </a:moveTo>
                  <a:cubicBezTo>
                    <a:pt x="48" y="0"/>
                    <a:pt x="1" y="72"/>
                    <a:pt x="1" y="167"/>
                  </a:cubicBezTo>
                  <a:lnTo>
                    <a:pt x="1" y="1548"/>
                  </a:lnTo>
                  <a:cubicBezTo>
                    <a:pt x="1" y="1667"/>
                    <a:pt x="48" y="1739"/>
                    <a:pt x="143" y="1739"/>
                  </a:cubicBezTo>
                  <a:lnTo>
                    <a:pt x="596" y="1739"/>
                  </a:lnTo>
                  <a:cubicBezTo>
                    <a:pt x="882" y="1739"/>
                    <a:pt x="1120" y="1524"/>
                    <a:pt x="1191" y="1262"/>
                  </a:cubicBezTo>
                  <a:cubicBezTo>
                    <a:pt x="1215" y="1024"/>
                    <a:pt x="1120" y="810"/>
                    <a:pt x="953" y="667"/>
                  </a:cubicBezTo>
                  <a:cubicBezTo>
                    <a:pt x="1001" y="572"/>
                    <a:pt x="1025" y="453"/>
                    <a:pt x="1001" y="357"/>
                  </a:cubicBezTo>
                  <a:cubicBezTo>
                    <a:pt x="977" y="167"/>
                    <a:pt x="786"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94"/>
            <p:cNvSpPr/>
            <p:nvPr/>
          </p:nvSpPr>
          <p:spPr>
            <a:xfrm>
              <a:off x="7788409" y="4161651"/>
              <a:ext cx="13861" cy="10766"/>
            </a:xfrm>
            <a:custGeom>
              <a:rect b="b" l="l" r="r" t="t"/>
              <a:pathLst>
                <a:path extrusionOk="0" h="334" w="430">
                  <a:moveTo>
                    <a:pt x="215" y="0"/>
                  </a:moveTo>
                  <a:cubicBezTo>
                    <a:pt x="1" y="0"/>
                    <a:pt x="1"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94"/>
            <p:cNvSpPr/>
            <p:nvPr/>
          </p:nvSpPr>
          <p:spPr>
            <a:xfrm>
              <a:off x="7806848" y="4161651"/>
              <a:ext cx="13055" cy="10766"/>
            </a:xfrm>
            <a:custGeom>
              <a:rect b="b" l="l" r="r" t="t"/>
              <a:pathLst>
                <a:path extrusionOk="0" h="334" w="405">
                  <a:moveTo>
                    <a:pt x="214" y="0"/>
                  </a:moveTo>
                  <a:cubicBezTo>
                    <a:pt x="0" y="0"/>
                    <a:pt x="0" y="333"/>
                    <a:pt x="214" y="333"/>
                  </a:cubicBezTo>
                  <a:cubicBezTo>
                    <a:pt x="405" y="333"/>
                    <a:pt x="405"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4"/>
            <p:cNvSpPr/>
            <p:nvPr/>
          </p:nvSpPr>
          <p:spPr>
            <a:xfrm>
              <a:off x="7823739" y="4161651"/>
              <a:ext cx="13829" cy="10766"/>
            </a:xfrm>
            <a:custGeom>
              <a:rect b="b" l="l" r="r" t="t"/>
              <a:pathLst>
                <a:path extrusionOk="0" h="334" w="429">
                  <a:moveTo>
                    <a:pt x="214" y="0"/>
                  </a:moveTo>
                  <a:cubicBezTo>
                    <a:pt x="0" y="0"/>
                    <a:pt x="0" y="333"/>
                    <a:pt x="214" y="333"/>
                  </a:cubicBezTo>
                  <a:cubicBezTo>
                    <a:pt x="429" y="333"/>
                    <a:pt x="429"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4"/>
            <p:cNvSpPr/>
            <p:nvPr/>
          </p:nvSpPr>
          <p:spPr>
            <a:xfrm>
              <a:off x="7945007" y="4161651"/>
              <a:ext cx="13087" cy="10766"/>
            </a:xfrm>
            <a:custGeom>
              <a:rect b="b" l="l" r="r" t="t"/>
              <a:pathLst>
                <a:path extrusionOk="0" h="334" w="406">
                  <a:moveTo>
                    <a:pt x="215" y="0"/>
                  </a:moveTo>
                  <a:cubicBezTo>
                    <a:pt x="1" y="0"/>
                    <a:pt x="1" y="333"/>
                    <a:pt x="215" y="333"/>
                  </a:cubicBezTo>
                  <a:cubicBezTo>
                    <a:pt x="406" y="333"/>
                    <a:pt x="406"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94"/>
            <p:cNvSpPr/>
            <p:nvPr/>
          </p:nvSpPr>
          <p:spPr>
            <a:xfrm>
              <a:off x="7961898" y="4161651"/>
              <a:ext cx="13861" cy="10766"/>
            </a:xfrm>
            <a:custGeom>
              <a:rect b="b" l="l" r="r" t="t"/>
              <a:pathLst>
                <a:path extrusionOk="0" h="334" w="430">
                  <a:moveTo>
                    <a:pt x="215" y="0"/>
                  </a:moveTo>
                  <a:cubicBezTo>
                    <a:pt x="1" y="0"/>
                    <a:pt x="1"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94"/>
            <p:cNvSpPr/>
            <p:nvPr/>
          </p:nvSpPr>
          <p:spPr>
            <a:xfrm>
              <a:off x="7980336" y="4161651"/>
              <a:ext cx="13829" cy="10766"/>
            </a:xfrm>
            <a:custGeom>
              <a:rect b="b" l="l" r="r" t="t"/>
              <a:pathLst>
                <a:path extrusionOk="0" h="334" w="429">
                  <a:moveTo>
                    <a:pt x="215" y="0"/>
                  </a:moveTo>
                  <a:cubicBezTo>
                    <a:pt x="0" y="0"/>
                    <a:pt x="0" y="333"/>
                    <a:pt x="215" y="333"/>
                  </a:cubicBezTo>
                  <a:cubicBezTo>
                    <a:pt x="429" y="333"/>
                    <a:pt x="429"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58" name="Google Shape;19558;p94"/>
          <p:cNvSpPr txBox="1"/>
          <p:nvPr/>
        </p:nvSpPr>
        <p:spPr>
          <a:xfrm>
            <a:off x="2882350" y="1188000"/>
            <a:ext cx="33792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Digital Marketing</a:t>
            </a:r>
            <a:endParaRPr sz="1600">
              <a:solidFill>
                <a:schemeClr val="lt1"/>
              </a:solidFill>
            </a:endParaRPr>
          </a:p>
        </p:txBody>
      </p:sp>
      <p:sp>
        <p:nvSpPr>
          <p:cNvPr id="19559" name="Google Shape;19559;p94"/>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63" name="Shape 19563"/>
        <p:cNvGrpSpPr/>
        <p:nvPr/>
      </p:nvGrpSpPr>
      <p:grpSpPr>
        <a:xfrm>
          <a:off x="0" y="0"/>
          <a:ext cx="0" cy="0"/>
          <a:chOff x="0" y="0"/>
          <a:chExt cx="0" cy="0"/>
        </a:xfrm>
      </p:grpSpPr>
      <p:sp>
        <p:nvSpPr>
          <p:cNvPr id="19564" name="Google Shape;19564;p95"/>
          <p:cNvSpPr/>
          <p:nvPr/>
        </p:nvSpPr>
        <p:spPr>
          <a:xfrm>
            <a:off x="994631" y="1701836"/>
            <a:ext cx="33" cy="33"/>
          </a:xfrm>
          <a:custGeom>
            <a:rect b="b" l="l" r="r" t="t"/>
            <a:pathLst>
              <a:path extrusionOk="0" h="1" w="1">
                <a:moveTo>
                  <a:pt x="1" y="1"/>
                </a:move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65" name="Google Shape;19565;p95"/>
          <p:cNvGrpSpPr/>
          <p:nvPr/>
        </p:nvGrpSpPr>
        <p:grpSpPr>
          <a:xfrm>
            <a:off x="1753579" y="1811508"/>
            <a:ext cx="367473" cy="281832"/>
            <a:chOff x="1736142" y="1963908"/>
            <a:chExt cx="367473" cy="281832"/>
          </a:xfrm>
        </p:grpSpPr>
        <p:sp>
          <p:nvSpPr>
            <p:cNvPr id="19566" name="Google Shape;19566;p95"/>
            <p:cNvSpPr/>
            <p:nvPr/>
          </p:nvSpPr>
          <p:spPr>
            <a:xfrm>
              <a:off x="1741601" y="1968583"/>
              <a:ext cx="358092" cy="272483"/>
            </a:xfrm>
            <a:custGeom>
              <a:rect b="b" l="l" r="r" t="t"/>
              <a:pathLst>
                <a:path extrusionOk="0" h="8336" w="10955">
                  <a:moveTo>
                    <a:pt x="167" y="1"/>
                  </a:moveTo>
                  <a:cubicBezTo>
                    <a:pt x="72" y="1"/>
                    <a:pt x="0" y="96"/>
                    <a:pt x="0" y="168"/>
                  </a:cubicBezTo>
                  <a:lnTo>
                    <a:pt x="0" y="8145"/>
                  </a:lnTo>
                  <a:cubicBezTo>
                    <a:pt x="0" y="8241"/>
                    <a:pt x="72" y="8336"/>
                    <a:pt x="167" y="8336"/>
                  </a:cubicBezTo>
                  <a:lnTo>
                    <a:pt x="10764" y="8336"/>
                  </a:lnTo>
                  <a:cubicBezTo>
                    <a:pt x="10860" y="8336"/>
                    <a:pt x="10907" y="8241"/>
                    <a:pt x="10955" y="8145"/>
                  </a:cubicBezTo>
                  <a:lnTo>
                    <a:pt x="10955" y="168"/>
                  </a:lnTo>
                  <a:cubicBezTo>
                    <a:pt x="10955" y="96"/>
                    <a:pt x="10860" y="1"/>
                    <a:pt x="1076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5"/>
            <p:cNvSpPr/>
            <p:nvPr/>
          </p:nvSpPr>
          <p:spPr>
            <a:xfrm>
              <a:off x="1940112" y="1969367"/>
              <a:ext cx="159580" cy="271699"/>
            </a:xfrm>
            <a:custGeom>
              <a:rect b="b" l="l" r="r" t="t"/>
              <a:pathLst>
                <a:path extrusionOk="0" h="8312" w="4882">
                  <a:moveTo>
                    <a:pt x="0" y="1"/>
                  </a:moveTo>
                  <a:lnTo>
                    <a:pt x="0" y="8312"/>
                  </a:lnTo>
                  <a:lnTo>
                    <a:pt x="4691" y="8312"/>
                  </a:lnTo>
                  <a:cubicBezTo>
                    <a:pt x="4787" y="8312"/>
                    <a:pt x="4882" y="8217"/>
                    <a:pt x="4882" y="8121"/>
                  </a:cubicBezTo>
                  <a:lnTo>
                    <a:pt x="4882" y="144"/>
                  </a:lnTo>
                  <a:cubicBezTo>
                    <a:pt x="4834" y="72"/>
                    <a:pt x="4787" y="1"/>
                    <a:pt x="4691"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95"/>
            <p:cNvSpPr/>
            <p:nvPr/>
          </p:nvSpPr>
          <p:spPr>
            <a:xfrm>
              <a:off x="2070862" y="1969367"/>
              <a:ext cx="27294" cy="272483"/>
            </a:xfrm>
            <a:custGeom>
              <a:rect b="b" l="l" r="r" t="t"/>
              <a:pathLst>
                <a:path extrusionOk="0" h="8336" w="835">
                  <a:moveTo>
                    <a:pt x="1" y="1"/>
                  </a:moveTo>
                  <a:cubicBezTo>
                    <a:pt x="96" y="1"/>
                    <a:pt x="191" y="96"/>
                    <a:pt x="191" y="191"/>
                  </a:cubicBezTo>
                  <a:lnTo>
                    <a:pt x="191" y="8169"/>
                  </a:lnTo>
                  <a:cubicBezTo>
                    <a:pt x="191" y="8240"/>
                    <a:pt x="96" y="8336"/>
                    <a:pt x="1" y="8336"/>
                  </a:cubicBezTo>
                  <a:lnTo>
                    <a:pt x="668" y="8336"/>
                  </a:lnTo>
                  <a:cubicBezTo>
                    <a:pt x="763" y="8336"/>
                    <a:pt x="834" y="8240"/>
                    <a:pt x="834" y="8169"/>
                  </a:cubicBezTo>
                  <a:lnTo>
                    <a:pt x="834" y="191"/>
                  </a:lnTo>
                  <a:cubicBezTo>
                    <a:pt x="834" y="96"/>
                    <a:pt x="763" y="1"/>
                    <a:pt x="66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95"/>
            <p:cNvSpPr/>
            <p:nvPr/>
          </p:nvSpPr>
          <p:spPr>
            <a:xfrm>
              <a:off x="1741601" y="2209130"/>
              <a:ext cx="358092" cy="31936"/>
            </a:xfrm>
            <a:custGeom>
              <a:rect b="b" l="l" r="r" t="t"/>
              <a:pathLst>
                <a:path extrusionOk="0" h="977" w="10955">
                  <a:moveTo>
                    <a:pt x="0" y="1"/>
                  </a:moveTo>
                  <a:lnTo>
                    <a:pt x="0" y="786"/>
                  </a:lnTo>
                  <a:cubicBezTo>
                    <a:pt x="0" y="882"/>
                    <a:pt x="72" y="977"/>
                    <a:pt x="167" y="977"/>
                  </a:cubicBezTo>
                  <a:lnTo>
                    <a:pt x="10764" y="977"/>
                  </a:lnTo>
                  <a:cubicBezTo>
                    <a:pt x="10860" y="977"/>
                    <a:pt x="10955" y="882"/>
                    <a:pt x="10955" y="786"/>
                  </a:cubicBezTo>
                  <a:lnTo>
                    <a:pt x="10955" y="1"/>
                  </a:ln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95"/>
            <p:cNvSpPr/>
            <p:nvPr/>
          </p:nvSpPr>
          <p:spPr>
            <a:xfrm>
              <a:off x="1741601" y="1969367"/>
              <a:ext cx="356555" cy="43638"/>
            </a:xfrm>
            <a:custGeom>
              <a:rect b="b" l="l" r="r" t="t"/>
              <a:pathLst>
                <a:path extrusionOk="0" h="1335" w="10908">
                  <a:moveTo>
                    <a:pt x="167" y="1"/>
                  </a:moveTo>
                  <a:cubicBezTo>
                    <a:pt x="72" y="1"/>
                    <a:pt x="0" y="96"/>
                    <a:pt x="0" y="191"/>
                  </a:cubicBezTo>
                  <a:lnTo>
                    <a:pt x="0" y="1334"/>
                  </a:lnTo>
                  <a:lnTo>
                    <a:pt x="10907" y="1334"/>
                  </a:lnTo>
                  <a:lnTo>
                    <a:pt x="10907" y="191"/>
                  </a:lnTo>
                  <a:cubicBezTo>
                    <a:pt x="10907" y="96"/>
                    <a:pt x="10836" y="1"/>
                    <a:pt x="10741"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95"/>
            <p:cNvSpPr/>
            <p:nvPr/>
          </p:nvSpPr>
          <p:spPr>
            <a:xfrm>
              <a:off x="2070862" y="2209130"/>
              <a:ext cx="27294" cy="31936"/>
            </a:xfrm>
            <a:custGeom>
              <a:rect b="b" l="l" r="r" t="t"/>
              <a:pathLst>
                <a:path extrusionOk="0" h="977" w="835">
                  <a:moveTo>
                    <a:pt x="191" y="1"/>
                  </a:moveTo>
                  <a:lnTo>
                    <a:pt x="191" y="786"/>
                  </a:lnTo>
                  <a:cubicBezTo>
                    <a:pt x="191" y="882"/>
                    <a:pt x="96" y="977"/>
                    <a:pt x="1" y="977"/>
                  </a:cubicBezTo>
                  <a:lnTo>
                    <a:pt x="668" y="977"/>
                  </a:lnTo>
                  <a:cubicBezTo>
                    <a:pt x="763" y="977"/>
                    <a:pt x="834" y="882"/>
                    <a:pt x="834" y="786"/>
                  </a:cubicBezTo>
                  <a:lnTo>
                    <a:pt x="834" y="1"/>
                  </a:ln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95"/>
            <p:cNvSpPr/>
            <p:nvPr/>
          </p:nvSpPr>
          <p:spPr>
            <a:xfrm>
              <a:off x="2070862" y="1969367"/>
              <a:ext cx="27294" cy="43638"/>
            </a:xfrm>
            <a:custGeom>
              <a:rect b="b" l="l" r="r" t="t"/>
              <a:pathLst>
                <a:path extrusionOk="0" h="1335" w="835">
                  <a:moveTo>
                    <a:pt x="1" y="1"/>
                  </a:moveTo>
                  <a:cubicBezTo>
                    <a:pt x="96" y="1"/>
                    <a:pt x="191" y="96"/>
                    <a:pt x="191" y="191"/>
                  </a:cubicBezTo>
                  <a:lnTo>
                    <a:pt x="191" y="1334"/>
                  </a:lnTo>
                  <a:lnTo>
                    <a:pt x="834" y="1334"/>
                  </a:lnTo>
                  <a:lnTo>
                    <a:pt x="834" y="191"/>
                  </a:lnTo>
                  <a:cubicBezTo>
                    <a:pt x="834" y="96"/>
                    <a:pt x="763" y="1"/>
                    <a:pt x="668"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5"/>
            <p:cNvSpPr/>
            <p:nvPr/>
          </p:nvSpPr>
          <p:spPr>
            <a:xfrm>
              <a:off x="1793738" y="2106393"/>
              <a:ext cx="86458" cy="58609"/>
            </a:xfrm>
            <a:custGeom>
              <a:rect b="b" l="l" r="r" t="t"/>
              <a:pathLst>
                <a:path extrusionOk="0" h="1793" w="2645">
                  <a:moveTo>
                    <a:pt x="1" y="0"/>
                  </a:moveTo>
                  <a:lnTo>
                    <a:pt x="1" y="1429"/>
                  </a:lnTo>
                  <a:cubicBezTo>
                    <a:pt x="1" y="1477"/>
                    <a:pt x="1" y="1500"/>
                    <a:pt x="25" y="1500"/>
                  </a:cubicBezTo>
                  <a:lnTo>
                    <a:pt x="263" y="1596"/>
                  </a:lnTo>
                  <a:cubicBezTo>
                    <a:pt x="608" y="1727"/>
                    <a:pt x="965" y="1792"/>
                    <a:pt x="1320" y="1792"/>
                  </a:cubicBezTo>
                  <a:cubicBezTo>
                    <a:pt x="1674" y="1792"/>
                    <a:pt x="2025" y="1727"/>
                    <a:pt x="2359" y="1596"/>
                  </a:cubicBezTo>
                  <a:lnTo>
                    <a:pt x="2597" y="1500"/>
                  </a:lnTo>
                  <a:cubicBezTo>
                    <a:pt x="2621" y="1500"/>
                    <a:pt x="2644" y="1477"/>
                    <a:pt x="2621" y="1477"/>
                  </a:cubicBezTo>
                  <a:lnTo>
                    <a:pt x="2621"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95"/>
            <p:cNvSpPr/>
            <p:nvPr/>
          </p:nvSpPr>
          <p:spPr>
            <a:xfrm>
              <a:off x="1841233" y="2114173"/>
              <a:ext cx="38963" cy="50633"/>
            </a:xfrm>
            <a:custGeom>
              <a:rect b="b" l="l" r="r" t="t"/>
              <a:pathLst>
                <a:path extrusionOk="0" h="1549" w="1192">
                  <a:moveTo>
                    <a:pt x="548" y="0"/>
                  </a:moveTo>
                  <a:lnTo>
                    <a:pt x="548" y="1072"/>
                  </a:lnTo>
                  <a:cubicBezTo>
                    <a:pt x="548" y="1262"/>
                    <a:pt x="429" y="1405"/>
                    <a:pt x="286" y="1477"/>
                  </a:cubicBezTo>
                  <a:lnTo>
                    <a:pt x="1" y="1548"/>
                  </a:lnTo>
                  <a:cubicBezTo>
                    <a:pt x="334" y="1548"/>
                    <a:pt x="644" y="1477"/>
                    <a:pt x="929" y="1358"/>
                  </a:cubicBezTo>
                  <a:lnTo>
                    <a:pt x="1168" y="1262"/>
                  </a:lnTo>
                  <a:cubicBezTo>
                    <a:pt x="1191" y="1262"/>
                    <a:pt x="1191" y="1239"/>
                    <a:pt x="1191" y="1191"/>
                  </a:cubicBezTo>
                  <a:lnTo>
                    <a:pt x="119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95"/>
            <p:cNvSpPr/>
            <p:nvPr/>
          </p:nvSpPr>
          <p:spPr>
            <a:xfrm>
              <a:off x="1765725" y="2069391"/>
              <a:ext cx="143269" cy="66977"/>
            </a:xfrm>
            <a:custGeom>
              <a:rect b="b" l="l" r="r" t="t"/>
              <a:pathLst>
                <a:path extrusionOk="0" h="2049" w="4383">
                  <a:moveTo>
                    <a:pt x="2200" y="1"/>
                  </a:moveTo>
                  <a:cubicBezTo>
                    <a:pt x="2138" y="1"/>
                    <a:pt x="2072" y="13"/>
                    <a:pt x="2001" y="37"/>
                  </a:cubicBezTo>
                  <a:lnTo>
                    <a:pt x="96" y="894"/>
                  </a:lnTo>
                  <a:cubicBezTo>
                    <a:pt x="1" y="965"/>
                    <a:pt x="1" y="1084"/>
                    <a:pt x="96" y="1108"/>
                  </a:cubicBezTo>
                  <a:lnTo>
                    <a:pt x="2025" y="2013"/>
                  </a:lnTo>
                  <a:cubicBezTo>
                    <a:pt x="2084" y="2037"/>
                    <a:pt x="2144" y="2049"/>
                    <a:pt x="2200" y="2049"/>
                  </a:cubicBezTo>
                  <a:cubicBezTo>
                    <a:pt x="2257" y="2049"/>
                    <a:pt x="2311" y="2037"/>
                    <a:pt x="2358" y="2013"/>
                  </a:cubicBezTo>
                  <a:lnTo>
                    <a:pt x="4287" y="1108"/>
                  </a:lnTo>
                  <a:cubicBezTo>
                    <a:pt x="4382" y="1061"/>
                    <a:pt x="4382" y="942"/>
                    <a:pt x="4287" y="894"/>
                  </a:cubicBezTo>
                  <a:lnTo>
                    <a:pt x="2382" y="37"/>
                  </a:lnTo>
                  <a:cubicBezTo>
                    <a:pt x="2323" y="13"/>
                    <a:pt x="2263" y="1"/>
                    <a:pt x="2200"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5"/>
            <p:cNvSpPr/>
            <p:nvPr/>
          </p:nvSpPr>
          <p:spPr>
            <a:xfrm>
              <a:off x="1815540" y="2093155"/>
              <a:ext cx="93454" cy="42265"/>
            </a:xfrm>
            <a:custGeom>
              <a:rect b="b" l="l" r="r" t="t"/>
              <a:pathLst>
                <a:path extrusionOk="0" h="1293" w="2859">
                  <a:moveTo>
                    <a:pt x="1" y="1000"/>
                  </a:moveTo>
                  <a:lnTo>
                    <a:pt x="1" y="1000"/>
                  </a:lnTo>
                  <a:cubicBezTo>
                    <a:pt x="32" y="1031"/>
                    <a:pt x="72" y="1049"/>
                    <a:pt x="116" y="1053"/>
                  </a:cubicBezTo>
                  <a:lnTo>
                    <a:pt x="116" y="1053"/>
                  </a:lnTo>
                  <a:lnTo>
                    <a:pt x="1" y="1000"/>
                  </a:lnTo>
                  <a:close/>
                  <a:moveTo>
                    <a:pt x="2335" y="0"/>
                  </a:moveTo>
                  <a:cubicBezTo>
                    <a:pt x="2335" y="24"/>
                    <a:pt x="2311" y="95"/>
                    <a:pt x="2287" y="95"/>
                  </a:cubicBezTo>
                  <a:lnTo>
                    <a:pt x="310" y="1000"/>
                  </a:lnTo>
                  <a:cubicBezTo>
                    <a:pt x="251" y="1036"/>
                    <a:pt x="191" y="1054"/>
                    <a:pt x="138" y="1054"/>
                  </a:cubicBezTo>
                  <a:cubicBezTo>
                    <a:pt x="130" y="1054"/>
                    <a:pt x="123" y="1054"/>
                    <a:pt x="116" y="1053"/>
                  </a:cubicBezTo>
                  <a:lnTo>
                    <a:pt x="116" y="1053"/>
                  </a:lnTo>
                  <a:lnTo>
                    <a:pt x="525" y="1239"/>
                  </a:lnTo>
                  <a:cubicBezTo>
                    <a:pt x="572" y="1274"/>
                    <a:pt x="626" y="1292"/>
                    <a:pt x="682" y="1292"/>
                  </a:cubicBezTo>
                  <a:cubicBezTo>
                    <a:pt x="739" y="1292"/>
                    <a:pt x="799" y="1274"/>
                    <a:pt x="858" y="1239"/>
                  </a:cubicBezTo>
                  <a:lnTo>
                    <a:pt x="2787" y="357"/>
                  </a:lnTo>
                  <a:cubicBezTo>
                    <a:pt x="2858" y="334"/>
                    <a:pt x="2858" y="215"/>
                    <a:pt x="2763" y="167"/>
                  </a:cubicBezTo>
                  <a:lnTo>
                    <a:pt x="2335"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95"/>
            <p:cNvSpPr/>
            <p:nvPr/>
          </p:nvSpPr>
          <p:spPr>
            <a:xfrm>
              <a:off x="2015621" y="1984926"/>
              <a:ext cx="11702" cy="11735"/>
            </a:xfrm>
            <a:custGeom>
              <a:rect b="b" l="l" r="r" t="t"/>
              <a:pathLst>
                <a:path extrusionOk="0" h="359" w="358">
                  <a:moveTo>
                    <a:pt x="167" y="1"/>
                  </a:moveTo>
                  <a:cubicBezTo>
                    <a:pt x="71" y="1"/>
                    <a:pt x="0" y="72"/>
                    <a:pt x="0" y="168"/>
                  </a:cubicBezTo>
                  <a:cubicBezTo>
                    <a:pt x="0" y="287"/>
                    <a:pt x="71" y="358"/>
                    <a:pt x="167" y="358"/>
                  </a:cubicBezTo>
                  <a:cubicBezTo>
                    <a:pt x="286" y="358"/>
                    <a:pt x="357" y="287"/>
                    <a:pt x="357" y="168"/>
                  </a:cubicBezTo>
                  <a:cubicBezTo>
                    <a:pt x="357" y="72"/>
                    <a:pt x="286"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95"/>
            <p:cNvSpPr/>
            <p:nvPr/>
          </p:nvSpPr>
          <p:spPr>
            <a:xfrm>
              <a:off x="2038175" y="1984926"/>
              <a:ext cx="11702" cy="11735"/>
            </a:xfrm>
            <a:custGeom>
              <a:rect b="b" l="l" r="r" t="t"/>
              <a:pathLst>
                <a:path extrusionOk="0" h="359" w="358">
                  <a:moveTo>
                    <a:pt x="167" y="1"/>
                  </a:moveTo>
                  <a:cubicBezTo>
                    <a:pt x="72" y="1"/>
                    <a:pt x="1" y="72"/>
                    <a:pt x="1" y="168"/>
                  </a:cubicBezTo>
                  <a:cubicBezTo>
                    <a:pt x="1" y="287"/>
                    <a:pt x="72" y="358"/>
                    <a:pt x="167" y="358"/>
                  </a:cubicBezTo>
                  <a:cubicBezTo>
                    <a:pt x="263" y="358"/>
                    <a:pt x="358" y="287"/>
                    <a:pt x="358" y="168"/>
                  </a:cubicBezTo>
                  <a:cubicBezTo>
                    <a:pt x="358" y="72"/>
                    <a:pt x="263"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95"/>
            <p:cNvSpPr/>
            <p:nvPr/>
          </p:nvSpPr>
          <p:spPr>
            <a:xfrm>
              <a:off x="2060762" y="1984926"/>
              <a:ext cx="11702" cy="11735"/>
            </a:xfrm>
            <a:custGeom>
              <a:rect b="b" l="l" r="r" t="t"/>
              <a:pathLst>
                <a:path extrusionOk="0" h="359" w="358">
                  <a:moveTo>
                    <a:pt x="167" y="1"/>
                  </a:moveTo>
                  <a:cubicBezTo>
                    <a:pt x="72" y="1"/>
                    <a:pt x="0" y="72"/>
                    <a:pt x="0" y="168"/>
                  </a:cubicBezTo>
                  <a:cubicBezTo>
                    <a:pt x="0" y="287"/>
                    <a:pt x="72" y="358"/>
                    <a:pt x="167" y="358"/>
                  </a:cubicBezTo>
                  <a:cubicBezTo>
                    <a:pt x="262" y="358"/>
                    <a:pt x="357" y="287"/>
                    <a:pt x="357" y="168"/>
                  </a:cubicBezTo>
                  <a:cubicBezTo>
                    <a:pt x="357" y="72"/>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95"/>
            <p:cNvSpPr/>
            <p:nvPr/>
          </p:nvSpPr>
          <p:spPr>
            <a:xfrm>
              <a:off x="1736142" y="1963908"/>
              <a:ext cx="367473" cy="281832"/>
            </a:xfrm>
            <a:custGeom>
              <a:rect b="b" l="l" r="r" t="t"/>
              <a:pathLst>
                <a:path extrusionOk="0" h="8622" w="11242">
                  <a:moveTo>
                    <a:pt x="10931" y="311"/>
                  </a:moveTo>
                  <a:lnTo>
                    <a:pt x="10931" y="1335"/>
                  </a:lnTo>
                  <a:lnTo>
                    <a:pt x="4216" y="1335"/>
                  </a:lnTo>
                  <a:cubicBezTo>
                    <a:pt x="4121" y="1335"/>
                    <a:pt x="4049" y="1382"/>
                    <a:pt x="4025" y="1477"/>
                  </a:cubicBezTo>
                  <a:cubicBezTo>
                    <a:pt x="4025" y="1573"/>
                    <a:pt x="4097" y="1668"/>
                    <a:pt x="4168" y="1668"/>
                  </a:cubicBezTo>
                  <a:lnTo>
                    <a:pt x="6026" y="1668"/>
                  </a:lnTo>
                  <a:lnTo>
                    <a:pt x="6026" y="7312"/>
                  </a:lnTo>
                  <a:lnTo>
                    <a:pt x="286" y="7312"/>
                  </a:lnTo>
                  <a:lnTo>
                    <a:pt x="286" y="1668"/>
                  </a:lnTo>
                  <a:lnTo>
                    <a:pt x="3549" y="1668"/>
                  </a:lnTo>
                  <a:cubicBezTo>
                    <a:pt x="3644" y="1668"/>
                    <a:pt x="3692" y="1597"/>
                    <a:pt x="3740" y="1501"/>
                  </a:cubicBezTo>
                  <a:cubicBezTo>
                    <a:pt x="3740" y="1430"/>
                    <a:pt x="3668" y="1335"/>
                    <a:pt x="3573" y="1335"/>
                  </a:cubicBezTo>
                  <a:lnTo>
                    <a:pt x="334" y="1335"/>
                  </a:lnTo>
                  <a:lnTo>
                    <a:pt x="334" y="311"/>
                  </a:lnTo>
                  <a:close/>
                  <a:moveTo>
                    <a:pt x="10908" y="1668"/>
                  </a:moveTo>
                  <a:lnTo>
                    <a:pt x="10908" y="7312"/>
                  </a:lnTo>
                  <a:lnTo>
                    <a:pt x="6383" y="7312"/>
                  </a:lnTo>
                  <a:lnTo>
                    <a:pt x="6383" y="1668"/>
                  </a:lnTo>
                  <a:close/>
                  <a:moveTo>
                    <a:pt x="334" y="1"/>
                  </a:moveTo>
                  <a:cubicBezTo>
                    <a:pt x="167" y="1"/>
                    <a:pt x="1" y="144"/>
                    <a:pt x="1" y="311"/>
                  </a:cubicBezTo>
                  <a:lnTo>
                    <a:pt x="1" y="8455"/>
                  </a:lnTo>
                  <a:cubicBezTo>
                    <a:pt x="1" y="8527"/>
                    <a:pt x="96" y="8622"/>
                    <a:pt x="191" y="8622"/>
                  </a:cubicBezTo>
                  <a:lnTo>
                    <a:pt x="5192" y="8622"/>
                  </a:lnTo>
                  <a:cubicBezTo>
                    <a:pt x="5216" y="8622"/>
                    <a:pt x="5240" y="8622"/>
                    <a:pt x="5240" y="8598"/>
                  </a:cubicBezTo>
                  <a:cubicBezTo>
                    <a:pt x="5359" y="8455"/>
                    <a:pt x="5287" y="8288"/>
                    <a:pt x="5121" y="8288"/>
                  </a:cubicBezTo>
                  <a:lnTo>
                    <a:pt x="334" y="8288"/>
                  </a:lnTo>
                  <a:lnTo>
                    <a:pt x="334" y="7669"/>
                  </a:lnTo>
                  <a:lnTo>
                    <a:pt x="10931" y="7669"/>
                  </a:lnTo>
                  <a:lnTo>
                    <a:pt x="10931" y="8288"/>
                  </a:lnTo>
                  <a:lnTo>
                    <a:pt x="5811" y="8288"/>
                  </a:lnTo>
                  <a:cubicBezTo>
                    <a:pt x="5716" y="8288"/>
                    <a:pt x="5668" y="8360"/>
                    <a:pt x="5645" y="8455"/>
                  </a:cubicBezTo>
                  <a:cubicBezTo>
                    <a:pt x="5645" y="8527"/>
                    <a:pt x="5692" y="8622"/>
                    <a:pt x="5788" y="8622"/>
                  </a:cubicBezTo>
                  <a:lnTo>
                    <a:pt x="10908" y="8622"/>
                  </a:lnTo>
                  <a:cubicBezTo>
                    <a:pt x="11074" y="8622"/>
                    <a:pt x="11241" y="8479"/>
                    <a:pt x="11241" y="8288"/>
                  </a:cubicBezTo>
                  <a:lnTo>
                    <a:pt x="11241" y="311"/>
                  </a:lnTo>
                  <a:cubicBezTo>
                    <a:pt x="11241" y="144"/>
                    <a:pt x="11074" y="1"/>
                    <a:pt x="109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95"/>
            <p:cNvSpPr/>
            <p:nvPr/>
          </p:nvSpPr>
          <p:spPr>
            <a:xfrm>
              <a:off x="1762619" y="2063573"/>
              <a:ext cx="151833" cy="106659"/>
            </a:xfrm>
            <a:custGeom>
              <a:rect b="b" l="l" r="r" t="t"/>
              <a:pathLst>
                <a:path extrusionOk="0" h="3263" w="4645">
                  <a:moveTo>
                    <a:pt x="2284" y="340"/>
                  </a:moveTo>
                  <a:cubicBezTo>
                    <a:pt x="2322" y="340"/>
                    <a:pt x="2358" y="346"/>
                    <a:pt x="2382" y="357"/>
                  </a:cubicBezTo>
                  <a:lnTo>
                    <a:pt x="4168" y="1167"/>
                  </a:lnTo>
                  <a:lnTo>
                    <a:pt x="2382" y="2001"/>
                  </a:lnTo>
                  <a:cubicBezTo>
                    <a:pt x="2358" y="2013"/>
                    <a:pt x="2328" y="2019"/>
                    <a:pt x="2298" y="2019"/>
                  </a:cubicBezTo>
                  <a:cubicBezTo>
                    <a:pt x="2269" y="2019"/>
                    <a:pt x="2239" y="2013"/>
                    <a:pt x="2215" y="2001"/>
                  </a:cubicBezTo>
                  <a:lnTo>
                    <a:pt x="381" y="1167"/>
                  </a:lnTo>
                  <a:lnTo>
                    <a:pt x="2167" y="357"/>
                  </a:lnTo>
                  <a:cubicBezTo>
                    <a:pt x="2203" y="346"/>
                    <a:pt x="2245" y="340"/>
                    <a:pt x="2284" y="340"/>
                  </a:cubicBezTo>
                  <a:close/>
                  <a:moveTo>
                    <a:pt x="3477" y="1882"/>
                  </a:moveTo>
                  <a:lnTo>
                    <a:pt x="3477" y="2691"/>
                  </a:lnTo>
                  <a:lnTo>
                    <a:pt x="3453" y="2691"/>
                  </a:lnTo>
                  <a:lnTo>
                    <a:pt x="3311" y="2739"/>
                  </a:lnTo>
                  <a:cubicBezTo>
                    <a:pt x="3001" y="2882"/>
                    <a:pt x="2668" y="2953"/>
                    <a:pt x="2331" y="2953"/>
                  </a:cubicBezTo>
                  <a:cubicBezTo>
                    <a:pt x="1995" y="2953"/>
                    <a:pt x="1655" y="2882"/>
                    <a:pt x="1334" y="2739"/>
                  </a:cubicBezTo>
                  <a:lnTo>
                    <a:pt x="1167" y="2691"/>
                  </a:lnTo>
                  <a:lnTo>
                    <a:pt x="1167" y="1882"/>
                  </a:lnTo>
                  <a:lnTo>
                    <a:pt x="2096" y="2310"/>
                  </a:lnTo>
                  <a:cubicBezTo>
                    <a:pt x="2144" y="2334"/>
                    <a:pt x="2239" y="2358"/>
                    <a:pt x="2334" y="2358"/>
                  </a:cubicBezTo>
                  <a:cubicBezTo>
                    <a:pt x="2406" y="2358"/>
                    <a:pt x="2477" y="2334"/>
                    <a:pt x="2572" y="2310"/>
                  </a:cubicBezTo>
                  <a:lnTo>
                    <a:pt x="3477" y="1882"/>
                  </a:lnTo>
                  <a:close/>
                  <a:moveTo>
                    <a:pt x="2310" y="0"/>
                  </a:moveTo>
                  <a:cubicBezTo>
                    <a:pt x="2221" y="0"/>
                    <a:pt x="2132" y="24"/>
                    <a:pt x="2048" y="72"/>
                  </a:cubicBezTo>
                  <a:lnTo>
                    <a:pt x="143" y="929"/>
                  </a:lnTo>
                  <a:cubicBezTo>
                    <a:pt x="119" y="953"/>
                    <a:pt x="96" y="953"/>
                    <a:pt x="72" y="1024"/>
                  </a:cubicBezTo>
                  <a:cubicBezTo>
                    <a:pt x="24" y="1072"/>
                    <a:pt x="0" y="1120"/>
                    <a:pt x="0" y="1167"/>
                  </a:cubicBezTo>
                  <a:cubicBezTo>
                    <a:pt x="0" y="1286"/>
                    <a:pt x="72" y="1381"/>
                    <a:pt x="143" y="1405"/>
                  </a:cubicBezTo>
                  <a:lnTo>
                    <a:pt x="834" y="1739"/>
                  </a:lnTo>
                  <a:lnTo>
                    <a:pt x="834" y="2739"/>
                  </a:lnTo>
                  <a:cubicBezTo>
                    <a:pt x="834" y="2834"/>
                    <a:pt x="905" y="2929"/>
                    <a:pt x="977" y="2953"/>
                  </a:cubicBezTo>
                  <a:lnTo>
                    <a:pt x="1215" y="3048"/>
                  </a:lnTo>
                  <a:cubicBezTo>
                    <a:pt x="1572" y="3191"/>
                    <a:pt x="1929" y="3263"/>
                    <a:pt x="2334" y="3263"/>
                  </a:cubicBezTo>
                  <a:cubicBezTo>
                    <a:pt x="2715" y="3263"/>
                    <a:pt x="3072" y="3191"/>
                    <a:pt x="3430" y="3048"/>
                  </a:cubicBezTo>
                  <a:lnTo>
                    <a:pt x="3668" y="2953"/>
                  </a:lnTo>
                  <a:cubicBezTo>
                    <a:pt x="3763" y="2929"/>
                    <a:pt x="3811" y="2834"/>
                    <a:pt x="3811" y="2739"/>
                  </a:cubicBezTo>
                  <a:lnTo>
                    <a:pt x="3811" y="1739"/>
                  </a:lnTo>
                  <a:lnTo>
                    <a:pt x="4501" y="1429"/>
                  </a:lnTo>
                  <a:cubicBezTo>
                    <a:pt x="4597" y="1405"/>
                    <a:pt x="4644" y="1310"/>
                    <a:pt x="4644" y="1239"/>
                  </a:cubicBezTo>
                  <a:cubicBezTo>
                    <a:pt x="4644" y="1120"/>
                    <a:pt x="4597" y="1000"/>
                    <a:pt x="4477" y="929"/>
                  </a:cubicBezTo>
                  <a:lnTo>
                    <a:pt x="2572" y="72"/>
                  </a:lnTo>
                  <a:cubicBezTo>
                    <a:pt x="2489" y="24"/>
                    <a:pt x="2400" y="0"/>
                    <a:pt x="2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5"/>
            <p:cNvSpPr/>
            <p:nvPr/>
          </p:nvSpPr>
          <p:spPr>
            <a:xfrm>
              <a:off x="1965020" y="2043339"/>
              <a:ext cx="11702" cy="11702"/>
            </a:xfrm>
            <a:custGeom>
              <a:rect b="b" l="l" r="r" t="t"/>
              <a:pathLst>
                <a:path extrusionOk="0" h="358" w="358">
                  <a:moveTo>
                    <a:pt x="191" y="0"/>
                  </a:moveTo>
                  <a:cubicBezTo>
                    <a:pt x="72" y="0"/>
                    <a:pt x="0" y="72"/>
                    <a:pt x="0" y="167"/>
                  </a:cubicBezTo>
                  <a:cubicBezTo>
                    <a:pt x="0" y="286"/>
                    <a:pt x="72" y="357"/>
                    <a:pt x="191" y="357"/>
                  </a:cubicBezTo>
                  <a:cubicBezTo>
                    <a:pt x="286" y="357"/>
                    <a:pt x="357" y="286"/>
                    <a:pt x="357" y="167"/>
                  </a:cubicBezTo>
                  <a:cubicBezTo>
                    <a:pt x="357" y="72"/>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95"/>
            <p:cNvSpPr/>
            <p:nvPr/>
          </p:nvSpPr>
          <p:spPr>
            <a:xfrm>
              <a:off x="1965020" y="2074457"/>
              <a:ext cx="11702" cy="11702"/>
            </a:xfrm>
            <a:custGeom>
              <a:rect b="b" l="l" r="r" t="t"/>
              <a:pathLst>
                <a:path extrusionOk="0" h="358" w="358">
                  <a:moveTo>
                    <a:pt x="191" y="1"/>
                  </a:moveTo>
                  <a:cubicBezTo>
                    <a:pt x="72" y="1"/>
                    <a:pt x="0" y="72"/>
                    <a:pt x="0" y="167"/>
                  </a:cubicBezTo>
                  <a:cubicBezTo>
                    <a:pt x="0" y="286"/>
                    <a:pt x="72" y="358"/>
                    <a:pt x="191" y="358"/>
                  </a:cubicBezTo>
                  <a:cubicBezTo>
                    <a:pt x="286" y="358"/>
                    <a:pt x="357" y="286"/>
                    <a:pt x="357" y="167"/>
                  </a:cubicBezTo>
                  <a:cubicBezTo>
                    <a:pt x="357"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95"/>
            <p:cNvSpPr/>
            <p:nvPr/>
          </p:nvSpPr>
          <p:spPr>
            <a:xfrm>
              <a:off x="1965020" y="2105609"/>
              <a:ext cx="11702" cy="11702"/>
            </a:xfrm>
            <a:custGeom>
              <a:rect b="b" l="l" r="r" t="t"/>
              <a:pathLst>
                <a:path extrusionOk="0" h="358" w="358">
                  <a:moveTo>
                    <a:pt x="191" y="0"/>
                  </a:moveTo>
                  <a:cubicBezTo>
                    <a:pt x="72" y="0"/>
                    <a:pt x="0" y="72"/>
                    <a:pt x="0" y="191"/>
                  </a:cubicBezTo>
                  <a:cubicBezTo>
                    <a:pt x="0" y="286"/>
                    <a:pt x="72" y="357"/>
                    <a:pt x="191" y="357"/>
                  </a:cubicBezTo>
                  <a:cubicBezTo>
                    <a:pt x="286" y="357"/>
                    <a:pt x="357" y="286"/>
                    <a:pt x="357" y="191"/>
                  </a:cubicBezTo>
                  <a:cubicBezTo>
                    <a:pt x="357" y="72"/>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95"/>
            <p:cNvSpPr/>
            <p:nvPr/>
          </p:nvSpPr>
          <p:spPr>
            <a:xfrm>
              <a:off x="1965020" y="2137512"/>
              <a:ext cx="11702" cy="11702"/>
            </a:xfrm>
            <a:custGeom>
              <a:rect b="b" l="l" r="r" t="t"/>
              <a:pathLst>
                <a:path extrusionOk="0" h="358" w="358">
                  <a:moveTo>
                    <a:pt x="191" y="1"/>
                  </a:moveTo>
                  <a:cubicBezTo>
                    <a:pt x="72" y="1"/>
                    <a:pt x="0" y="96"/>
                    <a:pt x="0" y="191"/>
                  </a:cubicBezTo>
                  <a:cubicBezTo>
                    <a:pt x="0" y="286"/>
                    <a:pt x="72" y="358"/>
                    <a:pt x="191" y="358"/>
                  </a:cubicBezTo>
                  <a:cubicBezTo>
                    <a:pt x="286" y="358"/>
                    <a:pt x="357" y="286"/>
                    <a:pt x="357" y="191"/>
                  </a:cubicBezTo>
                  <a:cubicBezTo>
                    <a:pt x="357" y="96"/>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95"/>
            <p:cNvSpPr/>
            <p:nvPr/>
          </p:nvSpPr>
          <p:spPr>
            <a:xfrm>
              <a:off x="1965020" y="2168663"/>
              <a:ext cx="11702" cy="11702"/>
            </a:xfrm>
            <a:custGeom>
              <a:rect b="b" l="l" r="r" t="t"/>
              <a:pathLst>
                <a:path extrusionOk="0" h="358" w="358">
                  <a:moveTo>
                    <a:pt x="191" y="0"/>
                  </a:moveTo>
                  <a:cubicBezTo>
                    <a:pt x="72" y="0"/>
                    <a:pt x="0" y="95"/>
                    <a:pt x="0" y="191"/>
                  </a:cubicBezTo>
                  <a:cubicBezTo>
                    <a:pt x="0" y="286"/>
                    <a:pt x="72" y="357"/>
                    <a:pt x="191" y="357"/>
                  </a:cubicBezTo>
                  <a:cubicBezTo>
                    <a:pt x="286" y="357"/>
                    <a:pt x="357" y="286"/>
                    <a:pt x="357" y="191"/>
                  </a:cubicBezTo>
                  <a:cubicBezTo>
                    <a:pt x="357" y="95"/>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95"/>
            <p:cNvSpPr/>
            <p:nvPr/>
          </p:nvSpPr>
          <p:spPr>
            <a:xfrm>
              <a:off x="1985254" y="2043339"/>
              <a:ext cx="85641" cy="10918"/>
            </a:xfrm>
            <a:custGeom>
              <a:rect b="b" l="l" r="r" t="t"/>
              <a:pathLst>
                <a:path extrusionOk="0" h="334" w="2620">
                  <a:moveTo>
                    <a:pt x="191" y="0"/>
                  </a:moveTo>
                  <a:cubicBezTo>
                    <a:pt x="96" y="0"/>
                    <a:pt x="48" y="72"/>
                    <a:pt x="0" y="143"/>
                  </a:cubicBezTo>
                  <a:cubicBezTo>
                    <a:pt x="0" y="238"/>
                    <a:pt x="72" y="333"/>
                    <a:pt x="167" y="333"/>
                  </a:cubicBezTo>
                  <a:lnTo>
                    <a:pt x="2453" y="333"/>
                  </a:lnTo>
                  <a:cubicBezTo>
                    <a:pt x="2548" y="333"/>
                    <a:pt x="2596" y="262"/>
                    <a:pt x="2620" y="191"/>
                  </a:cubicBezTo>
                  <a:cubicBezTo>
                    <a:pt x="2620" y="95"/>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95"/>
            <p:cNvSpPr/>
            <p:nvPr/>
          </p:nvSpPr>
          <p:spPr>
            <a:xfrm>
              <a:off x="1985254" y="2074457"/>
              <a:ext cx="87210" cy="10950"/>
            </a:xfrm>
            <a:custGeom>
              <a:rect b="b" l="l" r="r" t="t"/>
              <a:pathLst>
                <a:path extrusionOk="0" h="335" w="2668">
                  <a:moveTo>
                    <a:pt x="191" y="1"/>
                  </a:moveTo>
                  <a:cubicBezTo>
                    <a:pt x="96" y="1"/>
                    <a:pt x="48" y="72"/>
                    <a:pt x="0" y="144"/>
                  </a:cubicBezTo>
                  <a:cubicBezTo>
                    <a:pt x="0" y="239"/>
                    <a:pt x="72" y="334"/>
                    <a:pt x="167" y="334"/>
                  </a:cubicBezTo>
                  <a:lnTo>
                    <a:pt x="2453" y="334"/>
                  </a:lnTo>
                  <a:cubicBezTo>
                    <a:pt x="2548" y="334"/>
                    <a:pt x="2596" y="263"/>
                    <a:pt x="2620" y="191"/>
                  </a:cubicBezTo>
                  <a:cubicBezTo>
                    <a:pt x="2667" y="96"/>
                    <a:pt x="2572"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95"/>
            <p:cNvSpPr/>
            <p:nvPr/>
          </p:nvSpPr>
          <p:spPr>
            <a:xfrm>
              <a:off x="1985254" y="2106393"/>
              <a:ext cx="87210" cy="10918"/>
            </a:xfrm>
            <a:custGeom>
              <a:rect b="b" l="l" r="r" t="t"/>
              <a:pathLst>
                <a:path extrusionOk="0" h="334" w="2668">
                  <a:moveTo>
                    <a:pt x="191" y="0"/>
                  </a:moveTo>
                  <a:cubicBezTo>
                    <a:pt x="96" y="0"/>
                    <a:pt x="48" y="71"/>
                    <a:pt x="0" y="167"/>
                  </a:cubicBezTo>
                  <a:cubicBezTo>
                    <a:pt x="0" y="238"/>
                    <a:pt x="72" y="333"/>
                    <a:pt x="167" y="333"/>
                  </a:cubicBezTo>
                  <a:lnTo>
                    <a:pt x="2453" y="333"/>
                  </a:lnTo>
                  <a:cubicBezTo>
                    <a:pt x="2548" y="333"/>
                    <a:pt x="2596" y="286"/>
                    <a:pt x="2620" y="191"/>
                  </a:cubicBezTo>
                  <a:cubicBezTo>
                    <a:pt x="2667" y="95"/>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95"/>
            <p:cNvSpPr/>
            <p:nvPr/>
          </p:nvSpPr>
          <p:spPr>
            <a:xfrm>
              <a:off x="1985254" y="2137512"/>
              <a:ext cx="87210" cy="10918"/>
            </a:xfrm>
            <a:custGeom>
              <a:rect b="b" l="l" r="r" t="t"/>
              <a:pathLst>
                <a:path extrusionOk="0" h="334" w="2668">
                  <a:moveTo>
                    <a:pt x="191" y="1"/>
                  </a:moveTo>
                  <a:cubicBezTo>
                    <a:pt x="96" y="1"/>
                    <a:pt x="48" y="72"/>
                    <a:pt x="0" y="167"/>
                  </a:cubicBezTo>
                  <a:cubicBezTo>
                    <a:pt x="0" y="239"/>
                    <a:pt x="72" y="334"/>
                    <a:pt x="167" y="334"/>
                  </a:cubicBezTo>
                  <a:lnTo>
                    <a:pt x="2453" y="334"/>
                  </a:lnTo>
                  <a:cubicBezTo>
                    <a:pt x="2548" y="334"/>
                    <a:pt x="2596" y="286"/>
                    <a:pt x="2620" y="191"/>
                  </a:cubicBezTo>
                  <a:cubicBezTo>
                    <a:pt x="2667" y="96"/>
                    <a:pt x="2572"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95"/>
            <p:cNvSpPr/>
            <p:nvPr/>
          </p:nvSpPr>
          <p:spPr>
            <a:xfrm>
              <a:off x="1985254" y="2168663"/>
              <a:ext cx="87210" cy="10918"/>
            </a:xfrm>
            <a:custGeom>
              <a:rect b="b" l="l" r="r" t="t"/>
              <a:pathLst>
                <a:path extrusionOk="0" h="334" w="2668">
                  <a:moveTo>
                    <a:pt x="191" y="0"/>
                  </a:moveTo>
                  <a:cubicBezTo>
                    <a:pt x="96" y="0"/>
                    <a:pt x="48" y="72"/>
                    <a:pt x="0" y="167"/>
                  </a:cubicBezTo>
                  <a:cubicBezTo>
                    <a:pt x="0" y="238"/>
                    <a:pt x="72" y="334"/>
                    <a:pt x="167" y="334"/>
                  </a:cubicBezTo>
                  <a:lnTo>
                    <a:pt x="2453" y="334"/>
                  </a:lnTo>
                  <a:cubicBezTo>
                    <a:pt x="2548" y="334"/>
                    <a:pt x="2596" y="286"/>
                    <a:pt x="2620" y="191"/>
                  </a:cubicBezTo>
                  <a:cubicBezTo>
                    <a:pt x="2667" y="95"/>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2" name="Google Shape;19592;p95"/>
          <p:cNvGrpSpPr/>
          <p:nvPr/>
        </p:nvGrpSpPr>
        <p:grpSpPr>
          <a:xfrm>
            <a:off x="2568275" y="1768720"/>
            <a:ext cx="309845" cy="368225"/>
            <a:chOff x="2517701" y="1921120"/>
            <a:chExt cx="309845" cy="368225"/>
          </a:xfrm>
        </p:grpSpPr>
        <p:sp>
          <p:nvSpPr>
            <p:cNvPr id="19593" name="Google Shape;19593;p95"/>
            <p:cNvSpPr/>
            <p:nvPr/>
          </p:nvSpPr>
          <p:spPr>
            <a:xfrm>
              <a:off x="2523911" y="1926547"/>
              <a:ext cx="215672" cy="319978"/>
            </a:xfrm>
            <a:custGeom>
              <a:rect b="b" l="l" r="r" t="t"/>
              <a:pathLst>
                <a:path extrusionOk="0" h="9789" w="6598">
                  <a:moveTo>
                    <a:pt x="263" y="1"/>
                  </a:moveTo>
                  <a:cubicBezTo>
                    <a:pt x="120" y="1"/>
                    <a:pt x="1" y="120"/>
                    <a:pt x="1" y="263"/>
                  </a:cubicBezTo>
                  <a:lnTo>
                    <a:pt x="1" y="9527"/>
                  </a:lnTo>
                  <a:cubicBezTo>
                    <a:pt x="1" y="9670"/>
                    <a:pt x="120" y="9789"/>
                    <a:pt x="263" y="9789"/>
                  </a:cubicBezTo>
                  <a:lnTo>
                    <a:pt x="6336" y="9789"/>
                  </a:lnTo>
                  <a:cubicBezTo>
                    <a:pt x="6478" y="9789"/>
                    <a:pt x="6598" y="9646"/>
                    <a:pt x="6598" y="9527"/>
                  </a:cubicBezTo>
                  <a:lnTo>
                    <a:pt x="6598" y="263"/>
                  </a:lnTo>
                  <a:cubicBezTo>
                    <a:pt x="6598" y="120"/>
                    <a:pt x="6478" y="1"/>
                    <a:pt x="6336" y="1"/>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95"/>
            <p:cNvSpPr/>
            <p:nvPr/>
          </p:nvSpPr>
          <p:spPr>
            <a:xfrm>
              <a:off x="2709184" y="1925795"/>
              <a:ext cx="30399" cy="319945"/>
            </a:xfrm>
            <a:custGeom>
              <a:rect b="b" l="l" r="r" t="t"/>
              <a:pathLst>
                <a:path extrusionOk="0" h="9788" w="930">
                  <a:moveTo>
                    <a:pt x="1" y="0"/>
                  </a:moveTo>
                  <a:cubicBezTo>
                    <a:pt x="167" y="0"/>
                    <a:pt x="287" y="119"/>
                    <a:pt x="287" y="262"/>
                  </a:cubicBezTo>
                  <a:lnTo>
                    <a:pt x="287" y="9526"/>
                  </a:lnTo>
                  <a:cubicBezTo>
                    <a:pt x="287" y="9669"/>
                    <a:pt x="167" y="9788"/>
                    <a:pt x="1" y="9788"/>
                  </a:cubicBezTo>
                  <a:lnTo>
                    <a:pt x="668" y="9788"/>
                  </a:lnTo>
                  <a:cubicBezTo>
                    <a:pt x="810" y="9788"/>
                    <a:pt x="930" y="9669"/>
                    <a:pt x="930" y="9526"/>
                  </a:cubicBezTo>
                  <a:lnTo>
                    <a:pt x="930" y="262"/>
                  </a:lnTo>
                  <a:cubicBezTo>
                    <a:pt x="930" y="119"/>
                    <a:pt x="810" y="0"/>
                    <a:pt x="6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95"/>
            <p:cNvSpPr/>
            <p:nvPr/>
          </p:nvSpPr>
          <p:spPr>
            <a:xfrm>
              <a:off x="2561273" y="1963908"/>
              <a:ext cx="217241" cy="319978"/>
            </a:xfrm>
            <a:custGeom>
              <a:rect b="b" l="l" r="r" t="t"/>
              <a:pathLst>
                <a:path extrusionOk="0" h="9789" w="6646">
                  <a:moveTo>
                    <a:pt x="287" y="1"/>
                  </a:moveTo>
                  <a:cubicBezTo>
                    <a:pt x="120" y="1"/>
                    <a:pt x="1" y="120"/>
                    <a:pt x="1" y="263"/>
                  </a:cubicBezTo>
                  <a:lnTo>
                    <a:pt x="1" y="9527"/>
                  </a:lnTo>
                  <a:cubicBezTo>
                    <a:pt x="1" y="9670"/>
                    <a:pt x="120" y="9789"/>
                    <a:pt x="287" y="9789"/>
                  </a:cubicBezTo>
                  <a:lnTo>
                    <a:pt x="6359" y="9789"/>
                  </a:lnTo>
                  <a:cubicBezTo>
                    <a:pt x="6502" y="9789"/>
                    <a:pt x="6645" y="9670"/>
                    <a:pt x="6621" y="9527"/>
                  </a:cubicBezTo>
                  <a:lnTo>
                    <a:pt x="6621" y="263"/>
                  </a:lnTo>
                  <a:cubicBezTo>
                    <a:pt x="6621" y="120"/>
                    <a:pt x="6502" y="1"/>
                    <a:pt x="6359"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95"/>
            <p:cNvSpPr/>
            <p:nvPr/>
          </p:nvSpPr>
          <p:spPr>
            <a:xfrm>
              <a:off x="2747330" y="1963908"/>
              <a:ext cx="31184" cy="319978"/>
            </a:xfrm>
            <a:custGeom>
              <a:rect b="b" l="l" r="r" t="t"/>
              <a:pathLst>
                <a:path extrusionOk="0" h="9789" w="954">
                  <a:moveTo>
                    <a:pt x="1" y="1"/>
                  </a:moveTo>
                  <a:cubicBezTo>
                    <a:pt x="144" y="1"/>
                    <a:pt x="263" y="120"/>
                    <a:pt x="263" y="263"/>
                  </a:cubicBezTo>
                  <a:lnTo>
                    <a:pt x="263" y="9527"/>
                  </a:lnTo>
                  <a:cubicBezTo>
                    <a:pt x="263" y="9670"/>
                    <a:pt x="144" y="9789"/>
                    <a:pt x="1" y="9789"/>
                  </a:cubicBezTo>
                  <a:lnTo>
                    <a:pt x="667" y="9789"/>
                  </a:lnTo>
                  <a:cubicBezTo>
                    <a:pt x="810" y="9789"/>
                    <a:pt x="929" y="9670"/>
                    <a:pt x="929" y="9527"/>
                  </a:cubicBezTo>
                  <a:lnTo>
                    <a:pt x="929" y="263"/>
                  </a:lnTo>
                  <a:cubicBezTo>
                    <a:pt x="953" y="120"/>
                    <a:pt x="810"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95"/>
            <p:cNvSpPr/>
            <p:nvPr/>
          </p:nvSpPr>
          <p:spPr>
            <a:xfrm>
              <a:off x="2675712" y="2170199"/>
              <a:ext cx="145623" cy="75541"/>
            </a:xfrm>
            <a:custGeom>
              <a:rect b="b" l="l" r="r" t="t"/>
              <a:pathLst>
                <a:path extrusionOk="0" h="2311" w="4455">
                  <a:moveTo>
                    <a:pt x="239" y="1"/>
                  </a:moveTo>
                  <a:cubicBezTo>
                    <a:pt x="120" y="1"/>
                    <a:pt x="1" y="72"/>
                    <a:pt x="1" y="239"/>
                  </a:cubicBezTo>
                  <a:lnTo>
                    <a:pt x="1" y="2073"/>
                  </a:lnTo>
                  <a:cubicBezTo>
                    <a:pt x="1" y="2192"/>
                    <a:pt x="72" y="2311"/>
                    <a:pt x="239" y="2311"/>
                  </a:cubicBezTo>
                  <a:lnTo>
                    <a:pt x="4216" y="2311"/>
                  </a:lnTo>
                  <a:cubicBezTo>
                    <a:pt x="4335" y="2311"/>
                    <a:pt x="4454" y="2192"/>
                    <a:pt x="4454" y="2073"/>
                  </a:cubicBezTo>
                  <a:lnTo>
                    <a:pt x="4454" y="239"/>
                  </a:lnTo>
                  <a:cubicBezTo>
                    <a:pt x="4454" y="120"/>
                    <a:pt x="4359" y="1"/>
                    <a:pt x="4216"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5"/>
            <p:cNvSpPr/>
            <p:nvPr/>
          </p:nvSpPr>
          <p:spPr>
            <a:xfrm>
              <a:off x="2597099" y="2033990"/>
              <a:ext cx="145590" cy="31151"/>
            </a:xfrm>
            <a:custGeom>
              <a:rect b="b" l="l" r="r" t="t"/>
              <a:pathLst>
                <a:path extrusionOk="0" h="953" w="4454">
                  <a:moveTo>
                    <a:pt x="120" y="0"/>
                  </a:moveTo>
                  <a:cubicBezTo>
                    <a:pt x="72" y="0"/>
                    <a:pt x="0" y="48"/>
                    <a:pt x="0" y="119"/>
                  </a:cubicBezTo>
                  <a:lnTo>
                    <a:pt x="0" y="834"/>
                  </a:lnTo>
                  <a:cubicBezTo>
                    <a:pt x="0" y="881"/>
                    <a:pt x="72" y="953"/>
                    <a:pt x="120" y="953"/>
                  </a:cubicBezTo>
                  <a:lnTo>
                    <a:pt x="4335" y="953"/>
                  </a:lnTo>
                  <a:cubicBezTo>
                    <a:pt x="4382" y="953"/>
                    <a:pt x="4454" y="881"/>
                    <a:pt x="4454" y="834"/>
                  </a:cubicBezTo>
                  <a:lnTo>
                    <a:pt x="4454" y="119"/>
                  </a:lnTo>
                  <a:cubicBezTo>
                    <a:pt x="4454" y="48"/>
                    <a:pt x="4382" y="0"/>
                    <a:pt x="4335"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95"/>
            <p:cNvSpPr/>
            <p:nvPr/>
          </p:nvSpPr>
          <p:spPr>
            <a:xfrm>
              <a:off x="2791720" y="2168663"/>
              <a:ext cx="29615" cy="76293"/>
            </a:xfrm>
            <a:custGeom>
              <a:rect b="b" l="l" r="r" t="t"/>
              <a:pathLst>
                <a:path extrusionOk="0" h="2334" w="906">
                  <a:moveTo>
                    <a:pt x="0" y="0"/>
                  </a:moveTo>
                  <a:cubicBezTo>
                    <a:pt x="167" y="0"/>
                    <a:pt x="262" y="119"/>
                    <a:pt x="262" y="238"/>
                  </a:cubicBezTo>
                  <a:lnTo>
                    <a:pt x="262" y="2096"/>
                  </a:lnTo>
                  <a:cubicBezTo>
                    <a:pt x="262" y="2239"/>
                    <a:pt x="143" y="2334"/>
                    <a:pt x="0" y="2334"/>
                  </a:cubicBezTo>
                  <a:lnTo>
                    <a:pt x="667" y="2334"/>
                  </a:lnTo>
                  <a:cubicBezTo>
                    <a:pt x="810" y="2334"/>
                    <a:pt x="905" y="2215"/>
                    <a:pt x="905" y="2096"/>
                  </a:cubicBezTo>
                  <a:lnTo>
                    <a:pt x="905" y="238"/>
                  </a:lnTo>
                  <a:cubicBezTo>
                    <a:pt x="905" y="95"/>
                    <a:pt x="786" y="0"/>
                    <a:pt x="667"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95"/>
            <p:cNvSpPr/>
            <p:nvPr/>
          </p:nvSpPr>
          <p:spPr>
            <a:xfrm>
              <a:off x="2716964" y="2032421"/>
              <a:ext cx="25725" cy="31184"/>
            </a:xfrm>
            <a:custGeom>
              <a:rect b="b" l="l" r="r" t="t"/>
              <a:pathLst>
                <a:path extrusionOk="0" h="954" w="787">
                  <a:moveTo>
                    <a:pt x="1" y="1"/>
                  </a:moveTo>
                  <a:cubicBezTo>
                    <a:pt x="72" y="1"/>
                    <a:pt x="120" y="72"/>
                    <a:pt x="120" y="120"/>
                  </a:cubicBezTo>
                  <a:lnTo>
                    <a:pt x="120" y="834"/>
                  </a:lnTo>
                  <a:cubicBezTo>
                    <a:pt x="120" y="906"/>
                    <a:pt x="72" y="953"/>
                    <a:pt x="1" y="953"/>
                  </a:cubicBezTo>
                  <a:lnTo>
                    <a:pt x="668" y="953"/>
                  </a:lnTo>
                  <a:cubicBezTo>
                    <a:pt x="715" y="953"/>
                    <a:pt x="787" y="906"/>
                    <a:pt x="787" y="834"/>
                  </a:cubicBezTo>
                  <a:lnTo>
                    <a:pt x="787" y="120"/>
                  </a:lnTo>
                  <a:cubicBezTo>
                    <a:pt x="787" y="72"/>
                    <a:pt x="715" y="1"/>
                    <a:pt x="668"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95"/>
            <p:cNvSpPr/>
            <p:nvPr/>
          </p:nvSpPr>
          <p:spPr>
            <a:xfrm>
              <a:off x="2517701" y="1921120"/>
              <a:ext cx="309845" cy="368225"/>
            </a:xfrm>
            <a:custGeom>
              <a:rect b="b" l="l" r="r" t="t"/>
              <a:pathLst>
                <a:path extrusionOk="0" h="11265" w="9479">
                  <a:moveTo>
                    <a:pt x="6502" y="286"/>
                  </a:moveTo>
                  <a:cubicBezTo>
                    <a:pt x="6549" y="286"/>
                    <a:pt x="6597" y="357"/>
                    <a:pt x="6597" y="405"/>
                  </a:cubicBezTo>
                  <a:lnTo>
                    <a:pt x="6597" y="1096"/>
                  </a:lnTo>
                  <a:lnTo>
                    <a:pt x="1334" y="1096"/>
                  </a:lnTo>
                  <a:cubicBezTo>
                    <a:pt x="1239" y="1096"/>
                    <a:pt x="1167" y="1191"/>
                    <a:pt x="1167" y="1262"/>
                  </a:cubicBezTo>
                  <a:lnTo>
                    <a:pt x="1167" y="2429"/>
                  </a:lnTo>
                  <a:cubicBezTo>
                    <a:pt x="1167" y="2453"/>
                    <a:pt x="1167" y="2453"/>
                    <a:pt x="1191" y="2501"/>
                  </a:cubicBezTo>
                  <a:cubicBezTo>
                    <a:pt x="1238" y="2547"/>
                    <a:pt x="1287" y="2566"/>
                    <a:pt x="1332" y="2566"/>
                  </a:cubicBezTo>
                  <a:cubicBezTo>
                    <a:pt x="1425" y="2566"/>
                    <a:pt x="1501" y="2486"/>
                    <a:pt x="1501" y="2405"/>
                  </a:cubicBezTo>
                  <a:lnTo>
                    <a:pt x="1501" y="1477"/>
                  </a:lnTo>
                  <a:cubicBezTo>
                    <a:pt x="1501" y="1453"/>
                    <a:pt x="1525" y="1453"/>
                    <a:pt x="1525" y="1453"/>
                  </a:cubicBezTo>
                  <a:lnTo>
                    <a:pt x="7645" y="1453"/>
                  </a:lnTo>
                  <a:cubicBezTo>
                    <a:pt x="7716" y="1453"/>
                    <a:pt x="7764" y="1501"/>
                    <a:pt x="7764" y="1572"/>
                  </a:cubicBezTo>
                  <a:lnTo>
                    <a:pt x="7764" y="7406"/>
                  </a:lnTo>
                  <a:lnTo>
                    <a:pt x="5025" y="7406"/>
                  </a:lnTo>
                  <a:cubicBezTo>
                    <a:pt x="4787" y="7406"/>
                    <a:pt x="4620" y="7573"/>
                    <a:pt x="4620" y="7811"/>
                  </a:cubicBezTo>
                  <a:lnTo>
                    <a:pt x="4620" y="9931"/>
                  </a:lnTo>
                  <a:cubicBezTo>
                    <a:pt x="4620" y="10026"/>
                    <a:pt x="4716" y="10121"/>
                    <a:pt x="4787" y="10121"/>
                  </a:cubicBezTo>
                  <a:lnTo>
                    <a:pt x="5906" y="10121"/>
                  </a:lnTo>
                  <a:cubicBezTo>
                    <a:pt x="5930" y="10121"/>
                    <a:pt x="5930" y="10121"/>
                    <a:pt x="5954" y="10074"/>
                  </a:cubicBezTo>
                  <a:cubicBezTo>
                    <a:pt x="6073" y="9931"/>
                    <a:pt x="5978" y="9788"/>
                    <a:pt x="5859" y="9788"/>
                  </a:cubicBezTo>
                  <a:lnTo>
                    <a:pt x="5025" y="9788"/>
                  </a:lnTo>
                  <a:cubicBezTo>
                    <a:pt x="4978" y="9788"/>
                    <a:pt x="4954" y="9764"/>
                    <a:pt x="4954" y="9693"/>
                  </a:cubicBezTo>
                  <a:lnTo>
                    <a:pt x="4954" y="7859"/>
                  </a:lnTo>
                  <a:cubicBezTo>
                    <a:pt x="4954" y="7788"/>
                    <a:pt x="4978" y="7764"/>
                    <a:pt x="5025" y="7764"/>
                  </a:cubicBezTo>
                  <a:lnTo>
                    <a:pt x="9026" y="7764"/>
                  </a:lnTo>
                  <a:cubicBezTo>
                    <a:pt x="9074" y="7764"/>
                    <a:pt x="9121" y="7788"/>
                    <a:pt x="9121" y="7859"/>
                  </a:cubicBezTo>
                  <a:lnTo>
                    <a:pt x="9121" y="9693"/>
                  </a:lnTo>
                  <a:cubicBezTo>
                    <a:pt x="9121" y="9764"/>
                    <a:pt x="9074" y="9788"/>
                    <a:pt x="9026" y="9788"/>
                  </a:cubicBezTo>
                  <a:lnTo>
                    <a:pt x="6526" y="9788"/>
                  </a:lnTo>
                  <a:cubicBezTo>
                    <a:pt x="6430" y="9788"/>
                    <a:pt x="6383" y="9836"/>
                    <a:pt x="6335" y="9931"/>
                  </a:cubicBezTo>
                  <a:cubicBezTo>
                    <a:pt x="6335" y="10026"/>
                    <a:pt x="6406" y="10121"/>
                    <a:pt x="6502" y="10121"/>
                  </a:cubicBezTo>
                  <a:lnTo>
                    <a:pt x="7788" y="10121"/>
                  </a:lnTo>
                  <a:lnTo>
                    <a:pt x="7788" y="10836"/>
                  </a:lnTo>
                  <a:cubicBezTo>
                    <a:pt x="7788" y="10883"/>
                    <a:pt x="7740" y="10955"/>
                    <a:pt x="7692" y="10955"/>
                  </a:cubicBezTo>
                  <a:lnTo>
                    <a:pt x="1620" y="10955"/>
                  </a:lnTo>
                  <a:cubicBezTo>
                    <a:pt x="1548" y="10955"/>
                    <a:pt x="1501" y="10883"/>
                    <a:pt x="1501" y="10836"/>
                  </a:cubicBezTo>
                  <a:lnTo>
                    <a:pt x="1501" y="3096"/>
                  </a:lnTo>
                  <a:cubicBezTo>
                    <a:pt x="1501" y="3001"/>
                    <a:pt x="1429" y="2929"/>
                    <a:pt x="1334" y="2906"/>
                  </a:cubicBezTo>
                  <a:cubicBezTo>
                    <a:pt x="1263" y="2906"/>
                    <a:pt x="1167" y="2977"/>
                    <a:pt x="1167" y="3048"/>
                  </a:cubicBezTo>
                  <a:lnTo>
                    <a:pt x="1167" y="9788"/>
                  </a:lnTo>
                  <a:lnTo>
                    <a:pt x="429" y="9788"/>
                  </a:lnTo>
                  <a:cubicBezTo>
                    <a:pt x="358" y="9788"/>
                    <a:pt x="310" y="9716"/>
                    <a:pt x="310" y="9669"/>
                  </a:cubicBezTo>
                  <a:lnTo>
                    <a:pt x="310" y="405"/>
                  </a:lnTo>
                  <a:cubicBezTo>
                    <a:pt x="310" y="357"/>
                    <a:pt x="358" y="286"/>
                    <a:pt x="429" y="286"/>
                  </a:cubicBezTo>
                  <a:close/>
                  <a:moveTo>
                    <a:pt x="453" y="0"/>
                  </a:moveTo>
                  <a:cubicBezTo>
                    <a:pt x="215" y="0"/>
                    <a:pt x="0" y="191"/>
                    <a:pt x="0" y="429"/>
                  </a:cubicBezTo>
                  <a:lnTo>
                    <a:pt x="0" y="9693"/>
                  </a:lnTo>
                  <a:cubicBezTo>
                    <a:pt x="0" y="9931"/>
                    <a:pt x="215" y="10145"/>
                    <a:pt x="453" y="10145"/>
                  </a:cubicBezTo>
                  <a:lnTo>
                    <a:pt x="1191" y="10145"/>
                  </a:lnTo>
                  <a:lnTo>
                    <a:pt x="1191" y="10836"/>
                  </a:lnTo>
                  <a:cubicBezTo>
                    <a:pt x="1191" y="11074"/>
                    <a:pt x="1405" y="11264"/>
                    <a:pt x="1644" y="11264"/>
                  </a:cubicBezTo>
                  <a:lnTo>
                    <a:pt x="7716" y="11264"/>
                  </a:lnTo>
                  <a:cubicBezTo>
                    <a:pt x="7954" y="11264"/>
                    <a:pt x="8169" y="11074"/>
                    <a:pt x="8169" y="10836"/>
                  </a:cubicBezTo>
                  <a:lnTo>
                    <a:pt x="8169" y="10121"/>
                  </a:lnTo>
                  <a:lnTo>
                    <a:pt x="9050" y="10121"/>
                  </a:lnTo>
                  <a:cubicBezTo>
                    <a:pt x="9288" y="10121"/>
                    <a:pt x="9479" y="9931"/>
                    <a:pt x="9479" y="9693"/>
                  </a:cubicBezTo>
                  <a:lnTo>
                    <a:pt x="9479" y="7859"/>
                  </a:lnTo>
                  <a:cubicBezTo>
                    <a:pt x="9479" y="7621"/>
                    <a:pt x="9288" y="7430"/>
                    <a:pt x="9050" y="7430"/>
                  </a:cubicBezTo>
                  <a:lnTo>
                    <a:pt x="8169" y="7430"/>
                  </a:lnTo>
                  <a:lnTo>
                    <a:pt x="8169" y="1572"/>
                  </a:lnTo>
                  <a:cubicBezTo>
                    <a:pt x="8169" y="1334"/>
                    <a:pt x="7954" y="1119"/>
                    <a:pt x="7716" y="1119"/>
                  </a:cubicBezTo>
                  <a:lnTo>
                    <a:pt x="6978" y="1119"/>
                  </a:lnTo>
                  <a:lnTo>
                    <a:pt x="6978" y="429"/>
                  </a:lnTo>
                  <a:cubicBezTo>
                    <a:pt x="6978" y="191"/>
                    <a:pt x="6764" y="0"/>
                    <a:pt x="65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95"/>
            <p:cNvSpPr/>
            <p:nvPr/>
          </p:nvSpPr>
          <p:spPr>
            <a:xfrm>
              <a:off x="2591640" y="2003624"/>
              <a:ext cx="80215" cy="10918"/>
            </a:xfrm>
            <a:custGeom>
              <a:rect b="b" l="l" r="r" t="t"/>
              <a:pathLst>
                <a:path extrusionOk="0" h="334" w="2454">
                  <a:moveTo>
                    <a:pt x="215" y="1"/>
                  </a:moveTo>
                  <a:cubicBezTo>
                    <a:pt x="120" y="1"/>
                    <a:pt x="72" y="48"/>
                    <a:pt x="25" y="143"/>
                  </a:cubicBezTo>
                  <a:cubicBezTo>
                    <a:pt x="1" y="239"/>
                    <a:pt x="96" y="334"/>
                    <a:pt x="167" y="334"/>
                  </a:cubicBezTo>
                  <a:lnTo>
                    <a:pt x="2263" y="334"/>
                  </a:lnTo>
                  <a:cubicBezTo>
                    <a:pt x="2358" y="334"/>
                    <a:pt x="2406" y="262"/>
                    <a:pt x="2454" y="167"/>
                  </a:cubicBezTo>
                  <a:cubicBezTo>
                    <a:pt x="2454" y="96"/>
                    <a:pt x="2382" y="1"/>
                    <a:pt x="2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95"/>
            <p:cNvSpPr/>
            <p:nvPr/>
          </p:nvSpPr>
          <p:spPr>
            <a:xfrm>
              <a:off x="2591640" y="2163204"/>
              <a:ext cx="53738" cy="10918"/>
            </a:xfrm>
            <a:custGeom>
              <a:rect b="b" l="l" r="r" t="t"/>
              <a:pathLst>
                <a:path extrusionOk="0" h="334" w="1644">
                  <a:moveTo>
                    <a:pt x="167" y="0"/>
                  </a:moveTo>
                  <a:cubicBezTo>
                    <a:pt x="96" y="0"/>
                    <a:pt x="25" y="48"/>
                    <a:pt x="1" y="143"/>
                  </a:cubicBezTo>
                  <a:cubicBezTo>
                    <a:pt x="1" y="239"/>
                    <a:pt x="48" y="334"/>
                    <a:pt x="144" y="334"/>
                  </a:cubicBezTo>
                  <a:lnTo>
                    <a:pt x="1430" y="334"/>
                  </a:lnTo>
                  <a:cubicBezTo>
                    <a:pt x="1525" y="334"/>
                    <a:pt x="1573" y="262"/>
                    <a:pt x="1620" y="167"/>
                  </a:cubicBezTo>
                  <a:cubicBezTo>
                    <a:pt x="1644" y="96"/>
                    <a:pt x="1549"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95"/>
            <p:cNvSpPr/>
            <p:nvPr/>
          </p:nvSpPr>
          <p:spPr>
            <a:xfrm>
              <a:off x="2591640" y="2189681"/>
              <a:ext cx="53738" cy="10133"/>
            </a:xfrm>
            <a:custGeom>
              <a:rect b="b" l="l" r="r" t="t"/>
              <a:pathLst>
                <a:path extrusionOk="0" h="310" w="1644">
                  <a:moveTo>
                    <a:pt x="167" y="0"/>
                  </a:moveTo>
                  <a:cubicBezTo>
                    <a:pt x="96" y="0"/>
                    <a:pt x="25" y="48"/>
                    <a:pt x="1" y="143"/>
                  </a:cubicBezTo>
                  <a:cubicBezTo>
                    <a:pt x="1" y="238"/>
                    <a:pt x="48" y="310"/>
                    <a:pt x="144" y="310"/>
                  </a:cubicBezTo>
                  <a:lnTo>
                    <a:pt x="1430" y="310"/>
                  </a:lnTo>
                  <a:cubicBezTo>
                    <a:pt x="1525" y="310"/>
                    <a:pt x="1573" y="262"/>
                    <a:pt x="1620" y="167"/>
                  </a:cubicBezTo>
                  <a:cubicBezTo>
                    <a:pt x="1644" y="48"/>
                    <a:pt x="1549"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95"/>
            <p:cNvSpPr/>
            <p:nvPr/>
          </p:nvSpPr>
          <p:spPr>
            <a:xfrm>
              <a:off x="2591640" y="2214589"/>
              <a:ext cx="53738" cy="10918"/>
            </a:xfrm>
            <a:custGeom>
              <a:rect b="b" l="l" r="r" t="t"/>
              <a:pathLst>
                <a:path extrusionOk="0" h="334" w="1644">
                  <a:moveTo>
                    <a:pt x="167" y="0"/>
                  </a:moveTo>
                  <a:cubicBezTo>
                    <a:pt x="96" y="0"/>
                    <a:pt x="25" y="48"/>
                    <a:pt x="1" y="143"/>
                  </a:cubicBezTo>
                  <a:cubicBezTo>
                    <a:pt x="1" y="238"/>
                    <a:pt x="48" y="334"/>
                    <a:pt x="144" y="334"/>
                  </a:cubicBezTo>
                  <a:lnTo>
                    <a:pt x="1430" y="334"/>
                  </a:lnTo>
                  <a:cubicBezTo>
                    <a:pt x="1525" y="334"/>
                    <a:pt x="1573" y="262"/>
                    <a:pt x="1620" y="191"/>
                  </a:cubicBezTo>
                  <a:cubicBezTo>
                    <a:pt x="1644" y="95"/>
                    <a:pt x="1549"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95"/>
            <p:cNvSpPr/>
            <p:nvPr/>
          </p:nvSpPr>
          <p:spPr>
            <a:xfrm>
              <a:off x="2591640" y="2241033"/>
              <a:ext cx="53738" cy="10950"/>
            </a:xfrm>
            <a:custGeom>
              <a:rect b="b" l="l" r="r" t="t"/>
              <a:pathLst>
                <a:path extrusionOk="0" h="335" w="1644">
                  <a:moveTo>
                    <a:pt x="167" y="1"/>
                  </a:moveTo>
                  <a:cubicBezTo>
                    <a:pt x="96" y="1"/>
                    <a:pt x="25" y="49"/>
                    <a:pt x="1" y="144"/>
                  </a:cubicBezTo>
                  <a:cubicBezTo>
                    <a:pt x="1" y="239"/>
                    <a:pt x="48" y="334"/>
                    <a:pt x="144" y="334"/>
                  </a:cubicBezTo>
                  <a:lnTo>
                    <a:pt x="1430" y="334"/>
                  </a:lnTo>
                  <a:cubicBezTo>
                    <a:pt x="1525" y="334"/>
                    <a:pt x="1573" y="263"/>
                    <a:pt x="1620" y="168"/>
                  </a:cubicBezTo>
                  <a:cubicBezTo>
                    <a:pt x="1644" y="96"/>
                    <a:pt x="1549"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95"/>
            <p:cNvSpPr/>
            <p:nvPr/>
          </p:nvSpPr>
          <p:spPr>
            <a:xfrm>
              <a:off x="2591640" y="2093155"/>
              <a:ext cx="156508" cy="10918"/>
            </a:xfrm>
            <a:custGeom>
              <a:rect b="b" l="l" r="r" t="t"/>
              <a:pathLst>
                <a:path extrusionOk="0" h="334" w="4788">
                  <a:moveTo>
                    <a:pt x="215" y="0"/>
                  </a:moveTo>
                  <a:cubicBezTo>
                    <a:pt x="120" y="0"/>
                    <a:pt x="72" y="48"/>
                    <a:pt x="25" y="143"/>
                  </a:cubicBezTo>
                  <a:cubicBezTo>
                    <a:pt x="1" y="238"/>
                    <a:pt x="96" y="334"/>
                    <a:pt x="167" y="334"/>
                  </a:cubicBezTo>
                  <a:lnTo>
                    <a:pt x="4621" y="334"/>
                  </a:lnTo>
                  <a:cubicBezTo>
                    <a:pt x="4692" y="334"/>
                    <a:pt x="4764" y="262"/>
                    <a:pt x="4787" y="167"/>
                  </a:cubicBezTo>
                  <a:cubicBezTo>
                    <a:pt x="4787" y="95"/>
                    <a:pt x="4740" y="0"/>
                    <a:pt x="4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95"/>
            <p:cNvSpPr/>
            <p:nvPr/>
          </p:nvSpPr>
          <p:spPr>
            <a:xfrm>
              <a:off x="2591640" y="2117278"/>
              <a:ext cx="156508" cy="10918"/>
            </a:xfrm>
            <a:custGeom>
              <a:rect b="b" l="l" r="r" t="t"/>
              <a:pathLst>
                <a:path extrusionOk="0" h="334" w="4788">
                  <a:moveTo>
                    <a:pt x="215" y="0"/>
                  </a:moveTo>
                  <a:cubicBezTo>
                    <a:pt x="120" y="0"/>
                    <a:pt x="72" y="72"/>
                    <a:pt x="25" y="143"/>
                  </a:cubicBezTo>
                  <a:cubicBezTo>
                    <a:pt x="1" y="239"/>
                    <a:pt x="96" y="334"/>
                    <a:pt x="167" y="334"/>
                  </a:cubicBezTo>
                  <a:lnTo>
                    <a:pt x="4621" y="334"/>
                  </a:lnTo>
                  <a:cubicBezTo>
                    <a:pt x="4692" y="334"/>
                    <a:pt x="4764" y="262"/>
                    <a:pt x="4787" y="191"/>
                  </a:cubicBezTo>
                  <a:cubicBezTo>
                    <a:pt x="4787" y="96"/>
                    <a:pt x="4740" y="0"/>
                    <a:pt x="4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95"/>
            <p:cNvSpPr/>
            <p:nvPr/>
          </p:nvSpPr>
          <p:spPr>
            <a:xfrm>
              <a:off x="2591640" y="2027747"/>
              <a:ext cx="156508" cy="42853"/>
            </a:xfrm>
            <a:custGeom>
              <a:rect b="b" l="l" r="r" t="t"/>
              <a:pathLst>
                <a:path extrusionOk="0" h="1311" w="4788">
                  <a:moveTo>
                    <a:pt x="4430" y="334"/>
                  </a:moveTo>
                  <a:lnTo>
                    <a:pt x="4430" y="953"/>
                  </a:lnTo>
                  <a:lnTo>
                    <a:pt x="334" y="953"/>
                  </a:lnTo>
                  <a:lnTo>
                    <a:pt x="334" y="334"/>
                  </a:lnTo>
                  <a:close/>
                  <a:moveTo>
                    <a:pt x="310" y="1"/>
                  </a:moveTo>
                  <a:cubicBezTo>
                    <a:pt x="144" y="1"/>
                    <a:pt x="1" y="120"/>
                    <a:pt x="1" y="310"/>
                  </a:cubicBezTo>
                  <a:lnTo>
                    <a:pt x="1" y="1025"/>
                  </a:lnTo>
                  <a:cubicBezTo>
                    <a:pt x="1" y="1168"/>
                    <a:pt x="144" y="1311"/>
                    <a:pt x="310" y="1311"/>
                  </a:cubicBezTo>
                  <a:lnTo>
                    <a:pt x="4502" y="1311"/>
                  </a:lnTo>
                  <a:cubicBezTo>
                    <a:pt x="4645" y="1311"/>
                    <a:pt x="4787" y="1191"/>
                    <a:pt x="4787" y="1025"/>
                  </a:cubicBezTo>
                  <a:lnTo>
                    <a:pt x="4787" y="310"/>
                  </a:lnTo>
                  <a:cubicBezTo>
                    <a:pt x="4787" y="144"/>
                    <a:pt x="4668" y="1"/>
                    <a:pt x="4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95"/>
            <p:cNvSpPr/>
            <p:nvPr/>
          </p:nvSpPr>
          <p:spPr>
            <a:xfrm>
              <a:off x="2777697" y="2185791"/>
              <a:ext cx="24156" cy="44390"/>
            </a:xfrm>
            <a:custGeom>
              <a:rect b="b" l="l" r="r" t="t"/>
              <a:pathLst>
                <a:path extrusionOk="0" h="1358" w="739">
                  <a:moveTo>
                    <a:pt x="167" y="0"/>
                  </a:moveTo>
                  <a:cubicBezTo>
                    <a:pt x="96" y="0"/>
                    <a:pt x="0" y="48"/>
                    <a:pt x="0" y="167"/>
                  </a:cubicBezTo>
                  <a:lnTo>
                    <a:pt x="0" y="1191"/>
                  </a:lnTo>
                  <a:cubicBezTo>
                    <a:pt x="0" y="1262"/>
                    <a:pt x="48" y="1334"/>
                    <a:pt x="143" y="1358"/>
                  </a:cubicBezTo>
                  <a:cubicBezTo>
                    <a:pt x="239" y="1358"/>
                    <a:pt x="334" y="1310"/>
                    <a:pt x="334" y="1215"/>
                  </a:cubicBezTo>
                  <a:lnTo>
                    <a:pt x="334" y="834"/>
                  </a:lnTo>
                  <a:lnTo>
                    <a:pt x="524" y="834"/>
                  </a:lnTo>
                  <a:cubicBezTo>
                    <a:pt x="620" y="834"/>
                    <a:pt x="691" y="762"/>
                    <a:pt x="715" y="667"/>
                  </a:cubicBezTo>
                  <a:cubicBezTo>
                    <a:pt x="715" y="595"/>
                    <a:pt x="643" y="500"/>
                    <a:pt x="524" y="500"/>
                  </a:cubicBezTo>
                  <a:lnTo>
                    <a:pt x="334" y="500"/>
                  </a:lnTo>
                  <a:lnTo>
                    <a:pt x="334" y="310"/>
                  </a:lnTo>
                  <a:lnTo>
                    <a:pt x="572" y="310"/>
                  </a:lnTo>
                  <a:cubicBezTo>
                    <a:pt x="643" y="310"/>
                    <a:pt x="715" y="262"/>
                    <a:pt x="739" y="167"/>
                  </a:cubicBezTo>
                  <a:cubicBezTo>
                    <a:pt x="739" y="72"/>
                    <a:pt x="691"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95"/>
            <p:cNvSpPr/>
            <p:nvPr/>
          </p:nvSpPr>
          <p:spPr>
            <a:xfrm>
              <a:off x="2734092" y="2186543"/>
              <a:ext cx="35074" cy="42853"/>
            </a:xfrm>
            <a:custGeom>
              <a:rect b="b" l="l" r="r" t="t"/>
              <a:pathLst>
                <a:path extrusionOk="0" h="1311" w="1073">
                  <a:moveTo>
                    <a:pt x="477" y="334"/>
                  </a:moveTo>
                  <a:cubicBezTo>
                    <a:pt x="715" y="334"/>
                    <a:pt x="715" y="596"/>
                    <a:pt x="715" y="644"/>
                  </a:cubicBezTo>
                  <a:cubicBezTo>
                    <a:pt x="715" y="834"/>
                    <a:pt x="644" y="977"/>
                    <a:pt x="477" y="977"/>
                  </a:cubicBezTo>
                  <a:lnTo>
                    <a:pt x="358" y="977"/>
                  </a:lnTo>
                  <a:lnTo>
                    <a:pt x="358" y="644"/>
                  </a:lnTo>
                  <a:lnTo>
                    <a:pt x="358" y="334"/>
                  </a:lnTo>
                  <a:close/>
                  <a:moveTo>
                    <a:pt x="120" y="1"/>
                  </a:moveTo>
                  <a:cubicBezTo>
                    <a:pt x="48" y="25"/>
                    <a:pt x="1" y="96"/>
                    <a:pt x="1" y="144"/>
                  </a:cubicBezTo>
                  <a:lnTo>
                    <a:pt x="1" y="1168"/>
                  </a:lnTo>
                  <a:cubicBezTo>
                    <a:pt x="1" y="1215"/>
                    <a:pt x="48" y="1311"/>
                    <a:pt x="120" y="1311"/>
                  </a:cubicBezTo>
                  <a:lnTo>
                    <a:pt x="429" y="1311"/>
                  </a:lnTo>
                  <a:cubicBezTo>
                    <a:pt x="763" y="1311"/>
                    <a:pt x="1001" y="1001"/>
                    <a:pt x="1001" y="644"/>
                  </a:cubicBezTo>
                  <a:cubicBezTo>
                    <a:pt x="1072" y="263"/>
                    <a:pt x="834" y="1"/>
                    <a:pt x="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95"/>
            <p:cNvSpPr/>
            <p:nvPr/>
          </p:nvSpPr>
          <p:spPr>
            <a:xfrm>
              <a:off x="2695946" y="2185791"/>
              <a:ext cx="30399" cy="44390"/>
            </a:xfrm>
            <a:custGeom>
              <a:rect b="b" l="l" r="r" t="t"/>
              <a:pathLst>
                <a:path extrusionOk="0" h="1358" w="930">
                  <a:moveTo>
                    <a:pt x="477" y="310"/>
                  </a:moveTo>
                  <a:cubicBezTo>
                    <a:pt x="525" y="310"/>
                    <a:pt x="596" y="381"/>
                    <a:pt x="596" y="429"/>
                  </a:cubicBezTo>
                  <a:cubicBezTo>
                    <a:pt x="596" y="524"/>
                    <a:pt x="525" y="548"/>
                    <a:pt x="477" y="548"/>
                  </a:cubicBezTo>
                  <a:lnTo>
                    <a:pt x="358" y="548"/>
                  </a:lnTo>
                  <a:lnTo>
                    <a:pt x="358" y="429"/>
                  </a:lnTo>
                  <a:lnTo>
                    <a:pt x="358" y="310"/>
                  </a:lnTo>
                  <a:close/>
                  <a:moveTo>
                    <a:pt x="120" y="0"/>
                  </a:moveTo>
                  <a:cubicBezTo>
                    <a:pt x="49" y="24"/>
                    <a:pt x="1" y="72"/>
                    <a:pt x="1" y="143"/>
                  </a:cubicBezTo>
                  <a:lnTo>
                    <a:pt x="1" y="1191"/>
                  </a:lnTo>
                  <a:cubicBezTo>
                    <a:pt x="1" y="1262"/>
                    <a:pt x="49" y="1334"/>
                    <a:pt x="144" y="1358"/>
                  </a:cubicBezTo>
                  <a:cubicBezTo>
                    <a:pt x="239" y="1358"/>
                    <a:pt x="334" y="1310"/>
                    <a:pt x="334" y="1215"/>
                  </a:cubicBezTo>
                  <a:lnTo>
                    <a:pt x="334" y="905"/>
                  </a:lnTo>
                  <a:lnTo>
                    <a:pt x="453" y="905"/>
                  </a:lnTo>
                  <a:cubicBezTo>
                    <a:pt x="715" y="905"/>
                    <a:pt x="930" y="715"/>
                    <a:pt x="930" y="476"/>
                  </a:cubicBezTo>
                  <a:cubicBezTo>
                    <a:pt x="930" y="191"/>
                    <a:pt x="715" y="0"/>
                    <a:pt x="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3" name="Google Shape;19613;p95"/>
          <p:cNvGrpSpPr/>
          <p:nvPr/>
        </p:nvGrpSpPr>
        <p:grpSpPr>
          <a:xfrm>
            <a:off x="3260525" y="1833311"/>
            <a:ext cx="368225" cy="236690"/>
            <a:chOff x="3247874" y="1985711"/>
            <a:chExt cx="368225" cy="236690"/>
          </a:xfrm>
        </p:grpSpPr>
        <p:sp>
          <p:nvSpPr>
            <p:cNvPr id="19614" name="Google Shape;19614;p95"/>
            <p:cNvSpPr/>
            <p:nvPr/>
          </p:nvSpPr>
          <p:spPr>
            <a:xfrm>
              <a:off x="3254085" y="2192002"/>
              <a:ext cx="358124" cy="25725"/>
            </a:xfrm>
            <a:custGeom>
              <a:rect b="b" l="l" r="r" t="t"/>
              <a:pathLst>
                <a:path extrusionOk="0" h="787" w="10956">
                  <a:moveTo>
                    <a:pt x="168" y="1"/>
                  </a:moveTo>
                  <a:cubicBezTo>
                    <a:pt x="72" y="1"/>
                    <a:pt x="1" y="72"/>
                    <a:pt x="1" y="167"/>
                  </a:cubicBezTo>
                  <a:lnTo>
                    <a:pt x="1" y="453"/>
                  </a:lnTo>
                  <a:cubicBezTo>
                    <a:pt x="1" y="644"/>
                    <a:pt x="168" y="786"/>
                    <a:pt x="334" y="786"/>
                  </a:cubicBezTo>
                  <a:lnTo>
                    <a:pt x="10598" y="786"/>
                  </a:lnTo>
                  <a:cubicBezTo>
                    <a:pt x="10789" y="786"/>
                    <a:pt x="10908" y="667"/>
                    <a:pt x="10956" y="453"/>
                  </a:cubicBezTo>
                  <a:lnTo>
                    <a:pt x="10956" y="167"/>
                  </a:lnTo>
                  <a:cubicBezTo>
                    <a:pt x="10956" y="72"/>
                    <a:pt x="10908" y="1"/>
                    <a:pt x="10813"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95"/>
            <p:cNvSpPr/>
            <p:nvPr/>
          </p:nvSpPr>
          <p:spPr>
            <a:xfrm>
              <a:off x="3275887" y="1991170"/>
              <a:ext cx="312983" cy="202434"/>
            </a:xfrm>
            <a:custGeom>
              <a:rect b="b" l="l" r="r" t="t"/>
              <a:pathLst>
                <a:path extrusionOk="0" h="6193" w="9575">
                  <a:moveTo>
                    <a:pt x="406" y="1"/>
                  </a:moveTo>
                  <a:cubicBezTo>
                    <a:pt x="215" y="1"/>
                    <a:pt x="1" y="167"/>
                    <a:pt x="1" y="405"/>
                  </a:cubicBezTo>
                  <a:lnTo>
                    <a:pt x="1" y="6192"/>
                  </a:lnTo>
                  <a:lnTo>
                    <a:pt x="9550" y="6192"/>
                  </a:lnTo>
                  <a:lnTo>
                    <a:pt x="9550" y="382"/>
                  </a:lnTo>
                  <a:cubicBezTo>
                    <a:pt x="9574" y="167"/>
                    <a:pt x="9384" y="1"/>
                    <a:pt x="9169"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95"/>
            <p:cNvSpPr/>
            <p:nvPr/>
          </p:nvSpPr>
          <p:spPr>
            <a:xfrm>
              <a:off x="3300011" y="2014509"/>
              <a:ext cx="265488" cy="179095"/>
            </a:xfrm>
            <a:custGeom>
              <a:rect b="b" l="l" r="r" t="t"/>
              <a:pathLst>
                <a:path extrusionOk="0" h="5479" w="8122">
                  <a:moveTo>
                    <a:pt x="191" y="1"/>
                  </a:moveTo>
                  <a:cubicBezTo>
                    <a:pt x="96" y="1"/>
                    <a:pt x="1" y="72"/>
                    <a:pt x="1" y="168"/>
                  </a:cubicBezTo>
                  <a:lnTo>
                    <a:pt x="1" y="5478"/>
                  </a:lnTo>
                  <a:lnTo>
                    <a:pt x="8122" y="5478"/>
                  </a:lnTo>
                  <a:lnTo>
                    <a:pt x="8122" y="168"/>
                  </a:lnTo>
                  <a:cubicBezTo>
                    <a:pt x="8122" y="72"/>
                    <a:pt x="8050" y="1"/>
                    <a:pt x="79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95"/>
            <p:cNvSpPr/>
            <p:nvPr/>
          </p:nvSpPr>
          <p:spPr>
            <a:xfrm>
              <a:off x="3538237" y="2014509"/>
              <a:ext cx="27261" cy="179095"/>
            </a:xfrm>
            <a:custGeom>
              <a:rect b="b" l="l" r="r" t="t"/>
              <a:pathLst>
                <a:path extrusionOk="0" h="5479" w="834">
                  <a:moveTo>
                    <a:pt x="0" y="1"/>
                  </a:moveTo>
                  <a:cubicBezTo>
                    <a:pt x="95" y="1"/>
                    <a:pt x="191" y="72"/>
                    <a:pt x="191" y="168"/>
                  </a:cubicBezTo>
                  <a:lnTo>
                    <a:pt x="191" y="5478"/>
                  </a:lnTo>
                  <a:lnTo>
                    <a:pt x="834" y="5478"/>
                  </a:lnTo>
                  <a:lnTo>
                    <a:pt x="834" y="168"/>
                  </a:lnTo>
                  <a:cubicBezTo>
                    <a:pt x="834" y="49"/>
                    <a:pt x="762"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95"/>
            <p:cNvSpPr/>
            <p:nvPr/>
          </p:nvSpPr>
          <p:spPr>
            <a:xfrm>
              <a:off x="3578704" y="2193571"/>
              <a:ext cx="31936" cy="24941"/>
            </a:xfrm>
            <a:custGeom>
              <a:rect b="b" l="l" r="r" t="t"/>
              <a:pathLst>
                <a:path extrusionOk="0" h="763" w="977">
                  <a:moveTo>
                    <a:pt x="167" y="0"/>
                  </a:moveTo>
                  <a:cubicBezTo>
                    <a:pt x="262" y="0"/>
                    <a:pt x="310" y="48"/>
                    <a:pt x="310" y="143"/>
                  </a:cubicBezTo>
                  <a:lnTo>
                    <a:pt x="310" y="429"/>
                  </a:lnTo>
                  <a:cubicBezTo>
                    <a:pt x="310" y="619"/>
                    <a:pt x="167" y="762"/>
                    <a:pt x="1" y="762"/>
                  </a:cubicBezTo>
                  <a:lnTo>
                    <a:pt x="644" y="762"/>
                  </a:lnTo>
                  <a:cubicBezTo>
                    <a:pt x="834" y="762"/>
                    <a:pt x="977" y="619"/>
                    <a:pt x="977" y="429"/>
                  </a:cubicBezTo>
                  <a:lnTo>
                    <a:pt x="977" y="143"/>
                  </a:lnTo>
                  <a:cubicBezTo>
                    <a:pt x="977" y="48"/>
                    <a:pt x="905" y="0"/>
                    <a:pt x="834"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95"/>
            <p:cNvSpPr/>
            <p:nvPr/>
          </p:nvSpPr>
          <p:spPr>
            <a:xfrm>
              <a:off x="3553796" y="1991170"/>
              <a:ext cx="35074" cy="202434"/>
            </a:xfrm>
            <a:custGeom>
              <a:rect b="b" l="l" r="r" t="t"/>
              <a:pathLst>
                <a:path extrusionOk="0" h="6193" w="1073">
                  <a:moveTo>
                    <a:pt x="0" y="1"/>
                  </a:moveTo>
                  <a:cubicBezTo>
                    <a:pt x="215" y="1"/>
                    <a:pt x="429" y="167"/>
                    <a:pt x="429" y="382"/>
                  </a:cubicBezTo>
                  <a:lnTo>
                    <a:pt x="429" y="6192"/>
                  </a:lnTo>
                  <a:lnTo>
                    <a:pt x="1072" y="6192"/>
                  </a:lnTo>
                  <a:lnTo>
                    <a:pt x="1072" y="382"/>
                  </a:lnTo>
                  <a:cubicBezTo>
                    <a:pt x="1072" y="167"/>
                    <a:pt x="882" y="1"/>
                    <a:pt x="66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95"/>
            <p:cNvSpPr/>
            <p:nvPr/>
          </p:nvSpPr>
          <p:spPr>
            <a:xfrm>
              <a:off x="3401211" y="2193571"/>
              <a:ext cx="63087" cy="24156"/>
            </a:xfrm>
            <a:custGeom>
              <a:rect b="b" l="l" r="r" t="t"/>
              <a:pathLst>
                <a:path extrusionOk="0" h="739" w="1930">
                  <a:moveTo>
                    <a:pt x="1" y="0"/>
                  </a:moveTo>
                  <a:lnTo>
                    <a:pt x="1" y="738"/>
                  </a:lnTo>
                  <a:lnTo>
                    <a:pt x="1930" y="738"/>
                  </a:lnTo>
                  <a:lnTo>
                    <a:pt x="1930"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95"/>
            <p:cNvSpPr/>
            <p:nvPr/>
          </p:nvSpPr>
          <p:spPr>
            <a:xfrm>
              <a:off x="3443247" y="2193571"/>
              <a:ext cx="21051" cy="24156"/>
            </a:xfrm>
            <a:custGeom>
              <a:rect b="b" l="l" r="r" t="t"/>
              <a:pathLst>
                <a:path extrusionOk="0" h="739" w="644">
                  <a:moveTo>
                    <a:pt x="1" y="0"/>
                  </a:moveTo>
                  <a:lnTo>
                    <a:pt x="1" y="738"/>
                  </a:lnTo>
                  <a:lnTo>
                    <a:pt x="644" y="738"/>
                  </a:lnTo>
                  <a:lnTo>
                    <a:pt x="644"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95"/>
            <p:cNvSpPr/>
            <p:nvPr/>
          </p:nvSpPr>
          <p:spPr>
            <a:xfrm>
              <a:off x="3343616" y="2067462"/>
              <a:ext cx="36610" cy="126926"/>
            </a:xfrm>
            <a:custGeom>
              <a:rect b="b" l="l" r="r" t="t"/>
              <a:pathLst>
                <a:path extrusionOk="0" h="3883" w="1120">
                  <a:moveTo>
                    <a:pt x="167" y="0"/>
                  </a:moveTo>
                  <a:cubicBezTo>
                    <a:pt x="72" y="0"/>
                    <a:pt x="1" y="72"/>
                    <a:pt x="1" y="167"/>
                  </a:cubicBezTo>
                  <a:lnTo>
                    <a:pt x="1" y="3882"/>
                  </a:lnTo>
                  <a:lnTo>
                    <a:pt x="1120" y="3882"/>
                  </a:lnTo>
                  <a:lnTo>
                    <a:pt x="1120" y="0"/>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95"/>
            <p:cNvSpPr/>
            <p:nvPr/>
          </p:nvSpPr>
          <p:spPr>
            <a:xfrm>
              <a:off x="3450275" y="2088480"/>
              <a:ext cx="35825" cy="105123"/>
            </a:xfrm>
            <a:custGeom>
              <a:rect b="b" l="l" r="r" t="t"/>
              <a:pathLst>
                <a:path extrusionOk="0" h="3216" w="1096">
                  <a:moveTo>
                    <a:pt x="0" y="0"/>
                  </a:moveTo>
                  <a:lnTo>
                    <a:pt x="0" y="3215"/>
                  </a:lnTo>
                  <a:lnTo>
                    <a:pt x="1096" y="3215"/>
                  </a:lnTo>
                  <a:lnTo>
                    <a:pt x="1096" y="0"/>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95"/>
            <p:cNvSpPr/>
            <p:nvPr/>
          </p:nvSpPr>
          <p:spPr>
            <a:xfrm>
              <a:off x="3415234" y="2067462"/>
              <a:ext cx="35825" cy="126926"/>
            </a:xfrm>
            <a:custGeom>
              <a:rect b="b" l="l" r="r" t="t"/>
              <a:pathLst>
                <a:path extrusionOk="0" h="3883" w="1096">
                  <a:moveTo>
                    <a:pt x="0" y="0"/>
                  </a:moveTo>
                  <a:lnTo>
                    <a:pt x="0" y="3882"/>
                  </a:lnTo>
                  <a:lnTo>
                    <a:pt x="1096" y="3882"/>
                  </a:lnTo>
                  <a:lnTo>
                    <a:pt x="1096" y="167"/>
                  </a:lnTo>
                  <a:cubicBezTo>
                    <a:pt x="1096" y="72"/>
                    <a:pt x="1025" y="0"/>
                    <a:pt x="953"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95"/>
            <p:cNvSpPr/>
            <p:nvPr/>
          </p:nvSpPr>
          <p:spPr>
            <a:xfrm>
              <a:off x="3380193" y="2055793"/>
              <a:ext cx="35074" cy="137810"/>
            </a:xfrm>
            <a:custGeom>
              <a:rect b="b" l="l" r="r" t="t"/>
              <a:pathLst>
                <a:path extrusionOk="0" h="4216" w="1073">
                  <a:moveTo>
                    <a:pt x="144" y="0"/>
                  </a:moveTo>
                  <a:cubicBezTo>
                    <a:pt x="48" y="0"/>
                    <a:pt x="1" y="72"/>
                    <a:pt x="1" y="167"/>
                  </a:cubicBezTo>
                  <a:lnTo>
                    <a:pt x="1" y="4215"/>
                  </a:lnTo>
                  <a:lnTo>
                    <a:pt x="1072" y="4215"/>
                  </a:lnTo>
                  <a:lnTo>
                    <a:pt x="1072" y="167"/>
                  </a:lnTo>
                  <a:cubicBezTo>
                    <a:pt x="1072" y="72"/>
                    <a:pt x="1001" y="0"/>
                    <a:pt x="906"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95"/>
            <p:cNvSpPr/>
            <p:nvPr/>
          </p:nvSpPr>
          <p:spPr>
            <a:xfrm>
              <a:off x="3486068" y="2055793"/>
              <a:ext cx="35074" cy="137810"/>
            </a:xfrm>
            <a:custGeom>
              <a:rect b="b" l="l" r="r" t="t"/>
              <a:pathLst>
                <a:path extrusionOk="0" h="4216" w="1073">
                  <a:moveTo>
                    <a:pt x="143" y="0"/>
                  </a:moveTo>
                  <a:cubicBezTo>
                    <a:pt x="48" y="0"/>
                    <a:pt x="1" y="72"/>
                    <a:pt x="1" y="167"/>
                  </a:cubicBezTo>
                  <a:lnTo>
                    <a:pt x="1" y="4215"/>
                  </a:lnTo>
                  <a:lnTo>
                    <a:pt x="1072" y="4215"/>
                  </a:lnTo>
                  <a:lnTo>
                    <a:pt x="1072" y="167"/>
                  </a:lnTo>
                  <a:cubicBezTo>
                    <a:pt x="1072" y="72"/>
                    <a:pt x="1001" y="0"/>
                    <a:pt x="92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95"/>
            <p:cNvSpPr/>
            <p:nvPr/>
          </p:nvSpPr>
          <p:spPr>
            <a:xfrm>
              <a:off x="3343616" y="2098581"/>
              <a:ext cx="36610" cy="21051"/>
            </a:xfrm>
            <a:custGeom>
              <a:rect b="b" l="l" r="r" t="t"/>
              <a:pathLst>
                <a:path extrusionOk="0" h="644" w="1120">
                  <a:moveTo>
                    <a:pt x="1" y="1"/>
                  </a:moveTo>
                  <a:lnTo>
                    <a:pt x="1" y="644"/>
                  </a:lnTo>
                  <a:lnTo>
                    <a:pt x="1120" y="644"/>
                  </a:lnTo>
                  <a:lnTo>
                    <a:pt x="112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95"/>
            <p:cNvSpPr/>
            <p:nvPr/>
          </p:nvSpPr>
          <p:spPr>
            <a:xfrm>
              <a:off x="3378657" y="2083022"/>
              <a:ext cx="36610" cy="21051"/>
            </a:xfrm>
            <a:custGeom>
              <a:rect b="b" l="l" r="r" t="t"/>
              <a:pathLst>
                <a:path extrusionOk="0" h="644" w="1120">
                  <a:moveTo>
                    <a:pt x="0" y="1"/>
                  </a:moveTo>
                  <a:lnTo>
                    <a:pt x="0" y="644"/>
                  </a:lnTo>
                  <a:lnTo>
                    <a:pt x="1119" y="644"/>
                  </a:lnTo>
                  <a:lnTo>
                    <a:pt x="1119"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95"/>
            <p:cNvSpPr/>
            <p:nvPr/>
          </p:nvSpPr>
          <p:spPr>
            <a:xfrm>
              <a:off x="3415234" y="2098581"/>
              <a:ext cx="35825" cy="21051"/>
            </a:xfrm>
            <a:custGeom>
              <a:rect b="b" l="l" r="r" t="t"/>
              <a:pathLst>
                <a:path extrusionOk="0" h="644" w="1096">
                  <a:moveTo>
                    <a:pt x="0" y="1"/>
                  </a:moveTo>
                  <a:lnTo>
                    <a:pt x="0" y="644"/>
                  </a:lnTo>
                  <a:lnTo>
                    <a:pt x="1096" y="644"/>
                  </a:lnTo>
                  <a:lnTo>
                    <a:pt x="10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95"/>
            <p:cNvSpPr/>
            <p:nvPr/>
          </p:nvSpPr>
          <p:spPr>
            <a:xfrm>
              <a:off x="3450275" y="2127411"/>
              <a:ext cx="35825" cy="20266"/>
            </a:xfrm>
            <a:custGeom>
              <a:rect b="b" l="l" r="r" t="t"/>
              <a:pathLst>
                <a:path extrusionOk="0" h="620" w="1096">
                  <a:moveTo>
                    <a:pt x="0" y="0"/>
                  </a:moveTo>
                  <a:lnTo>
                    <a:pt x="0" y="619"/>
                  </a:lnTo>
                  <a:lnTo>
                    <a:pt x="1096" y="619"/>
                  </a:lnTo>
                  <a:lnTo>
                    <a:pt x="109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95"/>
            <p:cNvSpPr/>
            <p:nvPr/>
          </p:nvSpPr>
          <p:spPr>
            <a:xfrm>
              <a:off x="3486068" y="2083022"/>
              <a:ext cx="35858" cy="21051"/>
            </a:xfrm>
            <a:custGeom>
              <a:rect b="b" l="l" r="r" t="t"/>
              <a:pathLst>
                <a:path extrusionOk="0" h="644" w="1097">
                  <a:moveTo>
                    <a:pt x="1" y="1"/>
                  </a:moveTo>
                  <a:lnTo>
                    <a:pt x="1" y="644"/>
                  </a:lnTo>
                  <a:lnTo>
                    <a:pt x="1096" y="644"/>
                  </a:lnTo>
                  <a:lnTo>
                    <a:pt x="10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95"/>
            <p:cNvSpPr/>
            <p:nvPr/>
          </p:nvSpPr>
          <p:spPr>
            <a:xfrm>
              <a:off x="3247874" y="1985711"/>
              <a:ext cx="368225" cy="236690"/>
            </a:xfrm>
            <a:custGeom>
              <a:rect b="b" l="l" r="r" t="t"/>
              <a:pathLst>
                <a:path extrusionOk="0" h="7241" w="11265">
                  <a:moveTo>
                    <a:pt x="4930" y="2311"/>
                  </a:moveTo>
                  <a:lnTo>
                    <a:pt x="4930" y="2811"/>
                  </a:lnTo>
                  <a:lnTo>
                    <a:pt x="4192" y="2811"/>
                  </a:lnTo>
                  <a:lnTo>
                    <a:pt x="4192" y="2311"/>
                  </a:lnTo>
                  <a:close/>
                  <a:moveTo>
                    <a:pt x="8216" y="2311"/>
                  </a:moveTo>
                  <a:lnTo>
                    <a:pt x="8216" y="2811"/>
                  </a:lnTo>
                  <a:lnTo>
                    <a:pt x="7454" y="2811"/>
                  </a:lnTo>
                  <a:lnTo>
                    <a:pt x="7454" y="2311"/>
                  </a:lnTo>
                  <a:close/>
                  <a:moveTo>
                    <a:pt x="3858" y="2668"/>
                  </a:moveTo>
                  <a:lnTo>
                    <a:pt x="3858" y="3287"/>
                  </a:lnTo>
                  <a:lnTo>
                    <a:pt x="3096" y="3287"/>
                  </a:lnTo>
                  <a:lnTo>
                    <a:pt x="3096" y="2668"/>
                  </a:lnTo>
                  <a:close/>
                  <a:moveTo>
                    <a:pt x="6025" y="2668"/>
                  </a:moveTo>
                  <a:lnTo>
                    <a:pt x="6025" y="3287"/>
                  </a:lnTo>
                  <a:lnTo>
                    <a:pt x="5263" y="3287"/>
                  </a:lnTo>
                  <a:lnTo>
                    <a:pt x="5263" y="2668"/>
                  </a:lnTo>
                  <a:close/>
                  <a:moveTo>
                    <a:pt x="4930" y="3168"/>
                  </a:moveTo>
                  <a:lnTo>
                    <a:pt x="4930" y="3430"/>
                  </a:lnTo>
                  <a:lnTo>
                    <a:pt x="4192" y="3430"/>
                  </a:lnTo>
                  <a:lnTo>
                    <a:pt x="4192" y="3168"/>
                  </a:lnTo>
                  <a:close/>
                  <a:moveTo>
                    <a:pt x="8216" y="3144"/>
                  </a:moveTo>
                  <a:lnTo>
                    <a:pt x="8216" y="3430"/>
                  </a:lnTo>
                  <a:lnTo>
                    <a:pt x="7454" y="3430"/>
                  </a:lnTo>
                  <a:lnTo>
                    <a:pt x="7454" y="3144"/>
                  </a:lnTo>
                  <a:close/>
                  <a:moveTo>
                    <a:pt x="3858" y="3621"/>
                  </a:moveTo>
                  <a:lnTo>
                    <a:pt x="3858" y="3906"/>
                  </a:lnTo>
                  <a:lnTo>
                    <a:pt x="3096" y="3906"/>
                  </a:lnTo>
                  <a:lnTo>
                    <a:pt x="3096" y="3621"/>
                  </a:lnTo>
                  <a:close/>
                  <a:moveTo>
                    <a:pt x="6025" y="3621"/>
                  </a:moveTo>
                  <a:lnTo>
                    <a:pt x="6025" y="3906"/>
                  </a:lnTo>
                  <a:lnTo>
                    <a:pt x="5263" y="3906"/>
                  </a:lnTo>
                  <a:lnTo>
                    <a:pt x="5263" y="3621"/>
                  </a:lnTo>
                  <a:close/>
                  <a:moveTo>
                    <a:pt x="7145" y="3311"/>
                  </a:moveTo>
                  <a:lnTo>
                    <a:pt x="7145" y="4144"/>
                  </a:lnTo>
                  <a:lnTo>
                    <a:pt x="6359" y="4144"/>
                  </a:lnTo>
                  <a:lnTo>
                    <a:pt x="6359" y="3311"/>
                  </a:lnTo>
                  <a:close/>
                  <a:moveTo>
                    <a:pt x="7097" y="4454"/>
                  </a:moveTo>
                  <a:lnTo>
                    <a:pt x="7097" y="4740"/>
                  </a:lnTo>
                  <a:lnTo>
                    <a:pt x="6359" y="4740"/>
                  </a:lnTo>
                  <a:lnTo>
                    <a:pt x="6359" y="4454"/>
                  </a:lnTo>
                  <a:close/>
                  <a:moveTo>
                    <a:pt x="3858" y="4240"/>
                  </a:moveTo>
                  <a:lnTo>
                    <a:pt x="3858" y="6193"/>
                  </a:lnTo>
                  <a:lnTo>
                    <a:pt x="3096" y="6193"/>
                  </a:lnTo>
                  <a:lnTo>
                    <a:pt x="3096" y="4240"/>
                  </a:lnTo>
                  <a:close/>
                  <a:moveTo>
                    <a:pt x="4930" y="3787"/>
                  </a:moveTo>
                  <a:lnTo>
                    <a:pt x="4930" y="6193"/>
                  </a:lnTo>
                  <a:lnTo>
                    <a:pt x="4192" y="6193"/>
                  </a:lnTo>
                  <a:lnTo>
                    <a:pt x="4192" y="3787"/>
                  </a:lnTo>
                  <a:close/>
                  <a:moveTo>
                    <a:pt x="6025" y="4240"/>
                  </a:moveTo>
                  <a:lnTo>
                    <a:pt x="6025" y="6193"/>
                  </a:lnTo>
                  <a:lnTo>
                    <a:pt x="5263" y="6193"/>
                  </a:lnTo>
                  <a:lnTo>
                    <a:pt x="5263" y="4240"/>
                  </a:lnTo>
                  <a:close/>
                  <a:moveTo>
                    <a:pt x="7145" y="5073"/>
                  </a:moveTo>
                  <a:lnTo>
                    <a:pt x="7145" y="6193"/>
                  </a:lnTo>
                  <a:lnTo>
                    <a:pt x="6359" y="6193"/>
                  </a:lnTo>
                  <a:lnTo>
                    <a:pt x="6359" y="5073"/>
                  </a:lnTo>
                  <a:close/>
                  <a:moveTo>
                    <a:pt x="8216" y="3787"/>
                  </a:moveTo>
                  <a:lnTo>
                    <a:pt x="8216" y="6193"/>
                  </a:lnTo>
                  <a:lnTo>
                    <a:pt x="7454" y="6193"/>
                  </a:lnTo>
                  <a:lnTo>
                    <a:pt x="7454" y="3787"/>
                  </a:lnTo>
                  <a:close/>
                  <a:moveTo>
                    <a:pt x="9550" y="1025"/>
                  </a:moveTo>
                  <a:cubicBezTo>
                    <a:pt x="9550" y="1025"/>
                    <a:pt x="9574" y="1025"/>
                    <a:pt x="9574" y="1049"/>
                  </a:cubicBezTo>
                  <a:lnTo>
                    <a:pt x="9574" y="6193"/>
                  </a:lnTo>
                  <a:lnTo>
                    <a:pt x="8574" y="6193"/>
                  </a:lnTo>
                  <a:lnTo>
                    <a:pt x="8574" y="2335"/>
                  </a:lnTo>
                  <a:cubicBezTo>
                    <a:pt x="8574" y="2144"/>
                    <a:pt x="8407" y="2001"/>
                    <a:pt x="8240" y="2001"/>
                  </a:cubicBezTo>
                  <a:lnTo>
                    <a:pt x="7454" y="2001"/>
                  </a:lnTo>
                  <a:cubicBezTo>
                    <a:pt x="7288" y="2001"/>
                    <a:pt x="7121" y="2144"/>
                    <a:pt x="7121" y="2335"/>
                  </a:cubicBezTo>
                  <a:lnTo>
                    <a:pt x="7121" y="2954"/>
                  </a:lnTo>
                  <a:lnTo>
                    <a:pt x="6359" y="2954"/>
                  </a:lnTo>
                  <a:lnTo>
                    <a:pt x="6359" y="2668"/>
                  </a:lnTo>
                  <a:cubicBezTo>
                    <a:pt x="6359" y="2477"/>
                    <a:pt x="6216" y="2335"/>
                    <a:pt x="6025" y="2335"/>
                  </a:cubicBezTo>
                  <a:lnTo>
                    <a:pt x="5263" y="2335"/>
                  </a:lnTo>
                  <a:lnTo>
                    <a:pt x="5263" y="2311"/>
                  </a:lnTo>
                  <a:cubicBezTo>
                    <a:pt x="5263" y="2120"/>
                    <a:pt x="5097" y="1977"/>
                    <a:pt x="4930" y="1977"/>
                  </a:cubicBezTo>
                  <a:lnTo>
                    <a:pt x="4144" y="1977"/>
                  </a:lnTo>
                  <a:cubicBezTo>
                    <a:pt x="3977" y="1977"/>
                    <a:pt x="3835" y="2120"/>
                    <a:pt x="3835" y="2311"/>
                  </a:cubicBezTo>
                  <a:lnTo>
                    <a:pt x="3835" y="2335"/>
                  </a:lnTo>
                  <a:lnTo>
                    <a:pt x="3049" y="2335"/>
                  </a:lnTo>
                  <a:cubicBezTo>
                    <a:pt x="2882" y="2335"/>
                    <a:pt x="2715" y="2477"/>
                    <a:pt x="2715" y="2668"/>
                  </a:cubicBezTo>
                  <a:lnTo>
                    <a:pt x="2715" y="6193"/>
                  </a:lnTo>
                  <a:lnTo>
                    <a:pt x="1715" y="6193"/>
                  </a:lnTo>
                  <a:lnTo>
                    <a:pt x="1715" y="1049"/>
                  </a:lnTo>
                  <a:lnTo>
                    <a:pt x="1739" y="1049"/>
                  </a:lnTo>
                  <a:lnTo>
                    <a:pt x="9550" y="1025"/>
                  </a:lnTo>
                  <a:close/>
                  <a:moveTo>
                    <a:pt x="4477" y="6526"/>
                  </a:moveTo>
                  <a:lnTo>
                    <a:pt x="4477" y="6955"/>
                  </a:lnTo>
                  <a:lnTo>
                    <a:pt x="477" y="6955"/>
                  </a:lnTo>
                  <a:cubicBezTo>
                    <a:pt x="405" y="6955"/>
                    <a:pt x="310" y="6883"/>
                    <a:pt x="310" y="6788"/>
                  </a:cubicBezTo>
                  <a:lnTo>
                    <a:pt x="310" y="6526"/>
                  </a:lnTo>
                  <a:close/>
                  <a:moveTo>
                    <a:pt x="6454" y="6526"/>
                  </a:moveTo>
                  <a:lnTo>
                    <a:pt x="6454" y="6955"/>
                  </a:lnTo>
                  <a:lnTo>
                    <a:pt x="4835" y="6955"/>
                  </a:lnTo>
                  <a:lnTo>
                    <a:pt x="4835" y="6526"/>
                  </a:lnTo>
                  <a:close/>
                  <a:moveTo>
                    <a:pt x="858" y="1"/>
                  </a:moveTo>
                  <a:cubicBezTo>
                    <a:pt x="762" y="1"/>
                    <a:pt x="667" y="96"/>
                    <a:pt x="667" y="191"/>
                  </a:cubicBezTo>
                  <a:lnTo>
                    <a:pt x="667" y="1382"/>
                  </a:lnTo>
                  <a:cubicBezTo>
                    <a:pt x="667" y="1382"/>
                    <a:pt x="667" y="1406"/>
                    <a:pt x="715" y="1406"/>
                  </a:cubicBezTo>
                  <a:cubicBezTo>
                    <a:pt x="761" y="1452"/>
                    <a:pt x="810" y="1471"/>
                    <a:pt x="855" y="1471"/>
                  </a:cubicBezTo>
                  <a:cubicBezTo>
                    <a:pt x="949" y="1471"/>
                    <a:pt x="1024" y="1391"/>
                    <a:pt x="1024" y="1311"/>
                  </a:cubicBezTo>
                  <a:lnTo>
                    <a:pt x="1024" y="572"/>
                  </a:lnTo>
                  <a:cubicBezTo>
                    <a:pt x="1024" y="453"/>
                    <a:pt x="1143" y="334"/>
                    <a:pt x="1263" y="334"/>
                  </a:cubicBezTo>
                  <a:lnTo>
                    <a:pt x="10026" y="334"/>
                  </a:lnTo>
                  <a:cubicBezTo>
                    <a:pt x="10145" y="334"/>
                    <a:pt x="10264" y="453"/>
                    <a:pt x="10264" y="572"/>
                  </a:cubicBezTo>
                  <a:lnTo>
                    <a:pt x="10264" y="6193"/>
                  </a:lnTo>
                  <a:lnTo>
                    <a:pt x="9883" y="6193"/>
                  </a:lnTo>
                  <a:lnTo>
                    <a:pt x="9883" y="1049"/>
                  </a:lnTo>
                  <a:cubicBezTo>
                    <a:pt x="9883" y="858"/>
                    <a:pt x="9717" y="691"/>
                    <a:pt x="9526" y="691"/>
                  </a:cubicBezTo>
                  <a:lnTo>
                    <a:pt x="1739" y="691"/>
                  </a:lnTo>
                  <a:cubicBezTo>
                    <a:pt x="1572" y="691"/>
                    <a:pt x="1382" y="834"/>
                    <a:pt x="1382" y="1049"/>
                  </a:cubicBezTo>
                  <a:lnTo>
                    <a:pt x="1382" y="6193"/>
                  </a:lnTo>
                  <a:lnTo>
                    <a:pt x="1001" y="6193"/>
                  </a:lnTo>
                  <a:lnTo>
                    <a:pt x="1001" y="1977"/>
                  </a:lnTo>
                  <a:cubicBezTo>
                    <a:pt x="1001" y="1882"/>
                    <a:pt x="953" y="1835"/>
                    <a:pt x="858" y="1787"/>
                  </a:cubicBezTo>
                  <a:cubicBezTo>
                    <a:pt x="762" y="1787"/>
                    <a:pt x="667" y="1858"/>
                    <a:pt x="667" y="1954"/>
                  </a:cubicBezTo>
                  <a:lnTo>
                    <a:pt x="667" y="6169"/>
                  </a:lnTo>
                  <a:lnTo>
                    <a:pt x="286" y="6169"/>
                  </a:lnTo>
                  <a:cubicBezTo>
                    <a:pt x="119" y="6169"/>
                    <a:pt x="0" y="6312"/>
                    <a:pt x="0" y="6454"/>
                  </a:cubicBezTo>
                  <a:lnTo>
                    <a:pt x="0" y="7050"/>
                  </a:lnTo>
                  <a:cubicBezTo>
                    <a:pt x="0" y="7145"/>
                    <a:pt x="72" y="7240"/>
                    <a:pt x="167" y="7240"/>
                  </a:cubicBezTo>
                  <a:lnTo>
                    <a:pt x="9407" y="7240"/>
                  </a:lnTo>
                  <a:cubicBezTo>
                    <a:pt x="9431" y="7240"/>
                    <a:pt x="9431" y="7240"/>
                    <a:pt x="9431" y="7217"/>
                  </a:cubicBezTo>
                  <a:cubicBezTo>
                    <a:pt x="9574" y="7050"/>
                    <a:pt x="9455" y="6907"/>
                    <a:pt x="9336" y="6907"/>
                  </a:cubicBezTo>
                  <a:lnTo>
                    <a:pt x="6787" y="6907"/>
                  </a:lnTo>
                  <a:lnTo>
                    <a:pt x="6787" y="6502"/>
                  </a:lnTo>
                  <a:lnTo>
                    <a:pt x="10955" y="6502"/>
                  </a:lnTo>
                  <a:lnTo>
                    <a:pt x="10955" y="6764"/>
                  </a:lnTo>
                  <a:cubicBezTo>
                    <a:pt x="10955" y="6764"/>
                    <a:pt x="10860" y="6907"/>
                    <a:pt x="10765" y="6907"/>
                  </a:cubicBezTo>
                  <a:lnTo>
                    <a:pt x="9979" y="6907"/>
                  </a:lnTo>
                  <a:cubicBezTo>
                    <a:pt x="9907" y="6907"/>
                    <a:pt x="9812" y="6978"/>
                    <a:pt x="9812" y="7050"/>
                  </a:cubicBezTo>
                  <a:cubicBezTo>
                    <a:pt x="9812" y="7145"/>
                    <a:pt x="9860" y="7240"/>
                    <a:pt x="9979" y="7240"/>
                  </a:cubicBezTo>
                  <a:lnTo>
                    <a:pt x="10765" y="7240"/>
                  </a:lnTo>
                  <a:cubicBezTo>
                    <a:pt x="11026" y="7240"/>
                    <a:pt x="11241" y="6740"/>
                    <a:pt x="11241" y="6740"/>
                  </a:cubicBezTo>
                  <a:lnTo>
                    <a:pt x="11241" y="6431"/>
                  </a:lnTo>
                  <a:cubicBezTo>
                    <a:pt x="11265" y="6359"/>
                    <a:pt x="11122" y="6193"/>
                    <a:pt x="10955" y="6193"/>
                  </a:cubicBezTo>
                  <a:lnTo>
                    <a:pt x="10550" y="6193"/>
                  </a:lnTo>
                  <a:lnTo>
                    <a:pt x="10550" y="572"/>
                  </a:lnTo>
                  <a:cubicBezTo>
                    <a:pt x="10550" y="239"/>
                    <a:pt x="10288" y="1"/>
                    <a:pt x="100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3" name="Google Shape;19633;p95"/>
          <p:cNvGrpSpPr/>
          <p:nvPr/>
        </p:nvGrpSpPr>
        <p:grpSpPr>
          <a:xfrm>
            <a:off x="4020281" y="1809972"/>
            <a:ext cx="369009" cy="283499"/>
            <a:chOff x="4007630" y="1962372"/>
            <a:chExt cx="369009" cy="283499"/>
          </a:xfrm>
        </p:grpSpPr>
        <p:sp>
          <p:nvSpPr>
            <p:cNvPr id="19634" name="Google Shape;19634;p95"/>
            <p:cNvSpPr/>
            <p:nvPr/>
          </p:nvSpPr>
          <p:spPr>
            <a:xfrm>
              <a:off x="4013088" y="2215373"/>
              <a:ext cx="358092" cy="25692"/>
            </a:xfrm>
            <a:custGeom>
              <a:rect b="b" l="l" r="r" t="t"/>
              <a:pathLst>
                <a:path extrusionOk="0" h="786" w="10955">
                  <a:moveTo>
                    <a:pt x="167" y="0"/>
                  </a:moveTo>
                  <a:cubicBezTo>
                    <a:pt x="71" y="0"/>
                    <a:pt x="0" y="71"/>
                    <a:pt x="0" y="167"/>
                  </a:cubicBezTo>
                  <a:lnTo>
                    <a:pt x="0" y="453"/>
                  </a:lnTo>
                  <a:cubicBezTo>
                    <a:pt x="0" y="643"/>
                    <a:pt x="167" y="786"/>
                    <a:pt x="333" y="786"/>
                  </a:cubicBezTo>
                  <a:lnTo>
                    <a:pt x="10645" y="786"/>
                  </a:lnTo>
                  <a:cubicBezTo>
                    <a:pt x="10812" y="786"/>
                    <a:pt x="10931" y="667"/>
                    <a:pt x="10955" y="453"/>
                  </a:cubicBezTo>
                  <a:lnTo>
                    <a:pt x="10955" y="167"/>
                  </a:lnTo>
                  <a:cubicBezTo>
                    <a:pt x="10955" y="71"/>
                    <a:pt x="10907" y="0"/>
                    <a:pt x="10812"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95"/>
            <p:cNvSpPr/>
            <p:nvPr/>
          </p:nvSpPr>
          <p:spPr>
            <a:xfrm>
              <a:off x="4035643" y="2014509"/>
              <a:ext cx="313735" cy="203218"/>
            </a:xfrm>
            <a:custGeom>
              <a:rect b="b" l="l" r="r" t="t"/>
              <a:pathLst>
                <a:path extrusionOk="0" h="6217" w="9598">
                  <a:moveTo>
                    <a:pt x="429" y="1"/>
                  </a:moveTo>
                  <a:cubicBezTo>
                    <a:pt x="215" y="1"/>
                    <a:pt x="1" y="168"/>
                    <a:pt x="1" y="406"/>
                  </a:cubicBezTo>
                  <a:lnTo>
                    <a:pt x="1" y="6216"/>
                  </a:lnTo>
                  <a:lnTo>
                    <a:pt x="9550" y="6216"/>
                  </a:lnTo>
                  <a:lnTo>
                    <a:pt x="9550" y="406"/>
                  </a:lnTo>
                  <a:cubicBezTo>
                    <a:pt x="9598" y="168"/>
                    <a:pt x="9384" y="1"/>
                    <a:pt x="9169"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95"/>
            <p:cNvSpPr/>
            <p:nvPr/>
          </p:nvSpPr>
          <p:spPr>
            <a:xfrm>
              <a:off x="4059766" y="2037880"/>
              <a:ext cx="266272" cy="179062"/>
            </a:xfrm>
            <a:custGeom>
              <a:rect b="b" l="l" r="r" t="t"/>
              <a:pathLst>
                <a:path extrusionOk="0" h="5478" w="8146">
                  <a:moveTo>
                    <a:pt x="191" y="0"/>
                  </a:moveTo>
                  <a:cubicBezTo>
                    <a:pt x="96" y="0"/>
                    <a:pt x="1" y="72"/>
                    <a:pt x="1" y="167"/>
                  </a:cubicBezTo>
                  <a:lnTo>
                    <a:pt x="1" y="5478"/>
                  </a:lnTo>
                  <a:lnTo>
                    <a:pt x="8145" y="5478"/>
                  </a:lnTo>
                  <a:lnTo>
                    <a:pt x="8145" y="167"/>
                  </a:lnTo>
                  <a:cubicBezTo>
                    <a:pt x="8145" y="72"/>
                    <a:pt x="8050" y="0"/>
                    <a:pt x="7955"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95"/>
            <p:cNvSpPr/>
            <p:nvPr/>
          </p:nvSpPr>
          <p:spPr>
            <a:xfrm>
              <a:off x="4298744" y="2037880"/>
              <a:ext cx="27294" cy="179062"/>
            </a:xfrm>
            <a:custGeom>
              <a:rect b="b" l="l" r="r" t="t"/>
              <a:pathLst>
                <a:path extrusionOk="0" h="5478" w="835">
                  <a:moveTo>
                    <a:pt x="1" y="0"/>
                  </a:moveTo>
                  <a:cubicBezTo>
                    <a:pt x="72" y="0"/>
                    <a:pt x="168" y="72"/>
                    <a:pt x="168" y="167"/>
                  </a:cubicBezTo>
                  <a:lnTo>
                    <a:pt x="168" y="5478"/>
                  </a:lnTo>
                  <a:lnTo>
                    <a:pt x="834" y="5478"/>
                  </a:lnTo>
                  <a:lnTo>
                    <a:pt x="834" y="167"/>
                  </a:lnTo>
                  <a:cubicBezTo>
                    <a:pt x="834" y="48"/>
                    <a:pt x="739" y="0"/>
                    <a:pt x="644" y="0"/>
                  </a:cubicBez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95"/>
            <p:cNvSpPr/>
            <p:nvPr/>
          </p:nvSpPr>
          <p:spPr>
            <a:xfrm>
              <a:off x="4339244" y="2216910"/>
              <a:ext cx="31936" cy="24941"/>
            </a:xfrm>
            <a:custGeom>
              <a:rect b="b" l="l" r="r" t="t"/>
              <a:pathLst>
                <a:path extrusionOk="0" h="763" w="977">
                  <a:moveTo>
                    <a:pt x="191" y="1"/>
                  </a:moveTo>
                  <a:cubicBezTo>
                    <a:pt x="262" y="1"/>
                    <a:pt x="334" y="48"/>
                    <a:pt x="334" y="144"/>
                  </a:cubicBezTo>
                  <a:lnTo>
                    <a:pt x="334" y="429"/>
                  </a:lnTo>
                  <a:cubicBezTo>
                    <a:pt x="334" y="620"/>
                    <a:pt x="191" y="763"/>
                    <a:pt x="0" y="763"/>
                  </a:cubicBezTo>
                  <a:lnTo>
                    <a:pt x="667" y="763"/>
                  </a:lnTo>
                  <a:cubicBezTo>
                    <a:pt x="834" y="763"/>
                    <a:pt x="977" y="620"/>
                    <a:pt x="977" y="429"/>
                  </a:cubicBezTo>
                  <a:lnTo>
                    <a:pt x="977" y="144"/>
                  </a:lnTo>
                  <a:lnTo>
                    <a:pt x="953" y="144"/>
                  </a:lnTo>
                  <a:cubicBezTo>
                    <a:pt x="953" y="48"/>
                    <a:pt x="905" y="1"/>
                    <a:pt x="810"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95"/>
            <p:cNvSpPr/>
            <p:nvPr/>
          </p:nvSpPr>
          <p:spPr>
            <a:xfrm>
              <a:off x="4314336" y="2014509"/>
              <a:ext cx="35041" cy="202434"/>
            </a:xfrm>
            <a:custGeom>
              <a:rect b="b" l="l" r="r" t="t"/>
              <a:pathLst>
                <a:path extrusionOk="0" h="6193" w="1072">
                  <a:moveTo>
                    <a:pt x="0" y="1"/>
                  </a:moveTo>
                  <a:cubicBezTo>
                    <a:pt x="191" y="1"/>
                    <a:pt x="405" y="168"/>
                    <a:pt x="405" y="382"/>
                  </a:cubicBezTo>
                  <a:lnTo>
                    <a:pt x="405" y="6193"/>
                  </a:lnTo>
                  <a:lnTo>
                    <a:pt x="1072" y="6193"/>
                  </a:lnTo>
                  <a:lnTo>
                    <a:pt x="1072" y="406"/>
                  </a:lnTo>
                  <a:cubicBezTo>
                    <a:pt x="1072" y="168"/>
                    <a:pt x="858" y="1"/>
                    <a:pt x="643"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95"/>
            <p:cNvSpPr/>
            <p:nvPr/>
          </p:nvSpPr>
          <p:spPr>
            <a:xfrm>
              <a:off x="4160967" y="2216910"/>
              <a:ext cx="63871" cy="24156"/>
            </a:xfrm>
            <a:custGeom>
              <a:rect b="b" l="l" r="r" t="t"/>
              <a:pathLst>
                <a:path extrusionOk="0" h="739" w="1954">
                  <a:moveTo>
                    <a:pt x="1" y="1"/>
                  </a:moveTo>
                  <a:lnTo>
                    <a:pt x="1" y="739"/>
                  </a:lnTo>
                  <a:lnTo>
                    <a:pt x="1954" y="739"/>
                  </a:lnTo>
                  <a:lnTo>
                    <a:pt x="19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95"/>
            <p:cNvSpPr/>
            <p:nvPr/>
          </p:nvSpPr>
          <p:spPr>
            <a:xfrm>
              <a:off x="4203003" y="2216910"/>
              <a:ext cx="21835" cy="24156"/>
            </a:xfrm>
            <a:custGeom>
              <a:rect b="b" l="l" r="r" t="t"/>
              <a:pathLst>
                <a:path extrusionOk="0" h="739" w="668">
                  <a:moveTo>
                    <a:pt x="1" y="1"/>
                  </a:moveTo>
                  <a:lnTo>
                    <a:pt x="1" y="739"/>
                  </a:lnTo>
                  <a:lnTo>
                    <a:pt x="668" y="739"/>
                  </a:lnTo>
                  <a:lnTo>
                    <a:pt x="668"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95"/>
            <p:cNvSpPr/>
            <p:nvPr/>
          </p:nvSpPr>
          <p:spPr>
            <a:xfrm>
              <a:off x="4104156" y="1968583"/>
              <a:ext cx="176741" cy="248360"/>
            </a:xfrm>
            <a:custGeom>
              <a:rect b="b" l="l" r="r" t="t"/>
              <a:pathLst>
                <a:path extrusionOk="0" h="7598" w="5407">
                  <a:moveTo>
                    <a:pt x="191" y="1"/>
                  </a:moveTo>
                  <a:cubicBezTo>
                    <a:pt x="72" y="1"/>
                    <a:pt x="0" y="96"/>
                    <a:pt x="0" y="215"/>
                  </a:cubicBezTo>
                  <a:lnTo>
                    <a:pt x="0" y="7598"/>
                  </a:lnTo>
                  <a:lnTo>
                    <a:pt x="5406" y="7598"/>
                  </a:lnTo>
                  <a:lnTo>
                    <a:pt x="5406" y="215"/>
                  </a:lnTo>
                  <a:cubicBezTo>
                    <a:pt x="5406" y="96"/>
                    <a:pt x="5311" y="1"/>
                    <a:pt x="519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95"/>
            <p:cNvSpPr/>
            <p:nvPr/>
          </p:nvSpPr>
          <p:spPr>
            <a:xfrm>
              <a:off x="4252818" y="1969367"/>
              <a:ext cx="28079" cy="248360"/>
            </a:xfrm>
            <a:custGeom>
              <a:rect b="b" l="l" r="r" t="t"/>
              <a:pathLst>
                <a:path extrusionOk="0" h="7598" w="859">
                  <a:moveTo>
                    <a:pt x="1" y="1"/>
                  </a:moveTo>
                  <a:cubicBezTo>
                    <a:pt x="120" y="1"/>
                    <a:pt x="215" y="96"/>
                    <a:pt x="215" y="215"/>
                  </a:cubicBezTo>
                  <a:lnTo>
                    <a:pt x="215" y="7597"/>
                  </a:lnTo>
                  <a:lnTo>
                    <a:pt x="858" y="7597"/>
                  </a:lnTo>
                  <a:lnTo>
                    <a:pt x="858" y="215"/>
                  </a:lnTo>
                  <a:cubicBezTo>
                    <a:pt x="858" y="96"/>
                    <a:pt x="763" y="1"/>
                    <a:pt x="64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95"/>
            <p:cNvSpPr/>
            <p:nvPr/>
          </p:nvSpPr>
          <p:spPr>
            <a:xfrm>
              <a:off x="4132953" y="2000518"/>
              <a:ext cx="22620" cy="22587"/>
            </a:xfrm>
            <a:custGeom>
              <a:rect b="b" l="l" r="r" t="t"/>
              <a:pathLst>
                <a:path extrusionOk="0" h="691" w="692">
                  <a:moveTo>
                    <a:pt x="120" y="0"/>
                  </a:moveTo>
                  <a:cubicBezTo>
                    <a:pt x="72" y="0"/>
                    <a:pt x="0" y="72"/>
                    <a:pt x="0" y="119"/>
                  </a:cubicBezTo>
                  <a:lnTo>
                    <a:pt x="0" y="572"/>
                  </a:lnTo>
                  <a:cubicBezTo>
                    <a:pt x="0" y="619"/>
                    <a:pt x="72" y="691"/>
                    <a:pt x="120" y="691"/>
                  </a:cubicBezTo>
                  <a:lnTo>
                    <a:pt x="572" y="691"/>
                  </a:lnTo>
                  <a:cubicBezTo>
                    <a:pt x="620" y="691"/>
                    <a:pt x="691" y="619"/>
                    <a:pt x="691" y="572"/>
                  </a:cubicBezTo>
                  <a:lnTo>
                    <a:pt x="691" y="119"/>
                  </a:lnTo>
                  <a:cubicBezTo>
                    <a:pt x="691" y="48"/>
                    <a:pt x="620" y="0"/>
                    <a:pt x="572"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95"/>
            <p:cNvSpPr/>
            <p:nvPr/>
          </p:nvSpPr>
          <p:spPr>
            <a:xfrm>
              <a:off x="4132953" y="2055008"/>
              <a:ext cx="22620" cy="22587"/>
            </a:xfrm>
            <a:custGeom>
              <a:rect b="b" l="l" r="r" t="t"/>
              <a:pathLst>
                <a:path extrusionOk="0" h="691" w="692">
                  <a:moveTo>
                    <a:pt x="120" y="0"/>
                  </a:moveTo>
                  <a:cubicBezTo>
                    <a:pt x="72" y="0"/>
                    <a:pt x="0" y="72"/>
                    <a:pt x="0" y="119"/>
                  </a:cubicBezTo>
                  <a:lnTo>
                    <a:pt x="0" y="572"/>
                  </a:lnTo>
                  <a:cubicBezTo>
                    <a:pt x="0" y="619"/>
                    <a:pt x="72" y="691"/>
                    <a:pt x="120" y="691"/>
                  </a:cubicBezTo>
                  <a:lnTo>
                    <a:pt x="572" y="691"/>
                  </a:lnTo>
                  <a:cubicBezTo>
                    <a:pt x="620" y="691"/>
                    <a:pt x="691" y="619"/>
                    <a:pt x="691" y="572"/>
                  </a:cubicBezTo>
                  <a:lnTo>
                    <a:pt x="691" y="119"/>
                  </a:lnTo>
                  <a:cubicBezTo>
                    <a:pt x="691" y="48"/>
                    <a:pt x="620" y="0"/>
                    <a:pt x="572"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95"/>
            <p:cNvSpPr/>
            <p:nvPr/>
          </p:nvSpPr>
          <p:spPr>
            <a:xfrm>
              <a:off x="4132953" y="2109498"/>
              <a:ext cx="22620" cy="22587"/>
            </a:xfrm>
            <a:custGeom>
              <a:rect b="b" l="l" r="r" t="t"/>
              <a:pathLst>
                <a:path extrusionOk="0" h="691" w="692">
                  <a:moveTo>
                    <a:pt x="120" y="0"/>
                  </a:moveTo>
                  <a:cubicBezTo>
                    <a:pt x="72" y="0"/>
                    <a:pt x="0" y="72"/>
                    <a:pt x="0" y="119"/>
                  </a:cubicBezTo>
                  <a:lnTo>
                    <a:pt x="0" y="572"/>
                  </a:lnTo>
                  <a:cubicBezTo>
                    <a:pt x="0" y="619"/>
                    <a:pt x="72" y="691"/>
                    <a:pt x="120" y="691"/>
                  </a:cubicBezTo>
                  <a:lnTo>
                    <a:pt x="572" y="691"/>
                  </a:lnTo>
                  <a:cubicBezTo>
                    <a:pt x="620" y="691"/>
                    <a:pt x="691" y="619"/>
                    <a:pt x="691" y="572"/>
                  </a:cubicBezTo>
                  <a:lnTo>
                    <a:pt x="691" y="119"/>
                  </a:lnTo>
                  <a:cubicBezTo>
                    <a:pt x="691" y="48"/>
                    <a:pt x="620" y="0"/>
                    <a:pt x="572"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95"/>
            <p:cNvSpPr/>
            <p:nvPr/>
          </p:nvSpPr>
          <p:spPr>
            <a:xfrm>
              <a:off x="4132953" y="2163989"/>
              <a:ext cx="22620" cy="22587"/>
            </a:xfrm>
            <a:custGeom>
              <a:rect b="b" l="l" r="r" t="t"/>
              <a:pathLst>
                <a:path extrusionOk="0" h="691" w="692">
                  <a:moveTo>
                    <a:pt x="120" y="0"/>
                  </a:moveTo>
                  <a:cubicBezTo>
                    <a:pt x="72" y="0"/>
                    <a:pt x="0" y="72"/>
                    <a:pt x="0" y="119"/>
                  </a:cubicBezTo>
                  <a:lnTo>
                    <a:pt x="0" y="572"/>
                  </a:lnTo>
                  <a:cubicBezTo>
                    <a:pt x="0" y="619"/>
                    <a:pt x="72" y="691"/>
                    <a:pt x="120" y="691"/>
                  </a:cubicBezTo>
                  <a:lnTo>
                    <a:pt x="572" y="691"/>
                  </a:lnTo>
                  <a:cubicBezTo>
                    <a:pt x="620" y="691"/>
                    <a:pt x="691" y="619"/>
                    <a:pt x="691" y="572"/>
                  </a:cubicBezTo>
                  <a:lnTo>
                    <a:pt x="691" y="119"/>
                  </a:lnTo>
                  <a:cubicBezTo>
                    <a:pt x="691" y="72"/>
                    <a:pt x="620" y="0"/>
                    <a:pt x="572"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95"/>
            <p:cNvSpPr/>
            <p:nvPr/>
          </p:nvSpPr>
          <p:spPr>
            <a:xfrm>
              <a:off x="4007630" y="1962372"/>
              <a:ext cx="369009" cy="283499"/>
            </a:xfrm>
            <a:custGeom>
              <a:rect b="b" l="l" r="r" t="t"/>
              <a:pathLst>
                <a:path extrusionOk="0" h="8673" w="11289">
                  <a:moveTo>
                    <a:pt x="9526" y="2429"/>
                  </a:moveTo>
                  <a:cubicBezTo>
                    <a:pt x="9526" y="2429"/>
                    <a:pt x="9550" y="2429"/>
                    <a:pt x="9550" y="2453"/>
                  </a:cubicBezTo>
                  <a:lnTo>
                    <a:pt x="9550" y="7597"/>
                  </a:lnTo>
                  <a:lnTo>
                    <a:pt x="8502" y="7597"/>
                  </a:lnTo>
                  <a:lnTo>
                    <a:pt x="8502" y="2429"/>
                  </a:lnTo>
                  <a:close/>
                  <a:moveTo>
                    <a:pt x="10026" y="1715"/>
                  </a:moveTo>
                  <a:lnTo>
                    <a:pt x="10026" y="1739"/>
                  </a:lnTo>
                  <a:cubicBezTo>
                    <a:pt x="10145" y="1739"/>
                    <a:pt x="10264" y="1858"/>
                    <a:pt x="10264" y="1977"/>
                  </a:cubicBezTo>
                  <a:lnTo>
                    <a:pt x="10264" y="7597"/>
                  </a:lnTo>
                  <a:lnTo>
                    <a:pt x="9883" y="7597"/>
                  </a:lnTo>
                  <a:lnTo>
                    <a:pt x="9883" y="2453"/>
                  </a:lnTo>
                  <a:cubicBezTo>
                    <a:pt x="9883" y="2263"/>
                    <a:pt x="9740" y="2096"/>
                    <a:pt x="9526" y="2096"/>
                  </a:cubicBezTo>
                  <a:lnTo>
                    <a:pt x="8502" y="2096"/>
                  </a:lnTo>
                  <a:lnTo>
                    <a:pt x="8502" y="1715"/>
                  </a:lnTo>
                  <a:close/>
                  <a:moveTo>
                    <a:pt x="2763" y="2453"/>
                  </a:moveTo>
                  <a:lnTo>
                    <a:pt x="2763" y="7621"/>
                  </a:lnTo>
                  <a:lnTo>
                    <a:pt x="1715" y="7621"/>
                  </a:lnTo>
                  <a:lnTo>
                    <a:pt x="1763" y="2453"/>
                  </a:lnTo>
                  <a:close/>
                  <a:moveTo>
                    <a:pt x="8145" y="358"/>
                  </a:moveTo>
                  <a:cubicBezTo>
                    <a:pt x="8192" y="358"/>
                    <a:pt x="8216" y="405"/>
                    <a:pt x="8216" y="429"/>
                  </a:cubicBezTo>
                  <a:lnTo>
                    <a:pt x="8216" y="7621"/>
                  </a:lnTo>
                  <a:lnTo>
                    <a:pt x="3120" y="7621"/>
                  </a:lnTo>
                  <a:lnTo>
                    <a:pt x="3120" y="429"/>
                  </a:lnTo>
                  <a:cubicBezTo>
                    <a:pt x="3120" y="358"/>
                    <a:pt x="3120" y="358"/>
                    <a:pt x="3144" y="358"/>
                  </a:cubicBezTo>
                  <a:close/>
                  <a:moveTo>
                    <a:pt x="4501" y="7931"/>
                  </a:moveTo>
                  <a:lnTo>
                    <a:pt x="4501" y="8335"/>
                  </a:lnTo>
                  <a:lnTo>
                    <a:pt x="500" y="8335"/>
                  </a:lnTo>
                  <a:cubicBezTo>
                    <a:pt x="483" y="8344"/>
                    <a:pt x="466" y="8348"/>
                    <a:pt x="451" y="8348"/>
                  </a:cubicBezTo>
                  <a:cubicBezTo>
                    <a:pt x="381" y="8348"/>
                    <a:pt x="334" y="8270"/>
                    <a:pt x="334" y="8193"/>
                  </a:cubicBezTo>
                  <a:lnTo>
                    <a:pt x="334" y="7931"/>
                  </a:lnTo>
                  <a:close/>
                  <a:moveTo>
                    <a:pt x="6454" y="7954"/>
                  </a:moveTo>
                  <a:lnTo>
                    <a:pt x="6454" y="8383"/>
                  </a:lnTo>
                  <a:lnTo>
                    <a:pt x="4858" y="8383"/>
                  </a:lnTo>
                  <a:lnTo>
                    <a:pt x="4858" y="7954"/>
                  </a:lnTo>
                  <a:close/>
                  <a:moveTo>
                    <a:pt x="3144" y="0"/>
                  </a:moveTo>
                  <a:cubicBezTo>
                    <a:pt x="2953" y="0"/>
                    <a:pt x="2763" y="191"/>
                    <a:pt x="2763" y="405"/>
                  </a:cubicBezTo>
                  <a:lnTo>
                    <a:pt x="2763" y="1405"/>
                  </a:lnTo>
                  <a:lnTo>
                    <a:pt x="858" y="1405"/>
                  </a:lnTo>
                  <a:cubicBezTo>
                    <a:pt x="762" y="1405"/>
                    <a:pt x="691" y="1501"/>
                    <a:pt x="691" y="1596"/>
                  </a:cubicBezTo>
                  <a:lnTo>
                    <a:pt x="691" y="2787"/>
                  </a:lnTo>
                  <a:cubicBezTo>
                    <a:pt x="691" y="2787"/>
                    <a:pt x="691" y="2810"/>
                    <a:pt x="715" y="2810"/>
                  </a:cubicBezTo>
                  <a:cubicBezTo>
                    <a:pt x="761" y="2857"/>
                    <a:pt x="813" y="2876"/>
                    <a:pt x="861" y="2876"/>
                  </a:cubicBezTo>
                  <a:cubicBezTo>
                    <a:pt x="962" y="2876"/>
                    <a:pt x="1048" y="2795"/>
                    <a:pt x="1048" y="2715"/>
                  </a:cubicBezTo>
                  <a:lnTo>
                    <a:pt x="1048" y="1977"/>
                  </a:lnTo>
                  <a:cubicBezTo>
                    <a:pt x="1048" y="1858"/>
                    <a:pt x="1167" y="1739"/>
                    <a:pt x="1286" y="1739"/>
                  </a:cubicBezTo>
                  <a:lnTo>
                    <a:pt x="2763" y="1739"/>
                  </a:lnTo>
                  <a:lnTo>
                    <a:pt x="2763" y="2120"/>
                  </a:lnTo>
                  <a:lnTo>
                    <a:pt x="1763" y="2120"/>
                  </a:lnTo>
                  <a:cubicBezTo>
                    <a:pt x="1572" y="2120"/>
                    <a:pt x="1405" y="2263"/>
                    <a:pt x="1405" y="2477"/>
                  </a:cubicBezTo>
                  <a:lnTo>
                    <a:pt x="1405" y="7621"/>
                  </a:lnTo>
                  <a:lnTo>
                    <a:pt x="1001" y="7621"/>
                  </a:lnTo>
                  <a:lnTo>
                    <a:pt x="1001" y="3406"/>
                  </a:lnTo>
                  <a:cubicBezTo>
                    <a:pt x="1001" y="3311"/>
                    <a:pt x="953" y="3263"/>
                    <a:pt x="858" y="3215"/>
                  </a:cubicBezTo>
                  <a:cubicBezTo>
                    <a:pt x="762" y="3215"/>
                    <a:pt x="691" y="3287"/>
                    <a:pt x="691" y="3382"/>
                  </a:cubicBezTo>
                  <a:lnTo>
                    <a:pt x="691" y="7597"/>
                  </a:lnTo>
                  <a:lnTo>
                    <a:pt x="286" y="7597"/>
                  </a:lnTo>
                  <a:cubicBezTo>
                    <a:pt x="119" y="7597"/>
                    <a:pt x="0" y="7740"/>
                    <a:pt x="0" y="7907"/>
                  </a:cubicBezTo>
                  <a:lnTo>
                    <a:pt x="0" y="8502"/>
                  </a:lnTo>
                  <a:cubicBezTo>
                    <a:pt x="0" y="8574"/>
                    <a:pt x="96" y="8669"/>
                    <a:pt x="167" y="8669"/>
                  </a:cubicBezTo>
                  <a:lnTo>
                    <a:pt x="9407" y="8669"/>
                  </a:lnTo>
                  <a:cubicBezTo>
                    <a:pt x="9431" y="8669"/>
                    <a:pt x="9431" y="8669"/>
                    <a:pt x="9431" y="8645"/>
                  </a:cubicBezTo>
                  <a:cubicBezTo>
                    <a:pt x="9574" y="8502"/>
                    <a:pt x="9455" y="8335"/>
                    <a:pt x="9336" y="8335"/>
                  </a:cubicBezTo>
                  <a:lnTo>
                    <a:pt x="6764" y="8335"/>
                  </a:lnTo>
                  <a:lnTo>
                    <a:pt x="6764" y="7931"/>
                  </a:lnTo>
                  <a:lnTo>
                    <a:pt x="10931" y="7931"/>
                  </a:lnTo>
                  <a:lnTo>
                    <a:pt x="10931" y="8193"/>
                  </a:lnTo>
                  <a:cubicBezTo>
                    <a:pt x="10931" y="8193"/>
                    <a:pt x="10836" y="8335"/>
                    <a:pt x="10741" y="8335"/>
                  </a:cubicBezTo>
                  <a:lnTo>
                    <a:pt x="10026" y="8335"/>
                  </a:lnTo>
                  <a:cubicBezTo>
                    <a:pt x="9931" y="8335"/>
                    <a:pt x="9860" y="8431"/>
                    <a:pt x="9860" y="8526"/>
                  </a:cubicBezTo>
                  <a:cubicBezTo>
                    <a:pt x="9860" y="8590"/>
                    <a:pt x="9898" y="8673"/>
                    <a:pt x="9990" y="8673"/>
                  </a:cubicBezTo>
                  <a:cubicBezTo>
                    <a:pt x="10002" y="8673"/>
                    <a:pt x="10013" y="8671"/>
                    <a:pt x="10026" y="8669"/>
                  </a:cubicBezTo>
                  <a:lnTo>
                    <a:pt x="10812" y="8669"/>
                  </a:lnTo>
                  <a:cubicBezTo>
                    <a:pt x="11074" y="8669"/>
                    <a:pt x="11288" y="8193"/>
                    <a:pt x="11288" y="8193"/>
                  </a:cubicBezTo>
                  <a:lnTo>
                    <a:pt x="11288" y="7907"/>
                  </a:lnTo>
                  <a:cubicBezTo>
                    <a:pt x="11288" y="7740"/>
                    <a:pt x="11122" y="7597"/>
                    <a:pt x="10979" y="7597"/>
                  </a:cubicBezTo>
                  <a:lnTo>
                    <a:pt x="10598" y="7597"/>
                  </a:lnTo>
                  <a:lnTo>
                    <a:pt x="10598" y="1977"/>
                  </a:lnTo>
                  <a:cubicBezTo>
                    <a:pt x="10598" y="1644"/>
                    <a:pt x="10336" y="1405"/>
                    <a:pt x="10026" y="1405"/>
                  </a:cubicBezTo>
                  <a:lnTo>
                    <a:pt x="8550" y="1405"/>
                  </a:lnTo>
                  <a:lnTo>
                    <a:pt x="8550" y="405"/>
                  </a:lnTo>
                  <a:cubicBezTo>
                    <a:pt x="8550" y="191"/>
                    <a:pt x="8359" y="0"/>
                    <a:pt x="8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95"/>
            <p:cNvSpPr/>
            <p:nvPr/>
          </p:nvSpPr>
          <p:spPr>
            <a:xfrm>
              <a:off x="4125958" y="1993491"/>
              <a:ext cx="34257" cy="34289"/>
            </a:xfrm>
            <a:custGeom>
              <a:rect b="b" l="l" r="r" t="t"/>
              <a:pathLst>
                <a:path extrusionOk="0" h="1049" w="1048">
                  <a:moveTo>
                    <a:pt x="715" y="334"/>
                  </a:moveTo>
                  <a:lnTo>
                    <a:pt x="715" y="715"/>
                  </a:lnTo>
                  <a:lnTo>
                    <a:pt x="334" y="715"/>
                  </a:lnTo>
                  <a:lnTo>
                    <a:pt x="334" y="334"/>
                  </a:lnTo>
                  <a:close/>
                  <a:moveTo>
                    <a:pt x="310" y="1"/>
                  </a:moveTo>
                  <a:cubicBezTo>
                    <a:pt x="167" y="1"/>
                    <a:pt x="0" y="120"/>
                    <a:pt x="0" y="311"/>
                  </a:cubicBezTo>
                  <a:lnTo>
                    <a:pt x="0" y="763"/>
                  </a:lnTo>
                  <a:cubicBezTo>
                    <a:pt x="0" y="906"/>
                    <a:pt x="119" y="1049"/>
                    <a:pt x="310" y="1049"/>
                  </a:cubicBezTo>
                  <a:lnTo>
                    <a:pt x="762" y="1049"/>
                  </a:lnTo>
                  <a:cubicBezTo>
                    <a:pt x="905" y="1049"/>
                    <a:pt x="1048" y="930"/>
                    <a:pt x="1048" y="763"/>
                  </a:cubicBezTo>
                  <a:lnTo>
                    <a:pt x="1048" y="311"/>
                  </a:lnTo>
                  <a:cubicBezTo>
                    <a:pt x="1048" y="168"/>
                    <a:pt x="929" y="1"/>
                    <a:pt x="7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95"/>
            <p:cNvSpPr/>
            <p:nvPr/>
          </p:nvSpPr>
          <p:spPr>
            <a:xfrm>
              <a:off x="4125958" y="2047981"/>
              <a:ext cx="34257" cy="34289"/>
            </a:xfrm>
            <a:custGeom>
              <a:rect b="b" l="l" r="r" t="t"/>
              <a:pathLst>
                <a:path extrusionOk="0" h="1049" w="1048">
                  <a:moveTo>
                    <a:pt x="715" y="334"/>
                  </a:moveTo>
                  <a:lnTo>
                    <a:pt x="715" y="715"/>
                  </a:lnTo>
                  <a:lnTo>
                    <a:pt x="334" y="715"/>
                  </a:lnTo>
                  <a:lnTo>
                    <a:pt x="334" y="334"/>
                  </a:lnTo>
                  <a:close/>
                  <a:moveTo>
                    <a:pt x="310" y="1"/>
                  </a:moveTo>
                  <a:cubicBezTo>
                    <a:pt x="167" y="1"/>
                    <a:pt x="0" y="120"/>
                    <a:pt x="0" y="311"/>
                  </a:cubicBezTo>
                  <a:lnTo>
                    <a:pt x="0" y="763"/>
                  </a:lnTo>
                  <a:cubicBezTo>
                    <a:pt x="0" y="906"/>
                    <a:pt x="119" y="1049"/>
                    <a:pt x="310" y="1049"/>
                  </a:cubicBezTo>
                  <a:lnTo>
                    <a:pt x="762" y="1049"/>
                  </a:lnTo>
                  <a:cubicBezTo>
                    <a:pt x="905" y="1049"/>
                    <a:pt x="1048" y="930"/>
                    <a:pt x="1048" y="763"/>
                  </a:cubicBezTo>
                  <a:lnTo>
                    <a:pt x="1048" y="311"/>
                  </a:lnTo>
                  <a:cubicBezTo>
                    <a:pt x="1048" y="168"/>
                    <a:pt x="929" y="1"/>
                    <a:pt x="7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95"/>
            <p:cNvSpPr/>
            <p:nvPr/>
          </p:nvSpPr>
          <p:spPr>
            <a:xfrm>
              <a:off x="4125958" y="2104040"/>
              <a:ext cx="34257" cy="33505"/>
            </a:xfrm>
            <a:custGeom>
              <a:rect b="b" l="l" r="r" t="t"/>
              <a:pathLst>
                <a:path extrusionOk="0" h="1025" w="1048">
                  <a:moveTo>
                    <a:pt x="715" y="286"/>
                  </a:moveTo>
                  <a:lnTo>
                    <a:pt x="715" y="667"/>
                  </a:lnTo>
                  <a:lnTo>
                    <a:pt x="334" y="667"/>
                  </a:lnTo>
                  <a:lnTo>
                    <a:pt x="334" y="286"/>
                  </a:lnTo>
                  <a:close/>
                  <a:moveTo>
                    <a:pt x="310" y="1"/>
                  </a:moveTo>
                  <a:cubicBezTo>
                    <a:pt x="167" y="1"/>
                    <a:pt x="0" y="120"/>
                    <a:pt x="0" y="286"/>
                  </a:cubicBezTo>
                  <a:lnTo>
                    <a:pt x="0" y="739"/>
                  </a:lnTo>
                  <a:cubicBezTo>
                    <a:pt x="0" y="882"/>
                    <a:pt x="119" y="1025"/>
                    <a:pt x="310" y="1025"/>
                  </a:cubicBezTo>
                  <a:lnTo>
                    <a:pt x="762" y="1025"/>
                  </a:lnTo>
                  <a:cubicBezTo>
                    <a:pt x="905" y="1025"/>
                    <a:pt x="1048" y="906"/>
                    <a:pt x="1048" y="739"/>
                  </a:cubicBezTo>
                  <a:lnTo>
                    <a:pt x="1048" y="286"/>
                  </a:lnTo>
                  <a:cubicBezTo>
                    <a:pt x="1048" y="120"/>
                    <a:pt x="929" y="1"/>
                    <a:pt x="7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95"/>
            <p:cNvSpPr/>
            <p:nvPr/>
          </p:nvSpPr>
          <p:spPr>
            <a:xfrm>
              <a:off x="4125958" y="2158530"/>
              <a:ext cx="34257" cy="33505"/>
            </a:xfrm>
            <a:custGeom>
              <a:rect b="b" l="l" r="r" t="t"/>
              <a:pathLst>
                <a:path extrusionOk="0" h="1025" w="1048">
                  <a:moveTo>
                    <a:pt x="715" y="310"/>
                  </a:moveTo>
                  <a:lnTo>
                    <a:pt x="715" y="715"/>
                  </a:lnTo>
                  <a:lnTo>
                    <a:pt x="334" y="715"/>
                  </a:lnTo>
                  <a:lnTo>
                    <a:pt x="334" y="310"/>
                  </a:lnTo>
                  <a:close/>
                  <a:moveTo>
                    <a:pt x="310" y="1"/>
                  </a:moveTo>
                  <a:cubicBezTo>
                    <a:pt x="167" y="1"/>
                    <a:pt x="0" y="120"/>
                    <a:pt x="0" y="286"/>
                  </a:cubicBezTo>
                  <a:lnTo>
                    <a:pt x="0" y="739"/>
                  </a:lnTo>
                  <a:cubicBezTo>
                    <a:pt x="0" y="882"/>
                    <a:pt x="119" y="1025"/>
                    <a:pt x="310" y="1025"/>
                  </a:cubicBezTo>
                  <a:lnTo>
                    <a:pt x="762" y="1025"/>
                  </a:lnTo>
                  <a:cubicBezTo>
                    <a:pt x="905" y="1025"/>
                    <a:pt x="1048" y="906"/>
                    <a:pt x="1048" y="739"/>
                  </a:cubicBezTo>
                  <a:lnTo>
                    <a:pt x="1048" y="286"/>
                  </a:lnTo>
                  <a:cubicBezTo>
                    <a:pt x="1048" y="143"/>
                    <a:pt x="929" y="1"/>
                    <a:pt x="7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95"/>
            <p:cNvSpPr/>
            <p:nvPr/>
          </p:nvSpPr>
          <p:spPr>
            <a:xfrm>
              <a:off x="4168746" y="1996629"/>
              <a:ext cx="93454" cy="10918"/>
            </a:xfrm>
            <a:custGeom>
              <a:rect b="b" l="l" r="r" t="t"/>
              <a:pathLst>
                <a:path extrusionOk="0" h="334" w="2859">
                  <a:moveTo>
                    <a:pt x="191" y="0"/>
                  </a:moveTo>
                  <a:cubicBezTo>
                    <a:pt x="96" y="0"/>
                    <a:pt x="49" y="72"/>
                    <a:pt x="1" y="143"/>
                  </a:cubicBezTo>
                  <a:cubicBezTo>
                    <a:pt x="1" y="238"/>
                    <a:pt x="72" y="334"/>
                    <a:pt x="168" y="334"/>
                  </a:cubicBezTo>
                  <a:lnTo>
                    <a:pt x="2644" y="334"/>
                  </a:lnTo>
                  <a:cubicBezTo>
                    <a:pt x="2740" y="334"/>
                    <a:pt x="2811" y="262"/>
                    <a:pt x="2835" y="191"/>
                  </a:cubicBezTo>
                  <a:cubicBezTo>
                    <a:pt x="2859" y="72"/>
                    <a:pt x="2811" y="0"/>
                    <a:pt x="2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95"/>
            <p:cNvSpPr/>
            <p:nvPr/>
          </p:nvSpPr>
          <p:spPr>
            <a:xfrm>
              <a:off x="4170315" y="2016862"/>
              <a:ext cx="31936" cy="10918"/>
            </a:xfrm>
            <a:custGeom>
              <a:rect b="b" l="l" r="r" t="t"/>
              <a:pathLst>
                <a:path extrusionOk="0" h="334" w="977">
                  <a:moveTo>
                    <a:pt x="191" y="0"/>
                  </a:moveTo>
                  <a:cubicBezTo>
                    <a:pt x="120" y="0"/>
                    <a:pt x="48" y="72"/>
                    <a:pt x="24" y="167"/>
                  </a:cubicBezTo>
                  <a:cubicBezTo>
                    <a:pt x="1" y="239"/>
                    <a:pt x="48" y="334"/>
                    <a:pt x="167" y="334"/>
                  </a:cubicBezTo>
                  <a:lnTo>
                    <a:pt x="786" y="334"/>
                  </a:lnTo>
                  <a:cubicBezTo>
                    <a:pt x="882" y="334"/>
                    <a:pt x="953" y="286"/>
                    <a:pt x="977" y="191"/>
                  </a:cubicBezTo>
                  <a:cubicBezTo>
                    <a:pt x="977" y="96"/>
                    <a:pt x="905" y="0"/>
                    <a:pt x="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95"/>
            <p:cNvSpPr/>
            <p:nvPr/>
          </p:nvSpPr>
          <p:spPr>
            <a:xfrm>
              <a:off x="4168746" y="2050334"/>
              <a:ext cx="93454" cy="10918"/>
            </a:xfrm>
            <a:custGeom>
              <a:rect b="b" l="l" r="r" t="t"/>
              <a:pathLst>
                <a:path extrusionOk="0" h="334" w="2859">
                  <a:moveTo>
                    <a:pt x="191" y="0"/>
                  </a:moveTo>
                  <a:cubicBezTo>
                    <a:pt x="96" y="0"/>
                    <a:pt x="49" y="48"/>
                    <a:pt x="1" y="143"/>
                  </a:cubicBezTo>
                  <a:cubicBezTo>
                    <a:pt x="1" y="239"/>
                    <a:pt x="72" y="334"/>
                    <a:pt x="168" y="334"/>
                  </a:cubicBezTo>
                  <a:lnTo>
                    <a:pt x="2644" y="334"/>
                  </a:lnTo>
                  <a:cubicBezTo>
                    <a:pt x="2740" y="334"/>
                    <a:pt x="2811" y="262"/>
                    <a:pt x="2835" y="167"/>
                  </a:cubicBezTo>
                  <a:cubicBezTo>
                    <a:pt x="2859" y="96"/>
                    <a:pt x="2811" y="0"/>
                    <a:pt x="2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95"/>
            <p:cNvSpPr/>
            <p:nvPr/>
          </p:nvSpPr>
          <p:spPr>
            <a:xfrm>
              <a:off x="4170315" y="2070568"/>
              <a:ext cx="31936" cy="10918"/>
            </a:xfrm>
            <a:custGeom>
              <a:rect b="b" l="l" r="r" t="t"/>
              <a:pathLst>
                <a:path extrusionOk="0" h="334" w="977">
                  <a:moveTo>
                    <a:pt x="191" y="1"/>
                  </a:moveTo>
                  <a:cubicBezTo>
                    <a:pt x="120" y="1"/>
                    <a:pt x="48" y="72"/>
                    <a:pt x="24" y="143"/>
                  </a:cubicBezTo>
                  <a:cubicBezTo>
                    <a:pt x="1" y="263"/>
                    <a:pt x="48" y="334"/>
                    <a:pt x="167" y="334"/>
                  </a:cubicBezTo>
                  <a:lnTo>
                    <a:pt x="786" y="334"/>
                  </a:lnTo>
                  <a:cubicBezTo>
                    <a:pt x="882" y="334"/>
                    <a:pt x="953" y="263"/>
                    <a:pt x="977" y="191"/>
                  </a:cubicBezTo>
                  <a:cubicBezTo>
                    <a:pt x="977" y="96"/>
                    <a:pt x="905"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95"/>
            <p:cNvSpPr/>
            <p:nvPr/>
          </p:nvSpPr>
          <p:spPr>
            <a:xfrm>
              <a:off x="4168746" y="2104824"/>
              <a:ext cx="93454" cy="10918"/>
            </a:xfrm>
            <a:custGeom>
              <a:rect b="b" l="l" r="r" t="t"/>
              <a:pathLst>
                <a:path extrusionOk="0" h="334" w="2859">
                  <a:moveTo>
                    <a:pt x="191" y="0"/>
                  </a:moveTo>
                  <a:cubicBezTo>
                    <a:pt x="96" y="0"/>
                    <a:pt x="49" y="48"/>
                    <a:pt x="1" y="143"/>
                  </a:cubicBezTo>
                  <a:cubicBezTo>
                    <a:pt x="1" y="239"/>
                    <a:pt x="72" y="334"/>
                    <a:pt x="168" y="334"/>
                  </a:cubicBezTo>
                  <a:lnTo>
                    <a:pt x="2644" y="334"/>
                  </a:lnTo>
                  <a:cubicBezTo>
                    <a:pt x="2740" y="334"/>
                    <a:pt x="2811" y="262"/>
                    <a:pt x="2835" y="167"/>
                  </a:cubicBezTo>
                  <a:cubicBezTo>
                    <a:pt x="2859" y="96"/>
                    <a:pt x="2811" y="0"/>
                    <a:pt x="2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95"/>
            <p:cNvSpPr/>
            <p:nvPr/>
          </p:nvSpPr>
          <p:spPr>
            <a:xfrm>
              <a:off x="4170315" y="2125842"/>
              <a:ext cx="31936" cy="10918"/>
            </a:xfrm>
            <a:custGeom>
              <a:rect b="b" l="l" r="r" t="t"/>
              <a:pathLst>
                <a:path extrusionOk="0" h="334" w="977">
                  <a:moveTo>
                    <a:pt x="191" y="0"/>
                  </a:moveTo>
                  <a:cubicBezTo>
                    <a:pt x="120" y="0"/>
                    <a:pt x="48" y="72"/>
                    <a:pt x="24" y="167"/>
                  </a:cubicBezTo>
                  <a:cubicBezTo>
                    <a:pt x="1" y="239"/>
                    <a:pt x="48" y="334"/>
                    <a:pt x="167" y="334"/>
                  </a:cubicBezTo>
                  <a:lnTo>
                    <a:pt x="786" y="334"/>
                  </a:lnTo>
                  <a:cubicBezTo>
                    <a:pt x="882" y="334"/>
                    <a:pt x="953" y="286"/>
                    <a:pt x="977" y="191"/>
                  </a:cubicBezTo>
                  <a:cubicBezTo>
                    <a:pt x="977" y="96"/>
                    <a:pt x="905" y="0"/>
                    <a:pt x="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95"/>
            <p:cNvSpPr/>
            <p:nvPr/>
          </p:nvSpPr>
          <p:spPr>
            <a:xfrm>
              <a:off x="4168746" y="2159314"/>
              <a:ext cx="93454" cy="10918"/>
            </a:xfrm>
            <a:custGeom>
              <a:rect b="b" l="l" r="r" t="t"/>
              <a:pathLst>
                <a:path extrusionOk="0" h="334" w="2859">
                  <a:moveTo>
                    <a:pt x="191" y="0"/>
                  </a:moveTo>
                  <a:cubicBezTo>
                    <a:pt x="96" y="0"/>
                    <a:pt x="49" y="48"/>
                    <a:pt x="1" y="143"/>
                  </a:cubicBezTo>
                  <a:cubicBezTo>
                    <a:pt x="1" y="239"/>
                    <a:pt x="72" y="334"/>
                    <a:pt x="168" y="334"/>
                  </a:cubicBezTo>
                  <a:lnTo>
                    <a:pt x="2644" y="334"/>
                  </a:lnTo>
                  <a:cubicBezTo>
                    <a:pt x="2740" y="334"/>
                    <a:pt x="2811" y="262"/>
                    <a:pt x="2835" y="167"/>
                  </a:cubicBezTo>
                  <a:cubicBezTo>
                    <a:pt x="2859" y="96"/>
                    <a:pt x="2811" y="0"/>
                    <a:pt x="2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95"/>
            <p:cNvSpPr/>
            <p:nvPr/>
          </p:nvSpPr>
          <p:spPr>
            <a:xfrm>
              <a:off x="4169531" y="2180332"/>
              <a:ext cx="32720" cy="10918"/>
            </a:xfrm>
            <a:custGeom>
              <a:rect b="b" l="l" r="r" t="t"/>
              <a:pathLst>
                <a:path extrusionOk="0" h="334" w="1001">
                  <a:moveTo>
                    <a:pt x="191" y="0"/>
                  </a:moveTo>
                  <a:cubicBezTo>
                    <a:pt x="96" y="0"/>
                    <a:pt x="48" y="72"/>
                    <a:pt x="1" y="167"/>
                  </a:cubicBezTo>
                  <a:cubicBezTo>
                    <a:pt x="1" y="239"/>
                    <a:pt x="72" y="334"/>
                    <a:pt x="167" y="334"/>
                  </a:cubicBezTo>
                  <a:lnTo>
                    <a:pt x="787" y="334"/>
                  </a:lnTo>
                  <a:cubicBezTo>
                    <a:pt x="882" y="334"/>
                    <a:pt x="929" y="286"/>
                    <a:pt x="977" y="191"/>
                  </a:cubicBezTo>
                  <a:cubicBezTo>
                    <a:pt x="1001" y="96"/>
                    <a:pt x="906"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1" name="Google Shape;19661;p95"/>
          <p:cNvGrpSpPr/>
          <p:nvPr/>
        </p:nvGrpSpPr>
        <p:grpSpPr>
          <a:xfrm>
            <a:off x="4768898" y="1796734"/>
            <a:ext cx="367473" cy="312950"/>
            <a:chOff x="4765816" y="1949134"/>
            <a:chExt cx="367473" cy="312950"/>
          </a:xfrm>
        </p:grpSpPr>
        <p:sp>
          <p:nvSpPr>
            <p:cNvPr id="19662" name="Google Shape;19662;p95"/>
            <p:cNvSpPr/>
            <p:nvPr/>
          </p:nvSpPr>
          <p:spPr>
            <a:xfrm>
              <a:off x="4769706" y="1953023"/>
              <a:ext cx="128495" cy="31936"/>
            </a:xfrm>
            <a:custGeom>
              <a:rect b="b" l="l" r="r" t="t"/>
              <a:pathLst>
                <a:path extrusionOk="0" h="977" w="3931">
                  <a:moveTo>
                    <a:pt x="382" y="1"/>
                  </a:moveTo>
                  <a:cubicBezTo>
                    <a:pt x="167" y="1"/>
                    <a:pt x="1" y="167"/>
                    <a:pt x="1" y="382"/>
                  </a:cubicBezTo>
                  <a:lnTo>
                    <a:pt x="1" y="977"/>
                  </a:lnTo>
                  <a:lnTo>
                    <a:pt x="3882" y="977"/>
                  </a:lnTo>
                  <a:lnTo>
                    <a:pt x="3882" y="382"/>
                  </a:lnTo>
                  <a:cubicBezTo>
                    <a:pt x="3930" y="167"/>
                    <a:pt x="3740" y="1"/>
                    <a:pt x="3525"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95"/>
            <p:cNvSpPr/>
            <p:nvPr/>
          </p:nvSpPr>
          <p:spPr>
            <a:xfrm>
              <a:off x="4863911" y="1953023"/>
              <a:ext cx="34289" cy="31936"/>
            </a:xfrm>
            <a:custGeom>
              <a:rect b="b" l="l" r="r" t="t"/>
              <a:pathLst>
                <a:path extrusionOk="0" h="977" w="1049">
                  <a:moveTo>
                    <a:pt x="0" y="1"/>
                  </a:moveTo>
                  <a:cubicBezTo>
                    <a:pt x="215" y="1"/>
                    <a:pt x="381" y="167"/>
                    <a:pt x="381" y="382"/>
                  </a:cubicBezTo>
                  <a:lnTo>
                    <a:pt x="381" y="977"/>
                  </a:lnTo>
                  <a:lnTo>
                    <a:pt x="1048" y="977"/>
                  </a:lnTo>
                  <a:lnTo>
                    <a:pt x="1048" y="382"/>
                  </a:lnTo>
                  <a:cubicBezTo>
                    <a:pt x="1048" y="167"/>
                    <a:pt x="858" y="1"/>
                    <a:pt x="64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95"/>
            <p:cNvSpPr/>
            <p:nvPr/>
          </p:nvSpPr>
          <p:spPr>
            <a:xfrm>
              <a:off x="4770490" y="1984175"/>
              <a:ext cx="357340" cy="271699"/>
            </a:xfrm>
            <a:custGeom>
              <a:rect b="b" l="l" r="r" t="t"/>
              <a:pathLst>
                <a:path extrusionOk="0" h="8312" w="10932">
                  <a:moveTo>
                    <a:pt x="1" y="0"/>
                  </a:moveTo>
                  <a:lnTo>
                    <a:pt x="1" y="8121"/>
                  </a:lnTo>
                  <a:cubicBezTo>
                    <a:pt x="1" y="8216"/>
                    <a:pt x="72" y="8311"/>
                    <a:pt x="167" y="8311"/>
                  </a:cubicBezTo>
                  <a:lnTo>
                    <a:pt x="10765" y="8311"/>
                  </a:lnTo>
                  <a:cubicBezTo>
                    <a:pt x="10860" y="8311"/>
                    <a:pt x="10931" y="8240"/>
                    <a:pt x="10931" y="8145"/>
                  </a:cubicBezTo>
                  <a:lnTo>
                    <a:pt x="10931" y="167"/>
                  </a:lnTo>
                  <a:cubicBezTo>
                    <a:pt x="10931" y="95"/>
                    <a:pt x="10836" y="0"/>
                    <a:pt x="10741"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95"/>
            <p:cNvSpPr/>
            <p:nvPr/>
          </p:nvSpPr>
          <p:spPr>
            <a:xfrm>
              <a:off x="4770490" y="1984175"/>
              <a:ext cx="357340" cy="43605"/>
            </a:xfrm>
            <a:custGeom>
              <a:rect b="b" l="l" r="r" t="t"/>
              <a:pathLst>
                <a:path extrusionOk="0" h="1334" w="10932">
                  <a:moveTo>
                    <a:pt x="1" y="0"/>
                  </a:moveTo>
                  <a:lnTo>
                    <a:pt x="1" y="1334"/>
                  </a:lnTo>
                  <a:lnTo>
                    <a:pt x="10931" y="1334"/>
                  </a:lnTo>
                  <a:lnTo>
                    <a:pt x="10931" y="167"/>
                  </a:lnTo>
                  <a:cubicBezTo>
                    <a:pt x="10931" y="95"/>
                    <a:pt x="10836" y="0"/>
                    <a:pt x="1074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95"/>
            <p:cNvSpPr/>
            <p:nvPr/>
          </p:nvSpPr>
          <p:spPr>
            <a:xfrm>
              <a:off x="5099784" y="1984175"/>
              <a:ext cx="28046" cy="272483"/>
            </a:xfrm>
            <a:custGeom>
              <a:rect b="b" l="l" r="r" t="t"/>
              <a:pathLst>
                <a:path extrusionOk="0" h="8336" w="858">
                  <a:moveTo>
                    <a:pt x="0" y="0"/>
                  </a:moveTo>
                  <a:cubicBezTo>
                    <a:pt x="95" y="0"/>
                    <a:pt x="191" y="95"/>
                    <a:pt x="191" y="167"/>
                  </a:cubicBezTo>
                  <a:lnTo>
                    <a:pt x="191" y="8145"/>
                  </a:lnTo>
                  <a:cubicBezTo>
                    <a:pt x="191" y="8240"/>
                    <a:pt x="95" y="8335"/>
                    <a:pt x="0" y="8335"/>
                  </a:cubicBezTo>
                  <a:lnTo>
                    <a:pt x="667" y="8335"/>
                  </a:lnTo>
                  <a:cubicBezTo>
                    <a:pt x="762" y="8335"/>
                    <a:pt x="857" y="8240"/>
                    <a:pt x="857" y="8145"/>
                  </a:cubicBezTo>
                  <a:lnTo>
                    <a:pt x="857" y="167"/>
                  </a:lnTo>
                  <a:cubicBezTo>
                    <a:pt x="857" y="95"/>
                    <a:pt x="762" y="0"/>
                    <a:pt x="66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95"/>
            <p:cNvSpPr/>
            <p:nvPr/>
          </p:nvSpPr>
          <p:spPr>
            <a:xfrm>
              <a:off x="5099784" y="1984175"/>
              <a:ext cx="28046" cy="43605"/>
            </a:xfrm>
            <a:custGeom>
              <a:rect b="b" l="l" r="r" t="t"/>
              <a:pathLst>
                <a:path extrusionOk="0" h="1334" w="858">
                  <a:moveTo>
                    <a:pt x="0" y="0"/>
                  </a:moveTo>
                  <a:cubicBezTo>
                    <a:pt x="95" y="0"/>
                    <a:pt x="191" y="95"/>
                    <a:pt x="191" y="167"/>
                  </a:cubicBezTo>
                  <a:lnTo>
                    <a:pt x="191" y="1334"/>
                  </a:lnTo>
                  <a:lnTo>
                    <a:pt x="857" y="1334"/>
                  </a:lnTo>
                  <a:lnTo>
                    <a:pt x="857" y="167"/>
                  </a:lnTo>
                  <a:cubicBezTo>
                    <a:pt x="857" y="95"/>
                    <a:pt x="762" y="0"/>
                    <a:pt x="667"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95"/>
            <p:cNvSpPr/>
            <p:nvPr/>
          </p:nvSpPr>
          <p:spPr>
            <a:xfrm>
              <a:off x="4803178" y="2063573"/>
              <a:ext cx="112118" cy="23372"/>
            </a:xfrm>
            <a:custGeom>
              <a:rect b="b" l="l" r="r" t="t"/>
              <a:pathLst>
                <a:path extrusionOk="0" h="715" w="3430">
                  <a:moveTo>
                    <a:pt x="406" y="0"/>
                  </a:moveTo>
                  <a:cubicBezTo>
                    <a:pt x="167" y="0"/>
                    <a:pt x="1" y="215"/>
                    <a:pt x="48" y="429"/>
                  </a:cubicBezTo>
                  <a:cubicBezTo>
                    <a:pt x="72" y="596"/>
                    <a:pt x="215" y="715"/>
                    <a:pt x="406" y="715"/>
                  </a:cubicBezTo>
                  <a:lnTo>
                    <a:pt x="3049" y="715"/>
                  </a:lnTo>
                  <a:cubicBezTo>
                    <a:pt x="3263" y="715"/>
                    <a:pt x="3430" y="548"/>
                    <a:pt x="3406" y="310"/>
                  </a:cubicBezTo>
                  <a:cubicBezTo>
                    <a:pt x="3382" y="119"/>
                    <a:pt x="3216" y="0"/>
                    <a:pt x="3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95"/>
            <p:cNvSpPr/>
            <p:nvPr/>
          </p:nvSpPr>
          <p:spPr>
            <a:xfrm>
              <a:off x="4981456" y="2063573"/>
              <a:ext cx="112118" cy="23372"/>
            </a:xfrm>
            <a:custGeom>
              <a:rect b="b" l="l" r="r" t="t"/>
              <a:pathLst>
                <a:path extrusionOk="0" h="715" w="3430">
                  <a:moveTo>
                    <a:pt x="381" y="0"/>
                  </a:moveTo>
                  <a:cubicBezTo>
                    <a:pt x="143" y="0"/>
                    <a:pt x="0" y="215"/>
                    <a:pt x="24" y="429"/>
                  </a:cubicBezTo>
                  <a:cubicBezTo>
                    <a:pt x="72" y="596"/>
                    <a:pt x="215" y="715"/>
                    <a:pt x="381" y="715"/>
                  </a:cubicBezTo>
                  <a:lnTo>
                    <a:pt x="3048" y="715"/>
                  </a:lnTo>
                  <a:cubicBezTo>
                    <a:pt x="3239" y="715"/>
                    <a:pt x="3430" y="548"/>
                    <a:pt x="3406" y="310"/>
                  </a:cubicBezTo>
                  <a:cubicBezTo>
                    <a:pt x="3358" y="119"/>
                    <a:pt x="3215" y="0"/>
                    <a:pt x="3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95"/>
            <p:cNvSpPr/>
            <p:nvPr/>
          </p:nvSpPr>
          <p:spPr>
            <a:xfrm>
              <a:off x="4981456" y="2195892"/>
              <a:ext cx="112118" cy="23404"/>
            </a:xfrm>
            <a:custGeom>
              <a:rect b="b" l="l" r="r" t="t"/>
              <a:pathLst>
                <a:path extrusionOk="0" h="716" w="3430">
                  <a:moveTo>
                    <a:pt x="381" y="1"/>
                  </a:moveTo>
                  <a:cubicBezTo>
                    <a:pt x="143" y="1"/>
                    <a:pt x="0" y="215"/>
                    <a:pt x="24" y="429"/>
                  </a:cubicBezTo>
                  <a:cubicBezTo>
                    <a:pt x="72" y="596"/>
                    <a:pt x="215" y="715"/>
                    <a:pt x="381" y="715"/>
                  </a:cubicBezTo>
                  <a:lnTo>
                    <a:pt x="3048" y="715"/>
                  </a:lnTo>
                  <a:cubicBezTo>
                    <a:pt x="3239" y="715"/>
                    <a:pt x="3430" y="525"/>
                    <a:pt x="3406" y="310"/>
                  </a:cubicBezTo>
                  <a:cubicBezTo>
                    <a:pt x="3358" y="120"/>
                    <a:pt x="3215" y="1"/>
                    <a:pt x="3048" y="1"/>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95"/>
            <p:cNvSpPr/>
            <p:nvPr/>
          </p:nvSpPr>
          <p:spPr>
            <a:xfrm>
              <a:off x="4804747" y="2195892"/>
              <a:ext cx="111334" cy="23404"/>
            </a:xfrm>
            <a:custGeom>
              <a:rect b="b" l="l" r="r" t="t"/>
              <a:pathLst>
                <a:path extrusionOk="0" h="716" w="3406">
                  <a:moveTo>
                    <a:pt x="381" y="1"/>
                  </a:moveTo>
                  <a:cubicBezTo>
                    <a:pt x="143" y="1"/>
                    <a:pt x="0" y="215"/>
                    <a:pt x="24" y="429"/>
                  </a:cubicBezTo>
                  <a:cubicBezTo>
                    <a:pt x="48" y="596"/>
                    <a:pt x="191" y="715"/>
                    <a:pt x="381" y="715"/>
                  </a:cubicBezTo>
                  <a:lnTo>
                    <a:pt x="3025" y="715"/>
                  </a:lnTo>
                  <a:cubicBezTo>
                    <a:pt x="3239" y="715"/>
                    <a:pt x="3406" y="525"/>
                    <a:pt x="3382" y="310"/>
                  </a:cubicBezTo>
                  <a:cubicBezTo>
                    <a:pt x="3358" y="120"/>
                    <a:pt x="3215" y="1"/>
                    <a:pt x="3025" y="1"/>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95"/>
            <p:cNvSpPr/>
            <p:nvPr/>
          </p:nvSpPr>
          <p:spPr>
            <a:xfrm>
              <a:off x="4881040" y="2063573"/>
              <a:ext cx="34257" cy="23372"/>
            </a:xfrm>
            <a:custGeom>
              <a:rect b="b" l="l" r="r" t="t"/>
              <a:pathLst>
                <a:path extrusionOk="0" h="715" w="1048">
                  <a:moveTo>
                    <a:pt x="0" y="0"/>
                  </a:moveTo>
                  <a:cubicBezTo>
                    <a:pt x="214" y="0"/>
                    <a:pt x="357" y="167"/>
                    <a:pt x="357" y="357"/>
                  </a:cubicBezTo>
                  <a:cubicBezTo>
                    <a:pt x="357" y="572"/>
                    <a:pt x="214" y="715"/>
                    <a:pt x="0" y="715"/>
                  </a:cubicBezTo>
                  <a:lnTo>
                    <a:pt x="667" y="715"/>
                  </a:lnTo>
                  <a:cubicBezTo>
                    <a:pt x="881" y="715"/>
                    <a:pt x="1048" y="548"/>
                    <a:pt x="1024" y="310"/>
                  </a:cubicBezTo>
                  <a:cubicBezTo>
                    <a:pt x="1000" y="119"/>
                    <a:pt x="834" y="0"/>
                    <a:pt x="667"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95"/>
            <p:cNvSpPr/>
            <p:nvPr/>
          </p:nvSpPr>
          <p:spPr>
            <a:xfrm>
              <a:off x="5059284" y="2063573"/>
              <a:ext cx="34289" cy="23372"/>
            </a:xfrm>
            <a:custGeom>
              <a:rect b="b" l="l" r="r" t="t"/>
              <a:pathLst>
                <a:path extrusionOk="0" h="715" w="1049">
                  <a:moveTo>
                    <a:pt x="1" y="0"/>
                  </a:moveTo>
                  <a:cubicBezTo>
                    <a:pt x="215" y="0"/>
                    <a:pt x="358" y="167"/>
                    <a:pt x="358" y="357"/>
                  </a:cubicBezTo>
                  <a:cubicBezTo>
                    <a:pt x="358" y="572"/>
                    <a:pt x="215" y="715"/>
                    <a:pt x="1" y="715"/>
                  </a:cubicBezTo>
                  <a:lnTo>
                    <a:pt x="644" y="715"/>
                  </a:lnTo>
                  <a:cubicBezTo>
                    <a:pt x="858" y="715"/>
                    <a:pt x="1049" y="548"/>
                    <a:pt x="1001" y="310"/>
                  </a:cubicBezTo>
                  <a:cubicBezTo>
                    <a:pt x="977" y="119"/>
                    <a:pt x="834" y="0"/>
                    <a:pt x="644"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95"/>
            <p:cNvSpPr/>
            <p:nvPr/>
          </p:nvSpPr>
          <p:spPr>
            <a:xfrm>
              <a:off x="5059284" y="2195892"/>
              <a:ext cx="34289" cy="23404"/>
            </a:xfrm>
            <a:custGeom>
              <a:rect b="b" l="l" r="r" t="t"/>
              <a:pathLst>
                <a:path extrusionOk="0" h="716" w="1049">
                  <a:moveTo>
                    <a:pt x="1" y="1"/>
                  </a:moveTo>
                  <a:cubicBezTo>
                    <a:pt x="215" y="1"/>
                    <a:pt x="358" y="167"/>
                    <a:pt x="358" y="358"/>
                  </a:cubicBezTo>
                  <a:cubicBezTo>
                    <a:pt x="358" y="572"/>
                    <a:pt x="215" y="715"/>
                    <a:pt x="1" y="715"/>
                  </a:cubicBezTo>
                  <a:lnTo>
                    <a:pt x="644" y="715"/>
                  </a:lnTo>
                  <a:cubicBezTo>
                    <a:pt x="858" y="715"/>
                    <a:pt x="1049" y="525"/>
                    <a:pt x="1001" y="310"/>
                  </a:cubicBezTo>
                  <a:cubicBezTo>
                    <a:pt x="977" y="120"/>
                    <a:pt x="834" y="1"/>
                    <a:pt x="64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95"/>
            <p:cNvSpPr/>
            <p:nvPr/>
          </p:nvSpPr>
          <p:spPr>
            <a:xfrm>
              <a:off x="4882576" y="2195892"/>
              <a:ext cx="33505" cy="23404"/>
            </a:xfrm>
            <a:custGeom>
              <a:rect b="b" l="l" r="r" t="t"/>
              <a:pathLst>
                <a:path extrusionOk="0" h="716" w="1025">
                  <a:moveTo>
                    <a:pt x="1" y="1"/>
                  </a:moveTo>
                  <a:cubicBezTo>
                    <a:pt x="191" y="1"/>
                    <a:pt x="358" y="167"/>
                    <a:pt x="358" y="358"/>
                  </a:cubicBezTo>
                  <a:cubicBezTo>
                    <a:pt x="358" y="572"/>
                    <a:pt x="191" y="715"/>
                    <a:pt x="1" y="715"/>
                  </a:cubicBezTo>
                  <a:lnTo>
                    <a:pt x="644" y="715"/>
                  </a:lnTo>
                  <a:cubicBezTo>
                    <a:pt x="858" y="715"/>
                    <a:pt x="1025" y="525"/>
                    <a:pt x="1001" y="310"/>
                  </a:cubicBezTo>
                  <a:cubicBezTo>
                    <a:pt x="977" y="120"/>
                    <a:pt x="834" y="1"/>
                    <a:pt x="64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95"/>
            <p:cNvSpPr/>
            <p:nvPr/>
          </p:nvSpPr>
          <p:spPr>
            <a:xfrm>
              <a:off x="5044510" y="2000518"/>
              <a:ext cx="11702" cy="11702"/>
            </a:xfrm>
            <a:custGeom>
              <a:rect b="b" l="l" r="r" t="t"/>
              <a:pathLst>
                <a:path extrusionOk="0" h="358" w="358">
                  <a:moveTo>
                    <a:pt x="191" y="0"/>
                  </a:moveTo>
                  <a:cubicBezTo>
                    <a:pt x="95" y="0"/>
                    <a:pt x="0" y="72"/>
                    <a:pt x="0" y="191"/>
                  </a:cubicBezTo>
                  <a:cubicBezTo>
                    <a:pt x="0" y="286"/>
                    <a:pt x="95" y="357"/>
                    <a:pt x="191" y="357"/>
                  </a:cubicBezTo>
                  <a:cubicBezTo>
                    <a:pt x="286" y="357"/>
                    <a:pt x="357" y="286"/>
                    <a:pt x="357" y="191"/>
                  </a:cubicBezTo>
                  <a:cubicBezTo>
                    <a:pt x="357" y="72"/>
                    <a:pt x="286" y="0"/>
                    <a:pt x="1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95"/>
            <p:cNvSpPr/>
            <p:nvPr/>
          </p:nvSpPr>
          <p:spPr>
            <a:xfrm>
              <a:off x="5067064" y="2000518"/>
              <a:ext cx="11735" cy="11702"/>
            </a:xfrm>
            <a:custGeom>
              <a:rect b="b" l="l" r="r" t="t"/>
              <a:pathLst>
                <a:path extrusionOk="0" h="358" w="359">
                  <a:moveTo>
                    <a:pt x="168" y="0"/>
                  </a:moveTo>
                  <a:cubicBezTo>
                    <a:pt x="72" y="0"/>
                    <a:pt x="1" y="72"/>
                    <a:pt x="1" y="191"/>
                  </a:cubicBezTo>
                  <a:cubicBezTo>
                    <a:pt x="1" y="286"/>
                    <a:pt x="72" y="357"/>
                    <a:pt x="168" y="357"/>
                  </a:cubicBezTo>
                  <a:cubicBezTo>
                    <a:pt x="287" y="357"/>
                    <a:pt x="358" y="286"/>
                    <a:pt x="358" y="191"/>
                  </a:cubicBezTo>
                  <a:cubicBezTo>
                    <a:pt x="358" y="72"/>
                    <a:pt x="287" y="0"/>
                    <a:pt x="1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95"/>
            <p:cNvSpPr/>
            <p:nvPr/>
          </p:nvSpPr>
          <p:spPr>
            <a:xfrm>
              <a:off x="5089651" y="2000518"/>
              <a:ext cx="11702" cy="11702"/>
            </a:xfrm>
            <a:custGeom>
              <a:rect b="b" l="l" r="r" t="t"/>
              <a:pathLst>
                <a:path extrusionOk="0" h="358" w="358">
                  <a:moveTo>
                    <a:pt x="167" y="0"/>
                  </a:moveTo>
                  <a:cubicBezTo>
                    <a:pt x="72" y="0"/>
                    <a:pt x="0" y="72"/>
                    <a:pt x="0" y="191"/>
                  </a:cubicBezTo>
                  <a:cubicBezTo>
                    <a:pt x="0" y="286"/>
                    <a:pt x="72" y="357"/>
                    <a:pt x="167" y="357"/>
                  </a:cubicBezTo>
                  <a:cubicBezTo>
                    <a:pt x="262" y="357"/>
                    <a:pt x="358" y="286"/>
                    <a:pt x="358" y="191"/>
                  </a:cubicBezTo>
                  <a:cubicBezTo>
                    <a:pt x="358" y="72"/>
                    <a:pt x="262"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95"/>
            <p:cNvSpPr/>
            <p:nvPr/>
          </p:nvSpPr>
          <p:spPr>
            <a:xfrm>
              <a:off x="4765816" y="1949134"/>
              <a:ext cx="367473" cy="312950"/>
            </a:xfrm>
            <a:custGeom>
              <a:rect b="b" l="l" r="r" t="t"/>
              <a:pathLst>
                <a:path extrusionOk="0" h="9574" w="11242">
                  <a:moveTo>
                    <a:pt x="3692" y="286"/>
                  </a:moveTo>
                  <a:cubicBezTo>
                    <a:pt x="3811" y="286"/>
                    <a:pt x="3882" y="382"/>
                    <a:pt x="3882" y="501"/>
                  </a:cubicBezTo>
                  <a:lnTo>
                    <a:pt x="3882" y="882"/>
                  </a:lnTo>
                  <a:lnTo>
                    <a:pt x="310" y="882"/>
                  </a:lnTo>
                  <a:lnTo>
                    <a:pt x="310" y="501"/>
                  </a:lnTo>
                  <a:cubicBezTo>
                    <a:pt x="310" y="382"/>
                    <a:pt x="405" y="286"/>
                    <a:pt x="525" y="286"/>
                  </a:cubicBezTo>
                  <a:close/>
                  <a:moveTo>
                    <a:pt x="10884" y="2596"/>
                  </a:moveTo>
                  <a:lnTo>
                    <a:pt x="10884" y="9217"/>
                  </a:lnTo>
                  <a:lnTo>
                    <a:pt x="5740" y="9217"/>
                  </a:lnTo>
                  <a:lnTo>
                    <a:pt x="5740" y="2596"/>
                  </a:lnTo>
                  <a:close/>
                  <a:moveTo>
                    <a:pt x="525" y="1"/>
                  </a:moveTo>
                  <a:cubicBezTo>
                    <a:pt x="239" y="1"/>
                    <a:pt x="1" y="239"/>
                    <a:pt x="1" y="524"/>
                  </a:cubicBezTo>
                  <a:lnTo>
                    <a:pt x="1" y="9407"/>
                  </a:lnTo>
                  <a:cubicBezTo>
                    <a:pt x="1" y="9502"/>
                    <a:pt x="72" y="9574"/>
                    <a:pt x="167" y="9574"/>
                  </a:cubicBezTo>
                  <a:lnTo>
                    <a:pt x="3025" y="9574"/>
                  </a:lnTo>
                  <a:cubicBezTo>
                    <a:pt x="3049" y="9574"/>
                    <a:pt x="3097" y="9574"/>
                    <a:pt x="3097" y="9550"/>
                  </a:cubicBezTo>
                  <a:cubicBezTo>
                    <a:pt x="3216" y="9407"/>
                    <a:pt x="3120" y="9264"/>
                    <a:pt x="2977" y="9264"/>
                  </a:cubicBezTo>
                  <a:lnTo>
                    <a:pt x="310" y="9264"/>
                  </a:lnTo>
                  <a:lnTo>
                    <a:pt x="310" y="2620"/>
                  </a:lnTo>
                  <a:lnTo>
                    <a:pt x="5430" y="2620"/>
                  </a:lnTo>
                  <a:lnTo>
                    <a:pt x="5430" y="9264"/>
                  </a:lnTo>
                  <a:lnTo>
                    <a:pt x="3620" y="9264"/>
                  </a:lnTo>
                  <a:cubicBezTo>
                    <a:pt x="3525" y="9264"/>
                    <a:pt x="3478" y="9312"/>
                    <a:pt x="3454" y="9383"/>
                  </a:cubicBezTo>
                  <a:cubicBezTo>
                    <a:pt x="3406" y="9502"/>
                    <a:pt x="3501" y="9574"/>
                    <a:pt x="3597" y="9574"/>
                  </a:cubicBezTo>
                  <a:lnTo>
                    <a:pt x="10884" y="9574"/>
                  </a:lnTo>
                  <a:cubicBezTo>
                    <a:pt x="11074" y="9574"/>
                    <a:pt x="11217" y="9431"/>
                    <a:pt x="11217" y="9264"/>
                  </a:cubicBezTo>
                  <a:lnTo>
                    <a:pt x="11217" y="1287"/>
                  </a:lnTo>
                  <a:cubicBezTo>
                    <a:pt x="11241" y="1072"/>
                    <a:pt x="11098" y="929"/>
                    <a:pt x="10884" y="929"/>
                  </a:cubicBezTo>
                  <a:lnTo>
                    <a:pt x="7431" y="929"/>
                  </a:lnTo>
                  <a:cubicBezTo>
                    <a:pt x="7335" y="929"/>
                    <a:pt x="7288" y="977"/>
                    <a:pt x="7240" y="1072"/>
                  </a:cubicBezTo>
                  <a:cubicBezTo>
                    <a:pt x="7240" y="1167"/>
                    <a:pt x="7312" y="1239"/>
                    <a:pt x="7407" y="1239"/>
                  </a:cubicBezTo>
                  <a:lnTo>
                    <a:pt x="10884" y="1239"/>
                  </a:lnTo>
                  <a:lnTo>
                    <a:pt x="10884" y="2263"/>
                  </a:lnTo>
                  <a:lnTo>
                    <a:pt x="286" y="2263"/>
                  </a:lnTo>
                  <a:lnTo>
                    <a:pt x="286" y="1239"/>
                  </a:lnTo>
                  <a:lnTo>
                    <a:pt x="6740" y="1239"/>
                  </a:lnTo>
                  <a:cubicBezTo>
                    <a:pt x="6835" y="1239"/>
                    <a:pt x="6931" y="1167"/>
                    <a:pt x="6907" y="1072"/>
                  </a:cubicBezTo>
                  <a:cubicBezTo>
                    <a:pt x="6907" y="977"/>
                    <a:pt x="6812" y="929"/>
                    <a:pt x="6716" y="929"/>
                  </a:cubicBezTo>
                  <a:lnTo>
                    <a:pt x="4192" y="929"/>
                  </a:lnTo>
                  <a:lnTo>
                    <a:pt x="4192" y="524"/>
                  </a:lnTo>
                  <a:cubicBezTo>
                    <a:pt x="4192" y="239"/>
                    <a:pt x="3954" y="1"/>
                    <a:pt x="3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95"/>
            <p:cNvSpPr/>
            <p:nvPr/>
          </p:nvSpPr>
          <p:spPr>
            <a:xfrm>
              <a:off x="4797752" y="2059683"/>
              <a:ext cx="123788" cy="34256"/>
            </a:xfrm>
            <a:custGeom>
              <a:rect b="b" l="l" r="r" t="t"/>
              <a:pathLst>
                <a:path extrusionOk="0" h="1048" w="3787">
                  <a:moveTo>
                    <a:pt x="3215" y="310"/>
                  </a:moveTo>
                  <a:cubicBezTo>
                    <a:pt x="3286" y="310"/>
                    <a:pt x="3382" y="357"/>
                    <a:pt x="3382" y="453"/>
                  </a:cubicBezTo>
                  <a:cubicBezTo>
                    <a:pt x="3429" y="596"/>
                    <a:pt x="3334" y="691"/>
                    <a:pt x="3215" y="691"/>
                  </a:cubicBezTo>
                  <a:lnTo>
                    <a:pt x="524" y="691"/>
                  </a:lnTo>
                  <a:cubicBezTo>
                    <a:pt x="429" y="691"/>
                    <a:pt x="357" y="643"/>
                    <a:pt x="357" y="548"/>
                  </a:cubicBezTo>
                  <a:cubicBezTo>
                    <a:pt x="310" y="429"/>
                    <a:pt x="405" y="310"/>
                    <a:pt x="524" y="310"/>
                  </a:cubicBezTo>
                  <a:close/>
                  <a:moveTo>
                    <a:pt x="572" y="0"/>
                  </a:moveTo>
                  <a:cubicBezTo>
                    <a:pt x="333" y="0"/>
                    <a:pt x="48" y="214"/>
                    <a:pt x="24" y="453"/>
                  </a:cubicBezTo>
                  <a:cubicBezTo>
                    <a:pt x="0" y="786"/>
                    <a:pt x="238" y="1048"/>
                    <a:pt x="524" y="1048"/>
                  </a:cubicBezTo>
                  <a:lnTo>
                    <a:pt x="3167" y="1048"/>
                  </a:lnTo>
                  <a:cubicBezTo>
                    <a:pt x="3405" y="1048"/>
                    <a:pt x="3691" y="834"/>
                    <a:pt x="3715" y="596"/>
                  </a:cubicBezTo>
                  <a:cubicBezTo>
                    <a:pt x="3787" y="286"/>
                    <a:pt x="3501" y="0"/>
                    <a:pt x="3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95"/>
            <p:cNvSpPr/>
            <p:nvPr/>
          </p:nvSpPr>
          <p:spPr>
            <a:xfrm>
              <a:off x="4802393" y="2109498"/>
              <a:ext cx="114472" cy="10918"/>
            </a:xfrm>
            <a:custGeom>
              <a:rect b="b" l="l" r="r" t="t"/>
              <a:pathLst>
                <a:path extrusionOk="0" h="334" w="3502">
                  <a:moveTo>
                    <a:pt x="191" y="0"/>
                  </a:moveTo>
                  <a:cubicBezTo>
                    <a:pt x="96" y="0"/>
                    <a:pt x="25" y="72"/>
                    <a:pt x="1" y="143"/>
                  </a:cubicBezTo>
                  <a:cubicBezTo>
                    <a:pt x="1" y="238"/>
                    <a:pt x="72" y="334"/>
                    <a:pt x="144" y="334"/>
                  </a:cubicBezTo>
                  <a:lnTo>
                    <a:pt x="3311" y="334"/>
                  </a:lnTo>
                  <a:cubicBezTo>
                    <a:pt x="3406" y="334"/>
                    <a:pt x="3454" y="262"/>
                    <a:pt x="3478" y="191"/>
                  </a:cubicBezTo>
                  <a:cubicBezTo>
                    <a:pt x="3502" y="72"/>
                    <a:pt x="3454" y="0"/>
                    <a:pt x="3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95"/>
            <p:cNvSpPr/>
            <p:nvPr/>
          </p:nvSpPr>
          <p:spPr>
            <a:xfrm>
              <a:off x="4802393" y="2135191"/>
              <a:ext cx="114472" cy="10133"/>
            </a:xfrm>
            <a:custGeom>
              <a:rect b="b" l="l" r="r" t="t"/>
              <a:pathLst>
                <a:path extrusionOk="0" h="310" w="3502">
                  <a:moveTo>
                    <a:pt x="191" y="0"/>
                  </a:moveTo>
                  <a:cubicBezTo>
                    <a:pt x="96" y="0"/>
                    <a:pt x="25" y="48"/>
                    <a:pt x="1" y="143"/>
                  </a:cubicBezTo>
                  <a:cubicBezTo>
                    <a:pt x="1" y="238"/>
                    <a:pt x="72" y="310"/>
                    <a:pt x="144" y="310"/>
                  </a:cubicBezTo>
                  <a:lnTo>
                    <a:pt x="3311" y="310"/>
                  </a:lnTo>
                  <a:cubicBezTo>
                    <a:pt x="3406" y="310"/>
                    <a:pt x="3454" y="262"/>
                    <a:pt x="3478" y="167"/>
                  </a:cubicBezTo>
                  <a:cubicBezTo>
                    <a:pt x="3502" y="72"/>
                    <a:pt x="3454" y="0"/>
                    <a:pt x="3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95"/>
            <p:cNvSpPr/>
            <p:nvPr/>
          </p:nvSpPr>
          <p:spPr>
            <a:xfrm>
              <a:off x="4802393" y="2160883"/>
              <a:ext cx="114472" cy="10918"/>
            </a:xfrm>
            <a:custGeom>
              <a:rect b="b" l="l" r="r" t="t"/>
              <a:pathLst>
                <a:path extrusionOk="0" h="334" w="3502">
                  <a:moveTo>
                    <a:pt x="191" y="0"/>
                  </a:moveTo>
                  <a:cubicBezTo>
                    <a:pt x="96" y="0"/>
                    <a:pt x="25" y="71"/>
                    <a:pt x="1" y="167"/>
                  </a:cubicBezTo>
                  <a:cubicBezTo>
                    <a:pt x="1" y="238"/>
                    <a:pt x="72" y="333"/>
                    <a:pt x="144" y="333"/>
                  </a:cubicBezTo>
                  <a:lnTo>
                    <a:pt x="3311" y="333"/>
                  </a:lnTo>
                  <a:cubicBezTo>
                    <a:pt x="3406" y="333"/>
                    <a:pt x="3454" y="286"/>
                    <a:pt x="3478" y="191"/>
                  </a:cubicBezTo>
                  <a:cubicBezTo>
                    <a:pt x="3502" y="95"/>
                    <a:pt x="3454" y="0"/>
                    <a:pt x="3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95"/>
            <p:cNvSpPr/>
            <p:nvPr/>
          </p:nvSpPr>
          <p:spPr>
            <a:xfrm>
              <a:off x="4975997" y="2059683"/>
              <a:ext cx="123036" cy="34256"/>
            </a:xfrm>
            <a:custGeom>
              <a:rect b="b" l="l" r="r" t="t"/>
              <a:pathLst>
                <a:path extrusionOk="0" h="1048" w="3764">
                  <a:moveTo>
                    <a:pt x="3215" y="310"/>
                  </a:moveTo>
                  <a:cubicBezTo>
                    <a:pt x="3287" y="310"/>
                    <a:pt x="3382" y="357"/>
                    <a:pt x="3382" y="453"/>
                  </a:cubicBezTo>
                  <a:cubicBezTo>
                    <a:pt x="3406" y="596"/>
                    <a:pt x="3335" y="691"/>
                    <a:pt x="3215" y="691"/>
                  </a:cubicBezTo>
                  <a:lnTo>
                    <a:pt x="524" y="691"/>
                  </a:lnTo>
                  <a:cubicBezTo>
                    <a:pt x="429" y="691"/>
                    <a:pt x="358" y="643"/>
                    <a:pt x="358" y="548"/>
                  </a:cubicBezTo>
                  <a:cubicBezTo>
                    <a:pt x="310" y="429"/>
                    <a:pt x="405" y="310"/>
                    <a:pt x="524" y="310"/>
                  </a:cubicBezTo>
                  <a:close/>
                  <a:moveTo>
                    <a:pt x="548" y="0"/>
                  </a:moveTo>
                  <a:cubicBezTo>
                    <a:pt x="310" y="0"/>
                    <a:pt x="48" y="214"/>
                    <a:pt x="24" y="453"/>
                  </a:cubicBezTo>
                  <a:cubicBezTo>
                    <a:pt x="1" y="786"/>
                    <a:pt x="239" y="1048"/>
                    <a:pt x="524" y="1048"/>
                  </a:cubicBezTo>
                  <a:lnTo>
                    <a:pt x="3168" y="1048"/>
                  </a:lnTo>
                  <a:cubicBezTo>
                    <a:pt x="3406" y="1048"/>
                    <a:pt x="3692" y="834"/>
                    <a:pt x="3716" y="596"/>
                  </a:cubicBezTo>
                  <a:cubicBezTo>
                    <a:pt x="3763" y="286"/>
                    <a:pt x="3501" y="0"/>
                    <a:pt x="3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95"/>
            <p:cNvSpPr/>
            <p:nvPr/>
          </p:nvSpPr>
          <p:spPr>
            <a:xfrm>
              <a:off x="4975997" y="2190433"/>
              <a:ext cx="123036" cy="34289"/>
            </a:xfrm>
            <a:custGeom>
              <a:rect b="b" l="l" r="r" t="t"/>
              <a:pathLst>
                <a:path extrusionOk="0" h="1049" w="3764">
                  <a:moveTo>
                    <a:pt x="3215" y="334"/>
                  </a:moveTo>
                  <a:cubicBezTo>
                    <a:pt x="3287" y="334"/>
                    <a:pt x="3382" y="382"/>
                    <a:pt x="3382" y="477"/>
                  </a:cubicBezTo>
                  <a:cubicBezTo>
                    <a:pt x="3406" y="596"/>
                    <a:pt x="3335" y="715"/>
                    <a:pt x="3215" y="715"/>
                  </a:cubicBezTo>
                  <a:lnTo>
                    <a:pt x="524" y="715"/>
                  </a:lnTo>
                  <a:cubicBezTo>
                    <a:pt x="429" y="715"/>
                    <a:pt x="358" y="644"/>
                    <a:pt x="358" y="573"/>
                  </a:cubicBezTo>
                  <a:cubicBezTo>
                    <a:pt x="310" y="453"/>
                    <a:pt x="405" y="334"/>
                    <a:pt x="524" y="334"/>
                  </a:cubicBezTo>
                  <a:close/>
                  <a:moveTo>
                    <a:pt x="548" y="1"/>
                  </a:moveTo>
                  <a:cubicBezTo>
                    <a:pt x="310" y="1"/>
                    <a:pt x="48" y="191"/>
                    <a:pt x="24" y="453"/>
                  </a:cubicBezTo>
                  <a:cubicBezTo>
                    <a:pt x="1" y="763"/>
                    <a:pt x="239" y="1049"/>
                    <a:pt x="524" y="1049"/>
                  </a:cubicBezTo>
                  <a:lnTo>
                    <a:pt x="3168" y="1049"/>
                  </a:lnTo>
                  <a:cubicBezTo>
                    <a:pt x="3406" y="1049"/>
                    <a:pt x="3692" y="834"/>
                    <a:pt x="3716" y="596"/>
                  </a:cubicBezTo>
                  <a:cubicBezTo>
                    <a:pt x="3763" y="263"/>
                    <a:pt x="3501" y="1"/>
                    <a:pt x="3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95"/>
            <p:cNvSpPr/>
            <p:nvPr/>
          </p:nvSpPr>
          <p:spPr>
            <a:xfrm>
              <a:off x="4798504" y="2190433"/>
              <a:ext cx="123820" cy="34289"/>
            </a:xfrm>
            <a:custGeom>
              <a:rect b="b" l="l" r="r" t="t"/>
              <a:pathLst>
                <a:path extrusionOk="0" h="1049" w="3788">
                  <a:moveTo>
                    <a:pt x="3240" y="334"/>
                  </a:moveTo>
                  <a:cubicBezTo>
                    <a:pt x="3335" y="334"/>
                    <a:pt x="3430" y="382"/>
                    <a:pt x="3430" y="477"/>
                  </a:cubicBezTo>
                  <a:cubicBezTo>
                    <a:pt x="3454" y="596"/>
                    <a:pt x="3359" y="715"/>
                    <a:pt x="3240" y="715"/>
                  </a:cubicBezTo>
                  <a:lnTo>
                    <a:pt x="572" y="715"/>
                  </a:lnTo>
                  <a:cubicBezTo>
                    <a:pt x="477" y="715"/>
                    <a:pt x="382" y="644"/>
                    <a:pt x="382" y="573"/>
                  </a:cubicBezTo>
                  <a:cubicBezTo>
                    <a:pt x="358" y="453"/>
                    <a:pt x="453" y="334"/>
                    <a:pt x="572" y="334"/>
                  </a:cubicBezTo>
                  <a:close/>
                  <a:moveTo>
                    <a:pt x="596" y="1"/>
                  </a:moveTo>
                  <a:cubicBezTo>
                    <a:pt x="358" y="1"/>
                    <a:pt x="96" y="191"/>
                    <a:pt x="48" y="453"/>
                  </a:cubicBezTo>
                  <a:cubicBezTo>
                    <a:pt x="1" y="763"/>
                    <a:pt x="239" y="1049"/>
                    <a:pt x="572" y="1049"/>
                  </a:cubicBezTo>
                  <a:lnTo>
                    <a:pt x="3216" y="1049"/>
                  </a:lnTo>
                  <a:cubicBezTo>
                    <a:pt x="3454" y="1049"/>
                    <a:pt x="3716" y="834"/>
                    <a:pt x="3740" y="596"/>
                  </a:cubicBezTo>
                  <a:cubicBezTo>
                    <a:pt x="3787" y="263"/>
                    <a:pt x="3549" y="1"/>
                    <a:pt x="3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95"/>
            <p:cNvSpPr/>
            <p:nvPr/>
          </p:nvSpPr>
          <p:spPr>
            <a:xfrm>
              <a:off x="4981456" y="2109498"/>
              <a:ext cx="113687" cy="10918"/>
            </a:xfrm>
            <a:custGeom>
              <a:rect b="b" l="l" r="r" t="t"/>
              <a:pathLst>
                <a:path extrusionOk="0" h="334" w="3478">
                  <a:moveTo>
                    <a:pt x="191" y="0"/>
                  </a:moveTo>
                  <a:cubicBezTo>
                    <a:pt x="95" y="0"/>
                    <a:pt x="24" y="72"/>
                    <a:pt x="0" y="143"/>
                  </a:cubicBezTo>
                  <a:cubicBezTo>
                    <a:pt x="0" y="238"/>
                    <a:pt x="72" y="334"/>
                    <a:pt x="143" y="334"/>
                  </a:cubicBezTo>
                  <a:lnTo>
                    <a:pt x="3310" y="334"/>
                  </a:lnTo>
                  <a:cubicBezTo>
                    <a:pt x="3382" y="334"/>
                    <a:pt x="3453" y="262"/>
                    <a:pt x="3477" y="191"/>
                  </a:cubicBezTo>
                  <a:cubicBezTo>
                    <a:pt x="3477" y="96"/>
                    <a:pt x="3430" y="0"/>
                    <a:pt x="3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95"/>
            <p:cNvSpPr/>
            <p:nvPr/>
          </p:nvSpPr>
          <p:spPr>
            <a:xfrm>
              <a:off x="4981456" y="2135191"/>
              <a:ext cx="113687" cy="10133"/>
            </a:xfrm>
            <a:custGeom>
              <a:rect b="b" l="l" r="r" t="t"/>
              <a:pathLst>
                <a:path extrusionOk="0" h="310" w="3478">
                  <a:moveTo>
                    <a:pt x="191" y="0"/>
                  </a:moveTo>
                  <a:cubicBezTo>
                    <a:pt x="95" y="0"/>
                    <a:pt x="24" y="48"/>
                    <a:pt x="0" y="143"/>
                  </a:cubicBezTo>
                  <a:cubicBezTo>
                    <a:pt x="0" y="238"/>
                    <a:pt x="72" y="310"/>
                    <a:pt x="143" y="310"/>
                  </a:cubicBezTo>
                  <a:lnTo>
                    <a:pt x="3310" y="310"/>
                  </a:lnTo>
                  <a:cubicBezTo>
                    <a:pt x="3382" y="310"/>
                    <a:pt x="3453" y="262"/>
                    <a:pt x="3477" y="167"/>
                  </a:cubicBezTo>
                  <a:cubicBezTo>
                    <a:pt x="3477" y="72"/>
                    <a:pt x="3430" y="0"/>
                    <a:pt x="3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95"/>
            <p:cNvSpPr/>
            <p:nvPr/>
          </p:nvSpPr>
          <p:spPr>
            <a:xfrm>
              <a:off x="4981456" y="2162420"/>
              <a:ext cx="113687" cy="10166"/>
            </a:xfrm>
            <a:custGeom>
              <a:rect b="b" l="l" r="r" t="t"/>
              <a:pathLst>
                <a:path extrusionOk="0" h="311" w="3478">
                  <a:moveTo>
                    <a:pt x="191" y="1"/>
                  </a:moveTo>
                  <a:cubicBezTo>
                    <a:pt x="95" y="1"/>
                    <a:pt x="24" y="48"/>
                    <a:pt x="0" y="144"/>
                  </a:cubicBezTo>
                  <a:cubicBezTo>
                    <a:pt x="0" y="239"/>
                    <a:pt x="72" y="310"/>
                    <a:pt x="143" y="310"/>
                  </a:cubicBezTo>
                  <a:lnTo>
                    <a:pt x="3310" y="310"/>
                  </a:lnTo>
                  <a:cubicBezTo>
                    <a:pt x="3382" y="310"/>
                    <a:pt x="3453" y="263"/>
                    <a:pt x="3477" y="167"/>
                  </a:cubicBezTo>
                  <a:cubicBezTo>
                    <a:pt x="3477" y="72"/>
                    <a:pt x="3430" y="1"/>
                    <a:pt x="3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0" name="Google Shape;19690;p95"/>
          <p:cNvGrpSpPr/>
          <p:nvPr/>
        </p:nvGrpSpPr>
        <p:grpSpPr>
          <a:xfrm>
            <a:off x="5530975" y="1811247"/>
            <a:ext cx="367473" cy="282093"/>
            <a:chOff x="5527892" y="1963647"/>
            <a:chExt cx="367473" cy="282093"/>
          </a:xfrm>
        </p:grpSpPr>
        <p:sp>
          <p:nvSpPr>
            <p:cNvPr id="19691" name="Google Shape;19691;p95"/>
            <p:cNvSpPr/>
            <p:nvPr/>
          </p:nvSpPr>
          <p:spPr>
            <a:xfrm>
              <a:off x="5532567" y="1971623"/>
              <a:ext cx="182985" cy="105973"/>
            </a:xfrm>
            <a:custGeom>
              <a:rect b="b" l="l" r="r" t="t"/>
              <a:pathLst>
                <a:path extrusionOk="0" h="3242" w="5598">
                  <a:moveTo>
                    <a:pt x="2136" y="1"/>
                  </a:moveTo>
                  <a:cubicBezTo>
                    <a:pt x="1408" y="1"/>
                    <a:pt x="787" y="624"/>
                    <a:pt x="787" y="1337"/>
                  </a:cubicBezTo>
                  <a:cubicBezTo>
                    <a:pt x="787" y="1432"/>
                    <a:pt x="787" y="1503"/>
                    <a:pt x="834" y="1599"/>
                  </a:cubicBezTo>
                  <a:cubicBezTo>
                    <a:pt x="358" y="1623"/>
                    <a:pt x="1" y="2027"/>
                    <a:pt x="1" y="2504"/>
                  </a:cubicBezTo>
                  <a:lnTo>
                    <a:pt x="1" y="2527"/>
                  </a:lnTo>
                  <a:cubicBezTo>
                    <a:pt x="1" y="2908"/>
                    <a:pt x="358" y="3242"/>
                    <a:pt x="763" y="3242"/>
                  </a:cubicBezTo>
                  <a:lnTo>
                    <a:pt x="4811" y="3242"/>
                  </a:lnTo>
                  <a:cubicBezTo>
                    <a:pt x="5240" y="3242"/>
                    <a:pt x="5597" y="2908"/>
                    <a:pt x="5597" y="2504"/>
                  </a:cubicBezTo>
                  <a:lnTo>
                    <a:pt x="5597" y="2456"/>
                  </a:lnTo>
                  <a:cubicBezTo>
                    <a:pt x="5597" y="1956"/>
                    <a:pt x="5192" y="1575"/>
                    <a:pt x="4692" y="1575"/>
                  </a:cubicBezTo>
                  <a:lnTo>
                    <a:pt x="4692" y="1551"/>
                  </a:lnTo>
                  <a:cubicBezTo>
                    <a:pt x="4692" y="1027"/>
                    <a:pt x="4311" y="646"/>
                    <a:pt x="3811" y="646"/>
                  </a:cubicBezTo>
                  <a:cubicBezTo>
                    <a:pt x="3645" y="646"/>
                    <a:pt x="3502" y="670"/>
                    <a:pt x="3383" y="765"/>
                  </a:cubicBezTo>
                  <a:cubicBezTo>
                    <a:pt x="3168" y="313"/>
                    <a:pt x="2740" y="3"/>
                    <a:pt x="2216" y="3"/>
                  </a:cubicBezTo>
                  <a:cubicBezTo>
                    <a:pt x="2189" y="1"/>
                    <a:pt x="2162" y="1"/>
                    <a:pt x="213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95"/>
            <p:cNvSpPr/>
            <p:nvPr/>
          </p:nvSpPr>
          <p:spPr>
            <a:xfrm>
              <a:off x="5568392" y="1970086"/>
              <a:ext cx="148695" cy="106757"/>
            </a:xfrm>
            <a:custGeom>
              <a:rect b="b" l="l" r="r" t="t"/>
              <a:pathLst>
                <a:path extrusionOk="0" h="3266" w="4549">
                  <a:moveTo>
                    <a:pt x="1102" y="1"/>
                  </a:moveTo>
                  <a:cubicBezTo>
                    <a:pt x="650" y="1"/>
                    <a:pt x="228" y="233"/>
                    <a:pt x="0" y="574"/>
                  </a:cubicBezTo>
                  <a:cubicBezTo>
                    <a:pt x="178" y="495"/>
                    <a:pt x="339" y="449"/>
                    <a:pt x="525" y="449"/>
                  </a:cubicBezTo>
                  <a:cubicBezTo>
                    <a:pt x="563" y="449"/>
                    <a:pt x="602" y="451"/>
                    <a:pt x="643" y="455"/>
                  </a:cubicBezTo>
                  <a:cubicBezTo>
                    <a:pt x="1167" y="479"/>
                    <a:pt x="1596" y="788"/>
                    <a:pt x="1810" y="1241"/>
                  </a:cubicBezTo>
                  <a:cubicBezTo>
                    <a:pt x="1929" y="1169"/>
                    <a:pt x="2072" y="1122"/>
                    <a:pt x="2239" y="1122"/>
                  </a:cubicBezTo>
                  <a:cubicBezTo>
                    <a:pt x="2739" y="1122"/>
                    <a:pt x="3120" y="1503"/>
                    <a:pt x="3120" y="2003"/>
                  </a:cubicBezTo>
                  <a:lnTo>
                    <a:pt x="3120" y="2027"/>
                  </a:lnTo>
                  <a:cubicBezTo>
                    <a:pt x="3620" y="2027"/>
                    <a:pt x="4025" y="2432"/>
                    <a:pt x="4025" y="2932"/>
                  </a:cubicBezTo>
                  <a:lnTo>
                    <a:pt x="4025" y="2955"/>
                  </a:lnTo>
                  <a:cubicBezTo>
                    <a:pt x="4025" y="3051"/>
                    <a:pt x="3977" y="3170"/>
                    <a:pt x="3954" y="3265"/>
                  </a:cubicBezTo>
                  <a:cubicBezTo>
                    <a:pt x="4287" y="3170"/>
                    <a:pt x="4549" y="2908"/>
                    <a:pt x="4549" y="2551"/>
                  </a:cubicBezTo>
                  <a:lnTo>
                    <a:pt x="4549" y="2503"/>
                  </a:lnTo>
                  <a:cubicBezTo>
                    <a:pt x="4525" y="2003"/>
                    <a:pt x="4144" y="1598"/>
                    <a:pt x="3620" y="1598"/>
                  </a:cubicBezTo>
                  <a:lnTo>
                    <a:pt x="3620" y="1550"/>
                  </a:lnTo>
                  <a:cubicBezTo>
                    <a:pt x="3620" y="1050"/>
                    <a:pt x="3239" y="669"/>
                    <a:pt x="2739" y="669"/>
                  </a:cubicBezTo>
                  <a:cubicBezTo>
                    <a:pt x="2596" y="669"/>
                    <a:pt x="2429" y="693"/>
                    <a:pt x="2310" y="788"/>
                  </a:cubicBezTo>
                  <a:cubicBezTo>
                    <a:pt x="2096" y="336"/>
                    <a:pt x="1667" y="3"/>
                    <a:pt x="1167" y="3"/>
                  </a:cubicBezTo>
                  <a:cubicBezTo>
                    <a:pt x="1145" y="1"/>
                    <a:pt x="1123" y="1"/>
                    <a:pt x="110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95"/>
            <p:cNvSpPr/>
            <p:nvPr/>
          </p:nvSpPr>
          <p:spPr>
            <a:xfrm>
              <a:off x="5775468" y="2181901"/>
              <a:ext cx="86426" cy="57824"/>
            </a:xfrm>
            <a:custGeom>
              <a:rect b="b" l="l" r="r" t="t"/>
              <a:pathLst>
                <a:path extrusionOk="0" h="1769" w="2644">
                  <a:moveTo>
                    <a:pt x="0" y="0"/>
                  </a:moveTo>
                  <a:lnTo>
                    <a:pt x="0" y="1429"/>
                  </a:lnTo>
                  <a:cubicBezTo>
                    <a:pt x="0" y="1453"/>
                    <a:pt x="0" y="1477"/>
                    <a:pt x="24" y="1477"/>
                  </a:cubicBezTo>
                  <a:lnTo>
                    <a:pt x="262" y="1572"/>
                  </a:lnTo>
                  <a:cubicBezTo>
                    <a:pt x="607" y="1703"/>
                    <a:pt x="964" y="1768"/>
                    <a:pt x="1319" y="1768"/>
                  </a:cubicBezTo>
                  <a:cubicBezTo>
                    <a:pt x="1673" y="1768"/>
                    <a:pt x="2024" y="1703"/>
                    <a:pt x="2358" y="1572"/>
                  </a:cubicBezTo>
                  <a:lnTo>
                    <a:pt x="2596" y="1477"/>
                  </a:lnTo>
                  <a:cubicBezTo>
                    <a:pt x="2620" y="1477"/>
                    <a:pt x="2643" y="1453"/>
                    <a:pt x="2620" y="1453"/>
                  </a:cubicBezTo>
                  <a:lnTo>
                    <a:pt x="2620"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95"/>
            <p:cNvSpPr/>
            <p:nvPr/>
          </p:nvSpPr>
          <p:spPr>
            <a:xfrm>
              <a:off x="5808940" y="2181901"/>
              <a:ext cx="52954" cy="57759"/>
            </a:xfrm>
            <a:custGeom>
              <a:rect b="b" l="l" r="r" t="t"/>
              <a:pathLst>
                <a:path extrusionOk="0" h="1767" w="1620">
                  <a:moveTo>
                    <a:pt x="976" y="0"/>
                  </a:moveTo>
                  <a:lnTo>
                    <a:pt x="976" y="1191"/>
                  </a:lnTo>
                  <a:cubicBezTo>
                    <a:pt x="976" y="1357"/>
                    <a:pt x="857" y="1500"/>
                    <a:pt x="714" y="1572"/>
                  </a:cubicBezTo>
                  <a:cubicBezTo>
                    <a:pt x="476" y="1667"/>
                    <a:pt x="238" y="1715"/>
                    <a:pt x="0" y="1738"/>
                  </a:cubicBezTo>
                  <a:cubicBezTo>
                    <a:pt x="112" y="1757"/>
                    <a:pt x="227" y="1766"/>
                    <a:pt x="345" y="1766"/>
                  </a:cubicBezTo>
                  <a:cubicBezTo>
                    <a:pt x="676" y="1766"/>
                    <a:pt x="1023" y="1695"/>
                    <a:pt x="1357" y="1572"/>
                  </a:cubicBezTo>
                  <a:lnTo>
                    <a:pt x="1596" y="1477"/>
                  </a:lnTo>
                  <a:cubicBezTo>
                    <a:pt x="1619" y="1477"/>
                    <a:pt x="1619" y="1453"/>
                    <a:pt x="1619" y="1429"/>
                  </a:cubicBezTo>
                  <a:lnTo>
                    <a:pt x="1619"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95"/>
            <p:cNvSpPr/>
            <p:nvPr/>
          </p:nvSpPr>
          <p:spPr>
            <a:xfrm>
              <a:off x="5747422" y="2144147"/>
              <a:ext cx="142485" cy="66977"/>
            </a:xfrm>
            <a:custGeom>
              <a:rect b="b" l="l" r="r" t="t"/>
              <a:pathLst>
                <a:path extrusionOk="0" h="2049" w="4359">
                  <a:moveTo>
                    <a:pt x="2198" y="0"/>
                  </a:moveTo>
                  <a:cubicBezTo>
                    <a:pt x="2132" y="0"/>
                    <a:pt x="2061" y="12"/>
                    <a:pt x="1977" y="36"/>
                  </a:cubicBezTo>
                  <a:lnTo>
                    <a:pt x="96" y="917"/>
                  </a:lnTo>
                  <a:cubicBezTo>
                    <a:pt x="1" y="965"/>
                    <a:pt x="1" y="1084"/>
                    <a:pt x="96" y="1107"/>
                  </a:cubicBezTo>
                  <a:lnTo>
                    <a:pt x="2025" y="2012"/>
                  </a:lnTo>
                  <a:cubicBezTo>
                    <a:pt x="2084" y="2036"/>
                    <a:pt x="2144" y="2048"/>
                    <a:pt x="2201" y="2048"/>
                  </a:cubicBezTo>
                  <a:cubicBezTo>
                    <a:pt x="2257" y="2048"/>
                    <a:pt x="2311" y="2036"/>
                    <a:pt x="2358" y="2012"/>
                  </a:cubicBezTo>
                  <a:lnTo>
                    <a:pt x="4287" y="1107"/>
                  </a:lnTo>
                  <a:cubicBezTo>
                    <a:pt x="4359" y="1060"/>
                    <a:pt x="4359" y="941"/>
                    <a:pt x="4287" y="917"/>
                  </a:cubicBezTo>
                  <a:lnTo>
                    <a:pt x="2382" y="36"/>
                  </a:lnTo>
                  <a:cubicBezTo>
                    <a:pt x="2323" y="12"/>
                    <a:pt x="2263" y="0"/>
                    <a:pt x="219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95"/>
            <p:cNvSpPr/>
            <p:nvPr/>
          </p:nvSpPr>
          <p:spPr>
            <a:xfrm>
              <a:off x="5794917" y="2166309"/>
              <a:ext cx="94990" cy="44030"/>
            </a:xfrm>
            <a:custGeom>
              <a:rect b="b" l="l" r="r" t="t"/>
              <a:pathLst>
                <a:path extrusionOk="0" h="1347" w="2906">
                  <a:moveTo>
                    <a:pt x="0" y="1025"/>
                  </a:moveTo>
                  <a:cubicBezTo>
                    <a:pt x="20" y="1037"/>
                    <a:pt x="40" y="1047"/>
                    <a:pt x="60" y="1055"/>
                  </a:cubicBezTo>
                  <a:lnTo>
                    <a:pt x="60" y="1055"/>
                  </a:lnTo>
                  <a:lnTo>
                    <a:pt x="0" y="1025"/>
                  </a:lnTo>
                  <a:close/>
                  <a:moveTo>
                    <a:pt x="2310" y="1"/>
                  </a:moveTo>
                  <a:lnTo>
                    <a:pt x="2310" y="1"/>
                  </a:lnTo>
                  <a:cubicBezTo>
                    <a:pt x="2358" y="48"/>
                    <a:pt x="2310" y="120"/>
                    <a:pt x="2263" y="144"/>
                  </a:cubicBezTo>
                  <a:lnTo>
                    <a:pt x="334" y="1025"/>
                  </a:lnTo>
                  <a:cubicBezTo>
                    <a:pt x="286" y="1060"/>
                    <a:pt x="233" y="1078"/>
                    <a:pt x="176" y="1078"/>
                  </a:cubicBezTo>
                  <a:cubicBezTo>
                    <a:pt x="138" y="1078"/>
                    <a:pt x="100" y="1070"/>
                    <a:pt x="60" y="1055"/>
                  </a:cubicBezTo>
                  <a:lnTo>
                    <a:pt x="60" y="1055"/>
                  </a:lnTo>
                  <a:lnTo>
                    <a:pt x="572" y="1311"/>
                  </a:lnTo>
                  <a:cubicBezTo>
                    <a:pt x="608" y="1334"/>
                    <a:pt x="655" y="1346"/>
                    <a:pt x="709" y="1346"/>
                  </a:cubicBezTo>
                  <a:cubicBezTo>
                    <a:pt x="762" y="1346"/>
                    <a:pt x="822" y="1334"/>
                    <a:pt x="882" y="1311"/>
                  </a:cubicBezTo>
                  <a:lnTo>
                    <a:pt x="2834" y="406"/>
                  </a:lnTo>
                  <a:cubicBezTo>
                    <a:pt x="2906" y="382"/>
                    <a:pt x="2906" y="263"/>
                    <a:pt x="2834" y="239"/>
                  </a:cubicBezTo>
                  <a:lnTo>
                    <a:pt x="2310"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95"/>
            <p:cNvSpPr/>
            <p:nvPr/>
          </p:nvSpPr>
          <p:spPr>
            <a:xfrm>
              <a:off x="5742747" y="2138296"/>
              <a:ext cx="152618" cy="107444"/>
            </a:xfrm>
            <a:custGeom>
              <a:rect b="b" l="l" r="r" t="t"/>
              <a:pathLst>
                <a:path extrusionOk="0" h="3287" w="4669">
                  <a:moveTo>
                    <a:pt x="1168" y="1882"/>
                  </a:moveTo>
                  <a:lnTo>
                    <a:pt x="2096" y="2310"/>
                  </a:lnTo>
                  <a:cubicBezTo>
                    <a:pt x="2168" y="2334"/>
                    <a:pt x="2239" y="2358"/>
                    <a:pt x="2335" y="2358"/>
                  </a:cubicBezTo>
                  <a:cubicBezTo>
                    <a:pt x="2430" y="2358"/>
                    <a:pt x="2478" y="2334"/>
                    <a:pt x="2573" y="2310"/>
                  </a:cubicBezTo>
                  <a:lnTo>
                    <a:pt x="3502" y="1882"/>
                  </a:lnTo>
                  <a:lnTo>
                    <a:pt x="3502" y="1882"/>
                  </a:lnTo>
                  <a:lnTo>
                    <a:pt x="3478" y="2691"/>
                  </a:lnTo>
                  <a:lnTo>
                    <a:pt x="3311" y="2763"/>
                  </a:lnTo>
                  <a:cubicBezTo>
                    <a:pt x="3001" y="2894"/>
                    <a:pt x="2668" y="2959"/>
                    <a:pt x="2335" y="2959"/>
                  </a:cubicBezTo>
                  <a:cubicBezTo>
                    <a:pt x="2001" y="2959"/>
                    <a:pt x="1668" y="2894"/>
                    <a:pt x="1358" y="2763"/>
                  </a:cubicBezTo>
                  <a:lnTo>
                    <a:pt x="1168" y="2691"/>
                  </a:lnTo>
                  <a:lnTo>
                    <a:pt x="1168" y="1882"/>
                  </a:lnTo>
                  <a:close/>
                  <a:moveTo>
                    <a:pt x="2299" y="0"/>
                  </a:moveTo>
                  <a:cubicBezTo>
                    <a:pt x="2210" y="0"/>
                    <a:pt x="2120" y="24"/>
                    <a:pt x="2049" y="72"/>
                  </a:cubicBezTo>
                  <a:lnTo>
                    <a:pt x="144" y="929"/>
                  </a:lnTo>
                  <a:cubicBezTo>
                    <a:pt x="48" y="977"/>
                    <a:pt x="1" y="1048"/>
                    <a:pt x="1" y="1144"/>
                  </a:cubicBezTo>
                  <a:cubicBezTo>
                    <a:pt x="1" y="1263"/>
                    <a:pt x="48" y="1382"/>
                    <a:pt x="144" y="1453"/>
                  </a:cubicBezTo>
                  <a:lnTo>
                    <a:pt x="834" y="1763"/>
                  </a:lnTo>
                  <a:lnTo>
                    <a:pt x="834" y="2787"/>
                  </a:lnTo>
                  <a:cubicBezTo>
                    <a:pt x="834" y="2882"/>
                    <a:pt x="882" y="2953"/>
                    <a:pt x="977" y="3001"/>
                  </a:cubicBezTo>
                  <a:lnTo>
                    <a:pt x="1215" y="3072"/>
                  </a:lnTo>
                  <a:cubicBezTo>
                    <a:pt x="1573" y="3239"/>
                    <a:pt x="1930" y="3287"/>
                    <a:pt x="2311" y="3287"/>
                  </a:cubicBezTo>
                  <a:cubicBezTo>
                    <a:pt x="2692" y="3287"/>
                    <a:pt x="3049" y="3239"/>
                    <a:pt x="3406" y="3072"/>
                  </a:cubicBezTo>
                  <a:lnTo>
                    <a:pt x="3644" y="3001"/>
                  </a:lnTo>
                  <a:cubicBezTo>
                    <a:pt x="3740" y="2953"/>
                    <a:pt x="3811" y="2882"/>
                    <a:pt x="3811" y="2787"/>
                  </a:cubicBezTo>
                  <a:lnTo>
                    <a:pt x="3811" y="1763"/>
                  </a:lnTo>
                  <a:lnTo>
                    <a:pt x="4478" y="1453"/>
                  </a:lnTo>
                  <a:cubicBezTo>
                    <a:pt x="4573" y="1405"/>
                    <a:pt x="4621" y="1286"/>
                    <a:pt x="4621" y="1215"/>
                  </a:cubicBezTo>
                  <a:cubicBezTo>
                    <a:pt x="4668" y="1096"/>
                    <a:pt x="4597" y="1001"/>
                    <a:pt x="4478" y="929"/>
                  </a:cubicBezTo>
                  <a:lnTo>
                    <a:pt x="3716" y="572"/>
                  </a:lnTo>
                  <a:cubicBezTo>
                    <a:pt x="3694" y="567"/>
                    <a:pt x="3672" y="564"/>
                    <a:pt x="3649" y="564"/>
                  </a:cubicBezTo>
                  <a:cubicBezTo>
                    <a:pt x="3572" y="564"/>
                    <a:pt x="3496" y="599"/>
                    <a:pt x="3478" y="691"/>
                  </a:cubicBezTo>
                  <a:cubicBezTo>
                    <a:pt x="3454" y="786"/>
                    <a:pt x="3502" y="858"/>
                    <a:pt x="3573" y="882"/>
                  </a:cubicBezTo>
                  <a:lnTo>
                    <a:pt x="4216" y="1167"/>
                  </a:lnTo>
                  <a:lnTo>
                    <a:pt x="2406" y="2001"/>
                  </a:lnTo>
                  <a:cubicBezTo>
                    <a:pt x="2370" y="2025"/>
                    <a:pt x="2341" y="2037"/>
                    <a:pt x="2311" y="2037"/>
                  </a:cubicBezTo>
                  <a:cubicBezTo>
                    <a:pt x="2281" y="2037"/>
                    <a:pt x="2251" y="2025"/>
                    <a:pt x="2216" y="2001"/>
                  </a:cubicBezTo>
                  <a:lnTo>
                    <a:pt x="406" y="1167"/>
                  </a:lnTo>
                  <a:lnTo>
                    <a:pt x="2192" y="381"/>
                  </a:lnTo>
                  <a:cubicBezTo>
                    <a:pt x="2227" y="358"/>
                    <a:pt x="2263" y="346"/>
                    <a:pt x="2299" y="346"/>
                  </a:cubicBezTo>
                  <a:cubicBezTo>
                    <a:pt x="2335" y="346"/>
                    <a:pt x="2370" y="358"/>
                    <a:pt x="2406" y="381"/>
                  </a:cubicBezTo>
                  <a:lnTo>
                    <a:pt x="3001" y="643"/>
                  </a:lnTo>
                  <a:cubicBezTo>
                    <a:pt x="3013" y="649"/>
                    <a:pt x="3028" y="652"/>
                    <a:pt x="3045" y="652"/>
                  </a:cubicBezTo>
                  <a:cubicBezTo>
                    <a:pt x="3095" y="652"/>
                    <a:pt x="3162" y="626"/>
                    <a:pt x="3216" y="572"/>
                  </a:cubicBezTo>
                  <a:cubicBezTo>
                    <a:pt x="3263" y="501"/>
                    <a:pt x="3240" y="381"/>
                    <a:pt x="3144" y="334"/>
                  </a:cubicBezTo>
                  <a:lnTo>
                    <a:pt x="2549" y="72"/>
                  </a:lnTo>
                  <a:cubicBezTo>
                    <a:pt x="2478" y="24"/>
                    <a:pt x="2388" y="0"/>
                    <a:pt x="22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95"/>
            <p:cNvSpPr/>
            <p:nvPr/>
          </p:nvSpPr>
          <p:spPr>
            <a:xfrm>
              <a:off x="5527892" y="1963647"/>
              <a:ext cx="193870" cy="118623"/>
            </a:xfrm>
            <a:custGeom>
              <a:rect b="b" l="l" r="r" t="t"/>
              <a:pathLst>
                <a:path extrusionOk="0" h="3629" w="5931">
                  <a:moveTo>
                    <a:pt x="2285" y="1"/>
                  </a:moveTo>
                  <a:cubicBezTo>
                    <a:pt x="1910" y="1"/>
                    <a:pt x="1561" y="161"/>
                    <a:pt x="1287" y="414"/>
                  </a:cubicBezTo>
                  <a:cubicBezTo>
                    <a:pt x="1001" y="723"/>
                    <a:pt x="811" y="1104"/>
                    <a:pt x="811" y="1509"/>
                  </a:cubicBezTo>
                  <a:lnTo>
                    <a:pt x="811" y="1628"/>
                  </a:lnTo>
                  <a:cubicBezTo>
                    <a:pt x="334" y="1747"/>
                    <a:pt x="1" y="2176"/>
                    <a:pt x="1" y="2676"/>
                  </a:cubicBezTo>
                  <a:lnTo>
                    <a:pt x="1" y="2700"/>
                  </a:lnTo>
                  <a:cubicBezTo>
                    <a:pt x="49" y="3224"/>
                    <a:pt x="954" y="3629"/>
                    <a:pt x="954" y="3629"/>
                  </a:cubicBezTo>
                  <a:lnTo>
                    <a:pt x="2359" y="3629"/>
                  </a:lnTo>
                  <a:cubicBezTo>
                    <a:pt x="2430" y="3629"/>
                    <a:pt x="2478" y="3605"/>
                    <a:pt x="2525" y="3534"/>
                  </a:cubicBezTo>
                  <a:cubicBezTo>
                    <a:pt x="2573" y="3414"/>
                    <a:pt x="2478" y="3295"/>
                    <a:pt x="2359" y="3295"/>
                  </a:cubicBezTo>
                  <a:lnTo>
                    <a:pt x="954" y="3295"/>
                  </a:lnTo>
                  <a:cubicBezTo>
                    <a:pt x="644" y="3295"/>
                    <a:pt x="334" y="3033"/>
                    <a:pt x="334" y="2700"/>
                  </a:cubicBezTo>
                  <a:lnTo>
                    <a:pt x="334" y="2676"/>
                  </a:lnTo>
                  <a:cubicBezTo>
                    <a:pt x="334" y="2295"/>
                    <a:pt x="644" y="1962"/>
                    <a:pt x="1025" y="1962"/>
                  </a:cubicBezTo>
                  <a:lnTo>
                    <a:pt x="1073" y="1962"/>
                  </a:lnTo>
                  <a:cubicBezTo>
                    <a:pt x="1168" y="1938"/>
                    <a:pt x="1192" y="1843"/>
                    <a:pt x="1168" y="1771"/>
                  </a:cubicBezTo>
                  <a:cubicBezTo>
                    <a:pt x="1168" y="1700"/>
                    <a:pt x="1144" y="1628"/>
                    <a:pt x="1144" y="1533"/>
                  </a:cubicBezTo>
                  <a:cubicBezTo>
                    <a:pt x="1144" y="1224"/>
                    <a:pt x="1287" y="914"/>
                    <a:pt x="1525" y="676"/>
                  </a:cubicBezTo>
                  <a:cubicBezTo>
                    <a:pt x="1743" y="458"/>
                    <a:pt x="2041" y="339"/>
                    <a:pt x="2346" y="339"/>
                  </a:cubicBezTo>
                  <a:cubicBezTo>
                    <a:pt x="2374" y="339"/>
                    <a:pt x="2402" y="340"/>
                    <a:pt x="2430" y="342"/>
                  </a:cubicBezTo>
                  <a:cubicBezTo>
                    <a:pt x="2859" y="390"/>
                    <a:pt x="3264" y="652"/>
                    <a:pt x="3430" y="1033"/>
                  </a:cubicBezTo>
                  <a:cubicBezTo>
                    <a:pt x="3450" y="1092"/>
                    <a:pt x="3502" y="1134"/>
                    <a:pt x="3573" y="1134"/>
                  </a:cubicBezTo>
                  <a:cubicBezTo>
                    <a:pt x="3588" y="1134"/>
                    <a:pt x="3604" y="1132"/>
                    <a:pt x="3621" y="1128"/>
                  </a:cubicBezTo>
                  <a:cubicBezTo>
                    <a:pt x="3645" y="1128"/>
                    <a:pt x="3645" y="1128"/>
                    <a:pt x="3668" y="1104"/>
                  </a:cubicBezTo>
                  <a:cubicBezTo>
                    <a:pt x="3788" y="1033"/>
                    <a:pt x="3907" y="1009"/>
                    <a:pt x="4026" y="1009"/>
                  </a:cubicBezTo>
                  <a:cubicBezTo>
                    <a:pt x="4454" y="1009"/>
                    <a:pt x="4764" y="1343"/>
                    <a:pt x="4764" y="1724"/>
                  </a:cubicBezTo>
                  <a:lnTo>
                    <a:pt x="4764" y="1747"/>
                  </a:lnTo>
                  <a:lnTo>
                    <a:pt x="4764" y="1819"/>
                  </a:lnTo>
                  <a:cubicBezTo>
                    <a:pt x="4812" y="1914"/>
                    <a:pt x="4859" y="1938"/>
                    <a:pt x="4931" y="1938"/>
                  </a:cubicBezTo>
                  <a:cubicBezTo>
                    <a:pt x="5312" y="1938"/>
                    <a:pt x="5645" y="2248"/>
                    <a:pt x="5645" y="2652"/>
                  </a:cubicBezTo>
                  <a:lnTo>
                    <a:pt x="5645" y="2676"/>
                  </a:lnTo>
                  <a:cubicBezTo>
                    <a:pt x="5645" y="3010"/>
                    <a:pt x="5335" y="3272"/>
                    <a:pt x="5002" y="3272"/>
                  </a:cubicBezTo>
                  <a:lnTo>
                    <a:pt x="3025" y="3272"/>
                  </a:lnTo>
                  <a:cubicBezTo>
                    <a:pt x="2930" y="3272"/>
                    <a:pt x="2859" y="3319"/>
                    <a:pt x="2835" y="3414"/>
                  </a:cubicBezTo>
                  <a:cubicBezTo>
                    <a:pt x="2835" y="3510"/>
                    <a:pt x="2906" y="3605"/>
                    <a:pt x="2978" y="3605"/>
                  </a:cubicBezTo>
                  <a:lnTo>
                    <a:pt x="4978" y="3605"/>
                  </a:lnTo>
                  <a:cubicBezTo>
                    <a:pt x="4978" y="3605"/>
                    <a:pt x="5907" y="3224"/>
                    <a:pt x="5931" y="2676"/>
                  </a:cubicBezTo>
                  <a:cubicBezTo>
                    <a:pt x="5931" y="2152"/>
                    <a:pt x="5550" y="1700"/>
                    <a:pt x="5050" y="1628"/>
                  </a:cubicBezTo>
                  <a:cubicBezTo>
                    <a:pt x="4978" y="1104"/>
                    <a:pt x="4526" y="676"/>
                    <a:pt x="4002" y="676"/>
                  </a:cubicBezTo>
                  <a:cubicBezTo>
                    <a:pt x="3883" y="676"/>
                    <a:pt x="3764" y="723"/>
                    <a:pt x="3645" y="747"/>
                  </a:cubicBezTo>
                  <a:cubicBezTo>
                    <a:pt x="3383" y="295"/>
                    <a:pt x="2930" y="33"/>
                    <a:pt x="2430" y="9"/>
                  </a:cubicBezTo>
                  <a:cubicBezTo>
                    <a:pt x="2381" y="4"/>
                    <a:pt x="2333"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95"/>
            <p:cNvSpPr/>
            <p:nvPr/>
          </p:nvSpPr>
          <p:spPr>
            <a:xfrm>
              <a:off x="5608859" y="2214589"/>
              <a:ext cx="45174" cy="18697"/>
            </a:xfrm>
            <a:custGeom>
              <a:rect b="b" l="l" r="r" t="t"/>
              <a:pathLst>
                <a:path extrusionOk="0" h="572" w="1382">
                  <a:moveTo>
                    <a:pt x="691" y="0"/>
                  </a:moveTo>
                  <a:cubicBezTo>
                    <a:pt x="453" y="0"/>
                    <a:pt x="239" y="95"/>
                    <a:pt x="72" y="262"/>
                  </a:cubicBezTo>
                  <a:cubicBezTo>
                    <a:pt x="1" y="334"/>
                    <a:pt x="1" y="453"/>
                    <a:pt x="72" y="500"/>
                  </a:cubicBezTo>
                  <a:cubicBezTo>
                    <a:pt x="96" y="536"/>
                    <a:pt x="138" y="554"/>
                    <a:pt x="182" y="554"/>
                  </a:cubicBezTo>
                  <a:cubicBezTo>
                    <a:pt x="227" y="554"/>
                    <a:pt x="275" y="536"/>
                    <a:pt x="310" y="500"/>
                  </a:cubicBezTo>
                  <a:cubicBezTo>
                    <a:pt x="382" y="429"/>
                    <a:pt x="548" y="357"/>
                    <a:pt x="691" y="357"/>
                  </a:cubicBezTo>
                  <a:cubicBezTo>
                    <a:pt x="834" y="357"/>
                    <a:pt x="953" y="429"/>
                    <a:pt x="1072" y="500"/>
                  </a:cubicBezTo>
                  <a:cubicBezTo>
                    <a:pt x="1096" y="548"/>
                    <a:pt x="1144" y="572"/>
                    <a:pt x="1191" y="572"/>
                  </a:cubicBezTo>
                  <a:cubicBezTo>
                    <a:pt x="1215" y="572"/>
                    <a:pt x="1287" y="548"/>
                    <a:pt x="1311" y="500"/>
                  </a:cubicBezTo>
                  <a:cubicBezTo>
                    <a:pt x="1382" y="453"/>
                    <a:pt x="1382" y="334"/>
                    <a:pt x="1311" y="262"/>
                  </a:cubicBezTo>
                  <a:cubicBezTo>
                    <a:pt x="1144" y="95"/>
                    <a:pt x="929" y="0"/>
                    <a:pt x="69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95"/>
            <p:cNvSpPr/>
            <p:nvPr/>
          </p:nvSpPr>
          <p:spPr>
            <a:xfrm>
              <a:off x="5591731" y="2189681"/>
              <a:ext cx="79431" cy="24941"/>
            </a:xfrm>
            <a:custGeom>
              <a:rect b="b" l="l" r="r" t="t"/>
              <a:pathLst>
                <a:path extrusionOk="0" h="763" w="2430">
                  <a:moveTo>
                    <a:pt x="1215" y="0"/>
                  </a:moveTo>
                  <a:cubicBezTo>
                    <a:pt x="763" y="0"/>
                    <a:pt x="382" y="167"/>
                    <a:pt x="48" y="476"/>
                  </a:cubicBezTo>
                  <a:cubicBezTo>
                    <a:pt x="1" y="524"/>
                    <a:pt x="1" y="643"/>
                    <a:pt x="48" y="715"/>
                  </a:cubicBezTo>
                  <a:cubicBezTo>
                    <a:pt x="84" y="738"/>
                    <a:pt x="132" y="750"/>
                    <a:pt x="176" y="750"/>
                  </a:cubicBezTo>
                  <a:cubicBezTo>
                    <a:pt x="221" y="750"/>
                    <a:pt x="263" y="738"/>
                    <a:pt x="287" y="715"/>
                  </a:cubicBezTo>
                  <a:cubicBezTo>
                    <a:pt x="525" y="476"/>
                    <a:pt x="858" y="310"/>
                    <a:pt x="1215" y="310"/>
                  </a:cubicBezTo>
                  <a:cubicBezTo>
                    <a:pt x="1573" y="310"/>
                    <a:pt x="1906" y="476"/>
                    <a:pt x="2144" y="715"/>
                  </a:cubicBezTo>
                  <a:cubicBezTo>
                    <a:pt x="2168" y="738"/>
                    <a:pt x="2192" y="762"/>
                    <a:pt x="2263" y="762"/>
                  </a:cubicBezTo>
                  <a:cubicBezTo>
                    <a:pt x="2287" y="762"/>
                    <a:pt x="2358" y="738"/>
                    <a:pt x="2382" y="715"/>
                  </a:cubicBezTo>
                  <a:cubicBezTo>
                    <a:pt x="2430" y="643"/>
                    <a:pt x="2430" y="524"/>
                    <a:pt x="2382" y="476"/>
                  </a:cubicBezTo>
                  <a:cubicBezTo>
                    <a:pt x="2073" y="167"/>
                    <a:pt x="1668" y="0"/>
                    <a:pt x="121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95"/>
            <p:cNvSpPr/>
            <p:nvPr/>
          </p:nvSpPr>
          <p:spPr>
            <a:xfrm>
              <a:off x="5573851" y="2163989"/>
              <a:ext cx="115223" cy="33505"/>
            </a:xfrm>
            <a:custGeom>
              <a:rect b="b" l="l" r="r" t="t"/>
              <a:pathLst>
                <a:path extrusionOk="0" h="1025" w="3525">
                  <a:moveTo>
                    <a:pt x="1762" y="0"/>
                  </a:moveTo>
                  <a:cubicBezTo>
                    <a:pt x="1119" y="0"/>
                    <a:pt x="524" y="238"/>
                    <a:pt x="71" y="715"/>
                  </a:cubicBezTo>
                  <a:cubicBezTo>
                    <a:pt x="0" y="786"/>
                    <a:pt x="0" y="905"/>
                    <a:pt x="71" y="953"/>
                  </a:cubicBezTo>
                  <a:cubicBezTo>
                    <a:pt x="95" y="989"/>
                    <a:pt x="137" y="1006"/>
                    <a:pt x="182" y="1006"/>
                  </a:cubicBezTo>
                  <a:cubicBezTo>
                    <a:pt x="226" y="1006"/>
                    <a:pt x="274" y="989"/>
                    <a:pt x="310" y="953"/>
                  </a:cubicBezTo>
                  <a:cubicBezTo>
                    <a:pt x="691" y="572"/>
                    <a:pt x="1238" y="358"/>
                    <a:pt x="1762" y="358"/>
                  </a:cubicBezTo>
                  <a:cubicBezTo>
                    <a:pt x="2334" y="358"/>
                    <a:pt x="2834" y="572"/>
                    <a:pt x="3215" y="953"/>
                  </a:cubicBezTo>
                  <a:cubicBezTo>
                    <a:pt x="3239" y="977"/>
                    <a:pt x="3286" y="1024"/>
                    <a:pt x="3334" y="1024"/>
                  </a:cubicBezTo>
                  <a:cubicBezTo>
                    <a:pt x="3358" y="1024"/>
                    <a:pt x="3429" y="977"/>
                    <a:pt x="3453" y="953"/>
                  </a:cubicBezTo>
                  <a:cubicBezTo>
                    <a:pt x="3525" y="905"/>
                    <a:pt x="3525" y="786"/>
                    <a:pt x="3453" y="715"/>
                  </a:cubicBezTo>
                  <a:cubicBezTo>
                    <a:pt x="3024" y="238"/>
                    <a:pt x="2429" y="0"/>
                    <a:pt x="176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95"/>
            <p:cNvSpPr/>
            <p:nvPr/>
          </p:nvSpPr>
          <p:spPr>
            <a:xfrm>
              <a:off x="5626772" y="2118063"/>
              <a:ext cx="11702" cy="11702"/>
            </a:xfrm>
            <a:custGeom>
              <a:rect b="b" l="l" r="r" t="t"/>
              <a:pathLst>
                <a:path extrusionOk="0" h="358" w="358">
                  <a:moveTo>
                    <a:pt x="167" y="0"/>
                  </a:moveTo>
                  <a:cubicBezTo>
                    <a:pt x="48" y="0"/>
                    <a:pt x="0" y="95"/>
                    <a:pt x="0" y="191"/>
                  </a:cubicBezTo>
                  <a:cubicBezTo>
                    <a:pt x="0" y="286"/>
                    <a:pt x="48" y="357"/>
                    <a:pt x="167" y="357"/>
                  </a:cubicBezTo>
                  <a:cubicBezTo>
                    <a:pt x="286" y="357"/>
                    <a:pt x="358" y="286"/>
                    <a:pt x="358" y="191"/>
                  </a:cubicBezTo>
                  <a:cubicBezTo>
                    <a:pt x="358" y="72"/>
                    <a:pt x="286" y="0"/>
                    <a:pt x="16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95"/>
            <p:cNvSpPr/>
            <p:nvPr/>
          </p:nvSpPr>
          <p:spPr>
            <a:xfrm>
              <a:off x="5626772" y="2098581"/>
              <a:ext cx="11702" cy="11735"/>
            </a:xfrm>
            <a:custGeom>
              <a:rect b="b" l="l" r="r" t="t"/>
              <a:pathLst>
                <a:path extrusionOk="0" h="359" w="358">
                  <a:moveTo>
                    <a:pt x="167" y="1"/>
                  </a:moveTo>
                  <a:cubicBezTo>
                    <a:pt x="48" y="1"/>
                    <a:pt x="0" y="96"/>
                    <a:pt x="0" y="191"/>
                  </a:cubicBezTo>
                  <a:cubicBezTo>
                    <a:pt x="0" y="287"/>
                    <a:pt x="48" y="358"/>
                    <a:pt x="167" y="358"/>
                  </a:cubicBezTo>
                  <a:cubicBezTo>
                    <a:pt x="286" y="358"/>
                    <a:pt x="358" y="310"/>
                    <a:pt x="358" y="191"/>
                  </a:cubicBezTo>
                  <a:cubicBezTo>
                    <a:pt x="358" y="72"/>
                    <a:pt x="286" y="1"/>
                    <a:pt x="1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95"/>
            <p:cNvSpPr/>
            <p:nvPr/>
          </p:nvSpPr>
          <p:spPr>
            <a:xfrm>
              <a:off x="5626772" y="2137512"/>
              <a:ext cx="11702" cy="11702"/>
            </a:xfrm>
            <a:custGeom>
              <a:rect b="b" l="l" r="r" t="t"/>
              <a:pathLst>
                <a:path extrusionOk="0" h="358" w="358">
                  <a:moveTo>
                    <a:pt x="167" y="1"/>
                  </a:moveTo>
                  <a:cubicBezTo>
                    <a:pt x="48" y="1"/>
                    <a:pt x="0" y="96"/>
                    <a:pt x="0" y="191"/>
                  </a:cubicBezTo>
                  <a:cubicBezTo>
                    <a:pt x="0" y="286"/>
                    <a:pt x="48" y="358"/>
                    <a:pt x="167" y="358"/>
                  </a:cubicBezTo>
                  <a:cubicBezTo>
                    <a:pt x="286" y="358"/>
                    <a:pt x="358" y="286"/>
                    <a:pt x="358" y="191"/>
                  </a:cubicBezTo>
                  <a:cubicBezTo>
                    <a:pt x="358" y="72"/>
                    <a:pt x="286" y="1"/>
                    <a:pt x="1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95"/>
            <p:cNvSpPr/>
            <p:nvPr/>
          </p:nvSpPr>
          <p:spPr>
            <a:xfrm>
              <a:off x="5711629" y="2209914"/>
              <a:ext cx="11702" cy="11702"/>
            </a:xfrm>
            <a:custGeom>
              <a:rect b="b" l="l" r="r" t="t"/>
              <a:pathLst>
                <a:path extrusionOk="0" h="358" w="358">
                  <a:moveTo>
                    <a:pt x="167" y="0"/>
                  </a:moveTo>
                  <a:cubicBezTo>
                    <a:pt x="72" y="0"/>
                    <a:pt x="24" y="96"/>
                    <a:pt x="0" y="167"/>
                  </a:cubicBezTo>
                  <a:cubicBezTo>
                    <a:pt x="0" y="286"/>
                    <a:pt x="48" y="358"/>
                    <a:pt x="167" y="358"/>
                  </a:cubicBezTo>
                  <a:cubicBezTo>
                    <a:pt x="286" y="358"/>
                    <a:pt x="357" y="262"/>
                    <a:pt x="357" y="167"/>
                  </a:cubicBezTo>
                  <a:cubicBezTo>
                    <a:pt x="357" y="48"/>
                    <a:pt x="262" y="0"/>
                    <a:pt x="16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95"/>
            <p:cNvSpPr/>
            <p:nvPr/>
          </p:nvSpPr>
          <p:spPr>
            <a:xfrm>
              <a:off x="5731078" y="2209914"/>
              <a:ext cx="11702" cy="11702"/>
            </a:xfrm>
            <a:custGeom>
              <a:rect b="b" l="l" r="r" t="t"/>
              <a:pathLst>
                <a:path extrusionOk="0" h="358" w="358">
                  <a:moveTo>
                    <a:pt x="167" y="0"/>
                  </a:moveTo>
                  <a:cubicBezTo>
                    <a:pt x="72" y="0"/>
                    <a:pt x="24" y="96"/>
                    <a:pt x="1" y="167"/>
                  </a:cubicBezTo>
                  <a:cubicBezTo>
                    <a:pt x="1" y="286"/>
                    <a:pt x="48" y="358"/>
                    <a:pt x="167" y="358"/>
                  </a:cubicBezTo>
                  <a:cubicBezTo>
                    <a:pt x="286" y="358"/>
                    <a:pt x="358" y="262"/>
                    <a:pt x="358" y="167"/>
                  </a:cubicBezTo>
                  <a:cubicBezTo>
                    <a:pt x="358" y="48"/>
                    <a:pt x="263" y="0"/>
                    <a:pt x="16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95"/>
            <p:cNvSpPr/>
            <p:nvPr/>
          </p:nvSpPr>
          <p:spPr>
            <a:xfrm>
              <a:off x="5692932" y="2209914"/>
              <a:ext cx="11702" cy="11702"/>
            </a:xfrm>
            <a:custGeom>
              <a:rect b="b" l="l" r="r" t="t"/>
              <a:pathLst>
                <a:path extrusionOk="0" h="358" w="358">
                  <a:moveTo>
                    <a:pt x="167" y="0"/>
                  </a:moveTo>
                  <a:cubicBezTo>
                    <a:pt x="72" y="0"/>
                    <a:pt x="1" y="96"/>
                    <a:pt x="1" y="167"/>
                  </a:cubicBezTo>
                  <a:cubicBezTo>
                    <a:pt x="1" y="286"/>
                    <a:pt x="48" y="358"/>
                    <a:pt x="167" y="358"/>
                  </a:cubicBezTo>
                  <a:cubicBezTo>
                    <a:pt x="286" y="358"/>
                    <a:pt x="358" y="262"/>
                    <a:pt x="358" y="167"/>
                  </a:cubicBezTo>
                  <a:cubicBezTo>
                    <a:pt x="358" y="48"/>
                    <a:pt x="263" y="0"/>
                    <a:pt x="16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8" name="Google Shape;19708;p95"/>
          <p:cNvGrpSpPr/>
          <p:nvPr/>
        </p:nvGrpSpPr>
        <p:grpSpPr>
          <a:xfrm>
            <a:off x="6279625" y="1793628"/>
            <a:ext cx="368225" cy="319193"/>
            <a:chOff x="6286112" y="1946028"/>
            <a:chExt cx="368225" cy="319193"/>
          </a:xfrm>
        </p:grpSpPr>
        <p:sp>
          <p:nvSpPr>
            <p:cNvPr id="19709" name="Google Shape;19709;p95"/>
            <p:cNvSpPr/>
            <p:nvPr/>
          </p:nvSpPr>
          <p:spPr>
            <a:xfrm>
              <a:off x="6292322" y="1988849"/>
              <a:ext cx="357340" cy="214070"/>
            </a:xfrm>
            <a:custGeom>
              <a:rect b="b" l="l" r="r" t="t"/>
              <a:pathLst>
                <a:path extrusionOk="0" h="6549" w="10932">
                  <a:moveTo>
                    <a:pt x="382" y="0"/>
                  </a:moveTo>
                  <a:cubicBezTo>
                    <a:pt x="168" y="0"/>
                    <a:pt x="1" y="191"/>
                    <a:pt x="1" y="381"/>
                  </a:cubicBezTo>
                  <a:lnTo>
                    <a:pt x="1" y="6168"/>
                  </a:lnTo>
                  <a:cubicBezTo>
                    <a:pt x="1" y="6382"/>
                    <a:pt x="168" y="6549"/>
                    <a:pt x="382" y="6549"/>
                  </a:cubicBezTo>
                  <a:lnTo>
                    <a:pt x="10527" y="6549"/>
                  </a:lnTo>
                  <a:cubicBezTo>
                    <a:pt x="10741" y="6549"/>
                    <a:pt x="10932" y="6382"/>
                    <a:pt x="10932" y="6168"/>
                  </a:cubicBezTo>
                  <a:lnTo>
                    <a:pt x="10932" y="381"/>
                  </a:lnTo>
                  <a:cubicBezTo>
                    <a:pt x="10932" y="167"/>
                    <a:pt x="10741" y="0"/>
                    <a:pt x="1052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95"/>
            <p:cNvSpPr/>
            <p:nvPr/>
          </p:nvSpPr>
          <p:spPr>
            <a:xfrm>
              <a:off x="6471384" y="1969367"/>
              <a:ext cx="144806" cy="212567"/>
            </a:xfrm>
            <a:custGeom>
              <a:rect b="b" l="l" r="r" t="t"/>
              <a:pathLst>
                <a:path extrusionOk="0" h="6503" w="4430">
                  <a:moveTo>
                    <a:pt x="524" y="1"/>
                  </a:moveTo>
                  <a:cubicBezTo>
                    <a:pt x="238" y="1"/>
                    <a:pt x="0" y="239"/>
                    <a:pt x="0" y="548"/>
                  </a:cubicBezTo>
                  <a:lnTo>
                    <a:pt x="0" y="6502"/>
                  </a:lnTo>
                  <a:cubicBezTo>
                    <a:pt x="24" y="6192"/>
                    <a:pt x="262" y="5978"/>
                    <a:pt x="572" y="5978"/>
                  </a:cubicBezTo>
                  <a:lnTo>
                    <a:pt x="3977" y="5978"/>
                  </a:lnTo>
                  <a:cubicBezTo>
                    <a:pt x="4263" y="5978"/>
                    <a:pt x="4430" y="5788"/>
                    <a:pt x="4430" y="5549"/>
                  </a:cubicBezTo>
                  <a:lnTo>
                    <a:pt x="4430" y="453"/>
                  </a:lnTo>
                  <a:cubicBezTo>
                    <a:pt x="4406" y="215"/>
                    <a:pt x="4215" y="1"/>
                    <a:pt x="39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95"/>
            <p:cNvSpPr/>
            <p:nvPr/>
          </p:nvSpPr>
          <p:spPr>
            <a:xfrm>
              <a:off x="6325043" y="1969367"/>
              <a:ext cx="144021" cy="212567"/>
            </a:xfrm>
            <a:custGeom>
              <a:rect b="b" l="l" r="r" t="t"/>
              <a:pathLst>
                <a:path extrusionOk="0" h="6503" w="4406">
                  <a:moveTo>
                    <a:pt x="453" y="1"/>
                  </a:moveTo>
                  <a:cubicBezTo>
                    <a:pt x="214" y="1"/>
                    <a:pt x="0" y="215"/>
                    <a:pt x="0" y="453"/>
                  </a:cubicBezTo>
                  <a:lnTo>
                    <a:pt x="0" y="5549"/>
                  </a:lnTo>
                  <a:cubicBezTo>
                    <a:pt x="0" y="5788"/>
                    <a:pt x="191" y="5978"/>
                    <a:pt x="453" y="5978"/>
                  </a:cubicBezTo>
                  <a:lnTo>
                    <a:pt x="3858" y="5978"/>
                  </a:lnTo>
                  <a:cubicBezTo>
                    <a:pt x="4144" y="5978"/>
                    <a:pt x="4382" y="6192"/>
                    <a:pt x="4406" y="6502"/>
                  </a:cubicBezTo>
                  <a:lnTo>
                    <a:pt x="4406" y="548"/>
                  </a:lnTo>
                  <a:cubicBezTo>
                    <a:pt x="4406" y="239"/>
                    <a:pt x="4168" y="1"/>
                    <a:pt x="388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95"/>
            <p:cNvSpPr/>
            <p:nvPr/>
          </p:nvSpPr>
          <p:spPr>
            <a:xfrm>
              <a:off x="6431669" y="1970152"/>
              <a:ext cx="39748" cy="211782"/>
            </a:xfrm>
            <a:custGeom>
              <a:rect b="b" l="l" r="r" t="t"/>
              <a:pathLst>
                <a:path extrusionOk="0" h="6479" w="1216">
                  <a:moveTo>
                    <a:pt x="1" y="1"/>
                  </a:moveTo>
                  <a:cubicBezTo>
                    <a:pt x="286" y="1"/>
                    <a:pt x="525" y="239"/>
                    <a:pt x="525" y="548"/>
                  </a:cubicBezTo>
                  <a:lnTo>
                    <a:pt x="525" y="5954"/>
                  </a:lnTo>
                  <a:lnTo>
                    <a:pt x="644" y="5954"/>
                  </a:lnTo>
                  <a:cubicBezTo>
                    <a:pt x="929" y="5954"/>
                    <a:pt x="1168" y="6168"/>
                    <a:pt x="1215" y="6478"/>
                  </a:cubicBezTo>
                  <a:lnTo>
                    <a:pt x="1215" y="548"/>
                  </a:lnTo>
                  <a:cubicBezTo>
                    <a:pt x="1191" y="239"/>
                    <a:pt x="953" y="1"/>
                    <a:pt x="64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95"/>
            <p:cNvSpPr/>
            <p:nvPr/>
          </p:nvSpPr>
          <p:spPr>
            <a:xfrm>
              <a:off x="6412220" y="1950703"/>
              <a:ext cx="29615" cy="105123"/>
            </a:xfrm>
            <a:custGeom>
              <a:rect b="b" l="l" r="r" t="t"/>
              <a:pathLst>
                <a:path extrusionOk="0" h="3216" w="906">
                  <a:moveTo>
                    <a:pt x="119" y="0"/>
                  </a:moveTo>
                  <a:cubicBezTo>
                    <a:pt x="48" y="0"/>
                    <a:pt x="0" y="72"/>
                    <a:pt x="0" y="119"/>
                  </a:cubicBezTo>
                  <a:lnTo>
                    <a:pt x="0" y="3191"/>
                  </a:lnTo>
                  <a:cubicBezTo>
                    <a:pt x="0" y="3215"/>
                    <a:pt x="24" y="3215"/>
                    <a:pt x="48" y="3215"/>
                  </a:cubicBezTo>
                  <a:lnTo>
                    <a:pt x="429" y="2977"/>
                  </a:lnTo>
                  <a:lnTo>
                    <a:pt x="477" y="2977"/>
                  </a:lnTo>
                  <a:lnTo>
                    <a:pt x="762" y="3167"/>
                  </a:lnTo>
                  <a:lnTo>
                    <a:pt x="858" y="3191"/>
                  </a:lnTo>
                  <a:cubicBezTo>
                    <a:pt x="881" y="3191"/>
                    <a:pt x="905" y="3167"/>
                    <a:pt x="905" y="3144"/>
                  </a:cubicBezTo>
                  <a:lnTo>
                    <a:pt x="905" y="119"/>
                  </a:lnTo>
                  <a:cubicBezTo>
                    <a:pt x="905" y="72"/>
                    <a:pt x="858" y="0"/>
                    <a:pt x="786"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95"/>
            <p:cNvSpPr/>
            <p:nvPr/>
          </p:nvSpPr>
          <p:spPr>
            <a:xfrm>
              <a:off x="6504072" y="1998949"/>
              <a:ext cx="84105" cy="56092"/>
            </a:xfrm>
            <a:custGeom>
              <a:rect b="b" l="l" r="r" t="t"/>
              <a:pathLst>
                <a:path extrusionOk="0" h="1716" w="2573">
                  <a:moveTo>
                    <a:pt x="215" y="1"/>
                  </a:moveTo>
                  <a:cubicBezTo>
                    <a:pt x="96" y="1"/>
                    <a:pt x="0" y="72"/>
                    <a:pt x="0" y="191"/>
                  </a:cubicBezTo>
                  <a:lnTo>
                    <a:pt x="0" y="1501"/>
                  </a:lnTo>
                  <a:cubicBezTo>
                    <a:pt x="0" y="1620"/>
                    <a:pt x="96" y="1715"/>
                    <a:pt x="215" y="1715"/>
                  </a:cubicBezTo>
                  <a:lnTo>
                    <a:pt x="2358" y="1715"/>
                  </a:lnTo>
                  <a:cubicBezTo>
                    <a:pt x="2477" y="1715"/>
                    <a:pt x="2572" y="1620"/>
                    <a:pt x="2572" y="1501"/>
                  </a:cubicBezTo>
                  <a:lnTo>
                    <a:pt x="2572" y="191"/>
                  </a:lnTo>
                  <a:cubicBezTo>
                    <a:pt x="2572" y="72"/>
                    <a:pt x="2477" y="1"/>
                    <a:pt x="2358"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95"/>
            <p:cNvSpPr/>
            <p:nvPr/>
          </p:nvSpPr>
          <p:spPr>
            <a:xfrm>
              <a:off x="6615373" y="1988849"/>
              <a:ext cx="34289" cy="214070"/>
            </a:xfrm>
            <a:custGeom>
              <a:rect b="b" l="l" r="r" t="t"/>
              <a:pathLst>
                <a:path extrusionOk="0" h="6549" w="1049">
                  <a:moveTo>
                    <a:pt x="1" y="0"/>
                  </a:moveTo>
                  <a:cubicBezTo>
                    <a:pt x="215" y="0"/>
                    <a:pt x="382" y="191"/>
                    <a:pt x="382" y="381"/>
                  </a:cubicBezTo>
                  <a:lnTo>
                    <a:pt x="382" y="6168"/>
                  </a:lnTo>
                  <a:cubicBezTo>
                    <a:pt x="382" y="6382"/>
                    <a:pt x="191" y="6549"/>
                    <a:pt x="1" y="6549"/>
                  </a:cubicBezTo>
                  <a:lnTo>
                    <a:pt x="644" y="6549"/>
                  </a:lnTo>
                  <a:cubicBezTo>
                    <a:pt x="858" y="6549"/>
                    <a:pt x="1049" y="6382"/>
                    <a:pt x="1049" y="6168"/>
                  </a:cubicBezTo>
                  <a:lnTo>
                    <a:pt x="1049" y="381"/>
                  </a:lnTo>
                  <a:cubicBezTo>
                    <a:pt x="1049" y="191"/>
                    <a:pt x="858" y="0"/>
                    <a:pt x="6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95"/>
            <p:cNvSpPr/>
            <p:nvPr/>
          </p:nvSpPr>
          <p:spPr>
            <a:xfrm>
              <a:off x="6580365" y="1969367"/>
              <a:ext cx="35826" cy="195439"/>
            </a:xfrm>
            <a:custGeom>
              <a:rect b="b" l="l" r="r" t="t"/>
              <a:pathLst>
                <a:path extrusionOk="0" h="5979" w="1096">
                  <a:moveTo>
                    <a:pt x="0" y="1"/>
                  </a:moveTo>
                  <a:cubicBezTo>
                    <a:pt x="262" y="1"/>
                    <a:pt x="453" y="215"/>
                    <a:pt x="453" y="453"/>
                  </a:cubicBezTo>
                  <a:lnTo>
                    <a:pt x="453" y="5549"/>
                  </a:lnTo>
                  <a:cubicBezTo>
                    <a:pt x="453" y="5811"/>
                    <a:pt x="238" y="5978"/>
                    <a:pt x="0" y="5978"/>
                  </a:cubicBezTo>
                  <a:lnTo>
                    <a:pt x="643" y="5978"/>
                  </a:lnTo>
                  <a:cubicBezTo>
                    <a:pt x="929" y="5978"/>
                    <a:pt x="1096" y="5788"/>
                    <a:pt x="1096" y="5549"/>
                  </a:cubicBezTo>
                  <a:lnTo>
                    <a:pt x="1096" y="453"/>
                  </a:lnTo>
                  <a:cubicBezTo>
                    <a:pt x="1096" y="215"/>
                    <a:pt x="881" y="1"/>
                    <a:pt x="643"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95"/>
            <p:cNvSpPr/>
            <p:nvPr/>
          </p:nvSpPr>
          <p:spPr>
            <a:xfrm>
              <a:off x="6470600" y="2166309"/>
              <a:ext cx="17945" cy="16376"/>
            </a:xfrm>
            <a:custGeom>
              <a:rect b="b" l="l" r="r" t="t"/>
              <a:pathLst>
                <a:path extrusionOk="0" h="501" w="549">
                  <a:moveTo>
                    <a:pt x="0" y="1"/>
                  </a:moveTo>
                  <a:lnTo>
                    <a:pt x="0" y="501"/>
                  </a:lnTo>
                  <a:cubicBezTo>
                    <a:pt x="24" y="191"/>
                    <a:pt x="262" y="1"/>
                    <a:pt x="548"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95"/>
            <p:cNvSpPr/>
            <p:nvPr/>
          </p:nvSpPr>
          <p:spPr>
            <a:xfrm>
              <a:off x="6559347" y="1998949"/>
              <a:ext cx="28830" cy="56092"/>
            </a:xfrm>
            <a:custGeom>
              <a:rect b="b" l="l" r="r" t="t"/>
              <a:pathLst>
                <a:path extrusionOk="0" h="1716" w="882">
                  <a:moveTo>
                    <a:pt x="0" y="1"/>
                  </a:moveTo>
                  <a:cubicBezTo>
                    <a:pt x="119" y="1"/>
                    <a:pt x="215" y="72"/>
                    <a:pt x="215" y="191"/>
                  </a:cubicBezTo>
                  <a:lnTo>
                    <a:pt x="215" y="1501"/>
                  </a:lnTo>
                  <a:cubicBezTo>
                    <a:pt x="215" y="1620"/>
                    <a:pt x="143" y="1715"/>
                    <a:pt x="0" y="1715"/>
                  </a:cubicBezTo>
                  <a:lnTo>
                    <a:pt x="667" y="1715"/>
                  </a:lnTo>
                  <a:cubicBezTo>
                    <a:pt x="786" y="1715"/>
                    <a:pt x="881" y="1620"/>
                    <a:pt x="881" y="1501"/>
                  </a:cubicBezTo>
                  <a:lnTo>
                    <a:pt x="881" y="191"/>
                  </a:lnTo>
                  <a:cubicBezTo>
                    <a:pt x="881" y="120"/>
                    <a:pt x="786" y="1"/>
                    <a:pt x="66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95"/>
            <p:cNvSpPr/>
            <p:nvPr/>
          </p:nvSpPr>
          <p:spPr>
            <a:xfrm>
              <a:off x="6570231" y="2187197"/>
              <a:ext cx="70082" cy="70605"/>
            </a:xfrm>
            <a:custGeom>
              <a:rect b="b" l="l" r="r" t="t"/>
              <a:pathLst>
                <a:path extrusionOk="0" h="2160" w="2144">
                  <a:moveTo>
                    <a:pt x="138" y="1"/>
                  </a:moveTo>
                  <a:cubicBezTo>
                    <a:pt x="58" y="1"/>
                    <a:pt x="1" y="84"/>
                    <a:pt x="1" y="148"/>
                  </a:cubicBezTo>
                  <a:lnTo>
                    <a:pt x="286" y="1576"/>
                  </a:lnTo>
                  <a:cubicBezTo>
                    <a:pt x="301" y="1680"/>
                    <a:pt x="371" y="1738"/>
                    <a:pt x="451" y="1738"/>
                  </a:cubicBezTo>
                  <a:cubicBezTo>
                    <a:pt x="499" y="1738"/>
                    <a:pt x="551" y="1717"/>
                    <a:pt x="596" y="1672"/>
                  </a:cubicBezTo>
                  <a:lnTo>
                    <a:pt x="810" y="1505"/>
                  </a:lnTo>
                  <a:lnTo>
                    <a:pt x="1429" y="2124"/>
                  </a:lnTo>
                  <a:cubicBezTo>
                    <a:pt x="1465" y="2148"/>
                    <a:pt x="1507" y="2160"/>
                    <a:pt x="1546" y="2160"/>
                  </a:cubicBezTo>
                  <a:cubicBezTo>
                    <a:pt x="1584" y="2160"/>
                    <a:pt x="1620" y="2148"/>
                    <a:pt x="1644" y="2124"/>
                  </a:cubicBezTo>
                  <a:lnTo>
                    <a:pt x="2096" y="1672"/>
                  </a:lnTo>
                  <a:cubicBezTo>
                    <a:pt x="2144" y="1624"/>
                    <a:pt x="2144" y="1529"/>
                    <a:pt x="2096" y="1457"/>
                  </a:cubicBezTo>
                  <a:lnTo>
                    <a:pt x="1477" y="838"/>
                  </a:lnTo>
                  <a:lnTo>
                    <a:pt x="1477" y="814"/>
                  </a:lnTo>
                  <a:lnTo>
                    <a:pt x="1668" y="600"/>
                  </a:lnTo>
                  <a:cubicBezTo>
                    <a:pt x="1787" y="481"/>
                    <a:pt x="1739" y="314"/>
                    <a:pt x="1596" y="267"/>
                  </a:cubicBezTo>
                  <a:lnTo>
                    <a:pt x="167" y="5"/>
                  </a:lnTo>
                  <a:cubicBezTo>
                    <a:pt x="157" y="2"/>
                    <a:pt x="147" y="1"/>
                    <a:pt x="1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95"/>
            <p:cNvSpPr/>
            <p:nvPr/>
          </p:nvSpPr>
          <p:spPr>
            <a:xfrm>
              <a:off x="6286112" y="1946028"/>
              <a:ext cx="368225" cy="319193"/>
            </a:xfrm>
            <a:custGeom>
              <a:rect b="b" l="l" r="r" t="t"/>
              <a:pathLst>
                <a:path extrusionOk="0" h="9765" w="11265">
                  <a:moveTo>
                    <a:pt x="4501" y="334"/>
                  </a:moveTo>
                  <a:cubicBezTo>
                    <a:pt x="4525" y="334"/>
                    <a:pt x="4573" y="357"/>
                    <a:pt x="4573" y="381"/>
                  </a:cubicBezTo>
                  <a:lnTo>
                    <a:pt x="4573" y="3120"/>
                  </a:lnTo>
                  <a:lnTo>
                    <a:pt x="4406" y="3025"/>
                  </a:lnTo>
                  <a:cubicBezTo>
                    <a:pt x="4382" y="3001"/>
                    <a:pt x="4340" y="2989"/>
                    <a:pt x="4296" y="2989"/>
                  </a:cubicBezTo>
                  <a:cubicBezTo>
                    <a:pt x="4251" y="2989"/>
                    <a:pt x="4204" y="3001"/>
                    <a:pt x="4168" y="3025"/>
                  </a:cubicBezTo>
                  <a:lnTo>
                    <a:pt x="4001" y="3144"/>
                  </a:lnTo>
                  <a:lnTo>
                    <a:pt x="4001" y="429"/>
                  </a:lnTo>
                  <a:cubicBezTo>
                    <a:pt x="4001" y="357"/>
                    <a:pt x="4025" y="334"/>
                    <a:pt x="4025" y="334"/>
                  </a:cubicBezTo>
                  <a:close/>
                  <a:moveTo>
                    <a:pt x="3668" y="905"/>
                  </a:moveTo>
                  <a:lnTo>
                    <a:pt x="3668" y="3287"/>
                  </a:lnTo>
                  <a:cubicBezTo>
                    <a:pt x="3668" y="3334"/>
                    <a:pt x="3692" y="3430"/>
                    <a:pt x="3763" y="3453"/>
                  </a:cubicBezTo>
                  <a:cubicBezTo>
                    <a:pt x="3787" y="3477"/>
                    <a:pt x="3858" y="3501"/>
                    <a:pt x="3906" y="3501"/>
                  </a:cubicBezTo>
                  <a:cubicBezTo>
                    <a:pt x="3930" y="3501"/>
                    <a:pt x="4001" y="3501"/>
                    <a:pt x="4025" y="3477"/>
                  </a:cubicBezTo>
                  <a:lnTo>
                    <a:pt x="4287" y="3334"/>
                  </a:lnTo>
                  <a:lnTo>
                    <a:pt x="4525" y="3477"/>
                  </a:lnTo>
                  <a:cubicBezTo>
                    <a:pt x="4569" y="3510"/>
                    <a:pt x="4619" y="3528"/>
                    <a:pt x="4668" y="3528"/>
                  </a:cubicBezTo>
                  <a:cubicBezTo>
                    <a:pt x="4726" y="3528"/>
                    <a:pt x="4784" y="3504"/>
                    <a:pt x="4835" y="3453"/>
                  </a:cubicBezTo>
                  <a:cubicBezTo>
                    <a:pt x="4882" y="3406"/>
                    <a:pt x="4906" y="3334"/>
                    <a:pt x="4906" y="3287"/>
                  </a:cubicBezTo>
                  <a:lnTo>
                    <a:pt x="4906" y="929"/>
                  </a:lnTo>
                  <a:lnTo>
                    <a:pt x="5120" y="929"/>
                  </a:lnTo>
                  <a:cubicBezTo>
                    <a:pt x="5335" y="929"/>
                    <a:pt x="5501" y="1096"/>
                    <a:pt x="5501" y="1310"/>
                  </a:cubicBezTo>
                  <a:lnTo>
                    <a:pt x="5501" y="6668"/>
                  </a:lnTo>
                  <a:cubicBezTo>
                    <a:pt x="5359" y="6621"/>
                    <a:pt x="5239" y="6573"/>
                    <a:pt x="5097" y="6573"/>
                  </a:cubicBezTo>
                  <a:lnTo>
                    <a:pt x="1667" y="6573"/>
                  </a:lnTo>
                  <a:cubicBezTo>
                    <a:pt x="1524" y="6573"/>
                    <a:pt x="1382" y="6454"/>
                    <a:pt x="1382" y="6287"/>
                  </a:cubicBezTo>
                  <a:lnTo>
                    <a:pt x="1382" y="1191"/>
                  </a:lnTo>
                  <a:cubicBezTo>
                    <a:pt x="1382" y="1048"/>
                    <a:pt x="1501" y="905"/>
                    <a:pt x="1667" y="905"/>
                  </a:cubicBezTo>
                  <a:close/>
                  <a:moveTo>
                    <a:pt x="8859" y="7597"/>
                  </a:moveTo>
                  <a:lnTo>
                    <a:pt x="10217" y="7835"/>
                  </a:lnTo>
                  <a:lnTo>
                    <a:pt x="10241" y="7835"/>
                  </a:lnTo>
                  <a:lnTo>
                    <a:pt x="10241" y="7859"/>
                  </a:lnTo>
                  <a:lnTo>
                    <a:pt x="10050" y="8073"/>
                  </a:lnTo>
                  <a:cubicBezTo>
                    <a:pt x="10002" y="8097"/>
                    <a:pt x="9979" y="8169"/>
                    <a:pt x="9979" y="8216"/>
                  </a:cubicBezTo>
                  <a:cubicBezTo>
                    <a:pt x="9979" y="8264"/>
                    <a:pt x="10002" y="8311"/>
                    <a:pt x="10050" y="8359"/>
                  </a:cubicBezTo>
                  <a:lnTo>
                    <a:pt x="10645" y="8954"/>
                  </a:lnTo>
                  <a:lnTo>
                    <a:pt x="10217" y="9383"/>
                  </a:lnTo>
                  <a:lnTo>
                    <a:pt x="9621" y="8788"/>
                  </a:lnTo>
                  <a:cubicBezTo>
                    <a:pt x="9598" y="8764"/>
                    <a:pt x="9526" y="8716"/>
                    <a:pt x="9478" y="8716"/>
                  </a:cubicBezTo>
                  <a:cubicBezTo>
                    <a:pt x="9407" y="8716"/>
                    <a:pt x="9383" y="8764"/>
                    <a:pt x="9336" y="8788"/>
                  </a:cubicBezTo>
                  <a:lnTo>
                    <a:pt x="9121" y="9002"/>
                  </a:lnTo>
                  <a:lnTo>
                    <a:pt x="9097" y="9002"/>
                  </a:lnTo>
                  <a:lnTo>
                    <a:pt x="9097" y="8954"/>
                  </a:lnTo>
                  <a:lnTo>
                    <a:pt x="8859" y="7597"/>
                  </a:lnTo>
                  <a:close/>
                  <a:moveTo>
                    <a:pt x="4025" y="0"/>
                  </a:moveTo>
                  <a:cubicBezTo>
                    <a:pt x="3811" y="0"/>
                    <a:pt x="3644" y="191"/>
                    <a:pt x="3644" y="381"/>
                  </a:cubicBezTo>
                  <a:lnTo>
                    <a:pt x="3644" y="596"/>
                  </a:lnTo>
                  <a:lnTo>
                    <a:pt x="1644" y="596"/>
                  </a:lnTo>
                  <a:cubicBezTo>
                    <a:pt x="1310" y="596"/>
                    <a:pt x="1048" y="834"/>
                    <a:pt x="1024" y="1167"/>
                  </a:cubicBezTo>
                  <a:lnTo>
                    <a:pt x="548" y="1167"/>
                  </a:lnTo>
                  <a:cubicBezTo>
                    <a:pt x="238" y="1167"/>
                    <a:pt x="0" y="1405"/>
                    <a:pt x="0" y="1691"/>
                  </a:cubicBezTo>
                  <a:lnTo>
                    <a:pt x="0" y="7859"/>
                  </a:lnTo>
                  <a:cubicBezTo>
                    <a:pt x="0" y="7954"/>
                    <a:pt x="72" y="8050"/>
                    <a:pt x="191" y="8050"/>
                  </a:cubicBezTo>
                  <a:lnTo>
                    <a:pt x="2001" y="8050"/>
                  </a:lnTo>
                  <a:cubicBezTo>
                    <a:pt x="2144" y="7930"/>
                    <a:pt x="2072" y="7740"/>
                    <a:pt x="1905" y="7740"/>
                  </a:cubicBezTo>
                  <a:lnTo>
                    <a:pt x="572" y="7740"/>
                  </a:lnTo>
                  <a:cubicBezTo>
                    <a:pt x="453" y="7740"/>
                    <a:pt x="358" y="7645"/>
                    <a:pt x="358" y="7526"/>
                  </a:cubicBezTo>
                  <a:lnTo>
                    <a:pt x="358" y="1763"/>
                  </a:lnTo>
                  <a:cubicBezTo>
                    <a:pt x="358" y="1643"/>
                    <a:pt x="453" y="1548"/>
                    <a:pt x="572" y="1548"/>
                  </a:cubicBezTo>
                  <a:lnTo>
                    <a:pt x="1024" y="1548"/>
                  </a:lnTo>
                  <a:lnTo>
                    <a:pt x="1024" y="6335"/>
                  </a:lnTo>
                  <a:cubicBezTo>
                    <a:pt x="1024" y="6692"/>
                    <a:pt x="1286" y="6978"/>
                    <a:pt x="1644" y="6978"/>
                  </a:cubicBezTo>
                  <a:lnTo>
                    <a:pt x="5120" y="6978"/>
                  </a:lnTo>
                  <a:cubicBezTo>
                    <a:pt x="5335" y="6978"/>
                    <a:pt x="5478" y="7121"/>
                    <a:pt x="5525" y="7335"/>
                  </a:cubicBezTo>
                  <a:cubicBezTo>
                    <a:pt x="5525" y="7407"/>
                    <a:pt x="5597" y="7478"/>
                    <a:pt x="5692" y="7478"/>
                  </a:cubicBezTo>
                  <a:cubicBezTo>
                    <a:pt x="5787" y="7478"/>
                    <a:pt x="5835" y="7407"/>
                    <a:pt x="5882" y="7335"/>
                  </a:cubicBezTo>
                  <a:cubicBezTo>
                    <a:pt x="5906" y="7121"/>
                    <a:pt x="6049" y="6978"/>
                    <a:pt x="6264" y="6978"/>
                  </a:cubicBezTo>
                  <a:lnTo>
                    <a:pt x="9645" y="6978"/>
                  </a:lnTo>
                  <a:cubicBezTo>
                    <a:pt x="10002" y="6978"/>
                    <a:pt x="10288" y="6692"/>
                    <a:pt x="10288" y="6335"/>
                  </a:cubicBezTo>
                  <a:lnTo>
                    <a:pt x="10288" y="1548"/>
                  </a:lnTo>
                  <a:lnTo>
                    <a:pt x="10717" y="1548"/>
                  </a:lnTo>
                  <a:cubicBezTo>
                    <a:pt x="10836" y="1548"/>
                    <a:pt x="10931" y="1643"/>
                    <a:pt x="10931" y="1763"/>
                  </a:cubicBezTo>
                  <a:lnTo>
                    <a:pt x="10931" y="7573"/>
                  </a:lnTo>
                  <a:cubicBezTo>
                    <a:pt x="10931" y="7645"/>
                    <a:pt x="10836" y="7740"/>
                    <a:pt x="10764" y="7740"/>
                  </a:cubicBezTo>
                  <a:lnTo>
                    <a:pt x="10526" y="7740"/>
                  </a:lnTo>
                  <a:cubicBezTo>
                    <a:pt x="10455" y="7645"/>
                    <a:pt x="10360" y="7597"/>
                    <a:pt x="10288" y="7573"/>
                  </a:cubicBezTo>
                  <a:lnTo>
                    <a:pt x="8859" y="7287"/>
                  </a:lnTo>
                  <a:cubicBezTo>
                    <a:pt x="8842" y="7285"/>
                    <a:pt x="8826" y="7284"/>
                    <a:pt x="8809" y="7284"/>
                  </a:cubicBezTo>
                  <a:cubicBezTo>
                    <a:pt x="8665" y="7284"/>
                    <a:pt x="8547" y="7376"/>
                    <a:pt x="8526" y="7526"/>
                  </a:cubicBezTo>
                  <a:lnTo>
                    <a:pt x="8526" y="7621"/>
                  </a:lnTo>
                  <a:lnTo>
                    <a:pt x="8550" y="7740"/>
                  </a:lnTo>
                  <a:lnTo>
                    <a:pt x="2548" y="7740"/>
                  </a:lnTo>
                  <a:cubicBezTo>
                    <a:pt x="2501" y="7740"/>
                    <a:pt x="2453" y="7764"/>
                    <a:pt x="2429" y="7811"/>
                  </a:cubicBezTo>
                  <a:cubicBezTo>
                    <a:pt x="2334" y="7930"/>
                    <a:pt x="2429" y="8073"/>
                    <a:pt x="2548" y="8073"/>
                  </a:cubicBezTo>
                  <a:lnTo>
                    <a:pt x="8574" y="8073"/>
                  </a:lnTo>
                  <a:lnTo>
                    <a:pt x="8764" y="9074"/>
                  </a:lnTo>
                  <a:cubicBezTo>
                    <a:pt x="8788" y="9193"/>
                    <a:pt x="8883" y="9312"/>
                    <a:pt x="9002" y="9359"/>
                  </a:cubicBezTo>
                  <a:cubicBezTo>
                    <a:pt x="9030" y="9365"/>
                    <a:pt x="9060" y="9368"/>
                    <a:pt x="9090" y="9368"/>
                  </a:cubicBezTo>
                  <a:cubicBezTo>
                    <a:pt x="9186" y="9368"/>
                    <a:pt x="9287" y="9337"/>
                    <a:pt x="9359" y="9264"/>
                  </a:cubicBezTo>
                  <a:lnTo>
                    <a:pt x="9478" y="9145"/>
                  </a:lnTo>
                  <a:lnTo>
                    <a:pt x="10002" y="9669"/>
                  </a:lnTo>
                  <a:cubicBezTo>
                    <a:pt x="10074" y="9740"/>
                    <a:pt x="10121" y="9764"/>
                    <a:pt x="10217" y="9764"/>
                  </a:cubicBezTo>
                  <a:cubicBezTo>
                    <a:pt x="10312" y="9764"/>
                    <a:pt x="10360" y="9740"/>
                    <a:pt x="10431" y="9669"/>
                  </a:cubicBezTo>
                  <a:lnTo>
                    <a:pt x="10884" y="9240"/>
                  </a:lnTo>
                  <a:cubicBezTo>
                    <a:pt x="10931" y="9169"/>
                    <a:pt x="10955" y="9121"/>
                    <a:pt x="10955" y="9026"/>
                  </a:cubicBezTo>
                  <a:cubicBezTo>
                    <a:pt x="10955" y="8931"/>
                    <a:pt x="10931" y="8883"/>
                    <a:pt x="10884" y="8812"/>
                  </a:cubicBezTo>
                  <a:lnTo>
                    <a:pt x="10336" y="8288"/>
                  </a:lnTo>
                  <a:lnTo>
                    <a:pt x="10455" y="8169"/>
                  </a:lnTo>
                  <a:cubicBezTo>
                    <a:pt x="10479" y="8121"/>
                    <a:pt x="10479" y="8097"/>
                    <a:pt x="10526" y="8097"/>
                  </a:cubicBezTo>
                  <a:lnTo>
                    <a:pt x="10693" y="8097"/>
                  </a:lnTo>
                  <a:cubicBezTo>
                    <a:pt x="11003" y="8097"/>
                    <a:pt x="11241" y="7526"/>
                    <a:pt x="11241" y="7526"/>
                  </a:cubicBezTo>
                  <a:lnTo>
                    <a:pt x="11241" y="1739"/>
                  </a:lnTo>
                  <a:cubicBezTo>
                    <a:pt x="11265" y="1382"/>
                    <a:pt x="11026" y="1143"/>
                    <a:pt x="10717" y="1143"/>
                  </a:cubicBezTo>
                  <a:lnTo>
                    <a:pt x="10288" y="1143"/>
                  </a:lnTo>
                  <a:cubicBezTo>
                    <a:pt x="10241" y="810"/>
                    <a:pt x="9979" y="572"/>
                    <a:pt x="9645" y="572"/>
                  </a:cubicBezTo>
                  <a:lnTo>
                    <a:pt x="8073" y="572"/>
                  </a:lnTo>
                  <a:cubicBezTo>
                    <a:pt x="7978" y="572"/>
                    <a:pt x="7931" y="619"/>
                    <a:pt x="7907" y="715"/>
                  </a:cubicBezTo>
                  <a:cubicBezTo>
                    <a:pt x="7907" y="810"/>
                    <a:pt x="7954" y="905"/>
                    <a:pt x="8050" y="905"/>
                  </a:cubicBezTo>
                  <a:lnTo>
                    <a:pt x="9598" y="905"/>
                  </a:lnTo>
                  <a:cubicBezTo>
                    <a:pt x="9740" y="905"/>
                    <a:pt x="9883" y="1024"/>
                    <a:pt x="9883" y="1191"/>
                  </a:cubicBezTo>
                  <a:lnTo>
                    <a:pt x="9883" y="6287"/>
                  </a:lnTo>
                  <a:cubicBezTo>
                    <a:pt x="9883" y="6430"/>
                    <a:pt x="9764" y="6573"/>
                    <a:pt x="9598" y="6573"/>
                  </a:cubicBezTo>
                  <a:lnTo>
                    <a:pt x="6168" y="6573"/>
                  </a:lnTo>
                  <a:cubicBezTo>
                    <a:pt x="6025" y="6573"/>
                    <a:pt x="5906" y="6621"/>
                    <a:pt x="5787" y="6692"/>
                  </a:cubicBezTo>
                  <a:lnTo>
                    <a:pt x="5787" y="1096"/>
                  </a:lnTo>
                  <a:cubicBezTo>
                    <a:pt x="5787" y="1000"/>
                    <a:pt x="5882" y="929"/>
                    <a:pt x="5954" y="929"/>
                  </a:cubicBezTo>
                  <a:lnTo>
                    <a:pt x="7454" y="929"/>
                  </a:lnTo>
                  <a:cubicBezTo>
                    <a:pt x="7478" y="929"/>
                    <a:pt x="7478" y="929"/>
                    <a:pt x="7502" y="905"/>
                  </a:cubicBezTo>
                  <a:cubicBezTo>
                    <a:pt x="7621" y="739"/>
                    <a:pt x="7549" y="596"/>
                    <a:pt x="7430" y="596"/>
                  </a:cubicBezTo>
                  <a:lnTo>
                    <a:pt x="6192" y="596"/>
                  </a:lnTo>
                  <a:cubicBezTo>
                    <a:pt x="6002" y="596"/>
                    <a:pt x="5787" y="691"/>
                    <a:pt x="5644" y="858"/>
                  </a:cubicBezTo>
                  <a:cubicBezTo>
                    <a:pt x="5525" y="715"/>
                    <a:pt x="5311" y="596"/>
                    <a:pt x="5073" y="596"/>
                  </a:cubicBezTo>
                  <a:lnTo>
                    <a:pt x="4858" y="596"/>
                  </a:lnTo>
                  <a:lnTo>
                    <a:pt x="4858" y="381"/>
                  </a:lnTo>
                  <a:cubicBezTo>
                    <a:pt x="4858" y="191"/>
                    <a:pt x="4692" y="0"/>
                    <a:pt x="4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95"/>
            <p:cNvSpPr/>
            <p:nvPr/>
          </p:nvSpPr>
          <p:spPr>
            <a:xfrm>
              <a:off x="6350702" y="2002839"/>
              <a:ext cx="38964" cy="10166"/>
            </a:xfrm>
            <a:custGeom>
              <a:rect b="b" l="l" r="r" t="t"/>
              <a:pathLst>
                <a:path extrusionOk="0" h="311" w="1192">
                  <a:moveTo>
                    <a:pt x="168" y="1"/>
                  </a:moveTo>
                  <a:cubicBezTo>
                    <a:pt x="96" y="1"/>
                    <a:pt x="25" y="48"/>
                    <a:pt x="1" y="144"/>
                  </a:cubicBezTo>
                  <a:cubicBezTo>
                    <a:pt x="1" y="239"/>
                    <a:pt x="49" y="310"/>
                    <a:pt x="144" y="310"/>
                  </a:cubicBezTo>
                  <a:lnTo>
                    <a:pt x="1001" y="310"/>
                  </a:lnTo>
                  <a:cubicBezTo>
                    <a:pt x="1096" y="310"/>
                    <a:pt x="1168" y="263"/>
                    <a:pt x="1192" y="167"/>
                  </a:cubicBezTo>
                  <a:cubicBezTo>
                    <a:pt x="1192" y="72"/>
                    <a:pt x="1120" y="1"/>
                    <a:pt x="1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95"/>
            <p:cNvSpPr/>
            <p:nvPr/>
          </p:nvSpPr>
          <p:spPr>
            <a:xfrm>
              <a:off x="6350702" y="2026963"/>
              <a:ext cx="38964" cy="10950"/>
            </a:xfrm>
            <a:custGeom>
              <a:rect b="b" l="l" r="r" t="t"/>
              <a:pathLst>
                <a:path extrusionOk="0" h="335" w="1192">
                  <a:moveTo>
                    <a:pt x="168" y="1"/>
                  </a:moveTo>
                  <a:cubicBezTo>
                    <a:pt x="96" y="1"/>
                    <a:pt x="25" y="49"/>
                    <a:pt x="1" y="144"/>
                  </a:cubicBezTo>
                  <a:cubicBezTo>
                    <a:pt x="1" y="239"/>
                    <a:pt x="49" y="334"/>
                    <a:pt x="144" y="334"/>
                  </a:cubicBezTo>
                  <a:lnTo>
                    <a:pt x="1001" y="334"/>
                  </a:lnTo>
                  <a:cubicBezTo>
                    <a:pt x="1096" y="334"/>
                    <a:pt x="1168" y="263"/>
                    <a:pt x="1192" y="168"/>
                  </a:cubicBezTo>
                  <a:cubicBezTo>
                    <a:pt x="1192" y="96"/>
                    <a:pt x="1120" y="1"/>
                    <a:pt x="1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95"/>
            <p:cNvSpPr/>
            <p:nvPr/>
          </p:nvSpPr>
          <p:spPr>
            <a:xfrm>
              <a:off x="6350702" y="2051119"/>
              <a:ext cx="38964" cy="10918"/>
            </a:xfrm>
            <a:custGeom>
              <a:rect b="b" l="l" r="r" t="t"/>
              <a:pathLst>
                <a:path extrusionOk="0" h="334" w="1192">
                  <a:moveTo>
                    <a:pt x="168" y="0"/>
                  </a:moveTo>
                  <a:cubicBezTo>
                    <a:pt x="96" y="0"/>
                    <a:pt x="25" y="72"/>
                    <a:pt x="1" y="143"/>
                  </a:cubicBezTo>
                  <a:cubicBezTo>
                    <a:pt x="1" y="262"/>
                    <a:pt x="49" y="334"/>
                    <a:pt x="144" y="334"/>
                  </a:cubicBezTo>
                  <a:lnTo>
                    <a:pt x="1001" y="334"/>
                  </a:lnTo>
                  <a:cubicBezTo>
                    <a:pt x="1096" y="334"/>
                    <a:pt x="1168" y="262"/>
                    <a:pt x="1192" y="191"/>
                  </a:cubicBezTo>
                  <a:cubicBezTo>
                    <a:pt x="1192" y="95"/>
                    <a:pt x="1120" y="0"/>
                    <a:pt x="1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95"/>
            <p:cNvSpPr/>
            <p:nvPr/>
          </p:nvSpPr>
          <p:spPr>
            <a:xfrm>
              <a:off x="6350702" y="2075242"/>
              <a:ext cx="98912" cy="10918"/>
            </a:xfrm>
            <a:custGeom>
              <a:rect b="b" l="l" r="r" t="t"/>
              <a:pathLst>
                <a:path extrusionOk="0" h="334" w="3026">
                  <a:moveTo>
                    <a:pt x="168" y="0"/>
                  </a:moveTo>
                  <a:cubicBezTo>
                    <a:pt x="96" y="0"/>
                    <a:pt x="25" y="72"/>
                    <a:pt x="1" y="167"/>
                  </a:cubicBezTo>
                  <a:cubicBezTo>
                    <a:pt x="1" y="239"/>
                    <a:pt x="49" y="334"/>
                    <a:pt x="144" y="334"/>
                  </a:cubicBezTo>
                  <a:lnTo>
                    <a:pt x="2835" y="334"/>
                  </a:lnTo>
                  <a:cubicBezTo>
                    <a:pt x="2906" y="334"/>
                    <a:pt x="2978" y="286"/>
                    <a:pt x="3002" y="191"/>
                  </a:cubicBezTo>
                  <a:cubicBezTo>
                    <a:pt x="3025" y="96"/>
                    <a:pt x="2954" y="0"/>
                    <a:pt x="28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95"/>
            <p:cNvSpPr/>
            <p:nvPr/>
          </p:nvSpPr>
          <p:spPr>
            <a:xfrm>
              <a:off x="6350702" y="2102471"/>
              <a:ext cx="98912" cy="10950"/>
            </a:xfrm>
            <a:custGeom>
              <a:rect b="b" l="l" r="r" t="t"/>
              <a:pathLst>
                <a:path extrusionOk="0" h="335" w="3026">
                  <a:moveTo>
                    <a:pt x="168" y="1"/>
                  </a:moveTo>
                  <a:cubicBezTo>
                    <a:pt x="96" y="1"/>
                    <a:pt x="25" y="72"/>
                    <a:pt x="1" y="168"/>
                  </a:cubicBezTo>
                  <a:cubicBezTo>
                    <a:pt x="1" y="239"/>
                    <a:pt x="49" y="334"/>
                    <a:pt x="144" y="334"/>
                  </a:cubicBezTo>
                  <a:lnTo>
                    <a:pt x="2835" y="334"/>
                  </a:lnTo>
                  <a:cubicBezTo>
                    <a:pt x="2906" y="334"/>
                    <a:pt x="2978" y="287"/>
                    <a:pt x="3002" y="191"/>
                  </a:cubicBezTo>
                  <a:cubicBezTo>
                    <a:pt x="3025" y="96"/>
                    <a:pt x="2954" y="1"/>
                    <a:pt x="2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95"/>
            <p:cNvSpPr/>
            <p:nvPr/>
          </p:nvSpPr>
          <p:spPr>
            <a:xfrm>
              <a:off x="6350702" y="2128948"/>
              <a:ext cx="98912" cy="10950"/>
            </a:xfrm>
            <a:custGeom>
              <a:rect b="b" l="l" r="r" t="t"/>
              <a:pathLst>
                <a:path extrusionOk="0" h="335" w="3026">
                  <a:moveTo>
                    <a:pt x="168" y="1"/>
                  </a:moveTo>
                  <a:cubicBezTo>
                    <a:pt x="96" y="1"/>
                    <a:pt x="25" y="72"/>
                    <a:pt x="1" y="144"/>
                  </a:cubicBezTo>
                  <a:cubicBezTo>
                    <a:pt x="1" y="239"/>
                    <a:pt x="49" y="334"/>
                    <a:pt x="144" y="334"/>
                  </a:cubicBezTo>
                  <a:lnTo>
                    <a:pt x="2835" y="334"/>
                  </a:lnTo>
                  <a:cubicBezTo>
                    <a:pt x="2906" y="334"/>
                    <a:pt x="2978" y="263"/>
                    <a:pt x="3002" y="191"/>
                  </a:cubicBezTo>
                  <a:cubicBezTo>
                    <a:pt x="3025" y="96"/>
                    <a:pt x="2954" y="1"/>
                    <a:pt x="2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95"/>
            <p:cNvSpPr/>
            <p:nvPr/>
          </p:nvSpPr>
          <p:spPr>
            <a:xfrm>
              <a:off x="6497829" y="2075242"/>
              <a:ext cx="98912" cy="10918"/>
            </a:xfrm>
            <a:custGeom>
              <a:rect b="b" l="l" r="r" t="t"/>
              <a:pathLst>
                <a:path extrusionOk="0" h="334" w="3026">
                  <a:moveTo>
                    <a:pt x="168" y="0"/>
                  </a:moveTo>
                  <a:cubicBezTo>
                    <a:pt x="72" y="0"/>
                    <a:pt x="25" y="72"/>
                    <a:pt x="1" y="167"/>
                  </a:cubicBezTo>
                  <a:cubicBezTo>
                    <a:pt x="1" y="239"/>
                    <a:pt x="48" y="334"/>
                    <a:pt x="144" y="334"/>
                  </a:cubicBezTo>
                  <a:lnTo>
                    <a:pt x="2811" y="334"/>
                  </a:lnTo>
                  <a:cubicBezTo>
                    <a:pt x="2906" y="334"/>
                    <a:pt x="2978" y="286"/>
                    <a:pt x="3001" y="215"/>
                  </a:cubicBezTo>
                  <a:cubicBezTo>
                    <a:pt x="3025" y="120"/>
                    <a:pt x="2930" y="0"/>
                    <a:pt x="28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95"/>
            <p:cNvSpPr/>
            <p:nvPr/>
          </p:nvSpPr>
          <p:spPr>
            <a:xfrm>
              <a:off x="6497829" y="2102471"/>
              <a:ext cx="98912" cy="10950"/>
            </a:xfrm>
            <a:custGeom>
              <a:rect b="b" l="l" r="r" t="t"/>
              <a:pathLst>
                <a:path extrusionOk="0" h="335" w="3026">
                  <a:moveTo>
                    <a:pt x="168" y="1"/>
                  </a:moveTo>
                  <a:cubicBezTo>
                    <a:pt x="72" y="1"/>
                    <a:pt x="25" y="72"/>
                    <a:pt x="1" y="168"/>
                  </a:cubicBezTo>
                  <a:cubicBezTo>
                    <a:pt x="1" y="239"/>
                    <a:pt x="48" y="334"/>
                    <a:pt x="144" y="334"/>
                  </a:cubicBezTo>
                  <a:lnTo>
                    <a:pt x="2811" y="334"/>
                  </a:lnTo>
                  <a:cubicBezTo>
                    <a:pt x="2906" y="334"/>
                    <a:pt x="2978" y="287"/>
                    <a:pt x="3001" y="215"/>
                  </a:cubicBezTo>
                  <a:cubicBezTo>
                    <a:pt x="3025" y="96"/>
                    <a:pt x="2930" y="1"/>
                    <a:pt x="2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95"/>
            <p:cNvSpPr/>
            <p:nvPr/>
          </p:nvSpPr>
          <p:spPr>
            <a:xfrm>
              <a:off x="6497829" y="2128948"/>
              <a:ext cx="98912" cy="10950"/>
            </a:xfrm>
            <a:custGeom>
              <a:rect b="b" l="l" r="r" t="t"/>
              <a:pathLst>
                <a:path extrusionOk="0" h="335" w="3026">
                  <a:moveTo>
                    <a:pt x="168" y="1"/>
                  </a:moveTo>
                  <a:cubicBezTo>
                    <a:pt x="72" y="1"/>
                    <a:pt x="25" y="72"/>
                    <a:pt x="1" y="144"/>
                  </a:cubicBezTo>
                  <a:cubicBezTo>
                    <a:pt x="1" y="239"/>
                    <a:pt x="48" y="334"/>
                    <a:pt x="144" y="334"/>
                  </a:cubicBezTo>
                  <a:lnTo>
                    <a:pt x="2811" y="334"/>
                  </a:lnTo>
                  <a:cubicBezTo>
                    <a:pt x="2906" y="334"/>
                    <a:pt x="2978" y="263"/>
                    <a:pt x="3001" y="215"/>
                  </a:cubicBezTo>
                  <a:cubicBezTo>
                    <a:pt x="3025" y="96"/>
                    <a:pt x="2930" y="1"/>
                    <a:pt x="2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95"/>
            <p:cNvSpPr/>
            <p:nvPr/>
          </p:nvSpPr>
          <p:spPr>
            <a:xfrm>
              <a:off x="6499398" y="1993491"/>
              <a:ext cx="95774" cy="68546"/>
            </a:xfrm>
            <a:custGeom>
              <a:rect b="b" l="l" r="r" t="t"/>
              <a:pathLst>
                <a:path extrusionOk="0" h="2097" w="2930">
                  <a:moveTo>
                    <a:pt x="2525" y="358"/>
                  </a:moveTo>
                  <a:cubicBezTo>
                    <a:pt x="2572" y="358"/>
                    <a:pt x="2572" y="406"/>
                    <a:pt x="2572" y="406"/>
                  </a:cubicBezTo>
                  <a:lnTo>
                    <a:pt x="2572" y="1716"/>
                  </a:lnTo>
                  <a:cubicBezTo>
                    <a:pt x="2572" y="1716"/>
                    <a:pt x="2572" y="1739"/>
                    <a:pt x="2525" y="1739"/>
                  </a:cubicBezTo>
                  <a:lnTo>
                    <a:pt x="382" y="1739"/>
                  </a:lnTo>
                  <a:cubicBezTo>
                    <a:pt x="358" y="1739"/>
                    <a:pt x="358" y="1716"/>
                    <a:pt x="358" y="1716"/>
                  </a:cubicBezTo>
                  <a:lnTo>
                    <a:pt x="358" y="406"/>
                  </a:lnTo>
                  <a:cubicBezTo>
                    <a:pt x="358" y="358"/>
                    <a:pt x="382" y="358"/>
                    <a:pt x="382" y="358"/>
                  </a:cubicBezTo>
                  <a:close/>
                  <a:moveTo>
                    <a:pt x="382" y="1"/>
                  </a:moveTo>
                  <a:cubicBezTo>
                    <a:pt x="167" y="1"/>
                    <a:pt x="0" y="191"/>
                    <a:pt x="0" y="406"/>
                  </a:cubicBezTo>
                  <a:lnTo>
                    <a:pt x="0" y="1716"/>
                  </a:lnTo>
                  <a:cubicBezTo>
                    <a:pt x="0" y="1906"/>
                    <a:pt x="191" y="2097"/>
                    <a:pt x="382" y="2097"/>
                  </a:cubicBezTo>
                  <a:lnTo>
                    <a:pt x="2525" y="2097"/>
                  </a:lnTo>
                  <a:cubicBezTo>
                    <a:pt x="2739" y="2097"/>
                    <a:pt x="2930" y="1906"/>
                    <a:pt x="2930" y="1716"/>
                  </a:cubicBezTo>
                  <a:lnTo>
                    <a:pt x="2930" y="406"/>
                  </a:lnTo>
                  <a:cubicBezTo>
                    <a:pt x="2882" y="191"/>
                    <a:pt x="2739" y="1"/>
                    <a:pt x="2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1" name="Google Shape;19731;p95"/>
          <p:cNvGrpSpPr/>
          <p:nvPr/>
        </p:nvGrpSpPr>
        <p:grpSpPr>
          <a:xfrm>
            <a:off x="7028352" y="1796734"/>
            <a:ext cx="366688" cy="312950"/>
            <a:chOff x="7039624" y="1949134"/>
            <a:chExt cx="366688" cy="312950"/>
          </a:xfrm>
        </p:grpSpPr>
        <p:sp>
          <p:nvSpPr>
            <p:cNvPr id="19732" name="Google Shape;19732;p95"/>
            <p:cNvSpPr/>
            <p:nvPr/>
          </p:nvSpPr>
          <p:spPr>
            <a:xfrm>
              <a:off x="7043514" y="1984926"/>
              <a:ext cx="357340" cy="271731"/>
            </a:xfrm>
            <a:custGeom>
              <a:rect b="b" l="l" r="r" t="t"/>
              <a:pathLst>
                <a:path extrusionOk="0" h="8313" w="10932">
                  <a:moveTo>
                    <a:pt x="1" y="1"/>
                  </a:moveTo>
                  <a:lnTo>
                    <a:pt x="1" y="8122"/>
                  </a:lnTo>
                  <a:cubicBezTo>
                    <a:pt x="1" y="8217"/>
                    <a:pt x="96" y="8312"/>
                    <a:pt x="168" y="8312"/>
                  </a:cubicBezTo>
                  <a:lnTo>
                    <a:pt x="10765" y="8312"/>
                  </a:lnTo>
                  <a:cubicBezTo>
                    <a:pt x="10860" y="8312"/>
                    <a:pt x="10932" y="8217"/>
                    <a:pt x="10932" y="8169"/>
                  </a:cubicBezTo>
                  <a:lnTo>
                    <a:pt x="10932" y="192"/>
                  </a:lnTo>
                  <a:cubicBezTo>
                    <a:pt x="10932" y="96"/>
                    <a:pt x="10836" y="1"/>
                    <a:pt x="10741"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95"/>
            <p:cNvSpPr/>
            <p:nvPr/>
          </p:nvSpPr>
          <p:spPr>
            <a:xfrm>
              <a:off x="7043514" y="1984926"/>
              <a:ext cx="357340" cy="43638"/>
            </a:xfrm>
            <a:custGeom>
              <a:rect b="b" l="l" r="r" t="t"/>
              <a:pathLst>
                <a:path extrusionOk="0" h="1335" w="10932">
                  <a:moveTo>
                    <a:pt x="1" y="1"/>
                  </a:moveTo>
                  <a:lnTo>
                    <a:pt x="1" y="1335"/>
                  </a:lnTo>
                  <a:lnTo>
                    <a:pt x="10932" y="1335"/>
                  </a:lnTo>
                  <a:lnTo>
                    <a:pt x="10932" y="192"/>
                  </a:lnTo>
                  <a:cubicBezTo>
                    <a:pt x="10932" y="96"/>
                    <a:pt x="10836" y="1"/>
                    <a:pt x="10741" y="1"/>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95"/>
            <p:cNvSpPr/>
            <p:nvPr/>
          </p:nvSpPr>
          <p:spPr>
            <a:xfrm>
              <a:off x="7373592" y="1984175"/>
              <a:ext cx="27261" cy="272483"/>
            </a:xfrm>
            <a:custGeom>
              <a:rect b="b" l="l" r="r" t="t"/>
              <a:pathLst>
                <a:path extrusionOk="0" h="8336" w="834">
                  <a:moveTo>
                    <a:pt x="0" y="0"/>
                  </a:moveTo>
                  <a:cubicBezTo>
                    <a:pt x="72" y="0"/>
                    <a:pt x="167" y="95"/>
                    <a:pt x="167" y="167"/>
                  </a:cubicBezTo>
                  <a:lnTo>
                    <a:pt x="167" y="8145"/>
                  </a:lnTo>
                  <a:cubicBezTo>
                    <a:pt x="167" y="8240"/>
                    <a:pt x="72" y="8335"/>
                    <a:pt x="0" y="8335"/>
                  </a:cubicBezTo>
                  <a:lnTo>
                    <a:pt x="643" y="8335"/>
                  </a:lnTo>
                  <a:cubicBezTo>
                    <a:pt x="738" y="8335"/>
                    <a:pt x="834" y="8240"/>
                    <a:pt x="834" y="8145"/>
                  </a:cubicBezTo>
                  <a:lnTo>
                    <a:pt x="834" y="167"/>
                  </a:lnTo>
                  <a:cubicBezTo>
                    <a:pt x="834" y="95"/>
                    <a:pt x="738" y="0"/>
                    <a:pt x="64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95"/>
            <p:cNvSpPr/>
            <p:nvPr/>
          </p:nvSpPr>
          <p:spPr>
            <a:xfrm>
              <a:off x="7373592" y="1984175"/>
              <a:ext cx="27261" cy="43605"/>
            </a:xfrm>
            <a:custGeom>
              <a:rect b="b" l="l" r="r" t="t"/>
              <a:pathLst>
                <a:path extrusionOk="0" h="1334" w="834">
                  <a:moveTo>
                    <a:pt x="0" y="0"/>
                  </a:moveTo>
                  <a:cubicBezTo>
                    <a:pt x="72" y="0"/>
                    <a:pt x="167" y="95"/>
                    <a:pt x="167" y="167"/>
                  </a:cubicBezTo>
                  <a:lnTo>
                    <a:pt x="167" y="1334"/>
                  </a:lnTo>
                  <a:lnTo>
                    <a:pt x="834" y="1334"/>
                  </a:lnTo>
                  <a:lnTo>
                    <a:pt x="834" y="167"/>
                  </a:lnTo>
                  <a:cubicBezTo>
                    <a:pt x="834" y="95"/>
                    <a:pt x="738" y="0"/>
                    <a:pt x="643"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95"/>
            <p:cNvSpPr/>
            <p:nvPr/>
          </p:nvSpPr>
          <p:spPr>
            <a:xfrm>
              <a:off x="7043514" y="1953023"/>
              <a:ext cx="128495" cy="31936"/>
            </a:xfrm>
            <a:custGeom>
              <a:rect b="b" l="l" r="r" t="t"/>
              <a:pathLst>
                <a:path extrusionOk="0" h="977" w="3931">
                  <a:moveTo>
                    <a:pt x="382" y="1"/>
                  </a:moveTo>
                  <a:cubicBezTo>
                    <a:pt x="168" y="1"/>
                    <a:pt x="1" y="167"/>
                    <a:pt x="1" y="382"/>
                  </a:cubicBezTo>
                  <a:lnTo>
                    <a:pt x="1" y="977"/>
                  </a:lnTo>
                  <a:lnTo>
                    <a:pt x="3906" y="977"/>
                  </a:lnTo>
                  <a:lnTo>
                    <a:pt x="3906" y="382"/>
                  </a:lnTo>
                  <a:cubicBezTo>
                    <a:pt x="3930" y="167"/>
                    <a:pt x="3740" y="1"/>
                    <a:pt x="3549"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95"/>
            <p:cNvSpPr/>
            <p:nvPr/>
          </p:nvSpPr>
          <p:spPr>
            <a:xfrm>
              <a:off x="7131476" y="2065109"/>
              <a:ext cx="176741" cy="166053"/>
            </a:xfrm>
            <a:custGeom>
              <a:rect b="b" l="l" r="r" t="t"/>
              <a:pathLst>
                <a:path extrusionOk="0" h="5080" w="5407">
                  <a:moveTo>
                    <a:pt x="215" y="1"/>
                  </a:moveTo>
                  <a:cubicBezTo>
                    <a:pt x="96" y="1"/>
                    <a:pt x="1" y="72"/>
                    <a:pt x="1" y="191"/>
                  </a:cubicBezTo>
                  <a:lnTo>
                    <a:pt x="1" y="3835"/>
                  </a:lnTo>
                  <a:cubicBezTo>
                    <a:pt x="1" y="3954"/>
                    <a:pt x="96" y="4025"/>
                    <a:pt x="215" y="4025"/>
                  </a:cubicBezTo>
                  <a:lnTo>
                    <a:pt x="1549" y="4025"/>
                  </a:lnTo>
                  <a:cubicBezTo>
                    <a:pt x="1620" y="4025"/>
                    <a:pt x="1668" y="4073"/>
                    <a:pt x="1715" y="4097"/>
                  </a:cubicBezTo>
                  <a:lnTo>
                    <a:pt x="2454" y="5026"/>
                  </a:lnTo>
                  <a:cubicBezTo>
                    <a:pt x="2501" y="5061"/>
                    <a:pt x="2555" y="5079"/>
                    <a:pt x="2606" y="5079"/>
                  </a:cubicBezTo>
                  <a:cubicBezTo>
                    <a:pt x="2656" y="5079"/>
                    <a:pt x="2704" y="5061"/>
                    <a:pt x="2740" y="5026"/>
                  </a:cubicBezTo>
                  <a:lnTo>
                    <a:pt x="3502" y="4097"/>
                  </a:lnTo>
                  <a:cubicBezTo>
                    <a:pt x="3525" y="4073"/>
                    <a:pt x="3573" y="4025"/>
                    <a:pt x="3644" y="4025"/>
                  </a:cubicBezTo>
                  <a:lnTo>
                    <a:pt x="5192" y="4025"/>
                  </a:lnTo>
                  <a:cubicBezTo>
                    <a:pt x="5311" y="4025"/>
                    <a:pt x="5407" y="3954"/>
                    <a:pt x="5407" y="3835"/>
                  </a:cubicBezTo>
                  <a:lnTo>
                    <a:pt x="5407" y="191"/>
                  </a:lnTo>
                  <a:cubicBezTo>
                    <a:pt x="5407" y="72"/>
                    <a:pt x="5311" y="1"/>
                    <a:pt x="5192"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95"/>
            <p:cNvSpPr/>
            <p:nvPr/>
          </p:nvSpPr>
          <p:spPr>
            <a:xfrm>
              <a:off x="7137719" y="1953023"/>
              <a:ext cx="34289" cy="31936"/>
            </a:xfrm>
            <a:custGeom>
              <a:rect b="b" l="l" r="r" t="t"/>
              <a:pathLst>
                <a:path extrusionOk="0" h="977" w="1049">
                  <a:moveTo>
                    <a:pt x="0" y="1"/>
                  </a:moveTo>
                  <a:cubicBezTo>
                    <a:pt x="215" y="1"/>
                    <a:pt x="381" y="167"/>
                    <a:pt x="381" y="382"/>
                  </a:cubicBezTo>
                  <a:lnTo>
                    <a:pt x="381" y="977"/>
                  </a:lnTo>
                  <a:lnTo>
                    <a:pt x="1048" y="977"/>
                  </a:lnTo>
                  <a:lnTo>
                    <a:pt x="1048" y="382"/>
                  </a:lnTo>
                  <a:cubicBezTo>
                    <a:pt x="1048" y="167"/>
                    <a:pt x="858" y="1"/>
                    <a:pt x="667"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95"/>
            <p:cNvSpPr/>
            <p:nvPr/>
          </p:nvSpPr>
          <p:spPr>
            <a:xfrm>
              <a:off x="7280956" y="2065109"/>
              <a:ext cx="28046" cy="131600"/>
            </a:xfrm>
            <a:custGeom>
              <a:rect b="b" l="l" r="r" t="t"/>
              <a:pathLst>
                <a:path extrusionOk="0" h="4026" w="858">
                  <a:moveTo>
                    <a:pt x="0" y="1"/>
                  </a:moveTo>
                  <a:cubicBezTo>
                    <a:pt x="119" y="1"/>
                    <a:pt x="215" y="72"/>
                    <a:pt x="215" y="191"/>
                  </a:cubicBezTo>
                  <a:lnTo>
                    <a:pt x="215" y="3835"/>
                  </a:lnTo>
                  <a:cubicBezTo>
                    <a:pt x="215" y="3954"/>
                    <a:pt x="119" y="4025"/>
                    <a:pt x="0" y="4025"/>
                  </a:cubicBezTo>
                  <a:lnTo>
                    <a:pt x="643" y="4025"/>
                  </a:lnTo>
                  <a:cubicBezTo>
                    <a:pt x="762" y="4025"/>
                    <a:pt x="858" y="3954"/>
                    <a:pt x="858" y="3835"/>
                  </a:cubicBezTo>
                  <a:lnTo>
                    <a:pt x="858" y="191"/>
                  </a:lnTo>
                  <a:cubicBezTo>
                    <a:pt x="858" y="72"/>
                    <a:pt x="762" y="1"/>
                    <a:pt x="643"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95"/>
            <p:cNvSpPr/>
            <p:nvPr/>
          </p:nvSpPr>
          <p:spPr>
            <a:xfrm>
              <a:off x="7287951" y="2046444"/>
              <a:ext cx="38963" cy="38963"/>
            </a:xfrm>
            <a:custGeom>
              <a:rect b="b" l="l" r="r" t="t"/>
              <a:pathLst>
                <a:path extrusionOk="0" h="1192" w="1192">
                  <a:moveTo>
                    <a:pt x="596" y="0"/>
                  </a:moveTo>
                  <a:cubicBezTo>
                    <a:pt x="263" y="0"/>
                    <a:pt x="1" y="262"/>
                    <a:pt x="1" y="596"/>
                  </a:cubicBezTo>
                  <a:cubicBezTo>
                    <a:pt x="1" y="929"/>
                    <a:pt x="263" y="1191"/>
                    <a:pt x="596" y="1191"/>
                  </a:cubicBezTo>
                  <a:cubicBezTo>
                    <a:pt x="905" y="1191"/>
                    <a:pt x="1191" y="929"/>
                    <a:pt x="1191" y="596"/>
                  </a:cubicBezTo>
                  <a:cubicBezTo>
                    <a:pt x="1191" y="262"/>
                    <a:pt x="905" y="0"/>
                    <a:pt x="596"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95"/>
            <p:cNvSpPr/>
            <p:nvPr/>
          </p:nvSpPr>
          <p:spPr>
            <a:xfrm>
              <a:off x="7319102" y="2000518"/>
              <a:ext cx="11702" cy="11702"/>
            </a:xfrm>
            <a:custGeom>
              <a:rect b="b" l="l" r="r" t="t"/>
              <a:pathLst>
                <a:path extrusionOk="0" h="358" w="358">
                  <a:moveTo>
                    <a:pt x="167" y="0"/>
                  </a:moveTo>
                  <a:cubicBezTo>
                    <a:pt x="72" y="0"/>
                    <a:pt x="0" y="72"/>
                    <a:pt x="0" y="191"/>
                  </a:cubicBezTo>
                  <a:cubicBezTo>
                    <a:pt x="0" y="286"/>
                    <a:pt x="72" y="357"/>
                    <a:pt x="167" y="357"/>
                  </a:cubicBezTo>
                  <a:cubicBezTo>
                    <a:pt x="262" y="357"/>
                    <a:pt x="357" y="286"/>
                    <a:pt x="357" y="191"/>
                  </a:cubicBezTo>
                  <a:cubicBezTo>
                    <a:pt x="357" y="72"/>
                    <a:pt x="262" y="0"/>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95"/>
            <p:cNvSpPr/>
            <p:nvPr/>
          </p:nvSpPr>
          <p:spPr>
            <a:xfrm>
              <a:off x="7340872" y="2000518"/>
              <a:ext cx="11735" cy="11702"/>
            </a:xfrm>
            <a:custGeom>
              <a:rect b="b" l="l" r="r" t="t"/>
              <a:pathLst>
                <a:path extrusionOk="0" h="358" w="359">
                  <a:moveTo>
                    <a:pt x="191" y="0"/>
                  </a:moveTo>
                  <a:cubicBezTo>
                    <a:pt x="96" y="0"/>
                    <a:pt x="1" y="72"/>
                    <a:pt x="1" y="191"/>
                  </a:cubicBezTo>
                  <a:cubicBezTo>
                    <a:pt x="1" y="286"/>
                    <a:pt x="96" y="357"/>
                    <a:pt x="191" y="357"/>
                  </a:cubicBezTo>
                  <a:cubicBezTo>
                    <a:pt x="287" y="357"/>
                    <a:pt x="358" y="286"/>
                    <a:pt x="358" y="191"/>
                  </a:cubicBezTo>
                  <a:cubicBezTo>
                    <a:pt x="358" y="72"/>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95"/>
            <p:cNvSpPr/>
            <p:nvPr/>
          </p:nvSpPr>
          <p:spPr>
            <a:xfrm>
              <a:off x="7363459" y="2000518"/>
              <a:ext cx="11702" cy="11702"/>
            </a:xfrm>
            <a:custGeom>
              <a:rect b="b" l="l" r="r" t="t"/>
              <a:pathLst>
                <a:path extrusionOk="0" h="358" w="358">
                  <a:moveTo>
                    <a:pt x="167" y="0"/>
                  </a:moveTo>
                  <a:cubicBezTo>
                    <a:pt x="72" y="0"/>
                    <a:pt x="1" y="72"/>
                    <a:pt x="1" y="191"/>
                  </a:cubicBezTo>
                  <a:cubicBezTo>
                    <a:pt x="1" y="286"/>
                    <a:pt x="72" y="357"/>
                    <a:pt x="167" y="357"/>
                  </a:cubicBezTo>
                  <a:cubicBezTo>
                    <a:pt x="286" y="357"/>
                    <a:pt x="358" y="286"/>
                    <a:pt x="358" y="191"/>
                  </a:cubicBezTo>
                  <a:cubicBezTo>
                    <a:pt x="358" y="72"/>
                    <a:pt x="286" y="0"/>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95"/>
            <p:cNvSpPr/>
            <p:nvPr/>
          </p:nvSpPr>
          <p:spPr>
            <a:xfrm>
              <a:off x="7126802" y="2040920"/>
              <a:ext cx="205539" cy="193935"/>
            </a:xfrm>
            <a:custGeom>
              <a:rect b="b" l="l" r="r" t="t"/>
              <a:pathLst>
                <a:path extrusionOk="0" h="5933" w="6288">
                  <a:moveTo>
                    <a:pt x="5526" y="336"/>
                  </a:moveTo>
                  <a:cubicBezTo>
                    <a:pt x="5764" y="336"/>
                    <a:pt x="5955" y="550"/>
                    <a:pt x="5955" y="788"/>
                  </a:cubicBezTo>
                  <a:cubicBezTo>
                    <a:pt x="5955" y="1027"/>
                    <a:pt x="5764" y="1241"/>
                    <a:pt x="5526" y="1241"/>
                  </a:cubicBezTo>
                  <a:cubicBezTo>
                    <a:pt x="5288" y="1241"/>
                    <a:pt x="5073" y="1027"/>
                    <a:pt x="5073" y="788"/>
                  </a:cubicBezTo>
                  <a:cubicBezTo>
                    <a:pt x="5073" y="527"/>
                    <a:pt x="5288" y="336"/>
                    <a:pt x="5526" y="336"/>
                  </a:cubicBezTo>
                  <a:close/>
                  <a:moveTo>
                    <a:pt x="4764" y="908"/>
                  </a:moveTo>
                  <a:cubicBezTo>
                    <a:pt x="4835" y="1241"/>
                    <a:pt x="5097" y="1503"/>
                    <a:pt x="5431" y="1574"/>
                  </a:cubicBezTo>
                  <a:lnTo>
                    <a:pt x="5431" y="4599"/>
                  </a:lnTo>
                  <a:cubicBezTo>
                    <a:pt x="5423" y="4591"/>
                    <a:pt x="5412" y="4588"/>
                    <a:pt x="5402" y="4588"/>
                  </a:cubicBezTo>
                  <a:cubicBezTo>
                    <a:pt x="5380" y="4588"/>
                    <a:pt x="5359" y="4599"/>
                    <a:pt x="5359" y="4599"/>
                  </a:cubicBezTo>
                  <a:lnTo>
                    <a:pt x="3811" y="4599"/>
                  </a:lnTo>
                  <a:cubicBezTo>
                    <a:pt x="3692" y="4599"/>
                    <a:pt x="3597" y="4670"/>
                    <a:pt x="3549" y="4718"/>
                  </a:cubicBezTo>
                  <a:lnTo>
                    <a:pt x="2811" y="5647"/>
                  </a:lnTo>
                  <a:lnTo>
                    <a:pt x="2740" y="5647"/>
                  </a:lnTo>
                  <a:lnTo>
                    <a:pt x="2001" y="4718"/>
                  </a:lnTo>
                  <a:cubicBezTo>
                    <a:pt x="1930" y="4623"/>
                    <a:pt x="1811" y="4599"/>
                    <a:pt x="1739" y="4599"/>
                  </a:cubicBezTo>
                  <a:lnTo>
                    <a:pt x="406" y="4599"/>
                  </a:lnTo>
                  <a:cubicBezTo>
                    <a:pt x="358" y="4599"/>
                    <a:pt x="358" y="4575"/>
                    <a:pt x="358" y="4575"/>
                  </a:cubicBezTo>
                  <a:lnTo>
                    <a:pt x="358" y="931"/>
                  </a:lnTo>
                  <a:cubicBezTo>
                    <a:pt x="358" y="908"/>
                    <a:pt x="406" y="908"/>
                    <a:pt x="406" y="908"/>
                  </a:cubicBezTo>
                  <a:close/>
                  <a:moveTo>
                    <a:pt x="5521" y="1"/>
                  </a:moveTo>
                  <a:cubicBezTo>
                    <a:pt x="5162" y="1"/>
                    <a:pt x="4855" y="232"/>
                    <a:pt x="4764" y="550"/>
                  </a:cubicBezTo>
                  <a:lnTo>
                    <a:pt x="358" y="550"/>
                  </a:lnTo>
                  <a:cubicBezTo>
                    <a:pt x="168" y="550"/>
                    <a:pt x="1" y="741"/>
                    <a:pt x="1" y="908"/>
                  </a:cubicBezTo>
                  <a:lnTo>
                    <a:pt x="1" y="4527"/>
                  </a:lnTo>
                  <a:cubicBezTo>
                    <a:pt x="1" y="4742"/>
                    <a:pt x="191" y="4885"/>
                    <a:pt x="358" y="4885"/>
                  </a:cubicBezTo>
                  <a:lnTo>
                    <a:pt x="1739" y="4885"/>
                  </a:lnTo>
                  <a:lnTo>
                    <a:pt x="2478" y="5813"/>
                  </a:lnTo>
                  <a:cubicBezTo>
                    <a:pt x="2549" y="5909"/>
                    <a:pt x="2668" y="5932"/>
                    <a:pt x="2740" y="5932"/>
                  </a:cubicBezTo>
                  <a:cubicBezTo>
                    <a:pt x="2859" y="5932"/>
                    <a:pt x="2954" y="5885"/>
                    <a:pt x="3025" y="5813"/>
                  </a:cubicBezTo>
                  <a:lnTo>
                    <a:pt x="3764" y="4885"/>
                  </a:lnTo>
                  <a:lnTo>
                    <a:pt x="5335" y="4885"/>
                  </a:lnTo>
                  <a:cubicBezTo>
                    <a:pt x="5361" y="4890"/>
                    <a:pt x="5385" y="4892"/>
                    <a:pt x="5408" y="4892"/>
                  </a:cubicBezTo>
                  <a:cubicBezTo>
                    <a:pt x="5602" y="4892"/>
                    <a:pt x="5716" y="4724"/>
                    <a:pt x="5716" y="4575"/>
                  </a:cubicBezTo>
                  <a:lnTo>
                    <a:pt x="5716" y="1503"/>
                  </a:lnTo>
                  <a:cubicBezTo>
                    <a:pt x="6050" y="1408"/>
                    <a:pt x="6288" y="1050"/>
                    <a:pt x="6264" y="693"/>
                  </a:cubicBezTo>
                  <a:cubicBezTo>
                    <a:pt x="6240" y="336"/>
                    <a:pt x="5931" y="50"/>
                    <a:pt x="5574" y="3"/>
                  </a:cubicBezTo>
                  <a:cubicBezTo>
                    <a:pt x="5556" y="2"/>
                    <a:pt x="5538" y="1"/>
                    <a:pt x="55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95"/>
            <p:cNvSpPr/>
            <p:nvPr/>
          </p:nvSpPr>
          <p:spPr>
            <a:xfrm>
              <a:off x="7156384" y="2086127"/>
              <a:ext cx="43638" cy="10950"/>
            </a:xfrm>
            <a:custGeom>
              <a:rect b="b" l="l" r="r" t="t"/>
              <a:pathLst>
                <a:path extrusionOk="0" h="335" w="1335">
                  <a:moveTo>
                    <a:pt x="215" y="1"/>
                  </a:moveTo>
                  <a:cubicBezTo>
                    <a:pt x="120" y="1"/>
                    <a:pt x="49" y="72"/>
                    <a:pt x="25" y="144"/>
                  </a:cubicBezTo>
                  <a:cubicBezTo>
                    <a:pt x="1" y="239"/>
                    <a:pt x="96" y="334"/>
                    <a:pt x="168" y="334"/>
                  </a:cubicBezTo>
                  <a:lnTo>
                    <a:pt x="1168" y="334"/>
                  </a:lnTo>
                  <a:cubicBezTo>
                    <a:pt x="1239" y="334"/>
                    <a:pt x="1311" y="263"/>
                    <a:pt x="1335" y="191"/>
                  </a:cubicBezTo>
                  <a:cubicBezTo>
                    <a:pt x="1335" y="96"/>
                    <a:pt x="1287" y="1"/>
                    <a:pt x="1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95"/>
            <p:cNvSpPr/>
            <p:nvPr/>
          </p:nvSpPr>
          <p:spPr>
            <a:xfrm>
              <a:off x="7156384" y="2111819"/>
              <a:ext cx="125389" cy="10166"/>
            </a:xfrm>
            <a:custGeom>
              <a:rect b="b" l="l" r="r" t="t"/>
              <a:pathLst>
                <a:path extrusionOk="0" h="311" w="3836">
                  <a:moveTo>
                    <a:pt x="168" y="1"/>
                  </a:moveTo>
                  <a:cubicBezTo>
                    <a:pt x="96" y="1"/>
                    <a:pt x="25" y="48"/>
                    <a:pt x="1" y="144"/>
                  </a:cubicBezTo>
                  <a:cubicBezTo>
                    <a:pt x="1" y="239"/>
                    <a:pt x="49" y="310"/>
                    <a:pt x="144" y="310"/>
                  </a:cubicBezTo>
                  <a:lnTo>
                    <a:pt x="3621" y="310"/>
                  </a:lnTo>
                  <a:cubicBezTo>
                    <a:pt x="3716" y="310"/>
                    <a:pt x="3787" y="263"/>
                    <a:pt x="3811" y="167"/>
                  </a:cubicBezTo>
                  <a:cubicBezTo>
                    <a:pt x="3835" y="72"/>
                    <a:pt x="3740" y="1"/>
                    <a:pt x="3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95"/>
            <p:cNvSpPr/>
            <p:nvPr/>
          </p:nvSpPr>
          <p:spPr>
            <a:xfrm>
              <a:off x="7156384" y="2136727"/>
              <a:ext cx="125389" cy="10950"/>
            </a:xfrm>
            <a:custGeom>
              <a:rect b="b" l="l" r="r" t="t"/>
              <a:pathLst>
                <a:path extrusionOk="0" h="335" w="3836">
                  <a:moveTo>
                    <a:pt x="168" y="1"/>
                  </a:moveTo>
                  <a:cubicBezTo>
                    <a:pt x="96" y="1"/>
                    <a:pt x="25" y="48"/>
                    <a:pt x="1" y="144"/>
                  </a:cubicBezTo>
                  <a:cubicBezTo>
                    <a:pt x="1" y="239"/>
                    <a:pt x="49" y="334"/>
                    <a:pt x="144" y="334"/>
                  </a:cubicBezTo>
                  <a:lnTo>
                    <a:pt x="3621" y="334"/>
                  </a:lnTo>
                  <a:cubicBezTo>
                    <a:pt x="3716" y="334"/>
                    <a:pt x="3787" y="263"/>
                    <a:pt x="3811" y="191"/>
                  </a:cubicBezTo>
                  <a:cubicBezTo>
                    <a:pt x="3835" y="96"/>
                    <a:pt x="3740" y="1"/>
                    <a:pt x="3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95"/>
            <p:cNvSpPr/>
            <p:nvPr/>
          </p:nvSpPr>
          <p:spPr>
            <a:xfrm>
              <a:off x="7156384" y="2163204"/>
              <a:ext cx="125389" cy="10918"/>
            </a:xfrm>
            <a:custGeom>
              <a:rect b="b" l="l" r="r" t="t"/>
              <a:pathLst>
                <a:path extrusionOk="0" h="334" w="3836">
                  <a:moveTo>
                    <a:pt x="168" y="0"/>
                  </a:moveTo>
                  <a:cubicBezTo>
                    <a:pt x="96" y="0"/>
                    <a:pt x="25" y="48"/>
                    <a:pt x="1" y="143"/>
                  </a:cubicBezTo>
                  <a:cubicBezTo>
                    <a:pt x="1" y="239"/>
                    <a:pt x="49" y="334"/>
                    <a:pt x="144" y="334"/>
                  </a:cubicBezTo>
                  <a:lnTo>
                    <a:pt x="3621" y="334"/>
                  </a:lnTo>
                  <a:cubicBezTo>
                    <a:pt x="3716" y="334"/>
                    <a:pt x="3787" y="262"/>
                    <a:pt x="3811" y="167"/>
                  </a:cubicBezTo>
                  <a:cubicBezTo>
                    <a:pt x="3835" y="96"/>
                    <a:pt x="374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95"/>
            <p:cNvSpPr/>
            <p:nvPr/>
          </p:nvSpPr>
          <p:spPr>
            <a:xfrm>
              <a:off x="7039624" y="1949134"/>
              <a:ext cx="366688" cy="312950"/>
            </a:xfrm>
            <a:custGeom>
              <a:rect b="b" l="l" r="r" t="t"/>
              <a:pathLst>
                <a:path extrusionOk="0" h="9574" w="11218">
                  <a:moveTo>
                    <a:pt x="3692" y="286"/>
                  </a:moveTo>
                  <a:cubicBezTo>
                    <a:pt x="3811" y="286"/>
                    <a:pt x="3906" y="382"/>
                    <a:pt x="3906" y="501"/>
                  </a:cubicBezTo>
                  <a:lnTo>
                    <a:pt x="3906" y="882"/>
                  </a:lnTo>
                  <a:lnTo>
                    <a:pt x="334" y="882"/>
                  </a:lnTo>
                  <a:lnTo>
                    <a:pt x="334" y="501"/>
                  </a:lnTo>
                  <a:cubicBezTo>
                    <a:pt x="287" y="382"/>
                    <a:pt x="406" y="286"/>
                    <a:pt x="525" y="286"/>
                  </a:cubicBezTo>
                  <a:close/>
                  <a:moveTo>
                    <a:pt x="525" y="1"/>
                  </a:moveTo>
                  <a:cubicBezTo>
                    <a:pt x="239" y="1"/>
                    <a:pt x="1" y="239"/>
                    <a:pt x="1" y="524"/>
                  </a:cubicBezTo>
                  <a:lnTo>
                    <a:pt x="1" y="9407"/>
                  </a:lnTo>
                  <a:cubicBezTo>
                    <a:pt x="1" y="9502"/>
                    <a:pt x="96" y="9574"/>
                    <a:pt x="167" y="9574"/>
                  </a:cubicBezTo>
                  <a:lnTo>
                    <a:pt x="7598" y="9574"/>
                  </a:lnTo>
                  <a:cubicBezTo>
                    <a:pt x="7621" y="9574"/>
                    <a:pt x="7645" y="9574"/>
                    <a:pt x="7645" y="9550"/>
                  </a:cubicBezTo>
                  <a:cubicBezTo>
                    <a:pt x="7764" y="9407"/>
                    <a:pt x="7669" y="9264"/>
                    <a:pt x="7526" y="9264"/>
                  </a:cubicBezTo>
                  <a:lnTo>
                    <a:pt x="334" y="9264"/>
                  </a:lnTo>
                  <a:lnTo>
                    <a:pt x="334" y="2644"/>
                  </a:lnTo>
                  <a:lnTo>
                    <a:pt x="3001" y="2644"/>
                  </a:lnTo>
                  <a:cubicBezTo>
                    <a:pt x="3097" y="2644"/>
                    <a:pt x="3144" y="2596"/>
                    <a:pt x="3192" y="2501"/>
                  </a:cubicBezTo>
                  <a:cubicBezTo>
                    <a:pt x="3192" y="2406"/>
                    <a:pt x="3120" y="2311"/>
                    <a:pt x="3025" y="2311"/>
                  </a:cubicBezTo>
                  <a:lnTo>
                    <a:pt x="334" y="2311"/>
                  </a:lnTo>
                  <a:lnTo>
                    <a:pt x="334" y="1310"/>
                  </a:lnTo>
                  <a:lnTo>
                    <a:pt x="10932" y="1310"/>
                  </a:lnTo>
                  <a:lnTo>
                    <a:pt x="10932" y="2311"/>
                  </a:lnTo>
                  <a:lnTo>
                    <a:pt x="3692" y="2311"/>
                  </a:lnTo>
                  <a:cubicBezTo>
                    <a:pt x="3597" y="2311"/>
                    <a:pt x="3549" y="2382"/>
                    <a:pt x="3501" y="2477"/>
                  </a:cubicBezTo>
                  <a:cubicBezTo>
                    <a:pt x="3501" y="2549"/>
                    <a:pt x="3573" y="2644"/>
                    <a:pt x="3668" y="2644"/>
                  </a:cubicBezTo>
                  <a:lnTo>
                    <a:pt x="10884" y="2644"/>
                  </a:lnTo>
                  <a:lnTo>
                    <a:pt x="10884" y="9264"/>
                  </a:lnTo>
                  <a:lnTo>
                    <a:pt x="8193" y="9264"/>
                  </a:lnTo>
                  <a:cubicBezTo>
                    <a:pt x="8098" y="9264"/>
                    <a:pt x="8026" y="9312"/>
                    <a:pt x="8002" y="9407"/>
                  </a:cubicBezTo>
                  <a:cubicBezTo>
                    <a:pt x="8002" y="9502"/>
                    <a:pt x="8074" y="9574"/>
                    <a:pt x="8145" y="9574"/>
                  </a:cubicBezTo>
                  <a:lnTo>
                    <a:pt x="10860" y="9574"/>
                  </a:lnTo>
                  <a:cubicBezTo>
                    <a:pt x="11051" y="9574"/>
                    <a:pt x="11194" y="9431"/>
                    <a:pt x="11194" y="9264"/>
                  </a:cubicBezTo>
                  <a:lnTo>
                    <a:pt x="11194" y="1287"/>
                  </a:lnTo>
                  <a:cubicBezTo>
                    <a:pt x="11217" y="1072"/>
                    <a:pt x="11074" y="929"/>
                    <a:pt x="10884" y="929"/>
                  </a:cubicBezTo>
                  <a:lnTo>
                    <a:pt x="4216" y="929"/>
                  </a:lnTo>
                  <a:lnTo>
                    <a:pt x="4216" y="524"/>
                  </a:lnTo>
                  <a:cubicBezTo>
                    <a:pt x="4216" y="239"/>
                    <a:pt x="3978" y="1"/>
                    <a:pt x="3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0" name="Google Shape;19750;p95"/>
          <p:cNvGrpSpPr/>
          <p:nvPr/>
        </p:nvGrpSpPr>
        <p:grpSpPr>
          <a:xfrm>
            <a:off x="7789003" y="1796734"/>
            <a:ext cx="369009" cy="312950"/>
            <a:chOff x="7795490" y="1949134"/>
            <a:chExt cx="369009" cy="312950"/>
          </a:xfrm>
        </p:grpSpPr>
        <p:sp>
          <p:nvSpPr>
            <p:cNvPr id="19751" name="Google Shape;19751;p95"/>
            <p:cNvSpPr/>
            <p:nvPr/>
          </p:nvSpPr>
          <p:spPr>
            <a:xfrm>
              <a:off x="7799380" y="1984926"/>
              <a:ext cx="358124" cy="271731"/>
            </a:xfrm>
            <a:custGeom>
              <a:rect b="b" l="l" r="r" t="t"/>
              <a:pathLst>
                <a:path extrusionOk="0" h="8313" w="10956">
                  <a:moveTo>
                    <a:pt x="1" y="1"/>
                  </a:moveTo>
                  <a:lnTo>
                    <a:pt x="1" y="8122"/>
                  </a:lnTo>
                  <a:cubicBezTo>
                    <a:pt x="1" y="8217"/>
                    <a:pt x="96" y="8312"/>
                    <a:pt x="191" y="8312"/>
                  </a:cubicBezTo>
                  <a:lnTo>
                    <a:pt x="10789" y="8312"/>
                  </a:lnTo>
                  <a:cubicBezTo>
                    <a:pt x="10860" y="8312"/>
                    <a:pt x="10955" y="8217"/>
                    <a:pt x="10932" y="8169"/>
                  </a:cubicBezTo>
                  <a:lnTo>
                    <a:pt x="10932" y="192"/>
                  </a:lnTo>
                  <a:cubicBezTo>
                    <a:pt x="10932" y="96"/>
                    <a:pt x="10836" y="1"/>
                    <a:pt x="10741"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95"/>
            <p:cNvSpPr/>
            <p:nvPr/>
          </p:nvSpPr>
          <p:spPr>
            <a:xfrm>
              <a:off x="8130210" y="1984175"/>
              <a:ext cx="27294" cy="272483"/>
            </a:xfrm>
            <a:custGeom>
              <a:rect b="b" l="l" r="r" t="t"/>
              <a:pathLst>
                <a:path extrusionOk="0" h="8336" w="835">
                  <a:moveTo>
                    <a:pt x="1" y="0"/>
                  </a:moveTo>
                  <a:cubicBezTo>
                    <a:pt x="96" y="0"/>
                    <a:pt x="191" y="95"/>
                    <a:pt x="191" y="167"/>
                  </a:cubicBezTo>
                  <a:lnTo>
                    <a:pt x="191" y="8145"/>
                  </a:lnTo>
                  <a:cubicBezTo>
                    <a:pt x="191" y="8240"/>
                    <a:pt x="96" y="8335"/>
                    <a:pt x="1" y="8335"/>
                  </a:cubicBezTo>
                  <a:lnTo>
                    <a:pt x="668" y="8335"/>
                  </a:lnTo>
                  <a:cubicBezTo>
                    <a:pt x="739" y="8335"/>
                    <a:pt x="834" y="8240"/>
                    <a:pt x="834" y="8145"/>
                  </a:cubicBezTo>
                  <a:lnTo>
                    <a:pt x="834" y="167"/>
                  </a:lnTo>
                  <a:cubicBezTo>
                    <a:pt x="834" y="95"/>
                    <a:pt x="739" y="0"/>
                    <a:pt x="66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95"/>
            <p:cNvSpPr/>
            <p:nvPr/>
          </p:nvSpPr>
          <p:spPr>
            <a:xfrm>
              <a:off x="7799380" y="1953023"/>
              <a:ext cx="127710" cy="31936"/>
            </a:xfrm>
            <a:custGeom>
              <a:rect b="b" l="l" r="r" t="t"/>
              <a:pathLst>
                <a:path extrusionOk="0" h="977" w="3907">
                  <a:moveTo>
                    <a:pt x="382" y="1"/>
                  </a:moveTo>
                  <a:cubicBezTo>
                    <a:pt x="167" y="1"/>
                    <a:pt x="1" y="167"/>
                    <a:pt x="1" y="382"/>
                  </a:cubicBezTo>
                  <a:lnTo>
                    <a:pt x="1" y="977"/>
                  </a:lnTo>
                  <a:lnTo>
                    <a:pt x="3906" y="977"/>
                  </a:lnTo>
                  <a:lnTo>
                    <a:pt x="3906" y="382"/>
                  </a:lnTo>
                  <a:cubicBezTo>
                    <a:pt x="3906" y="167"/>
                    <a:pt x="3763" y="1"/>
                    <a:pt x="3549"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95"/>
            <p:cNvSpPr/>
            <p:nvPr/>
          </p:nvSpPr>
          <p:spPr>
            <a:xfrm>
              <a:off x="7800164" y="1984926"/>
              <a:ext cx="357340" cy="43638"/>
            </a:xfrm>
            <a:custGeom>
              <a:rect b="b" l="l" r="r" t="t"/>
              <a:pathLst>
                <a:path extrusionOk="0" h="1335" w="10932">
                  <a:moveTo>
                    <a:pt x="0" y="1"/>
                  </a:moveTo>
                  <a:lnTo>
                    <a:pt x="0" y="1335"/>
                  </a:lnTo>
                  <a:lnTo>
                    <a:pt x="10931" y="1335"/>
                  </a:lnTo>
                  <a:lnTo>
                    <a:pt x="10931" y="192"/>
                  </a:lnTo>
                  <a:cubicBezTo>
                    <a:pt x="10931" y="96"/>
                    <a:pt x="10836" y="1"/>
                    <a:pt x="10765"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95"/>
            <p:cNvSpPr/>
            <p:nvPr/>
          </p:nvSpPr>
          <p:spPr>
            <a:xfrm>
              <a:off x="7860897" y="2055793"/>
              <a:ext cx="235088" cy="73972"/>
            </a:xfrm>
            <a:custGeom>
              <a:rect b="b" l="l" r="r" t="t"/>
              <a:pathLst>
                <a:path extrusionOk="0" h="2263" w="7192">
                  <a:moveTo>
                    <a:pt x="143" y="0"/>
                  </a:moveTo>
                  <a:cubicBezTo>
                    <a:pt x="48" y="0"/>
                    <a:pt x="0" y="72"/>
                    <a:pt x="0" y="167"/>
                  </a:cubicBezTo>
                  <a:lnTo>
                    <a:pt x="0" y="2120"/>
                  </a:lnTo>
                  <a:cubicBezTo>
                    <a:pt x="0" y="2215"/>
                    <a:pt x="48" y="2262"/>
                    <a:pt x="143" y="2262"/>
                  </a:cubicBezTo>
                  <a:lnTo>
                    <a:pt x="7049" y="2262"/>
                  </a:lnTo>
                  <a:cubicBezTo>
                    <a:pt x="7144" y="2262"/>
                    <a:pt x="7192" y="2215"/>
                    <a:pt x="7192" y="2120"/>
                  </a:cubicBezTo>
                  <a:lnTo>
                    <a:pt x="7192" y="167"/>
                  </a:lnTo>
                  <a:cubicBezTo>
                    <a:pt x="7192" y="72"/>
                    <a:pt x="7144" y="0"/>
                    <a:pt x="7049"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95"/>
            <p:cNvSpPr/>
            <p:nvPr/>
          </p:nvSpPr>
          <p:spPr>
            <a:xfrm>
              <a:off x="7860897" y="2055793"/>
              <a:ext cx="77862" cy="73972"/>
            </a:xfrm>
            <a:custGeom>
              <a:rect b="b" l="l" r="r" t="t"/>
              <a:pathLst>
                <a:path extrusionOk="0" h="2263" w="2382">
                  <a:moveTo>
                    <a:pt x="143" y="0"/>
                  </a:moveTo>
                  <a:cubicBezTo>
                    <a:pt x="48" y="0"/>
                    <a:pt x="0" y="72"/>
                    <a:pt x="0" y="167"/>
                  </a:cubicBezTo>
                  <a:lnTo>
                    <a:pt x="0" y="2120"/>
                  </a:lnTo>
                  <a:cubicBezTo>
                    <a:pt x="0" y="2215"/>
                    <a:pt x="48" y="2262"/>
                    <a:pt x="143" y="2262"/>
                  </a:cubicBezTo>
                  <a:lnTo>
                    <a:pt x="2381" y="2262"/>
                  </a:lnTo>
                  <a:lnTo>
                    <a:pt x="2381" y="0"/>
                  </a:ln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95"/>
            <p:cNvSpPr/>
            <p:nvPr/>
          </p:nvSpPr>
          <p:spPr>
            <a:xfrm>
              <a:off x="7860897" y="2155424"/>
              <a:ext cx="235088" cy="73972"/>
            </a:xfrm>
            <a:custGeom>
              <a:rect b="b" l="l" r="r" t="t"/>
              <a:pathLst>
                <a:path extrusionOk="0" h="2263" w="7192">
                  <a:moveTo>
                    <a:pt x="143" y="0"/>
                  </a:moveTo>
                  <a:cubicBezTo>
                    <a:pt x="48" y="0"/>
                    <a:pt x="0" y="48"/>
                    <a:pt x="0" y="143"/>
                  </a:cubicBezTo>
                  <a:lnTo>
                    <a:pt x="0" y="2120"/>
                  </a:lnTo>
                  <a:cubicBezTo>
                    <a:pt x="0" y="2191"/>
                    <a:pt x="48" y="2263"/>
                    <a:pt x="143" y="2263"/>
                  </a:cubicBezTo>
                  <a:lnTo>
                    <a:pt x="7049" y="2263"/>
                  </a:lnTo>
                  <a:cubicBezTo>
                    <a:pt x="7144" y="2263"/>
                    <a:pt x="7192" y="2191"/>
                    <a:pt x="7192" y="2120"/>
                  </a:cubicBezTo>
                  <a:lnTo>
                    <a:pt x="7192" y="143"/>
                  </a:lnTo>
                  <a:cubicBezTo>
                    <a:pt x="7192" y="48"/>
                    <a:pt x="7144" y="0"/>
                    <a:pt x="7049"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95"/>
            <p:cNvSpPr/>
            <p:nvPr/>
          </p:nvSpPr>
          <p:spPr>
            <a:xfrm>
              <a:off x="8018124" y="2155424"/>
              <a:ext cx="77862" cy="73972"/>
            </a:xfrm>
            <a:custGeom>
              <a:rect b="b" l="l" r="r" t="t"/>
              <a:pathLst>
                <a:path extrusionOk="0" h="2263" w="2382">
                  <a:moveTo>
                    <a:pt x="1" y="0"/>
                  </a:moveTo>
                  <a:lnTo>
                    <a:pt x="1" y="2263"/>
                  </a:lnTo>
                  <a:lnTo>
                    <a:pt x="2239" y="2263"/>
                  </a:lnTo>
                  <a:cubicBezTo>
                    <a:pt x="2334" y="2263"/>
                    <a:pt x="2382" y="2191"/>
                    <a:pt x="2382" y="2120"/>
                  </a:cubicBezTo>
                  <a:lnTo>
                    <a:pt x="2382" y="143"/>
                  </a:lnTo>
                  <a:cubicBezTo>
                    <a:pt x="2382" y="48"/>
                    <a:pt x="2334" y="0"/>
                    <a:pt x="2239"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95"/>
            <p:cNvSpPr/>
            <p:nvPr/>
          </p:nvSpPr>
          <p:spPr>
            <a:xfrm>
              <a:off x="7893585" y="1953023"/>
              <a:ext cx="34289" cy="31936"/>
            </a:xfrm>
            <a:custGeom>
              <a:rect b="b" l="l" r="r" t="t"/>
              <a:pathLst>
                <a:path extrusionOk="0" h="977" w="1049">
                  <a:moveTo>
                    <a:pt x="0" y="1"/>
                  </a:moveTo>
                  <a:cubicBezTo>
                    <a:pt x="215" y="1"/>
                    <a:pt x="381" y="167"/>
                    <a:pt x="381" y="382"/>
                  </a:cubicBezTo>
                  <a:lnTo>
                    <a:pt x="381" y="977"/>
                  </a:lnTo>
                  <a:lnTo>
                    <a:pt x="1048" y="977"/>
                  </a:lnTo>
                  <a:lnTo>
                    <a:pt x="1048" y="382"/>
                  </a:lnTo>
                  <a:cubicBezTo>
                    <a:pt x="1024" y="167"/>
                    <a:pt x="881" y="1"/>
                    <a:pt x="667"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95"/>
            <p:cNvSpPr/>
            <p:nvPr/>
          </p:nvSpPr>
          <p:spPr>
            <a:xfrm>
              <a:off x="8130210" y="1984175"/>
              <a:ext cx="27294" cy="43605"/>
            </a:xfrm>
            <a:custGeom>
              <a:rect b="b" l="l" r="r" t="t"/>
              <a:pathLst>
                <a:path extrusionOk="0" h="1334" w="835">
                  <a:moveTo>
                    <a:pt x="1" y="0"/>
                  </a:moveTo>
                  <a:cubicBezTo>
                    <a:pt x="96" y="0"/>
                    <a:pt x="191" y="95"/>
                    <a:pt x="191" y="167"/>
                  </a:cubicBezTo>
                  <a:lnTo>
                    <a:pt x="191" y="1334"/>
                  </a:lnTo>
                  <a:lnTo>
                    <a:pt x="834" y="1334"/>
                  </a:lnTo>
                  <a:lnTo>
                    <a:pt x="834" y="167"/>
                  </a:lnTo>
                  <a:cubicBezTo>
                    <a:pt x="834" y="95"/>
                    <a:pt x="739" y="0"/>
                    <a:pt x="66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95"/>
            <p:cNvSpPr/>
            <p:nvPr/>
          </p:nvSpPr>
          <p:spPr>
            <a:xfrm>
              <a:off x="8070294" y="2055793"/>
              <a:ext cx="25692" cy="73972"/>
            </a:xfrm>
            <a:custGeom>
              <a:rect b="b" l="l" r="r" t="t"/>
              <a:pathLst>
                <a:path extrusionOk="0" h="2263" w="786">
                  <a:moveTo>
                    <a:pt x="0" y="0"/>
                  </a:moveTo>
                  <a:cubicBezTo>
                    <a:pt x="72" y="0"/>
                    <a:pt x="143" y="72"/>
                    <a:pt x="143" y="167"/>
                  </a:cubicBezTo>
                  <a:lnTo>
                    <a:pt x="143" y="2120"/>
                  </a:lnTo>
                  <a:cubicBezTo>
                    <a:pt x="143" y="2215"/>
                    <a:pt x="72" y="2262"/>
                    <a:pt x="0" y="2262"/>
                  </a:cubicBezTo>
                  <a:lnTo>
                    <a:pt x="643" y="2262"/>
                  </a:lnTo>
                  <a:cubicBezTo>
                    <a:pt x="738" y="2262"/>
                    <a:pt x="786" y="2215"/>
                    <a:pt x="786" y="2120"/>
                  </a:cubicBezTo>
                  <a:lnTo>
                    <a:pt x="786" y="167"/>
                  </a:lnTo>
                  <a:cubicBezTo>
                    <a:pt x="786" y="72"/>
                    <a:pt x="738" y="0"/>
                    <a:pt x="643" y="0"/>
                  </a:cubicBezTo>
                  <a:close/>
                </a:path>
              </a:pathLst>
            </a:custGeom>
            <a:solidFill>
              <a:srgbClr val="E4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95"/>
            <p:cNvSpPr/>
            <p:nvPr/>
          </p:nvSpPr>
          <p:spPr>
            <a:xfrm>
              <a:off x="8070294" y="2155424"/>
              <a:ext cx="25692" cy="73972"/>
            </a:xfrm>
            <a:custGeom>
              <a:rect b="b" l="l" r="r" t="t"/>
              <a:pathLst>
                <a:path extrusionOk="0" h="2263" w="786">
                  <a:moveTo>
                    <a:pt x="0" y="0"/>
                  </a:moveTo>
                  <a:cubicBezTo>
                    <a:pt x="72" y="0"/>
                    <a:pt x="143" y="48"/>
                    <a:pt x="143" y="143"/>
                  </a:cubicBezTo>
                  <a:lnTo>
                    <a:pt x="143" y="2120"/>
                  </a:lnTo>
                  <a:cubicBezTo>
                    <a:pt x="143" y="2191"/>
                    <a:pt x="72" y="2263"/>
                    <a:pt x="0" y="2263"/>
                  </a:cubicBezTo>
                  <a:lnTo>
                    <a:pt x="643" y="2263"/>
                  </a:lnTo>
                  <a:cubicBezTo>
                    <a:pt x="738" y="2263"/>
                    <a:pt x="786" y="2191"/>
                    <a:pt x="786" y="2120"/>
                  </a:cubicBezTo>
                  <a:lnTo>
                    <a:pt x="786" y="143"/>
                  </a:lnTo>
                  <a:cubicBezTo>
                    <a:pt x="786" y="48"/>
                    <a:pt x="738" y="0"/>
                    <a:pt x="643" y="0"/>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95"/>
            <p:cNvSpPr/>
            <p:nvPr/>
          </p:nvSpPr>
          <p:spPr>
            <a:xfrm>
              <a:off x="8074935" y="2000518"/>
              <a:ext cx="11735" cy="11702"/>
            </a:xfrm>
            <a:custGeom>
              <a:rect b="b" l="l" r="r" t="t"/>
              <a:pathLst>
                <a:path extrusionOk="0" h="358" w="359">
                  <a:moveTo>
                    <a:pt x="168" y="0"/>
                  </a:moveTo>
                  <a:cubicBezTo>
                    <a:pt x="72" y="0"/>
                    <a:pt x="1" y="72"/>
                    <a:pt x="1" y="191"/>
                  </a:cubicBezTo>
                  <a:cubicBezTo>
                    <a:pt x="1" y="286"/>
                    <a:pt x="72" y="357"/>
                    <a:pt x="168" y="357"/>
                  </a:cubicBezTo>
                  <a:cubicBezTo>
                    <a:pt x="263" y="357"/>
                    <a:pt x="358" y="286"/>
                    <a:pt x="358" y="191"/>
                  </a:cubicBez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95"/>
            <p:cNvSpPr/>
            <p:nvPr/>
          </p:nvSpPr>
          <p:spPr>
            <a:xfrm>
              <a:off x="8097522" y="2000518"/>
              <a:ext cx="11702" cy="11702"/>
            </a:xfrm>
            <a:custGeom>
              <a:rect b="b" l="l" r="r" t="t"/>
              <a:pathLst>
                <a:path extrusionOk="0" h="358" w="358">
                  <a:moveTo>
                    <a:pt x="167" y="0"/>
                  </a:moveTo>
                  <a:cubicBezTo>
                    <a:pt x="72" y="0"/>
                    <a:pt x="1" y="72"/>
                    <a:pt x="1" y="191"/>
                  </a:cubicBezTo>
                  <a:cubicBezTo>
                    <a:pt x="1" y="286"/>
                    <a:pt x="72" y="357"/>
                    <a:pt x="167" y="357"/>
                  </a:cubicBezTo>
                  <a:cubicBezTo>
                    <a:pt x="263" y="357"/>
                    <a:pt x="358" y="286"/>
                    <a:pt x="358" y="191"/>
                  </a:cubicBezTo>
                  <a:cubicBezTo>
                    <a:pt x="358" y="72"/>
                    <a:pt x="263" y="0"/>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95"/>
            <p:cNvSpPr/>
            <p:nvPr/>
          </p:nvSpPr>
          <p:spPr>
            <a:xfrm>
              <a:off x="8119325" y="2000518"/>
              <a:ext cx="11702" cy="11702"/>
            </a:xfrm>
            <a:custGeom>
              <a:rect b="b" l="l" r="r" t="t"/>
              <a:pathLst>
                <a:path extrusionOk="0" h="358" w="358">
                  <a:moveTo>
                    <a:pt x="191" y="0"/>
                  </a:moveTo>
                  <a:cubicBezTo>
                    <a:pt x="96" y="0"/>
                    <a:pt x="0" y="72"/>
                    <a:pt x="0" y="191"/>
                  </a:cubicBezTo>
                  <a:cubicBezTo>
                    <a:pt x="0" y="286"/>
                    <a:pt x="96" y="357"/>
                    <a:pt x="191" y="357"/>
                  </a:cubicBezTo>
                  <a:cubicBezTo>
                    <a:pt x="286" y="357"/>
                    <a:pt x="358" y="286"/>
                    <a:pt x="358" y="191"/>
                  </a:cubicBezTo>
                  <a:cubicBezTo>
                    <a:pt x="358" y="72"/>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95"/>
            <p:cNvSpPr/>
            <p:nvPr/>
          </p:nvSpPr>
          <p:spPr>
            <a:xfrm>
              <a:off x="7795490" y="1949134"/>
              <a:ext cx="369009" cy="312950"/>
            </a:xfrm>
            <a:custGeom>
              <a:rect b="b" l="l" r="r" t="t"/>
              <a:pathLst>
                <a:path extrusionOk="0" h="9574" w="11289">
                  <a:moveTo>
                    <a:pt x="3668" y="286"/>
                  </a:moveTo>
                  <a:cubicBezTo>
                    <a:pt x="3787" y="286"/>
                    <a:pt x="3882" y="382"/>
                    <a:pt x="3882" y="501"/>
                  </a:cubicBezTo>
                  <a:lnTo>
                    <a:pt x="3882" y="882"/>
                  </a:lnTo>
                  <a:lnTo>
                    <a:pt x="310" y="882"/>
                  </a:lnTo>
                  <a:lnTo>
                    <a:pt x="310" y="501"/>
                  </a:lnTo>
                  <a:cubicBezTo>
                    <a:pt x="310" y="382"/>
                    <a:pt x="382" y="286"/>
                    <a:pt x="501" y="286"/>
                  </a:cubicBezTo>
                  <a:close/>
                  <a:moveTo>
                    <a:pt x="10908" y="1287"/>
                  </a:moveTo>
                  <a:lnTo>
                    <a:pt x="10908" y="2287"/>
                  </a:lnTo>
                  <a:lnTo>
                    <a:pt x="310" y="2287"/>
                  </a:lnTo>
                  <a:lnTo>
                    <a:pt x="310" y="1287"/>
                  </a:lnTo>
                  <a:close/>
                  <a:moveTo>
                    <a:pt x="10908" y="2596"/>
                  </a:moveTo>
                  <a:lnTo>
                    <a:pt x="10908" y="9217"/>
                  </a:lnTo>
                  <a:lnTo>
                    <a:pt x="310" y="9217"/>
                  </a:lnTo>
                  <a:lnTo>
                    <a:pt x="310" y="2596"/>
                  </a:lnTo>
                  <a:close/>
                  <a:moveTo>
                    <a:pt x="548" y="1"/>
                  </a:moveTo>
                  <a:cubicBezTo>
                    <a:pt x="239" y="1"/>
                    <a:pt x="1" y="239"/>
                    <a:pt x="1" y="524"/>
                  </a:cubicBezTo>
                  <a:lnTo>
                    <a:pt x="1" y="9336"/>
                  </a:lnTo>
                  <a:cubicBezTo>
                    <a:pt x="1" y="9455"/>
                    <a:pt x="96" y="9574"/>
                    <a:pt x="239" y="9574"/>
                  </a:cubicBezTo>
                  <a:lnTo>
                    <a:pt x="11051" y="9574"/>
                  </a:lnTo>
                  <a:cubicBezTo>
                    <a:pt x="11170" y="9574"/>
                    <a:pt x="11289" y="9502"/>
                    <a:pt x="11289" y="9336"/>
                  </a:cubicBezTo>
                  <a:lnTo>
                    <a:pt x="11289" y="1025"/>
                  </a:lnTo>
                  <a:cubicBezTo>
                    <a:pt x="11289" y="931"/>
                    <a:pt x="11215" y="867"/>
                    <a:pt x="11126" y="867"/>
                  </a:cubicBezTo>
                  <a:cubicBezTo>
                    <a:pt x="11101" y="867"/>
                    <a:pt x="11076" y="871"/>
                    <a:pt x="11051" y="882"/>
                  </a:cubicBezTo>
                  <a:lnTo>
                    <a:pt x="10908" y="929"/>
                  </a:lnTo>
                  <a:lnTo>
                    <a:pt x="4240" y="929"/>
                  </a:lnTo>
                  <a:lnTo>
                    <a:pt x="4240" y="524"/>
                  </a:lnTo>
                  <a:cubicBezTo>
                    <a:pt x="4240" y="239"/>
                    <a:pt x="4001" y="1"/>
                    <a:pt x="3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95"/>
            <p:cNvSpPr/>
            <p:nvPr/>
          </p:nvSpPr>
          <p:spPr>
            <a:xfrm>
              <a:off x="7854654" y="2051119"/>
              <a:ext cx="247575" cy="85641"/>
            </a:xfrm>
            <a:custGeom>
              <a:rect b="b" l="l" r="r" t="t"/>
              <a:pathLst>
                <a:path extrusionOk="0" h="2620" w="7574">
                  <a:moveTo>
                    <a:pt x="2430" y="334"/>
                  </a:moveTo>
                  <a:lnTo>
                    <a:pt x="2430" y="2263"/>
                  </a:lnTo>
                  <a:lnTo>
                    <a:pt x="358" y="2263"/>
                  </a:lnTo>
                  <a:lnTo>
                    <a:pt x="358" y="334"/>
                  </a:lnTo>
                  <a:close/>
                  <a:moveTo>
                    <a:pt x="334" y="0"/>
                  </a:moveTo>
                  <a:cubicBezTo>
                    <a:pt x="167" y="0"/>
                    <a:pt x="0" y="143"/>
                    <a:pt x="0" y="334"/>
                  </a:cubicBezTo>
                  <a:lnTo>
                    <a:pt x="0" y="2286"/>
                  </a:lnTo>
                  <a:cubicBezTo>
                    <a:pt x="0" y="2477"/>
                    <a:pt x="167" y="2620"/>
                    <a:pt x="334" y="2620"/>
                  </a:cubicBezTo>
                  <a:lnTo>
                    <a:pt x="7240" y="2620"/>
                  </a:lnTo>
                  <a:cubicBezTo>
                    <a:pt x="7431" y="2620"/>
                    <a:pt x="7573" y="2477"/>
                    <a:pt x="7573" y="2286"/>
                  </a:cubicBezTo>
                  <a:lnTo>
                    <a:pt x="7573" y="334"/>
                  </a:lnTo>
                  <a:cubicBezTo>
                    <a:pt x="7573" y="119"/>
                    <a:pt x="7431" y="0"/>
                    <a:pt x="7240" y="0"/>
                  </a:cubicBezTo>
                  <a:lnTo>
                    <a:pt x="5240" y="0"/>
                  </a:lnTo>
                  <a:cubicBezTo>
                    <a:pt x="5168" y="0"/>
                    <a:pt x="5097" y="72"/>
                    <a:pt x="5073" y="143"/>
                  </a:cubicBezTo>
                  <a:cubicBezTo>
                    <a:pt x="5073" y="238"/>
                    <a:pt x="5121" y="334"/>
                    <a:pt x="5216" y="334"/>
                  </a:cubicBezTo>
                  <a:lnTo>
                    <a:pt x="7192" y="334"/>
                  </a:lnTo>
                  <a:lnTo>
                    <a:pt x="7192" y="2263"/>
                  </a:lnTo>
                  <a:lnTo>
                    <a:pt x="2692" y="2263"/>
                  </a:lnTo>
                  <a:lnTo>
                    <a:pt x="2692" y="334"/>
                  </a:lnTo>
                  <a:lnTo>
                    <a:pt x="4549" y="334"/>
                  </a:lnTo>
                  <a:cubicBezTo>
                    <a:pt x="4644" y="334"/>
                    <a:pt x="4716" y="262"/>
                    <a:pt x="4740" y="191"/>
                  </a:cubicBezTo>
                  <a:cubicBezTo>
                    <a:pt x="4740" y="95"/>
                    <a:pt x="4668" y="0"/>
                    <a:pt x="45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95"/>
            <p:cNvSpPr/>
            <p:nvPr/>
          </p:nvSpPr>
          <p:spPr>
            <a:xfrm>
              <a:off x="7854654" y="2150750"/>
              <a:ext cx="247575" cy="84889"/>
            </a:xfrm>
            <a:custGeom>
              <a:rect b="b" l="l" r="r" t="t"/>
              <a:pathLst>
                <a:path extrusionOk="0" h="2597" w="7574">
                  <a:moveTo>
                    <a:pt x="7216" y="310"/>
                  </a:moveTo>
                  <a:lnTo>
                    <a:pt x="7216" y="2263"/>
                  </a:lnTo>
                  <a:lnTo>
                    <a:pt x="5168" y="2263"/>
                  </a:lnTo>
                  <a:lnTo>
                    <a:pt x="5168" y="310"/>
                  </a:lnTo>
                  <a:close/>
                  <a:moveTo>
                    <a:pt x="334" y="0"/>
                  </a:moveTo>
                  <a:cubicBezTo>
                    <a:pt x="167" y="0"/>
                    <a:pt x="0" y="143"/>
                    <a:pt x="0" y="310"/>
                  </a:cubicBezTo>
                  <a:lnTo>
                    <a:pt x="0" y="2430"/>
                  </a:lnTo>
                  <a:cubicBezTo>
                    <a:pt x="0" y="2525"/>
                    <a:pt x="96" y="2596"/>
                    <a:pt x="191" y="2596"/>
                  </a:cubicBezTo>
                  <a:lnTo>
                    <a:pt x="1310" y="2596"/>
                  </a:lnTo>
                  <a:cubicBezTo>
                    <a:pt x="1358" y="2596"/>
                    <a:pt x="1382" y="2596"/>
                    <a:pt x="1382" y="2572"/>
                  </a:cubicBezTo>
                  <a:cubicBezTo>
                    <a:pt x="1501" y="2430"/>
                    <a:pt x="1406" y="2287"/>
                    <a:pt x="1263" y="2287"/>
                  </a:cubicBezTo>
                  <a:lnTo>
                    <a:pt x="334" y="2287"/>
                  </a:lnTo>
                  <a:lnTo>
                    <a:pt x="334" y="358"/>
                  </a:lnTo>
                  <a:lnTo>
                    <a:pt x="4835" y="358"/>
                  </a:lnTo>
                  <a:lnTo>
                    <a:pt x="4835" y="2287"/>
                  </a:lnTo>
                  <a:lnTo>
                    <a:pt x="1953" y="2287"/>
                  </a:lnTo>
                  <a:cubicBezTo>
                    <a:pt x="1858" y="2287"/>
                    <a:pt x="1787" y="2334"/>
                    <a:pt x="1763" y="2430"/>
                  </a:cubicBezTo>
                  <a:cubicBezTo>
                    <a:pt x="1763" y="2525"/>
                    <a:pt x="1834" y="2596"/>
                    <a:pt x="1906" y="2596"/>
                  </a:cubicBezTo>
                  <a:lnTo>
                    <a:pt x="7240" y="2596"/>
                  </a:lnTo>
                  <a:cubicBezTo>
                    <a:pt x="7431" y="2596"/>
                    <a:pt x="7573" y="2453"/>
                    <a:pt x="7573" y="2287"/>
                  </a:cubicBezTo>
                  <a:lnTo>
                    <a:pt x="7573" y="310"/>
                  </a:lnTo>
                  <a:cubicBezTo>
                    <a:pt x="7550" y="120"/>
                    <a:pt x="7383" y="0"/>
                    <a:pt x="72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95"/>
            <p:cNvSpPr/>
            <p:nvPr/>
          </p:nvSpPr>
          <p:spPr>
            <a:xfrm>
              <a:off x="8036822" y="2167878"/>
              <a:ext cx="41284" cy="47528"/>
            </a:xfrm>
            <a:custGeom>
              <a:rect b="b" l="l" r="r" t="t"/>
              <a:pathLst>
                <a:path extrusionOk="0" h="1454" w="1263">
                  <a:moveTo>
                    <a:pt x="595" y="596"/>
                  </a:moveTo>
                  <a:lnTo>
                    <a:pt x="715" y="858"/>
                  </a:lnTo>
                  <a:lnTo>
                    <a:pt x="500" y="858"/>
                  </a:lnTo>
                  <a:lnTo>
                    <a:pt x="595" y="596"/>
                  </a:lnTo>
                  <a:close/>
                  <a:moveTo>
                    <a:pt x="619" y="0"/>
                  </a:moveTo>
                  <a:cubicBezTo>
                    <a:pt x="548" y="0"/>
                    <a:pt x="476" y="72"/>
                    <a:pt x="453" y="119"/>
                  </a:cubicBezTo>
                  <a:lnTo>
                    <a:pt x="24" y="1215"/>
                  </a:lnTo>
                  <a:cubicBezTo>
                    <a:pt x="0" y="1310"/>
                    <a:pt x="24" y="1429"/>
                    <a:pt x="119" y="1453"/>
                  </a:cubicBezTo>
                  <a:lnTo>
                    <a:pt x="191" y="1453"/>
                  </a:lnTo>
                  <a:cubicBezTo>
                    <a:pt x="238" y="1453"/>
                    <a:pt x="310" y="1429"/>
                    <a:pt x="333" y="1334"/>
                  </a:cubicBezTo>
                  <a:lnTo>
                    <a:pt x="381" y="1167"/>
                  </a:lnTo>
                  <a:lnTo>
                    <a:pt x="834" y="1167"/>
                  </a:lnTo>
                  <a:lnTo>
                    <a:pt x="905" y="1310"/>
                  </a:lnTo>
                  <a:cubicBezTo>
                    <a:pt x="929" y="1405"/>
                    <a:pt x="1024" y="1429"/>
                    <a:pt x="1096" y="1429"/>
                  </a:cubicBezTo>
                  <a:cubicBezTo>
                    <a:pt x="1191" y="1405"/>
                    <a:pt x="1262" y="1310"/>
                    <a:pt x="1215" y="1215"/>
                  </a:cubicBezTo>
                  <a:lnTo>
                    <a:pt x="810" y="119"/>
                  </a:lnTo>
                  <a:cubicBezTo>
                    <a:pt x="786" y="72"/>
                    <a:pt x="715" y="0"/>
                    <a:pt x="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95"/>
            <p:cNvSpPr/>
            <p:nvPr/>
          </p:nvSpPr>
          <p:spPr>
            <a:xfrm>
              <a:off x="7876457" y="2068999"/>
              <a:ext cx="47495" cy="46743"/>
            </a:xfrm>
            <a:custGeom>
              <a:rect b="b" l="l" r="r" t="t"/>
              <a:pathLst>
                <a:path extrusionOk="0" h="1430" w="1453">
                  <a:moveTo>
                    <a:pt x="715" y="311"/>
                  </a:moveTo>
                  <a:cubicBezTo>
                    <a:pt x="905" y="311"/>
                    <a:pt x="1096" y="501"/>
                    <a:pt x="1096" y="715"/>
                  </a:cubicBezTo>
                  <a:cubicBezTo>
                    <a:pt x="1096" y="763"/>
                    <a:pt x="1096" y="787"/>
                    <a:pt x="1072" y="834"/>
                  </a:cubicBezTo>
                  <a:lnTo>
                    <a:pt x="1001" y="763"/>
                  </a:lnTo>
                  <a:cubicBezTo>
                    <a:pt x="977" y="739"/>
                    <a:pt x="935" y="727"/>
                    <a:pt x="890" y="727"/>
                  </a:cubicBezTo>
                  <a:cubicBezTo>
                    <a:pt x="846" y="727"/>
                    <a:pt x="798" y="739"/>
                    <a:pt x="762" y="763"/>
                  </a:cubicBezTo>
                  <a:cubicBezTo>
                    <a:pt x="715" y="834"/>
                    <a:pt x="715" y="954"/>
                    <a:pt x="762" y="1001"/>
                  </a:cubicBezTo>
                  <a:lnTo>
                    <a:pt x="834" y="1073"/>
                  </a:lnTo>
                  <a:cubicBezTo>
                    <a:pt x="810" y="1096"/>
                    <a:pt x="739" y="1096"/>
                    <a:pt x="715" y="1096"/>
                  </a:cubicBezTo>
                  <a:cubicBezTo>
                    <a:pt x="500" y="1096"/>
                    <a:pt x="334" y="906"/>
                    <a:pt x="334" y="715"/>
                  </a:cubicBezTo>
                  <a:cubicBezTo>
                    <a:pt x="334" y="501"/>
                    <a:pt x="500" y="311"/>
                    <a:pt x="715" y="311"/>
                  </a:cubicBezTo>
                  <a:close/>
                  <a:moveTo>
                    <a:pt x="715" y="1"/>
                  </a:moveTo>
                  <a:cubicBezTo>
                    <a:pt x="334" y="1"/>
                    <a:pt x="0" y="311"/>
                    <a:pt x="0" y="715"/>
                  </a:cubicBezTo>
                  <a:cubicBezTo>
                    <a:pt x="0" y="1096"/>
                    <a:pt x="334" y="1430"/>
                    <a:pt x="715" y="1430"/>
                  </a:cubicBezTo>
                  <a:cubicBezTo>
                    <a:pt x="858" y="1430"/>
                    <a:pt x="977" y="1382"/>
                    <a:pt x="1096" y="1311"/>
                  </a:cubicBezTo>
                  <a:lnTo>
                    <a:pt x="1167" y="1358"/>
                  </a:lnTo>
                  <a:cubicBezTo>
                    <a:pt x="1191" y="1382"/>
                    <a:pt x="1215" y="1406"/>
                    <a:pt x="1286" y="1406"/>
                  </a:cubicBezTo>
                  <a:cubicBezTo>
                    <a:pt x="1310" y="1406"/>
                    <a:pt x="1358" y="1382"/>
                    <a:pt x="1382" y="1358"/>
                  </a:cubicBezTo>
                  <a:cubicBezTo>
                    <a:pt x="1453" y="1311"/>
                    <a:pt x="1453" y="1215"/>
                    <a:pt x="1358" y="1144"/>
                  </a:cubicBezTo>
                  <a:lnTo>
                    <a:pt x="1310" y="1096"/>
                  </a:lnTo>
                  <a:cubicBezTo>
                    <a:pt x="1358" y="977"/>
                    <a:pt x="1429" y="858"/>
                    <a:pt x="1429" y="715"/>
                  </a:cubicBezTo>
                  <a:cubicBezTo>
                    <a:pt x="1429" y="311"/>
                    <a:pt x="1096" y="1"/>
                    <a:pt x="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95"/>
            <p:cNvSpPr/>
            <p:nvPr/>
          </p:nvSpPr>
          <p:spPr>
            <a:xfrm>
              <a:off x="7958960" y="2074457"/>
              <a:ext cx="116792" cy="10950"/>
            </a:xfrm>
            <a:custGeom>
              <a:rect b="b" l="l" r="r" t="t"/>
              <a:pathLst>
                <a:path extrusionOk="0" h="335" w="3573">
                  <a:moveTo>
                    <a:pt x="191" y="1"/>
                  </a:moveTo>
                  <a:cubicBezTo>
                    <a:pt x="96" y="1"/>
                    <a:pt x="24" y="72"/>
                    <a:pt x="1" y="144"/>
                  </a:cubicBezTo>
                  <a:cubicBezTo>
                    <a:pt x="1" y="239"/>
                    <a:pt x="72" y="334"/>
                    <a:pt x="144" y="334"/>
                  </a:cubicBezTo>
                  <a:lnTo>
                    <a:pt x="3406" y="334"/>
                  </a:lnTo>
                  <a:cubicBezTo>
                    <a:pt x="3478" y="334"/>
                    <a:pt x="3573" y="239"/>
                    <a:pt x="3549" y="144"/>
                  </a:cubicBezTo>
                  <a:cubicBezTo>
                    <a:pt x="3573" y="72"/>
                    <a:pt x="3525" y="1"/>
                    <a:pt x="3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95"/>
            <p:cNvSpPr/>
            <p:nvPr/>
          </p:nvSpPr>
          <p:spPr>
            <a:xfrm>
              <a:off x="7958960" y="2100150"/>
              <a:ext cx="39748" cy="10166"/>
            </a:xfrm>
            <a:custGeom>
              <a:rect b="b" l="l" r="r" t="t"/>
              <a:pathLst>
                <a:path extrusionOk="0" h="311" w="1216">
                  <a:moveTo>
                    <a:pt x="191" y="1"/>
                  </a:moveTo>
                  <a:cubicBezTo>
                    <a:pt x="96" y="1"/>
                    <a:pt x="1" y="72"/>
                    <a:pt x="24" y="167"/>
                  </a:cubicBezTo>
                  <a:cubicBezTo>
                    <a:pt x="24" y="262"/>
                    <a:pt x="120" y="310"/>
                    <a:pt x="215" y="310"/>
                  </a:cubicBezTo>
                  <a:lnTo>
                    <a:pt x="1048" y="310"/>
                  </a:lnTo>
                  <a:cubicBezTo>
                    <a:pt x="1144" y="310"/>
                    <a:pt x="1191" y="262"/>
                    <a:pt x="1215" y="167"/>
                  </a:cubicBezTo>
                  <a:cubicBezTo>
                    <a:pt x="1215" y="72"/>
                    <a:pt x="1168" y="1"/>
                    <a:pt x="1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95"/>
            <p:cNvSpPr/>
            <p:nvPr/>
          </p:nvSpPr>
          <p:spPr>
            <a:xfrm>
              <a:off x="7881131" y="2174873"/>
              <a:ext cx="117577" cy="10950"/>
            </a:xfrm>
            <a:custGeom>
              <a:rect b="b" l="l" r="r" t="t"/>
              <a:pathLst>
                <a:path extrusionOk="0" h="335" w="3597">
                  <a:moveTo>
                    <a:pt x="191" y="1"/>
                  </a:moveTo>
                  <a:cubicBezTo>
                    <a:pt x="95" y="1"/>
                    <a:pt x="24" y="48"/>
                    <a:pt x="0" y="144"/>
                  </a:cubicBezTo>
                  <a:cubicBezTo>
                    <a:pt x="0" y="239"/>
                    <a:pt x="72" y="334"/>
                    <a:pt x="143" y="334"/>
                  </a:cubicBezTo>
                  <a:lnTo>
                    <a:pt x="3406" y="334"/>
                  </a:lnTo>
                  <a:cubicBezTo>
                    <a:pt x="3477" y="334"/>
                    <a:pt x="3549" y="263"/>
                    <a:pt x="3572" y="167"/>
                  </a:cubicBezTo>
                  <a:cubicBezTo>
                    <a:pt x="3596" y="96"/>
                    <a:pt x="3525" y="1"/>
                    <a:pt x="3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95"/>
            <p:cNvSpPr/>
            <p:nvPr/>
          </p:nvSpPr>
          <p:spPr>
            <a:xfrm>
              <a:off x="7958960" y="2199781"/>
              <a:ext cx="39748" cy="10950"/>
            </a:xfrm>
            <a:custGeom>
              <a:rect b="b" l="l" r="r" t="t"/>
              <a:pathLst>
                <a:path extrusionOk="0" h="335" w="1216">
                  <a:moveTo>
                    <a:pt x="191" y="1"/>
                  </a:moveTo>
                  <a:cubicBezTo>
                    <a:pt x="96" y="1"/>
                    <a:pt x="24" y="72"/>
                    <a:pt x="1" y="167"/>
                  </a:cubicBezTo>
                  <a:cubicBezTo>
                    <a:pt x="1" y="239"/>
                    <a:pt x="72" y="334"/>
                    <a:pt x="144" y="334"/>
                  </a:cubicBezTo>
                  <a:lnTo>
                    <a:pt x="1025" y="334"/>
                  </a:lnTo>
                  <a:cubicBezTo>
                    <a:pt x="1096" y="334"/>
                    <a:pt x="1168" y="287"/>
                    <a:pt x="1191" y="191"/>
                  </a:cubicBezTo>
                  <a:cubicBezTo>
                    <a:pt x="1215" y="96"/>
                    <a:pt x="1144" y="1"/>
                    <a:pt x="1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5" name="Google Shape;19775;p95"/>
          <p:cNvGrpSpPr/>
          <p:nvPr/>
        </p:nvGrpSpPr>
        <p:grpSpPr>
          <a:xfrm>
            <a:off x="6291294" y="2317621"/>
            <a:ext cx="344886" cy="368225"/>
            <a:chOff x="6297781" y="2465237"/>
            <a:chExt cx="344886" cy="368225"/>
          </a:xfrm>
        </p:grpSpPr>
        <p:sp>
          <p:nvSpPr>
            <p:cNvPr id="19776" name="Google Shape;19776;p95"/>
            <p:cNvSpPr/>
            <p:nvPr/>
          </p:nvSpPr>
          <p:spPr>
            <a:xfrm>
              <a:off x="6339033" y="2516621"/>
              <a:ext cx="105907" cy="72795"/>
            </a:xfrm>
            <a:custGeom>
              <a:rect b="b" l="l" r="r" t="t"/>
              <a:pathLst>
                <a:path extrusionOk="0" h="2227" w="3240">
                  <a:moveTo>
                    <a:pt x="1" y="0"/>
                  </a:moveTo>
                  <a:lnTo>
                    <a:pt x="1" y="1786"/>
                  </a:lnTo>
                  <a:cubicBezTo>
                    <a:pt x="1" y="1834"/>
                    <a:pt x="25" y="1858"/>
                    <a:pt x="48" y="1858"/>
                  </a:cubicBezTo>
                  <a:lnTo>
                    <a:pt x="334" y="1977"/>
                  </a:lnTo>
                  <a:cubicBezTo>
                    <a:pt x="727" y="2143"/>
                    <a:pt x="1156" y="2227"/>
                    <a:pt x="1590" y="2227"/>
                  </a:cubicBezTo>
                  <a:cubicBezTo>
                    <a:pt x="2025" y="2227"/>
                    <a:pt x="2465" y="2143"/>
                    <a:pt x="2882" y="1977"/>
                  </a:cubicBezTo>
                  <a:lnTo>
                    <a:pt x="3144" y="1858"/>
                  </a:lnTo>
                  <a:cubicBezTo>
                    <a:pt x="3192" y="1858"/>
                    <a:pt x="3192" y="1834"/>
                    <a:pt x="3239" y="1786"/>
                  </a:cubicBezTo>
                  <a:lnTo>
                    <a:pt x="3239"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95"/>
            <p:cNvSpPr/>
            <p:nvPr/>
          </p:nvSpPr>
          <p:spPr>
            <a:xfrm>
              <a:off x="6303240" y="2471088"/>
              <a:ext cx="175172" cy="81751"/>
            </a:xfrm>
            <a:custGeom>
              <a:rect b="b" l="l" r="r" t="t"/>
              <a:pathLst>
                <a:path extrusionOk="0" h="2501" w="5359">
                  <a:moveTo>
                    <a:pt x="2688" y="0"/>
                  </a:moveTo>
                  <a:cubicBezTo>
                    <a:pt x="2614" y="0"/>
                    <a:pt x="2536" y="12"/>
                    <a:pt x="2453" y="36"/>
                  </a:cubicBezTo>
                  <a:lnTo>
                    <a:pt x="119" y="1107"/>
                  </a:lnTo>
                  <a:cubicBezTo>
                    <a:pt x="0" y="1155"/>
                    <a:pt x="0" y="1298"/>
                    <a:pt x="119" y="1346"/>
                  </a:cubicBezTo>
                  <a:lnTo>
                    <a:pt x="2501" y="2465"/>
                  </a:lnTo>
                  <a:cubicBezTo>
                    <a:pt x="2560" y="2489"/>
                    <a:pt x="2626" y="2501"/>
                    <a:pt x="2691" y="2501"/>
                  </a:cubicBezTo>
                  <a:cubicBezTo>
                    <a:pt x="2757" y="2501"/>
                    <a:pt x="2822" y="2489"/>
                    <a:pt x="2882" y="2465"/>
                  </a:cubicBezTo>
                  <a:lnTo>
                    <a:pt x="5263" y="1346"/>
                  </a:lnTo>
                  <a:cubicBezTo>
                    <a:pt x="5358" y="1322"/>
                    <a:pt x="5358" y="1179"/>
                    <a:pt x="5263" y="1107"/>
                  </a:cubicBezTo>
                  <a:lnTo>
                    <a:pt x="2906" y="36"/>
                  </a:lnTo>
                  <a:cubicBezTo>
                    <a:pt x="2834" y="12"/>
                    <a:pt x="2763" y="0"/>
                    <a:pt x="268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95"/>
            <p:cNvSpPr/>
            <p:nvPr/>
          </p:nvSpPr>
          <p:spPr>
            <a:xfrm>
              <a:off x="6304776" y="2670743"/>
              <a:ext cx="333216" cy="157260"/>
            </a:xfrm>
            <a:custGeom>
              <a:rect b="b" l="l" r="r" t="t"/>
              <a:pathLst>
                <a:path extrusionOk="0" h="4811" w="10194">
                  <a:moveTo>
                    <a:pt x="9860" y="0"/>
                  </a:moveTo>
                  <a:lnTo>
                    <a:pt x="310" y="48"/>
                  </a:lnTo>
                  <a:cubicBezTo>
                    <a:pt x="144" y="48"/>
                    <a:pt x="1" y="143"/>
                    <a:pt x="1" y="334"/>
                  </a:cubicBezTo>
                  <a:lnTo>
                    <a:pt x="1" y="4501"/>
                  </a:lnTo>
                  <a:cubicBezTo>
                    <a:pt x="1" y="4644"/>
                    <a:pt x="120" y="4811"/>
                    <a:pt x="310" y="4811"/>
                  </a:cubicBezTo>
                  <a:lnTo>
                    <a:pt x="9860" y="4811"/>
                  </a:lnTo>
                  <a:cubicBezTo>
                    <a:pt x="10027" y="4811"/>
                    <a:pt x="10193" y="4644"/>
                    <a:pt x="10146" y="4501"/>
                  </a:cubicBezTo>
                  <a:lnTo>
                    <a:pt x="10146" y="310"/>
                  </a:lnTo>
                  <a:cubicBezTo>
                    <a:pt x="10146" y="143"/>
                    <a:pt x="10027" y="0"/>
                    <a:pt x="9860"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95"/>
            <p:cNvSpPr/>
            <p:nvPr/>
          </p:nvSpPr>
          <p:spPr>
            <a:xfrm>
              <a:off x="6328932" y="2501029"/>
              <a:ext cx="150264" cy="52594"/>
            </a:xfrm>
            <a:custGeom>
              <a:rect b="b" l="l" r="r" t="t"/>
              <a:pathLst>
                <a:path extrusionOk="0" h="1609" w="4597">
                  <a:moveTo>
                    <a:pt x="4001" y="1"/>
                  </a:moveTo>
                  <a:lnTo>
                    <a:pt x="1500" y="1215"/>
                  </a:lnTo>
                  <a:cubicBezTo>
                    <a:pt x="1417" y="1243"/>
                    <a:pt x="1325" y="1255"/>
                    <a:pt x="1239" y="1255"/>
                  </a:cubicBezTo>
                  <a:cubicBezTo>
                    <a:pt x="1179" y="1255"/>
                    <a:pt x="1121" y="1249"/>
                    <a:pt x="1072" y="1239"/>
                  </a:cubicBezTo>
                  <a:lnTo>
                    <a:pt x="0" y="787"/>
                  </a:lnTo>
                  <a:lnTo>
                    <a:pt x="0" y="787"/>
                  </a:lnTo>
                  <a:lnTo>
                    <a:pt x="1643" y="1573"/>
                  </a:lnTo>
                  <a:cubicBezTo>
                    <a:pt x="1703" y="1596"/>
                    <a:pt x="1768" y="1608"/>
                    <a:pt x="1834" y="1608"/>
                  </a:cubicBezTo>
                  <a:cubicBezTo>
                    <a:pt x="1899" y="1608"/>
                    <a:pt x="1965" y="1596"/>
                    <a:pt x="2024" y="1573"/>
                  </a:cubicBezTo>
                  <a:lnTo>
                    <a:pt x="4406" y="477"/>
                  </a:lnTo>
                  <a:cubicBezTo>
                    <a:pt x="4596" y="406"/>
                    <a:pt x="4596" y="263"/>
                    <a:pt x="4477" y="191"/>
                  </a:cubicBezTo>
                  <a:lnTo>
                    <a:pt x="4001"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95"/>
            <p:cNvSpPr/>
            <p:nvPr/>
          </p:nvSpPr>
          <p:spPr>
            <a:xfrm>
              <a:off x="6605272" y="2669958"/>
              <a:ext cx="32720" cy="156508"/>
            </a:xfrm>
            <a:custGeom>
              <a:rect b="b" l="l" r="r" t="t"/>
              <a:pathLst>
                <a:path extrusionOk="0" h="4788" w="1001">
                  <a:moveTo>
                    <a:pt x="48" y="1"/>
                  </a:moveTo>
                  <a:cubicBezTo>
                    <a:pt x="191" y="24"/>
                    <a:pt x="310" y="144"/>
                    <a:pt x="310" y="310"/>
                  </a:cubicBezTo>
                  <a:lnTo>
                    <a:pt x="310" y="4502"/>
                  </a:lnTo>
                  <a:cubicBezTo>
                    <a:pt x="310" y="4668"/>
                    <a:pt x="167" y="4787"/>
                    <a:pt x="0" y="4787"/>
                  </a:cubicBezTo>
                  <a:lnTo>
                    <a:pt x="667" y="4787"/>
                  </a:lnTo>
                  <a:cubicBezTo>
                    <a:pt x="834" y="4787"/>
                    <a:pt x="953" y="4644"/>
                    <a:pt x="953" y="4502"/>
                  </a:cubicBezTo>
                  <a:lnTo>
                    <a:pt x="953" y="310"/>
                  </a:lnTo>
                  <a:cubicBezTo>
                    <a:pt x="1000" y="144"/>
                    <a:pt x="834" y="1"/>
                    <a:pt x="667" y="1"/>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95"/>
            <p:cNvSpPr/>
            <p:nvPr/>
          </p:nvSpPr>
          <p:spPr>
            <a:xfrm>
              <a:off x="6331253" y="2694082"/>
              <a:ext cx="22620" cy="22620"/>
            </a:xfrm>
            <a:custGeom>
              <a:rect b="b" l="l" r="r" t="t"/>
              <a:pathLst>
                <a:path extrusionOk="0" h="692" w="692">
                  <a:moveTo>
                    <a:pt x="167" y="1"/>
                  </a:moveTo>
                  <a:cubicBezTo>
                    <a:pt x="72" y="1"/>
                    <a:pt x="1" y="96"/>
                    <a:pt x="1" y="191"/>
                  </a:cubicBezTo>
                  <a:lnTo>
                    <a:pt x="1" y="525"/>
                  </a:lnTo>
                  <a:cubicBezTo>
                    <a:pt x="1" y="596"/>
                    <a:pt x="96" y="691"/>
                    <a:pt x="167" y="691"/>
                  </a:cubicBezTo>
                  <a:lnTo>
                    <a:pt x="501" y="691"/>
                  </a:lnTo>
                  <a:cubicBezTo>
                    <a:pt x="596" y="691"/>
                    <a:pt x="691" y="644"/>
                    <a:pt x="691" y="525"/>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95"/>
            <p:cNvSpPr/>
            <p:nvPr/>
          </p:nvSpPr>
          <p:spPr>
            <a:xfrm>
              <a:off x="6374858" y="2694082"/>
              <a:ext cx="22587" cy="22620"/>
            </a:xfrm>
            <a:custGeom>
              <a:rect b="b" l="l" r="r" t="t"/>
              <a:pathLst>
                <a:path extrusionOk="0" h="692" w="691">
                  <a:moveTo>
                    <a:pt x="191" y="1"/>
                  </a:moveTo>
                  <a:cubicBezTo>
                    <a:pt x="95" y="1"/>
                    <a:pt x="0" y="96"/>
                    <a:pt x="0" y="191"/>
                  </a:cubicBezTo>
                  <a:lnTo>
                    <a:pt x="0" y="525"/>
                  </a:lnTo>
                  <a:cubicBezTo>
                    <a:pt x="0" y="596"/>
                    <a:pt x="95" y="691"/>
                    <a:pt x="191" y="691"/>
                  </a:cubicBezTo>
                  <a:lnTo>
                    <a:pt x="500" y="691"/>
                  </a:lnTo>
                  <a:cubicBezTo>
                    <a:pt x="596" y="691"/>
                    <a:pt x="667" y="644"/>
                    <a:pt x="691" y="525"/>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95"/>
            <p:cNvSpPr/>
            <p:nvPr/>
          </p:nvSpPr>
          <p:spPr>
            <a:xfrm>
              <a:off x="6416894" y="2694082"/>
              <a:ext cx="22587" cy="22620"/>
            </a:xfrm>
            <a:custGeom>
              <a:rect b="b" l="l" r="r" t="t"/>
              <a:pathLst>
                <a:path extrusionOk="0" h="692" w="691">
                  <a:moveTo>
                    <a:pt x="167" y="1"/>
                  </a:moveTo>
                  <a:cubicBezTo>
                    <a:pt x="95" y="1"/>
                    <a:pt x="0" y="96"/>
                    <a:pt x="0" y="191"/>
                  </a:cubicBezTo>
                  <a:lnTo>
                    <a:pt x="0" y="525"/>
                  </a:lnTo>
                  <a:cubicBezTo>
                    <a:pt x="0" y="596"/>
                    <a:pt x="95" y="691"/>
                    <a:pt x="167" y="691"/>
                  </a:cubicBezTo>
                  <a:lnTo>
                    <a:pt x="500" y="691"/>
                  </a:lnTo>
                  <a:cubicBezTo>
                    <a:pt x="596" y="691"/>
                    <a:pt x="691" y="644"/>
                    <a:pt x="691" y="525"/>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95"/>
            <p:cNvSpPr/>
            <p:nvPr/>
          </p:nvSpPr>
          <p:spPr>
            <a:xfrm>
              <a:off x="6460467" y="2694082"/>
              <a:ext cx="22620" cy="22620"/>
            </a:xfrm>
            <a:custGeom>
              <a:rect b="b" l="l" r="r" t="t"/>
              <a:pathLst>
                <a:path extrusionOk="0" h="692" w="692">
                  <a:moveTo>
                    <a:pt x="191" y="1"/>
                  </a:moveTo>
                  <a:cubicBezTo>
                    <a:pt x="96" y="1"/>
                    <a:pt x="1" y="96"/>
                    <a:pt x="1" y="191"/>
                  </a:cubicBezTo>
                  <a:lnTo>
                    <a:pt x="1" y="525"/>
                  </a:lnTo>
                  <a:cubicBezTo>
                    <a:pt x="1" y="596"/>
                    <a:pt x="96" y="691"/>
                    <a:pt x="191" y="691"/>
                  </a:cubicBezTo>
                  <a:lnTo>
                    <a:pt x="477" y="691"/>
                  </a:lnTo>
                  <a:cubicBezTo>
                    <a:pt x="596" y="691"/>
                    <a:pt x="668" y="644"/>
                    <a:pt x="691" y="525"/>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95"/>
            <p:cNvSpPr/>
            <p:nvPr/>
          </p:nvSpPr>
          <p:spPr>
            <a:xfrm>
              <a:off x="6502503" y="2694082"/>
              <a:ext cx="22620" cy="22620"/>
            </a:xfrm>
            <a:custGeom>
              <a:rect b="b" l="l" r="r" t="t"/>
              <a:pathLst>
                <a:path extrusionOk="0" h="692" w="692">
                  <a:moveTo>
                    <a:pt x="167" y="1"/>
                  </a:moveTo>
                  <a:cubicBezTo>
                    <a:pt x="72" y="1"/>
                    <a:pt x="1" y="96"/>
                    <a:pt x="1" y="191"/>
                  </a:cubicBezTo>
                  <a:lnTo>
                    <a:pt x="1" y="525"/>
                  </a:lnTo>
                  <a:cubicBezTo>
                    <a:pt x="1" y="596"/>
                    <a:pt x="96" y="691"/>
                    <a:pt x="167" y="691"/>
                  </a:cubicBezTo>
                  <a:lnTo>
                    <a:pt x="501" y="691"/>
                  </a:lnTo>
                  <a:cubicBezTo>
                    <a:pt x="596" y="691"/>
                    <a:pt x="691" y="644"/>
                    <a:pt x="691" y="525"/>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95"/>
            <p:cNvSpPr/>
            <p:nvPr/>
          </p:nvSpPr>
          <p:spPr>
            <a:xfrm>
              <a:off x="6545324" y="2694082"/>
              <a:ext cx="22620" cy="22620"/>
            </a:xfrm>
            <a:custGeom>
              <a:rect b="b" l="l" r="r" t="t"/>
              <a:pathLst>
                <a:path extrusionOk="0" h="692" w="692">
                  <a:moveTo>
                    <a:pt x="167" y="1"/>
                  </a:moveTo>
                  <a:cubicBezTo>
                    <a:pt x="72" y="1"/>
                    <a:pt x="1" y="96"/>
                    <a:pt x="1" y="191"/>
                  </a:cubicBezTo>
                  <a:lnTo>
                    <a:pt x="1" y="525"/>
                  </a:lnTo>
                  <a:cubicBezTo>
                    <a:pt x="1" y="596"/>
                    <a:pt x="96" y="691"/>
                    <a:pt x="167" y="691"/>
                  </a:cubicBezTo>
                  <a:lnTo>
                    <a:pt x="501" y="691"/>
                  </a:lnTo>
                  <a:cubicBezTo>
                    <a:pt x="620" y="691"/>
                    <a:pt x="691" y="644"/>
                    <a:pt x="691" y="525"/>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95"/>
            <p:cNvSpPr/>
            <p:nvPr/>
          </p:nvSpPr>
          <p:spPr>
            <a:xfrm>
              <a:off x="6588144" y="2694082"/>
              <a:ext cx="22587" cy="22620"/>
            </a:xfrm>
            <a:custGeom>
              <a:rect b="b" l="l" r="r" t="t"/>
              <a:pathLst>
                <a:path extrusionOk="0" h="692" w="691">
                  <a:moveTo>
                    <a:pt x="167" y="1"/>
                  </a:moveTo>
                  <a:cubicBezTo>
                    <a:pt x="96" y="1"/>
                    <a:pt x="0" y="96"/>
                    <a:pt x="0" y="191"/>
                  </a:cubicBezTo>
                  <a:lnTo>
                    <a:pt x="0" y="525"/>
                  </a:lnTo>
                  <a:cubicBezTo>
                    <a:pt x="0" y="596"/>
                    <a:pt x="96" y="691"/>
                    <a:pt x="167" y="691"/>
                  </a:cubicBezTo>
                  <a:lnTo>
                    <a:pt x="500" y="691"/>
                  </a:lnTo>
                  <a:cubicBezTo>
                    <a:pt x="596" y="691"/>
                    <a:pt x="691" y="644"/>
                    <a:pt x="691" y="525"/>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95"/>
            <p:cNvSpPr/>
            <p:nvPr/>
          </p:nvSpPr>
          <p:spPr>
            <a:xfrm>
              <a:off x="6331253" y="2737687"/>
              <a:ext cx="22620" cy="22620"/>
            </a:xfrm>
            <a:custGeom>
              <a:rect b="b" l="l" r="r" t="t"/>
              <a:pathLst>
                <a:path extrusionOk="0" h="692" w="692">
                  <a:moveTo>
                    <a:pt x="167" y="0"/>
                  </a:moveTo>
                  <a:cubicBezTo>
                    <a:pt x="72" y="0"/>
                    <a:pt x="1" y="96"/>
                    <a:pt x="1" y="191"/>
                  </a:cubicBezTo>
                  <a:lnTo>
                    <a:pt x="1" y="524"/>
                  </a:lnTo>
                  <a:cubicBezTo>
                    <a:pt x="1" y="620"/>
                    <a:pt x="96" y="691"/>
                    <a:pt x="167" y="691"/>
                  </a:cubicBezTo>
                  <a:lnTo>
                    <a:pt x="501" y="691"/>
                  </a:lnTo>
                  <a:cubicBezTo>
                    <a:pt x="596" y="691"/>
                    <a:pt x="691" y="620"/>
                    <a:pt x="691" y="524"/>
                  </a:cubicBezTo>
                  <a:lnTo>
                    <a:pt x="691" y="191"/>
                  </a:lnTo>
                  <a:cubicBezTo>
                    <a:pt x="691" y="96"/>
                    <a:pt x="596" y="0"/>
                    <a:pt x="501"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95"/>
            <p:cNvSpPr/>
            <p:nvPr/>
          </p:nvSpPr>
          <p:spPr>
            <a:xfrm>
              <a:off x="6374858" y="2737687"/>
              <a:ext cx="22587" cy="22620"/>
            </a:xfrm>
            <a:custGeom>
              <a:rect b="b" l="l" r="r" t="t"/>
              <a:pathLst>
                <a:path extrusionOk="0" h="692" w="691">
                  <a:moveTo>
                    <a:pt x="191" y="0"/>
                  </a:moveTo>
                  <a:cubicBezTo>
                    <a:pt x="95" y="0"/>
                    <a:pt x="0" y="96"/>
                    <a:pt x="0" y="191"/>
                  </a:cubicBezTo>
                  <a:lnTo>
                    <a:pt x="0" y="524"/>
                  </a:lnTo>
                  <a:cubicBezTo>
                    <a:pt x="0" y="620"/>
                    <a:pt x="95" y="691"/>
                    <a:pt x="191" y="691"/>
                  </a:cubicBezTo>
                  <a:lnTo>
                    <a:pt x="500" y="691"/>
                  </a:lnTo>
                  <a:cubicBezTo>
                    <a:pt x="596" y="691"/>
                    <a:pt x="667" y="620"/>
                    <a:pt x="691" y="524"/>
                  </a:cubicBezTo>
                  <a:lnTo>
                    <a:pt x="691" y="191"/>
                  </a:lnTo>
                  <a:cubicBezTo>
                    <a:pt x="691" y="96"/>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95"/>
            <p:cNvSpPr/>
            <p:nvPr/>
          </p:nvSpPr>
          <p:spPr>
            <a:xfrm>
              <a:off x="6416894" y="2737687"/>
              <a:ext cx="22587" cy="22620"/>
            </a:xfrm>
            <a:custGeom>
              <a:rect b="b" l="l" r="r" t="t"/>
              <a:pathLst>
                <a:path extrusionOk="0" h="692" w="691">
                  <a:moveTo>
                    <a:pt x="167" y="0"/>
                  </a:moveTo>
                  <a:cubicBezTo>
                    <a:pt x="95" y="0"/>
                    <a:pt x="0" y="96"/>
                    <a:pt x="0" y="191"/>
                  </a:cubicBezTo>
                  <a:lnTo>
                    <a:pt x="0" y="524"/>
                  </a:lnTo>
                  <a:cubicBezTo>
                    <a:pt x="0" y="620"/>
                    <a:pt x="95" y="691"/>
                    <a:pt x="167" y="691"/>
                  </a:cubicBezTo>
                  <a:lnTo>
                    <a:pt x="500" y="691"/>
                  </a:lnTo>
                  <a:cubicBezTo>
                    <a:pt x="596" y="691"/>
                    <a:pt x="691" y="620"/>
                    <a:pt x="691" y="524"/>
                  </a:cubicBezTo>
                  <a:lnTo>
                    <a:pt x="691" y="191"/>
                  </a:lnTo>
                  <a:cubicBezTo>
                    <a:pt x="691" y="96"/>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95"/>
            <p:cNvSpPr/>
            <p:nvPr/>
          </p:nvSpPr>
          <p:spPr>
            <a:xfrm>
              <a:off x="6460467" y="2737687"/>
              <a:ext cx="22620" cy="22620"/>
            </a:xfrm>
            <a:custGeom>
              <a:rect b="b" l="l" r="r" t="t"/>
              <a:pathLst>
                <a:path extrusionOk="0" h="692" w="692">
                  <a:moveTo>
                    <a:pt x="191" y="0"/>
                  </a:moveTo>
                  <a:cubicBezTo>
                    <a:pt x="96" y="0"/>
                    <a:pt x="1" y="96"/>
                    <a:pt x="1" y="191"/>
                  </a:cubicBezTo>
                  <a:lnTo>
                    <a:pt x="1" y="524"/>
                  </a:lnTo>
                  <a:cubicBezTo>
                    <a:pt x="1" y="620"/>
                    <a:pt x="96" y="691"/>
                    <a:pt x="191" y="691"/>
                  </a:cubicBezTo>
                  <a:lnTo>
                    <a:pt x="477" y="691"/>
                  </a:lnTo>
                  <a:cubicBezTo>
                    <a:pt x="596" y="691"/>
                    <a:pt x="668" y="620"/>
                    <a:pt x="691" y="524"/>
                  </a:cubicBezTo>
                  <a:lnTo>
                    <a:pt x="691" y="191"/>
                  </a:lnTo>
                  <a:cubicBezTo>
                    <a:pt x="691" y="96"/>
                    <a:pt x="596" y="0"/>
                    <a:pt x="501"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95"/>
            <p:cNvSpPr/>
            <p:nvPr/>
          </p:nvSpPr>
          <p:spPr>
            <a:xfrm>
              <a:off x="6502503" y="2737687"/>
              <a:ext cx="22620" cy="22620"/>
            </a:xfrm>
            <a:custGeom>
              <a:rect b="b" l="l" r="r" t="t"/>
              <a:pathLst>
                <a:path extrusionOk="0" h="692" w="692">
                  <a:moveTo>
                    <a:pt x="167" y="0"/>
                  </a:moveTo>
                  <a:cubicBezTo>
                    <a:pt x="72" y="0"/>
                    <a:pt x="1" y="96"/>
                    <a:pt x="1" y="191"/>
                  </a:cubicBezTo>
                  <a:lnTo>
                    <a:pt x="1" y="524"/>
                  </a:lnTo>
                  <a:cubicBezTo>
                    <a:pt x="1" y="620"/>
                    <a:pt x="96" y="691"/>
                    <a:pt x="167" y="691"/>
                  </a:cubicBezTo>
                  <a:lnTo>
                    <a:pt x="501" y="691"/>
                  </a:lnTo>
                  <a:cubicBezTo>
                    <a:pt x="596" y="691"/>
                    <a:pt x="691" y="620"/>
                    <a:pt x="691" y="524"/>
                  </a:cubicBezTo>
                  <a:lnTo>
                    <a:pt x="691" y="191"/>
                  </a:lnTo>
                  <a:cubicBezTo>
                    <a:pt x="691" y="96"/>
                    <a:pt x="596" y="0"/>
                    <a:pt x="501"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95"/>
            <p:cNvSpPr/>
            <p:nvPr/>
          </p:nvSpPr>
          <p:spPr>
            <a:xfrm>
              <a:off x="6545324" y="2737687"/>
              <a:ext cx="22620" cy="22620"/>
            </a:xfrm>
            <a:custGeom>
              <a:rect b="b" l="l" r="r" t="t"/>
              <a:pathLst>
                <a:path extrusionOk="0" h="692" w="692">
                  <a:moveTo>
                    <a:pt x="167" y="0"/>
                  </a:moveTo>
                  <a:cubicBezTo>
                    <a:pt x="72" y="0"/>
                    <a:pt x="1" y="96"/>
                    <a:pt x="1" y="191"/>
                  </a:cubicBezTo>
                  <a:lnTo>
                    <a:pt x="1" y="524"/>
                  </a:lnTo>
                  <a:cubicBezTo>
                    <a:pt x="1" y="620"/>
                    <a:pt x="96" y="691"/>
                    <a:pt x="167" y="691"/>
                  </a:cubicBezTo>
                  <a:lnTo>
                    <a:pt x="501" y="691"/>
                  </a:lnTo>
                  <a:cubicBezTo>
                    <a:pt x="620" y="691"/>
                    <a:pt x="691" y="620"/>
                    <a:pt x="691" y="524"/>
                  </a:cubicBezTo>
                  <a:lnTo>
                    <a:pt x="691" y="191"/>
                  </a:lnTo>
                  <a:cubicBezTo>
                    <a:pt x="691" y="96"/>
                    <a:pt x="596" y="0"/>
                    <a:pt x="501"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95"/>
            <p:cNvSpPr/>
            <p:nvPr/>
          </p:nvSpPr>
          <p:spPr>
            <a:xfrm>
              <a:off x="6588144" y="2737687"/>
              <a:ext cx="22587" cy="22620"/>
            </a:xfrm>
            <a:custGeom>
              <a:rect b="b" l="l" r="r" t="t"/>
              <a:pathLst>
                <a:path extrusionOk="0" h="692" w="691">
                  <a:moveTo>
                    <a:pt x="167" y="0"/>
                  </a:moveTo>
                  <a:cubicBezTo>
                    <a:pt x="96" y="0"/>
                    <a:pt x="0" y="96"/>
                    <a:pt x="0" y="191"/>
                  </a:cubicBezTo>
                  <a:lnTo>
                    <a:pt x="0" y="524"/>
                  </a:lnTo>
                  <a:cubicBezTo>
                    <a:pt x="0" y="620"/>
                    <a:pt x="96" y="691"/>
                    <a:pt x="167" y="691"/>
                  </a:cubicBezTo>
                  <a:lnTo>
                    <a:pt x="500" y="691"/>
                  </a:lnTo>
                  <a:cubicBezTo>
                    <a:pt x="596" y="691"/>
                    <a:pt x="691" y="620"/>
                    <a:pt x="691" y="524"/>
                  </a:cubicBezTo>
                  <a:lnTo>
                    <a:pt x="691" y="191"/>
                  </a:lnTo>
                  <a:cubicBezTo>
                    <a:pt x="691" y="96"/>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95"/>
            <p:cNvSpPr/>
            <p:nvPr/>
          </p:nvSpPr>
          <p:spPr>
            <a:xfrm>
              <a:off x="6331253" y="2780507"/>
              <a:ext cx="22620" cy="21835"/>
            </a:xfrm>
            <a:custGeom>
              <a:rect b="b" l="l" r="r" t="t"/>
              <a:pathLst>
                <a:path extrusionOk="0" h="668" w="692">
                  <a:moveTo>
                    <a:pt x="167" y="0"/>
                  </a:moveTo>
                  <a:cubicBezTo>
                    <a:pt x="72" y="0"/>
                    <a:pt x="1" y="96"/>
                    <a:pt x="1" y="191"/>
                  </a:cubicBezTo>
                  <a:lnTo>
                    <a:pt x="1" y="500"/>
                  </a:lnTo>
                  <a:cubicBezTo>
                    <a:pt x="1" y="572"/>
                    <a:pt x="96" y="667"/>
                    <a:pt x="167" y="667"/>
                  </a:cubicBezTo>
                  <a:lnTo>
                    <a:pt x="501" y="667"/>
                  </a:lnTo>
                  <a:cubicBezTo>
                    <a:pt x="596" y="667"/>
                    <a:pt x="691" y="596"/>
                    <a:pt x="691" y="524"/>
                  </a:cubicBezTo>
                  <a:lnTo>
                    <a:pt x="691" y="191"/>
                  </a:lnTo>
                  <a:cubicBezTo>
                    <a:pt x="691" y="96"/>
                    <a:pt x="596" y="0"/>
                    <a:pt x="501"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95"/>
            <p:cNvSpPr/>
            <p:nvPr/>
          </p:nvSpPr>
          <p:spPr>
            <a:xfrm>
              <a:off x="6374858" y="2780507"/>
              <a:ext cx="22587" cy="21835"/>
            </a:xfrm>
            <a:custGeom>
              <a:rect b="b" l="l" r="r" t="t"/>
              <a:pathLst>
                <a:path extrusionOk="0" h="668" w="691">
                  <a:moveTo>
                    <a:pt x="191" y="0"/>
                  </a:moveTo>
                  <a:cubicBezTo>
                    <a:pt x="95" y="0"/>
                    <a:pt x="0" y="96"/>
                    <a:pt x="0" y="191"/>
                  </a:cubicBezTo>
                  <a:lnTo>
                    <a:pt x="0" y="500"/>
                  </a:lnTo>
                  <a:cubicBezTo>
                    <a:pt x="0" y="572"/>
                    <a:pt x="95" y="667"/>
                    <a:pt x="191" y="667"/>
                  </a:cubicBezTo>
                  <a:lnTo>
                    <a:pt x="500" y="667"/>
                  </a:lnTo>
                  <a:cubicBezTo>
                    <a:pt x="596" y="667"/>
                    <a:pt x="667" y="596"/>
                    <a:pt x="691" y="524"/>
                  </a:cubicBezTo>
                  <a:lnTo>
                    <a:pt x="691" y="191"/>
                  </a:lnTo>
                  <a:cubicBezTo>
                    <a:pt x="691" y="96"/>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95"/>
            <p:cNvSpPr/>
            <p:nvPr/>
          </p:nvSpPr>
          <p:spPr>
            <a:xfrm>
              <a:off x="6416894" y="2780507"/>
              <a:ext cx="106659" cy="21835"/>
            </a:xfrm>
            <a:custGeom>
              <a:rect b="b" l="l" r="r" t="t"/>
              <a:pathLst>
                <a:path extrusionOk="0" h="668" w="3263">
                  <a:moveTo>
                    <a:pt x="167" y="0"/>
                  </a:moveTo>
                  <a:cubicBezTo>
                    <a:pt x="95" y="0"/>
                    <a:pt x="0" y="96"/>
                    <a:pt x="0" y="191"/>
                  </a:cubicBezTo>
                  <a:lnTo>
                    <a:pt x="0" y="500"/>
                  </a:lnTo>
                  <a:cubicBezTo>
                    <a:pt x="0" y="572"/>
                    <a:pt x="95" y="667"/>
                    <a:pt x="167" y="667"/>
                  </a:cubicBezTo>
                  <a:lnTo>
                    <a:pt x="3096" y="667"/>
                  </a:lnTo>
                  <a:cubicBezTo>
                    <a:pt x="3191" y="667"/>
                    <a:pt x="3263" y="596"/>
                    <a:pt x="3263" y="524"/>
                  </a:cubicBezTo>
                  <a:lnTo>
                    <a:pt x="3263" y="191"/>
                  </a:lnTo>
                  <a:cubicBezTo>
                    <a:pt x="3263" y="96"/>
                    <a:pt x="3167" y="0"/>
                    <a:pt x="3096"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95"/>
            <p:cNvSpPr/>
            <p:nvPr/>
          </p:nvSpPr>
          <p:spPr>
            <a:xfrm>
              <a:off x="6545324" y="2780507"/>
              <a:ext cx="22620" cy="21835"/>
            </a:xfrm>
            <a:custGeom>
              <a:rect b="b" l="l" r="r" t="t"/>
              <a:pathLst>
                <a:path extrusionOk="0" h="668" w="692">
                  <a:moveTo>
                    <a:pt x="167" y="0"/>
                  </a:moveTo>
                  <a:cubicBezTo>
                    <a:pt x="72" y="0"/>
                    <a:pt x="1" y="96"/>
                    <a:pt x="1" y="191"/>
                  </a:cubicBezTo>
                  <a:lnTo>
                    <a:pt x="1" y="500"/>
                  </a:lnTo>
                  <a:cubicBezTo>
                    <a:pt x="1" y="572"/>
                    <a:pt x="96" y="667"/>
                    <a:pt x="167" y="667"/>
                  </a:cubicBezTo>
                  <a:lnTo>
                    <a:pt x="501" y="667"/>
                  </a:lnTo>
                  <a:cubicBezTo>
                    <a:pt x="620" y="667"/>
                    <a:pt x="691" y="596"/>
                    <a:pt x="691" y="524"/>
                  </a:cubicBezTo>
                  <a:lnTo>
                    <a:pt x="691" y="191"/>
                  </a:lnTo>
                  <a:cubicBezTo>
                    <a:pt x="691" y="96"/>
                    <a:pt x="596" y="0"/>
                    <a:pt x="501"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95"/>
            <p:cNvSpPr/>
            <p:nvPr/>
          </p:nvSpPr>
          <p:spPr>
            <a:xfrm>
              <a:off x="6588144" y="2780507"/>
              <a:ext cx="22587" cy="21835"/>
            </a:xfrm>
            <a:custGeom>
              <a:rect b="b" l="l" r="r" t="t"/>
              <a:pathLst>
                <a:path extrusionOk="0" h="668" w="691">
                  <a:moveTo>
                    <a:pt x="167" y="0"/>
                  </a:moveTo>
                  <a:cubicBezTo>
                    <a:pt x="96" y="0"/>
                    <a:pt x="0" y="96"/>
                    <a:pt x="0" y="191"/>
                  </a:cubicBezTo>
                  <a:lnTo>
                    <a:pt x="0" y="500"/>
                  </a:lnTo>
                  <a:cubicBezTo>
                    <a:pt x="0" y="572"/>
                    <a:pt x="96" y="667"/>
                    <a:pt x="167" y="667"/>
                  </a:cubicBezTo>
                  <a:lnTo>
                    <a:pt x="500" y="667"/>
                  </a:lnTo>
                  <a:cubicBezTo>
                    <a:pt x="596" y="667"/>
                    <a:pt x="691" y="596"/>
                    <a:pt x="691" y="524"/>
                  </a:cubicBezTo>
                  <a:lnTo>
                    <a:pt x="691" y="191"/>
                  </a:lnTo>
                  <a:cubicBezTo>
                    <a:pt x="691" y="96"/>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95"/>
            <p:cNvSpPr/>
            <p:nvPr/>
          </p:nvSpPr>
          <p:spPr>
            <a:xfrm>
              <a:off x="6299350" y="2666069"/>
              <a:ext cx="242116" cy="167393"/>
            </a:xfrm>
            <a:custGeom>
              <a:rect b="b" l="l" r="r" t="t"/>
              <a:pathLst>
                <a:path extrusionOk="0" h="5121" w="7407">
                  <a:moveTo>
                    <a:pt x="476" y="1"/>
                  </a:moveTo>
                  <a:cubicBezTo>
                    <a:pt x="191" y="1"/>
                    <a:pt x="0" y="215"/>
                    <a:pt x="0" y="477"/>
                  </a:cubicBezTo>
                  <a:lnTo>
                    <a:pt x="0" y="4954"/>
                  </a:lnTo>
                  <a:cubicBezTo>
                    <a:pt x="0" y="5025"/>
                    <a:pt x="72" y="5121"/>
                    <a:pt x="167" y="5121"/>
                  </a:cubicBezTo>
                  <a:lnTo>
                    <a:pt x="7216" y="5121"/>
                  </a:lnTo>
                  <a:cubicBezTo>
                    <a:pt x="7264" y="5121"/>
                    <a:pt x="7264" y="5121"/>
                    <a:pt x="7287" y="5097"/>
                  </a:cubicBezTo>
                  <a:cubicBezTo>
                    <a:pt x="7406" y="4954"/>
                    <a:pt x="7311" y="4787"/>
                    <a:pt x="7168" y="4787"/>
                  </a:cubicBezTo>
                  <a:lnTo>
                    <a:pt x="381" y="4787"/>
                  </a:lnTo>
                  <a:cubicBezTo>
                    <a:pt x="357" y="4787"/>
                    <a:pt x="310" y="4763"/>
                    <a:pt x="310" y="4740"/>
                  </a:cubicBezTo>
                  <a:lnTo>
                    <a:pt x="310" y="477"/>
                  </a:lnTo>
                  <a:cubicBezTo>
                    <a:pt x="310" y="382"/>
                    <a:pt x="381" y="334"/>
                    <a:pt x="476" y="334"/>
                  </a:cubicBezTo>
                  <a:lnTo>
                    <a:pt x="2786" y="334"/>
                  </a:lnTo>
                  <a:cubicBezTo>
                    <a:pt x="2906" y="334"/>
                    <a:pt x="3001" y="215"/>
                    <a:pt x="2929" y="96"/>
                  </a:cubicBezTo>
                  <a:cubicBezTo>
                    <a:pt x="2906" y="24"/>
                    <a:pt x="2858" y="1"/>
                    <a:pt x="2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95"/>
            <p:cNvSpPr/>
            <p:nvPr/>
          </p:nvSpPr>
          <p:spPr>
            <a:xfrm>
              <a:off x="6297781" y="2465237"/>
              <a:ext cx="344886" cy="367440"/>
            </a:xfrm>
            <a:custGeom>
              <a:rect b="b" l="l" r="r" t="t"/>
              <a:pathLst>
                <a:path extrusionOk="0" h="11241" w="10551">
                  <a:moveTo>
                    <a:pt x="2843" y="328"/>
                  </a:moveTo>
                  <a:cubicBezTo>
                    <a:pt x="2894" y="328"/>
                    <a:pt x="2942" y="346"/>
                    <a:pt x="2977" y="381"/>
                  </a:cubicBezTo>
                  <a:lnTo>
                    <a:pt x="5287" y="1405"/>
                  </a:lnTo>
                  <a:lnTo>
                    <a:pt x="2954" y="2477"/>
                  </a:lnTo>
                  <a:cubicBezTo>
                    <a:pt x="2906" y="2501"/>
                    <a:pt x="2864" y="2513"/>
                    <a:pt x="2823" y="2513"/>
                  </a:cubicBezTo>
                  <a:cubicBezTo>
                    <a:pt x="2781" y="2513"/>
                    <a:pt x="2739" y="2501"/>
                    <a:pt x="2692" y="2477"/>
                  </a:cubicBezTo>
                  <a:lnTo>
                    <a:pt x="358" y="1405"/>
                  </a:lnTo>
                  <a:lnTo>
                    <a:pt x="2692" y="381"/>
                  </a:lnTo>
                  <a:cubicBezTo>
                    <a:pt x="2739" y="346"/>
                    <a:pt x="2793" y="328"/>
                    <a:pt x="2843" y="328"/>
                  </a:cubicBezTo>
                  <a:close/>
                  <a:moveTo>
                    <a:pt x="4335" y="2239"/>
                  </a:moveTo>
                  <a:lnTo>
                    <a:pt x="4335" y="3311"/>
                  </a:lnTo>
                  <a:lnTo>
                    <a:pt x="4097" y="3406"/>
                  </a:lnTo>
                  <a:cubicBezTo>
                    <a:pt x="3692" y="3573"/>
                    <a:pt x="3275" y="3656"/>
                    <a:pt x="2861" y="3656"/>
                  </a:cubicBezTo>
                  <a:cubicBezTo>
                    <a:pt x="2447" y="3656"/>
                    <a:pt x="2037" y="3573"/>
                    <a:pt x="1644" y="3406"/>
                  </a:cubicBezTo>
                  <a:lnTo>
                    <a:pt x="1406" y="3311"/>
                  </a:lnTo>
                  <a:lnTo>
                    <a:pt x="1406" y="2239"/>
                  </a:lnTo>
                  <a:lnTo>
                    <a:pt x="2596" y="2787"/>
                  </a:lnTo>
                  <a:cubicBezTo>
                    <a:pt x="2692" y="2811"/>
                    <a:pt x="2787" y="2834"/>
                    <a:pt x="2858" y="2834"/>
                  </a:cubicBezTo>
                  <a:cubicBezTo>
                    <a:pt x="2954" y="2834"/>
                    <a:pt x="3049" y="2811"/>
                    <a:pt x="3144" y="2787"/>
                  </a:cubicBezTo>
                  <a:lnTo>
                    <a:pt x="4335" y="2239"/>
                  </a:lnTo>
                  <a:close/>
                  <a:moveTo>
                    <a:pt x="2861" y="0"/>
                  </a:moveTo>
                  <a:cubicBezTo>
                    <a:pt x="2757" y="0"/>
                    <a:pt x="2656" y="24"/>
                    <a:pt x="2572" y="72"/>
                  </a:cubicBezTo>
                  <a:lnTo>
                    <a:pt x="215" y="1144"/>
                  </a:lnTo>
                  <a:cubicBezTo>
                    <a:pt x="215" y="1144"/>
                    <a:pt x="191" y="1144"/>
                    <a:pt x="191" y="1167"/>
                  </a:cubicBezTo>
                  <a:cubicBezTo>
                    <a:pt x="96" y="1239"/>
                    <a:pt x="72" y="1286"/>
                    <a:pt x="48" y="1382"/>
                  </a:cubicBezTo>
                  <a:cubicBezTo>
                    <a:pt x="1" y="1525"/>
                    <a:pt x="96" y="1644"/>
                    <a:pt x="215" y="1715"/>
                  </a:cubicBezTo>
                  <a:lnTo>
                    <a:pt x="1072" y="2120"/>
                  </a:lnTo>
                  <a:lnTo>
                    <a:pt x="1072" y="3406"/>
                  </a:lnTo>
                  <a:cubicBezTo>
                    <a:pt x="1072" y="3501"/>
                    <a:pt x="1144" y="3620"/>
                    <a:pt x="1239" y="3644"/>
                  </a:cubicBezTo>
                  <a:lnTo>
                    <a:pt x="1501" y="3763"/>
                  </a:lnTo>
                  <a:cubicBezTo>
                    <a:pt x="1953" y="3954"/>
                    <a:pt x="2382" y="4025"/>
                    <a:pt x="2834" y="4025"/>
                  </a:cubicBezTo>
                  <a:cubicBezTo>
                    <a:pt x="3287" y="4025"/>
                    <a:pt x="3763" y="3954"/>
                    <a:pt x="4168" y="3763"/>
                  </a:cubicBezTo>
                  <a:lnTo>
                    <a:pt x="4454" y="3644"/>
                  </a:lnTo>
                  <a:cubicBezTo>
                    <a:pt x="4525" y="3620"/>
                    <a:pt x="4597" y="3525"/>
                    <a:pt x="4597" y="3406"/>
                  </a:cubicBezTo>
                  <a:lnTo>
                    <a:pt x="4597" y="3287"/>
                  </a:lnTo>
                  <a:lnTo>
                    <a:pt x="6240" y="3287"/>
                  </a:lnTo>
                  <a:cubicBezTo>
                    <a:pt x="6430" y="3287"/>
                    <a:pt x="6597" y="3406"/>
                    <a:pt x="6645" y="3620"/>
                  </a:cubicBezTo>
                  <a:cubicBezTo>
                    <a:pt x="6716" y="3882"/>
                    <a:pt x="6502" y="4097"/>
                    <a:pt x="6264" y="4097"/>
                  </a:cubicBezTo>
                  <a:lnTo>
                    <a:pt x="4359" y="4097"/>
                  </a:lnTo>
                  <a:cubicBezTo>
                    <a:pt x="3930" y="4097"/>
                    <a:pt x="3620" y="4430"/>
                    <a:pt x="3644" y="4835"/>
                  </a:cubicBezTo>
                  <a:cubicBezTo>
                    <a:pt x="3668" y="5192"/>
                    <a:pt x="3978" y="5502"/>
                    <a:pt x="4359" y="5502"/>
                  </a:cubicBezTo>
                  <a:lnTo>
                    <a:pt x="5287" y="5502"/>
                  </a:lnTo>
                  <a:cubicBezTo>
                    <a:pt x="5359" y="5502"/>
                    <a:pt x="5454" y="5573"/>
                    <a:pt x="5454" y="5668"/>
                  </a:cubicBezTo>
                  <a:lnTo>
                    <a:pt x="5454" y="6121"/>
                  </a:lnTo>
                  <a:lnTo>
                    <a:pt x="3501" y="6121"/>
                  </a:lnTo>
                  <a:cubicBezTo>
                    <a:pt x="3382" y="6121"/>
                    <a:pt x="3287" y="6240"/>
                    <a:pt x="3335" y="6359"/>
                  </a:cubicBezTo>
                  <a:cubicBezTo>
                    <a:pt x="3382" y="6407"/>
                    <a:pt x="3430" y="6454"/>
                    <a:pt x="3501" y="6454"/>
                  </a:cubicBezTo>
                  <a:lnTo>
                    <a:pt x="10050" y="6407"/>
                  </a:lnTo>
                  <a:cubicBezTo>
                    <a:pt x="10122" y="6407"/>
                    <a:pt x="10193" y="6478"/>
                    <a:pt x="10193" y="6573"/>
                  </a:cubicBezTo>
                  <a:lnTo>
                    <a:pt x="10193" y="10765"/>
                  </a:lnTo>
                  <a:cubicBezTo>
                    <a:pt x="10193" y="10860"/>
                    <a:pt x="10122" y="10907"/>
                    <a:pt x="10050" y="10907"/>
                  </a:cubicBezTo>
                  <a:lnTo>
                    <a:pt x="7907" y="10907"/>
                  </a:lnTo>
                  <a:cubicBezTo>
                    <a:pt x="7812" y="10907"/>
                    <a:pt x="7740" y="10979"/>
                    <a:pt x="7716" y="11050"/>
                  </a:cubicBezTo>
                  <a:cubicBezTo>
                    <a:pt x="7716" y="11146"/>
                    <a:pt x="7788" y="11241"/>
                    <a:pt x="7859" y="11241"/>
                  </a:cubicBezTo>
                  <a:lnTo>
                    <a:pt x="10003" y="11241"/>
                  </a:lnTo>
                  <a:cubicBezTo>
                    <a:pt x="10288" y="11241"/>
                    <a:pt x="10479" y="11026"/>
                    <a:pt x="10479" y="10765"/>
                  </a:cubicBezTo>
                  <a:lnTo>
                    <a:pt x="10479" y="6573"/>
                  </a:lnTo>
                  <a:cubicBezTo>
                    <a:pt x="10550" y="6335"/>
                    <a:pt x="10336" y="6121"/>
                    <a:pt x="10074" y="6121"/>
                  </a:cubicBezTo>
                  <a:lnTo>
                    <a:pt x="5811" y="6145"/>
                  </a:lnTo>
                  <a:lnTo>
                    <a:pt x="5811" y="5549"/>
                  </a:lnTo>
                  <a:cubicBezTo>
                    <a:pt x="5811" y="5335"/>
                    <a:pt x="5645" y="5168"/>
                    <a:pt x="5430" y="5168"/>
                  </a:cubicBezTo>
                  <a:lnTo>
                    <a:pt x="4335" y="5168"/>
                  </a:lnTo>
                  <a:cubicBezTo>
                    <a:pt x="4240" y="5168"/>
                    <a:pt x="4144" y="5097"/>
                    <a:pt x="4097" y="5049"/>
                  </a:cubicBezTo>
                  <a:cubicBezTo>
                    <a:pt x="3882" y="4740"/>
                    <a:pt x="4097" y="4430"/>
                    <a:pt x="4382" y="4430"/>
                  </a:cubicBezTo>
                  <a:lnTo>
                    <a:pt x="6288" y="4430"/>
                  </a:lnTo>
                  <a:cubicBezTo>
                    <a:pt x="6645" y="4430"/>
                    <a:pt x="7002" y="4120"/>
                    <a:pt x="7026" y="3763"/>
                  </a:cubicBezTo>
                  <a:cubicBezTo>
                    <a:pt x="7097" y="3311"/>
                    <a:pt x="6740" y="2953"/>
                    <a:pt x="6288" y="2953"/>
                  </a:cubicBezTo>
                  <a:lnTo>
                    <a:pt x="4621" y="2953"/>
                  </a:lnTo>
                  <a:lnTo>
                    <a:pt x="4621" y="2096"/>
                  </a:lnTo>
                  <a:lnTo>
                    <a:pt x="5478" y="1691"/>
                  </a:lnTo>
                  <a:cubicBezTo>
                    <a:pt x="5597" y="1620"/>
                    <a:pt x="5668" y="1525"/>
                    <a:pt x="5668" y="1405"/>
                  </a:cubicBezTo>
                  <a:cubicBezTo>
                    <a:pt x="5668" y="1286"/>
                    <a:pt x="5597" y="1167"/>
                    <a:pt x="5525" y="1144"/>
                  </a:cubicBezTo>
                  <a:lnTo>
                    <a:pt x="3168" y="72"/>
                  </a:lnTo>
                  <a:cubicBezTo>
                    <a:pt x="3073" y="24"/>
                    <a:pt x="2965" y="0"/>
                    <a:pt x="28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95"/>
            <p:cNvSpPr/>
            <p:nvPr/>
          </p:nvSpPr>
          <p:spPr>
            <a:xfrm>
              <a:off x="6327363" y="2690192"/>
              <a:ext cx="31936" cy="32720"/>
            </a:xfrm>
            <a:custGeom>
              <a:rect b="b" l="l" r="r" t="t"/>
              <a:pathLst>
                <a:path extrusionOk="0" h="1001" w="977">
                  <a:moveTo>
                    <a:pt x="643" y="334"/>
                  </a:moveTo>
                  <a:lnTo>
                    <a:pt x="643" y="668"/>
                  </a:lnTo>
                  <a:lnTo>
                    <a:pt x="334" y="668"/>
                  </a:lnTo>
                  <a:lnTo>
                    <a:pt x="334" y="334"/>
                  </a:lnTo>
                  <a:close/>
                  <a:moveTo>
                    <a:pt x="334" y="1"/>
                  </a:moveTo>
                  <a:cubicBezTo>
                    <a:pt x="143" y="1"/>
                    <a:pt x="0" y="167"/>
                    <a:pt x="0" y="334"/>
                  </a:cubicBezTo>
                  <a:lnTo>
                    <a:pt x="0" y="668"/>
                  </a:lnTo>
                  <a:cubicBezTo>
                    <a:pt x="0" y="834"/>
                    <a:pt x="143" y="1001"/>
                    <a:pt x="334" y="1001"/>
                  </a:cubicBezTo>
                  <a:lnTo>
                    <a:pt x="643" y="1001"/>
                  </a:lnTo>
                  <a:cubicBezTo>
                    <a:pt x="834" y="1001"/>
                    <a:pt x="977" y="834"/>
                    <a:pt x="977" y="668"/>
                  </a:cubicBezTo>
                  <a:lnTo>
                    <a:pt x="977" y="334"/>
                  </a:lnTo>
                  <a:cubicBezTo>
                    <a:pt x="977" y="167"/>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95"/>
            <p:cNvSpPr/>
            <p:nvPr/>
          </p:nvSpPr>
          <p:spPr>
            <a:xfrm>
              <a:off x="6369399" y="2690192"/>
              <a:ext cx="31936" cy="32720"/>
            </a:xfrm>
            <a:custGeom>
              <a:rect b="b" l="l" r="r" t="t"/>
              <a:pathLst>
                <a:path extrusionOk="0" h="1001" w="977">
                  <a:moveTo>
                    <a:pt x="643" y="334"/>
                  </a:moveTo>
                  <a:lnTo>
                    <a:pt x="643" y="668"/>
                  </a:lnTo>
                  <a:lnTo>
                    <a:pt x="310" y="668"/>
                  </a:lnTo>
                  <a:lnTo>
                    <a:pt x="310" y="334"/>
                  </a:lnTo>
                  <a:close/>
                  <a:moveTo>
                    <a:pt x="310" y="1"/>
                  </a:moveTo>
                  <a:cubicBezTo>
                    <a:pt x="143" y="1"/>
                    <a:pt x="0" y="167"/>
                    <a:pt x="0" y="334"/>
                  </a:cubicBezTo>
                  <a:lnTo>
                    <a:pt x="0" y="668"/>
                  </a:lnTo>
                  <a:cubicBezTo>
                    <a:pt x="0" y="834"/>
                    <a:pt x="143" y="1001"/>
                    <a:pt x="310" y="1001"/>
                  </a:cubicBezTo>
                  <a:lnTo>
                    <a:pt x="643" y="1001"/>
                  </a:lnTo>
                  <a:cubicBezTo>
                    <a:pt x="834" y="1001"/>
                    <a:pt x="977" y="834"/>
                    <a:pt x="977" y="668"/>
                  </a:cubicBezTo>
                  <a:lnTo>
                    <a:pt x="977" y="334"/>
                  </a:lnTo>
                  <a:cubicBezTo>
                    <a:pt x="977" y="167"/>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95"/>
            <p:cNvSpPr/>
            <p:nvPr/>
          </p:nvSpPr>
          <p:spPr>
            <a:xfrm>
              <a:off x="6413005" y="2690192"/>
              <a:ext cx="31936" cy="31968"/>
            </a:xfrm>
            <a:custGeom>
              <a:rect b="b" l="l" r="r" t="t"/>
              <a:pathLst>
                <a:path extrusionOk="0" h="978" w="977">
                  <a:moveTo>
                    <a:pt x="643" y="334"/>
                  </a:moveTo>
                  <a:lnTo>
                    <a:pt x="643" y="668"/>
                  </a:lnTo>
                  <a:lnTo>
                    <a:pt x="333" y="668"/>
                  </a:lnTo>
                  <a:lnTo>
                    <a:pt x="333" y="334"/>
                  </a:lnTo>
                  <a:close/>
                  <a:moveTo>
                    <a:pt x="333" y="1"/>
                  </a:moveTo>
                  <a:cubicBezTo>
                    <a:pt x="143" y="1"/>
                    <a:pt x="0" y="144"/>
                    <a:pt x="0" y="334"/>
                  </a:cubicBezTo>
                  <a:lnTo>
                    <a:pt x="0" y="668"/>
                  </a:lnTo>
                  <a:cubicBezTo>
                    <a:pt x="0" y="834"/>
                    <a:pt x="143" y="977"/>
                    <a:pt x="333" y="977"/>
                  </a:cubicBezTo>
                  <a:lnTo>
                    <a:pt x="643" y="977"/>
                  </a:lnTo>
                  <a:cubicBezTo>
                    <a:pt x="834" y="977"/>
                    <a:pt x="976" y="834"/>
                    <a:pt x="976" y="668"/>
                  </a:cubicBezTo>
                  <a:lnTo>
                    <a:pt x="976" y="334"/>
                  </a:lnTo>
                  <a:cubicBezTo>
                    <a:pt x="976" y="144"/>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95"/>
            <p:cNvSpPr/>
            <p:nvPr/>
          </p:nvSpPr>
          <p:spPr>
            <a:xfrm>
              <a:off x="6455041" y="2690192"/>
              <a:ext cx="31936" cy="31968"/>
            </a:xfrm>
            <a:custGeom>
              <a:rect b="b" l="l" r="r" t="t"/>
              <a:pathLst>
                <a:path extrusionOk="0" h="978" w="977">
                  <a:moveTo>
                    <a:pt x="643" y="334"/>
                  </a:moveTo>
                  <a:lnTo>
                    <a:pt x="643" y="668"/>
                  </a:lnTo>
                  <a:lnTo>
                    <a:pt x="310" y="668"/>
                  </a:lnTo>
                  <a:lnTo>
                    <a:pt x="310" y="334"/>
                  </a:lnTo>
                  <a:close/>
                  <a:moveTo>
                    <a:pt x="310" y="1"/>
                  </a:moveTo>
                  <a:cubicBezTo>
                    <a:pt x="143" y="1"/>
                    <a:pt x="0" y="144"/>
                    <a:pt x="0" y="334"/>
                  </a:cubicBezTo>
                  <a:lnTo>
                    <a:pt x="0" y="668"/>
                  </a:lnTo>
                  <a:cubicBezTo>
                    <a:pt x="0" y="834"/>
                    <a:pt x="143" y="977"/>
                    <a:pt x="310" y="977"/>
                  </a:cubicBezTo>
                  <a:lnTo>
                    <a:pt x="643" y="977"/>
                  </a:lnTo>
                  <a:cubicBezTo>
                    <a:pt x="834" y="977"/>
                    <a:pt x="976" y="834"/>
                    <a:pt x="976" y="668"/>
                  </a:cubicBezTo>
                  <a:lnTo>
                    <a:pt x="976" y="334"/>
                  </a:lnTo>
                  <a:cubicBezTo>
                    <a:pt x="976" y="144"/>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95"/>
            <p:cNvSpPr/>
            <p:nvPr/>
          </p:nvSpPr>
          <p:spPr>
            <a:xfrm>
              <a:off x="6497829" y="2690192"/>
              <a:ext cx="32753" cy="31968"/>
            </a:xfrm>
            <a:custGeom>
              <a:rect b="b" l="l" r="r" t="t"/>
              <a:pathLst>
                <a:path extrusionOk="0" h="978" w="1002">
                  <a:moveTo>
                    <a:pt x="668" y="334"/>
                  </a:moveTo>
                  <a:lnTo>
                    <a:pt x="668" y="668"/>
                  </a:lnTo>
                  <a:lnTo>
                    <a:pt x="358" y="668"/>
                  </a:lnTo>
                  <a:lnTo>
                    <a:pt x="358" y="334"/>
                  </a:lnTo>
                  <a:close/>
                  <a:moveTo>
                    <a:pt x="358" y="1"/>
                  </a:moveTo>
                  <a:cubicBezTo>
                    <a:pt x="168" y="1"/>
                    <a:pt x="25" y="144"/>
                    <a:pt x="25" y="334"/>
                  </a:cubicBezTo>
                  <a:lnTo>
                    <a:pt x="25" y="668"/>
                  </a:lnTo>
                  <a:cubicBezTo>
                    <a:pt x="1" y="834"/>
                    <a:pt x="144" y="977"/>
                    <a:pt x="358" y="977"/>
                  </a:cubicBezTo>
                  <a:lnTo>
                    <a:pt x="668" y="977"/>
                  </a:lnTo>
                  <a:cubicBezTo>
                    <a:pt x="858" y="977"/>
                    <a:pt x="1001" y="834"/>
                    <a:pt x="1001" y="668"/>
                  </a:cubicBezTo>
                  <a:lnTo>
                    <a:pt x="1001" y="334"/>
                  </a:lnTo>
                  <a:cubicBezTo>
                    <a:pt x="1001" y="144"/>
                    <a:pt x="858" y="1"/>
                    <a:pt x="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95"/>
            <p:cNvSpPr/>
            <p:nvPr/>
          </p:nvSpPr>
          <p:spPr>
            <a:xfrm>
              <a:off x="6540649" y="2690192"/>
              <a:ext cx="31968" cy="31968"/>
            </a:xfrm>
            <a:custGeom>
              <a:rect b="b" l="l" r="r" t="t"/>
              <a:pathLst>
                <a:path extrusionOk="0" h="978" w="978">
                  <a:moveTo>
                    <a:pt x="644" y="334"/>
                  </a:moveTo>
                  <a:lnTo>
                    <a:pt x="644" y="668"/>
                  </a:lnTo>
                  <a:lnTo>
                    <a:pt x="310" y="668"/>
                  </a:lnTo>
                  <a:lnTo>
                    <a:pt x="310" y="334"/>
                  </a:lnTo>
                  <a:close/>
                  <a:moveTo>
                    <a:pt x="310" y="1"/>
                  </a:moveTo>
                  <a:cubicBezTo>
                    <a:pt x="144" y="1"/>
                    <a:pt x="1" y="144"/>
                    <a:pt x="1" y="334"/>
                  </a:cubicBezTo>
                  <a:lnTo>
                    <a:pt x="1" y="668"/>
                  </a:lnTo>
                  <a:cubicBezTo>
                    <a:pt x="1" y="834"/>
                    <a:pt x="144" y="977"/>
                    <a:pt x="310" y="977"/>
                  </a:cubicBezTo>
                  <a:lnTo>
                    <a:pt x="644" y="977"/>
                  </a:lnTo>
                  <a:cubicBezTo>
                    <a:pt x="834" y="977"/>
                    <a:pt x="977" y="834"/>
                    <a:pt x="977" y="668"/>
                  </a:cubicBezTo>
                  <a:lnTo>
                    <a:pt x="977" y="334"/>
                  </a:lnTo>
                  <a:cubicBezTo>
                    <a:pt x="977" y="144"/>
                    <a:pt x="834"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95"/>
            <p:cNvSpPr/>
            <p:nvPr/>
          </p:nvSpPr>
          <p:spPr>
            <a:xfrm>
              <a:off x="6583470" y="2690192"/>
              <a:ext cx="32720" cy="31968"/>
            </a:xfrm>
            <a:custGeom>
              <a:rect b="b" l="l" r="r" t="t"/>
              <a:pathLst>
                <a:path extrusionOk="0" h="978" w="1001">
                  <a:moveTo>
                    <a:pt x="667" y="334"/>
                  </a:moveTo>
                  <a:lnTo>
                    <a:pt x="667" y="668"/>
                  </a:lnTo>
                  <a:lnTo>
                    <a:pt x="358" y="668"/>
                  </a:lnTo>
                  <a:lnTo>
                    <a:pt x="358" y="334"/>
                  </a:lnTo>
                  <a:close/>
                  <a:moveTo>
                    <a:pt x="358" y="1"/>
                  </a:moveTo>
                  <a:cubicBezTo>
                    <a:pt x="167" y="1"/>
                    <a:pt x="24" y="144"/>
                    <a:pt x="24" y="334"/>
                  </a:cubicBezTo>
                  <a:lnTo>
                    <a:pt x="24" y="668"/>
                  </a:lnTo>
                  <a:cubicBezTo>
                    <a:pt x="0" y="834"/>
                    <a:pt x="143" y="977"/>
                    <a:pt x="358" y="977"/>
                  </a:cubicBezTo>
                  <a:lnTo>
                    <a:pt x="667" y="977"/>
                  </a:lnTo>
                  <a:cubicBezTo>
                    <a:pt x="858" y="977"/>
                    <a:pt x="1001" y="834"/>
                    <a:pt x="1001" y="668"/>
                  </a:cubicBezTo>
                  <a:lnTo>
                    <a:pt x="1001" y="334"/>
                  </a:lnTo>
                  <a:cubicBezTo>
                    <a:pt x="1001" y="144"/>
                    <a:pt x="858" y="1"/>
                    <a:pt x="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95"/>
            <p:cNvSpPr/>
            <p:nvPr/>
          </p:nvSpPr>
          <p:spPr>
            <a:xfrm>
              <a:off x="6327363" y="2732228"/>
              <a:ext cx="31936" cy="31968"/>
            </a:xfrm>
            <a:custGeom>
              <a:rect b="b" l="l" r="r" t="t"/>
              <a:pathLst>
                <a:path extrusionOk="0" h="978" w="977">
                  <a:moveTo>
                    <a:pt x="643" y="358"/>
                  </a:moveTo>
                  <a:lnTo>
                    <a:pt x="643" y="691"/>
                  </a:lnTo>
                  <a:lnTo>
                    <a:pt x="334" y="691"/>
                  </a:lnTo>
                  <a:lnTo>
                    <a:pt x="334" y="358"/>
                  </a:lnTo>
                  <a:close/>
                  <a:moveTo>
                    <a:pt x="334" y="1"/>
                  </a:moveTo>
                  <a:cubicBezTo>
                    <a:pt x="143" y="1"/>
                    <a:pt x="0" y="144"/>
                    <a:pt x="0" y="334"/>
                  </a:cubicBezTo>
                  <a:lnTo>
                    <a:pt x="0" y="668"/>
                  </a:lnTo>
                  <a:cubicBezTo>
                    <a:pt x="0" y="834"/>
                    <a:pt x="143" y="977"/>
                    <a:pt x="334" y="977"/>
                  </a:cubicBezTo>
                  <a:lnTo>
                    <a:pt x="643" y="977"/>
                  </a:lnTo>
                  <a:cubicBezTo>
                    <a:pt x="834" y="977"/>
                    <a:pt x="977" y="834"/>
                    <a:pt x="977" y="668"/>
                  </a:cubicBezTo>
                  <a:lnTo>
                    <a:pt x="977" y="334"/>
                  </a:lnTo>
                  <a:cubicBezTo>
                    <a:pt x="977" y="144"/>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95"/>
            <p:cNvSpPr/>
            <p:nvPr/>
          </p:nvSpPr>
          <p:spPr>
            <a:xfrm>
              <a:off x="6369399" y="2732228"/>
              <a:ext cx="31936" cy="31968"/>
            </a:xfrm>
            <a:custGeom>
              <a:rect b="b" l="l" r="r" t="t"/>
              <a:pathLst>
                <a:path extrusionOk="0" h="978" w="977">
                  <a:moveTo>
                    <a:pt x="643" y="358"/>
                  </a:moveTo>
                  <a:lnTo>
                    <a:pt x="643" y="691"/>
                  </a:lnTo>
                  <a:lnTo>
                    <a:pt x="310" y="691"/>
                  </a:lnTo>
                  <a:lnTo>
                    <a:pt x="310" y="358"/>
                  </a:lnTo>
                  <a:close/>
                  <a:moveTo>
                    <a:pt x="310" y="1"/>
                  </a:moveTo>
                  <a:cubicBezTo>
                    <a:pt x="143" y="1"/>
                    <a:pt x="0" y="144"/>
                    <a:pt x="0" y="334"/>
                  </a:cubicBezTo>
                  <a:lnTo>
                    <a:pt x="0" y="668"/>
                  </a:lnTo>
                  <a:cubicBezTo>
                    <a:pt x="0" y="834"/>
                    <a:pt x="143" y="977"/>
                    <a:pt x="310" y="977"/>
                  </a:cubicBezTo>
                  <a:lnTo>
                    <a:pt x="643" y="977"/>
                  </a:lnTo>
                  <a:cubicBezTo>
                    <a:pt x="834" y="977"/>
                    <a:pt x="977" y="834"/>
                    <a:pt x="977" y="668"/>
                  </a:cubicBezTo>
                  <a:lnTo>
                    <a:pt x="977" y="334"/>
                  </a:lnTo>
                  <a:cubicBezTo>
                    <a:pt x="977" y="144"/>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95"/>
            <p:cNvSpPr/>
            <p:nvPr/>
          </p:nvSpPr>
          <p:spPr>
            <a:xfrm>
              <a:off x="6413005" y="2733013"/>
              <a:ext cx="31936" cy="32720"/>
            </a:xfrm>
            <a:custGeom>
              <a:rect b="b" l="l" r="r" t="t"/>
              <a:pathLst>
                <a:path extrusionOk="0" h="1001" w="977">
                  <a:moveTo>
                    <a:pt x="643" y="334"/>
                  </a:moveTo>
                  <a:lnTo>
                    <a:pt x="643" y="667"/>
                  </a:lnTo>
                  <a:lnTo>
                    <a:pt x="333" y="667"/>
                  </a:lnTo>
                  <a:lnTo>
                    <a:pt x="333" y="334"/>
                  </a:lnTo>
                  <a:close/>
                  <a:moveTo>
                    <a:pt x="333" y="1"/>
                  </a:moveTo>
                  <a:cubicBezTo>
                    <a:pt x="143" y="1"/>
                    <a:pt x="0" y="143"/>
                    <a:pt x="0" y="334"/>
                  </a:cubicBezTo>
                  <a:lnTo>
                    <a:pt x="0" y="667"/>
                  </a:lnTo>
                  <a:cubicBezTo>
                    <a:pt x="0" y="834"/>
                    <a:pt x="143" y="1001"/>
                    <a:pt x="333" y="1001"/>
                  </a:cubicBezTo>
                  <a:lnTo>
                    <a:pt x="643" y="1001"/>
                  </a:lnTo>
                  <a:cubicBezTo>
                    <a:pt x="834" y="1001"/>
                    <a:pt x="976" y="834"/>
                    <a:pt x="976" y="667"/>
                  </a:cubicBezTo>
                  <a:lnTo>
                    <a:pt x="976" y="334"/>
                  </a:lnTo>
                  <a:cubicBezTo>
                    <a:pt x="976" y="143"/>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95"/>
            <p:cNvSpPr/>
            <p:nvPr/>
          </p:nvSpPr>
          <p:spPr>
            <a:xfrm>
              <a:off x="6455041" y="2733013"/>
              <a:ext cx="31936" cy="32720"/>
            </a:xfrm>
            <a:custGeom>
              <a:rect b="b" l="l" r="r" t="t"/>
              <a:pathLst>
                <a:path extrusionOk="0" h="1001" w="977">
                  <a:moveTo>
                    <a:pt x="643" y="334"/>
                  </a:moveTo>
                  <a:lnTo>
                    <a:pt x="643" y="667"/>
                  </a:lnTo>
                  <a:lnTo>
                    <a:pt x="310" y="667"/>
                  </a:lnTo>
                  <a:lnTo>
                    <a:pt x="310" y="334"/>
                  </a:lnTo>
                  <a:close/>
                  <a:moveTo>
                    <a:pt x="310" y="1"/>
                  </a:moveTo>
                  <a:cubicBezTo>
                    <a:pt x="143" y="1"/>
                    <a:pt x="0" y="143"/>
                    <a:pt x="0" y="334"/>
                  </a:cubicBezTo>
                  <a:lnTo>
                    <a:pt x="0" y="667"/>
                  </a:lnTo>
                  <a:cubicBezTo>
                    <a:pt x="0" y="834"/>
                    <a:pt x="143" y="1001"/>
                    <a:pt x="310" y="1001"/>
                  </a:cubicBezTo>
                  <a:lnTo>
                    <a:pt x="643" y="1001"/>
                  </a:lnTo>
                  <a:cubicBezTo>
                    <a:pt x="834" y="1001"/>
                    <a:pt x="976" y="834"/>
                    <a:pt x="976" y="667"/>
                  </a:cubicBezTo>
                  <a:lnTo>
                    <a:pt x="976" y="334"/>
                  </a:lnTo>
                  <a:cubicBezTo>
                    <a:pt x="976" y="143"/>
                    <a:pt x="834"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95"/>
            <p:cNvSpPr/>
            <p:nvPr/>
          </p:nvSpPr>
          <p:spPr>
            <a:xfrm>
              <a:off x="6497829" y="2733013"/>
              <a:ext cx="32753" cy="32720"/>
            </a:xfrm>
            <a:custGeom>
              <a:rect b="b" l="l" r="r" t="t"/>
              <a:pathLst>
                <a:path extrusionOk="0" h="1001" w="1002">
                  <a:moveTo>
                    <a:pt x="668" y="334"/>
                  </a:moveTo>
                  <a:lnTo>
                    <a:pt x="668" y="667"/>
                  </a:lnTo>
                  <a:lnTo>
                    <a:pt x="358" y="667"/>
                  </a:lnTo>
                  <a:lnTo>
                    <a:pt x="358" y="334"/>
                  </a:lnTo>
                  <a:close/>
                  <a:moveTo>
                    <a:pt x="358" y="1"/>
                  </a:moveTo>
                  <a:cubicBezTo>
                    <a:pt x="168" y="1"/>
                    <a:pt x="25" y="143"/>
                    <a:pt x="25" y="334"/>
                  </a:cubicBezTo>
                  <a:lnTo>
                    <a:pt x="25" y="667"/>
                  </a:lnTo>
                  <a:cubicBezTo>
                    <a:pt x="1" y="834"/>
                    <a:pt x="144" y="1001"/>
                    <a:pt x="358" y="1001"/>
                  </a:cubicBezTo>
                  <a:lnTo>
                    <a:pt x="668" y="1001"/>
                  </a:lnTo>
                  <a:cubicBezTo>
                    <a:pt x="858" y="1001"/>
                    <a:pt x="1001" y="834"/>
                    <a:pt x="1001" y="667"/>
                  </a:cubicBezTo>
                  <a:lnTo>
                    <a:pt x="1001" y="334"/>
                  </a:lnTo>
                  <a:cubicBezTo>
                    <a:pt x="1001" y="143"/>
                    <a:pt x="858" y="1"/>
                    <a:pt x="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95"/>
            <p:cNvSpPr/>
            <p:nvPr/>
          </p:nvSpPr>
          <p:spPr>
            <a:xfrm>
              <a:off x="6540649" y="2733013"/>
              <a:ext cx="31968" cy="32720"/>
            </a:xfrm>
            <a:custGeom>
              <a:rect b="b" l="l" r="r" t="t"/>
              <a:pathLst>
                <a:path extrusionOk="0" h="1001" w="978">
                  <a:moveTo>
                    <a:pt x="644" y="334"/>
                  </a:moveTo>
                  <a:lnTo>
                    <a:pt x="644" y="667"/>
                  </a:lnTo>
                  <a:lnTo>
                    <a:pt x="310" y="667"/>
                  </a:lnTo>
                  <a:lnTo>
                    <a:pt x="310" y="334"/>
                  </a:lnTo>
                  <a:close/>
                  <a:moveTo>
                    <a:pt x="310" y="1"/>
                  </a:moveTo>
                  <a:cubicBezTo>
                    <a:pt x="144" y="1"/>
                    <a:pt x="1" y="143"/>
                    <a:pt x="1" y="334"/>
                  </a:cubicBezTo>
                  <a:lnTo>
                    <a:pt x="1" y="667"/>
                  </a:lnTo>
                  <a:cubicBezTo>
                    <a:pt x="1" y="834"/>
                    <a:pt x="144" y="1001"/>
                    <a:pt x="310" y="1001"/>
                  </a:cubicBezTo>
                  <a:lnTo>
                    <a:pt x="644" y="1001"/>
                  </a:lnTo>
                  <a:cubicBezTo>
                    <a:pt x="834" y="1001"/>
                    <a:pt x="977" y="834"/>
                    <a:pt x="977" y="667"/>
                  </a:cubicBezTo>
                  <a:lnTo>
                    <a:pt x="977" y="334"/>
                  </a:lnTo>
                  <a:cubicBezTo>
                    <a:pt x="977" y="143"/>
                    <a:pt x="834"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95"/>
            <p:cNvSpPr/>
            <p:nvPr/>
          </p:nvSpPr>
          <p:spPr>
            <a:xfrm>
              <a:off x="6583470" y="2733013"/>
              <a:ext cx="32720" cy="32720"/>
            </a:xfrm>
            <a:custGeom>
              <a:rect b="b" l="l" r="r" t="t"/>
              <a:pathLst>
                <a:path extrusionOk="0" h="1001" w="1001">
                  <a:moveTo>
                    <a:pt x="667" y="334"/>
                  </a:moveTo>
                  <a:lnTo>
                    <a:pt x="667" y="667"/>
                  </a:lnTo>
                  <a:lnTo>
                    <a:pt x="358" y="667"/>
                  </a:lnTo>
                  <a:lnTo>
                    <a:pt x="358" y="334"/>
                  </a:lnTo>
                  <a:close/>
                  <a:moveTo>
                    <a:pt x="358" y="1"/>
                  </a:moveTo>
                  <a:cubicBezTo>
                    <a:pt x="167" y="1"/>
                    <a:pt x="24" y="143"/>
                    <a:pt x="24" y="334"/>
                  </a:cubicBezTo>
                  <a:lnTo>
                    <a:pt x="24" y="667"/>
                  </a:lnTo>
                  <a:cubicBezTo>
                    <a:pt x="0" y="834"/>
                    <a:pt x="143" y="1001"/>
                    <a:pt x="358" y="1001"/>
                  </a:cubicBezTo>
                  <a:lnTo>
                    <a:pt x="667" y="1001"/>
                  </a:lnTo>
                  <a:cubicBezTo>
                    <a:pt x="858" y="1001"/>
                    <a:pt x="1001" y="834"/>
                    <a:pt x="1001" y="667"/>
                  </a:cubicBezTo>
                  <a:lnTo>
                    <a:pt x="1001" y="334"/>
                  </a:lnTo>
                  <a:cubicBezTo>
                    <a:pt x="1001" y="143"/>
                    <a:pt x="858" y="1"/>
                    <a:pt x="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95"/>
            <p:cNvSpPr/>
            <p:nvPr/>
          </p:nvSpPr>
          <p:spPr>
            <a:xfrm>
              <a:off x="6327363" y="2775833"/>
              <a:ext cx="31936" cy="32720"/>
            </a:xfrm>
            <a:custGeom>
              <a:rect b="b" l="l" r="r" t="t"/>
              <a:pathLst>
                <a:path extrusionOk="0" h="1001" w="977">
                  <a:moveTo>
                    <a:pt x="643" y="334"/>
                  </a:moveTo>
                  <a:lnTo>
                    <a:pt x="643" y="667"/>
                  </a:lnTo>
                  <a:lnTo>
                    <a:pt x="334" y="667"/>
                  </a:lnTo>
                  <a:lnTo>
                    <a:pt x="334" y="334"/>
                  </a:lnTo>
                  <a:close/>
                  <a:moveTo>
                    <a:pt x="334" y="0"/>
                  </a:moveTo>
                  <a:cubicBezTo>
                    <a:pt x="143" y="0"/>
                    <a:pt x="0" y="143"/>
                    <a:pt x="0" y="334"/>
                  </a:cubicBezTo>
                  <a:lnTo>
                    <a:pt x="0" y="667"/>
                  </a:lnTo>
                  <a:cubicBezTo>
                    <a:pt x="0" y="834"/>
                    <a:pt x="143" y="1001"/>
                    <a:pt x="334" y="1001"/>
                  </a:cubicBezTo>
                  <a:lnTo>
                    <a:pt x="643" y="1001"/>
                  </a:lnTo>
                  <a:cubicBezTo>
                    <a:pt x="834" y="1001"/>
                    <a:pt x="977" y="834"/>
                    <a:pt x="977" y="667"/>
                  </a:cubicBezTo>
                  <a:lnTo>
                    <a:pt x="977" y="334"/>
                  </a:lnTo>
                  <a:cubicBezTo>
                    <a:pt x="977" y="143"/>
                    <a:pt x="834" y="0"/>
                    <a:pt x="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95"/>
            <p:cNvSpPr/>
            <p:nvPr/>
          </p:nvSpPr>
          <p:spPr>
            <a:xfrm>
              <a:off x="6369399" y="2775833"/>
              <a:ext cx="31936" cy="32720"/>
            </a:xfrm>
            <a:custGeom>
              <a:rect b="b" l="l" r="r" t="t"/>
              <a:pathLst>
                <a:path extrusionOk="0" h="1001" w="977">
                  <a:moveTo>
                    <a:pt x="643" y="334"/>
                  </a:moveTo>
                  <a:lnTo>
                    <a:pt x="643" y="667"/>
                  </a:lnTo>
                  <a:lnTo>
                    <a:pt x="310" y="667"/>
                  </a:lnTo>
                  <a:lnTo>
                    <a:pt x="310" y="334"/>
                  </a:lnTo>
                  <a:close/>
                  <a:moveTo>
                    <a:pt x="310" y="0"/>
                  </a:moveTo>
                  <a:cubicBezTo>
                    <a:pt x="143" y="0"/>
                    <a:pt x="0" y="143"/>
                    <a:pt x="0" y="334"/>
                  </a:cubicBezTo>
                  <a:lnTo>
                    <a:pt x="0" y="667"/>
                  </a:lnTo>
                  <a:cubicBezTo>
                    <a:pt x="0" y="834"/>
                    <a:pt x="143" y="1001"/>
                    <a:pt x="310" y="1001"/>
                  </a:cubicBezTo>
                  <a:lnTo>
                    <a:pt x="643" y="1001"/>
                  </a:lnTo>
                  <a:cubicBezTo>
                    <a:pt x="834" y="1001"/>
                    <a:pt x="977" y="834"/>
                    <a:pt x="977" y="667"/>
                  </a:cubicBezTo>
                  <a:lnTo>
                    <a:pt x="977" y="334"/>
                  </a:lnTo>
                  <a:cubicBezTo>
                    <a:pt x="977" y="143"/>
                    <a:pt x="834" y="0"/>
                    <a:pt x="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95"/>
            <p:cNvSpPr/>
            <p:nvPr/>
          </p:nvSpPr>
          <p:spPr>
            <a:xfrm>
              <a:off x="6412220" y="2775833"/>
              <a:ext cx="116792" cy="32720"/>
            </a:xfrm>
            <a:custGeom>
              <a:rect b="b" l="l" r="r" t="t"/>
              <a:pathLst>
                <a:path extrusionOk="0" h="1001" w="3573">
                  <a:moveTo>
                    <a:pt x="3239" y="334"/>
                  </a:moveTo>
                  <a:lnTo>
                    <a:pt x="3239" y="667"/>
                  </a:lnTo>
                  <a:lnTo>
                    <a:pt x="310" y="667"/>
                  </a:lnTo>
                  <a:lnTo>
                    <a:pt x="310" y="334"/>
                  </a:lnTo>
                  <a:close/>
                  <a:moveTo>
                    <a:pt x="310" y="0"/>
                  </a:moveTo>
                  <a:cubicBezTo>
                    <a:pt x="143" y="0"/>
                    <a:pt x="0" y="143"/>
                    <a:pt x="0" y="334"/>
                  </a:cubicBezTo>
                  <a:lnTo>
                    <a:pt x="0" y="667"/>
                  </a:lnTo>
                  <a:cubicBezTo>
                    <a:pt x="0" y="834"/>
                    <a:pt x="143" y="1001"/>
                    <a:pt x="310" y="1001"/>
                  </a:cubicBezTo>
                  <a:lnTo>
                    <a:pt x="3239" y="1001"/>
                  </a:lnTo>
                  <a:cubicBezTo>
                    <a:pt x="3406" y="1001"/>
                    <a:pt x="3572" y="834"/>
                    <a:pt x="3572" y="667"/>
                  </a:cubicBezTo>
                  <a:lnTo>
                    <a:pt x="3572" y="334"/>
                  </a:lnTo>
                  <a:cubicBezTo>
                    <a:pt x="3572" y="143"/>
                    <a:pt x="3406" y="0"/>
                    <a:pt x="3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95"/>
            <p:cNvSpPr/>
            <p:nvPr/>
          </p:nvSpPr>
          <p:spPr>
            <a:xfrm>
              <a:off x="6539865" y="2775833"/>
              <a:ext cx="32753" cy="32720"/>
            </a:xfrm>
            <a:custGeom>
              <a:rect b="b" l="l" r="r" t="t"/>
              <a:pathLst>
                <a:path extrusionOk="0" h="1001" w="1002">
                  <a:moveTo>
                    <a:pt x="668" y="334"/>
                  </a:moveTo>
                  <a:lnTo>
                    <a:pt x="668" y="667"/>
                  </a:lnTo>
                  <a:lnTo>
                    <a:pt x="334" y="667"/>
                  </a:lnTo>
                  <a:lnTo>
                    <a:pt x="334" y="334"/>
                  </a:lnTo>
                  <a:close/>
                  <a:moveTo>
                    <a:pt x="334" y="0"/>
                  </a:moveTo>
                  <a:cubicBezTo>
                    <a:pt x="168" y="0"/>
                    <a:pt x="1" y="143"/>
                    <a:pt x="1" y="334"/>
                  </a:cubicBezTo>
                  <a:lnTo>
                    <a:pt x="1" y="667"/>
                  </a:lnTo>
                  <a:cubicBezTo>
                    <a:pt x="1" y="834"/>
                    <a:pt x="168" y="1001"/>
                    <a:pt x="334" y="1001"/>
                  </a:cubicBezTo>
                  <a:lnTo>
                    <a:pt x="668" y="1001"/>
                  </a:lnTo>
                  <a:cubicBezTo>
                    <a:pt x="858" y="1001"/>
                    <a:pt x="1001" y="834"/>
                    <a:pt x="1001" y="667"/>
                  </a:cubicBezTo>
                  <a:lnTo>
                    <a:pt x="1001" y="334"/>
                  </a:lnTo>
                  <a:cubicBezTo>
                    <a:pt x="1001" y="143"/>
                    <a:pt x="858"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95"/>
            <p:cNvSpPr/>
            <p:nvPr/>
          </p:nvSpPr>
          <p:spPr>
            <a:xfrm>
              <a:off x="6583470" y="2775833"/>
              <a:ext cx="32720" cy="32720"/>
            </a:xfrm>
            <a:custGeom>
              <a:rect b="b" l="l" r="r" t="t"/>
              <a:pathLst>
                <a:path extrusionOk="0" h="1001" w="1001">
                  <a:moveTo>
                    <a:pt x="667" y="334"/>
                  </a:moveTo>
                  <a:lnTo>
                    <a:pt x="667" y="667"/>
                  </a:lnTo>
                  <a:lnTo>
                    <a:pt x="358" y="667"/>
                  </a:lnTo>
                  <a:lnTo>
                    <a:pt x="358" y="334"/>
                  </a:lnTo>
                  <a:close/>
                  <a:moveTo>
                    <a:pt x="358" y="0"/>
                  </a:moveTo>
                  <a:cubicBezTo>
                    <a:pt x="167" y="0"/>
                    <a:pt x="24" y="143"/>
                    <a:pt x="24" y="334"/>
                  </a:cubicBezTo>
                  <a:lnTo>
                    <a:pt x="24" y="667"/>
                  </a:lnTo>
                  <a:cubicBezTo>
                    <a:pt x="0" y="834"/>
                    <a:pt x="143" y="1001"/>
                    <a:pt x="358" y="1001"/>
                  </a:cubicBezTo>
                  <a:lnTo>
                    <a:pt x="667" y="1001"/>
                  </a:lnTo>
                  <a:cubicBezTo>
                    <a:pt x="858" y="1001"/>
                    <a:pt x="1001" y="834"/>
                    <a:pt x="1001" y="667"/>
                  </a:cubicBezTo>
                  <a:lnTo>
                    <a:pt x="1001" y="334"/>
                  </a:lnTo>
                  <a:cubicBezTo>
                    <a:pt x="1001" y="143"/>
                    <a:pt x="858" y="0"/>
                    <a:pt x="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1" name="Google Shape;19821;p95"/>
          <p:cNvGrpSpPr/>
          <p:nvPr/>
        </p:nvGrpSpPr>
        <p:grpSpPr>
          <a:xfrm>
            <a:off x="5583033" y="2327191"/>
            <a:ext cx="252249" cy="369009"/>
            <a:chOff x="5584736" y="2465237"/>
            <a:chExt cx="252249" cy="369009"/>
          </a:xfrm>
        </p:grpSpPr>
        <p:sp>
          <p:nvSpPr>
            <p:cNvPr id="19822" name="Google Shape;19822;p95"/>
            <p:cNvSpPr/>
            <p:nvPr/>
          </p:nvSpPr>
          <p:spPr>
            <a:xfrm>
              <a:off x="5679693" y="2732228"/>
              <a:ext cx="61551" cy="95774"/>
            </a:xfrm>
            <a:custGeom>
              <a:rect b="b" l="l" r="r" t="t"/>
              <a:pathLst>
                <a:path extrusionOk="0" h="2930" w="1883">
                  <a:moveTo>
                    <a:pt x="1001" y="1"/>
                  </a:moveTo>
                  <a:cubicBezTo>
                    <a:pt x="644" y="1"/>
                    <a:pt x="334" y="263"/>
                    <a:pt x="287" y="620"/>
                  </a:cubicBezTo>
                  <a:lnTo>
                    <a:pt x="96" y="1930"/>
                  </a:lnTo>
                  <a:cubicBezTo>
                    <a:pt x="1" y="2430"/>
                    <a:pt x="429" y="2930"/>
                    <a:pt x="977" y="2930"/>
                  </a:cubicBezTo>
                  <a:cubicBezTo>
                    <a:pt x="1477" y="2930"/>
                    <a:pt x="1882" y="2454"/>
                    <a:pt x="1882" y="1930"/>
                  </a:cubicBezTo>
                  <a:lnTo>
                    <a:pt x="1715" y="620"/>
                  </a:lnTo>
                  <a:cubicBezTo>
                    <a:pt x="1644" y="263"/>
                    <a:pt x="1358" y="1"/>
                    <a:pt x="1001"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95"/>
            <p:cNvSpPr/>
            <p:nvPr/>
          </p:nvSpPr>
          <p:spPr>
            <a:xfrm>
              <a:off x="5682831" y="2789072"/>
              <a:ext cx="56844" cy="39715"/>
            </a:xfrm>
            <a:custGeom>
              <a:rect b="b" l="l" r="r" t="t"/>
              <a:pathLst>
                <a:path extrusionOk="0" h="1215" w="1739">
                  <a:moveTo>
                    <a:pt x="881" y="0"/>
                  </a:moveTo>
                  <a:cubicBezTo>
                    <a:pt x="524" y="0"/>
                    <a:pt x="191" y="167"/>
                    <a:pt x="0" y="477"/>
                  </a:cubicBezTo>
                  <a:cubicBezTo>
                    <a:pt x="72" y="881"/>
                    <a:pt x="429" y="1215"/>
                    <a:pt x="881" y="1215"/>
                  </a:cubicBezTo>
                  <a:cubicBezTo>
                    <a:pt x="1286" y="1191"/>
                    <a:pt x="1643" y="858"/>
                    <a:pt x="1739" y="477"/>
                  </a:cubicBezTo>
                  <a:cubicBezTo>
                    <a:pt x="1548" y="167"/>
                    <a:pt x="1215"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95"/>
            <p:cNvSpPr/>
            <p:nvPr/>
          </p:nvSpPr>
          <p:spPr>
            <a:xfrm>
              <a:off x="5590947" y="2483149"/>
              <a:ext cx="240580" cy="159613"/>
            </a:xfrm>
            <a:custGeom>
              <a:rect b="b" l="l" r="r" t="t"/>
              <a:pathLst>
                <a:path extrusionOk="0" h="4883" w="7360">
                  <a:moveTo>
                    <a:pt x="358" y="0"/>
                  </a:moveTo>
                  <a:cubicBezTo>
                    <a:pt x="144" y="0"/>
                    <a:pt x="1" y="143"/>
                    <a:pt x="1" y="357"/>
                  </a:cubicBezTo>
                  <a:lnTo>
                    <a:pt x="1" y="4001"/>
                  </a:lnTo>
                  <a:cubicBezTo>
                    <a:pt x="1" y="4192"/>
                    <a:pt x="144" y="4334"/>
                    <a:pt x="358" y="4334"/>
                  </a:cubicBezTo>
                  <a:lnTo>
                    <a:pt x="2906" y="4334"/>
                  </a:lnTo>
                  <a:cubicBezTo>
                    <a:pt x="2930" y="4334"/>
                    <a:pt x="2978" y="4382"/>
                    <a:pt x="2978" y="4406"/>
                  </a:cubicBezTo>
                  <a:cubicBezTo>
                    <a:pt x="3097" y="4668"/>
                    <a:pt x="3335" y="4882"/>
                    <a:pt x="3645" y="4882"/>
                  </a:cubicBezTo>
                  <a:cubicBezTo>
                    <a:pt x="3954" y="4882"/>
                    <a:pt x="4216" y="4692"/>
                    <a:pt x="4335" y="4406"/>
                  </a:cubicBezTo>
                  <a:cubicBezTo>
                    <a:pt x="4335" y="4382"/>
                    <a:pt x="4359" y="4334"/>
                    <a:pt x="4407" y="4334"/>
                  </a:cubicBezTo>
                  <a:lnTo>
                    <a:pt x="6955" y="4334"/>
                  </a:lnTo>
                  <a:cubicBezTo>
                    <a:pt x="7169" y="4334"/>
                    <a:pt x="7312" y="4192"/>
                    <a:pt x="7312" y="4001"/>
                  </a:cubicBezTo>
                  <a:lnTo>
                    <a:pt x="7312" y="357"/>
                  </a:lnTo>
                  <a:cubicBezTo>
                    <a:pt x="7360" y="167"/>
                    <a:pt x="7193" y="0"/>
                    <a:pt x="7026"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95"/>
            <p:cNvSpPr/>
            <p:nvPr/>
          </p:nvSpPr>
          <p:spPr>
            <a:xfrm>
              <a:off x="5798806" y="2483149"/>
              <a:ext cx="33505" cy="141700"/>
            </a:xfrm>
            <a:custGeom>
              <a:rect b="b" l="l" r="r" t="t"/>
              <a:pathLst>
                <a:path extrusionOk="0" h="4335" w="1025">
                  <a:moveTo>
                    <a:pt x="0" y="0"/>
                  </a:moveTo>
                  <a:cubicBezTo>
                    <a:pt x="215" y="0"/>
                    <a:pt x="381" y="191"/>
                    <a:pt x="381" y="357"/>
                  </a:cubicBezTo>
                  <a:lnTo>
                    <a:pt x="381" y="4001"/>
                  </a:lnTo>
                  <a:cubicBezTo>
                    <a:pt x="381" y="4192"/>
                    <a:pt x="215" y="4334"/>
                    <a:pt x="0" y="4334"/>
                  </a:cubicBezTo>
                  <a:lnTo>
                    <a:pt x="667" y="4334"/>
                  </a:lnTo>
                  <a:cubicBezTo>
                    <a:pt x="858" y="4334"/>
                    <a:pt x="1024" y="4192"/>
                    <a:pt x="1024" y="4001"/>
                  </a:cubicBezTo>
                  <a:lnTo>
                    <a:pt x="1024" y="357"/>
                  </a:lnTo>
                  <a:cubicBezTo>
                    <a:pt x="1001" y="167"/>
                    <a:pt x="834" y="0"/>
                    <a:pt x="667"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95"/>
            <p:cNvSpPr/>
            <p:nvPr/>
          </p:nvSpPr>
          <p:spPr>
            <a:xfrm>
              <a:off x="5711629" y="2468963"/>
              <a:ext cx="98095" cy="145754"/>
            </a:xfrm>
            <a:custGeom>
              <a:rect b="b" l="l" r="r" t="t"/>
              <a:pathLst>
                <a:path extrusionOk="0" h="4459" w="3001">
                  <a:moveTo>
                    <a:pt x="2824" y="1"/>
                  </a:moveTo>
                  <a:cubicBezTo>
                    <a:pt x="2812" y="1"/>
                    <a:pt x="2799" y="2"/>
                    <a:pt x="2787" y="6"/>
                  </a:cubicBezTo>
                  <a:lnTo>
                    <a:pt x="2691" y="53"/>
                  </a:lnTo>
                  <a:lnTo>
                    <a:pt x="262" y="53"/>
                  </a:lnTo>
                  <a:cubicBezTo>
                    <a:pt x="95" y="53"/>
                    <a:pt x="0" y="172"/>
                    <a:pt x="0" y="315"/>
                  </a:cubicBezTo>
                  <a:lnTo>
                    <a:pt x="0" y="4459"/>
                  </a:lnTo>
                  <a:cubicBezTo>
                    <a:pt x="24" y="4268"/>
                    <a:pt x="167" y="4125"/>
                    <a:pt x="357" y="4125"/>
                  </a:cubicBezTo>
                  <a:lnTo>
                    <a:pt x="2787" y="4125"/>
                  </a:lnTo>
                  <a:cubicBezTo>
                    <a:pt x="2906" y="4125"/>
                    <a:pt x="3001" y="4030"/>
                    <a:pt x="3001" y="3911"/>
                  </a:cubicBezTo>
                  <a:lnTo>
                    <a:pt x="3001" y="172"/>
                  </a:lnTo>
                  <a:cubicBezTo>
                    <a:pt x="3001" y="69"/>
                    <a:pt x="2911" y="1"/>
                    <a:pt x="282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95"/>
            <p:cNvSpPr/>
            <p:nvPr/>
          </p:nvSpPr>
          <p:spPr>
            <a:xfrm>
              <a:off x="5711629" y="2603799"/>
              <a:ext cx="11702" cy="10918"/>
            </a:xfrm>
            <a:custGeom>
              <a:rect b="b" l="l" r="r" t="t"/>
              <a:pathLst>
                <a:path extrusionOk="0" h="334" w="358">
                  <a:moveTo>
                    <a:pt x="0" y="0"/>
                  </a:moveTo>
                  <a:lnTo>
                    <a:pt x="0" y="334"/>
                  </a:lnTo>
                  <a:cubicBezTo>
                    <a:pt x="24" y="143"/>
                    <a:pt x="167" y="0"/>
                    <a:pt x="357"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95"/>
            <p:cNvSpPr/>
            <p:nvPr/>
          </p:nvSpPr>
          <p:spPr>
            <a:xfrm>
              <a:off x="5778573" y="2471447"/>
              <a:ext cx="31151" cy="132384"/>
            </a:xfrm>
            <a:custGeom>
              <a:rect b="b" l="l" r="r" t="t"/>
              <a:pathLst>
                <a:path extrusionOk="0" h="4050" w="953">
                  <a:moveTo>
                    <a:pt x="0" y="1"/>
                  </a:moveTo>
                  <a:cubicBezTo>
                    <a:pt x="167" y="1"/>
                    <a:pt x="286" y="144"/>
                    <a:pt x="286" y="311"/>
                  </a:cubicBezTo>
                  <a:lnTo>
                    <a:pt x="286" y="3764"/>
                  </a:lnTo>
                  <a:cubicBezTo>
                    <a:pt x="286" y="3930"/>
                    <a:pt x="143" y="4049"/>
                    <a:pt x="0" y="4049"/>
                  </a:cubicBezTo>
                  <a:lnTo>
                    <a:pt x="643" y="4049"/>
                  </a:lnTo>
                  <a:cubicBezTo>
                    <a:pt x="834" y="4049"/>
                    <a:pt x="953" y="3907"/>
                    <a:pt x="953" y="3764"/>
                  </a:cubicBezTo>
                  <a:lnTo>
                    <a:pt x="953" y="311"/>
                  </a:lnTo>
                  <a:cubicBezTo>
                    <a:pt x="953" y="120"/>
                    <a:pt x="810" y="1"/>
                    <a:pt x="643"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95"/>
            <p:cNvSpPr/>
            <p:nvPr/>
          </p:nvSpPr>
          <p:spPr>
            <a:xfrm>
              <a:off x="5611965" y="2470695"/>
              <a:ext cx="98128" cy="143237"/>
            </a:xfrm>
            <a:custGeom>
              <a:rect b="b" l="l" r="r" t="t"/>
              <a:pathLst>
                <a:path extrusionOk="0" h="4382" w="3002">
                  <a:moveTo>
                    <a:pt x="334" y="0"/>
                  </a:moveTo>
                  <a:cubicBezTo>
                    <a:pt x="144" y="0"/>
                    <a:pt x="25" y="143"/>
                    <a:pt x="1" y="286"/>
                  </a:cubicBezTo>
                  <a:lnTo>
                    <a:pt x="1" y="3739"/>
                  </a:lnTo>
                  <a:cubicBezTo>
                    <a:pt x="1" y="3882"/>
                    <a:pt x="120" y="4049"/>
                    <a:pt x="287" y="4049"/>
                  </a:cubicBezTo>
                  <a:lnTo>
                    <a:pt x="2644" y="4049"/>
                  </a:lnTo>
                  <a:cubicBezTo>
                    <a:pt x="2835" y="4049"/>
                    <a:pt x="2978" y="4191"/>
                    <a:pt x="3002" y="4382"/>
                  </a:cubicBezTo>
                  <a:lnTo>
                    <a:pt x="3002" y="357"/>
                  </a:lnTo>
                  <a:cubicBezTo>
                    <a:pt x="3002" y="167"/>
                    <a:pt x="2859" y="0"/>
                    <a:pt x="2644"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95"/>
            <p:cNvSpPr/>
            <p:nvPr/>
          </p:nvSpPr>
          <p:spPr>
            <a:xfrm>
              <a:off x="5584736" y="2465237"/>
              <a:ext cx="252249" cy="369009"/>
            </a:xfrm>
            <a:custGeom>
              <a:rect b="b" l="l" r="r" t="t"/>
              <a:pathLst>
                <a:path extrusionOk="0" h="11289" w="7717">
                  <a:moveTo>
                    <a:pt x="6549" y="334"/>
                  </a:moveTo>
                  <a:cubicBezTo>
                    <a:pt x="6645" y="334"/>
                    <a:pt x="6692" y="405"/>
                    <a:pt x="6692" y="501"/>
                  </a:cubicBezTo>
                  <a:lnTo>
                    <a:pt x="6692" y="3906"/>
                  </a:lnTo>
                  <a:cubicBezTo>
                    <a:pt x="6692" y="4001"/>
                    <a:pt x="6645" y="4073"/>
                    <a:pt x="6549" y="4073"/>
                  </a:cubicBezTo>
                  <a:lnTo>
                    <a:pt x="4239" y="4073"/>
                  </a:lnTo>
                  <a:cubicBezTo>
                    <a:pt x="4168" y="4073"/>
                    <a:pt x="4073" y="4073"/>
                    <a:pt x="4025" y="4097"/>
                  </a:cubicBezTo>
                  <a:lnTo>
                    <a:pt x="4025" y="548"/>
                  </a:lnTo>
                  <a:cubicBezTo>
                    <a:pt x="4025" y="429"/>
                    <a:pt x="4097" y="334"/>
                    <a:pt x="4239" y="334"/>
                  </a:cubicBezTo>
                  <a:close/>
                  <a:moveTo>
                    <a:pt x="3882" y="8312"/>
                  </a:moveTo>
                  <a:cubicBezTo>
                    <a:pt x="4144" y="8359"/>
                    <a:pt x="4359" y="8526"/>
                    <a:pt x="4406" y="8788"/>
                  </a:cubicBezTo>
                  <a:lnTo>
                    <a:pt x="4549" y="9931"/>
                  </a:lnTo>
                  <a:cubicBezTo>
                    <a:pt x="4359" y="9788"/>
                    <a:pt x="4120" y="9717"/>
                    <a:pt x="3882" y="9717"/>
                  </a:cubicBezTo>
                  <a:cubicBezTo>
                    <a:pt x="3644" y="9717"/>
                    <a:pt x="3406" y="9812"/>
                    <a:pt x="3192" y="9931"/>
                  </a:cubicBezTo>
                  <a:lnTo>
                    <a:pt x="3334" y="8788"/>
                  </a:lnTo>
                  <a:cubicBezTo>
                    <a:pt x="3358" y="8526"/>
                    <a:pt x="3596" y="8312"/>
                    <a:pt x="3882" y="8312"/>
                  </a:cubicBezTo>
                  <a:close/>
                  <a:moveTo>
                    <a:pt x="3882" y="10074"/>
                  </a:moveTo>
                  <a:cubicBezTo>
                    <a:pt x="4144" y="10074"/>
                    <a:pt x="4406" y="10193"/>
                    <a:pt x="4549" y="10431"/>
                  </a:cubicBezTo>
                  <a:cubicBezTo>
                    <a:pt x="4525" y="10550"/>
                    <a:pt x="4478" y="10645"/>
                    <a:pt x="4406" y="10717"/>
                  </a:cubicBezTo>
                  <a:cubicBezTo>
                    <a:pt x="4263" y="10836"/>
                    <a:pt x="4049" y="10931"/>
                    <a:pt x="3882" y="10931"/>
                  </a:cubicBezTo>
                  <a:cubicBezTo>
                    <a:pt x="3668" y="10931"/>
                    <a:pt x="3477" y="10836"/>
                    <a:pt x="3334" y="10693"/>
                  </a:cubicBezTo>
                  <a:cubicBezTo>
                    <a:pt x="3287" y="10598"/>
                    <a:pt x="3215" y="10526"/>
                    <a:pt x="3192" y="10407"/>
                  </a:cubicBezTo>
                  <a:cubicBezTo>
                    <a:pt x="3358" y="10193"/>
                    <a:pt x="3596" y="10074"/>
                    <a:pt x="3882" y="10074"/>
                  </a:cubicBezTo>
                  <a:close/>
                  <a:moveTo>
                    <a:pt x="1167" y="0"/>
                  </a:moveTo>
                  <a:cubicBezTo>
                    <a:pt x="929" y="0"/>
                    <a:pt x="739" y="191"/>
                    <a:pt x="691" y="405"/>
                  </a:cubicBezTo>
                  <a:lnTo>
                    <a:pt x="524" y="405"/>
                  </a:lnTo>
                  <a:cubicBezTo>
                    <a:pt x="239" y="405"/>
                    <a:pt x="0" y="643"/>
                    <a:pt x="0" y="929"/>
                  </a:cubicBezTo>
                  <a:lnTo>
                    <a:pt x="0" y="4573"/>
                  </a:lnTo>
                  <a:cubicBezTo>
                    <a:pt x="0" y="4859"/>
                    <a:pt x="239" y="5097"/>
                    <a:pt x="524" y="5097"/>
                  </a:cubicBezTo>
                  <a:lnTo>
                    <a:pt x="3073" y="5097"/>
                  </a:lnTo>
                  <a:cubicBezTo>
                    <a:pt x="3192" y="5359"/>
                    <a:pt x="3430" y="5549"/>
                    <a:pt x="3716" y="5597"/>
                  </a:cubicBezTo>
                  <a:lnTo>
                    <a:pt x="3716" y="6192"/>
                  </a:lnTo>
                  <a:cubicBezTo>
                    <a:pt x="3716" y="6359"/>
                    <a:pt x="3835" y="6478"/>
                    <a:pt x="3977" y="6478"/>
                  </a:cubicBezTo>
                  <a:lnTo>
                    <a:pt x="6478" y="6478"/>
                  </a:lnTo>
                  <a:cubicBezTo>
                    <a:pt x="6549" y="6478"/>
                    <a:pt x="6573" y="6502"/>
                    <a:pt x="6597" y="6526"/>
                  </a:cubicBezTo>
                  <a:cubicBezTo>
                    <a:pt x="6788" y="6740"/>
                    <a:pt x="6645" y="6978"/>
                    <a:pt x="6430" y="6978"/>
                  </a:cubicBezTo>
                  <a:lnTo>
                    <a:pt x="3954" y="6978"/>
                  </a:lnTo>
                  <a:cubicBezTo>
                    <a:pt x="3811" y="6978"/>
                    <a:pt x="3692" y="7097"/>
                    <a:pt x="3692" y="7240"/>
                  </a:cubicBezTo>
                  <a:lnTo>
                    <a:pt x="3692" y="8050"/>
                  </a:lnTo>
                  <a:cubicBezTo>
                    <a:pt x="3334" y="8097"/>
                    <a:pt x="3025" y="8407"/>
                    <a:pt x="3001" y="8788"/>
                  </a:cubicBezTo>
                  <a:lnTo>
                    <a:pt x="2834" y="10098"/>
                  </a:lnTo>
                  <a:cubicBezTo>
                    <a:pt x="2787" y="10407"/>
                    <a:pt x="2882" y="10693"/>
                    <a:pt x="3073" y="10931"/>
                  </a:cubicBezTo>
                  <a:cubicBezTo>
                    <a:pt x="3287" y="11169"/>
                    <a:pt x="3549" y="11288"/>
                    <a:pt x="3835" y="11288"/>
                  </a:cubicBezTo>
                  <a:cubicBezTo>
                    <a:pt x="4144" y="11288"/>
                    <a:pt x="4430" y="11169"/>
                    <a:pt x="4620" y="10931"/>
                  </a:cubicBezTo>
                  <a:cubicBezTo>
                    <a:pt x="4835" y="10693"/>
                    <a:pt x="4906" y="10407"/>
                    <a:pt x="4859" y="10098"/>
                  </a:cubicBezTo>
                  <a:lnTo>
                    <a:pt x="4668" y="8788"/>
                  </a:lnTo>
                  <a:cubicBezTo>
                    <a:pt x="4620" y="8407"/>
                    <a:pt x="4335" y="8097"/>
                    <a:pt x="3977" y="8050"/>
                  </a:cubicBezTo>
                  <a:lnTo>
                    <a:pt x="3977" y="7383"/>
                  </a:lnTo>
                  <a:cubicBezTo>
                    <a:pt x="3977" y="7335"/>
                    <a:pt x="4049" y="7311"/>
                    <a:pt x="4073" y="7311"/>
                  </a:cubicBezTo>
                  <a:lnTo>
                    <a:pt x="6311" y="7311"/>
                  </a:lnTo>
                  <a:cubicBezTo>
                    <a:pt x="6597" y="7311"/>
                    <a:pt x="6883" y="7073"/>
                    <a:pt x="6907" y="6764"/>
                  </a:cubicBezTo>
                  <a:cubicBezTo>
                    <a:pt x="6930" y="6430"/>
                    <a:pt x="6669" y="6145"/>
                    <a:pt x="6335" y="6145"/>
                  </a:cubicBezTo>
                  <a:lnTo>
                    <a:pt x="4073" y="6145"/>
                  </a:lnTo>
                  <a:cubicBezTo>
                    <a:pt x="4025" y="6145"/>
                    <a:pt x="3977" y="6073"/>
                    <a:pt x="3977" y="6049"/>
                  </a:cubicBezTo>
                  <a:lnTo>
                    <a:pt x="3977" y="5597"/>
                  </a:lnTo>
                  <a:cubicBezTo>
                    <a:pt x="4263" y="5549"/>
                    <a:pt x="4501" y="5359"/>
                    <a:pt x="4644" y="5097"/>
                  </a:cubicBezTo>
                  <a:lnTo>
                    <a:pt x="6192" y="5097"/>
                  </a:lnTo>
                  <a:cubicBezTo>
                    <a:pt x="6287" y="5097"/>
                    <a:pt x="6383" y="5049"/>
                    <a:pt x="6383" y="4930"/>
                  </a:cubicBezTo>
                  <a:cubicBezTo>
                    <a:pt x="6383" y="4811"/>
                    <a:pt x="6311" y="4740"/>
                    <a:pt x="6192" y="4740"/>
                  </a:cubicBezTo>
                  <a:lnTo>
                    <a:pt x="4597" y="4740"/>
                  </a:lnTo>
                  <a:cubicBezTo>
                    <a:pt x="4501" y="4740"/>
                    <a:pt x="4406" y="4811"/>
                    <a:pt x="4359" y="4882"/>
                  </a:cubicBezTo>
                  <a:cubicBezTo>
                    <a:pt x="4263" y="5097"/>
                    <a:pt x="4049" y="5240"/>
                    <a:pt x="3811" y="5240"/>
                  </a:cubicBezTo>
                  <a:cubicBezTo>
                    <a:pt x="3573" y="5240"/>
                    <a:pt x="3358" y="5097"/>
                    <a:pt x="3287" y="4882"/>
                  </a:cubicBezTo>
                  <a:cubicBezTo>
                    <a:pt x="3239" y="4811"/>
                    <a:pt x="3168" y="4740"/>
                    <a:pt x="3049" y="4740"/>
                  </a:cubicBezTo>
                  <a:lnTo>
                    <a:pt x="453" y="4740"/>
                  </a:lnTo>
                  <a:cubicBezTo>
                    <a:pt x="334" y="4740"/>
                    <a:pt x="239" y="4644"/>
                    <a:pt x="239" y="4525"/>
                  </a:cubicBezTo>
                  <a:lnTo>
                    <a:pt x="239" y="834"/>
                  </a:lnTo>
                  <a:cubicBezTo>
                    <a:pt x="239" y="763"/>
                    <a:pt x="310" y="691"/>
                    <a:pt x="381" y="691"/>
                  </a:cubicBezTo>
                  <a:lnTo>
                    <a:pt x="596" y="691"/>
                  </a:lnTo>
                  <a:lnTo>
                    <a:pt x="596" y="4025"/>
                  </a:lnTo>
                  <a:cubicBezTo>
                    <a:pt x="596" y="4239"/>
                    <a:pt x="739" y="4382"/>
                    <a:pt x="953" y="4382"/>
                  </a:cubicBezTo>
                  <a:lnTo>
                    <a:pt x="3477" y="4382"/>
                  </a:lnTo>
                  <a:cubicBezTo>
                    <a:pt x="3573" y="4382"/>
                    <a:pt x="3668" y="4478"/>
                    <a:pt x="3668" y="4573"/>
                  </a:cubicBezTo>
                  <a:cubicBezTo>
                    <a:pt x="3668" y="4644"/>
                    <a:pt x="3763" y="4740"/>
                    <a:pt x="3835" y="4740"/>
                  </a:cubicBezTo>
                  <a:cubicBezTo>
                    <a:pt x="3930" y="4740"/>
                    <a:pt x="4001" y="4692"/>
                    <a:pt x="4001" y="4597"/>
                  </a:cubicBezTo>
                  <a:cubicBezTo>
                    <a:pt x="4001" y="4501"/>
                    <a:pt x="4073" y="4406"/>
                    <a:pt x="4168" y="4406"/>
                  </a:cubicBezTo>
                  <a:lnTo>
                    <a:pt x="6526" y="4406"/>
                  </a:lnTo>
                  <a:cubicBezTo>
                    <a:pt x="6764" y="4406"/>
                    <a:pt x="6930" y="4239"/>
                    <a:pt x="6930" y="4001"/>
                  </a:cubicBezTo>
                  <a:lnTo>
                    <a:pt x="6930" y="763"/>
                  </a:lnTo>
                  <a:lnTo>
                    <a:pt x="7121" y="763"/>
                  </a:lnTo>
                  <a:cubicBezTo>
                    <a:pt x="7216" y="763"/>
                    <a:pt x="7288" y="834"/>
                    <a:pt x="7288" y="929"/>
                  </a:cubicBezTo>
                  <a:lnTo>
                    <a:pt x="7288" y="4716"/>
                  </a:lnTo>
                  <a:cubicBezTo>
                    <a:pt x="7288" y="4740"/>
                    <a:pt x="7264" y="4763"/>
                    <a:pt x="7240" y="4763"/>
                  </a:cubicBezTo>
                  <a:lnTo>
                    <a:pt x="6740" y="4763"/>
                  </a:lnTo>
                  <a:cubicBezTo>
                    <a:pt x="6692" y="4763"/>
                    <a:pt x="6692" y="4763"/>
                    <a:pt x="6692" y="4811"/>
                  </a:cubicBezTo>
                  <a:cubicBezTo>
                    <a:pt x="6549" y="4954"/>
                    <a:pt x="6669" y="5097"/>
                    <a:pt x="6788" y="5097"/>
                  </a:cubicBezTo>
                  <a:lnTo>
                    <a:pt x="7454" y="5097"/>
                  </a:lnTo>
                  <a:cubicBezTo>
                    <a:pt x="7526" y="5097"/>
                    <a:pt x="7621" y="5001"/>
                    <a:pt x="7621" y="4930"/>
                  </a:cubicBezTo>
                  <a:lnTo>
                    <a:pt x="7621" y="905"/>
                  </a:lnTo>
                  <a:cubicBezTo>
                    <a:pt x="7716" y="643"/>
                    <a:pt x="7478" y="405"/>
                    <a:pt x="7169" y="405"/>
                  </a:cubicBezTo>
                  <a:lnTo>
                    <a:pt x="7026" y="405"/>
                  </a:lnTo>
                  <a:cubicBezTo>
                    <a:pt x="7002" y="167"/>
                    <a:pt x="6788" y="24"/>
                    <a:pt x="6549" y="24"/>
                  </a:cubicBezTo>
                  <a:lnTo>
                    <a:pt x="4239" y="24"/>
                  </a:lnTo>
                  <a:cubicBezTo>
                    <a:pt x="4073" y="24"/>
                    <a:pt x="3954" y="72"/>
                    <a:pt x="3882" y="167"/>
                  </a:cubicBezTo>
                  <a:cubicBezTo>
                    <a:pt x="3787" y="72"/>
                    <a:pt x="3644" y="24"/>
                    <a:pt x="3501" y="24"/>
                  </a:cubicBezTo>
                  <a:lnTo>
                    <a:pt x="3025" y="24"/>
                  </a:lnTo>
                  <a:cubicBezTo>
                    <a:pt x="2953" y="24"/>
                    <a:pt x="2882" y="72"/>
                    <a:pt x="2858" y="120"/>
                  </a:cubicBezTo>
                  <a:cubicBezTo>
                    <a:pt x="2834" y="239"/>
                    <a:pt x="2906" y="381"/>
                    <a:pt x="3001" y="381"/>
                  </a:cubicBezTo>
                  <a:lnTo>
                    <a:pt x="3477" y="381"/>
                  </a:lnTo>
                  <a:cubicBezTo>
                    <a:pt x="3596" y="381"/>
                    <a:pt x="3692" y="453"/>
                    <a:pt x="3692" y="572"/>
                  </a:cubicBezTo>
                  <a:lnTo>
                    <a:pt x="3692" y="4120"/>
                  </a:lnTo>
                  <a:cubicBezTo>
                    <a:pt x="3620" y="4097"/>
                    <a:pt x="3573" y="4097"/>
                    <a:pt x="3477" y="4097"/>
                  </a:cubicBezTo>
                  <a:lnTo>
                    <a:pt x="1167" y="4097"/>
                  </a:lnTo>
                  <a:cubicBezTo>
                    <a:pt x="1072" y="4097"/>
                    <a:pt x="1001" y="4025"/>
                    <a:pt x="1001" y="3930"/>
                  </a:cubicBezTo>
                  <a:lnTo>
                    <a:pt x="1001" y="477"/>
                  </a:lnTo>
                  <a:cubicBezTo>
                    <a:pt x="1001" y="405"/>
                    <a:pt x="1072" y="334"/>
                    <a:pt x="1167" y="334"/>
                  </a:cubicBezTo>
                  <a:lnTo>
                    <a:pt x="2358" y="334"/>
                  </a:lnTo>
                  <a:cubicBezTo>
                    <a:pt x="2430" y="334"/>
                    <a:pt x="2525" y="286"/>
                    <a:pt x="2525" y="191"/>
                  </a:cubicBezTo>
                  <a:cubicBezTo>
                    <a:pt x="2525" y="96"/>
                    <a:pt x="2477" y="0"/>
                    <a:pt x="2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95"/>
            <p:cNvSpPr/>
            <p:nvPr/>
          </p:nvSpPr>
          <p:spPr>
            <a:xfrm>
              <a:off x="5629877" y="2494819"/>
              <a:ext cx="63871" cy="10918"/>
            </a:xfrm>
            <a:custGeom>
              <a:rect b="b" l="l" r="r" t="t"/>
              <a:pathLst>
                <a:path extrusionOk="0" h="334" w="1954">
                  <a:moveTo>
                    <a:pt x="167" y="0"/>
                  </a:moveTo>
                  <a:cubicBezTo>
                    <a:pt x="72" y="0"/>
                    <a:pt x="1" y="72"/>
                    <a:pt x="1" y="143"/>
                  </a:cubicBezTo>
                  <a:cubicBezTo>
                    <a:pt x="1" y="239"/>
                    <a:pt x="48" y="334"/>
                    <a:pt x="167" y="334"/>
                  </a:cubicBezTo>
                  <a:lnTo>
                    <a:pt x="1787" y="334"/>
                  </a:lnTo>
                  <a:cubicBezTo>
                    <a:pt x="1858" y="334"/>
                    <a:pt x="1953" y="262"/>
                    <a:pt x="1953" y="191"/>
                  </a:cubicBezTo>
                  <a:cubicBezTo>
                    <a:pt x="1953" y="72"/>
                    <a:pt x="1858"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95"/>
            <p:cNvSpPr/>
            <p:nvPr/>
          </p:nvSpPr>
          <p:spPr>
            <a:xfrm>
              <a:off x="5629877" y="2518942"/>
              <a:ext cx="63871" cy="10950"/>
            </a:xfrm>
            <a:custGeom>
              <a:rect b="b" l="l" r="r" t="t"/>
              <a:pathLst>
                <a:path extrusionOk="0" h="335" w="1954">
                  <a:moveTo>
                    <a:pt x="167" y="1"/>
                  </a:moveTo>
                  <a:cubicBezTo>
                    <a:pt x="72" y="1"/>
                    <a:pt x="1" y="72"/>
                    <a:pt x="1" y="167"/>
                  </a:cubicBezTo>
                  <a:cubicBezTo>
                    <a:pt x="1" y="239"/>
                    <a:pt x="48" y="334"/>
                    <a:pt x="167" y="334"/>
                  </a:cubicBezTo>
                  <a:lnTo>
                    <a:pt x="1787" y="334"/>
                  </a:lnTo>
                  <a:cubicBezTo>
                    <a:pt x="1858" y="334"/>
                    <a:pt x="1953" y="286"/>
                    <a:pt x="1953" y="191"/>
                  </a:cubicBezTo>
                  <a:cubicBezTo>
                    <a:pt x="1953" y="72"/>
                    <a:pt x="1858"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95"/>
            <p:cNvSpPr/>
            <p:nvPr/>
          </p:nvSpPr>
          <p:spPr>
            <a:xfrm>
              <a:off x="5629877" y="2543850"/>
              <a:ext cx="63871" cy="10166"/>
            </a:xfrm>
            <a:custGeom>
              <a:rect b="b" l="l" r="r" t="t"/>
              <a:pathLst>
                <a:path extrusionOk="0" h="311" w="1954">
                  <a:moveTo>
                    <a:pt x="167" y="1"/>
                  </a:moveTo>
                  <a:cubicBezTo>
                    <a:pt x="72" y="1"/>
                    <a:pt x="1" y="48"/>
                    <a:pt x="1" y="144"/>
                  </a:cubicBezTo>
                  <a:cubicBezTo>
                    <a:pt x="1" y="239"/>
                    <a:pt x="48" y="310"/>
                    <a:pt x="167" y="310"/>
                  </a:cubicBezTo>
                  <a:lnTo>
                    <a:pt x="1787" y="310"/>
                  </a:lnTo>
                  <a:cubicBezTo>
                    <a:pt x="1858" y="310"/>
                    <a:pt x="1953" y="263"/>
                    <a:pt x="1953" y="167"/>
                  </a:cubicBezTo>
                  <a:cubicBezTo>
                    <a:pt x="1953" y="48"/>
                    <a:pt x="1858"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95"/>
            <p:cNvSpPr/>
            <p:nvPr/>
          </p:nvSpPr>
          <p:spPr>
            <a:xfrm>
              <a:off x="5629877" y="2567973"/>
              <a:ext cx="63871" cy="10950"/>
            </a:xfrm>
            <a:custGeom>
              <a:rect b="b" l="l" r="r" t="t"/>
              <a:pathLst>
                <a:path extrusionOk="0" h="335" w="1954">
                  <a:moveTo>
                    <a:pt x="167" y="1"/>
                  </a:moveTo>
                  <a:cubicBezTo>
                    <a:pt x="72" y="1"/>
                    <a:pt x="1" y="49"/>
                    <a:pt x="1" y="144"/>
                  </a:cubicBezTo>
                  <a:cubicBezTo>
                    <a:pt x="1" y="239"/>
                    <a:pt x="48" y="334"/>
                    <a:pt x="167" y="334"/>
                  </a:cubicBezTo>
                  <a:lnTo>
                    <a:pt x="1787" y="334"/>
                  </a:lnTo>
                  <a:cubicBezTo>
                    <a:pt x="1858" y="334"/>
                    <a:pt x="1953" y="263"/>
                    <a:pt x="1953" y="168"/>
                  </a:cubicBezTo>
                  <a:cubicBezTo>
                    <a:pt x="1953" y="49"/>
                    <a:pt x="1858"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95"/>
            <p:cNvSpPr/>
            <p:nvPr/>
          </p:nvSpPr>
          <p:spPr>
            <a:xfrm>
              <a:off x="5729509" y="2494819"/>
              <a:ext cx="64656" cy="10918"/>
            </a:xfrm>
            <a:custGeom>
              <a:rect b="b" l="l" r="r" t="t"/>
              <a:pathLst>
                <a:path extrusionOk="0" h="334" w="1978">
                  <a:moveTo>
                    <a:pt x="191" y="0"/>
                  </a:moveTo>
                  <a:cubicBezTo>
                    <a:pt x="96" y="0"/>
                    <a:pt x="1" y="72"/>
                    <a:pt x="1" y="143"/>
                  </a:cubicBezTo>
                  <a:cubicBezTo>
                    <a:pt x="1" y="239"/>
                    <a:pt x="72" y="334"/>
                    <a:pt x="191" y="334"/>
                  </a:cubicBezTo>
                  <a:lnTo>
                    <a:pt x="1787" y="334"/>
                  </a:lnTo>
                  <a:cubicBezTo>
                    <a:pt x="1882" y="334"/>
                    <a:pt x="1978" y="262"/>
                    <a:pt x="1978" y="191"/>
                  </a:cubicBezTo>
                  <a:cubicBezTo>
                    <a:pt x="1930" y="72"/>
                    <a:pt x="1882"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95"/>
            <p:cNvSpPr/>
            <p:nvPr/>
          </p:nvSpPr>
          <p:spPr>
            <a:xfrm>
              <a:off x="5729509" y="2518942"/>
              <a:ext cx="64656" cy="10950"/>
            </a:xfrm>
            <a:custGeom>
              <a:rect b="b" l="l" r="r" t="t"/>
              <a:pathLst>
                <a:path extrusionOk="0" h="335" w="1978">
                  <a:moveTo>
                    <a:pt x="191" y="1"/>
                  </a:moveTo>
                  <a:cubicBezTo>
                    <a:pt x="96" y="1"/>
                    <a:pt x="1" y="72"/>
                    <a:pt x="1" y="167"/>
                  </a:cubicBezTo>
                  <a:cubicBezTo>
                    <a:pt x="1" y="239"/>
                    <a:pt x="72" y="334"/>
                    <a:pt x="191" y="334"/>
                  </a:cubicBezTo>
                  <a:lnTo>
                    <a:pt x="1787" y="334"/>
                  </a:lnTo>
                  <a:cubicBezTo>
                    <a:pt x="1882" y="334"/>
                    <a:pt x="1978" y="286"/>
                    <a:pt x="1978" y="191"/>
                  </a:cubicBezTo>
                  <a:cubicBezTo>
                    <a:pt x="1930" y="72"/>
                    <a:pt x="1882"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95"/>
            <p:cNvSpPr/>
            <p:nvPr/>
          </p:nvSpPr>
          <p:spPr>
            <a:xfrm>
              <a:off x="5729509" y="2543850"/>
              <a:ext cx="64656" cy="10166"/>
            </a:xfrm>
            <a:custGeom>
              <a:rect b="b" l="l" r="r" t="t"/>
              <a:pathLst>
                <a:path extrusionOk="0" h="311" w="1978">
                  <a:moveTo>
                    <a:pt x="191" y="1"/>
                  </a:moveTo>
                  <a:cubicBezTo>
                    <a:pt x="96" y="1"/>
                    <a:pt x="1" y="48"/>
                    <a:pt x="1" y="144"/>
                  </a:cubicBezTo>
                  <a:cubicBezTo>
                    <a:pt x="1" y="239"/>
                    <a:pt x="72" y="310"/>
                    <a:pt x="191" y="310"/>
                  </a:cubicBezTo>
                  <a:lnTo>
                    <a:pt x="1787" y="310"/>
                  </a:lnTo>
                  <a:cubicBezTo>
                    <a:pt x="1882" y="310"/>
                    <a:pt x="1978" y="263"/>
                    <a:pt x="1978" y="167"/>
                  </a:cubicBezTo>
                  <a:cubicBezTo>
                    <a:pt x="1930" y="48"/>
                    <a:pt x="1882"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95"/>
            <p:cNvSpPr/>
            <p:nvPr/>
          </p:nvSpPr>
          <p:spPr>
            <a:xfrm>
              <a:off x="5729509" y="2567973"/>
              <a:ext cx="64656" cy="10950"/>
            </a:xfrm>
            <a:custGeom>
              <a:rect b="b" l="l" r="r" t="t"/>
              <a:pathLst>
                <a:path extrusionOk="0" h="335" w="1978">
                  <a:moveTo>
                    <a:pt x="191" y="1"/>
                  </a:moveTo>
                  <a:cubicBezTo>
                    <a:pt x="96" y="1"/>
                    <a:pt x="1" y="49"/>
                    <a:pt x="1" y="144"/>
                  </a:cubicBezTo>
                  <a:cubicBezTo>
                    <a:pt x="1" y="239"/>
                    <a:pt x="72" y="334"/>
                    <a:pt x="191" y="334"/>
                  </a:cubicBezTo>
                  <a:lnTo>
                    <a:pt x="1787" y="334"/>
                  </a:lnTo>
                  <a:cubicBezTo>
                    <a:pt x="1882" y="334"/>
                    <a:pt x="1978" y="263"/>
                    <a:pt x="1978" y="168"/>
                  </a:cubicBezTo>
                  <a:cubicBezTo>
                    <a:pt x="1930" y="49"/>
                    <a:pt x="1882"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95"/>
            <p:cNvSpPr/>
            <p:nvPr/>
          </p:nvSpPr>
          <p:spPr>
            <a:xfrm>
              <a:off x="5705386" y="2747035"/>
              <a:ext cx="10950" cy="15592"/>
            </a:xfrm>
            <a:custGeom>
              <a:rect b="b" l="l" r="r" t="t"/>
              <a:pathLst>
                <a:path extrusionOk="0" h="477" w="335">
                  <a:moveTo>
                    <a:pt x="191" y="0"/>
                  </a:moveTo>
                  <a:cubicBezTo>
                    <a:pt x="72" y="0"/>
                    <a:pt x="1" y="96"/>
                    <a:pt x="1" y="167"/>
                  </a:cubicBezTo>
                  <a:lnTo>
                    <a:pt x="1" y="286"/>
                  </a:lnTo>
                  <a:cubicBezTo>
                    <a:pt x="1" y="381"/>
                    <a:pt x="72" y="477"/>
                    <a:pt x="144" y="477"/>
                  </a:cubicBezTo>
                  <a:cubicBezTo>
                    <a:pt x="239" y="477"/>
                    <a:pt x="334" y="405"/>
                    <a:pt x="334" y="286"/>
                  </a:cubicBezTo>
                  <a:lnTo>
                    <a:pt x="334" y="167"/>
                  </a:lnTo>
                  <a:cubicBezTo>
                    <a:pt x="334" y="96"/>
                    <a:pt x="263"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0" name="Google Shape;19840;p95"/>
          <p:cNvGrpSpPr/>
          <p:nvPr/>
        </p:nvGrpSpPr>
        <p:grpSpPr>
          <a:xfrm>
            <a:off x="4767329" y="2351093"/>
            <a:ext cx="369042" cy="302065"/>
            <a:chOff x="4764247" y="2498709"/>
            <a:chExt cx="369042" cy="302065"/>
          </a:xfrm>
        </p:grpSpPr>
        <p:sp>
          <p:nvSpPr>
            <p:cNvPr id="19841" name="Google Shape;19841;p95"/>
            <p:cNvSpPr/>
            <p:nvPr/>
          </p:nvSpPr>
          <p:spPr>
            <a:xfrm>
              <a:off x="4770490" y="2503383"/>
              <a:ext cx="358124" cy="238226"/>
            </a:xfrm>
            <a:custGeom>
              <a:rect b="b" l="l" r="r" t="t"/>
              <a:pathLst>
                <a:path extrusionOk="0" h="7288" w="10956">
                  <a:moveTo>
                    <a:pt x="453" y="0"/>
                  </a:moveTo>
                  <a:cubicBezTo>
                    <a:pt x="215" y="0"/>
                    <a:pt x="1" y="215"/>
                    <a:pt x="1" y="453"/>
                  </a:cubicBezTo>
                  <a:lnTo>
                    <a:pt x="1" y="6859"/>
                  </a:lnTo>
                  <a:cubicBezTo>
                    <a:pt x="1" y="7097"/>
                    <a:pt x="215" y="7288"/>
                    <a:pt x="453" y="7288"/>
                  </a:cubicBezTo>
                  <a:lnTo>
                    <a:pt x="10503" y="7288"/>
                  </a:lnTo>
                  <a:cubicBezTo>
                    <a:pt x="10741" y="7288"/>
                    <a:pt x="10931" y="7097"/>
                    <a:pt x="10955" y="6859"/>
                  </a:cubicBezTo>
                  <a:lnTo>
                    <a:pt x="10955" y="453"/>
                  </a:lnTo>
                  <a:cubicBezTo>
                    <a:pt x="10955" y="215"/>
                    <a:pt x="10741" y="0"/>
                    <a:pt x="10503"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95"/>
            <p:cNvSpPr/>
            <p:nvPr/>
          </p:nvSpPr>
          <p:spPr>
            <a:xfrm>
              <a:off x="5091972" y="2503383"/>
              <a:ext cx="36643" cy="238226"/>
            </a:xfrm>
            <a:custGeom>
              <a:rect b="b" l="l" r="r" t="t"/>
              <a:pathLst>
                <a:path extrusionOk="0" h="7288" w="1121">
                  <a:moveTo>
                    <a:pt x="1" y="0"/>
                  </a:moveTo>
                  <a:cubicBezTo>
                    <a:pt x="239" y="0"/>
                    <a:pt x="453" y="215"/>
                    <a:pt x="453" y="453"/>
                  </a:cubicBezTo>
                  <a:lnTo>
                    <a:pt x="453" y="6859"/>
                  </a:lnTo>
                  <a:cubicBezTo>
                    <a:pt x="453" y="7097"/>
                    <a:pt x="239" y="7288"/>
                    <a:pt x="1" y="7288"/>
                  </a:cubicBezTo>
                  <a:lnTo>
                    <a:pt x="668" y="7288"/>
                  </a:lnTo>
                  <a:cubicBezTo>
                    <a:pt x="906" y="7288"/>
                    <a:pt x="1120" y="7097"/>
                    <a:pt x="1120" y="6859"/>
                  </a:cubicBezTo>
                  <a:lnTo>
                    <a:pt x="1120" y="453"/>
                  </a:lnTo>
                  <a:cubicBezTo>
                    <a:pt x="1096" y="215"/>
                    <a:pt x="906" y="0"/>
                    <a:pt x="66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95"/>
            <p:cNvSpPr/>
            <p:nvPr/>
          </p:nvSpPr>
          <p:spPr>
            <a:xfrm>
              <a:off x="4770490" y="2702646"/>
              <a:ext cx="358124" cy="38963"/>
            </a:xfrm>
            <a:custGeom>
              <a:rect b="b" l="l" r="r" t="t"/>
              <a:pathLst>
                <a:path extrusionOk="0" h="1192" w="10956">
                  <a:moveTo>
                    <a:pt x="1" y="1"/>
                  </a:moveTo>
                  <a:lnTo>
                    <a:pt x="1" y="763"/>
                  </a:lnTo>
                  <a:cubicBezTo>
                    <a:pt x="1" y="1001"/>
                    <a:pt x="215" y="1192"/>
                    <a:pt x="453" y="1192"/>
                  </a:cubicBezTo>
                  <a:lnTo>
                    <a:pt x="10503" y="1192"/>
                  </a:lnTo>
                  <a:cubicBezTo>
                    <a:pt x="10741" y="1192"/>
                    <a:pt x="10955" y="1001"/>
                    <a:pt x="10955" y="763"/>
                  </a:cubicBezTo>
                  <a:lnTo>
                    <a:pt x="10955"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95"/>
            <p:cNvSpPr/>
            <p:nvPr/>
          </p:nvSpPr>
          <p:spPr>
            <a:xfrm>
              <a:off x="4902809" y="2742361"/>
              <a:ext cx="91917" cy="52169"/>
            </a:xfrm>
            <a:custGeom>
              <a:rect b="b" l="l" r="r" t="t"/>
              <a:pathLst>
                <a:path extrusionOk="0" h="1596" w="2812">
                  <a:moveTo>
                    <a:pt x="215" y="0"/>
                  </a:moveTo>
                  <a:lnTo>
                    <a:pt x="1" y="1596"/>
                  </a:lnTo>
                  <a:lnTo>
                    <a:pt x="2811" y="1596"/>
                  </a:lnTo>
                  <a:lnTo>
                    <a:pt x="25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95"/>
            <p:cNvSpPr/>
            <p:nvPr/>
          </p:nvSpPr>
          <p:spPr>
            <a:xfrm>
              <a:off x="4965864" y="2741577"/>
              <a:ext cx="28079" cy="52954"/>
            </a:xfrm>
            <a:custGeom>
              <a:rect b="b" l="l" r="r" t="t"/>
              <a:pathLst>
                <a:path extrusionOk="0" h="1620" w="859">
                  <a:moveTo>
                    <a:pt x="1" y="1"/>
                  </a:moveTo>
                  <a:lnTo>
                    <a:pt x="215" y="1620"/>
                  </a:lnTo>
                  <a:lnTo>
                    <a:pt x="858" y="1620"/>
                  </a:lnTo>
                  <a:lnTo>
                    <a:pt x="668"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95"/>
            <p:cNvSpPr/>
            <p:nvPr/>
          </p:nvSpPr>
          <p:spPr>
            <a:xfrm>
              <a:off x="5091220" y="2702646"/>
              <a:ext cx="36610" cy="38963"/>
            </a:xfrm>
            <a:custGeom>
              <a:rect b="b" l="l" r="r" t="t"/>
              <a:pathLst>
                <a:path extrusionOk="0" h="1192" w="1120">
                  <a:moveTo>
                    <a:pt x="453" y="1"/>
                  </a:moveTo>
                  <a:lnTo>
                    <a:pt x="453" y="763"/>
                  </a:lnTo>
                  <a:cubicBezTo>
                    <a:pt x="453" y="1001"/>
                    <a:pt x="238" y="1192"/>
                    <a:pt x="0" y="1192"/>
                  </a:cubicBezTo>
                  <a:lnTo>
                    <a:pt x="667" y="1192"/>
                  </a:lnTo>
                  <a:cubicBezTo>
                    <a:pt x="905" y="1192"/>
                    <a:pt x="1119" y="1001"/>
                    <a:pt x="1119" y="763"/>
                  </a:cubicBezTo>
                  <a:lnTo>
                    <a:pt x="1119"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95"/>
            <p:cNvSpPr/>
            <p:nvPr/>
          </p:nvSpPr>
          <p:spPr>
            <a:xfrm>
              <a:off x="4805531" y="2556304"/>
              <a:ext cx="281799" cy="146375"/>
            </a:xfrm>
            <a:custGeom>
              <a:rect b="b" l="l" r="r" t="t"/>
              <a:pathLst>
                <a:path extrusionOk="0" h="4478" w="8621">
                  <a:moveTo>
                    <a:pt x="0" y="1"/>
                  </a:moveTo>
                  <a:lnTo>
                    <a:pt x="0" y="4478"/>
                  </a:lnTo>
                  <a:lnTo>
                    <a:pt x="8621" y="4478"/>
                  </a:lnTo>
                  <a:lnTo>
                    <a:pt x="8597" y="263"/>
                  </a:lnTo>
                  <a:cubicBezTo>
                    <a:pt x="8597" y="120"/>
                    <a:pt x="8478" y="1"/>
                    <a:pt x="8335"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95"/>
            <p:cNvSpPr/>
            <p:nvPr/>
          </p:nvSpPr>
          <p:spPr>
            <a:xfrm>
              <a:off x="5056179" y="2556304"/>
              <a:ext cx="30399" cy="146375"/>
            </a:xfrm>
            <a:custGeom>
              <a:rect b="b" l="l" r="r" t="t"/>
              <a:pathLst>
                <a:path extrusionOk="0" h="4478" w="930">
                  <a:moveTo>
                    <a:pt x="0" y="1"/>
                  </a:moveTo>
                  <a:cubicBezTo>
                    <a:pt x="167" y="1"/>
                    <a:pt x="286" y="120"/>
                    <a:pt x="286" y="263"/>
                  </a:cubicBezTo>
                  <a:lnTo>
                    <a:pt x="286" y="4478"/>
                  </a:lnTo>
                  <a:lnTo>
                    <a:pt x="929" y="4478"/>
                  </a:lnTo>
                  <a:lnTo>
                    <a:pt x="929" y="263"/>
                  </a:lnTo>
                  <a:cubicBezTo>
                    <a:pt x="929" y="120"/>
                    <a:pt x="810" y="1"/>
                    <a:pt x="66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95"/>
            <p:cNvSpPr/>
            <p:nvPr/>
          </p:nvSpPr>
          <p:spPr>
            <a:xfrm>
              <a:off x="4805531" y="2532181"/>
              <a:ext cx="74756" cy="24156"/>
            </a:xfrm>
            <a:custGeom>
              <a:rect b="b" l="l" r="r" t="t"/>
              <a:pathLst>
                <a:path extrusionOk="0" h="739" w="2287">
                  <a:moveTo>
                    <a:pt x="286" y="0"/>
                  </a:moveTo>
                  <a:cubicBezTo>
                    <a:pt x="143" y="0"/>
                    <a:pt x="0" y="120"/>
                    <a:pt x="0" y="286"/>
                  </a:cubicBezTo>
                  <a:lnTo>
                    <a:pt x="0" y="739"/>
                  </a:lnTo>
                  <a:lnTo>
                    <a:pt x="2263" y="739"/>
                  </a:lnTo>
                  <a:lnTo>
                    <a:pt x="2263" y="286"/>
                  </a:lnTo>
                  <a:cubicBezTo>
                    <a:pt x="2286" y="143"/>
                    <a:pt x="2143" y="0"/>
                    <a:pt x="200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95"/>
            <p:cNvSpPr/>
            <p:nvPr/>
          </p:nvSpPr>
          <p:spPr>
            <a:xfrm>
              <a:off x="4805531" y="2594450"/>
              <a:ext cx="66977" cy="71651"/>
            </a:xfrm>
            <a:custGeom>
              <a:rect b="b" l="l" r="r" t="t"/>
              <a:pathLst>
                <a:path extrusionOk="0" h="2192" w="2049">
                  <a:moveTo>
                    <a:pt x="0" y="1"/>
                  </a:moveTo>
                  <a:lnTo>
                    <a:pt x="0" y="2192"/>
                  </a:lnTo>
                  <a:lnTo>
                    <a:pt x="1191" y="2192"/>
                  </a:lnTo>
                  <a:cubicBezTo>
                    <a:pt x="1667" y="2192"/>
                    <a:pt x="2048" y="1811"/>
                    <a:pt x="2048" y="1334"/>
                  </a:cubicBezTo>
                  <a:lnTo>
                    <a:pt x="2048" y="858"/>
                  </a:lnTo>
                  <a:cubicBezTo>
                    <a:pt x="2048" y="382"/>
                    <a:pt x="1667" y="1"/>
                    <a:pt x="119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95"/>
            <p:cNvSpPr/>
            <p:nvPr/>
          </p:nvSpPr>
          <p:spPr>
            <a:xfrm>
              <a:off x="4831976" y="2607689"/>
              <a:ext cx="11735" cy="11702"/>
            </a:xfrm>
            <a:custGeom>
              <a:rect b="b" l="l" r="r" t="t"/>
              <a:pathLst>
                <a:path extrusionOk="0" h="358" w="359">
                  <a:moveTo>
                    <a:pt x="168" y="0"/>
                  </a:moveTo>
                  <a:cubicBezTo>
                    <a:pt x="72" y="0"/>
                    <a:pt x="1" y="72"/>
                    <a:pt x="1" y="191"/>
                  </a:cubicBezTo>
                  <a:cubicBezTo>
                    <a:pt x="1" y="286"/>
                    <a:pt x="72" y="358"/>
                    <a:pt x="168" y="358"/>
                  </a:cubicBezTo>
                  <a:cubicBezTo>
                    <a:pt x="263" y="358"/>
                    <a:pt x="358" y="286"/>
                    <a:pt x="358" y="191"/>
                  </a:cubicBez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95"/>
            <p:cNvSpPr/>
            <p:nvPr/>
          </p:nvSpPr>
          <p:spPr>
            <a:xfrm>
              <a:off x="4764247" y="2498709"/>
              <a:ext cx="369042" cy="302065"/>
            </a:xfrm>
            <a:custGeom>
              <a:rect b="b" l="l" r="r" t="t"/>
              <a:pathLst>
                <a:path extrusionOk="0" h="9241" w="11290">
                  <a:moveTo>
                    <a:pt x="3240" y="1191"/>
                  </a:moveTo>
                  <a:cubicBezTo>
                    <a:pt x="3311" y="1191"/>
                    <a:pt x="3359" y="1263"/>
                    <a:pt x="3359" y="1310"/>
                  </a:cubicBezTo>
                  <a:lnTo>
                    <a:pt x="3359" y="1572"/>
                  </a:lnTo>
                  <a:lnTo>
                    <a:pt x="1430" y="1572"/>
                  </a:lnTo>
                  <a:lnTo>
                    <a:pt x="1430" y="1310"/>
                  </a:lnTo>
                  <a:cubicBezTo>
                    <a:pt x="1430" y="1263"/>
                    <a:pt x="1501" y="1191"/>
                    <a:pt x="1549" y="1191"/>
                  </a:cubicBezTo>
                  <a:close/>
                  <a:moveTo>
                    <a:pt x="2454" y="3096"/>
                  </a:moveTo>
                  <a:cubicBezTo>
                    <a:pt x="2835" y="3096"/>
                    <a:pt x="3168" y="3430"/>
                    <a:pt x="3168" y="3811"/>
                  </a:cubicBezTo>
                  <a:lnTo>
                    <a:pt x="3168" y="4287"/>
                  </a:lnTo>
                  <a:cubicBezTo>
                    <a:pt x="3168" y="4668"/>
                    <a:pt x="2835" y="5001"/>
                    <a:pt x="2454" y="5001"/>
                  </a:cubicBezTo>
                  <a:lnTo>
                    <a:pt x="1430" y="5001"/>
                  </a:lnTo>
                  <a:lnTo>
                    <a:pt x="1430" y="3096"/>
                  </a:lnTo>
                  <a:close/>
                  <a:moveTo>
                    <a:pt x="10694" y="286"/>
                  </a:moveTo>
                  <a:cubicBezTo>
                    <a:pt x="10837" y="286"/>
                    <a:pt x="10956" y="405"/>
                    <a:pt x="10956" y="572"/>
                  </a:cubicBezTo>
                  <a:lnTo>
                    <a:pt x="10956" y="6049"/>
                  </a:lnTo>
                  <a:lnTo>
                    <a:pt x="10027" y="6073"/>
                  </a:lnTo>
                  <a:lnTo>
                    <a:pt x="10027" y="1739"/>
                  </a:lnTo>
                  <a:cubicBezTo>
                    <a:pt x="10027" y="1644"/>
                    <a:pt x="9955" y="1548"/>
                    <a:pt x="9860" y="1548"/>
                  </a:cubicBezTo>
                  <a:lnTo>
                    <a:pt x="6621" y="1548"/>
                  </a:lnTo>
                  <a:cubicBezTo>
                    <a:pt x="6574" y="1548"/>
                    <a:pt x="6574" y="1548"/>
                    <a:pt x="6550" y="1572"/>
                  </a:cubicBezTo>
                  <a:cubicBezTo>
                    <a:pt x="6431" y="1739"/>
                    <a:pt x="6526" y="1882"/>
                    <a:pt x="6645" y="1882"/>
                  </a:cubicBezTo>
                  <a:lnTo>
                    <a:pt x="9551" y="1882"/>
                  </a:lnTo>
                  <a:cubicBezTo>
                    <a:pt x="9622" y="1882"/>
                    <a:pt x="9670" y="1929"/>
                    <a:pt x="9670" y="2001"/>
                  </a:cubicBezTo>
                  <a:lnTo>
                    <a:pt x="9670" y="6073"/>
                  </a:lnTo>
                  <a:lnTo>
                    <a:pt x="1406" y="6073"/>
                  </a:lnTo>
                  <a:lnTo>
                    <a:pt x="1406" y="5287"/>
                  </a:lnTo>
                  <a:lnTo>
                    <a:pt x="2406" y="5287"/>
                  </a:lnTo>
                  <a:cubicBezTo>
                    <a:pt x="2978" y="5287"/>
                    <a:pt x="3454" y="4811"/>
                    <a:pt x="3454" y="4263"/>
                  </a:cubicBezTo>
                  <a:lnTo>
                    <a:pt x="3454" y="3787"/>
                  </a:lnTo>
                  <a:cubicBezTo>
                    <a:pt x="3454" y="3215"/>
                    <a:pt x="2978" y="2739"/>
                    <a:pt x="2406" y="2739"/>
                  </a:cubicBezTo>
                  <a:lnTo>
                    <a:pt x="1406" y="2739"/>
                  </a:lnTo>
                  <a:lnTo>
                    <a:pt x="1406" y="1834"/>
                  </a:lnTo>
                  <a:lnTo>
                    <a:pt x="5978" y="1834"/>
                  </a:lnTo>
                  <a:cubicBezTo>
                    <a:pt x="6074" y="1834"/>
                    <a:pt x="6145" y="1787"/>
                    <a:pt x="6169" y="1691"/>
                  </a:cubicBezTo>
                  <a:cubicBezTo>
                    <a:pt x="6169" y="1596"/>
                    <a:pt x="6097" y="1525"/>
                    <a:pt x="6026" y="1525"/>
                  </a:cubicBezTo>
                  <a:lnTo>
                    <a:pt x="3692" y="1525"/>
                  </a:lnTo>
                  <a:lnTo>
                    <a:pt x="3692" y="1239"/>
                  </a:lnTo>
                  <a:cubicBezTo>
                    <a:pt x="3692" y="1001"/>
                    <a:pt x="3478" y="810"/>
                    <a:pt x="3240" y="810"/>
                  </a:cubicBezTo>
                  <a:lnTo>
                    <a:pt x="1549" y="810"/>
                  </a:lnTo>
                  <a:cubicBezTo>
                    <a:pt x="1311" y="810"/>
                    <a:pt x="1096" y="1001"/>
                    <a:pt x="1096" y="1239"/>
                  </a:cubicBezTo>
                  <a:lnTo>
                    <a:pt x="1096" y="6049"/>
                  </a:lnTo>
                  <a:lnTo>
                    <a:pt x="358" y="6049"/>
                  </a:lnTo>
                  <a:lnTo>
                    <a:pt x="358" y="572"/>
                  </a:lnTo>
                  <a:cubicBezTo>
                    <a:pt x="358" y="405"/>
                    <a:pt x="477" y="286"/>
                    <a:pt x="620" y="286"/>
                  </a:cubicBezTo>
                  <a:close/>
                  <a:moveTo>
                    <a:pt x="6717" y="7597"/>
                  </a:moveTo>
                  <a:lnTo>
                    <a:pt x="6883" y="8883"/>
                  </a:lnTo>
                  <a:lnTo>
                    <a:pt x="4454" y="8883"/>
                  </a:lnTo>
                  <a:lnTo>
                    <a:pt x="4621" y="7597"/>
                  </a:lnTo>
                  <a:close/>
                  <a:moveTo>
                    <a:pt x="596" y="0"/>
                  </a:moveTo>
                  <a:cubicBezTo>
                    <a:pt x="263" y="0"/>
                    <a:pt x="1" y="262"/>
                    <a:pt x="1" y="596"/>
                  </a:cubicBezTo>
                  <a:lnTo>
                    <a:pt x="1" y="7431"/>
                  </a:lnTo>
                  <a:cubicBezTo>
                    <a:pt x="1" y="7526"/>
                    <a:pt x="96" y="7621"/>
                    <a:pt x="192" y="7621"/>
                  </a:cubicBezTo>
                  <a:lnTo>
                    <a:pt x="1978" y="7621"/>
                  </a:lnTo>
                  <a:cubicBezTo>
                    <a:pt x="2120" y="7478"/>
                    <a:pt x="2025" y="7288"/>
                    <a:pt x="1882" y="7288"/>
                  </a:cubicBezTo>
                  <a:lnTo>
                    <a:pt x="596" y="7288"/>
                  </a:lnTo>
                  <a:cubicBezTo>
                    <a:pt x="453" y="7288"/>
                    <a:pt x="334" y="7169"/>
                    <a:pt x="334" y="7026"/>
                  </a:cubicBezTo>
                  <a:lnTo>
                    <a:pt x="334" y="6430"/>
                  </a:lnTo>
                  <a:lnTo>
                    <a:pt x="10932" y="6430"/>
                  </a:lnTo>
                  <a:lnTo>
                    <a:pt x="10932" y="7121"/>
                  </a:lnTo>
                  <a:cubicBezTo>
                    <a:pt x="10932" y="7216"/>
                    <a:pt x="10837" y="7288"/>
                    <a:pt x="10741" y="7288"/>
                  </a:cubicBezTo>
                  <a:lnTo>
                    <a:pt x="2502" y="7288"/>
                  </a:lnTo>
                  <a:cubicBezTo>
                    <a:pt x="2478" y="7288"/>
                    <a:pt x="2454" y="7288"/>
                    <a:pt x="2406" y="7335"/>
                  </a:cubicBezTo>
                  <a:cubicBezTo>
                    <a:pt x="2287" y="7478"/>
                    <a:pt x="2406" y="7621"/>
                    <a:pt x="2525" y="7621"/>
                  </a:cubicBezTo>
                  <a:lnTo>
                    <a:pt x="4264" y="7621"/>
                  </a:lnTo>
                  <a:lnTo>
                    <a:pt x="4073" y="8907"/>
                  </a:lnTo>
                  <a:lnTo>
                    <a:pt x="3549" y="8907"/>
                  </a:lnTo>
                  <a:cubicBezTo>
                    <a:pt x="3454" y="8907"/>
                    <a:pt x="3406" y="8955"/>
                    <a:pt x="3383" y="9050"/>
                  </a:cubicBezTo>
                  <a:cubicBezTo>
                    <a:pt x="3383" y="9145"/>
                    <a:pt x="3430" y="9240"/>
                    <a:pt x="3526" y="9240"/>
                  </a:cubicBezTo>
                  <a:lnTo>
                    <a:pt x="7693" y="9240"/>
                  </a:lnTo>
                  <a:cubicBezTo>
                    <a:pt x="7765" y="9240"/>
                    <a:pt x="7836" y="9169"/>
                    <a:pt x="7860" y="9074"/>
                  </a:cubicBezTo>
                  <a:cubicBezTo>
                    <a:pt x="7860" y="9002"/>
                    <a:pt x="7812" y="8907"/>
                    <a:pt x="7717" y="8907"/>
                  </a:cubicBezTo>
                  <a:lnTo>
                    <a:pt x="7193" y="8907"/>
                  </a:lnTo>
                  <a:lnTo>
                    <a:pt x="7002" y="7621"/>
                  </a:lnTo>
                  <a:lnTo>
                    <a:pt x="10670" y="7621"/>
                  </a:lnTo>
                  <a:cubicBezTo>
                    <a:pt x="11003" y="7621"/>
                    <a:pt x="11265" y="7359"/>
                    <a:pt x="11265" y="7026"/>
                  </a:cubicBezTo>
                  <a:lnTo>
                    <a:pt x="11265" y="620"/>
                  </a:lnTo>
                  <a:cubicBezTo>
                    <a:pt x="11289" y="262"/>
                    <a:pt x="11027" y="0"/>
                    <a:pt x="106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95"/>
            <p:cNvSpPr/>
            <p:nvPr/>
          </p:nvSpPr>
          <p:spPr>
            <a:xfrm>
              <a:off x="4831976" y="2626386"/>
              <a:ext cx="11735" cy="24156"/>
            </a:xfrm>
            <a:custGeom>
              <a:rect b="b" l="l" r="r" t="t"/>
              <a:pathLst>
                <a:path extrusionOk="0" h="739" w="359">
                  <a:moveTo>
                    <a:pt x="168" y="0"/>
                  </a:moveTo>
                  <a:cubicBezTo>
                    <a:pt x="72" y="0"/>
                    <a:pt x="1" y="48"/>
                    <a:pt x="1" y="167"/>
                  </a:cubicBezTo>
                  <a:lnTo>
                    <a:pt x="1" y="572"/>
                  </a:lnTo>
                  <a:cubicBezTo>
                    <a:pt x="1" y="643"/>
                    <a:pt x="48" y="714"/>
                    <a:pt x="144" y="738"/>
                  </a:cubicBezTo>
                  <a:cubicBezTo>
                    <a:pt x="239" y="738"/>
                    <a:pt x="310" y="691"/>
                    <a:pt x="310" y="595"/>
                  </a:cubicBezTo>
                  <a:lnTo>
                    <a:pt x="310" y="214"/>
                  </a:lnTo>
                  <a:cubicBezTo>
                    <a:pt x="358" y="95"/>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95"/>
            <p:cNvSpPr/>
            <p:nvPr/>
          </p:nvSpPr>
          <p:spPr>
            <a:xfrm>
              <a:off x="4904378" y="2588991"/>
              <a:ext cx="52954" cy="10950"/>
            </a:xfrm>
            <a:custGeom>
              <a:rect b="b" l="l" r="r" t="t"/>
              <a:pathLst>
                <a:path extrusionOk="0" h="335" w="1620">
                  <a:moveTo>
                    <a:pt x="215" y="1"/>
                  </a:moveTo>
                  <a:cubicBezTo>
                    <a:pt x="120" y="1"/>
                    <a:pt x="72" y="72"/>
                    <a:pt x="48" y="168"/>
                  </a:cubicBezTo>
                  <a:cubicBezTo>
                    <a:pt x="1" y="287"/>
                    <a:pt x="72" y="334"/>
                    <a:pt x="191" y="334"/>
                  </a:cubicBezTo>
                  <a:lnTo>
                    <a:pt x="1429" y="334"/>
                  </a:lnTo>
                  <a:cubicBezTo>
                    <a:pt x="1525" y="334"/>
                    <a:pt x="1596" y="287"/>
                    <a:pt x="1620" y="191"/>
                  </a:cubicBezTo>
                  <a:cubicBezTo>
                    <a:pt x="1620" y="96"/>
                    <a:pt x="1549" y="1"/>
                    <a:pt x="1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95"/>
            <p:cNvSpPr/>
            <p:nvPr/>
          </p:nvSpPr>
          <p:spPr>
            <a:xfrm>
              <a:off x="4904378" y="2614684"/>
              <a:ext cx="146375" cy="10950"/>
            </a:xfrm>
            <a:custGeom>
              <a:rect b="b" l="l" r="r" t="t"/>
              <a:pathLst>
                <a:path extrusionOk="0" h="335" w="4478">
                  <a:moveTo>
                    <a:pt x="215" y="1"/>
                  </a:moveTo>
                  <a:cubicBezTo>
                    <a:pt x="96" y="1"/>
                    <a:pt x="1" y="48"/>
                    <a:pt x="1" y="144"/>
                  </a:cubicBezTo>
                  <a:cubicBezTo>
                    <a:pt x="1" y="239"/>
                    <a:pt x="72" y="334"/>
                    <a:pt x="191" y="334"/>
                  </a:cubicBezTo>
                  <a:lnTo>
                    <a:pt x="4287" y="334"/>
                  </a:lnTo>
                  <a:cubicBezTo>
                    <a:pt x="4382" y="334"/>
                    <a:pt x="4454" y="263"/>
                    <a:pt x="4478" y="168"/>
                  </a:cubicBezTo>
                  <a:cubicBezTo>
                    <a:pt x="4478" y="96"/>
                    <a:pt x="4406" y="1"/>
                    <a:pt x="43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95"/>
            <p:cNvSpPr/>
            <p:nvPr/>
          </p:nvSpPr>
          <p:spPr>
            <a:xfrm>
              <a:off x="4904378" y="2637271"/>
              <a:ext cx="145590" cy="10133"/>
            </a:xfrm>
            <a:custGeom>
              <a:rect b="b" l="l" r="r" t="t"/>
              <a:pathLst>
                <a:path extrusionOk="0" h="310" w="4454">
                  <a:moveTo>
                    <a:pt x="191" y="0"/>
                  </a:moveTo>
                  <a:cubicBezTo>
                    <a:pt x="96" y="0"/>
                    <a:pt x="48" y="48"/>
                    <a:pt x="1" y="143"/>
                  </a:cubicBezTo>
                  <a:cubicBezTo>
                    <a:pt x="1" y="239"/>
                    <a:pt x="72" y="310"/>
                    <a:pt x="167" y="310"/>
                  </a:cubicBezTo>
                  <a:lnTo>
                    <a:pt x="4263" y="310"/>
                  </a:lnTo>
                  <a:cubicBezTo>
                    <a:pt x="4359" y="310"/>
                    <a:pt x="4406" y="262"/>
                    <a:pt x="4454" y="167"/>
                  </a:cubicBezTo>
                  <a:cubicBezTo>
                    <a:pt x="4454" y="72"/>
                    <a:pt x="4382" y="0"/>
                    <a:pt x="4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95"/>
            <p:cNvSpPr/>
            <p:nvPr/>
          </p:nvSpPr>
          <p:spPr>
            <a:xfrm>
              <a:off x="4904378" y="2660610"/>
              <a:ext cx="145590" cy="10166"/>
            </a:xfrm>
            <a:custGeom>
              <a:rect b="b" l="l" r="r" t="t"/>
              <a:pathLst>
                <a:path extrusionOk="0" h="311" w="4454">
                  <a:moveTo>
                    <a:pt x="191" y="1"/>
                  </a:moveTo>
                  <a:cubicBezTo>
                    <a:pt x="96" y="1"/>
                    <a:pt x="48" y="48"/>
                    <a:pt x="1" y="144"/>
                  </a:cubicBezTo>
                  <a:cubicBezTo>
                    <a:pt x="1" y="239"/>
                    <a:pt x="72" y="310"/>
                    <a:pt x="167" y="310"/>
                  </a:cubicBezTo>
                  <a:lnTo>
                    <a:pt x="4263" y="310"/>
                  </a:lnTo>
                  <a:cubicBezTo>
                    <a:pt x="4359" y="310"/>
                    <a:pt x="4406" y="263"/>
                    <a:pt x="4454" y="168"/>
                  </a:cubicBezTo>
                  <a:cubicBezTo>
                    <a:pt x="4454" y="72"/>
                    <a:pt x="4382" y="1"/>
                    <a:pt x="4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8" name="Google Shape;19858;p95"/>
          <p:cNvGrpSpPr/>
          <p:nvPr/>
        </p:nvGrpSpPr>
        <p:grpSpPr>
          <a:xfrm>
            <a:off x="4019496" y="2379106"/>
            <a:ext cx="371330" cy="244470"/>
            <a:chOff x="4006845" y="2526722"/>
            <a:chExt cx="371330" cy="244470"/>
          </a:xfrm>
        </p:grpSpPr>
        <p:sp>
          <p:nvSpPr>
            <p:cNvPr id="19859" name="Google Shape;19859;p95"/>
            <p:cNvSpPr/>
            <p:nvPr/>
          </p:nvSpPr>
          <p:spPr>
            <a:xfrm>
              <a:off x="4137628" y="2650509"/>
              <a:ext cx="110549" cy="76325"/>
            </a:xfrm>
            <a:custGeom>
              <a:rect b="b" l="l" r="r" t="t"/>
              <a:pathLst>
                <a:path extrusionOk="0" h="2335" w="3382">
                  <a:moveTo>
                    <a:pt x="453" y="0"/>
                  </a:moveTo>
                  <a:lnTo>
                    <a:pt x="0" y="2334"/>
                  </a:lnTo>
                  <a:lnTo>
                    <a:pt x="3382" y="2334"/>
                  </a:lnTo>
                  <a:lnTo>
                    <a:pt x="2953"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95"/>
            <p:cNvSpPr/>
            <p:nvPr/>
          </p:nvSpPr>
          <p:spPr>
            <a:xfrm>
              <a:off x="4106477" y="2726802"/>
              <a:ext cx="171282" cy="38931"/>
            </a:xfrm>
            <a:custGeom>
              <a:rect b="b" l="l" r="r" t="t"/>
              <a:pathLst>
                <a:path extrusionOk="0" h="1191" w="5240">
                  <a:moveTo>
                    <a:pt x="191" y="0"/>
                  </a:moveTo>
                  <a:cubicBezTo>
                    <a:pt x="96" y="0"/>
                    <a:pt x="1" y="72"/>
                    <a:pt x="1" y="167"/>
                  </a:cubicBezTo>
                  <a:lnTo>
                    <a:pt x="1" y="310"/>
                  </a:lnTo>
                  <a:cubicBezTo>
                    <a:pt x="1" y="786"/>
                    <a:pt x="382" y="1191"/>
                    <a:pt x="882" y="1191"/>
                  </a:cubicBezTo>
                  <a:lnTo>
                    <a:pt x="4383" y="1191"/>
                  </a:lnTo>
                  <a:cubicBezTo>
                    <a:pt x="4859" y="1191"/>
                    <a:pt x="5240" y="786"/>
                    <a:pt x="5240" y="310"/>
                  </a:cubicBezTo>
                  <a:lnTo>
                    <a:pt x="5240" y="167"/>
                  </a:lnTo>
                  <a:cubicBezTo>
                    <a:pt x="5240" y="72"/>
                    <a:pt x="5168" y="0"/>
                    <a:pt x="5073"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95"/>
            <p:cNvSpPr/>
            <p:nvPr/>
          </p:nvSpPr>
          <p:spPr>
            <a:xfrm>
              <a:off x="4011519" y="2532181"/>
              <a:ext cx="362014" cy="117577"/>
            </a:xfrm>
            <a:custGeom>
              <a:rect b="b" l="l" r="r" t="t"/>
              <a:pathLst>
                <a:path extrusionOk="0" h="3597" w="11075">
                  <a:moveTo>
                    <a:pt x="1834" y="0"/>
                  </a:moveTo>
                  <a:cubicBezTo>
                    <a:pt x="834" y="0"/>
                    <a:pt x="0" y="858"/>
                    <a:pt x="48" y="1906"/>
                  </a:cubicBezTo>
                  <a:cubicBezTo>
                    <a:pt x="119" y="2834"/>
                    <a:pt x="929" y="3596"/>
                    <a:pt x="1882" y="3596"/>
                  </a:cubicBezTo>
                  <a:lnTo>
                    <a:pt x="9193" y="3596"/>
                  </a:lnTo>
                  <a:cubicBezTo>
                    <a:pt x="10241" y="3596"/>
                    <a:pt x="11074" y="2739"/>
                    <a:pt x="10955" y="1691"/>
                  </a:cubicBezTo>
                  <a:cubicBezTo>
                    <a:pt x="10884" y="739"/>
                    <a:pt x="10098" y="0"/>
                    <a:pt x="914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95"/>
            <p:cNvSpPr/>
            <p:nvPr/>
          </p:nvSpPr>
          <p:spPr>
            <a:xfrm>
              <a:off x="4211567" y="2650509"/>
              <a:ext cx="36610" cy="76325"/>
            </a:xfrm>
            <a:custGeom>
              <a:rect b="b" l="l" r="r" t="t"/>
              <a:pathLst>
                <a:path extrusionOk="0" h="2335" w="1120">
                  <a:moveTo>
                    <a:pt x="1" y="0"/>
                  </a:moveTo>
                  <a:lnTo>
                    <a:pt x="453" y="2334"/>
                  </a:lnTo>
                  <a:lnTo>
                    <a:pt x="1120" y="2334"/>
                  </a:lnTo>
                  <a:lnTo>
                    <a:pt x="668" y="0"/>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95"/>
            <p:cNvSpPr/>
            <p:nvPr/>
          </p:nvSpPr>
          <p:spPr>
            <a:xfrm>
              <a:off x="4228695" y="2726017"/>
              <a:ext cx="49064" cy="38931"/>
            </a:xfrm>
            <a:custGeom>
              <a:rect b="b" l="l" r="r" t="t"/>
              <a:pathLst>
                <a:path extrusionOk="0" h="1191" w="1501">
                  <a:moveTo>
                    <a:pt x="667" y="0"/>
                  </a:moveTo>
                  <a:cubicBezTo>
                    <a:pt x="763" y="0"/>
                    <a:pt x="858" y="96"/>
                    <a:pt x="858" y="191"/>
                  </a:cubicBezTo>
                  <a:lnTo>
                    <a:pt x="858" y="334"/>
                  </a:lnTo>
                  <a:cubicBezTo>
                    <a:pt x="858" y="810"/>
                    <a:pt x="477" y="1191"/>
                    <a:pt x="1" y="1191"/>
                  </a:cubicBezTo>
                  <a:lnTo>
                    <a:pt x="644" y="1191"/>
                  </a:lnTo>
                  <a:cubicBezTo>
                    <a:pt x="1120" y="1191"/>
                    <a:pt x="1501" y="810"/>
                    <a:pt x="1501" y="334"/>
                  </a:cubicBezTo>
                  <a:lnTo>
                    <a:pt x="1501" y="191"/>
                  </a:lnTo>
                  <a:cubicBezTo>
                    <a:pt x="1501" y="96"/>
                    <a:pt x="1429" y="0"/>
                    <a:pt x="1334"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95"/>
            <p:cNvSpPr/>
            <p:nvPr/>
          </p:nvSpPr>
          <p:spPr>
            <a:xfrm>
              <a:off x="4290965" y="2532181"/>
              <a:ext cx="81784" cy="118361"/>
            </a:xfrm>
            <a:custGeom>
              <a:rect b="b" l="l" r="r" t="t"/>
              <a:pathLst>
                <a:path extrusionOk="0" h="3621" w="2502">
                  <a:moveTo>
                    <a:pt x="1" y="0"/>
                  </a:moveTo>
                  <a:cubicBezTo>
                    <a:pt x="977" y="0"/>
                    <a:pt x="1811" y="786"/>
                    <a:pt x="1811" y="1810"/>
                  </a:cubicBezTo>
                  <a:cubicBezTo>
                    <a:pt x="1811" y="2811"/>
                    <a:pt x="1001" y="3620"/>
                    <a:pt x="1" y="3620"/>
                  </a:cubicBezTo>
                  <a:lnTo>
                    <a:pt x="644" y="3620"/>
                  </a:lnTo>
                  <a:cubicBezTo>
                    <a:pt x="1692" y="3596"/>
                    <a:pt x="2501" y="2739"/>
                    <a:pt x="2430" y="1691"/>
                  </a:cubicBezTo>
                  <a:cubicBezTo>
                    <a:pt x="2382" y="739"/>
                    <a:pt x="1573" y="0"/>
                    <a:pt x="620"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95"/>
            <p:cNvSpPr/>
            <p:nvPr/>
          </p:nvSpPr>
          <p:spPr>
            <a:xfrm>
              <a:off x="4155540" y="2554768"/>
              <a:ext cx="71618" cy="72403"/>
            </a:xfrm>
            <a:custGeom>
              <a:rect b="b" l="l" r="r" t="t"/>
              <a:pathLst>
                <a:path extrusionOk="0" h="2215" w="2191">
                  <a:moveTo>
                    <a:pt x="1096" y="0"/>
                  </a:moveTo>
                  <a:cubicBezTo>
                    <a:pt x="476" y="0"/>
                    <a:pt x="0" y="500"/>
                    <a:pt x="0" y="1119"/>
                  </a:cubicBezTo>
                  <a:cubicBezTo>
                    <a:pt x="0" y="1715"/>
                    <a:pt x="476" y="2215"/>
                    <a:pt x="1096" y="2215"/>
                  </a:cubicBezTo>
                  <a:cubicBezTo>
                    <a:pt x="1715" y="2215"/>
                    <a:pt x="2191" y="1715"/>
                    <a:pt x="2191" y="1119"/>
                  </a:cubicBezTo>
                  <a:cubicBezTo>
                    <a:pt x="2191" y="500"/>
                    <a:pt x="1715" y="0"/>
                    <a:pt x="1096"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95"/>
            <p:cNvSpPr/>
            <p:nvPr/>
          </p:nvSpPr>
          <p:spPr>
            <a:xfrm>
              <a:off x="4176559" y="2576537"/>
              <a:ext cx="29582" cy="28863"/>
            </a:xfrm>
            <a:custGeom>
              <a:rect b="b" l="l" r="r" t="t"/>
              <a:pathLst>
                <a:path extrusionOk="0" h="883" w="905">
                  <a:moveTo>
                    <a:pt x="453" y="1"/>
                  </a:moveTo>
                  <a:cubicBezTo>
                    <a:pt x="214" y="1"/>
                    <a:pt x="0" y="191"/>
                    <a:pt x="0" y="453"/>
                  </a:cubicBezTo>
                  <a:cubicBezTo>
                    <a:pt x="0" y="692"/>
                    <a:pt x="214" y="882"/>
                    <a:pt x="453" y="882"/>
                  </a:cubicBezTo>
                  <a:cubicBezTo>
                    <a:pt x="691" y="882"/>
                    <a:pt x="905" y="692"/>
                    <a:pt x="905" y="453"/>
                  </a:cubicBezTo>
                  <a:cubicBezTo>
                    <a:pt x="905" y="191"/>
                    <a:pt x="691" y="1"/>
                    <a:pt x="453" y="1"/>
                  </a:cubicBez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95"/>
            <p:cNvSpPr/>
            <p:nvPr/>
          </p:nvSpPr>
          <p:spPr>
            <a:xfrm>
              <a:off x="4006845" y="2526722"/>
              <a:ext cx="371330" cy="244470"/>
            </a:xfrm>
            <a:custGeom>
              <a:rect b="b" l="l" r="r" t="t"/>
              <a:pathLst>
                <a:path extrusionOk="0" h="7479" w="11360">
                  <a:moveTo>
                    <a:pt x="6811" y="3930"/>
                  </a:moveTo>
                  <a:lnTo>
                    <a:pt x="6954" y="4764"/>
                  </a:lnTo>
                  <a:lnTo>
                    <a:pt x="4406" y="4764"/>
                  </a:lnTo>
                  <a:lnTo>
                    <a:pt x="4549" y="3930"/>
                  </a:lnTo>
                  <a:close/>
                  <a:moveTo>
                    <a:pt x="7026" y="5097"/>
                  </a:moveTo>
                  <a:lnTo>
                    <a:pt x="7169" y="5931"/>
                  </a:lnTo>
                  <a:lnTo>
                    <a:pt x="4168" y="5931"/>
                  </a:lnTo>
                  <a:lnTo>
                    <a:pt x="4311" y="5097"/>
                  </a:lnTo>
                  <a:close/>
                  <a:moveTo>
                    <a:pt x="2049" y="1"/>
                  </a:moveTo>
                  <a:cubicBezTo>
                    <a:pt x="1001" y="1"/>
                    <a:pt x="120" y="810"/>
                    <a:pt x="48" y="1858"/>
                  </a:cubicBezTo>
                  <a:cubicBezTo>
                    <a:pt x="0" y="2978"/>
                    <a:pt x="882" y="3930"/>
                    <a:pt x="2025" y="3930"/>
                  </a:cubicBezTo>
                  <a:lnTo>
                    <a:pt x="4216" y="3930"/>
                  </a:lnTo>
                  <a:lnTo>
                    <a:pt x="3835" y="5907"/>
                  </a:lnTo>
                  <a:lnTo>
                    <a:pt x="3239" y="5907"/>
                  </a:lnTo>
                  <a:cubicBezTo>
                    <a:pt x="3049" y="5907"/>
                    <a:pt x="2882" y="6050"/>
                    <a:pt x="2882" y="6264"/>
                  </a:cubicBezTo>
                  <a:lnTo>
                    <a:pt x="2882" y="7264"/>
                  </a:lnTo>
                  <a:cubicBezTo>
                    <a:pt x="2882" y="7359"/>
                    <a:pt x="2977" y="7455"/>
                    <a:pt x="3049" y="7455"/>
                  </a:cubicBezTo>
                  <a:lnTo>
                    <a:pt x="5478" y="7455"/>
                  </a:lnTo>
                  <a:cubicBezTo>
                    <a:pt x="5621" y="7312"/>
                    <a:pt x="5525" y="7121"/>
                    <a:pt x="5383" y="7121"/>
                  </a:cubicBezTo>
                  <a:lnTo>
                    <a:pt x="3930" y="7121"/>
                  </a:lnTo>
                  <a:cubicBezTo>
                    <a:pt x="3525" y="7121"/>
                    <a:pt x="3215" y="6788"/>
                    <a:pt x="3215" y="6407"/>
                  </a:cubicBezTo>
                  <a:lnTo>
                    <a:pt x="3215" y="6264"/>
                  </a:lnTo>
                  <a:cubicBezTo>
                    <a:pt x="3215" y="6264"/>
                    <a:pt x="3215" y="6240"/>
                    <a:pt x="3239" y="6240"/>
                  </a:cubicBezTo>
                  <a:lnTo>
                    <a:pt x="8121" y="6240"/>
                  </a:lnTo>
                  <a:cubicBezTo>
                    <a:pt x="8121" y="6240"/>
                    <a:pt x="8145" y="6240"/>
                    <a:pt x="8145" y="6264"/>
                  </a:cubicBezTo>
                  <a:lnTo>
                    <a:pt x="8145" y="6407"/>
                  </a:lnTo>
                  <a:cubicBezTo>
                    <a:pt x="8145" y="6407"/>
                    <a:pt x="7812" y="7121"/>
                    <a:pt x="7431" y="7121"/>
                  </a:cubicBezTo>
                  <a:lnTo>
                    <a:pt x="6026" y="7121"/>
                  </a:lnTo>
                  <a:cubicBezTo>
                    <a:pt x="5954" y="7121"/>
                    <a:pt x="5859" y="7169"/>
                    <a:pt x="5859" y="7312"/>
                  </a:cubicBezTo>
                  <a:cubicBezTo>
                    <a:pt x="5859" y="7431"/>
                    <a:pt x="5906" y="7478"/>
                    <a:pt x="6026" y="7478"/>
                  </a:cubicBezTo>
                  <a:lnTo>
                    <a:pt x="7431" y="7478"/>
                  </a:lnTo>
                  <a:cubicBezTo>
                    <a:pt x="8002" y="7478"/>
                    <a:pt x="8455" y="6431"/>
                    <a:pt x="8455" y="6431"/>
                  </a:cubicBezTo>
                  <a:lnTo>
                    <a:pt x="8455" y="6288"/>
                  </a:lnTo>
                  <a:cubicBezTo>
                    <a:pt x="8455" y="6121"/>
                    <a:pt x="8288" y="5931"/>
                    <a:pt x="8097" y="5931"/>
                  </a:cubicBezTo>
                  <a:lnTo>
                    <a:pt x="7502" y="5931"/>
                  </a:lnTo>
                  <a:lnTo>
                    <a:pt x="7097" y="3978"/>
                  </a:lnTo>
                  <a:lnTo>
                    <a:pt x="9312" y="3978"/>
                  </a:lnTo>
                  <a:cubicBezTo>
                    <a:pt x="10360" y="3978"/>
                    <a:pt x="11241" y="3168"/>
                    <a:pt x="11312" y="2120"/>
                  </a:cubicBezTo>
                  <a:cubicBezTo>
                    <a:pt x="11360" y="953"/>
                    <a:pt x="10479" y="1"/>
                    <a:pt x="9336" y="1"/>
                  </a:cubicBezTo>
                  <a:lnTo>
                    <a:pt x="5263" y="1"/>
                  </a:lnTo>
                  <a:cubicBezTo>
                    <a:pt x="5168" y="1"/>
                    <a:pt x="5121" y="72"/>
                    <a:pt x="5073" y="167"/>
                  </a:cubicBezTo>
                  <a:cubicBezTo>
                    <a:pt x="5073" y="239"/>
                    <a:pt x="5144" y="334"/>
                    <a:pt x="5240" y="334"/>
                  </a:cubicBezTo>
                  <a:lnTo>
                    <a:pt x="9288" y="334"/>
                  </a:lnTo>
                  <a:cubicBezTo>
                    <a:pt x="10145" y="334"/>
                    <a:pt x="10884" y="1001"/>
                    <a:pt x="10955" y="1858"/>
                  </a:cubicBezTo>
                  <a:cubicBezTo>
                    <a:pt x="11003" y="2811"/>
                    <a:pt x="10265" y="3621"/>
                    <a:pt x="9312" y="3621"/>
                  </a:cubicBezTo>
                  <a:lnTo>
                    <a:pt x="2025" y="3621"/>
                  </a:lnTo>
                  <a:cubicBezTo>
                    <a:pt x="1144" y="3621"/>
                    <a:pt x="405" y="2954"/>
                    <a:pt x="358" y="2096"/>
                  </a:cubicBezTo>
                  <a:cubicBezTo>
                    <a:pt x="286" y="1144"/>
                    <a:pt x="1025" y="334"/>
                    <a:pt x="1977" y="334"/>
                  </a:cubicBezTo>
                  <a:lnTo>
                    <a:pt x="4573" y="334"/>
                  </a:lnTo>
                  <a:cubicBezTo>
                    <a:pt x="4668" y="334"/>
                    <a:pt x="4716" y="287"/>
                    <a:pt x="4763" y="191"/>
                  </a:cubicBezTo>
                  <a:cubicBezTo>
                    <a:pt x="4763" y="96"/>
                    <a:pt x="4692" y="1"/>
                    <a:pt x="45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95"/>
            <p:cNvSpPr/>
            <p:nvPr/>
          </p:nvSpPr>
          <p:spPr>
            <a:xfrm>
              <a:off x="4149297" y="2549309"/>
              <a:ext cx="84105" cy="84105"/>
            </a:xfrm>
            <a:custGeom>
              <a:rect b="b" l="l" r="r" t="t"/>
              <a:pathLst>
                <a:path extrusionOk="0" h="2573" w="2573">
                  <a:moveTo>
                    <a:pt x="1287" y="334"/>
                  </a:moveTo>
                  <a:cubicBezTo>
                    <a:pt x="1834" y="334"/>
                    <a:pt x="2239" y="739"/>
                    <a:pt x="2239" y="1286"/>
                  </a:cubicBezTo>
                  <a:cubicBezTo>
                    <a:pt x="2239" y="1810"/>
                    <a:pt x="1834" y="2239"/>
                    <a:pt x="1287" y="2239"/>
                  </a:cubicBezTo>
                  <a:cubicBezTo>
                    <a:pt x="763" y="2239"/>
                    <a:pt x="334" y="1810"/>
                    <a:pt x="334" y="1286"/>
                  </a:cubicBezTo>
                  <a:cubicBezTo>
                    <a:pt x="358" y="786"/>
                    <a:pt x="786" y="334"/>
                    <a:pt x="1287" y="334"/>
                  </a:cubicBezTo>
                  <a:close/>
                  <a:moveTo>
                    <a:pt x="1287" y="0"/>
                  </a:moveTo>
                  <a:cubicBezTo>
                    <a:pt x="572" y="0"/>
                    <a:pt x="1" y="572"/>
                    <a:pt x="1" y="1286"/>
                  </a:cubicBezTo>
                  <a:cubicBezTo>
                    <a:pt x="1" y="2001"/>
                    <a:pt x="596" y="2572"/>
                    <a:pt x="1287" y="2572"/>
                  </a:cubicBezTo>
                  <a:cubicBezTo>
                    <a:pt x="2001" y="2572"/>
                    <a:pt x="2573" y="2001"/>
                    <a:pt x="2573" y="1286"/>
                  </a:cubicBezTo>
                  <a:cubicBezTo>
                    <a:pt x="2573" y="572"/>
                    <a:pt x="2001" y="0"/>
                    <a:pt x="1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95"/>
            <p:cNvSpPr/>
            <p:nvPr/>
          </p:nvSpPr>
          <p:spPr>
            <a:xfrm>
              <a:off x="4171884" y="2571896"/>
              <a:ext cx="38931" cy="38931"/>
            </a:xfrm>
            <a:custGeom>
              <a:rect b="b" l="l" r="r" t="t"/>
              <a:pathLst>
                <a:path extrusionOk="0" h="1191" w="1191">
                  <a:moveTo>
                    <a:pt x="596" y="333"/>
                  </a:moveTo>
                  <a:cubicBezTo>
                    <a:pt x="738" y="333"/>
                    <a:pt x="857" y="429"/>
                    <a:pt x="857" y="595"/>
                  </a:cubicBezTo>
                  <a:cubicBezTo>
                    <a:pt x="857" y="738"/>
                    <a:pt x="738" y="857"/>
                    <a:pt x="596" y="857"/>
                  </a:cubicBezTo>
                  <a:cubicBezTo>
                    <a:pt x="453" y="857"/>
                    <a:pt x="334" y="738"/>
                    <a:pt x="334" y="595"/>
                  </a:cubicBezTo>
                  <a:cubicBezTo>
                    <a:pt x="334" y="429"/>
                    <a:pt x="453" y="333"/>
                    <a:pt x="596" y="333"/>
                  </a:cubicBezTo>
                  <a:close/>
                  <a:moveTo>
                    <a:pt x="596" y="0"/>
                  </a:moveTo>
                  <a:cubicBezTo>
                    <a:pt x="262" y="0"/>
                    <a:pt x="0" y="262"/>
                    <a:pt x="0" y="595"/>
                  </a:cubicBezTo>
                  <a:cubicBezTo>
                    <a:pt x="0" y="929"/>
                    <a:pt x="262" y="1191"/>
                    <a:pt x="596" y="1191"/>
                  </a:cubicBezTo>
                  <a:cubicBezTo>
                    <a:pt x="929" y="1191"/>
                    <a:pt x="1191" y="929"/>
                    <a:pt x="1191" y="595"/>
                  </a:cubicBezTo>
                  <a:cubicBezTo>
                    <a:pt x="1191" y="262"/>
                    <a:pt x="929"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95"/>
            <p:cNvSpPr/>
            <p:nvPr/>
          </p:nvSpPr>
          <p:spPr>
            <a:xfrm>
              <a:off x="4062904" y="2587455"/>
              <a:ext cx="42821" cy="10918"/>
            </a:xfrm>
            <a:custGeom>
              <a:rect b="b" l="l" r="r" t="t"/>
              <a:pathLst>
                <a:path extrusionOk="0" h="334" w="1310">
                  <a:moveTo>
                    <a:pt x="191" y="0"/>
                  </a:moveTo>
                  <a:cubicBezTo>
                    <a:pt x="95" y="0"/>
                    <a:pt x="0" y="96"/>
                    <a:pt x="24" y="167"/>
                  </a:cubicBezTo>
                  <a:cubicBezTo>
                    <a:pt x="24" y="262"/>
                    <a:pt x="119" y="334"/>
                    <a:pt x="214" y="334"/>
                  </a:cubicBezTo>
                  <a:lnTo>
                    <a:pt x="1143" y="334"/>
                  </a:lnTo>
                  <a:cubicBezTo>
                    <a:pt x="1215" y="334"/>
                    <a:pt x="1286" y="262"/>
                    <a:pt x="1310" y="167"/>
                  </a:cubicBezTo>
                  <a:cubicBezTo>
                    <a:pt x="1310" y="96"/>
                    <a:pt x="1262" y="0"/>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95"/>
            <p:cNvSpPr/>
            <p:nvPr/>
          </p:nvSpPr>
          <p:spPr>
            <a:xfrm>
              <a:off x="4277726" y="2587455"/>
              <a:ext cx="42853" cy="10918"/>
            </a:xfrm>
            <a:custGeom>
              <a:rect b="b" l="l" r="r" t="t"/>
              <a:pathLst>
                <a:path extrusionOk="0" h="334" w="1311">
                  <a:moveTo>
                    <a:pt x="191" y="0"/>
                  </a:moveTo>
                  <a:cubicBezTo>
                    <a:pt x="96" y="0"/>
                    <a:pt x="25" y="48"/>
                    <a:pt x="1" y="143"/>
                  </a:cubicBezTo>
                  <a:cubicBezTo>
                    <a:pt x="1" y="238"/>
                    <a:pt x="72" y="334"/>
                    <a:pt x="144" y="334"/>
                  </a:cubicBezTo>
                  <a:lnTo>
                    <a:pt x="1144" y="334"/>
                  </a:lnTo>
                  <a:cubicBezTo>
                    <a:pt x="1239" y="334"/>
                    <a:pt x="1311" y="238"/>
                    <a:pt x="1287" y="143"/>
                  </a:cubicBezTo>
                  <a:cubicBezTo>
                    <a:pt x="1287" y="48"/>
                    <a:pt x="1192" y="0"/>
                    <a:pt x="10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2" name="Google Shape;19872;p95"/>
          <p:cNvGrpSpPr/>
          <p:nvPr/>
        </p:nvGrpSpPr>
        <p:grpSpPr>
          <a:xfrm>
            <a:off x="3266095" y="2355093"/>
            <a:ext cx="367440" cy="301281"/>
            <a:chOff x="3248658" y="2497924"/>
            <a:chExt cx="367440" cy="301281"/>
          </a:xfrm>
        </p:grpSpPr>
        <p:sp>
          <p:nvSpPr>
            <p:cNvPr id="19873" name="Google Shape;19873;p95"/>
            <p:cNvSpPr/>
            <p:nvPr/>
          </p:nvSpPr>
          <p:spPr>
            <a:xfrm>
              <a:off x="3253333" y="2503383"/>
              <a:ext cx="358092" cy="238226"/>
            </a:xfrm>
            <a:custGeom>
              <a:rect b="b" l="l" r="r" t="t"/>
              <a:pathLst>
                <a:path extrusionOk="0" h="7288" w="10955">
                  <a:moveTo>
                    <a:pt x="453" y="0"/>
                  </a:moveTo>
                  <a:cubicBezTo>
                    <a:pt x="214" y="0"/>
                    <a:pt x="0" y="215"/>
                    <a:pt x="0" y="453"/>
                  </a:cubicBezTo>
                  <a:lnTo>
                    <a:pt x="0" y="6859"/>
                  </a:lnTo>
                  <a:cubicBezTo>
                    <a:pt x="0" y="7097"/>
                    <a:pt x="214" y="7288"/>
                    <a:pt x="453" y="7288"/>
                  </a:cubicBezTo>
                  <a:lnTo>
                    <a:pt x="10502" y="7288"/>
                  </a:lnTo>
                  <a:cubicBezTo>
                    <a:pt x="10740" y="7288"/>
                    <a:pt x="10955" y="7097"/>
                    <a:pt x="10955" y="6859"/>
                  </a:cubicBezTo>
                  <a:lnTo>
                    <a:pt x="10955" y="453"/>
                  </a:lnTo>
                  <a:cubicBezTo>
                    <a:pt x="10955" y="215"/>
                    <a:pt x="10740" y="0"/>
                    <a:pt x="10502"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95"/>
            <p:cNvSpPr/>
            <p:nvPr/>
          </p:nvSpPr>
          <p:spPr>
            <a:xfrm>
              <a:off x="3575599" y="2503383"/>
              <a:ext cx="35825" cy="238226"/>
            </a:xfrm>
            <a:custGeom>
              <a:rect b="b" l="l" r="r" t="t"/>
              <a:pathLst>
                <a:path extrusionOk="0" h="7288" w="1096">
                  <a:moveTo>
                    <a:pt x="0" y="0"/>
                  </a:moveTo>
                  <a:cubicBezTo>
                    <a:pt x="238" y="0"/>
                    <a:pt x="453" y="215"/>
                    <a:pt x="453" y="453"/>
                  </a:cubicBezTo>
                  <a:lnTo>
                    <a:pt x="453" y="6859"/>
                  </a:lnTo>
                  <a:cubicBezTo>
                    <a:pt x="453" y="7097"/>
                    <a:pt x="238" y="7288"/>
                    <a:pt x="0" y="7288"/>
                  </a:cubicBezTo>
                  <a:lnTo>
                    <a:pt x="643" y="7288"/>
                  </a:lnTo>
                  <a:cubicBezTo>
                    <a:pt x="881" y="7288"/>
                    <a:pt x="1096" y="7097"/>
                    <a:pt x="1096" y="6859"/>
                  </a:cubicBezTo>
                  <a:lnTo>
                    <a:pt x="1096" y="453"/>
                  </a:lnTo>
                  <a:cubicBezTo>
                    <a:pt x="1096" y="215"/>
                    <a:pt x="881" y="0"/>
                    <a:pt x="64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95"/>
            <p:cNvSpPr/>
            <p:nvPr/>
          </p:nvSpPr>
          <p:spPr>
            <a:xfrm>
              <a:off x="3254085" y="2702646"/>
              <a:ext cx="358124" cy="38963"/>
            </a:xfrm>
            <a:custGeom>
              <a:rect b="b" l="l" r="r" t="t"/>
              <a:pathLst>
                <a:path extrusionOk="0" h="1192" w="10956">
                  <a:moveTo>
                    <a:pt x="1" y="1"/>
                  </a:moveTo>
                  <a:lnTo>
                    <a:pt x="1" y="763"/>
                  </a:lnTo>
                  <a:cubicBezTo>
                    <a:pt x="1" y="1001"/>
                    <a:pt x="215" y="1192"/>
                    <a:pt x="453" y="1192"/>
                  </a:cubicBezTo>
                  <a:lnTo>
                    <a:pt x="10527" y="1192"/>
                  </a:lnTo>
                  <a:cubicBezTo>
                    <a:pt x="10765" y="1192"/>
                    <a:pt x="10956" y="1001"/>
                    <a:pt x="10956" y="763"/>
                  </a:cubicBezTo>
                  <a:lnTo>
                    <a:pt x="109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95"/>
            <p:cNvSpPr/>
            <p:nvPr/>
          </p:nvSpPr>
          <p:spPr>
            <a:xfrm>
              <a:off x="3385652" y="2742361"/>
              <a:ext cx="92669" cy="52169"/>
            </a:xfrm>
            <a:custGeom>
              <a:rect b="b" l="l" r="r" t="t"/>
              <a:pathLst>
                <a:path extrusionOk="0" h="1596" w="2835">
                  <a:moveTo>
                    <a:pt x="215" y="0"/>
                  </a:moveTo>
                  <a:lnTo>
                    <a:pt x="1" y="1596"/>
                  </a:lnTo>
                  <a:lnTo>
                    <a:pt x="2834" y="1596"/>
                  </a:lnTo>
                  <a:lnTo>
                    <a:pt x="25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95"/>
            <p:cNvSpPr/>
            <p:nvPr/>
          </p:nvSpPr>
          <p:spPr>
            <a:xfrm>
              <a:off x="3450275" y="2741577"/>
              <a:ext cx="28046" cy="52954"/>
            </a:xfrm>
            <a:custGeom>
              <a:rect b="b" l="l" r="r" t="t"/>
              <a:pathLst>
                <a:path extrusionOk="0" h="1620" w="858">
                  <a:moveTo>
                    <a:pt x="0" y="1"/>
                  </a:moveTo>
                  <a:lnTo>
                    <a:pt x="191" y="1620"/>
                  </a:lnTo>
                  <a:lnTo>
                    <a:pt x="857" y="1620"/>
                  </a:lnTo>
                  <a:lnTo>
                    <a:pt x="643"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95"/>
            <p:cNvSpPr/>
            <p:nvPr/>
          </p:nvSpPr>
          <p:spPr>
            <a:xfrm>
              <a:off x="3575599" y="2702646"/>
              <a:ext cx="35825" cy="38963"/>
            </a:xfrm>
            <a:custGeom>
              <a:rect b="b" l="l" r="r" t="t"/>
              <a:pathLst>
                <a:path extrusionOk="0" h="1192" w="1096">
                  <a:moveTo>
                    <a:pt x="453" y="1"/>
                  </a:moveTo>
                  <a:lnTo>
                    <a:pt x="453" y="763"/>
                  </a:lnTo>
                  <a:cubicBezTo>
                    <a:pt x="453" y="1001"/>
                    <a:pt x="238" y="1192"/>
                    <a:pt x="0" y="1192"/>
                  </a:cubicBezTo>
                  <a:lnTo>
                    <a:pt x="643" y="1192"/>
                  </a:lnTo>
                  <a:cubicBezTo>
                    <a:pt x="881" y="1192"/>
                    <a:pt x="1096" y="1001"/>
                    <a:pt x="1096" y="763"/>
                  </a:cubicBezTo>
                  <a:lnTo>
                    <a:pt x="1096"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95"/>
            <p:cNvSpPr/>
            <p:nvPr/>
          </p:nvSpPr>
          <p:spPr>
            <a:xfrm>
              <a:off x="3296121" y="2648940"/>
              <a:ext cx="129279" cy="55307"/>
            </a:xfrm>
            <a:custGeom>
              <a:rect b="b" l="l" r="r" t="t"/>
              <a:pathLst>
                <a:path extrusionOk="0" h="1692" w="3955">
                  <a:moveTo>
                    <a:pt x="1454" y="1"/>
                  </a:moveTo>
                  <a:lnTo>
                    <a:pt x="1454" y="620"/>
                  </a:lnTo>
                  <a:cubicBezTo>
                    <a:pt x="1454" y="667"/>
                    <a:pt x="1430" y="739"/>
                    <a:pt x="1382" y="739"/>
                  </a:cubicBezTo>
                  <a:lnTo>
                    <a:pt x="430" y="1096"/>
                  </a:lnTo>
                  <a:cubicBezTo>
                    <a:pt x="263" y="1144"/>
                    <a:pt x="191" y="1239"/>
                    <a:pt x="120" y="1382"/>
                  </a:cubicBezTo>
                  <a:cubicBezTo>
                    <a:pt x="96" y="1477"/>
                    <a:pt x="25" y="1596"/>
                    <a:pt x="1" y="1691"/>
                  </a:cubicBezTo>
                  <a:lnTo>
                    <a:pt x="3954" y="1691"/>
                  </a:lnTo>
                  <a:cubicBezTo>
                    <a:pt x="3930" y="1572"/>
                    <a:pt x="3906" y="1477"/>
                    <a:pt x="3835" y="1382"/>
                  </a:cubicBezTo>
                  <a:cubicBezTo>
                    <a:pt x="3787" y="1263"/>
                    <a:pt x="3668" y="1144"/>
                    <a:pt x="3549" y="1096"/>
                  </a:cubicBezTo>
                  <a:lnTo>
                    <a:pt x="2597" y="739"/>
                  </a:lnTo>
                  <a:cubicBezTo>
                    <a:pt x="2525" y="715"/>
                    <a:pt x="2501" y="667"/>
                    <a:pt x="2501" y="620"/>
                  </a:cubicBezTo>
                  <a:lnTo>
                    <a:pt x="2501" y="1"/>
                  </a:ln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95"/>
            <p:cNvSpPr/>
            <p:nvPr/>
          </p:nvSpPr>
          <p:spPr>
            <a:xfrm>
              <a:off x="3311713" y="2537639"/>
              <a:ext cx="101233" cy="101233"/>
            </a:xfrm>
            <a:custGeom>
              <a:rect b="b" l="l" r="r" t="t"/>
              <a:pathLst>
                <a:path extrusionOk="0" h="3097" w="3097">
                  <a:moveTo>
                    <a:pt x="1548" y="0"/>
                  </a:moveTo>
                  <a:cubicBezTo>
                    <a:pt x="691" y="0"/>
                    <a:pt x="0" y="691"/>
                    <a:pt x="0" y="1548"/>
                  </a:cubicBezTo>
                  <a:cubicBezTo>
                    <a:pt x="0" y="2405"/>
                    <a:pt x="691" y="3096"/>
                    <a:pt x="1548" y="3096"/>
                  </a:cubicBezTo>
                  <a:cubicBezTo>
                    <a:pt x="2405" y="3096"/>
                    <a:pt x="3096" y="2405"/>
                    <a:pt x="3096" y="1548"/>
                  </a:cubicBezTo>
                  <a:cubicBezTo>
                    <a:pt x="3096" y="691"/>
                    <a:pt x="2405" y="0"/>
                    <a:pt x="154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95"/>
            <p:cNvSpPr/>
            <p:nvPr/>
          </p:nvSpPr>
          <p:spPr>
            <a:xfrm>
              <a:off x="3311713" y="2570556"/>
              <a:ext cx="101985" cy="94761"/>
            </a:xfrm>
            <a:custGeom>
              <a:rect b="b" l="l" r="r" t="t"/>
              <a:pathLst>
                <a:path extrusionOk="0" h="2899" w="3120">
                  <a:moveTo>
                    <a:pt x="2229" y="0"/>
                  </a:moveTo>
                  <a:cubicBezTo>
                    <a:pt x="2086" y="0"/>
                    <a:pt x="1888" y="261"/>
                    <a:pt x="1762" y="303"/>
                  </a:cubicBezTo>
                  <a:cubicBezTo>
                    <a:pt x="1620" y="327"/>
                    <a:pt x="1548" y="327"/>
                    <a:pt x="1334" y="327"/>
                  </a:cubicBezTo>
                  <a:cubicBezTo>
                    <a:pt x="1187" y="306"/>
                    <a:pt x="1002" y="25"/>
                    <a:pt x="863" y="25"/>
                  </a:cubicBezTo>
                  <a:cubicBezTo>
                    <a:pt x="844" y="25"/>
                    <a:pt x="827" y="30"/>
                    <a:pt x="810" y="41"/>
                  </a:cubicBezTo>
                  <a:cubicBezTo>
                    <a:pt x="738" y="65"/>
                    <a:pt x="715" y="136"/>
                    <a:pt x="691" y="184"/>
                  </a:cubicBezTo>
                  <a:cubicBezTo>
                    <a:pt x="548" y="541"/>
                    <a:pt x="0" y="2089"/>
                    <a:pt x="1048" y="2756"/>
                  </a:cubicBezTo>
                  <a:cubicBezTo>
                    <a:pt x="1191" y="2851"/>
                    <a:pt x="1369" y="2899"/>
                    <a:pt x="1548" y="2899"/>
                  </a:cubicBezTo>
                  <a:cubicBezTo>
                    <a:pt x="1727" y="2899"/>
                    <a:pt x="1905" y="2851"/>
                    <a:pt x="2048" y="2756"/>
                  </a:cubicBezTo>
                  <a:cubicBezTo>
                    <a:pt x="3120" y="2065"/>
                    <a:pt x="2572" y="541"/>
                    <a:pt x="2405" y="184"/>
                  </a:cubicBezTo>
                  <a:cubicBezTo>
                    <a:pt x="2382" y="65"/>
                    <a:pt x="2358" y="41"/>
                    <a:pt x="2286" y="17"/>
                  </a:cubicBezTo>
                  <a:cubicBezTo>
                    <a:pt x="2269" y="5"/>
                    <a:pt x="2249" y="0"/>
                    <a:pt x="2229"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95"/>
            <p:cNvSpPr/>
            <p:nvPr/>
          </p:nvSpPr>
          <p:spPr>
            <a:xfrm>
              <a:off x="3356854" y="2662179"/>
              <a:ext cx="68546" cy="40500"/>
            </a:xfrm>
            <a:custGeom>
              <a:rect b="b" l="l" r="r" t="t"/>
              <a:pathLst>
                <a:path extrusionOk="0" h="1239" w="2097">
                  <a:moveTo>
                    <a:pt x="0" y="0"/>
                  </a:moveTo>
                  <a:lnTo>
                    <a:pt x="0" y="310"/>
                  </a:lnTo>
                  <a:cubicBezTo>
                    <a:pt x="0" y="358"/>
                    <a:pt x="24" y="405"/>
                    <a:pt x="72" y="405"/>
                  </a:cubicBezTo>
                  <a:lnTo>
                    <a:pt x="1024" y="763"/>
                  </a:lnTo>
                  <a:cubicBezTo>
                    <a:pt x="1191" y="834"/>
                    <a:pt x="1263" y="929"/>
                    <a:pt x="1334" y="1072"/>
                  </a:cubicBezTo>
                  <a:cubicBezTo>
                    <a:pt x="1358" y="1120"/>
                    <a:pt x="1382" y="1191"/>
                    <a:pt x="1382" y="1239"/>
                  </a:cubicBezTo>
                  <a:lnTo>
                    <a:pt x="2096" y="1239"/>
                  </a:lnTo>
                  <a:cubicBezTo>
                    <a:pt x="2072" y="1167"/>
                    <a:pt x="2048" y="1072"/>
                    <a:pt x="1977" y="953"/>
                  </a:cubicBezTo>
                  <a:cubicBezTo>
                    <a:pt x="1929" y="834"/>
                    <a:pt x="1810" y="715"/>
                    <a:pt x="1691" y="643"/>
                  </a:cubicBezTo>
                  <a:lnTo>
                    <a:pt x="739" y="310"/>
                  </a:lnTo>
                  <a:cubicBezTo>
                    <a:pt x="667" y="262"/>
                    <a:pt x="643" y="239"/>
                    <a:pt x="643" y="191"/>
                  </a:cubicBezTo>
                  <a:lnTo>
                    <a:pt x="643"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95"/>
            <p:cNvSpPr/>
            <p:nvPr/>
          </p:nvSpPr>
          <p:spPr>
            <a:xfrm>
              <a:off x="3351395" y="2537639"/>
              <a:ext cx="61551" cy="92669"/>
            </a:xfrm>
            <a:custGeom>
              <a:rect b="b" l="l" r="r" t="t"/>
              <a:pathLst>
                <a:path extrusionOk="0" h="2835" w="1883">
                  <a:moveTo>
                    <a:pt x="334" y="0"/>
                  </a:moveTo>
                  <a:cubicBezTo>
                    <a:pt x="215" y="0"/>
                    <a:pt x="96" y="0"/>
                    <a:pt x="1" y="24"/>
                  </a:cubicBezTo>
                  <a:cubicBezTo>
                    <a:pt x="691" y="191"/>
                    <a:pt x="1239" y="810"/>
                    <a:pt x="1239" y="1548"/>
                  </a:cubicBezTo>
                  <a:cubicBezTo>
                    <a:pt x="1239" y="1691"/>
                    <a:pt x="1191" y="1810"/>
                    <a:pt x="1168" y="1929"/>
                  </a:cubicBezTo>
                  <a:lnTo>
                    <a:pt x="1168" y="2834"/>
                  </a:lnTo>
                  <a:cubicBezTo>
                    <a:pt x="1596" y="2572"/>
                    <a:pt x="1882" y="2096"/>
                    <a:pt x="1882" y="1524"/>
                  </a:cubicBezTo>
                  <a:cubicBezTo>
                    <a:pt x="1858" y="715"/>
                    <a:pt x="1168" y="0"/>
                    <a:pt x="334"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95"/>
            <p:cNvSpPr/>
            <p:nvPr/>
          </p:nvSpPr>
          <p:spPr>
            <a:xfrm>
              <a:off x="3351395" y="2568921"/>
              <a:ext cx="61551" cy="93780"/>
            </a:xfrm>
            <a:custGeom>
              <a:rect b="b" l="l" r="r" t="t"/>
              <a:pathLst>
                <a:path extrusionOk="0" h="2869" w="1883">
                  <a:moveTo>
                    <a:pt x="1018" y="0"/>
                  </a:moveTo>
                  <a:cubicBezTo>
                    <a:pt x="900" y="0"/>
                    <a:pt x="739" y="220"/>
                    <a:pt x="596" y="282"/>
                  </a:cubicBezTo>
                  <a:cubicBezTo>
                    <a:pt x="787" y="805"/>
                    <a:pt x="1168" y="2139"/>
                    <a:pt x="191" y="2734"/>
                  </a:cubicBezTo>
                  <a:lnTo>
                    <a:pt x="1" y="2830"/>
                  </a:lnTo>
                  <a:cubicBezTo>
                    <a:pt x="95" y="2855"/>
                    <a:pt x="198" y="2869"/>
                    <a:pt x="303" y="2869"/>
                  </a:cubicBezTo>
                  <a:cubicBezTo>
                    <a:pt x="490" y="2869"/>
                    <a:pt x="682" y="2826"/>
                    <a:pt x="834" y="2734"/>
                  </a:cubicBezTo>
                  <a:cubicBezTo>
                    <a:pt x="1882" y="2091"/>
                    <a:pt x="1358" y="520"/>
                    <a:pt x="1191" y="186"/>
                  </a:cubicBezTo>
                  <a:cubicBezTo>
                    <a:pt x="1168" y="115"/>
                    <a:pt x="1144" y="67"/>
                    <a:pt x="1072" y="20"/>
                  </a:cubicBezTo>
                  <a:cubicBezTo>
                    <a:pt x="1056" y="6"/>
                    <a:pt x="1038" y="0"/>
                    <a:pt x="10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95"/>
            <p:cNvSpPr/>
            <p:nvPr/>
          </p:nvSpPr>
          <p:spPr>
            <a:xfrm>
              <a:off x="3455701" y="2538391"/>
              <a:ext cx="11735" cy="11735"/>
            </a:xfrm>
            <a:custGeom>
              <a:rect b="b" l="l" r="r" t="t"/>
              <a:pathLst>
                <a:path extrusionOk="0" h="359" w="359">
                  <a:moveTo>
                    <a:pt x="191" y="1"/>
                  </a:moveTo>
                  <a:cubicBezTo>
                    <a:pt x="72" y="1"/>
                    <a:pt x="1" y="96"/>
                    <a:pt x="1" y="192"/>
                  </a:cubicBezTo>
                  <a:cubicBezTo>
                    <a:pt x="1" y="287"/>
                    <a:pt x="72" y="358"/>
                    <a:pt x="191" y="358"/>
                  </a:cubicBezTo>
                  <a:cubicBezTo>
                    <a:pt x="287" y="358"/>
                    <a:pt x="358" y="287"/>
                    <a:pt x="358" y="192"/>
                  </a:cubicBezTo>
                  <a:cubicBezTo>
                    <a:pt x="358" y="96"/>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95"/>
            <p:cNvSpPr/>
            <p:nvPr/>
          </p:nvSpPr>
          <p:spPr>
            <a:xfrm>
              <a:off x="3455701" y="2588240"/>
              <a:ext cx="11735" cy="11702"/>
            </a:xfrm>
            <a:custGeom>
              <a:rect b="b" l="l" r="r" t="t"/>
              <a:pathLst>
                <a:path extrusionOk="0" h="358" w="359">
                  <a:moveTo>
                    <a:pt x="191" y="0"/>
                  </a:moveTo>
                  <a:cubicBezTo>
                    <a:pt x="72" y="0"/>
                    <a:pt x="1" y="72"/>
                    <a:pt x="1" y="191"/>
                  </a:cubicBezTo>
                  <a:cubicBezTo>
                    <a:pt x="1" y="286"/>
                    <a:pt x="72" y="357"/>
                    <a:pt x="191" y="357"/>
                  </a:cubicBezTo>
                  <a:cubicBezTo>
                    <a:pt x="287" y="357"/>
                    <a:pt x="358" y="286"/>
                    <a:pt x="358" y="191"/>
                  </a:cubicBezTo>
                  <a:cubicBezTo>
                    <a:pt x="358" y="72"/>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95"/>
            <p:cNvSpPr/>
            <p:nvPr/>
          </p:nvSpPr>
          <p:spPr>
            <a:xfrm>
              <a:off x="3455701" y="2638055"/>
              <a:ext cx="11735" cy="11702"/>
            </a:xfrm>
            <a:custGeom>
              <a:rect b="b" l="l" r="r" t="t"/>
              <a:pathLst>
                <a:path extrusionOk="0" h="358" w="359">
                  <a:moveTo>
                    <a:pt x="191" y="0"/>
                  </a:moveTo>
                  <a:cubicBezTo>
                    <a:pt x="72" y="0"/>
                    <a:pt x="1" y="72"/>
                    <a:pt x="1" y="167"/>
                  </a:cubicBezTo>
                  <a:cubicBezTo>
                    <a:pt x="1" y="262"/>
                    <a:pt x="72" y="357"/>
                    <a:pt x="191" y="357"/>
                  </a:cubicBezTo>
                  <a:cubicBezTo>
                    <a:pt x="287" y="357"/>
                    <a:pt x="358" y="262"/>
                    <a:pt x="358" y="167"/>
                  </a:cubicBezTo>
                  <a:cubicBezTo>
                    <a:pt x="358" y="72"/>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95"/>
            <p:cNvSpPr/>
            <p:nvPr/>
          </p:nvSpPr>
          <p:spPr>
            <a:xfrm>
              <a:off x="3248658" y="2497924"/>
              <a:ext cx="367440" cy="301281"/>
            </a:xfrm>
            <a:custGeom>
              <a:rect b="b" l="l" r="r" t="t"/>
              <a:pathLst>
                <a:path extrusionOk="0" h="9217" w="11241">
                  <a:moveTo>
                    <a:pt x="3477" y="1406"/>
                  </a:moveTo>
                  <a:cubicBezTo>
                    <a:pt x="4215" y="1406"/>
                    <a:pt x="4858" y="2025"/>
                    <a:pt x="4858" y="2763"/>
                  </a:cubicBezTo>
                  <a:cubicBezTo>
                    <a:pt x="4858" y="2954"/>
                    <a:pt x="4811" y="3120"/>
                    <a:pt x="4763" y="3263"/>
                  </a:cubicBezTo>
                  <a:cubicBezTo>
                    <a:pt x="4692" y="2835"/>
                    <a:pt x="4549" y="2430"/>
                    <a:pt x="4501" y="2287"/>
                  </a:cubicBezTo>
                  <a:cubicBezTo>
                    <a:pt x="4453" y="2192"/>
                    <a:pt x="4382" y="2096"/>
                    <a:pt x="4311" y="2072"/>
                  </a:cubicBezTo>
                  <a:cubicBezTo>
                    <a:pt x="4277" y="2056"/>
                    <a:pt x="4240" y="2048"/>
                    <a:pt x="4200" y="2048"/>
                  </a:cubicBezTo>
                  <a:cubicBezTo>
                    <a:pt x="4128" y="2048"/>
                    <a:pt x="4046" y="2074"/>
                    <a:pt x="3953" y="2120"/>
                  </a:cubicBezTo>
                  <a:cubicBezTo>
                    <a:pt x="3906" y="2144"/>
                    <a:pt x="3811" y="2192"/>
                    <a:pt x="3715" y="2287"/>
                  </a:cubicBezTo>
                  <a:cubicBezTo>
                    <a:pt x="3668" y="2358"/>
                    <a:pt x="3572" y="2382"/>
                    <a:pt x="3501" y="2382"/>
                  </a:cubicBezTo>
                  <a:cubicBezTo>
                    <a:pt x="3429" y="2382"/>
                    <a:pt x="3358" y="2358"/>
                    <a:pt x="3310" y="2287"/>
                  </a:cubicBezTo>
                  <a:cubicBezTo>
                    <a:pt x="3216" y="2211"/>
                    <a:pt x="3017" y="2031"/>
                    <a:pt x="2843" y="2031"/>
                  </a:cubicBezTo>
                  <a:cubicBezTo>
                    <a:pt x="2798" y="2031"/>
                    <a:pt x="2754" y="2043"/>
                    <a:pt x="2715" y="2072"/>
                  </a:cubicBezTo>
                  <a:cubicBezTo>
                    <a:pt x="2620" y="2144"/>
                    <a:pt x="2548" y="2192"/>
                    <a:pt x="2525" y="2287"/>
                  </a:cubicBezTo>
                  <a:cubicBezTo>
                    <a:pt x="2477" y="2430"/>
                    <a:pt x="2310" y="2835"/>
                    <a:pt x="2263" y="3239"/>
                  </a:cubicBezTo>
                  <a:cubicBezTo>
                    <a:pt x="2191" y="3097"/>
                    <a:pt x="2167" y="2906"/>
                    <a:pt x="2167" y="2739"/>
                  </a:cubicBezTo>
                  <a:cubicBezTo>
                    <a:pt x="2072" y="2025"/>
                    <a:pt x="2715" y="1406"/>
                    <a:pt x="3477" y="1406"/>
                  </a:cubicBezTo>
                  <a:close/>
                  <a:moveTo>
                    <a:pt x="4168" y="2406"/>
                  </a:moveTo>
                  <a:lnTo>
                    <a:pt x="4192" y="2430"/>
                  </a:lnTo>
                  <a:cubicBezTo>
                    <a:pt x="4263" y="2620"/>
                    <a:pt x="4430" y="3073"/>
                    <a:pt x="4453" y="3549"/>
                  </a:cubicBezTo>
                  <a:cubicBezTo>
                    <a:pt x="4501" y="4144"/>
                    <a:pt x="4311" y="4549"/>
                    <a:pt x="3906" y="4787"/>
                  </a:cubicBezTo>
                  <a:cubicBezTo>
                    <a:pt x="3763" y="4859"/>
                    <a:pt x="3620" y="4894"/>
                    <a:pt x="3480" y="4894"/>
                  </a:cubicBezTo>
                  <a:cubicBezTo>
                    <a:pt x="3340" y="4894"/>
                    <a:pt x="3203" y="4859"/>
                    <a:pt x="3072" y="4787"/>
                  </a:cubicBezTo>
                  <a:cubicBezTo>
                    <a:pt x="2644" y="4549"/>
                    <a:pt x="2477" y="4097"/>
                    <a:pt x="2501" y="3549"/>
                  </a:cubicBezTo>
                  <a:cubicBezTo>
                    <a:pt x="2525" y="3049"/>
                    <a:pt x="2667" y="2620"/>
                    <a:pt x="2763" y="2430"/>
                  </a:cubicBezTo>
                  <a:cubicBezTo>
                    <a:pt x="2763" y="2406"/>
                    <a:pt x="2786" y="2406"/>
                    <a:pt x="2786" y="2406"/>
                  </a:cubicBezTo>
                  <a:cubicBezTo>
                    <a:pt x="2834" y="2406"/>
                    <a:pt x="2906" y="2454"/>
                    <a:pt x="3025" y="2596"/>
                  </a:cubicBezTo>
                  <a:cubicBezTo>
                    <a:pt x="3144" y="2715"/>
                    <a:pt x="3310" y="2763"/>
                    <a:pt x="3477" y="2763"/>
                  </a:cubicBezTo>
                  <a:cubicBezTo>
                    <a:pt x="3620" y="2763"/>
                    <a:pt x="3811" y="2715"/>
                    <a:pt x="3930" y="2596"/>
                  </a:cubicBezTo>
                  <a:cubicBezTo>
                    <a:pt x="4072" y="2477"/>
                    <a:pt x="4144" y="2430"/>
                    <a:pt x="4168" y="2406"/>
                  </a:cubicBezTo>
                  <a:close/>
                  <a:moveTo>
                    <a:pt x="3811" y="5168"/>
                  </a:moveTo>
                  <a:cubicBezTo>
                    <a:pt x="3811" y="5287"/>
                    <a:pt x="3906" y="5407"/>
                    <a:pt x="3977" y="5430"/>
                  </a:cubicBezTo>
                  <a:lnTo>
                    <a:pt x="4930" y="5835"/>
                  </a:lnTo>
                  <a:cubicBezTo>
                    <a:pt x="5025" y="5859"/>
                    <a:pt x="5120" y="5954"/>
                    <a:pt x="5144" y="6026"/>
                  </a:cubicBezTo>
                  <a:cubicBezTo>
                    <a:pt x="5144" y="6073"/>
                    <a:pt x="5168" y="6097"/>
                    <a:pt x="5168" y="6097"/>
                  </a:cubicBezTo>
                  <a:lnTo>
                    <a:pt x="1715" y="6097"/>
                  </a:lnTo>
                  <a:lnTo>
                    <a:pt x="1762" y="6073"/>
                  </a:lnTo>
                  <a:cubicBezTo>
                    <a:pt x="1786" y="5978"/>
                    <a:pt x="1882" y="5883"/>
                    <a:pt x="1953" y="5859"/>
                  </a:cubicBezTo>
                  <a:lnTo>
                    <a:pt x="2906" y="5478"/>
                  </a:lnTo>
                  <a:cubicBezTo>
                    <a:pt x="3025" y="5407"/>
                    <a:pt x="3096" y="5335"/>
                    <a:pt x="3096" y="5216"/>
                  </a:cubicBezTo>
                  <a:lnTo>
                    <a:pt x="3096" y="5168"/>
                  </a:lnTo>
                  <a:cubicBezTo>
                    <a:pt x="3215" y="5216"/>
                    <a:pt x="3334" y="5240"/>
                    <a:pt x="3477" y="5240"/>
                  </a:cubicBezTo>
                  <a:cubicBezTo>
                    <a:pt x="3596" y="5240"/>
                    <a:pt x="3715" y="5192"/>
                    <a:pt x="3811" y="5168"/>
                  </a:cubicBezTo>
                  <a:close/>
                  <a:moveTo>
                    <a:pt x="6668" y="7621"/>
                  </a:moveTo>
                  <a:lnTo>
                    <a:pt x="6835" y="8907"/>
                  </a:lnTo>
                  <a:lnTo>
                    <a:pt x="4406" y="8907"/>
                  </a:lnTo>
                  <a:lnTo>
                    <a:pt x="4573" y="7621"/>
                  </a:lnTo>
                  <a:close/>
                  <a:moveTo>
                    <a:pt x="167" y="1"/>
                  </a:moveTo>
                  <a:cubicBezTo>
                    <a:pt x="95" y="1"/>
                    <a:pt x="0" y="72"/>
                    <a:pt x="0" y="167"/>
                  </a:cubicBezTo>
                  <a:lnTo>
                    <a:pt x="0" y="7026"/>
                  </a:lnTo>
                  <a:cubicBezTo>
                    <a:pt x="0" y="7335"/>
                    <a:pt x="262" y="7621"/>
                    <a:pt x="596" y="7621"/>
                  </a:cubicBezTo>
                  <a:lnTo>
                    <a:pt x="4287" y="7621"/>
                  </a:lnTo>
                  <a:lnTo>
                    <a:pt x="4096" y="8883"/>
                  </a:lnTo>
                  <a:lnTo>
                    <a:pt x="3525" y="8883"/>
                  </a:lnTo>
                  <a:cubicBezTo>
                    <a:pt x="3453" y="8883"/>
                    <a:pt x="3382" y="8955"/>
                    <a:pt x="3358" y="9050"/>
                  </a:cubicBezTo>
                  <a:cubicBezTo>
                    <a:pt x="3358" y="9122"/>
                    <a:pt x="3406" y="9217"/>
                    <a:pt x="3501" y="9217"/>
                  </a:cubicBezTo>
                  <a:lnTo>
                    <a:pt x="7668" y="9217"/>
                  </a:lnTo>
                  <a:cubicBezTo>
                    <a:pt x="7764" y="9217"/>
                    <a:pt x="7811" y="9169"/>
                    <a:pt x="7859" y="9074"/>
                  </a:cubicBezTo>
                  <a:cubicBezTo>
                    <a:pt x="7859" y="8979"/>
                    <a:pt x="7788" y="8883"/>
                    <a:pt x="7692" y="8883"/>
                  </a:cubicBezTo>
                  <a:lnTo>
                    <a:pt x="7145" y="8883"/>
                  </a:lnTo>
                  <a:lnTo>
                    <a:pt x="6954" y="7621"/>
                  </a:lnTo>
                  <a:lnTo>
                    <a:pt x="10645" y="7621"/>
                  </a:lnTo>
                  <a:cubicBezTo>
                    <a:pt x="10979" y="7621"/>
                    <a:pt x="11241" y="7335"/>
                    <a:pt x="11241" y="7026"/>
                  </a:cubicBezTo>
                  <a:lnTo>
                    <a:pt x="11241" y="620"/>
                  </a:lnTo>
                  <a:cubicBezTo>
                    <a:pt x="11241" y="286"/>
                    <a:pt x="10979" y="24"/>
                    <a:pt x="10645" y="24"/>
                  </a:cubicBezTo>
                  <a:lnTo>
                    <a:pt x="3144" y="24"/>
                  </a:lnTo>
                  <a:cubicBezTo>
                    <a:pt x="3072" y="24"/>
                    <a:pt x="3001" y="72"/>
                    <a:pt x="2977" y="167"/>
                  </a:cubicBezTo>
                  <a:cubicBezTo>
                    <a:pt x="2977" y="263"/>
                    <a:pt x="3025" y="358"/>
                    <a:pt x="3120" y="358"/>
                  </a:cubicBezTo>
                  <a:lnTo>
                    <a:pt x="10621" y="358"/>
                  </a:lnTo>
                  <a:cubicBezTo>
                    <a:pt x="10764" y="358"/>
                    <a:pt x="10883" y="477"/>
                    <a:pt x="10883" y="620"/>
                  </a:cubicBezTo>
                  <a:lnTo>
                    <a:pt x="10883" y="6121"/>
                  </a:lnTo>
                  <a:lnTo>
                    <a:pt x="8978" y="6121"/>
                  </a:lnTo>
                  <a:cubicBezTo>
                    <a:pt x="8907" y="6121"/>
                    <a:pt x="8835" y="6192"/>
                    <a:pt x="8812" y="6264"/>
                  </a:cubicBezTo>
                  <a:cubicBezTo>
                    <a:pt x="8812" y="6359"/>
                    <a:pt x="8859" y="6454"/>
                    <a:pt x="8954" y="6454"/>
                  </a:cubicBezTo>
                  <a:lnTo>
                    <a:pt x="10883" y="6454"/>
                  </a:lnTo>
                  <a:lnTo>
                    <a:pt x="10883" y="7050"/>
                  </a:lnTo>
                  <a:cubicBezTo>
                    <a:pt x="10883" y="7193"/>
                    <a:pt x="10764" y="7312"/>
                    <a:pt x="10621" y="7312"/>
                  </a:cubicBezTo>
                  <a:lnTo>
                    <a:pt x="572" y="7312"/>
                  </a:lnTo>
                  <a:cubicBezTo>
                    <a:pt x="405" y="7312"/>
                    <a:pt x="286" y="7193"/>
                    <a:pt x="286" y="7050"/>
                  </a:cubicBezTo>
                  <a:lnTo>
                    <a:pt x="286" y="6454"/>
                  </a:lnTo>
                  <a:lnTo>
                    <a:pt x="8311" y="6454"/>
                  </a:lnTo>
                  <a:cubicBezTo>
                    <a:pt x="8383" y="6454"/>
                    <a:pt x="8454" y="6407"/>
                    <a:pt x="8478" y="6311"/>
                  </a:cubicBezTo>
                  <a:cubicBezTo>
                    <a:pt x="8478" y="6216"/>
                    <a:pt x="8431" y="6121"/>
                    <a:pt x="8335" y="6121"/>
                  </a:cubicBezTo>
                  <a:lnTo>
                    <a:pt x="5501" y="6121"/>
                  </a:lnTo>
                  <a:cubicBezTo>
                    <a:pt x="5478" y="6073"/>
                    <a:pt x="5454" y="5978"/>
                    <a:pt x="5406" y="5930"/>
                  </a:cubicBezTo>
                  <a:cubicBezTo>
                    <a:pt x="5358" y="5740"/>
                    <a:pt x="5216" y="5621"/>
                    <a:pt x="5025" y="5526"/>
                  </a:cubicBezTo>
                  <a:lnTo>
                    <a:pt x="4096" y="5168"/>
                  </a:lnTo>
                  <a:lnTo>
                    <a:pt x="4096" y="5049"/>
                  </a:lnTo>
                  <a:lnTo>
                    <a:pt x="4096" y="5025"/>
                  </a:lnTo>
                  <a:cubicBezTo>
                    <a:pt x="4453" y="4764"/>
                    <a:pt x="4692" y="4382"/>
                    <a:pt x="4739" y="3882"/>
                  </a:cubicBezTo>
                  <a:lnTo>
                    <a:pt x="4763" y="3859"/>
                  </a:lnTo>
                  <a:cubicBezTo>
                    <a:pt x="5001" y="3573"/>
                    <a:pt x="5144" y="3168"/>
                    <a:pt x="5144" y="2787"/>
                  </a:cubicBezTo>
                  <a:cubicBezTo>
                    <a:pt x="5144" y="1834"/>
                    <a:pt x="4382" y="1096"/>
                    <a:pt x="3453" y="1096"/>
                  </a:cubicBezTo>
                  <a:cubicBezTo>
                    <a:pt x="2501" y="1096"/>
                    <a:pt x="1762" y="1858"/>
                    <a:pt x="1762" y="2787"/>
                  </a:cubicBezTo>
                  <a:cubicBezTo>
                    <a:pt x="1762" y="3216"/>
                    <a:pt x="1905" y="3597"/>
                    <a:pt x="2167" y="3882"/>
                  </a:cubicBezTo>
                  <a:cubicBezTo>
                    <a:pt x="2239" y="4359"/>
                    <a:pt x="2405" y="4764"/>
                    <a:pt x="2763" y="5002"/>
                  </a:cubicBezTo>
                  <a:lnTo>
                    <a:pt x="2763" y="5168"/>
                  </a:lnTo>
                  <a:lnTo>
                    <a:pt x="1834" y="5526"/>
                  </a:lnTo>
                  <a:cubicBezTo>
                    <a:pt x="1667" y="5597"/>
                    <a:pt x="1524" y="5740"/>
                    <a:pt x="1453" y="5907"/>
                  </a:cubicBezTo>
                  <a:cubicBezTo>
                    <a:pt x="1429" y="5978"/>
                    <a:pt x="1405" y="6026"/>
                    <a:pt x="1358" y="6121"/>
                  </a:cubicBezTo>
                  <a:lnTo>
                    <a:pt x="334" y="6121"/>
                  </a:lnTo>
                  <a:lnTo>
                    <a:pt x="334" y="405"/>
                  </a:lnTo>
                  <a:cubicBezTo>
                    <a:pt x="334" y="382"/>
                    <a:pt x="357" y="310"/>
                    <a:pt x="405" y="310"/>
                  </a:cubicBezTo>
                  <a:lnTo>
                    <a:pt x="2596" y="310"/>
                  </a:lnTo>
                  <a:cubicBezTo>
                    <a:pt x="2739" y="167"/>
                    <a:pt x="2644" y="1"/>
                    <a:pt x="2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95"/>
            <p:cNvSpPr/>
            <p:nvPr/>
          </p:nvSpPr>
          <p:spPr>
            <a:xfrm>
              <a:off x="3476719" y="2538391"/>
              <a:ext cx="106692" cy="10950"/>
            </a:xfrm>
            <a:custGeom>
              <a:rect b="b" l="l" r="r" t="t"/>
              <a:pathLst>
                <a:path extrusionOk="0" h="335" w="3264">
                  <a:moveTo>
                    <a:pt x="215" y="1"/>
                  </a:moveTo>
                  <a:cubicBezTo>
                    <a:pt x="144" y="1"/>
                    <a:pt x="72" y="72"/>
                    <a:pt x="48" y="168"/>
                  </a:cubicBezTo>
                  <a:cubicBezTo>
                    <a:pt x="1" y="239"/>
                    <a:pt x="72" y="334"/>
                    <a:pt x="191" y="334"/>
                  </a:cubicBezTo>
                  <a:lnTo>
                    <a:pt x="3073" y="334"/>
                  </a:lnTo>
                  <a:cubicBezTo>
                    <a:pt x="3168" y="334"/>
                    <a:pt x="3240" y="287"/>
                    <a:pt x="3263" y="192"/>
                  </a:cubicBezTo>
                  <a:cubicBezTo>
                    <a:pt x="3263" y="96"/>
                    <a:pt x="3192" y="1"/>
                    <a:pt x="31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95"/>
            <p:cNvSpPr/>
            <p:nvPr/>
          </p:nvSpPr>
          <p:spPr>
            <a:xfrm>
              <a:off x="3477504" y="2560194"/>
              <a:ext cx="59197" cy="10950"/>
            </a:xfrm>
            <a:custGeom>
              <a:rect b="b" l="l" r="r" t="t"/>
              <a:pathLst>
                <a:path extrusionOk="0" h="335" w="1811">
                  <a:moveTo>
                    <a:pt x="191" y="1"/>
                  </a:moveTo>
                  <a:cubicBezTo>
                    <a:pt x="120" y="1"/>
                    <a:pt x="48" y="48"/>
                    <a:pt x="24" y="144"/>
                  </a:cubicBezTo>
                  <a:cubicBezTo>
                    <a:pt x="1" y="239"/>
                    <a:pt x="48" y="334"/>
                    <a:pt x="167" y="334"/>
                  </a:cubicBezTo>
                  <a:lnTo>
                    <a:pt x="1620" y="334"/>
                  </a:lnTo>
                  <a:cubicBezTo>
                    <a:pt x="1715" y="334"/>
                    <a:pt x="1763" y="263"/>
                    <a:pt x="1811" y="167"/>
                  </a:cubicBezTo>
                  <a:cubicBezTo>
                    <a:pt x="1811" y="96"/>
                    <a:pt x="1739" y="1"/>
                    <a:pt x="1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95"/>
            <p:cNvSpPr/>
            <p:nvPr/>
          </p:nvSpPr>
          <p:spPr>
            <a:xfrm>
              <a:off x="3476719" y="2587455"/>
              <a:ext cx="106692" cy="10918"/>
            </a:xfrm>
            <a:custGeom>
              <a:rect b="b" l="l" r="r" t="t"/>
              <a:pathLst>
                <a:path extrusionOk="0" h="334" w="3264">
                  <a:moveTo>
                    <a:pt x="215" y="0"/>
                  </a:moveTo>
                  <a:cubicBezTo>
                    <a:pt x="144" y="0"/>
                    <a:pt x="72" y="48"/>
                    <a:pt x="48" y="143"/>
                  </a:cubicBezTo>
                  <a:cubicBezTo>
                    <a:pt x="1" y="238"/>
                    <a:pt x="72" y="334"/>
                    <a:pt x="191" y="334"/>
                  </a:cubicBezTo>
                  <a:lnTo>
                    <a:pt x="3073" y="334"/>
                  </a:lnTo>
                  <a:cubicBezTo>
                    <a:pt x="3168" y="334"/>
                    <a:pt x="3240" y="262"/>
                    <a:pt x="3263" y="167"/>
                  </a:cubicBezTo>
                  <a:cubicBezTo>
                    <a:pt x="3263" y="96"/>
                    <a:pt x="3192" y="0"/>
                    <a:pt x="3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95"/>
            <p:cNvSpPr/>
            <p:nvPr/>
          </p:nvSpPr>
          <p:spPr>
            <a:xfrm>
              <a:off x="3477504" y="2608473"/>
              <a:ext cx="59197" cy="10918"/>
            </a:xfrm>
            <a:custGeom>
              <a:rect b="b" l="l" r="r" t="t"/>
              <a:pathLst>
                <a:path extrusionOk="0" h="334" w="1811">
                  <a:moveTo>
                    <a:pt x="191" y="0"/>
                  </a:moveTo>
                  <a:cubicBezTo>
                    <a:pt x="120" y="0"/>
                    <a:pt x="48" y="72"/>
                    <a:pt x="24" y="167"/>
                  </a:cubicBezTo>
                  <a:cubicBezTo>
                    <a:pt x="1" y="286"/>
                    <a:pt x="48" y="334"/>
                    <a:pt x="167" y="334"/>
                  </a:cubicBezTo>
                  <a:lnTo>
                    <a:pt x="1620" y="334"/>
                  </a:lnTo>
                  <a:cubicBezTo>
                    <a:pt x="1715" y="334"/>
                    <a:pt x="1763" y="286"/>
                    <a:pt x="1811" y="191"/>
                  </a:cubicBezTo>
                  <a:cubicBezTo>
                    <a:pt x="1811" y="96"/>
                    <a:pt x="1739" y="0"/>
                    <a:pt x="1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95"/>
            <p:cNvSpPr/>
            <p:nvPr/>
          </p:nvSpPr>
          <p:spPr>
            <a:xfrm>
              <a:off x="3477504" y="2635702"/>
              <a:ext cx="105907" cy="10950"/>
            </a:xfrm>
            <a:custGeom>
              <a:rect b="b" l="l" r="r" t="t"/>
              <a:pathLst>
                <a:path extrusionOk="0" h="335" w="3240">
                  <a:moveTo>
                    <a:pt x="191" y="1"/>
                  </a:moveTo>
                  <a:cubicBezTo>
                    <a:pt x="120" y="1"/>
                    <a:pt x="48" y="72"/>
                    <a:pt x="24" y="167"/>
                  </a:cubicBezTo>
                  <a:cubicBezTo>
                    <a:pt x="1" y="263"/>
                    <a:pt x="48" y="334"/>
                    <a:pt x="167" y="334"/>
                  </a:cubicBezTo>
                  <a:lnTo>
                    <a:pt x="3049" y="334"/>
                  </a:lnTo>
                  <a:cubicBezTo>
                    <a:pt x="3144" y="334"/>
                    <a:pt x="3216" y="287"/>
                    <a:pt x="3239" y="191"/>
                  </a:cubicBezTo>
                  <a:cubicBezTo>
                    <a:pt x="3239" y="96"/>
                    <a:pt x="3168"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95"/>
            <p:cNvSpPr/>
            <p:nvPr/>
          </p:nvSpPr>
          <p:spPr>
            <a:xfrm>
              <a:off x="3477504" y="2658289"/>
              <a:ext cx="59197" cy="10918"/>
            </a:xfrm>
            <a:custGeom>
              <a:rect b="b" l="l" r="r" t="t"/>
              <a:pathLst>
                <a:path extrusionOk="0" h="334" w="1811">
                  <a:moveTo>
                    <a:pt x="191" y="0"/>
                  </a:moveTo>
                  <a:cubicBezTo>
                    <a:pt x="120" y="0"/>
                    <a:pt x="48" y="48"/>
                    <a:pt x="24" y="143"/>
                  </a:cubicBezTo>
                  <a:cubicBezTo>
                    <a:pt x="1" y="239"/>
                    <a:pt x="48" y="334"/>
                    <a:pt x="167" y="334"/>
                  </a:cubicBezTo>
                  <a:lnTo>
                    <a:pt x="1620" y="334"/>
                  </a:lnTo>
                  <a:cubicBezTo>
                    <a:pt x="1715" y="334"/>
                    <a:pt x="1763" y="262"/>
                    <a:pt x="1811" y="167"/>
                  </a:cubicBezTo>
                  <a:cubicBezTo>
                    <a:pt x="1811" y="96"/>
                    <a:pt x="1739" y="0"/>
                    <a:pt x="1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5" name="Google Shape;19895;p95"/>
          <p:cNvGrpSpPr/>
          <p:nvPr/>
        </p:nvGrpSpPr>
        <p:grpSpPr>
          <a:xfrm>
            <a:off x="2539477" y="2319190"/>
            <a:ext cx="367440" cy="365871"/>
            <a:chOff x="2488903" y="2466806"/>
            <a:chExt cx="367440" cy="365871"/>
          </a:xfrm>
        </p:grpSpPr>
        <p:sp>
          <p:nvSpPr>
            <p:cNvPr id="19896" name="Google Shape;19896;p95"/>
            <p:cNvSpPr/>
            <p:nvPr/>
          </p:nvSpPr>
          <p:spPr>
            <a:xfrm>
              <a:off x="2529370" y="2765700"/>
              <a:ext cx="286506" cy="59982"/>
            </a:xfrm>
            <a:custGeom>
              <a:rect b="b" l="l" r="r" t="t"/>
              <a:pathLst>
                <a:path extrusionOk="0" h="1835" w="8765">
                  <a:moveTo>
                    <a:pt x="382" y="1"/>
                  </a:moveTo>
                  <a:cubicBezTo>
                    <a:pt x="191" y="1"/>
                    <a:pt x="1" y="167"/>
                    <a:pt x="1" y="382"/>
                  </a:cubicBezTo>
                  <a:lnTo>
                    <a:pt x="1" y="1620"/>
                  </a:lnTo>
                  <a:cubicBezTo>
                    <a:pt x="1" y="1739"/>
                    <a:pt x="96" y="1834"/>
                    <a:pt x="215" y="1834"/>
                  </a:cubicBezTo>
                  <a:lnTo>
                    <a:pt x="8550" y="1834"/>
                  </a:lnTo>
                  <a:cubicBezTo>
                    <a:pt x="8669" y="1834"/>
                    <a:pt x="8764" y="1739"/>
                    <a:pt x="8764" y="1620"/>
                  </a:cubicBezTo>
                  <a:lnTo>
                    <a:pt x="8764" y="382"/>
                  </a:lnTo>
                  <a:cubicBezTo>
                    <a:pt x="8764" y="167"/>
                    <a:pt x="8574" y="1"/>
                    <a:pt x="835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95"/>
            <p:cNvSpPr/>
            <p:nvPr/>
          </p:nvSpPr>
          <p:spPr>
            <a:xfrm>
              <a:off x="2494329" y="2673848"/>
              <a:ext cx="357340" cy="25725"/>
            </a:xfrm>
            <a:custGeom>
              <a:rect b="b" l="l" r="r" t="t"/>
              <a:pathLst>
                <a:path extrusionOk="0" h="787" w="10932">
                  <a:moveTo>
                    <a:pt x="144" y="1"/>
                  </a:moveTo>
                  <a:cubicBezTo>
                    <a:pt x="49" y="1"/>
                    <a:pt x="1" y="48"/>
                    <a:pt x="1" y="144"/>
                  </a:cubicBezTo>
                  <a:lnTo>
                    <a:pt x="1" y="453"/>
                  </a:lnTo>
                  <a:cubicBezTo>
                    <a:pt x="1" y="620"/>
                    <a:pt x="144" y="787"/>
                    <a:pt x="334" y="787"/>
                  </a:cubicBezTo>
                  <a:lnTo>
                    <a:pt x="10598" y="787"/>
                  </a:lnTo>
                  <a:cubicBezTo>
                    <a:pt x="10789" y="787"/>
                    <a:pt x="10932" y="620"/>
                    <a:pt x="10932" y="453"/>
                  </a:cubicBezTo>
                  <a:lnTo>
                    <a:pt x="10932" y="144"/>
                  </a:lnTo>
                  <a:cubicBezTo>
                    <a:pt x="10932" y="48"/>
                    <a:pt x="10860" y="1"/>
                    <a:pt x="10789"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95"/>
            <p:cNvSpPr/>
            <p:nvPr/>
          </p:nvSpPr>
          <p:spPr>
            <a:xfrm>
              <a:off x="2514595" y="2471447"/>
              <a:ext cx="313735" cy="203218"/>
            </a:xfrm>
            <a:custGeom>
              <a:rect b="b" l="l" r="r" t="t"/>
              <a:pathLst>
                <a:path extrusionOk="0" h="6217" w="9598">
                  <a:moveTo>
                    <a:pt x="429" y="1"/>
                  </a:moveTo>
                  <a:cubicBezTo>
                    <a:pt x="214" y="1"/>
                    <a:pt x="0" y="191"/>
                    <a:pt x="0" y="430"/>
                  </a:cubicBezTo>
                  <a:lnTo>
                    <a:pt x="0" y="6217"/>
                  </a:lnTo>
                  <a:lnTo>
                    <a:pt x="9574" y="6217"/>
                  </a:lnTo>
                  <a:lnTo>
                    <a:pt x="9574" y="430"/>
                  </a:lnTo>
                  <a:cubicBezTo>
                    <a:pt x="9597" y="191"/>
                    <a:pt x="9407" y="1"/>
                    <a:pt x="9169"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95"/>
            <p:cNvSpPr/>
            <p:nvPr/>
          </p:nvSpPr>
          <p:spPr>
            <a:xfrm>
              <a:off x="2538719" y="2495603"/>
              <a:ext cx="266240" cy="179062"/>
            </a:xfrm>
            <a:custGeom>
              <a:rect b="b" l="l" r="r" t="t"/>
              <a:pathLst>
                <a:path extrusionOk="0" h="5478" w="8145">
                  <a:moveTo>
                    <a:pt x="191" y="0"/>
                  </a:moveTo>
                  <a:cubicBezTo>
                    <a:pt x="96" y="0"/>
                    <a:pt x="0" y="95"/>
                    <a:pt x="0" y="191"/>
                  </a:cubicBezTo>
                  <a:lnTo>
                    <a:pt x="0" y="5478"/>
                  </a:lnTo>
                  <a:lnTo>
                    <a:pt x="8145" y="5478"/>
                  </a:lnTo>
                  <a:lnTo>
                    <a:pt x="8145" y="191"/>
                  </a:lnTo>
                  <a:cubicBezTo>
                    <a:pt x="8145" y="95"/>
                    <a:pt x="8050" y="0"/>
                    <a:pt x="7954"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95"/>
            <p:cNvSpPr/>
            <p:nvPr/>
          </p:nvSpPr>
          <p:spPr>
            <a:xfrm>
              <a:off x="2777697" y="2494819"/>
              <a:ext cx="27261" cy="179062"/>
            </a:xfrm>
            <a:custGeom>
              <a:rect b="b" l="l" r="r" t="t"/>
              <a:pathLst>
                <a:path extrusionOk="0" h="5478" w="834">
                  <a:moveTo>
                    <a:pt x="0" y="0"/>
                  </a:moveTo>
                  <a:cubicBezTo>
                    <a:pt x="96" y="0"/>
                    <a:pt x="167" y="96"/>
                    <a:pt x="167" y="191"/>
                  </a:cubicBezTo>
                  <a:lnTo>
                    <a:pt x="167" y="5478"/>
                  </a:lnTo>
                  <a:lnTo>
                    <a:pt x="834" y="5478"/>
                  </a:lnTo>
                  <a:lnTo>
                    <a:pt x="834" y="191"/>
                  </a:lnTo>
                  <a:cubicBezTo>
                    <a:pt x="834" y="96"/>
                    <a:pt x="739" y="0"/>
                    <a:pt x="64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95"/>
            <p:cNvSpPr/>
            <p:nvPr/>
          </p:nvSpPr>
          <p:spPr>
            <a:xfrm>
              <a:off x="2819733" y="2673848"/>
              <a:ext cx="31936" cy="25725"/>
            </a:xfrm>
            <a:custGeom>
              <a:rect b="b" l="l" r="r" t="t"/>
              <a:pathLst>
                <a:path extrusionOk="0" h="787" w="977">
                  <a:moveTo>
                    <a:pt x="167" y="1"/>
                  </a:moveTo>
                  <a:cubicBezTo>
                    <a:pt x="262" y="1"/>
                    <a:pt x="310" y="48"/>
                    <a:pt x="310" y="144"/>
                  </a:cubicBezTo>
                  <a:lnTo>
                    <a:pt x="310" y="453"/>
                  </a:lnTo>
                  <a:cubicBezTo>
                    <a:pt x="310" y="620"/>
                    <a:pt x="167" y="787"/>
                    <a:pt x="0" y="787"/>
                  </a:cubicBezTo>
                  <a:lnTo>
                    <a:pt x="643" y="787"/>
                  </a:lnTo>
                  <a:cubicBezTo>
                    <a:pt x="834" y="787"/>
                    <a:pt x="977" y="620"/>
                    <a:pt x="977" y="453"/>
                  </a:cubicBezTo>
                  <a:lnTo>
                    <a:pt x="977" y="144"/>
                  </a:lnTo>
                  <a:cubicBezTo>
                    <a:pt x="977" y="48"/>
                    <a:pt x="905" y="1"/>
                    <a:pt x="834"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95"/>
            <p:cNvSpPr/>
            <p:nvPr/>
          </p:nvSpPr>
          <p:spPr>
            <a:xfrm>
              <a:off x="2793256" y="2471447"/>
              <a:ext cx="35074" cy="202434"/>
            </a:xfrm>
            <a:custGeom>
              <a:rect b="b" l="l" r="r" t="t"/>
              <a:pathLst>
                <a:path extrusionOk="0" h="6193" w="1073">
                  <a:moveTo>
                    <a:pt x="1" y="1"/>
                  </a:moveTo>
                  <a:cubicBezTo>
                    <a:pt x="215" y="1"/>
                    <a:pt x="406" y="191"/>
                    <a:pt x="406" y="382"/>
                  </a:cubicBezTo>
                  <a:lnTo>
                    <a:pt x="406" y="6193"/>
                  </a:lnTo>
                  <a:lnTo>
                    <a:pt x="1072" y="6193"/>
                  </a:lnTo>
                  <a:lnTo>
                    <a:pt x="1072" y="430"/>
                  </a:lnTo>
                  <a:cubicBezTo>
                    <a:pt x="1072" y="215"/>
                    <a:pt x="882" y="1"/>
                    <a:pt x="644"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95"/>
            <p:cNvSpPr/>
            <p:nvPr/>
          </p:nvSpPr>
          <p:spPr>
            <a:xfrm>
              <a:off x="2640704" y="2674633"/>
              <a:ext cx="63087" cy="24941"/>
            </a:xfrm>
            <a:custGeom>
              <a:rect b="b" l="l" r="r" t="t"/>
              <a:pathLst>
                <a:path extrusionOk="0" h="763" w="1930">
                  <a:moveTo>
                    <a:pt x="0" y="1"/>
                  </a:moveTo>
                  <a:lnTo>
                    <a:pt x="0" y="763"/>
                  </a:lnTo>
                  <a:lnTo>
                    <a:pt x="1929" y="763"/>
                  </a:lnTo>
                  <a:lnTo>
                    <a:pt x="1929"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95"/>
            <p:cNvSpPr/>
            <p:nvPr/>
          </p:nvSpPr>
          <p:spPr>
            <a:xfrm>
              <a:off x="2681955" y="2674633"/>
              <a:ext cx="21835" cy="24941"/>
            </a:xfrm>
            <a:custGeom>
              <a:rect b="b" l="l" r="r" t="t"/>
              <a:pathLst>
                <a:path extrusionOk="0" h="763" w="668">
                  <a:moveTo>
                    <a:pt x="0" y="1"/>
                  </a:moveTo>
                  <a:lnTo>
                    <a:pt x="0" y="763"/>
                  </a:lnTo>
                  <a:lnTo>
                    <a:pt x="667" y="763"/>
                  </a:lnTo>
                  <a:lnTo>
                    <a:pt x="667"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95"/>
            <p:cNvSpPr/>
            <p:nvPr/>
          </p:nvSpPr>
          <p:spPr>
            <a:xfrm>
              <a:off x="2611121" y="2621712"/>
              <a:ext cx="120682" cy="52954"/>
            </a:xfrm>
            <a:custGeom>
              <a:rect b="b" l="l" r="r" t="t"/>
              <a:pathLst>
                <a:path extrusionOk="0" h="1620" w="3692">
                  <a:moveTo>
                    <a:pt x="1381" y="0"/>
                  </a:moveTo>
                  <a:lnTo>
                    <a:pt x="1381" y="595"/>
                  </a:lnTo>
                  <a:cubicBezTo>
                    <a:pt x="1381" y="643"/>
                    <a:pt x="1334" y="667"/>
                    <a:pt x="1286" y="715"/>
                  </a:cubicBezTo>
                  <a:lnTo>
                    <a:pt x="381" y="1072"/>
                  </a:lnTo>
                  <a:cubicBezTo>
                    <a:pt x="262" y="1119"/>
                    <a:pt x="143" y="1215"/>
                    <a:pt x="119" y="1334"/>
                  </a:cubicBezTo>
                  <a:cubicBezTo>
                    <a:pt x="95" y="1429"/>
                    <a:pt x="24" y="1548"/>
                    <a:pt x="0" y="1620"/>
                  </a:cubicBezTo>
                  <a:lnTo>
                    <a:pt x="3691" y="1620"/>
                  </a:lnTo>
                  <a:cubicBezTo>
                    <a:pt x="3668" y="1548"/>
                    <a:pt x="3644" y="1429"/>
                    <a:pt x="3572" y="1334"/>
                  </a:cubicBezTo>
                  <a:cubicBezTo>
                    <a:pt x="3525" y="1215"/>
                    <a:pt x="3429" y="1119"/>
                    <a:pt x="3310" y="1072"/>
                  </a:cubicBezTo>
                  <a:lnTo>
                    <a:pt x="2405" y="715"/>
                  </a:lnTo>
                  <a:cubicBezTo>
                    <a:pt x="2358" y="667"/>
                    <a:pt x="2334" y="643"/>
                    <a:pt x="2334" y="595"/>
                  </a:cubicBezTo>
                  <a:lnTo>
                    <a:pt x="2334"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95"/>
            <p:cNvSpPr/>
            <p:nvPr/>
          </p:nvSpPr>
          <p:spPr>
            <a:xfrm>
              <a:off x="2625896" y="2518158"/>
              <a:ext cx="94990" cy="95023"/>
            </a:xfrm>
            <a:custGeom>
              <a:rect b="b" l="l" r="r" t="t"/>
              <a:pathLst>
                <a:path extrusionOk="0" h="2907" w="2906">
                  <a:moveTo>
                    <a:pt x="1453" y="1"/>
                  </a:moveTo>
                  <a:cubicBezTo>
                    <a:pt x="644" y="1"/>
                    <a:pt x="1" y="644"/>
                    <a:pt x="1" y="1453"/>
                  </a:cubicBezTo>
                  <a:cubicBezTo>
                    <a:pt x="1" y="2263"/>
                    <a:pt x="644" y="2906"/>
                    <a:pt x="1453" y="2906"/>
                  </a:cubicBezTo>
                  <a:cubicBezTo>
                    <a:pt x="2263" y="2906"/>
                    <a:pt x="2906" y="2263"/>
                    <a:pt x="2906" y="1453"/>
                  </a:cubicBezTo>
                  <a:cubicBezTo>
                    <a:pt x="2906" y="644"/>
                    <a:pt x="2263" y="1"/>
                    <a:pt x="1453"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95"/>
            <p:cNvSpPr/>
            <p:nvPr/>
          </p:nvSpPr>
          <p:spPr>
            <a:xfrm>
              <a:off x="2625112" y="2548197"/>
              <a:ext cx="95023" cy="87537"/>
            </a:xfrm>
            <a:custGeom>
              <a:rect b="b" l="l" r="r" t="t"/>
              <a:pathLst>
                <a:path extrusionOk="0" h="2678" w="2907">
                  <a:moveTo>
                    <a:pt x="806" y="1"/>
                  </a:moveTo>
                  <a:cubicBezTo>
                    <a:pt x="791" y="1"/>
                    <a:pt x="777" y="4"/>
                    <a:pt x="763" y="11"/>
                  </a:cubicBezTo>
                  <a:cubicBezTo>
                    <a:pt x="715" y="34"/>
                    <a:pt x="668" y="106"/>
                    <a:pt x="644" y="130"/>
                  </a:cubicBezTo>
                  <a:cubicBezTo>
                    <a:pt x="501" y="463"/>
                    <a:pt x="1" y="1916"/>
                    <a:pt x="977" y="2535"/>
                  </a:cubicBezTo>
                  <a:cubicBezTo>
                    <a:pt x="1120" y="2630"/>
                    <a:pt x="1281" y="2678"/>
                    <a:pt x="1445" y="2678"/>
                  </a:cubicBezTo>
                  <a:cubicBezTo>
                    <a:pt x="1608" y="2678"/>
                    <a:pt x="1775" y="2630"/>
                    <a:pt x="1930" y="2535"/>
                  </a:cubicBezTo>
                  <a:cubicBezTo>
                    <a:pt x="2906" y="1916"/>
                    <a:pt x="2406" y="463"/>
                    <a:pt x="2263" y="130"/>
                  </a:cubicBezTo>
                  <a:cubicBezTo>
                    <a:pt x="2263" y="106"/>
                    <a:pt x="2216" y="58"/>
                    <a:pt x="2168" y="34"/>
                  </a:cubicBezTo>
                  <a:cubicBezTo>
                    <a:pt x="2150" y="23"/>
                    <a:pt x="2131" y="17"/>
                    <a:pt x="2112" y="17"/>
                  </a:cubicBezTo>
                  <a:cubicBezTo>
                    <a:pt x="1973" y="17"/>
                    <a:pt x="1793" y="276"/>
                    <a:pt x="1668" y="296"/>
                  </a:cubicBezTo>
                  <a:cubicBezTo>
                    <a:pt x="1572" y="310"/>
                    <a:pt x="1523" y="324"/>
                    <a:pt x="1458" y="324"/>
                  </a:cubicBezTo>
                  <a:cubicBezTo>
                    <a:pt x="1410" y="324"/>
                    <a:pt x="1354" y="316"/>
                    <a:pt x="1263" y="296"/>
                  </a:cubicBezTo>
                  <a:cubicBezTo>
                    <a:pt x="1134" y="275"/>
                    <a:pt x="946" y="1"/>
                    <a:pt x="806"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95"/>
            <p:cNvSpPr/>
            <p:nvPr/>
          </p:nvSpPr>
          <p:spPr>
            <a:xfrm>
              <a:off x="2661722" y="2548720"/>
              <a:ext cx="59164" cy="87897"/>
            </a:xfrm>
            <a:custGeom>
              <a:rect b="b" l="l" r="r" t="t"/>
              <a:pathLst>
                <a:path extrusionOk="0" h="2689" w="1810">
                  <a:moveTo>
                    <a:pt x="989" y="0"/>
                  </a:moveTo>
                  <a:cubicBezTo>
                    <a:pt x="855" y="0"/>
                    <a:pt x="692" y="239"/>
                    <a:pt x="548" y="280"/>
                  </a:cubicBezTo>
                  <a:cubicBezTo>
                    <a:pt x="714" y="757"/>
                    <a:pt x="1048" y="1995"/>
                    <a:pt x="143" y="2543"/>
                  </a:cubicBezTo>
                  <a:cubicBezTo>
                    <a:pt x="95" y="2590"/>
                    <a:pt x="72" y="2614"/>
                    <a:pt x="0" y="2614"/>
                  </a:cubicBezTo>
                  <a:cubicBezTo>
                    <a:pt x="109" y="2664"/>
                    <a:pt x="227" y="2689"/>
                    <a:pt x="344" y="2689"/>
                  </a:cubicBezTo>
                  <a:cubicBezTo>
                    <a:pt x="508" y="2689"/>
                    <a:pt x="671" y="2640"/>
                    <a:pt x="810" y="2543"/>
                  </a:cubicBezTo>
                  <a:cubicBezTo>
                    <a:pt x="1810" y="1924"/>
                    <a:pt x="1286" y="471"/>
                    <a:pt x="1167" y="137"/>
                  </a:cubicBezTo>
                  <a:cubicBezTo>
                    <a:pt x="1119" y="90"/>
                    <a:pt x="1096" y="42"/>
                    <a:pt x="1048" y="18"/>
                  </a:cubicBezTo>
                  <a:cubicBezTo>
                    <a:pt x="1029" y="6"/>
                    <a:pt x="1009" y="0"/>
                    <a:pt x="989"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95"/>
            <p:cNvSpPr/>
            <p:nvPr/>
          </p:nvSpPr>
          <p:spPr>
            <a:xfrm>
              <a:off x="2555847" y="2741577"/>
              <a:ext cx="116792" cy="84105"/>
            </a:xfrm>
            <a:custGeom>
              <a:rect b="b" l="l" r="r" t="t"/>
              <a:pathLst>
                <a:path extrusionOk="0" h="2573" w="3573">
                  <a:moveTo>
                    <a:pt x="453" y="1"/>
                  </a:moveTo>
                  <a:cubicBezTo>
                    <a:pt x="215" y="1"/>
                    <a:pt x="0" y="215"/>
                    <a:pt x="0" y="453"/>
                  </a:cubicBezTo>
                  <a:lnTo>
                    <a:pt x="0" y="2572"/>
                  </a:lnTo>
                  <a:lnTo>
                    <a:pt x="3572" y="2572"/>
                  </a:lnTo>
                  <a:lnTo>
                    <a:pt x="3572" y="453"/>
                  </a:lnTo>
                  <a:cubicBezTo>
                    <a:pt x="3572" y="215"/>
                    <a:pt x="3358" y="1"/>
                    <a:pt x="312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95"/>
            <p:cNvSpPr/>
            <p:nvPr/>
          </p:nvSpPr>
          <p:spPr>
            <a:xfrm>
              <a:off x="2672607" y="2741577"/>
              <a:ext cx="116792" cy="84105"/>
            </a:xfrm>
            <a:custGeom>
              <a:rect b="b" l="l" r="r" t="t"/>
              <a:pathLst>
                <a:path extrusionOk="0" h="2573" w="3573">
                  <a:moveTo>
                    <a:pt x="453" y="1"/>
                  </a:moveTo>
                  <a:cubicBezTo>
                    <a:pt x="215" y="1"/>
                    <a:pt x="0" y="215"/>
                    <a:pt x="0" y="453"/>
                  </a:cubicBezTo>
                  <a:lnTo>
                    <a:pt x="0" y="2572"/>
                  </a:lnTo>
                  <a:lnTo>
                    <a:pt x="3573" y="2572"/>
                  </a:lnTo>
                  <a:lnTo>
                    <a:pt x="3573" y="453"/>
                  </a:lnTo>
                  <a:cubicBezTo>
                    <a:pt x="3573" y="215"/>
                    <a:pt x="3358" y="1"/>
                    <a:pt x="312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95"/>
            <p:cNvSpPr/>
            <p:nvPr/>
          </p:nvSpPr>
          <p:spPr>
            <a:xfrm>
              <a:off x="2524696" y="2736902"/>
              <a:ext cx="297391" cy="95774"/>
            </a:xfrm>
            <a:custGeom>
              <a:rect b="b" l="l" r="r" t="t"/>
              <a:pathLst>
                <a:path extrusionOk="0" h="2930" w="9098">
                  <a:moveTo>
                    <a:pt x="8502" y="1048"/>
                  </a:moveTo>
                  <a:cubicBezTo>
                    <a:pt x="8622" y="1048"/>
                    <a:pt x="8717" y="1144"/>
                    <a:pt x="8717" y="1263"/>
                  </a:cubicBezTo>
                  <a:lnTo>
                    <a:pt x="8717" y="2525"/>
                  </a:lnTo>
                  <a:cubicBezTo>
                    <a:pt x="8717" y="2573"/>
                    <a:pt x="8693" y="2573"/>
                    <a:pt x="8693" y="2573"/>
                  </a:cubicBezTo>
                  <a:lnTo>
                    <a:pt x="8264" y="2573"/>
                  </a:lnTo>
                  <a:lnTo>
                    <a:pt x="8264" y="1048"/>
                  </a:lnTo>
                  <a:close/>
                  <a:moveTo>
                    <a:pt x="763" y="1072"/>
                  </a:moveTo>
                  <a:lnTo>
                    <a:pt x="763" y="2596"/>
                  </a:lnTo>
                  <a:lnTo>
                    <a:pt x="358" y="2573"/>
                  </a:lnTo>
                  <a:cubicBezTo>
                    <a:pt x="334" y="2573"/>
                    <a:pt x="334" y="2525"/>
                    <a:pt x="334" y="2525"/>
                  </a:cubicBezTo>
                  <a:lnTo>
                    <a:pt x="334" y="1287"/>
                  </a:lnTo>
                  <a:cubicBezTo>
                    <a:pt x="334" y="1168"/>
                    <a:pt x="406" y="1072"/>
                    <a:pt x="525" y="1072"/>
                  </a:cubicBezTo>
                  <a:close/>
                  <a:moveTo>
                    <a:pt x="7645" y="334"/>
                  </a:moveTo>
                  <a:cubicBezTo>
                    <a:pt x="7788" y="334"/>
                    <a:pt x="7955" y="453"/>
                    <a:pt x="7955" y="644"/>
                  </a:cubicBezTo>
                  <a:lnTo>
                    <a:pt x="7955" y="2596"/>
                  </a:lnTo>
                  <a:lnTo>
                    <a:pt x="4692" y="2596"/>
                  </a:lnTo>
                  <a:lnTo>
                    <a:pt x="4692" y="644"/>
                  </a:lnTo>
                  <a:cubicBezTo>
                    <a:pt x="4692" y="453"/>
                    <a:pt x="4811" y="334"/>
                    <a:pt x="4978" y="334"/>
                  </a:cubicBezTo>
                  <a:close/>
                  <a:moveTo>
                    <a:pt x="1382" y="1"/>
                  </a:moveTo>
                  <a:cubicBezTo>
                    <a:pt x="1072" y="1"/>
                    <a:pt x="763" y="263"/>
                    <a:pt x="763" y="644"/>
                  </a:cubicBezTo>
                  <a:lnTo>
                    <a:pt x="763" y="739"/>
                  </a:lnTo>
                  <a:lnTo>
                    <a:pt x="525" y="739"/>
                  </a:lnTo>
                  <a:cubicBezTo>
                    <a:pt x="239" y="739"/>
                    <a:pt x="1" y="1001"/>
                    <a:pt x="1" y="1287"/>
                  </a:cubicBezTo>
                  <a:lnTo>
                    <a:pt x="1" y="2739"/>
                  </a:lnTo>
                  <a:cubicBezTo>
                    <a:pt x="1" y="2835"/>
                    <a:pt x="72" y="2930"/>
                    <a:pt x="167" y="2930"/>
                  </a:cubicBezTo>
                  <a:lnTo>
                    <a:pt x="2382" y="2930"/>
                  </a:lnTo>
                  <a:cubicBezTo>
                    <a:pt x="2406" y="2930"/>
                    <a:pt x="2406" y="2930"/>
                    <a:pt x="2430" y="2882"/>
                  </a:cubicBezTo>
                  <a:cubicBezTo>
                    <a:pt x="2549" y="2739"/>
                    <a:pt x="2454" y="2596"/>
                    <a:pt x="2311" y="2596"/>
                  </a:cubicBezTo>
                  <a:lnTo>
                    <a:pt x="1120" y="2596"/>
                  </a:lnTo>
                  <a:lnTo>
                    <a:pt x="1120" y="644"/>
                  </a:lnTo>
                  <a:cubicBezTo>
                    <a:pt x="1120" y="477"/>
                    <a:pt x="1239" y="334"/>
                    <a:pt x="1430" y="334"/>
                  </a:cubicBezTo>
                  <a:lnTo>
                    <a:pt x="4097" y="334"/>
                  </a:lnTo>
                  <a:cubicBezTo>
                    <a:pt x="4240" y="334"/>
                    <a:pt x="4406" y="453"/>
                    <a:pt x="4406" y="644"/>
                  </a:cubicBezTo>
                  <a:lnTo>
                    <a:pt x="4406" y="2596"/>
                  </a:lnTo>
                  <a:lnTo>
                    <a:pt x="3001" y="2596"/>
                  </a:lnTo>
                  <a:cubicBezTo>
                    <a:pt x="2906" y="2596"/>
                    <a:pt x="2858" y="2668"/>
                    <a:pt x="2811" y="2739"/>
                  </a:cubicBezTo>
                  <a:cubicBezTo>
                    <a:pt x="2811" y="2835"/>
                    <a:pt x="2882" y="2930"/>
                    <a:pt x="3001" y="2930"/>
                  </a:cubicBezTo>
                  <a:lnTo>
                    <a:pt x="8741" y="2930"/>
                  </a:lnTo>
                  <a:cubicBezTo>
                    <a:pt x="8955" y="2930"/>
                    <a:pt x="9098" y="2739"/>
                    <a:pt x="9098" y="2573"/>
                  </a:cubicBezTo>
                  <a:lnTo>
                    <a:pt x="9098" y="1287"/>
                  </a:lnTo>
                  <a:cubicBezTo>
                    <a:pt x="9074" y="953"/>
                    <a:pt x="8812" y="715"/>
                    <a:pt x="8502" y="715"/>
                  </a:cubicBezTo>
                  <a:lnTo>
                    <a:pt x="8264" y="715"/>
                  </a:lnTo>
                  <a:lnTo>
                    <a:pt x="8264" y="644"/>
                  </a:lnTo>
                  <a:cubicBezTo>
                    <a:pt x="8264" y="310"/>
                    <a:pt x="8002" y="1"/>
                    <a:pt x="7645" y="1"/>
                  </a:cubicBezTo>
                  <a:lnTo>
                    <a:pt x="4930" y="1"/>
                  </a:lnTo>
                  <a:cubicBezTo>
                    <a:pt x="4764" y="1"/>
                    <a:pt x="4597" y="96"/>
                    <a:pt x="4478" y="215"/>
                  </a:cubicBezTo>
                  <a:cubicBezTo>
                    <a:pt x="4359" y="96"/>
                    <a:pt x="4216" y="1"/>
                    <a:pt x="4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95"/>
            <p:cNvSpPr/>
            <p:nvPr/>
          </p:nvSpPr>
          <p:spPr>
            <a:xfrm>
              <a:off x="2488903" y="2466806"/>
              <a:ext cx="367440" cy="237573"/>
            </a:xfrm>
            <a:custGeom>
              <a:rect b="b" l="l" r="r" t="t"/>
              <a:pathLst>
                <a:path extrusionOk="0" h="7268" w="11241">
                  <a:moveTo>
                    <a:pt x="5669" y="1757"/>
                  </a:moveTo>
                  <a:cubicBezTo>
                    <a:pt x="6356" y="1757"/>
                    <a:pt x="6930" y="2327"/>
                    <a:pt x="6930" y="3024"/>
                  </a:cubicBezTo>
                  <a:cubicBezTo>
                    <a:pt x="6930" y="3191"/>
                    <a:pt x="6883" y="3334"/>
                    <a:pt x="6835" y="3477"/>
                  </a:cubicBezTo>
                  <a:cubicBezTo>
                    <a:pt x="6787" y="3096"/>
                    <a:pt x="6644" y="2739"/>
                    <a:pt x="6597" y="2596"/>
                  </a:cubicBezTo>
                  <a:cubicBezTo>
                    <a:pt x="6573" y="2501"/>
                    <a:pt x="6502" y="2405"/>
                    <a:pt x="6406" y="2382"/>
                  </a:cubicBezTo>
                  <a:cubicBezTo>
                    <a:pt x="6387" y="2372"/>
                    <a:pt x="6352" y="2351"/>
                    <a:pt x="6294" y="2351"/>
                  </a:cubicBezTo>
                  <a:cubicBezTo>
                    <a:pt x="6208" y="2351"/>
                    <a:pt x="6072" y="2397"/>
                    <a:pt x="5859" y="2596"/>
                  </a:cubicBezTo>
                  <a:cubicBezTo>
                    <a:pt x="5787" y="2643"/>
                    <a:pt x="5740" y="2667"/>
                    <a:pt x="5644" y="2667"/>
                  </a:cubicBezTo>
                  <a:cubicBezTo>
                    <a:pt x="5597" y="2667"/>
                    <a:pt x="5501" y="2643"/>
                    <a:pt x="5430" y="2596"/>
                  </a:cubicBezTo>
                  <a:cubicBezTo>
                    <a:pt x="5372" y="2519"/>
                    <a:pt x="5175" y="2349"/>
                    <a:pt x="5001" y="2349"/>
                  </a:cubicBezTo>
                  <a:cubicBezTo>
                    <a:pt x="4959" y="2349"/>
                    <a:pt x="4919" y="2359"/>
                    <a:pt x="4882" y="2382"/>
                  </a:cubicBezTo>
                  <a:cubicBezTo>
                    <a:pt x="4763" y="2405"/>
                    <a:pt x="4692" y="2501"/>
                    <a:pt x="4668" y="2596"/>
                  </a:cubicBezTo>
                  <a:cubicBezTo>
                    <a:pt x="4596" y="2739"/>
                    <a:pt x="4477" y="3072"/>
                    <a:pt x="4430" y="3453"/>
                  </a:cubicBezTo>
                  <a:cubicBezTo>
                    <a:pt x="4358" y="3334"/>
                    <a:pt x="4358" y="3191"/>
                    <a:pt x="4358" y="3024"/>
                  </a:cubicBezTo>
                  <a:cubicBezTo>
                    <a:pt x="4358" y="2358"/>
                    <a:pt x="4858" y="1786"/>
                    <a:pt x="5549" y="1762"/>
                  </a:cubicBezTo>
                  <a:cubicBezTo>
                    <a:pt x="5589" y="1758"/>
                    <a:pt x="5630" y="1757"/>
                    <a:pt x="5669" y="1757"/>
                  </a:cubicBezTo>
                  <a:close/>
                  <a:moveTo>
                    <a:pt x="6240" y="2667"/>
                  </a:moveTo>
                  <a:lnTo>
                    <a:pt x="6263" y="2715"/>
                  </a:lnTo>
                  <a:cubicBezTo>
                    <a:pt x="6335" y="2858"/>
                    <a:pt x="6478" y="3310"/>
                    <a:pt x="6502" y="3739"/>
                  </a:cubicBezTo>
                  <a:cubicBezTo>
                    <a:pt x="6549" y="4287"/>
                    <a:pt x="6359" y="4668"/>
                    <a:pt x="6001" y="4906"/>
                  </a:cubicBezTo>
                  <a:cubicBezTo>
                    <a:pt x="5882" y="4977"/>
                    <a:pt x="5751" y="5013"/>
                    <a:pt x="5620" y="5013"/>
                  </a:cubicBezTo>
                  <a:cubicBezTo>
                    <a:pt x="5489" y="5013"/>
                    <a:pt x="5359" y="4977"/>
                    <a:pt x="5239" y="4906"/>
                  </a:cubicBezTo>
                  <a:cubicBezTo>
                    <a:pt x="4882" y="4668"/>
                    <a:pt x="4692" y="4287"/>
                    <a:pt x="4716" y="3739"/>
                  </a:cubicBezTo>
                  <a:cubicBezTo>
                    <a:pt x="4763" y="3310"/>
                    <a:pt x="4906" y="2882"/>
                    <a:pt x="4954" y="2715"/>
                  </a:cubicBezTo>
                  <a:cubicBezTo>
                    <a:pt x="4954" y="2715"/>
                    <a:pt x="4954" y="2667"/>
                    <a:pt x="5001" y="2667"/>
                  </a:cubicBezTo>
                  <a:cubicBezTo>
                    <a:pt x="5025" y="2667"/>
                    <a:pt x="5073" y="2739"/>
                    <a:pt x="5192" y="2810"/>
                  </a:cubicBezTo>
                  <a:cubicBezTo>
                    <a:pt x="5311" y="2905"/>
                    <a:pt x="5478" y="2977"/>
                    <a:pt x="5620" y="2977"/>
                  </a:cubicBezTo>
                  <a:cubicBezTo>
                    <a:pt x="5763" y="2977"/>
                    <a:pt x="5906" y="2905"/>
                    <a:pt x="6025" y="2810"/>
                  </a:cubicBezTo>
                  <a:cubicBezTo>
                    <a:pt x="6144" y="2715"/>
                    <a:pt x="6216" y="2667"/>
                    <a:pt x="6240" y="2667"/>
                  </a:cubicBezTo>
                  <a:close/>
                  <a:moveTo>
                    <a:pt x="9526" y="976"/>
                  </a:moveTo>
                  <a:cubicBezTo>
                    <a:pt x="9526" y="976"/>
                    <a:pt x="9550" y="976"/>
                    <a:pt x="9550" y="1000"/>
                  </a:cubicBezTo>
                  <a:lnTo>
                    <a:pt x="9550" y="6168"/>
                  </a:lnTo>
                  <a:lnTo>
                    <a:pt x="7573" y="6192"/>
                  </a:lnTo>
                  <a:cubicBezTo>
                    <a:pt x="7549" y="6120"/>
                    <a:pt x="7526" y="6073"/>
                    <a:pt x="7526" y="6001"/>
                  </a:cubicBezTo>
                  <a:cubicBezTo>
                    <a:pt x="7454" y="5858"/>
                    <a:pt x="7311" y="5716"/>
                    <a:pt x="7168" y="5644"/>
                  </a:cubicBezTo>
                  <a:lnTo>
                    <a:pt x="6311" y="5311"/>
                  </a:lnTo>
                  <a:lnTo>
                    <a:pt x="6311" y="5192"/>
                  </a:lnTo>
                  <a:lnTo>
                    <a:pt x="6311" y="5168"/>
                  </a:lnTo>
                  <a:cubicBezTo>
                    <a:pt x="6621" y="4930"/>
                    <a:pt x="6835" y="4572"/>
                    <a:pt x="6906" y="4096"/>
                  </a:cubicBezTo>
                  <a:lnTo>
                    <a:pt x="6930" y="4072"/>
                  </a:lnTo>
                  <a:cubicBezTo>
                    <a:pt x="7168" y="3763"/>
                    <a:pt x="7287" y="3406"/>
                    <a:pt x="7287" y="3048"/>
                  </a:cubicBezTo>
                  <a:cubicBezTo>
                    <a:pt x="7287" y="2167"/>
                    <a:pt x="6573" y="1453"/>
                    <a:pt x="5668" y="1453"/>
                  </a:cubicBezTo>
                  <a:cubicBezTo>
                    <a:pt x="4787" y="1453"/>
                    <a:pt x="4073" y="2167"/>
                    <a:pt x="4073" y="3048"/>
                  </a:cubicBezTo>
                  <a:cubicBezTo>
                    <a:pt x="4073" y="3406"/>
                    <a:pt x="4192" y="3763"/>
                    <a:pt x="4430" y="4072"/>
                  </a:cubicBezTo>
                  <a:lnTo>
                    <a:pt x="4454" y="4096"/>
                  </a:lnTo>
                  <a:cubicBezTo>
                    <a:pt x="4525" y="4549"/>
                    <a:pt x="4692" y="4906"/>
                    <a:pt x="5025" y="5144"/>
                  </a:cubicBezTo>
                  <a:lnTo>
                    <a:pt x="5025" y="5287"/>
                  </a:lnTo>
                  <a:lnTo>
                    <a:pt x="4096" y="5620"/>
                  </a:lnTo>
                  <a:cubicBezTo>
                    <a:pt x="3906" y="5692"/>
                    <a:pt x="3811" y="5835"/>
                    <a:pt x="3739" y="5977"/>
                  </a:cubicBezTo>
                  <a:cubicBezTo>
                    <a:pt x="3715" y="6025"/>
                    <a:pt x="3691" y="6097"/>
                    <a:pt x="3691" y="6168"/>
                  </a:cubicBezTo>
                  <a:lnTo>
                    <a:pt x="1715" y="6168"/>
                  </a:lnTo>
                  <a:lnTo>
                    <a:pt x="1715" y="1000"/>
                  </a:lnTo>
                  <a:cubicBezTo>
                    <a:pt x="1715" y="1000"/>
                    <a:pt x="1715" y="976"/>
                    <a:pt x="1739" y="976"/>
                  </a:cubicBezTo>
                  <a:close/>
                  <a:moveTo>
                    <a:pt x="5287" y="5334"/>
                  </a:moveTo>
                  <a:cubicBezTo>
                    <a:pt x="5406" y="5358"/>
                    <a:pt x="5525" y="5382"/>
                    <a:pt x="5620" y="5382"/>
                  </a:cubicBezTo>
                  <a:cubicBezTo>
                    <a:pt x="5716" y="5382"/>
                    <a:pt x="5835" y="5382"/>
                    <a:pt x="5906" y="5358"/>
                  </a:cubicBezTo>
                  <a:cubicBezTo>
                    <a:pt x="5906" y="5477"/>
                    <a:pt x="5978" y="5596"/>
                    <a:pt x="6097" y="5620"/>
                  </a:cubicBezTo>
                  <a:lnTo>
                    <a:pt x="6978" y="5977"/>
                  </a:lnTo>
                  <a:cubicBezTo>
                    <a:pt x="7073" y="6001"/>
                    <a:pt x="7145" y="6073"/>
                    <a:pt x="7168" y="6144"/>
                  </a:cubicBezTo>
                  <a:cubicBezTo>
                    <a:pt x="7168" y="6192"/>
                    <a:pt x="7192" y="6192"/>
                    <a:pt x="7192" y="6216"/>
                  </a:cubicBezTo>
                  <a:lnTo>
                    <a:pt x="3977" y="6216"/>
                  </a:lnTo>
                  <a:cubicBezTo>
                    <a:pt x="3977" y="6192"/>
                    <a:pt x="4001" y="6192"/>
                    <a:pt x="4001" y="6144"/>
                  </a:cubicBezTo>
                  <a:cubicBezTo>
                    <a:pt x="4049" y="6073"/>
                    <a:pt x="4120" y="6001"/>
                    <a:pt x="4192" y="5977"/>
                  </a:cubicBezTo>
                  <a:lnTo>
                    <a:pt x="5073" y="5620"/>
                  </a:lnTo>
                  <a:cubicBezTo>
                    <a:pt x="5239" y="5525"/>
                    <a:pt x="5287" y="5430"/>
                    <a:pt x="5287" y="5334"/>
                  </a:cubicBezTo>
                  <a:close/>
                  <a:moveTo>
                    <a:pt x="4477" y="6525"/>
                  </a:moveTo>
                  <a:lnTo>
                    <a:pt x="4477" y="6930"/>
                  </a:lnTo>
                  <a:lnTo>
                    <a:pt x="477" y="6930"/>
                  </a:lnTo>
                  <a:cubicBezTo>
                    <a:pt x="381" y="6930"/>
                    <a:pt x="310" y="6835"/>
                    <a:pt x="310" y="6763"/>
                  </a:cubicBezTo>
                  <a:lnTo>
                    <a:pt x="310" y="6525"/>
                  </a:lnTo>
                  <a:close/>
                  <a:moveTo>
                    <a:pt x="6430" y="6525"/>
                  </a:moveTo>
                  <a:lnTo>
                    <a:pt x="6430" y="6930"/>
                  </a:lnTo>
                  <a:lnTo>
                    <a:pt x="4811" y="6930"/>
                  </a:lnTo>
                  <a:lnTo>
                    <a:pt x="4811" y="6525"/>
                  </a:lnTo>
                  <a:close/>
                  <a:moveTo>
                    <a:pt x="858" y="0"/>
                  </a:moveTo>
                  <a:cubicBezTo>
                    <a:pt x="762" y="0"/>
                    <a:pt x="667" y="95"/>
                    <a:pt x="667" y="167"/>
                  </a:cubicBezTo>
                  <a:lnTo>
                    <a:pt x="667" y="3810"/>
                  </a:lnTo>
                  <a:cubicBezTo>
                    <a:pt x="667" y="3810"/>
                    <a:pt x="667" y="3834"/>
                    <a:pt x="715" y="3834"/>
                  </a:cubicBezTo>
                  <a:cubicBezTo>
                    <a:pt x="761" y="3881"/>
                    <a:pt x="810" y="3899"/>
                    <a:pt x="855" y="3899"/>
                  </a:cubicBezTo>
                  <a:cubicBezTo>
                    <a:pt x="948" y="3899"/>
                    <a:pt x="1024" y="3819"/>
                    <a:pt x="1024" y="3739"/>
                  </a:cubicBezTo>
                  <a:lnTo>
                    <a:pt x="1024" y="595"/>
                  </a:lnTo>
                  <a:cubicBezTo>
                    <a:pt x="1024" y="476"/>
                    <a:pt x="1143" y="357"/>
                    <a:pt x="1262" y="357"/>
                  </a:cubicBezTo>
                  <a:lnTo>
                    <a:pt x="10026" y="357"/>
                  </a:lnTo>
                  <a:cubicBezTo>
                    <a:pt x="10145" y="357"/>
                    <a:pt x="10264" y="476"/>
                    <a:pt x="10264" y="595"/>
                  </a:cubicBezTo>
                  <a:lnTo>
                    <a:pt x="10264" y="6216"/>
                  </a:lnTo>
                  <a:lnTo>
                    <a:pt x="9883" y="6216"/>
                  </a:lnTo>
                  <a:lnTo>
                    <a:pt x="9883" y="1072"/>
                  </a:lnTo>
                  <a:cubicBezTo>
                    <a:pt x="9883" y="881"/>
                    <a:pt x="9717" y="715"/>
                    <a:pt x="9526" y="715"/>
                  </a:cubicBezTo>
                  <a:lnTo>
                    <a:pt x="1739" y="715"/>
                  </a:lnTo>
                  <a:cubicBezTo>
                    <a:pt x="1572" y="715"/>
                    <a:pt x="1381" y="857"/>
                    <a:pt x="1381" y="1072"/>
                  </a:cubicBezTo>
                  <a:lnTo>
                    <a:pt x="1381" y="6216"/>
                  </a:lnTo>
                  <a:lnTo>
                    <a:pt x="1000" y="6216"/>
                  </a:lnTo>
                  <a:lnTo>
                    <a:pt x="1000" y="4406"/>
                  </a:lnTo>
                  <a:cubicBezTo>
                    <a:pt x="1000" y="4310"/>
                    <a:pt x="953" y="4239"/>
                    <a:pt x="858" y="4215"/>
                  </a:cubicBezTo>
                  <a:cubicBezTo>
                    <a:pt x="762" y="4215"/>
                    <a:pt x="667" y="4287"/>
                    <a:pt x="667" y="4358"/>
                  </a:cubicBezTo>
                  <a:lnTo>
                    <a:pt x="667" y="6192"/>
                  </a:lnTo>
                  <a:lnTo>
                    <a:pt x="286" y="6192"/>
                  </a:lnTo>
                  <a:cubicBezTo>
                    <a:pt x="96" y="6192"/>
                    <a:pt x="0" y="6335"/>
                    <a:pt x="0" y="6478"/>
                  </a:cubicBezTo>
                  <a:lnTo>
                    <a:pt x="0" y="7073"/>
                  </a:lnTo>
                  <a:cubicBezTo>
                    <a:pt x="0" y="7168"/>
                    <a:pt x="72" y="7263"/>
                    <a:pt x="167" y="7263"/>
                  </a:cubicBezTo>
                  <a:lnTo>
                    <a:pt x="7859" y="7263"/>
                  </a:lnTo>
                  <a:cubicBezTo>
                    <a:pt x="7883" y="7263"/>
                    <a:pt x="7883" y="7263"/>
                    <a:pt x="7883" y="7216"/>
                  </a:cubicBezTo>
                  <a:cubicBezTo>
                    <a:pt x="8026" y="7073"/>
                    <a:pt x="7907" y="6930"/>
                    <a:pt x="7788" y="6930"/>
                  </a:cubicBezTo>
                  <a:lnTo>
                    <a:pt x="6740" y="6930"/>
                  </a:lnTo>
                  <a:lnTo>
                    <a:pt x="6740" y="6525"/>
                  </a:lnTo>
                  <a:lnTo>
                    <a:pt x="10907" y="6525"/>
                  </a:lnTo>
                  <a:lnTo>
                    <a:pt x="10907" y="6787"/>
                  </a:lnTo>
                  <a:cubicBezTo>
                    <a:pt x="10907" y="6787"/>
                    <a:pt x="10836" y="6930"/>
                    <a:pt x="10741" y="6930"/>
                  </a:cubicBezTo>
                  <a:lnTo>
                    <a:pt x="8407" y="6930"/>
                  </a:lnTo>
                  <a:cubicBezTo>
                    <a:pt x="8335" y="6930"/>
                    <a:pt x="8240" y="7025"/>
                    <a:pt x="8240" y="7121"/>
                  </a:cubicBezTo>
                  <a:cubicBezTo>
                    <a:pt x="8240" y="7184"/>
                    <a:pt x="8278" y="7267"/>
                    <a:pt x="8371" y="7267"/>
                  </a:cubicBezTo>
                  <a:cubicBezTo>
                    <a:pt x="8382" y="7267"/>
                    <a:pt x="8394" y="7266"/>
                    <a:pt x="8407" y="7263"/>
                  </a:cubicBezTo>
                  <a:lnTo>
                    <a:pt x="10741" y="7263"/>
                  </a:lnTo>
                  <a:cubicBezTo>
                    <a:pt x="11003" y="7263"/>
                    <a:pt x="11217" y="6787"/>
                    <a:pt x="11217" y="6787"/>
                  </a:cubicBezTo>
                  <a:lnTo>
                    <a:pt x="11217" y="6478"/>
                  </a:lnTo>
                  <a:cubicBezTo>
                    <a:pt x="11241" y="6311"/>
                    <a:pt x="11098" y="6192"/>
                    <a:pt x="10955" y="6192"/>
                  </a:cubicBezTo>
                  <a:lnTo>
                    <a:pt x="10550" y="6192"/>
                  </a:lnTo>
                  <a:lnTo>
                    <a:pt x="10550" y="572"/>
                  </a:lnTo>
                  <a:cubicBezTo>
                    <a:pt x="10550" y="238"/>
                    <a:pt x="10288" y="0"/>
                    <a:pt x="100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95"/>
            <p:cNvSpPr/>
            <p:nvPr/>
          </p:nvSpPr>
          <p:spPr>
            <a:xfrm>
              <a:off x="2576865" y="2768054"/>
              <a:ext cx="76325" cy="10918"/>
            </a:xfrm>
            <a:custGeom>
              <a:rect b="b" l="l" r="r" t="t"/>
              <a:pathLst>
                <a:path extrusionOk="0" h="334" w="2335">
                  <a:moveTo>
                    <a:pt x="191" y="0"/>
                  </a:moveTo>
                  <a:cubicBezTo>
                    <a:pt x="96" y="0"/>
                    <a:pt x="48" y="72"/>
                    <a:pt x="0" y="143"/>
                  </a:cubicBezTo>
                  <a:cubicBezTo>
                    <a:pt x="0" y="286"/>
                    <a:pt x="72" y="334"/>
                    <a:pt x="167" y="334"/>
                  </a:cubicBezTo>
                  <a:lnTo>
                    <a:pt x="2144" y="334"/>
                  </a:lnTo>
                  <a:cubicBezTo>
                    <a:pt x="2239" y="334"/>
                    <a:pt x="2310" y="286"/>
                    <a:pt x="2334" y="191"/>
                  </a:cubicBezTo>
                  <a:cubicBezTo>
                    <a:pt x="2334" y="95"/>
                    <a:pt x="2263" y="0"/>
                    <a:pt x="2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95"/>
            <p:cNvSpPr/>
            <p:nvPr/>
          </p:nvSpPr>
          <p:spPr>
            <a:xfrm>
              <a:off x="2576865" y="2793746"/>
              <a:ext cx="76325" cy="10918"/>
            </a:xfrm>
            <a:custGeom>
              <a:rect b="b" l="l" r="r" t="t"/>
              <a:pathLst>
                <a:path extrusionOk="0" h="334" w="2335">
                  <a:moveTo>
                    <a:pt x="191" y="0"/>
                  </a:moveTo>
                  <a:cubicBezTo>
                    <a:pt x="96" y="0"/>
                    <a:pt x="48" y="48"/>
                    <a:pt x="0" y="143"/>
                  </a:cubicBezTo>
                  <a:cubicBezTo>
                    <a:pt x="0" y="238"/>
                    <a:pt x="72" y="334"/>
                    <a:pt x="167" y="334"/>
                  </a:cubicBezTo>
                  <a:lnTo>
                    <a:pt x="2144" y="334"/>
                  </a:lnTo>
                  <a:cubicBezTo>
                    <a:pt x="2239" y="334"/>
                    <a:pt x="2310" y="262"/>
                    <a:pt x="2334" y="167"/>
                  </a:cubicBezTo>
                  <a:cubicBezTo>
                    <a:pt x="2334" y="95"/>
                    <a:pt x="2263" y="0"/>
                    <a:pt x="2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95"/>
            <p:cNvSpPr/>
            <p:nvPr/>
          </p:nvSpPr>
          <p:spPr>
            <a:xfrm>
              <a:off x="2692056" y="2768054"/>
              <a:ext cx="77110" cy="10918"/>
            </a:xfrm>
            <a:custGeom>
              <a:rect b="b" l="l" r="r" t="t"/>
              <a:pathLst>
                <a:path extrusionOk="0" h="334" w="2359">
                  <a:moveTo>
                    <a:pt x="168" y="0"/>
                  </a:moveTo>
                  <a:cubicBezTo>
                    <a:pt x="72" y="0"/>
                    <a:pt x="25" y="72"/>
                    <a:pt x="1" y="167"/>
                  </a:cubicBezTo>
                  <a:cubicBezTo>
                    <a:pt x="1" y="238"/>
                    <a:pt x="48" y="334"/>
                    <a:pt x="144" y="334"/>
                  </a:cubicBezTo>
                  <a:lnTo>
                    <a:pt x="2144" y="334"/>
                  </a:lnTo>
                  <a:cubicBezTo>
                    <a:pt x="2216" y="334"/>
                    <a:pt x="2287" y="286"/>
                    <a:pt x="2311" y="191"/>
                  </a:cubicBezTo>
                  <a:cubicBezTo>
                    <a:pt x="2358" y="95"/>
                    <a:pt x="2287" y="0"/>
                    <a:pt x="2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95"/>
            <p:cNvSpPr/>
            <p:nvPr/>
          </p:nvSpPr>
          <p:spPr>
            <a:xfrm>
              <a:off x="2692056" y="2793746"/>
              <a:ext cx="77110" cy="10918"/>
            </a:xfrm>
            <a:custGeom>
              <a:rect b="b" l="l" r="r" t="t"/>
              <a:pathLst>
                <a:path extrusionOk="0" h="334" w="2359">
                  <a:moveTo>
                    <a:pt x="168" y="0"/>
                  </a:moveTo>
                  <a:cubicBezTo>
                    <a:pt x="72" y="0"/>
                    <a:pt x="25" y="48"/>
                    <a:pt x="1" y="143"/>
                  </a:cubicBezTo>
                  <a:cubicBezTo>
                    <a:pt x="1" y="238"/>
                    <a:pt x="48" y="334"/>
                    <a:pt x="144" y="334"/>
                  </a:cubicBezTo>
                  <a:lnTo>
                    <a:pt x="2144" y="334"/>
                  </a:lnTo>
                  <a:cubicBezTo>
                    <a:pt x="2216" y="334"/>
                    <a:pt x="2287" y="262"/>
                    <a:pt x="2311" y="167"/>
                  </a:cubicBezTo>
                  <a:cubicBezTo>
                    <a:pt x="2358" y="95"/>
                    <a:pt x="2287" y="0"/>
                    <a:pt x="2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7" name="Google Shape;19917;p95"/>
          <p:cNvGrpSpPr/>
          <p:nvPr/>
        </p:nvGrpSpPr>
        <p:grpSpPr>
          <a:xfrm>
            <a:off x="1755789" y="2317621"/>
            <a:ext cx="352665" cy="368225"/>
            <a:chOff x="1743138" y="2465237"/>
            <a:chExt cx="352665" cy="368225"/>
          </a:xfrm>
        </p:grpSpPr>
        <p:sp>
          <p:nvSpPr>
            <p:cNvPr id="19918" name="Google Shape;19918;p95"/>
            <p:cNvSpPr/>
            <p:nvPr/>
          </p:nvSpPr>
          <p:spPr>
            <a:xfrm>
              <a:off x="1770399" y="2497140"/>
              <a:ext cx="300496" cy="298175"/>
            </a:xfrm>
            <a:custGeom>
              <a:rect b="b" l="l" r="r" t="t"/>
              <a:pathLst>
                <a:path extrusionOk="0" h="9122" w="9193">
                  <a:moveTo>
                    <a:pt x="4549" y="1"/>
                  </a:moveTo>
                  <a:lnTo>
                    <a:pt x="0" y="3716"/>
                  </a:lnTo>
                  <a:lnTo>
                    <a:pt x="0" y="9098"/>
                  </a:lnTo>
                  <a:lnTo>
                    <a:pt x="9193" y="9122"/>
                  </a:lnTo>
                  <a:lnTo>
                    <a:pt x="9193" y="3716"/>
                  </a:lnTo>
                  <a:lnTo>
                    <a:pt x="4549" y="1"/>
                  </a:ln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95"/>
            <p:cNvSpPr/>
            <p:nvPr/>
          </p:nvSpPr>
          <p:spPr>
            <a:xfrm>
              <a:off x="2049844" y="2617822"/>
              <a:ext cx="21051" cy="176709"/>
            </a:xfrm>
            <a:custGeom>
              <a:rect b="b" l="l" r="r" t="t"/>
              <a:pathLst>
                <a:path extrusionOk="0" h="5406" w="644">
                  <a:moveTo>
                    <a:pt x="1" y="0"/>
                  </a:moveTo>
                  <a:lnTo>
                    <a:pt x="1" y="5406"/>
                  </a:lnTo>
                  <a:lnTo>
                    <a:pt x="644" y="5406"/>
                  </a:lnTo>
                  <a:lnTo>
                    <a:pt x="644"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95"/>
            <p:cNvSpPr/>
            <p:nvPr/>
          </p:nvSpPr>
          <p:spPr>
            <a:xfrm>
              <a:off x="1870815" y="2696435"/>
              <a:ext cx="101233" cy="69101"/>
            </a:xfrm>
            <a:custGeom>
              <a:rect b="b" l="l" r="r" t="t"/>
              <a:pathLst>
                <a:path extrusionOk="0" h="2114" w="3097">
                  <a:moveTo>
                    <a:pt x="1" y="0"/>
                  </a:moveTo>
                  <a:lnTo>
                    <a:pt x="1" y="1691"/>
                  </a:lnTo>
                  <a:cubicBezTo>
                    <a:pt x="1" y="1715"/>
                    <a:pt x="24" y="1763"/>
                    <a:pt x="48" y="1763"/>
                  </a:cubicBezTo>
                  <a:lnTo>
                    <a:pt x="334" y="1882"/>
                  </a:lnTo>
                  <a:cubicBezTo>
                    <a:pt x="715" y="2036"/>
                    <a:pt x="1132" y="2114"/>
                    <a:pt x="1548" y="2114"/>
                  </a:cubicBezTo>
                  <a:cubicBezTo>
                    <a:pt x="1965" y="2114"/>
                    <a:pt x="2382" y="2036"/>
                    <a:pt x="2763" y="1882"/>
                  </a:cubicBezTo>
                  <a:lnTo>
                    <a:pt x="3025" y="1763"/>
                  </a:lnTo>
                  <a:cubicBezTo>
                    <a:pt x="3073" y="1763"/>
                    <a:pt x="3096" y="1715"/>
                    <a:pt x="3073" y="1691"/>
                  </a:cubicBezTo>
                  <a:lnTo>
                    <a:pt x="307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95"/>
            <p:cNvSpPr/>
            <p:nvPr/>
          </p:nvSpPr>
          <p:spPr>
            <a:xfrm>
              <a:off x="1838127" y="2652046"/>
              <a:ext cx="166608" cy="78875"/>
            </a:xfrm>
            <a:custGeom>
              <a:rect b="b" l="l" r="r" t="t"/>
              <a:pathLst>
                <a:path extrusionOk="0" h="2413" w="5097">
                  <a:moveTo>
                    <a:pt x="2534" y="1"/>
                  </a:moveTo>
                  <a:cubicBezTo>
                    <a:pt x="2465" y="1"/>
                    <a:pt x="2406" y="25"/>
                    <a:pt x="2358" y="72"/>
                  </a:cubicBezTo>
                  <a:lnTo>
                    <a:pt x="96" y="1073"/>
                  </a:lnTo>
                  <a:cubicBezTo>
                    <a:pt x="0" y="1144"/>
                    <a:pt x="0" y="1263"/>
                    <a:pt x="96" y="1311"/>
                  </a:cubicBezTo>
                  <a:lnTo>
                    <a:pt x="2358" y="2359"/>
                  </a:lnTo>
                  <a:cubicBezTo>
                    <a:pt x="2418" y="2394"/>
                    <a:pt x="2489" y="2412"/>
                    <a:pt x="2560" y="2412"/>
                  </a:cubicBezTo>
                  <a:cubicBezTo>
                    <a:pt x="2632" y="2412"/>
                    <a:pt x="2703" y="2394"/>
                    <a:pt x="2763" y="2359"/>
                  </a:cubicBezTo>
                  <a:lnTo>
                    <a:pt x="5025" y="1311"/>
                  </a:lnTo>
                  <a:cubicBezTo>
                    <a:pt x="5097" y="1263"/>
                    <a:pt x="5097" y="1144"/>
                    <a:pt x="5025" y="1073"/>
                  </a:cubicBezTo>
                  <a:lnTo>
                    <a:pt x="2763" y="72"/>
                  </a:lnTo>
                  <a:cubicBezTo>
                    <a:pt x="2679" y="25"/>
                    <a:pt x="2602" y="1"/>
                    <a:pt x="2534"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95"/>
            <p:cNvSpPr/>
            <p:nvPr/>
          </p:nvSpPr>
          <p:spPr>
            <a:xfrm>
              <a:off x="1898076" y="2680876"/>
              <a:ext cx="106659" cy="50992"/>
            </a:xfrm>
            <a:custGeom>
              <a:rect b="b" l="l" r="r" t="t"/>
              <a:pathLst>
                <a:path extrusionOk="0" h="1560" w="3263">
                  <a:moveTo>
                    <a:pt x="2715" y="0"/>
                  </a:moveTo>
                  <a:cubicBezTo>
                    <a:pt x="2715" y="24"/>
                    <a:pt x="2667" y="48"/>
                    <a:pt x="2620" y="95"/>
                  </a:cubicBezTo>
                  <a:lnTo>
                    <a:pt x="167" y="1215"/>
                  </a:lnTo>
                  <a:cubicBezTo>
                    <a:pt x="119" y="1238"/>
                    <a:pt x="48" y="1238"/>
                    <a:pt x="0" y="1286"/>
                  </a:cubicBezTo>
                  <a:lnTo>
                    <a:pt x="500" y="1524"/>
                  </a:lnTo>
                  <a:cubicBezTo>
                    <a:pt x="560" y="1548"/>
                    <a:pt x="625" y="1560"/>
                    <a:pt x="691" y="1560"/>
                  </a:cubicBezTo>
                  <a:cubicBezTo>
                    <a:pt x="756" y="1560"/>
                    <a:pt x="822" y="1548"/>
                    <a:pt x="881" y="1524"/>
                  </a:cubicBezTo>
                  <a:lnTo>
                    <a:pt x="3144" y="476"/>
                  </a:lnTo>
                  <a:cubicBezTo>
                    <a:pt x="3263" y="381"/>
                    <a:pt x="3263" y="238"/>
                    <a:pt x="3191" y="214"/>
                  </a:cubicBezTo>
                  <a:lnTo>
                    <a:pt x="2715"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95"/>
            <p:cNvSpPr/>
            <p:nvPr/>
          </p:nvSpPr>
          <p:spPr>
            <a:xfrm>
              <a:off x="1749381" y="2470891"/>
              <a:ext cx="340996" cy="176709"/>
            </a:xfrm>
            <a:custGeom>
              <a:rect b="b" l="l" r="r" t="t"/>
              <a:pathLst>
                <a:path extrusionOk="0" h="5406" w="10432">
                  <a:moveTo>
                    <a:pt x="5216" y="0"/>
                  </a:moveTo>
                  <a:cubicBezTo>
                    <a:pt x="5186" y="0"/>
                    <a:pt x="5156" y="6"/>
                    <a:pt x="5144" y="18"/>
                  </a:cubicBezTo>
                  <a:lnTo>
                    <a:pt x="48" y="4090"/>
                  </a:lnTo>
                  <a:cubicBezTo>
                    <a:pt x="24" y="4138"/>
                    <a:pt x="0" y="4162"/>
                    <a:pt x="0" y="4185"/>
                  </a:cubicBezTo>
                  <a:lnTo>
                    <a:pt x="0" y="5281"/>
                  </a:lnTo>
                  <a:cubicBezTo>
                    <a:pt x="0" y="5349"/>
                    <a:pt x="62" y="5405"/>
                    <a:pt x="123" y="5405"/>
                  </a:cubicBezTo>
                  <a:cubicBezTo>
                    <a:pt x="147" y="5405"/>
                    <a:pt x="171" y="5396"/>
                    <a:pt x="191" y="5376"/>
                  </a:cubicBezTo>
                  <a:lnTo>
                    <a:pt x="5144" y="1423"/>
                  </a:lnTo>
                  <a:cubicBezTo>
                    <a:pt x="5156" y="1411"/>
                    <a:pt x="5186" y="1405"/>
                    <a:pt x="5216" y="1405"/>
                  </a:cubicBezTo>
                  <a:cubicBezTo>
                    <a:pt x="5246" y="1405"/>
                    <a:pt x="5275" y="1411"/>
                    <a:pt x="5287" y="1423"/>
                  </a:cubicBezTo>
                  <a:lnTo>
                    <a:pt x="10241" y="5376"/>
                  </a:lnTo>
                  <a:cubicBezTo>
                    <a:pt x="10261" y="5396"/>
                    <a:pt x="10285" y="5405"/>
                    <a:pt x="10309" y="5405"/>
                  </a:cubicBezTo>
                  <a:cubicBezTo>
                    <a:pt x="10370" y="5405"/>
                    <a:pt x="10431" y="5349"/>
                    <a:pt x="10431" y="5281"/>
                  </a:cubicBezTo>
                  <a:lnTo>
                    <a:pt x="10431" y="4185"/>
                  </a:lnTo>
                  <a:cubicBezTo>
                    <a:pt x="10407" y="4162"/>
                    <a:pt x="10407" y="4114"/>
                    <a:pt x="10384" y="4090"/>
                  </a:cubicBezTo>
                  <a:lnTo>
                    <a:pt x="5287" y="18"/>
                  </a:lnTo>
                  <a:cubicBezTo>
                    <a:pt x="5275" y="6"/>
                    <a:pt x="5246" y="0"/>
                    <a:pt x="5216"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95"/>
            <p:cNvSpPr/>
            <p:nvPr/>
          </p:nvSpPr>
          <p:spPr>
            <a:xfrm>
              <a:off x="1903502" y="2470891"/>
              <a:ext cx="186874" cy="177493"/>
            </a:xfrm>
            <a:custGeom>
              <a:rect b="b" l="l" r="r" t="t"/>
              <a:pathLst>
                <a:path extrusionOk="0" h="5430" w="5717">
                  <a:moveTo>
                    <a:pt x="501" y="0"/>
                  </a:moveTo>
                  <a:cubicBezTo>
                    <a:pt x="471" y="0"/>
                    <a:pt x="441" y="6"/>
                    <a:pt x="429" y="18"/>
                  </a:cubicBezTo>
                  <a:lnTo>
                    <a:pt x="1" y="351"/>
                  </a:lnTo>
                  <a:lnTo>
                    <a:pt x="4526" y="3971"/>
                  </a:lnTo>
                  <a:cubicBezTo>
                    <a:pt x="4859" y="4257"/>
                    <a:pt x="5026" y="4638"/>
                    <a:pt x="5026" y="5043"/>
                  </a:cubicBezTo>
                  <a:lnTo>
                    <a:pt x="5502" y="5400"/>
                  </a:lnTo>
                  <a:cubicBezTo>
                    <a:pt x="5530" y="5421"/>
                    <a:pt x="5560" y="5430"/>
                    <a:pt x="5588" y="5430"/>
                  </a:cubicBezTo>
                  <a:cubicBezTo>
                    <a:pt x="5657" y="5430"/>
                    <a:pt x="5716" y="5379"/>
                    <a:pt x="5716" y="5329"/>
                  </a:cubicBezTo>
                  <a:lnTo>
                    <a:pt x="5716" y="4209"/>
                  </a:lnTo>
                  <a:cubicBezTo>
                    <a:pt x="5692" y="4162"/>
                    <a:pt x="5692" y="4114"/>
                    <a:pt x="5669" y="4090"/>
                  </a:cubicBezTo>
                  <a:lnTo>
                    <a:pt x="572" y="18"/>
                  </a:lnTo>
                  <a:cubicBezTo>
                    <a:pt x="560" y="6"/>
                    <a:pt x="531" y="0"/>
                    <a:pt x="501"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95"/>
            <p:cNvSpPr/>
            <p:nvPr/>
          </p:nvSpPr>
          <p:spPr>
            <a:xfrm>
              <a:off x="1751702" y="2798388"/>
              <a:ext cx="337891" cy="29615"/>
            </a:xfrm>
            <a:custGeom>
              <a:rect b="b" l="l" r="r" t="t"/>
              <a:pathLst>
                <a:path extrusionOk="0" h="906" w="10337">
                  <a:moveTo>
                    <a:pt x="549" y="1"/>
                  </a:moveTo>
                  <a:cubicBezTo>
                    <a:pt x="239" y="1"/>
                    <a:pt x="1" y="239"/>
                    <a:pt x="1" y="549"/>
                  </a:cubicBezTo>
                  <a:lnTo>
                    <a:pt x="1" y="787"/>
                  </a:lnTo>
                  <a:cubicBezTo>
                    <a:pt x="1" y="834"/>
                    <a:pt x="72" y="906"/>
                    <a:pt x="120" y="906"/>
                  </a:cubicBezTo>
                  <a:lnTo>
                    <a:pt x="10194" y="906"/>
                  </a:lnTo>
                  <a:cubicBezTo>
                    <a:pt x="10241" y="906"/>
                    <a:pt x="10313" y="834"/>
                    <a:pt x="10336" y="739"/>
                  </a:cubicBezTo>
                  <a:lnTo>
                    <a:pt x="10336" y="549"/>
                  </a:lnTo>
                  <a:cubicBezTo>
                    <a:pt x="10336" y="239"/>
                    <a:pt x="10098" y="1"/>
                    <a:pt x="9789" y="1"/>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95"/>
            <p:cNvSpPr/>
            <p:nvPr/>
          </p:nvSpPr>
          <p:spPr>
            <a:xfrm>
              <a:off x="2049844" y="2798388"/>
              <a:ext cx="38963" cy="28079"/>
            </a:xfrm>
            <a:custGeom>
              <a:rect b="b" l="l" r="r" t="t"/>
              <a:pathLst>
                <a:path extrusionOk="0" h="859" w="1192">
                  <a:moveTo>
                    <a:pt x="1" y="1"/>
                  </a:moveTo>
                  <a:cubicBezTo>
                    <a:pt x="287" y="1"/>
                    <a:pt x="525" y="239"/>
                    <a:pt x="525" y="549"/>
                  </a:cubicBezTo>
                  <a:lnTo>
                    <a:pt x="525" y="739"/>
                  </a:lnTo>
                  <a:cubicBezTo>
                    <a:pt x="525" y="811"/>
                    <a:pt x="477" y="858"/>
                    <a:pt x="406" y="858"/>
                  </a:cubicBezTo>
                  <a:lnTo>
                    <a:pt x="1073" y="858"/>
                  </a:lnTo>
                  <a:cubicBezTo>
                    <a:pt x="1120" y="858"/>
                    <a:pt x="1192" y="811"/>
                    <a:pt x="1192" y="739"/>
                  </a:cubicBezTo>
                  <a:lnTo>
                    <a:pt x="1192" y="549"/>
                  </a:lnTo>
                  <a:cubicBezTo>
                    <a:pt x="1192" y="239"/>
                    <a:pt x="953" y="1"/>
                    <a:pt x="64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95"/>
            <p:cNvSpPr/>
            <p:nvPr/>
          </p:nvSpPr>
          <p:spPr>
            <a:xfrm>
              <a:off x="1833453" y="2647142"/>
              <a:ext cx="176741" cy="124834"/>
            </a:xfrm>
            <a:custGeom>
              <a:rect b="b" l="l" r="r" t="t"/>
              <a:pathLst>
                <a:path extrusionOk="0" h="3819" w="5407">
                  <a:moveTo>
                    <a:pt x="2671" y="329"/>
                  </a:moveTo>
                  <a:cubicBezTo>
                    <a:pt x="2715" y="329"/>
                    <a:pt x="2763" y="341"/>
                    <a:pt x="2811" y="365"/>
                  </a:cubicBezTo>
                  <a:lnTo>
                    <a:pt x="4978" y="1365"/>
                  </a:lnTo>
                  <a:lnTo>
                    <a:pt x="2811" y="2366"/>
                  </a:lnTo>
                  <a:cubicBezTo>
                    <a:pt x="2763" y="2378"/>
                    <a:pt x="2715" y="2383"/>
                    <a:pt x="2674" y="2383"/>
                  </a:cubicBezTo>
                  <a:cubicBezTo>
                    <a:pt x="2632" y="2383"/>
                    <a:pt x="2596" y="2378"/>
                    <a:pt x="2572" y="2366"/>
                  </a:cubicBezTo>
                  <a:lnTo>
                    <a:pt x="358" y="1365"/>
                  </a:lnTo>
                  <a:lnTo>
                    <a:pt x="2549" y="365"/>
                  </a:lnTo>
                  <a:cubicBezTo>
                    <a:pt x="2584" y="341"/>
                    <a:pt x="2626" y="329"/>
                    <a:pt x="2671" y="329"/>
                  </a:cubicBezTo>
                  <a:close/>
                  <a:moveTo>
                    <a:pt x="4049" y="2127"/>
                  </a:moveTo>
                  <a:lnTo>
                    <a:pt x="4049" y="3152"/>
                  </a:lnTo>
                  <a:lnTo>
                    <a:pt x="3858" y="3223"/>
                  </a:lnTo>
                  <a:cubicBezTo>
                    <a:pt x="3477" y="3378"/>
                    <a:pt x="3078" y="3455"/>
                    <a:pt x="2683" y="3455"/>
                  </a:cubicBezTo>
                  <a:cubicBezTo>
                    <a:pt x="2287" y="3455"/>
                    <a:pt x="1894" y="3378"/>
                    <a:pt x="1525" y="3223"/>
                  </a:cubicBezTo>
                  <a:lnTo>
                    <a:pt x="1310" y="3152"/>
                  </a:lnTo>
                  <a:lnTo>
                    <a:pt x="1310" y="2127"/>
                  </a:lnTo>
                  <a:lnTo>
                    <a:pt x="2430" y="2628"/>
                  </a:lnTo>
                  <a:cubicBezTo>
                    <a:pt x="2501" y="2675"/>
                    <a:pt x="2596" y="2699"/>
                    <a:pt x="2691" y="2699"/>
                  </a:cubicBezTo>
                  <a:cubicBezTo>
                    <a:pt x="2787" y="2699"/>
                    <a:pt x="2858" y="2651"/>
                    <a:pt x="2953" y="2628"/>
                  </a:cubicBezTo>
                  <a:lnTo>
                    <a:pt x="4049" y="2127"/>
                  </a:lnTo>
                  <a:close/>
                  <a:moveTo>
                    <a:pt x="2741" y="1"/>
                  </a:moveTo>
                  <a:cubicBezTo>
                    <a:pt x="2613" y="1"/>
                    <a:pt x="2494" y="24"/>
                    <a:pt x="2382" y="79"/>
                  </a:cubicBezTo>
                  <a:lnTo>
                    <a:pt x="167" y="1080"/>
                  </a:lnTo>
                  <a:cubicBezTo>
                    <a:pt x="72" y="1151"/>
                    <a:pt x="0" y="1223"/>
                    <a:pt x="0" y="1342"/>
                  </a:cubicBezTo>
                  <a:cubicBezTo>
                    <a:pt x="0" y="1461"/>
                    <a:pt x="72" y="1556"/>
                    <a:pt x="191" y="1627"/>
                  </a:cubicBezTo>
                  <a:lnTo>
                    <a:pt x="1024" y="2008"/>
                  </a:lnTo>
                  <a:lnTo>
                    <a:pt x="1024" y="3223"/>
                  </a:lnTo>
                  <a:cubicBezTo>
                    <a:pt x="1024" y="3318"/>
                    <a:pt x="1072" y="3413"/>
                    <a:pt x="1167" y="3461"/>
                  </a:cubicBezTo>
                  <a:lnTo>
                    <a:pt x="1429" y="3580"/>
                  </a:lnTo>
                  <a:cubicBezTo>
                    <a:pt x="1858" y="3771"/>
                    <a:pt x="2310" y="3818"/>
                    <a:pt x="2715" y="3818"/>
                  </a:cubicBezTo>
                  <a:cubicBezTo>
                    <a:pt x="3168" y="3818"/>
                    <a:pt x="3573" y="3723"/>
                    <a:pt x="4001" y="3556"/>
                  </a:cubicBezTo>
                  <a:lnTo>
                    <a:pt x="4263" y="3437"/>
                  </a:lnTo>
                  <a:cubicBezTo>
                    <a:pt x="4359" y="3413"/>
                    <a:pt x="4406" y="3318"/>
                    <a:pt x="4406" y="3199"/>
                  </a:cubicBezTo>
                  <a:lnTo>
                    <a:pt x="4406" y="1985"/>
                  </a:lnTo>
                  <a:lnTo>
                    <a:pt x="5216" y="1580"/>
                  </a:lnTo>
                  <a:cubicBezTo>
                    <a:pt x="5311" y="1532"/>
                    <a:pt x="5406" y="1437"/>
                    <a:pt x="5406" y="1342"/>
                  </a:cubicBezTo>
                  <a:cubicBezTo>
                    <a:pt x="5406" y="1223"/>
                    <a:pt x="5335" y="1103"/>
                    <a:pt x="5240" y="1056"/>
                  </a:cubicBezTo>
                  <a:lnTo>
                    <a:pt x="3025" y="32"/>
                  </a:lnTo>
                  <a:cubicBezTo>
                    <a:pt x="2926" y="12"/>
                    <a:pt x="2832" y="1"/>
                    <a:pt x="27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95"/>
            <p:cNvSpPr/>
            <p:nvPr/>
          </p:nvSpPr>
          <p:spPr>
            <a:xfrm>
              <a:off x="1899613" y="2613899"/>
              <a:ext cx="41284" cy="17161"/>
            </a:xfrm>
            <a:custGeom>
              <a:rect b="b" l="l" r="r" t="t"/>
              <a:pathLst>
                <a:path extrusionOk="0" h="525" w="1263">
                  <a:moveTo>
                    <a:pt x="667" y="1"/>
                  </a:moveTo>
                  <a:cubicBezTo>
                    <a:pt x="453" y="1"/>
                    <a:pt x="215" y="72"/>
                    <a:pt x="72" y="239"/>
                  </a:cubicBezTo>
                  <a:cubicBezTo>
                    <a:pt x="1" y="287"/>
                    <a:pt x="1" y="406"/>
                    <a:pt x="72" y="477"/>
                  </a:cubicBezTo>
                  <a:cubicBezTo>
                    <a:pt x="96" y="501"/>
                    <a:pt x="138" y="513"/>
                    <a:pt x="182" y="513"/>
                  </a:cubicBezTo>
                  <a:cubicBezTo>
                    <a:pt x="227" y="513"/>
                    <a:pt x="275" y="501"/>
                    <a:pt x="310" y="477"/>
                  </a:cubicBezTo>
                  <a:cubicBezTo>
                    <a:pt x="406" y="382"/>
                    <a:pt x="525" y="358"/>
                    <a:pt x="644" y="358"/>
                  </a:cubicBezTo>
                  <a:cubicBezTo>
                    <a:pt x="763" y="358"/>
                    <a:pt x="882" y="406"/>
                    <a:pt x="953" y="477"/>
                  </a:cubicBezTo>
                  <a:cubicBezTo>
                    <a:pt x="1001" y="501"/>
                    <a:pt x="1025" y="525"/>
                    <a:pt x="1072" y="525"/>
                  </a:cubicBezTo>
                  <a:cubicBezTo>
                    <a:pt x="1120" y="525"/>
                    <a:pt x="1168" y="501"/>
                    <a:pt x="1191" y="477"/>
                  </a:cubicBezTo>
                  <a:cubicBezTo>
                    <a:pt x="1263" y="406"/>
                    <a:pt x="1263" y="287"/>
                    <a:pt x="1191" y="239"/>
                  </a:cubicBezTo>
                  <a:cubicBezTo>
                    <a:pt x="1049" y="72"/>
                    <a:pt x="882" y="1"/>
                    <a:pt x="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95"/>
            <p:cNvSpPr/>
            <p:nvPr/>
          </p:nvSpPr>
          <p:spPr>
            <a:xfrm>
              <a:off x="1884053" y="2592129"/>
              <a:ext cx="70082" cy="23372"/>
            </a:xfrm>
            <a:custGeom>
              <a:rect b="b" l="l" r="r" t="t"/>
              <a:pathLst>
                <a:path extrusionOk="0" h="715" w="2144">
                  <a:moveTo>
                    <a:pt x="1072" y="0"/>
                  </a:moveTo>
                  <a:cubicBezTo>
                    <a:pt x="691" y="0"/>
                    <a:pt x="334" y="143"/>
                    <a:pt x="72" y="405"/>
                  </a:cubicBezTo>
                  <a:cubicBezTo>
                    <a:pt x="0" y="476"/>
                    <a:pt x="0" y="596"/>
                    <a:pt x="72" y="667"/>
                  </a:cubicBezTo>
                  <a:cubicBezTo>
                    <a:pt x="96" y="691"/>
                    <a:pt x="137" y="703"/>
                    <a:pt x="182" y="703"/>
                  </a:cubicBezTo>
                  <a:cubicBezTo>
                    <a:pt x="227" y="703"/>
                    <a:pt x="274" y="691"/>
                    <a:pt x="310" y="667"/>
                  </a:cubicBezTo>
                  <a:cubicBezTo>
                    <a:pt x="524" y="453"/>
                    <a:pt x="786" y="334"/>
                    <a:pt x="1072" y="334"/>
                  </a:cubicBezTo>
                  <a:cubicBezTo>
                    <a:pt x="1382" y="334"/>
                    <a:pt x="1644" y="453"/>
                    <a:pt x="1858" y="667"/>
                  </a:cubicBezTo>
                  <a:cubicBezTo>
                    <a:pt x="1906" y="691"/>
                    <a:pt x="1953" y="715"/>
                    <a:pt x="1977" y="715"/>
                  </a:cubicBezTo>
                  <a:cubicBezTo>
                    <a:pt x="2001" y="715"/>
                    <a:pt x="2072" y="691"/>
                    <a:pt x="2096" y="667"/>
                  </a:cubicBezTo>
                  <a:cubicBezTo>
                    <a:pt x="2144" y="596"/>
                    <a:pt x="2144" y="476"/>
                    <a:pt x="2096" y="405"/>
                  </a:cubicBezTo>
                  <a:cubicBezTo>
                    <a:pt x="1834" y="143"/>
                    <a:pt x="1477"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95"/>
            <p:cNvSpPr/>
            <p:nvPr/>
          </p:nvSpPr>
          <p:spPr>
            <a:xfrm>
              <a:off x="1868494" y="2569542"/>
              <a:ext cx="102769" cy="30399"/>
            </a:xfrm>
            <a:custGeom>
              <a:rect b="b" l="l" r="r" t="t"/>
              <a:pathLst>
                <a:path extrusionOk="0" h="930" w="3144">
                  <a:moveTo>
                    <a:pt x="1596" y="1"/>
                  </a:moveTo>
                  <a:cubicBezTo>
                    <a:pt x="1024" y="1"/>
                    <a:pt x="476" y="215"/>
                    <a:pt x="95" y="644"/>
                  </a:cubicBezTo>
                  <a:cubicBezTo>
                    <a:pt x="0" y="715"/>
                    <a:pt x="0" y="810"/>
                    <a:pt x="95" y="882"/>
                  </a:cubicBezTo>
                  <a:cubicBezTo>
                    <a:pt x="131" y="906"/>
                    <a:pt x="179" y="917"/>
                    <a:pt x="223" y="917"/>
                  </a:cubicBezTo>
                  <a:cubicBezTo>
                    <a:pt x="268" y="917"/>
                    <a:pt x="310" y="906"/>
                    <a:pt x="334" y="882"/>
                  </a:cubicBezTo>
                  <a:cubicBezTo>
                    <a:pt x="667" y="548"/>
                    <a:pt x="1119" y="358"/>
                    <a:pt x="1596" y="358"/>
                  </a:cubicBezTo>
                  <a:cubicBezTo>
                    <a:pt x="2072" y="358"/>
                    <a:pt x="2501" y="548"/>
                    <a:pt x="2834" y="882"/>
                  </a:cubicBezTo>
                  <a:cubicBezTo>
                    <a:pt x="2858" y="906"/>
                    <a:pt x="2905" y="929"/>
                    <a:pt x="2953" y="929"/>
                  </a:cubicBezTo>
                  <a:cubicBezTo>
                    <a:pt x="2977" y="929"/>
                    <a:pt x="3048" y="906"/>
                    <a:pt x="3072" y="882"/>
                  </a:cubicBezTo>
                  <a:cubicBezTo>
                    <a:pt x="3144" y="810"/>
                    <a:pt x="3144" y="691"/>
                    <a:pt x="3072" y="644"/>
                  </a:cubicBezTo>
                  <a:cubicBezTo>
                    <a:pt x="2691" y="239"/>
                    <a:pt x="2143" y="1"/>
                    <a:pt x="1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95"/>
            <p:cNvSpPr/>
            <p:nvPr/>
          </p:nvSpPr>
          <p:spPr>
            <a:xfrm>
              <a:off x="1743138" y="2465237"/>
              <a:ext cx="352665" cy="368225"/>
            </a:xfrm>
            <a:custGeom>
              <a:rect b="b" l="l" r="r" t="t"/>
              <a:pathLst>
                <a:path extrusionOk="0" h="11265" w="10789">
                  <a:moveTo>
                    <a:pt x="5383" y="1763"/>
                  </a:moveTo>
                  <a:lnTo>
                    <a:pt x="9860" y="5382"/>
                  </a:lnTo>
                  <a:lnTo>
                    <a:pt x="9860" y="10050"/>
                  </a:lnTo>
                  <a:lnTo>
                    <a:pt x="1025" y="10050"/>
                  </a:lnTo>
                  <a:lnTo>
                    <a:pt x="1025" y="5311"/>
                  </a:lnTo>
                  <a:lnTo>
                    <a:pt x="5383" y="1763"/>
                  </a:lnTo>
                  <a:close/>
                  <a:moveTo>
                    <a:pt x="5395" y="0"/>
                  </a:moveTo>
                  <a:cubicBezTo>
                    <a:pt x="5329" y="0"/>
                    <a:pt x="5264" y="24"/>
                    <a:pt x="5216" y="72"/>
                  </a:cubicBezTo>
                  <a:lnTo>
                    <a:pt x="2501" y="2239"/>
                  </a:lnTo>
                  <a:cubicBezTo>
                    <a:pt x="2454" y="2310"/>
                    <a:pt x="2406" y="2406"/>
                    <a:pt x="2478" y="2477"/>
                  </a:cubicBezTo>
                  <a:cubicBezTo>
                    <a:pt x="2508" y="2523"/>
                    <a:pt x="2559" y="2550"/>
                    <a:pt x="2617" y="2550"/>
                  </a:cubicBezTo>
                  <a:cubicBezTo>
                    <a:pt x="2648" y="2550"/>
                    <a:pt x="2682" y="2542"/>
                    <a:pt x="2716" y="2525"/>
                  </a:cubicBezTo>
                  <a:lnTo>
                    <a:pt x="5383" y="334"/>
                  </a:lnTo>
                  <a:lnTo>
                    <a:pt x="10456" y="4382"/>
                  </a:lnTo>
                  <a:lnTo>
                    <a:pt x="10456" y="5406"/>
                  </a:lnTo>
                  <a:lnTo>
                    <a:pt x="5574" y="1501"/>
                  </a:lnTo>
                  <a:cubicBezTo>
                    <a:pt x="5526" y="1453"/>
                    <a:pt x="5460" y="1429"/>
                    <a:pt x="5395" y="1429"/>
                  </a:cubicBezTo>
                  <a:cubicBezTo>
                    <a:pt x="5329" y="1429"/>
                    <a:pt x="5264" y="1453"/>
                    <a:pt x="5216" y="1501"/>
                  </a:cubicBezTo>
                  <a:lnTo>
                    <a:pt x="358" y="5406"/>
                  </a:lnTo>
                  <a:lnTo>
                    <a:pt x="358" y="4382"/>
                  </a:lnTo>
                  <a:lnTo>
                    <a:pt x="2240" y="2882"/>
                  </a:lnTo>
                  <a:cubicBezTo>
                    <a:pt x="2287" y="2811"/>
                    <a:pt x="2335" y="2715"/>
                    <a:pt x="2263" y="2644"/>
                  </a:cubicBezTo>
                  <a:cubicBezTo>
                    <a:pt x="2233" y="2598"/>
                    <a:pt x="2182" y="2571"/>
                    <a:pt x="2124" y="2571"/>
                  </a:cubicBezTo>
                  <a:cubicBezTo>
                    <a:pt x="2093" y="2571"/>
                    <a:pt x="2059" y="2579"/>
                    <a:pt x="2025" y="2596"/>
                  </a:cubicBezTo>
                  <a:lnTo>
                    <a:pt x="120" y="4120"/>
                  </a:lnTo>
                  <a:cubicBezTo>
                    <a:pt x="72" y="4192"/>
                    <a:pt x="1" y="4335"/>
                    <a:pt x="1" y="4335"/>
                  </a:cubicBezTo>
                  <a:lnTo>
                    <a:pt x="1" y="5430"/>
                  </a:lnTo>
                  <a:cubicBezTo>
                    <a:pt x="1" y="5525"/>
                    <a:pt x="25" y="5621"/>
                    <a:pt x="120" y="5668"/>
                  </a:cubicBezTo>
                  <a:cubicBezTo>
                    <a:pt x="180" y="5716"/>
                    <a:pt x="245" y="5740"/>
                    <a:pt x="308" y="5740"/>
                  </a:cubicBezTo>
                  <a:cubicBezTo>
                    <a:pt x="370" y="5740"/>
                    <a:pt x="430" y="5716"/>
                    <a:pt x="477" y="5668"/>
                  </a:cubicBezTo>
                  <a:lnTo>
                    <a:pt x="668" y="5525"/>
                  </a:lnTo>
                  <a:lnTo>
                    <a:pt x="668" y="10026"/>
                  </a:lnTo>
                  <a:cubicBezTo>
                    <a:pt x="311" y="10074"/>
                    <a:pt x="25" y="10336"/>
                    <a:pt x="25" y="10693"/>
                  </a:cubicBezTo>
                  <a:lnTo>
                    <a:pt x="25" y="11050"/>
                  </a:lnTo>
                  <a:cubicBezTo>
                    <a:pt x="25" y="11146"/>
                    <a:pt x="120" y="11241"/>
                    <a:pt x="215" y="11241"/>
                  </a:cubicBezTo>
                  <a:lnTo>
                    <a:pt x="3597" y="11241"/>
                  </a:lnTo>
                  <a:cubicBezTo>
                    <a:pt x="3645" y="11241"/>
                    <a:pt x="3668" y="11241"/>
                    <a:pt x="3692" y="11217"/>
                  </a:cubicBezTo>
                  <a:cubicBezTo>
                    <a:pt x="3811" y="11050"/>
                    <a:pt x="3716" y="10907"/>
                    <a:pt x="3573" y="10907"/>
                  </a:cubicBezTo>
                  <a:lnTo>
                    <a:pt x="430" y="10907"/>
                  </a:lnTo>
                  <a:lnTo>
                    <a:pt x="430" y="10741"/>
                  </a:lnTo>
                  <a:cubicBezTo>
                    <a:pt x="430" y="10526"/>
                    <a:pt x="596" y="10336"/>
                    <a:pt x="811" y="10336"/>
                  </a:cubicBezTo>
                  <a:lnTo>
                    <a:pt x="10074" y="10336"/>
                  </a:lnTo>
                  <a:cubicBezTo>
                    <a:pt x="10265" y="10336"/>
                    <a:pt x="10456" y="10526"/>
                    <a:pt x="10456" y="10741"/>
                  </a:cubicBezTo>
                  <a:lnTo>
                    <a:pt x="10456" y="10907"/>
                  </a:lnTo>
                  <a:lnTo>
                    <a:pt x="4264" y="10907"/>
                  </a:lnTo>
                  <a:cubicBezTo>
                    <a:pt x="4169" y="10907"/>
                    <a:pt x="4073" y="10979"/>
                    <a:pt x="4073" y="11098"/>
                  </a:cubicBezTo>
                  <a:cubicBezTo>
                    <a:pt x="4073" y="11169"/>
                    <a:pt x="4145" y="11265"/>
                    <a:pt x="4264" y="11265"/>
                  </a:cubicBezTo>
                  <a:lnTo>
                    <a:pt x="10456" y="11265"/>
                  </a:lnTo>
                  <a:cubicBezTo>
                    <a:pt x="10622" y="11265"/>
                    <a:pt x="10741" y="11146"/>
                    <a:pt x="10741" y="10979"/>
                  </a:cubicBezTo>
                  <a:lnTo>
                    <a:pt x="10741" y="10741"/>
                  </a:lnTo>
                  <a:cubicBezTo>
                    <a:pt x="10741" y="10407"/>
                    <a:pt x="10217" y="10050"/>
                    <a:pt x="10217" y="10050"/>
                  </a:cubicBezTo>
                  <a:lnTo>
                    <a:pt x="10217" y="5621"/>
                  </a:lnTo>
                  <a:lnTo>
                    <a:pt x="10336" y="5692"/>
                  </a:lnTo>
                  <a:cubicBezTo>
                    <a:pt x="10384" y="5740"/>
                    <a:pt x="10456" y="5764"/>
                    <a:pt x="10503" y="5764"/>
                  </a:cubicBezTo>
                  <a:cubicBezTo>
                    <a:pt x="10551" y="5764"/>
                    <a:pt x="10598" y="5764"/>
                    <a:pt x="10622" y="5740"/>
                  </a:cubicBezTo>
                  <a:cubicBezTo>
                    <a:pt x="10717" y="5668"/>
                    <a:pt x="10789" y="5573"/>
                    <a:pt x="10789" y="5454"/>
                  </a:cubicBezTo>
                  <a:lnTo>
                    <a:pt x="10789" y="4358"/>
                  </a:lnTo>
                  <a:cubicBezTo>
                    <a:pt x="10789" y="4263"/>
                    <a:pt x="10741" y="4192"/>
                    <a:pt x="10670" y="4144"/>
                  </a:cubicBezTo>
                  <a:lnTo>
                    <a:pt x="5574" y="72"/>
                  </a:lnTo>
                  <a:cubicBezTo>
                    <a:pt x="5526" y="24"/>
                    <a:pt x="5460" y="0"/>
                    <a:pt x="5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2" name="Google Shape;19932;p95"/>
          <p:cNvGrpSpPr/>
          <p:nvPr/>
        </p:nvGrpSpPr>
        <p:grpSpPr>
          <a:xfrm>
            <a:off x="996928" y="2319190"/>
            <a:ext cx="369794" cy="363550"/>
            <a:chOff x="979492" y="2466806"/>
            <a:chExt cx="369794" cy="363550"/>
          </a:xfrm>
        </p:grpSpPr>
        <p:sp>
          <p:nvSpPr>
            <p:cNvPr id="19933" name="Google Shape;19933;p95"/>
            <p:cNvSpPr/>
            <p:nvPr/>
          </p:nvSpPr>
          <p:spPr>
            <a:xfrm>
              <a:off x="1044900" y="2532181"/>
              <a:ext cx="239011" cy="147944"/>
            </a:xfrm>
            <a:custGeom>
              <a:rect b="b" l="l" r="r" t="t"/>
              <a:pathLst>
                <a:path extrusionOk="0" h="4526" w="7312">
                  <a:moveTo>
                    <a:pt x="3620" y="0"/>
                  </a:moveTo>
                  <a:lnTo>
                    <a:pt x="0" y="3763"/>
                  </a:lnTo>
                  <a:lnTo>
                    <a:pt x="0" y="4525"/>
                  </a:lnTo>
                  <a:lnTo>
                    <a:pt x="7311" y="4525"/>
                  </a:lnTo>
                  <a:lnTo>
                    <a:pt x="7311" y="3763"/>
                  </a:lnTo>
                  <a:lnTo>
                    <a:pt x="3620"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95"/>
            <p:cNvSpPr/>
            <p:nvPr/>
          </p:nvSpPr>
          <p:spPr>
            <a:xfrm>
              <a:off x="983415" y="2650509"/>
              <a:ext cx="359661" cy="55307"/>
            </a:xfrm>
            <a:custGeom>
              <a:rect b="b" l="l" r="r" t="t"/>
              <a:pathLst>
                <a:path extrusionOk="0" h="1692" w="11003">
                  <a:moveTo>
                    <a:pt x="834" y="0"/>
                  </a:moveTo>
                  <a:cubicBezTo>
                    <a:pt x="738" y="0"/>
                    <a:pt x="643" y="72"/>
                    <a:pt x="595" y="143"/>
                  </a:cubicBezTo>
                  <a:lnTo>
                    <a:pt x="24" y="1524"/>
                  </a:lnTo>
                  <a:cubicBezTo>
                    <a:pt x="0" y="1620"/>
                    <a:pt x="48" y="1691"/>
                    <a:pt x="143" y="1691"/>
                  </a:cubicBezTo>
                  <a:lnTo>
                    <a:pt x="10859" y="1691"/>
                  </a:lnTo>
                  <a:cubicBezTo>
                    <a:pt x="10955" y="1691"/>
                    <a:pt x="11002" y="1620"/>
                    <a:pt x="10979" y="1524"/>
                  </a:cubicBezTo>
                  <a:lnTo>
                    <a:pt x="10407" y="143"/>
                  </a:lnTo>
                  <a:cubicBezTo>
                    <a:pt x="10407" y="72"/>
                    <a:pt x="10312" y="0"/>
                    <a:pt x="102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95"/>
            <p:cNvSpPr/>
            <p:nvPr/>
          </p:nvSpPr>
          <p:spPr>
            <a:xfrm>
              <a:off x="995869" y="2705784"/>
              <a:ext cx="337858" cy="119898"/>
            </a:xfrm>
            <a:custGeom>
              <a:rect b="b" l="l" r="r" t="t"/>
              <a:pathLst>
                <a:path extrusionOk="0" h="3668" w="10336">
                  <a:moveTo>
                    <a:pt x="0" y="0"/>
                  </a:moveTo>
                  <a:lnTo>
                    <a:pt x="0" y="3406"/>
                  </a:lnTo>
                  <a:cubicBezTo>
                    <a:pt x="0" y="3548"/>
                    <a:pt x="119" y="3667"/>
                    <a:pt x="262" y="3667"/>
                  </a:cubicBezTo>
                  <a:lnTo>
                    <a:pt x="10074" y="3667"/>
                  </a:lnTo>
                  <a:cubicBezTo>
                    <a:pt x="10216" y="3667"/>
                    <a:pt x="10336" y="3548"/>
                    <a:pt x="10336" y="3406"/>
                  </a:cubicBezTo>
                  <a:lnTo>
                    <a:pt x="1033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95"/>
            <p:cNvSpPr/>
            <p:nvPr/>
          </p:nvSpPr>
          <p:spPr>
            <a:xfrm>
              <a:off x="1293227" y="2650509"/>
              <a:ext cx="49848" cy="55307"/>
            </a:xfrm>
            <a:custGeom>
              <a:rect b="b" l="l" r="r" t="t"/>
              <a:pathLst>
                <a:path extrusionOk="0" h="1692" w="1525">
                  <a:moveTo>
                    <a:pt x="0" y="0"/>
                  </a:moveTo>
                  <a:cubicBezTo>
                    <a:pt x="95" y="0"/>
                    <a:pt x="191" y="48"/>
                    <a:pt x="238" y="143"/>
                  </a:cubicBezTo>
                  <a:lnTo>
                    <a:pt x="810" y="1524"/>
                  </a:lnTo>
                  <a:cubicBezTo>
                    <a:pt x="834" y="1596"/>
                    <a:pt x="786" y="1691"/>
                    <a:pt x="691" y="1691"/>
                  </a:cubicBezTo>
                  <a:lnTo>
                    <a:pt x="1381" y="1691"/>
                  </a:lnTo>
                  <a:cubicBezTo>
                    <a:pt x="1477" y="1691"/>
                    <a:pt x="1524" y="1596"/>
                    <a:pt x="1501" y="1524"/>
                  </a:cubicBezTo>
                  <a:lnTo>
                    <a:pt x="929" y="143"/>
                  </a:lnTo>
                  <a:cubicBezTo>
                    <a:pt x="905" y="48"/>
                    <a:pt x="810" y="0"/>
                    <a:pt x="691"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95"/>
            <p:cNvSpPr/>
            <p:nvPr/>
          </p:nvSpPr>
          <p:spPr>
            <a:xfrm>
              <a:off x="1302543" y="2705784"/>
              <a:ext cx="29615" cy="119898"/>
            </a:xfrm>
            <a:custGeom>
              <a:rect b="b" l="l" r="r" t="t"/>
              <a:pathLst>
                <a:path extrusionOk="0" h="3668" w="906">
                  <a:moveTo>
                    <a:pt x="263" y="0"/>
                  </a:moveTo>
                  <a:lnTo>
                    <a:pt x="263" y="3406"/>
                  </a:lnTo>
                  <a:cubicBezTo>
                    <a:pt x="263" y="3548"/>
                    <a:pt x="144" y="3667"/>
                    <a:pt x="1" y="3667"/>
                  </a:cubicBezTo>
                  <a:lnTo>
                    <a:pt x="644" y="3667"/>
                  </a:lnTo>
                  <a:cubicBezTo>
                    <a:pt x="787" y="3667"/>
                    <a:pt x="906" y="3548"/>
                    <a:pt x="906" y="3406"/>
                  </a:cubicBezTo>
                  <a:lnTo>
                    <a:pt x="906"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95"/>
            <p:cNvSpPr/>
            <p:nvPr/>
          </p:nvSpPr>
          <p:spPr>
            <a:xfrm>
              <a:off x="1082262" y="2565653"/>
              <a:ext cx="163503" cy="260029"/>
            </a:xfrm>
            <a:custGeom>
              <a:rect b="b" l="l" r="r" t="t"/>
              <a:pathLst>
                <a:path extrusionOk="0" h="7955" w="5002">
                  <a:moveTo>
                    <a:pt x="2477" y="0"/>
                  </a:moveTo>
                  <a:lnTo>
                    <a:pt x="0" y="2596"/>
                  </a:lnTo>
                  <a:lnTo>
                    <a:pt x="0" y="7954"/>
                  </a:lnTo>
                  <a:lnTo>
                    <a:pt x="5002" y="7954"/>
                  </a:lnTo>
                  <a:lnTo>
                    <a:pt x="5002" y="2596"/>
                  </a:lnTo>
                  <a:lnTo>
                    <a:pt x="2477" y="0"/>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95"/>
            <p:cNvSpPr/>
            <p:nvPr/>
          </p:nvSpPr>
          <p:spPr>
            <a:xfrm>
              <a:off x="1153880" y="2566437"/>
              <a:ext cx="91885" cy="259245"/>
            </a:xfrm>
            <a:custGeom>
              <a:rect b="b" l="l" r="r" t="t"/>
              <a:pathLst>
                <a:path extrusionOk="0" h="7931" w="2811">
                  <a:moveTo>
                    <a:pt x="310" y="0"/>
                  </a:moveTo>
                  <a:lnTo>
                    <a:pt x="0" y="358"/>
                  </a:lnTo>
                  <a:lnTo>
                    <a:pt x="1715" y="2144"/>
                  </a:lnTo>
                  <a:cubicBezTo>
                    <a:pt x="2025" y="2453"/>
                    <a:pt x="2168" y="2858"/>
                    <a:pt x="2168" y="3287"/>
                  </a:cubicBezTo>
                  <a:lnTo>
                    <a:pt x="2168" y="7930"/>
                  </a:lnTo>
                  <a:lnTo>
                    <a:pt x="2811" y="7930"/>
                  </a:lnTo>
                  <a:lnTo>
                    <a:pt x="2811" y="2572"/>
                  </a:lnTo>
                  <a:lnTo>
                    <a:pt x="3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95"/>
            <p:cNvSpPr/>
            <p:nvPr/>
          </p:nvSpPr>
          <p:spPr>
            <a:xfrm>
              <a:off x="1132862" y="2626386"/>
              <a:ext cx="60733" cy="59949"/>
            </a:xfrm>
            <a:custGeom>
              <a:rect b="b" l="l" r="r" t="t"/>
              <a:pathLst>
                <a:path extrusionOk="0" h="1834" w="1858">
                  <a:moveTo>
                    <a:pt x="929" y="0"/>
                  </a:moveTo>
                  <a:cubicBezTo>
                    <a:pt x="429" y="0"/>
                    <a:pt x="0" y="405"/>
                    <a:pt x="0" y="929"/>
                  </a:cubicBezTo>
                  <a:cubicBezTo>
                    <a:pt x="0" y="1429"/>
                    <a:pt x="429" y="1834"/>
                    <a:pt x="929" y="1834"/>
                  </a:cubicBezTo>
                  <a:cubicBezTo>
                    <a:pt x="1429" y="1834"/>
                    <a:pt x="1858" y="1429"/>
                    <a:pt x="1858" y="929"/>
                  </a:cubicBezTo>
                  <a:cubicBezTo>
                    <a:pt x="1858" y="405"/>
                    <a:pt x="1429" y="0"/>
                    <a:pt x="929"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95"/>
            <p:cNvSpPr/>
            <p:nvPr/>
          </p:nvSpPr>
          <p:spPr>
            <a:xfrm>
              <a:off x="1152311" y="2626386"/>
              <a:ext cx="41284" cy="59949"/>
            </a:xfrm>
            <a:custGeom>
              <a:rect b="b" l="l" r="r" t="t"/>
              <a:pathLst>
                <a:path extrusionOk="0" h="1834" w="1263">
                  <a:moveTo>
                    <a:pt x="334" y="0"/>
                  </a:moveTo>
                  <a:cubicBezTo>
                    <a:pt x="215" y="0"/>
                    <a:pt x="96" y="24"/>
                    <a:pt x="1" y="48"/>
                  </a:cubicBezTo>
                  <a:cubicBezTo>
                    <a:pt x="358" y="214"/>
                    <a:pt x="596" y="524"/>
                    <a:pt x="596" y="905"/>
                  </a:cubicBezTo>
                  <a:cubicBezTo>
                    <a:pt x="596" y="1310"/>
                    <a:pt x="358" y="1667"/>
                    <a:pt x="1" y="1786"/>
                  </a:cubicBezTo>
                  <a:cubicBezTo>
                    <a:pt x="96" y="1810"/>
                    <a:pt x="215" y="1834"/>
                    <a:pt x="334" y="1834"/>
                  </a:cubicBezTo>
                  <a:cubicBezTo>
                    <a:pt x="834" y="1834"/>
                    <a:pt x="1263" y="1429"/>
                    <a:pt x="1263" y="905"/>
                  </a:cubicBezTo>
                  <a:cubicBezTo>
                    <a:pt x="1263" y="405"/>
                    <a:pt x="882" y="0"/>
                    <a:pt x="33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95"/>
            <p:cNvSpPr/>
            <p:nvPr/>
          </p:nvSpPr>
          <p:spPr>
            <a:xfrm>
              <a:off x="1300222" y="2736118"/>
              <a:ext cx="32720" cy="51417"/>
            </a:xfrm>
            <a:custGeom>
              <a:rect b="b" l="l" r="r" t="t"/>
              <a:pathLst>
                <a:path extrusionOk="0" h="1573" w="1001">
                  <a:moveTo>
                    <a:pt x="286" y="1"/>
                  </a:moveTo>
                  <a:cubicBezTo>
                    <a:pt x="120" y="1"/>
                    <a:pt x="1" y="120"/>
                    <a:pt x="1" y="263"/>
                  </a:cubicBezTo>
                  <a:lnTo>
                    <a:pt x="1" y="1311"/>
                  </a:lnTo>
                  <a:cubicBezTo>
                    <a:pt x="1" y="1454"/>
                    <a:pt x="120" y="1573"/>
                    <a:pt x="239" y="1573"/>
                  </a:cubicBezTo>
                  <a:lnTo>
                    <a:pt x="1001" y="1573"/>
                  </a:lnTo>
                  <a:lnTo>
                    <a:pt x="1001" y="1"/>
                  </a:ln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95"/>
            <p:cNvSpPr/>
            <p:nvPr/>
          </p:nvSpPr>
          <p:spPr>
            <a:xfrm>
              <a:off x="1311107" y="2736118"/>
              <a:ext cx="21051" cy="51417"/>
            </a:xfrm>
            <a:custGeom>
              <a:rect b="b" l="l" r="r" t="t"/>
              <a:pathLst>
                <a:path extrusionOk="0" h="1573" w="644">
                  <a:moveTo>
                    <a:pt x="1" y="1"/>
                  </a:moveTo>
                  <a:lnTo>
                    <a:pt x="1" y="1573"/>
                  </a:lnTo>
                  <a:lnTo>
                    <a:pt x="644" y="1573"/>
                  </a:lnTo>
                  <a:lnTo>
                    <a:pt x="644" y="1"/>
                  </a:ln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95"/>
            <p:cNvSpPr/>
            <p:nvPr/>
          </p:nvSpPr>
          <p:spPr>
            <a:xfrm>
              <a:off x="1125082" y="2722128"/>
              <a:ext cx="78646" cy="103554"/>
            </a:xfrm>
            <a:custGeom>
              <a:rect b="b" l="l" r="r" t="t"/>
              <a:pathLst>
                <a:path extrusionOk="0" h="3168" w="2406">
                  <a:moveTo>
                    <a:pt x="310" y="0"/>
                  </a:moveTo>
                  <a:cubicBezTo>
                    <a:pt x="167" y="0"/>
                    <a:pt x="0" y="119"/>
                    <a:pt x="0" y="310"/>
                  </a:cubicBezTo>
                  <a:lnTo>
                    <a:pt x="0" y="3167"/>
                  </a:lnTo>
                  <a:lnTo>
                    <a:pt x="2406" y="3167"/>
                  </a:lnTo>
                  <a:lnTo>
                    <a:pt x="2382" y="310"/>
                  </a:lnTo>
                  <a:cubicBezTo>
                    <a:pt x="2382" y="167"/>
                    <a:pt x="2263" y="0"/>
                    <a:pt x="2096"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95"/>
            <p:cNvSpPr/>
            <p:nvPr/>
          </p:nvSpPr>
          <p:spPr>
            <a:xfrm>
              <a:off x="1171793" y="2722128"/>
              <a:ext cx="31151" cy="103554"/>
            </a:xfrm>
            <a:custGeom>
              <a:rect b="b" l="l" r="r" t="t"/>
              <a:pathLst>
                <a:path extrusionOk="0" h="3168" w="953">
                  <a:moveTo>
                    <a:pt x="0" y="0"/>
                  </a:moveTo>
                  <a:cubicBezTo>
                    <a:pt x="191" y="0"/>
                    <a:pt x="310" y="167"/>
                    <a:pt x="310" y="310"/>
                  </a:cubicBezTo>
                  <a:lnTo>
                    <a:pt x="310" y="3167"/>
                  </a:lnTo>
                  <a:lnTo>
                    <a:pt x="953" y="3167"/>
                  </a:lnTo>
                  <a:lnTo>
                    <a:pt x="953" y="310"/>
                  </a:lnTo>
                  <a:cubicBezTo>
                    <a:pt x="953" y="119"/>
                    <a:pt x="810" y="0"/>
                    <a:pt x="66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95"/>
            <p:cNvSpPr/>
            <p:nvPr/>
          </p:nvSpPr>
          <p:spPr>
            <a:xfrm>
              <a:off x="1108739" y="2475370"/>
              <a:ext cx="53738" cy="31151"/>
            </a:xfrm>
            <a:custGeom>
              <a:rect b="b" l="l" r="r" t="t"/>
              <a:pathLst>
                <a:path extrusionOk="0" h="953" w="1644">
                  <a:moveTo>
                    <a:pt x="238" y="0"/>
                  </a:moveTo>
                  <a:cubicBezTo>
                    <a:pt x="119" y="0"/>
                    <a:pt x="0" y="119"/>
                    <a:pt x="0" y="238"/>
                  </a:cubicBezTo>
                  <a:lnTo>
                    <a:pt x="0" y="714"/>
                  </a:lnTo>
                  <a:cubicBezTo>
                    <a:pt x="0" y="857"/>
                    <a:pt x="119" y="953"/>
                    <a:pt x="238" y="953"/>
                  </a:cubicBezTo>
                  <a:lnTo>
                    <a:pt x="1643" y="953"/>
                  </a:lnTo>
                  <a:lnTo>
                    <a:pt x="1643" y="0"/>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95"/>
            <p:cNvSpPr/>
            <p:nvPr/>
          </p:nvSpPr>
          <p:spPr>
            <a:xfrm>
              <a:off x="995869" y="2736118"/>
              <a:ext cx="33505" cy="51417"/>
            </a:xfrm>
            <a:custGeom>
              <a:rect b="b" l="l" r="r" t="t"/>
              <a:pathLst>
                <a:path extrusionOk="0" h="1573" w="1025">
                  <a:moveTo>
                    <a:pt x="0" y="1"/>
                  </a:moveTo>
                  <a:lnTo>
                    <a:pt x="0" y="1573"/>
                  </a:lnTo>
                  <a:lnTo>
                    <a:pt x="738" y="1573"/>
                  </a:lnTo>
                  <a:cubicBezTo>
                    <a:pt x="857" y="1573"/>
                    <a:pt x="976" y="1454"/>
                    <a:pt x="1024" y="1311"/>
                  </a:cubicBezTo>
                  <a:lnTo>
                    <a:pt x="1024" y="263"/>
                  </a:lnTo>
                  <a:cubicBezTo>
                    <a:pt x="1024" y="120"/>
                    <a:pt x="905" y="1"/>
                    <a:pt x="738"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95"/>
            <p:cNvSpPr/>
            <p:nvPr/>
          </p:nvSpPr>
          <p:spPr>
            <a:xfrm>
              <a:off x="980277" y="2466806"/>
              <a:ext cx="33" cy="33"/>
            </a:xfrm>
            <a:custGeom>
              <a:rect b="b" l="l" r="r" t="t"/>
              <a:pathLst>
                <a:path extrusionOk="0" h="1" w="1">
                  <a:moveTo>
                    <a:pt x="1" y="0"/>
                  </a:move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95"/>
            <p:cNvSpPr/>
            <p:nvPr/>
          </p:nvSpPr>
          <p:spPr>
            <a:xfrm>
              <a:off x="1262860" y="2543850"/>
              <a:ext cx="42853" cy="17161"/>
            </a:xfrm>
            <a:custGeom>
              <a:rect b="b" l="l" r="r" t="t"/>
              <a:pathLst>
                <a:path extrusionOk="0" h="525" w="1311">
                  <a:moveTo>
                    <a:pt x="643" y="1"/>
                  </a:moveTo>
                  <a:cubicBezTo>
                    <a:pt x="429" y="1"/>
                    <a:pt x="239" y="48"/>
                    <a:pt x="48" y="239"/>
                  </a:cubicBezTo>
                  <a:cubicBezTo>
                    <a:pt x="0" y="286"/>
                    <a:pt x="0" y="406"/>
                    <a:pt x="48" y="477"/>
                  </a:cubicBezTo>
                  <a:cubicBezTo>
                    <a:pt x="72" y="501"/>
                    <a:pt x="143" y="525"/>
                    <a:pt x="167" y="525"/>
                  </a:cubicBezTo>
                  <a:cubicBezTo>
                    <a:pt x="191" y="525"/>
                    <a:pt x="262" y="501"/>
                    <a:pt x="286" y="477"/>
                  </a:cubicBezTo>
                  <a:cubicBezTo>
                    <a:pt x="381" y="382"/>
                    <a:pt x="524" y="310"/>
                    <a:pt x="643" y="310"/>
                  </a:cubicBezTo>
                  <a:cubicBezTo>
                    <a:pt x="786" y="310"/>
                    <a:pt x="905" y="382"/>
                    <a:pt x="1001" y="477"/>
                  </a:cubicBezTo>
                  <a:cubicBezTo>
                    <a:pt x="1024" y="501"/>
                    <a:pt x="1066" y="513"/>
                    <a:pt x="1111" y="513"/>
                  </a:cubicBezTo>
                  <a:cubicBezTo>
                    <a:pt x="1155" y="513"/>
                    <a:pt x="1203" y="501"/>
                    <a:pt x="1239" y="477"/>
                  </a:cubicBezTo>
                  <a:cubicBezTo>
                    <a:pt x="1310" y="406"/>
                    <a:pt x="1310" y="286"/>
                    <a:pt x="1239" y="239"/>
                  </a:cubicBezTo>
                  <a:cubicBezTo>
                    <a:pt x="1096" y="72"/>
                    <a:pt x="882" y="1"/>
                    <a:pt x="64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95"/>
            <p:cNvSpPr/>
            <p:nvPr/>
          </p:nvSpPr>
          <p:spPr>
            <a:xfrm>
              <a:off x="1247301" y="2518942"/>
              <a:ext cx="75541" cy="24941"/>
            </a:xfrm>
            <a:custGeom>
              <a:rect b="b" l="l" r="r" t="t"/>
              <a:pathLst>
                <a:path extrusionOk="0" h="763" w="2311">
                  <a:moveTo>
                    <a:pt x="1143" y="1"/>
                  </a:moveTo>
                  <a:cubicBezTo>
                    <a:pt x="738" y="1"/>
                    <a:pt x="357" y="167"/>
                    <a:pt x="48" y="453"/>
                  </a:cubicBezTo>
                  <a:cubicBezTo>
                    <a:pt x="0" y="525"/>
                    <a:pt x="0" y="644"/>
                    <a:pt x="48" y="691"/>
                  </a:cubicBezTo>
                  <a:cubicBezTo>
                    <a:pt x="83" y="727"/>
                    <a:pt x="131" y="745"/>
                    <a:pt x="176" y="745"/>
                  </a:cubicBezTo>
                  <a:cubicBezTo>
                    <a:pt x="220" y="745"/>
                    <a:pt x="262" y="727"/>
                    <a:pt x="286" y="691"/>
                  </a:cubicBezTo>
                  <a:cubicBezTo>
                    <a:pt x="524" y="453"/>
                    <a:pt x="834" y="334"/>
                    <a:pt x="1143" y="334"/>
                  </a:cubicBezTo>
                  <a:cubicBezTo>
                    <a:pt x="1477" y="334"/>
                    <a:pt x="1810" y="453"/>
                    <a:pt x="2024" y="691"/>
                  </a:cubicBezTo>
                  <a:cubicBezTo>
                    <a:pt x="2048" y="715"/>
                    <a:pt x="2072" y="763"/>
                    <a:pt x="2143" y="763"/>
                  </a:cubicBezTo>
                  <a:cubicBezTo>
                    <a:pt x="2167" y="763"/>
                    <a:pt x="2215" y="715"/>
                    <a:pt x="2263" y="691"/>
                  </a:cubicBezTo>
                  <a:cubicBezTo>
                    <a:pt x="2310" y="644"/>
                    <a:pt x="2310" y="525"/>
                    <a:pt x="2263" y="453"/>
                  </a:cubicBezTo>
                  <a:cubicBezTo>
                    <a:pt x="1953" y="167"/>
                    <a:pt x="1572" y="1"/>
                    <a:pt x="114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95"/>
            <p:cNvSpPr/>
            <p:nvPr/>
          </p:nvSpPr>
          <p:spPr>
            <a:xfrm>
              <a:off x="1228604" y="2494819"/>
              <a:ext cx="110582" cy="31936"/>
            </a:xfrm>
            <a:custGeom>
              <a:rect b="b" l="l" r="r" t="t"/>
              <a:pathLst>
                <a:path extrusionOk="0" h="977" w="3383">
                  <a:moveTo>
                    <a:pt x="1691" y="0"/>
                  </a:moveTo>
                  <a:cubicBezTo>
                    <a:pt x="1072" y="0"/>
                    <a:pt x="501" y="239"/>
                    <a:pt x="48" y="691"/>
                  </a:cubicBezTo>
                  <a:cubicBezTo>
                    <a:pt x="1" y="739"/>
                    <a:pt x="1" y="858"/>
                    <a:pt x="48" y="929"/>
                  </a:cubicBezTo>
                  <a:cubicBezTo>
                    <a:pt x="96" y="953"/>
                    <a:pt x="143" y="965"/>
                    <a:pt x="185" y="965"/>
                  </a:cubicBezTo>
                  <a:cubicBezTo>
                    <a:pt x="227" y="965"/>
                    <a:pt x="263" y="953"/>
                    <a:pt x="286" y="929"/>
                  </a:cubicBezTo>
                  <a:cubicBezTo>
                    <a:pt x="691" y="548"/>
                    <a:pt x="1168" y="334"/>
                    <a:pt x="1691" y="334"/>
                  </a:cubicBezTo>
                  <a:cubicBezTo>
                    <a:pt x="2215" y="334"/>
                    <a:pt x="2739" y="548"/>
                    <a:pt x="3096" y="929"/>
                  </a:cubicBezTo>
                  <a:cubicBezTo>
                    <a:pt x="3120" y="953"/>
                    <a:pt x="3168" y="977"/>
                    <a:pt x="3216" y="977"/>
                  </a:cubicBezTo>
                  <a:cubicBezTo>
                    <a:pt x="3239" y="977"/>
                    <a:pt x="3287" y="953"/>
                    <a:pt x="3335" y="929"/>
                  </a:cubicBezTo>
                  <a:cubicBezTo>
                    <a:pt x="3382" y="858"/>
                    <a:pt x="3382" y="739"/>
                    <a:pt x="3335" y="691"/>
                  </a:cubicBezTo>
                  <a:cubicBezTo>
                    <a:pt x="2882" y="239"/>
                    <a:pt x="2311" y="0"/>
                    <a:pt x="169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95"/>
            <p:cNvSpPr/>
            <p:nvPr/>
          </p:nvSpPr>
          <p:spPr>
            <a:xfrm>
              <a:off x="979492" y="2469126"/>
              <a:ext cx="369794" cy="361230"/>
            </a:xfrm>
            <a:custGeom>
              <a:rect b="b" l="l" r="r" t="t"/>
              <a:pathLst>
                <a:path extrusionOk="0" h="11051" w="11313">
                  <a:moveTo>
                    <a:pt x="5478" y="358"/>
                  </a:moveTo>
                  <a:lnTo>
                    <a:pt x="5478" y="1001"/>
                  </a:lnTo>
                  <a:lnTo>
                    <a:pt x="4216" y="1001"/>
                  </a:lnTo>
                  <a:cubicBezTo>
                    <a:pt x="4192" y="1001"/>
                    <a:pt x="4145" y="953"/>
                    <a:pt x="4145" y="929"/>
                  </a:cubicBezTo>
                  <a:lnTo>
                    <a:pt x="4145" y="453"/>
                  </a:lnTo>
                  <a:cubicBezTo>
                    <a:pt x="4145" y="429"/>
                    <a:pt x="4168" y="358"/>
                    <a:pt x="4216" y="358"/>
                  </a:cubicBezTo>
                  <a:close/>
                  <a:moveTo>
                    <a:pt x="5621" y="2168"/>
                  </a:moveTo>
                  <a:lnTo>
                    <a:pt x="8789" y="5406"/>
                  </a:lnTo>
                  <a:lnTo>
                    <a:pt x="8241" y="5406"/>
                  </a:lnTo>
                  <a:lnTo>
                    <a:pt x="5740" y="2882"/>
                  </a:lnTo>
                  <a:cubicBezTo>
                    <a:pt x="5716" y="2834"/>
                    <a:pt x="5669" y="2811"/>
                    <a:pt x="5621" y="2811"/>
                  </a:cubicBezTo>
                  <a:cubicBezTo>
                    <a:pt x="5550" y="2811"/>
                    <a:pt x="5526" y="2834"/>
                    <a:pt x="5502" y="2882"/>
                  </a:cubicBezTo>
                  <a:lnTo>
                    <a:pt x="3049" y="5406"/>
                  </a:lnTo>
                  <a:lnTo>
                    <a:pt x="2501" y="5406"/>
                  </a:lnTo>
                  <a:lnTo>
                    <a:pt x="5621" y="2168"/>
                  </a:lnTo>
                  <a:close/>
                  <a:moveTo>
                    <a:pt x="2978" y="5692"/>
                  </a:moveTo>
                  <a:lnTo>
                    <a:pt x="2978" y="7073"/>
                  </a:lnTo>
                  <a:lnTo>
                    <a:pt x="358" y="7073"/>
                  </a:lnTo>
                  <a:lnTo>
                    <a:pt x="882" y="5764"/>
                  </a:lnTo>
                  <a:cubicBezTo>
                    <a:pt x="882" y="5716"/>
                    <a:pt x="906" y="5692"/>
                    <a:pt x="954" y="5692"/>
                  </a:cubicBezTo>
                  <a:close/>
                  <a:moveTo>
                    <a:pt x="1215" y="8312"/>
                  </a:moveTo>
                  <a:cubicBezTo>
                    <a:pt x="1287" y="8312"/>
                    <a:pt x="1311" y="8383"/>
                    <a:pt x="1311" y="8407"/>
                  </a:cubicBezTo>
                  <a:lnTo>
                    <a:pt x="1311" y="9455"/>
                  </a:lnTo>
                  <a:cubicBezTo>
                    <a:pt x="1311" y="9502"/>
                    <a:pt x="1239" y="9550"/>
                    <a:pt x="1215" y="9550"/>
                  </a:cubicBezTo>
                  <a:lnTo>
                    <a:pt x="644" y="9550"/>
                  </a:lnTo>
                  <a:lnTo>
                    <a:pt x="644" y="8312"/>
                  </a:lnTo>
                  <a:close/>
                  <a:moveTo>
                    <a:pt x="10646" y="8336"/>
                  </a:moveTo>
                  <a:lnTo>
                    <a:pt x="10646" y="9574"/>
                  </a:lnTo>
                  <a:lnTo>
                    <a:pt x="10098" y="9574"/>
                  </a:lnTo>
                  <a:cubicBezTo>
                    <a:pt x="10027" y="9574"/>
                    <a:pt x="10003" y="9502"/>
                    <a:pt x="10003" y="9479"/>
                  </a:cubicBezTo>
                  <a:lnTo>
                    <a:pt x="10003" y="8431"/>
                  </a:lnTo>
                  <a:cubicBezTo>
                    <a:pt x="10003" y="8383"/>
                    <a:pt x="10051" y="8336"/>
                    <a:pt x="10098" y="8336"/>
                  </a:cubicBezTo>
                  <a:close/>
                  <a:moveTo>
                    <a:pt x="5478" y="7859"/>
                  </a:moveTo>
                  <a:lnTo>
                    <a:pt x="5478" y="10717"/>
                  </a:lnTo>
                  <a:lnTo>
                    <a:pt x="4621" y="10717"/>
                  </a:lnTo>
                  <a:lnTo>
                    <a:pt x="4621" y="8026"/>
                  </a:lnTo>
                  <a:cubicBezTo>
                    <a:pt x="4621" y="7931"/>
                    <a:pt x="4669" y="7859"/>
                    <a:pt x="4764" y="7859"/>
                  </a:cubicBezTo>
                  <a:close/>
                  <a:moveTo>
                    <a:pt x="6550" y="7907"/>
                  </a:moveTo>
                  <a:cubicBezTo>
                    <a:pt x="6645" y="7907"/>
                    <a:pt x="6693" y="7955"/>
                    <a:pt x="6693" y="8050"/>
                  </a:cubicBezTo>
                  <a:lnTo>
                    <a:pt x="6693" y="10717"/>
                  </a:lnTo>
                  <a:lnTo>
                    <a:pt x="5836" y="10717"/>
                  </a:lnTo>
                  <a:lnTo>
                    <a:pt x="5836" y="7907"/>
                  </a:lnTo>
                  <a:close/>
                  <a:moveTo>
                    <a:pt x="5621" y="3168"/>
                  </a:moveTo>
                  <a:lnTo>
                    <a:pt x="8003" y="5573"/>
                  </a:lnTo>
                  <a:lnTo>
                    <a:pt x="8003" y="10693"/>
                  </a:lnTo>
                  <a:lnTo>
                    <a:pt x="7026" y="10717"/>
                  </a:lnTo>
                  <a:lnTo>
                    <a:pt x="7026" y="8026"/>
                  </a:lnTo>
                  <a:cubicBezTo>
                    <a:pt x="7026" y="7740"/>
                    <a:pt x="6812" y="7550"/>
                    <a:pt x="6550" y="7550"/>
                  </a:cubicBezTo>
                  <a:lnTo>
                    <a:pt x="4764" y="7550"/>
                  </a:lnTo>
                  <a:cubicBezTo>
                    <a:pt x="4478" y="7550"/>
                    <a:pt x="4288" y="7740"/>
                    <a:pt x="4288" y="8026"/>
                  </a:cubicBezTo>
                  <a:lnTo>
                    <a:pt x="4288" y="10717"/>
                  </a:lnTo>
                  <a:lnTo>
                    <a:pt x="3311" y="10717"/>
                  </a:lnTo>
                  <a:lnTo>
                    <a:pt x="3311" y="9526"/>
                  </a:lnTo>
                  <a:cubicBezTo>
                    <a:pt x="3311" y="9455"/>
                    <a:pt x="3240" y="9383"/>
                    <a:pt x="3144" y="9360"/>
                  </a:cubicBezTo>
                  <a:cubicBezTo>
                    <a:pt x="3073" y="9360"/>
                    <a:pt x="2978" y="9407"/>
                    <a:pt x="2978" y="9502"/>
                  </a:cubicBezTo>
                  <a:lnTo>
                    <a:pt x="2978" y="10717"/>
                  </a:lnTo>
                  <a:lnTo>
                    <a:pt x="739" y="10717"/>
                  </a:lnTo>
                  <a:cubicBezTo>
                    <a:pt x="692" y="10717"/>
                    <a:pt x="620" y="10669"/>
                    <a:pt x="620" y="10622"/>
                  </a:cubicBezTo>
                  <a:lnTo>
                    <a:pt x="620" y="9907"/>
                  </a:lnTo>
                  <a:lnTo>
                    <a:pt x="1192" y="9907"/>
                  </a:lnTo>
                  <a:cubicBezTo>
                    <a:pt x="1430" y="9907"/>
                    <a:pt x="1644" y="9717"/>
                    <a:pt x="1644" y="9455"/>
                  </a:cubicBezTo>
                  <a:lnTo>
                    <a:pt x="1644" y="8407"/>
                  </a:lnTo>
                  <a:cubicBezTo>
                    <a:pt x="1644" y="8169"/>
                    <a:pt x="1454" y="7955"/>
                    <a:pt x="1192" y="7955"/>
                  </a:cubicBezTo>
                  <a:lnTo>
                    <a:pt x="620" y="7955"/>
                  </a:lnTo>
                  <a:lnTo>
                    <a:pt x="620" y="7359"/>
                  </a:lnTo>
                  <a:lnTo>
                    <a:pt x="2954" y="7359"/>
                  </a:lnTo>
                  <a:lnTo>
                    <a:pt x="2954" y="8836"/>
                  </a:lnTo>
                  <a:cubicBezTo>
                    <a:pt x="2954" y="8883"/>
                    <a:pt x="3002" y="8979"/>
                    <a:pt x="3073" y="8979"/>
                  </a:cubicBezTo>
                  <a:cubicBezTo>
                    <a:pt x="3086" y="8981"/>
                    <a:pt x="3098" y="8982"/>
                    <a:pt x="3111" y="8982"/>
                  </a:cubicBezTo>
                  <a:cubicBezTo>
                    <a:pt x="3216" y="8982"/>
                    <a:pt x="3311" y="8899"/>
                    <a:pt x="3311" y="8836"/>
                  </a:cubicBezTo>
                  <a:lnTo>
                    <a:pt x="3311" y="5573"/>
                  </a:lnTo>
                  <a:lnTo>
                    <a:pt x="5621" y="3168"/>
                  </a:lnTo>
                  <a:close/>
                  <a:moveTo>
                    <a:pt x="10384" y="5692"/>
                  </a:moveTo>
                  <a:cubicBezTo>
                    <a:pt x="10408" y="5692"/>
                    <a:pt x="10432" y="5716"/>
                    <a:pt x="10432" y="5764"/>
                  </a:cubicBezTo>
                  <a:lnTo>
                    <a:pt x="10979" y="7073"/>
                  </a:lnTo>
                  <a:lnTo>
                    <a:pt x="10265" y="7073"/>
                  </a:lnTo>
                  <a:cubicBezTo>
                    <a:pt x="10170" y="7073"/>
                    <a:pt x="10122" y="7121"/>
                    <a:pt x="10098" y="7216"/>
                  </a:cubicBezTo>
                  <a:cubicBezTo>
                    <a:pt x="10098" y="7312"/>
                    <a:pt x="10146" y="7383"/>
                    <a:pt x="10241" y="7383"/>
                  </a:cubicBezTo>
                  <a:lnTo>
                    <a:pt x="10646" y="7383"/>
                  </a:lnTo>
                  <a:lnTo>
                    <a:pt x="10646" y="7978"/>
                  </a:lnTo>
                  <a:lnTo>
                    <a:pt x="10098" y="7978"/>
                  </a:lnTo>
                  <a:cubicBezTo>
                    <a:pt x="9836" y="7978"/>
                    <a:pt x="9646" y="8169"/>
                    <a:pt x="9646" y="8431"/>
                  </a:cubicBezTo>
                  <a:lnTo>
                    <a:pt x="9646" y="9479"/>
                  </a:lnTo>
                  <a:cubicBezTo>
                    <a:pt x="9646" y="9717"/>
                    <a:pt x="9813" y="9931"/>
                    <a:pt x="10098" y="9931"/>
                  </a:cubicBezTo>
                  <a:lnTo>
                    <a:pt x="10646" y="9931"/>
                  </a:lnTo>
                  <a:lnTo>
                    <a:pt x="10646" y="10646"/>
                  </a:lnTo>
                  <a:cubicBezTo>
                    <a:pt x="10646" y="10693"/>
                    <a:pt x="10622" y="10717"/>
                    <a:pt x="10575" y="10717"/>
                  </a:cubicBezTo>
                  <a:lnTo>
                    <a:pt x="8336" y="10717"/>
                  </a:lnTo>
                  <a:lnTo>
                    <a:pt x="8336" y="7407"/>
                  </a:lnTo>
                  <a:lnTo>
                    <a:pt x="9551" y="7407"/>
                  </a:lnTo>
                  <a:cubicBezTo>
                    <a:pt x="9646" y="7407"/>
                    <a:pt x="9693" y="7335"/>
                    <a:pt x="9717" y="7240"/>
                  </a:cubicBezTo>
                  <a:cubicBezTo>
                    <a:pt x="9717" y="7145"/>
                    <a:pt x="9670" y="7073"/>
                    <a:pt x="9574" y="7073"/>
                  </a:cubicBezTo>
                  <a:lnTo>
                    <a:pt x="8360" y="7073"/>
                  </a:lnTo>
                  <a:lnTo>
                    <a:pt x="8360" y="5692"/>
                  </a:lnTo>
                  <a:close/>
                  <a:moveTo>
                    <a:pt x="4192" y="1"/>
                  </a:moveTo>
                  <a:cubicBezTo>
                    <a:pt x="3954" y="1"/>
                    <a:pt x="3787" y="191"/>
                    <a:pt x="3787" y="429"/>
                  </a:cubicBezTo>
                  <a:lnTo>
                    <a:pt x="3787" y="905"/>
                  </a:lnTo>
                  <a:cubicBezTo>
                    <a:pt x="3787" y="1144"/>
                    <a:pt x="3954" y="1310"/>
                    <a:pt x="4192" y="1310"/>
                  </a:cubicBezTo>
                  <a:lnTo>
                    <a:pt x="5454" y="1310"/>
                  </a:lnTo>
                  <a:lnTo>
                    <a:pt x="5454" y="1858"/>
                  </a:lnTo>
                  <a:cubicBezTo>
                    <a:pt x="5454" y="1858"/>
                    <a:pt x="2073" y="5359"/>
                    <a:pt x="2049" y="5359"/>
                  </a:cubicBezTo>
                  <a:lnTo>
                    <a:pt x="977" y="5406"/>
                  </a:lnTo>
                  <a:cubicBezTo>
                    <a:pt x="811" y="5406"/>
                    <a:pt x="644" y="5502"/>
                    <a:pt x="596" y="5645"/>
                  </a:cubicBezTo>
                  <a:lnTo>
                    <a:pt x="25" y="7002"/>
                  </a:lnTo>
                  <a:cubicBezTo>
                    <a:pt x="1" y="7097"/>
                    <a:pt x="1" y="7192"/>
                    <a:pt x="49" y="7288"/>
                  </a:cubicBezTo>
                  <a:cubicBezTo>
                    <a:pt x="120" y="7359"/>
                    <a:pt x="215" y="7407"/>
                    <a:pt x="287" y="7407"/>
                  </a:cubicBezTo>
                  <a:lnTo>
                    <a:pt x="287" y="10622"/>
                  </a:lnTo>
                  <a:cubicBezTo>
                    <a:pt x="287" y="10860"/>
                    <a:pt x="501" y="11050"/>
                    <a:pt x="739" y="11050"/>
                  </a:cubicBezTo>
                  <a:lnTo>
                    <a:pt x="10527" y="11050"/>
                  </a:lnTo>
                  <a:cubicBezTo>
                    <a:pt x="10765" y="11050"/>
                    <a:pt x="10979" y="10860"/>
                    <a:pt x="10979" y="10622"/>
                  </a:cubicBezTo>
                  <a:lnTo>
                    <a:pt x="10979" y="7407"/>
                  </a:lnTo>
                  <a:cubicBezTo>
                    <a:pt x="11075" y="7407"/>
                    <a:pt x="11170" y="7335"/>
                    <a:pt x="11218" y="7288"/>
                  </a:cubicBezTo>
                  <a:cubicBezTo>
                    <a:pt x="11313" y="7192"/>
                    <a:pt x="11313" y="7097"/>
                    <a:pt x="11289" y="7002"/>
                  </a:cubicBezTo>
                  <a:lnTo>
                    <a:pt x="10717" y="5645"/>
                  </a:lnTo>
                  <a:cubicBezTo>
                    <a:pt x="10646" y="5478"/>
                    <a:pt x="10503" y="5406"/>
                    <a:pt x="10313" y="5406"/>
                  </a:cubicBezTo>
                  <a:lnTo>
                    <a:pt x="9241" y="5406"/>
                  </a:lnTo>
                  <a:lnTo>
                    <a:pt x="5764" y="1858"/>
                  </a:lnTo>
                  <a:lnTo>
                    <a:pt x="5764" y="191"/>
                  </a:lnTo>
                  <a:cubicBezTo>
                    <a:pt x="5764" y="96"/>
                    <a:pt x="5716" y="1"/>
                    <a:pt x="55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95"/>
            <p:cNvSpPr/>
            <p:nvPr/>
          </p:nvSpPr>
          <p:spPr>
            <a:xfrm>
              <a:off x="1127403" y="2620143"/>
              <a:ext cx="71651" cy="72435"/>
            </a:xfrm>
            <a:custGeom>
              <a:rect b="b" l="l" r="r" t="t"/>
              <a:pathLst>
                <a:path extrusionOk="0" h="2216" w="2192">
                  <a:moveTo>
                    <a:pt x="1096" y="334"/>
                  </a:moveTo>
                  <a:cubicBezTo>
                    <a:pt x="1525" y="334"/>
                    <a:pt x="1882" y="691"/>
                    <a:pt x="1882" y="1096"/>
                  </a:cubicBezTo>
                  <a:cubicBezTo>
                    <a:pt x="1882" y="1525"/>
                    <a:pt x="1525" y="1882"/>
                    <a:pt x="1096" y="1882"/>
                  </a:cubicBezTo>
                  <a:cubicBezTo>
                    <a:pt x="691" y="1882"/>
                    <a:pt x="334" y="1525"/>
                    <a:pt x="334" y="1096"/>
                  </a:cubicBezTo>
                  <a:cubicBezTo>
                    <a:pt x="334" y="691"/>
                    <a:pt x="691" y="334"/>
                    <a:pt x="1096" y="334"/>
                  </a:cubicBezTo>
                  <a:close/>
                  <a:moveTo>
                    <a:pt x="1096" y="1"/>
                  </a:moveTo>
                  <a:cubicBezTo>
                    <a:pt x="501" y="1"/>
                    <a:pt x="1" y="501"/>
                    <a:pt x="1" y="1096"/>
                  </a:cubicBezTo>
                  <a:cubicBezTo>
                    <a:pt x="1" y="1691"/>
                    <a:pt x="501" y="2215"/>
                    <a:pt x="1096" y="2215"/>
                  </a:cubicBezTo>
                  <a:cubicBezTo>
                    <a:pt x="1692" y="2215"/>
                    <a:pt x="2192" y="1691"/>
                    <a:pt x="2192" y="1096"/>
                  </a:cubicBezTo>
                  <a:cubicBezTo>
                    <a:pt x="2192" y="501"/>
                    <a:pt x="1715" y="1"/>
                    <a:pt x="10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95"/>
            <p:cNvSpPr/>
            <p:nvPr/>
          </p:nvSpPr>
          <p:spPr>
            <a:xfrm>
              <a:off x="1158554" y="2638055"/>
              <a:ext cx="15592" cy="28046"/>
            </a:xfrm>
            <a:custGeom>
              <a:rect b="b" l="l" r="r" t="t"/>
              <a:pathLst>
                <a:path extrusionOk="0" h="858" w="477">
                  <a:moveTo>
                    <a:pt x="167" y="0"/>
                  </a:moveTo>
                  <a:cubicBezTo>
                    <a:pt x="96" y="0"/>
                    <a:pt x="0" y="48"/>
                    <a:pt x="0" y="143"/>
                  </a:cubicBezTo>
                  <a:lnTo>
                    <a:pt x="0" y="524"/>
                  </a:lnTo>
                  <a:cubicBezTo>
                    <a:pt x="0" y="596"/>
                    <a:pt x="24" y="619"/>
                    <a:pt x="48" y="643"/>
                  </a:cubicBezTo>
                  <a:lnTo>
                    <a:pt x="191" y="786"/>
                  </a:lnTo>
                  <a:cubicBezTo>
                    <a:pt x="238" y="834"/>
                    <a:pt x="286" y="858"/>
                    <a:pt x="334" y="858"/>
                  </a:cubicBezTo>
                  <a:cubicBezTo>
                    <a:pt x="358" y="858"/>
                    <a:pt x="405" y="834"/>
                    <a:pt x="453" y="786"/>
                  </a:cubicBezTo>
                  <a:cubicBezTo>
                    <a:pt x="477" y="738"/>
                    <a:pt x="477" y="643"/>
                    <a:pt x="405" y="596"/>
                  </a:cubicBezTo>
                  <a:lnTo>
                    <a:pt x="334" y="500"/>
                  </a:lnTo>
                  <a:lnTo>
                    <a:pt x="334" y="167"/>
                  </a:lnTo>
                  <a:cubicBezTo>
                    <a:pt x="334" y="72"/>
                    <a:pt x="262" y="24"/>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95"/>
          <p:cNvGrpSpPr/>
          <p:nvPr/>
        </p:nvGrpSpPr>
        <p:grpSpPr>
          <a:xfrm>
            <a:off x="997713" y="2897452"/>
            <a:ext cx="369009" cy="313735"/>
            <a:chOff x="980277" y="3049852"/>
            <a:chExt cx="369009" cy="313735"/>
          </a:xfrm>
        </p:grpSpPr>
        <p:sp>
          <p:nvSpPr>
            <p:cNvPr id="19956" name="Google Shape;19956;p95"/>
            <p:cNvSpPr/>
            <p:nvPr/>
          </p:nvSpPr>
          <p:spPr>
            <a:xfrm>
              <a:off x="984951" y="3085645"/>
              <a:ext cx="358124" cy="271698"/>
            </a:xfrm>
            <a:custGeom>
              <a:rect b="b" l="l" r="r" t="t"/>
              <a:pathLst>
                <a:path extrusionOk="0" h="8312" w="10956">
                  <a:moveTo>
                    <a:pt x="120" y="0"/>
                  </a:moveTo>
                  <a:cubicBezTo>
                    <a:pt x="72" y="0"/>
                    <a:pt x="1" y="48"/>
                    <a:pt x="1" y="120"/>
                  </a:cubicBezTo>
                  <a:lnTo>
                    <a:pt x="1" y="8002"/>
                  </a:lnTo>
                  <a:cubicBezTo>
                    <a:pt x="1" y="8193"/>
                    <a:pt x="167" y="8312"/>
                    <a:pt x="310" y="8312"/>
                  </a:cubicBezTo>
                  <a:lnTo>
                    <a:pt x="10670" y="8312"/>
                  </a:lnTo>
                  <a:cubicBezTo>
                    <a:pt x="10836" y="8312"/>
                    <a:pt x="10955" y="8193"/>
                    <a:pt x="10932" y="8026"/>
                  </a:cubicBezTo>
                  <a:lnTo>
                    <a:pt x="10932" y="286"/>
                  </a:lnTo>
                  <a:cubicBezTo>
                    <a:pt x="10932" y="120"/>
                    <a:pt x="10789" y="0"/>
                    <a:pt x="10646"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95"/>
            <p:cNvSpPr/>
            <p:nvPr/>
          </p:nvSpPr>
          <p:spPr>
            <a:xfrm>
              <a:off x="986520" y="3085645"/>
              <a:ext cx="356555" cy="43638"/>
            </a:xfrm>
            <a:custGeom>
              <a:rect b="b" l="l" r="r" t="t"/>
              <a:pathLst>
                <a:path extrusionOk="0" h="1335" w="10908">
                  <a:moveTo>
                    <a:pt x="0" y="0"/>
                  </a:moveTo>
                  <a:lnTo>
                    <a:pt x="0" y="1334"/>
                  </a:lnTo>
                  <a:lnTo>
                    <a:pt x="10907" y="1334"/>
                  </a:lnTo>
                  <a:lnTo>
                    <a:pt x="10907" y="167"/>
                  </a:lnTo>
                  <a:cubicBezTo>
                    <a:pt x="10907" y="96"/>
                    <a:pt x="10812" y="0"/>
                    <a:pt x="10741"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95"/>
            <p:cNvSpPr/>
            <p:nvPr/>
          </p:nvSpPr>
          <p:spPr>
            <a:xfrm>
              <a:off x="1311891" y="3085645"/>
              <a:ext cx="31184" cy="272483"/>
            </a:xfrm>
            <a:custGeom>
              <a:rect b="b" l="l" r="r" t="t"/>
              <a:pathLst>
                <a:path extrusionOk="0" h="8336" w="954">
                  <a:moveTo>
                    <a:pt x="1" y="0"/>
                  </a:moveTo>
                  <a:cubicBezTo>
                    <a:pt x="167" y="0"/>
                    <a:pt x="310" y="120"/>
                    <a:pt x="310" y="286"/>
                  </a:cubicBezTo>
                  <a:lnTo>
                    <a:pt x="310" y="8026"/>
                  </a:lnTo>
                  <a:cubicBezTo>
                    <a:pt x="310" y="8193"/>
                    <a:pt x="191" y="8336"/>
                    <a:pt x="1" y="8336"/>
                  </a:cubicBezTo>
                  <a:lnTo>
                    <a:pt x="668" y="8336"/>
                  </a:lnTo>
                  <a:cubicBezTo>
                    <a:pt x="810" y="8336"/>
                    <a:pt x="953" y="8216"/>
                    <a:pt x="953" y="8026"/>
                  </a:cubicBezTo>
                  <a:lnTo>
                    <a:pt x="953" y="286"/>
                  </a:lnTo>
                  <a:cubicBezTo>
                    <a:pt x="953" y="143"/>
                    <a:pt x="834" y="0"/>
                    <a:pt x="66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95"/>
            <p:cNvSpPr/>
            <p:nvPr/>
          </p:nvSpPr>
          <p:spPr>
            <a:xfrm>
              <a:off x="1315781" y="3085645"/>
              <a:ext cx="27294" cy="43638"/>
            </a:xfrm>
            <a:custGeom>
              <a:rect b="b" l="l" r="r" t="t"/>
              <a:pathLst>
                <a:path extrusionOk="0" h="1335" w="835">
                  <a:moveTo>
                    <a:pt x="1" y="0"/>
                  </a:moveTo>
                  <a:cubicBezTo>
                    <a:pt x="96" y="0"/>
                    <a:pt x="191" y="96"/>
                    <a:pt x="191" y="167"/>
                  </a:cubicBezTo>
                  <a:lnTo>
                    <a:pt x="191" y="1334"/>
                  </a:lnTo>
                  <a:lnTo>
                    <a:pt x="834" y="1334"/>
                  </a:lnTo>
                  <a:lnTo>
                    <a:pt x="834" y="167"/>
                  </a:lnTo>
                  <a:cubicBezTo>
                    <a:pt x="834" y="96"/>
                    <a:pt x="739" y="0"/>
                    <a:pt x="66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95"/>
            <p:cNvSpPr/>
            <p:nvPr/>
          </p:nvSpPr>
          <p:spPr>
            <a:xfrm>
              <a:off x="986520" y="3054494"/>
              <a:ext cx="126926" cy="31968"/>
            </a:xfrm>
            <a:custGeom>
              <a:rect b="b" l="l" r="r" t="t"/>
              <a:pathLst>
                <a:path extrusionOk="0" h="978" w="3883">
                  <a:moveTo>
                    <a:pt x="381" y="1"/>
                  </a:moveTo>
                  <a:cubicBezTo>
                    <a:pt x="167" y="1"/>
                    <a:pt x="0" y="168"/>
                    <a:pt x="0" y="382"/>
                  </a:cubicBezTo>
                  <a:lnTo>
                    <a:pt x="0" y="977"/>
                  </a:lnTo>
                  <a:lnTo>
                    <a:pt x="3882" y="977"/>
                  </a:lnTo>
                  <a:lnTo>
                    <a:pt x="3882" y="382"/>
                  </a:lnTo>
                  <a:cubicBezTo>
                    <a:pt x="3882" y="168"/>
                    <a:pt x="3739" y="1"/>
                    <a:pt x="3525"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95"/>
            <p:cNvSpPr/>
            <p:nvPr/>
          </p:nvSpPr>
          <p:spPr>
            <a:xfrm>
              <a:off x="1019208" y="3182956"/>
              <a:ext cx="184521" cy="174388"/>
            </a:xfrm>
            <a:custGeom>
              <a:rect b="b" l="l" r="r" t="t"/>
              <a:pathLst>
                <a:path extrusionOk="0" h="5335" w="5645">
                  <a:moveTo>
                    <a:pt x="262" y="0"/>
                  </a:moveTo>
                  <a:cubicBezTo>
                    <a:pt x="120" y="0"/>
                    <a:pt x="0" y="119"/>
                    <a:pt x="0" y="262"/>
                  </a:cubicBezTo>
                  <a:lnTo>
                    <a:pt x="0" y="5335"/>
                  </a:lnTo>
                  <a:lnTo>
                    <a:pt x="5645" y="5335"/>
                  </a:lnTo>
                  <a:lnTo>
                    <a:pt x="5645" y="262"/>
                  </a:lnTo>
                  <a:cubicBezTo>
                    <a:pt x="5645" y="119"/>
                    <a:pt x="5525" y="0"/>
                    <a:pt x="538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95"/>
            <p:cNvSpPr/>
            <p:nvPr/>
          </p:nvSpPr>
          <p:spPr>
            <a:xfrm>
              <a:off x="1080693" y="3054494"/>
              <a:ext cx="34289" cy="31968"/>
            </a:xfrm>
            <a:custGeom>
              <a:rect b="b" l="l" r="r" t="t"/>
              <a:pathLst>
                <a:path extrusionOk="0" h="978" w="1049">
                  <a:moveTo>
                    <a:pt x="1" y="1"/>
                  </a:moveTo>
                  <a:cubicBezTo>
                    <a:pt x="215" y="1"/>
                    <a:pt x="382" y="168"/>
                    <a:pt x="382" y="382"/>
                  </a:cubicBezTo>
                  <a:lnTo>
                    <a:pt x="382" y="977"/>
                  </a:lnTo>
                  <a:lnTo>
                    <a:pt x="1049" y="977"/>
                  </a:lnTo>
                  <a:lnTo>
                    <a:pt x="1049" y="382"/>
                  </a:lnTo>
                  <a:cubicBezTo>
                    <a:pt x="1001" y="168"/>
                    <a:pt x="858" y="1"/>
                    <a:pt x="644"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95"/>
            <p:cNvSpPr/>
            <p:nvPr/>
          </p:nvSpPr>
          <p:spPr>
            <a:xfrm>
              <a:off x="1174114" y="3182956"/>
              <a:ext cx="29615" cy="174388"/>
            </a:xfrm>
            <a:custGeom>
              <a:rect b="b" l="l" r="r" t="t"/>
              <a:pathLst>
                <a:path extrusionOk="0" h="5335" w="906">
                  <a:moveTo>
                    <a:pt x="1" y="0"/>
                  </a:moveTo>
                  <a:cubicBezTo>
                    <a:pt x="143" y="0"/>
                    <a:pt x="263" y="119"/>
                    <a:pt x="263" y="262"/>
                  </a:cubicBezTo>
                  <a:lnTo>
                    <a:pt x="263" y="5335"/>
                  </a:lnTo>
                  <a:lnTo>
                    <a:pt x="906" y="5335"/>
                  </a:lnTo>
                  <a:lnTo>
                    <a:pt x="906" y="262"/>
                  </a:lnTo>
                  <a:cubicBezTo>
                    <a:pt x="906" y="119"/>
                    <a:pt x="786" y="0"/>
                    <a:pt x="64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95"/>
            <p:cNvSpPr/>
            <p:nvPr/>
          </p:nvSpPr>
          <p:spPr>
            <a:xfrm>
              <a:off x="1231709" y="3182760"/>
              <a:ext cx="27294" cy="174584"/>
            </a:xfrm>
            <a:custGeom>
              <a:rect b="b" l="l" r="r" t="t"/>
              <a:pathLst>
                <a:path extrusionOk="0" h="5341" w="835">
                  <a:moveTo>
                    <a:pt x="406" y="0"/>
                  </a:moveTo>
                  <a:cubicBezTo>
                    <a:pt x="364" y="0"/>
                    <a:pt x="322" y="18"/>
                    <a:pt x="310" y="54"/>
                  </a:cubicBezTo>
                  <a:lnTo>
                    <a:pt x="1" y="1245"/>
                  </a:lnTo>
                  <a:lnTo>
                    <a:pt x="1" y="1340"/>
                  </a:lnTo>
                  <a:lnTo>
                    <a:pt x="1" y="5341"/>
                  </a:lnTo>
                  <a:lnTo>
                    <a:pt x="834" y="5341"/>
                  </a:lnTo>
                  <a:lnTo>
                    <a:pt x="811" y="1340"/>
                  </a:lnTo>
                  <a:lnTo>
                    <a:pt x="811" y="1245"/>
                  </a:lnTo>
                  <a:lnTo>
                    <a:pt x="501" y="54"/>
                  </a:lnTo>
                  <a:cubicBezTo>
                    <a:pt x="489" y="18"/>
                    <a:pt x="447" y="0"/>
                    <a:pt x="406"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95"/>
            <p:cNvSpPr/>
            <p:nvPr/>
          </p:nvSpPr>
          <p:spPr>
            <a:xfrm>
              <a:off x="1231709" y="3232772"/>
              <a:ext cx="27294" cy="124572"/>
            </a:xfrm>
            <a:custGeom>
              <a:rect b="b" l="l" r="r" t="t"/>
              <a:pathLst>
                <a:path extrusionOk="0" h="3811" w="835">
                  <a:moveTo>
                    <a:pt x="1" y="0"/>
                  </a:moveTo>
                  <a:lnTo>
                    <a:pt x="1" y="3811"/>
                  </a:lnTo>
                  <a:lnTo>
                    <a:pt x="834" y="3811"/>
                  </a:lnTo>
                  <a:lnTo>
                    <a:pt x="834" y="0"/>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95"/>
            <p:cNvSpPr/>
            <p:nvPr/>
          </p:nvSpPr>
          <p:spPr>
            <a:xfrm>
              <a:off x="1283878" y="3182956"/>
              <a:ext cx="27261" cy="174388"/>
            </a:xfrm>
            <a:custGeom>
              <a:rect b="b" l="l" r="r" t="t"/>
              <a:pathLst>
                <a:path extrusionOk="0" h="5335" w="834">
                  <a:moveTo>
                    <a:pt x="429" y="0"/>
                  </a:moveTo>
                  <a:cubicBezTo>
                    <a:pt x="358" y="0"/>
                    <a:pt x="334" y="24"/>
                    <a:pt x="310" y="96"/>
                  </a:cubicBezTo>
                  <a:lnTo>
                    <a:pt x="0" y="1453"/>
                  </a:lnTo>
                  <a:lnTo>
                    <a:pt x="0" y="1548"/>
                  </a:lnTo>
                  <a:lnTo>
                    <a:pt x="0" y="5335"/>
                  </a:lnTo>
                  <a:lnTo>
                    <a:pt x="834" y="5335"/>
                  </a:lnTo>
                  <a:lnTo>
                    <a:pt x="834" y="1548"/>
                  </a:lnTo>
                  <a:lnTo>
                    <a:pt x="834" y="1453"/>
                  </a:lnTo>
                  <a:lnTo>
                    <a:pt x="548" y="96"/>
                  </a:lnTo>
                  <a:cubicBezTo>
                    <a:pt x="501" y="24"/>
                    <a:pt x="477" y="0"/>
                    <a:pt x="429"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95"/>
            <p:cNvSpPr/>
            <p:nvPr/>
          </p:nvSpPr>
          <p:spPr>
            <a:xfrm>
              <a:off x="1283878" y="3182956"/>
              <a:ext cx="27261" cy="66192"/>
            </a:xfrm>
            <a:custGeom>
              <a:rect b="b" l="l" r="r" t="t"/>
              <a:pathLst>
                <a:path extrusionOk="0" h="2025" w="834">
                  <a:moveTo>
                    <a:pt x="405" y="0"/>
                  </a:moveTo>
                  <a:cubicBezTo>
                    <a:pt x="358" y="0"/>
                    <a:pt x="334" y="24"/>
                    <a:pt x="286" y="72"/>
                  </a:cubicBezTo>
                  <a:lnTo>
                    <a:pt x="0" y="1453"/>
                  </a:lnTo>
                  <a:lnTo>
                    <a:pt x="0" y="1548"/>
                  </a:lnTo>
                  <a:lnTo>
                    <a:pt x="0" y="2025"/>
                  </a:lnTo>
                  <a:lnTo>
                    <a:pt x="834" y="2025"/>
                  </a:lnTo>
                  <a:lnTo>
                    <a:pt x="834" y="1548"/>
                  </a:lnTo>
                  <a:lnTo>
                    <a:pt x="834" y="1453"/>
                  </a:lnTo>
                  <a:lnTo>
                    <a:pt x="524" y="72"/>
                  </a:lnTo>
                  <a:cubicBezTo>
                    <a:pt x="524" y="24"/>
                    <a:pt x="477" y="0"/>
                    <a:pt x="40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95"/>
            <p:cNvSpPr/>
            <p:nvPr/>
          </p:nvSpPr>
          <p:spPr>
            <a:xfrm>
              <a:off x="1260507" y="3101989"/>
              <a:ext cx="11735" cy="11702"/>
            </a:xfrm>
            <a:custGeom>
              <a:rect b="b" l="l" r="r" t="t"/>
              <a:pathLst>
                <a:path extrusionOk="0" h="358" w="359">
                  <a:moveTo>
                    <a:pt x="192" y="1"/>
                  </a:moveTo>
                  <a:cubicBezTo>
                    <a:pt x="72" y="1"/>
                    <a:pt x="1" y="72"/>
                    <a:pt x="1" y="191"/>
                  </a:cubicBezTo>
                  <a:cubicBezTo>
                    <a:pt x="1" y="286"/>
                    <a:pt x="72" y="358"/>
                    <a:pt x="192" y="358"/>
                  </a:cubicBezTo>
                  <a:cubicBezTo>
                    <a:pt x="287" y="358"/>
                    <a:pt x="358" y="286"/>
                    <a:pt x="358" y="191"/>
                  </a:cubicBezTo>
                  <a:cubicBezTo>
                    <a:pt x="358" y="72"/>
                    <a:pt x="287"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95"/>
            <p:cNvSpPr/>
            <p:nvPr/>
          </p:nvSpPr>
          <p:spPr>
            <a:xfrm>
              <a:off x="1283094" y="3101989"/>
              <a:ext cx="11702" cy="11702"/>
            </a:xfrm>
            <a:custGeom>
              <a:rect b="b" l="l" r="r" t="t"/>
              <a:pathLst>
                <a:path extrusionOk="0" h="358" w="358">
                  <a:moveTo>
                    <a:pt x="167" y="1"/>
                  </a:moveTo>
                  <a:cubicBezTo>
                    <a:pt x="72" y="1"/>
                    <a:pt x="1" y="72"/>
                    <a:pt x="1" y="191"/>
                  </a:cubicBezTo>
                  <a:cubicBezTo>
                    <a:pt x="1" y="286"/>
                    <a:pt x="72" y="358"/>
                    <a:pt x="167" y="358"/>
                  </a:cubicBezTo>
                  <a:cubicBezTo>
                    <a:pt x="263" y="358"/>
                    <a:pt x="358" y="286"/>
                    <a:pt x="358" y="191"/>
                  </a:cubicBezTo>
                  <a:cubicBezTo>
                    <a:pt x="358" y="72"/>
                    <a:pt x="263"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95"/>
            <p:cNvSpPr/>
            <p:nvPr/>
          </p:nvSpPr>
          <p:spPr>
            <a:xfrm>
              <a:off x="1304896" y="3101989"/>
              <a:ext cx="11702" cy="11702"/>
            </a:xfrm>
            <a:custGeom>
              <a:rect b="b" l="l" r="r" t="t"/>
              <a:pathLst>
                <a:path extrusionOk="0" h="358" w="358">
                  <a:moveTo>
                    <a:pt x="191" y="1"/>
                  </a:moveTo>
                  <a:cubicBezTo>
                    <a:pt x="96" y="1"/>
                    <a:pt x="0" y="72"/>
                    <a:pt x="0" y="191"/>
                  </a:cubicBezTo>
                  <a:cubicBezTo>
                    <a:pt x="0" y="286"/>
                    <a:pt x="96" y="358"/>
                    <a:pt x="191" y="358"/>
                  </a:cubicBezTo>
                  <a:cubicBezTo>
                    <a:pt x="286" y="358"/>
                    <a:pt x="358" y="286"/>
                    <a:pt x="358" y="191"/>
                  </a:cubicBezTo>
                  <a:cubicBezTo>
                    <a:pt x="358"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95"/>
            <p:cNvSpPr/>
            <p:nvPr/>
          </p:nvSpPr>
          <p:spPr>
            <a:xfrm>
              <a:off x="980277" y="3049852"/>
              <a:ext cx="369009" cy="313735"/>
            </a:xfrm>
            <a:custGeom>
              <a:rect b="b" l="l" r="r" t="t"/>
              <a:pathLst>
                <a:path extrusionOk="0" h="9598" w="11289">
                  <a:moveTo>
                    <a:pt x="3692" y="286"/>
                  </a:moveTo>
                  <a:cubicBezTo>
                    <a:pt x="3811" y="286"/>
                    <a:pt x="3906" y="381"/>
                    <a:pt x="3906" y="500"/>
                  </a:cubicBezTo>
                  <a:lnTo>
                    <a:pt x="3906" y="881"/>
                  </a:lnTo>
                  <a:lnTo>
                    <a:pt x="334" y="881"/>
                  </a:lnTo>
                  <a:lnTo>
                    <a:pt x="334" y="500"/>
                  </a:lnTo>
                  <a:cubicBezTo>
                    <a:pt x="334" y="405"/>
                    <a:pt x="429" y="286"/>
                    <a:pt x="549" y="286"/>
                  </a:cubicBezTo>
                  <a:close/>
                  <a:moveTo>
                    <a:pt x="8074" y="4430"/>
                  </a:moveTo>
                  <a:lnTo>
                    <a:pt x="8312" y="5358"/>
                  </a:lnTo>
                  <a:cubicBezTo>
                    <a:pt x="8336" y="5382"/>
                    <a:pt x="8336" y="5382"/>
                    <a:pt x="8336" y="5406"/>
                  </a:cubicBezTo>
                  <a:lnTo>
                    <a:pt x="7836" y="5406"/>
                  </a:lnTo>
                  <a:lnTo>
                    <a:pt x="7836" y="5382"/>
                  </a:lnTo>
                  <a:lnTo>
                    <a:pt x="7836" y="5358"/>
                  </a:lnTo>
                  <a:lnTo>
                    <a:pt x="8074" y="4430"/>
                  </a:lnTo>
                  <a:close/>
                  <a:moveTo>
                    <a:pt x="9717" y="4382"/>
                  </a:moveTo>
                  <a:lnTo>
                    <a:pt x="9955" y="5549"/>
                  </a:lnTo>
                  <a:lnTo>
                    <a:pt x="9955" y="5573"/>
                  </a:lnTo>
                  <a:lnTo>
                    <a:pt x="9979" y="5906"/>
                  </a:lnTo>
                  <a:lnTo>
                    <a:pt x="9479" y="5906"/>
                  </a:lnTo>
                  <a:lnTo>
                    <a:pt x="9479" y="5573"/>
                  </a:lnTo>
                  <a:lnTo>
                    <a:pt x="9479" y="5549"/>
                  </a:lnTo>
                  <a:lnTo>
                    <a:pt x="9717" y="4382"/>
                  </a:lnTo>
                  <a:close/>
                  <a:moveTo>
                    <a:pt x="8336" y="5763"/>
                  </a:moveTo>
                  <a:lnTo>
                    <a:pt x="8336" y="9216"/>
                  </a:lnTo>
                  <a:lnTo>
                    <a:pt x="7836" y="9216"/>
                  </a:lnTo>
                  <a:lnTo>
                    <a:pt x="7836" y="5763"/>
                  </a:lnTo>
                  <a:close/>
                  <a:moveTo>
                    <a:pt x="9979" y="6263"/>
                  </a:moveTo>
                  <a:lnTo>
                    <a:pt x="9979" y="9240"/>
                  </a:lnTo>
                  <a:lnTo>
                    <a:pt x="9479" y="9240"/>
                  </a:lnTo>
                  <a:lnTo>
                    <a:pt x="9479" y="6263"/>
                  </a:lnTo>
                  <a:close/>
                  <a:moveTo>
                    <a:pt x="10908" y="1262"/>
                  </a:moveTo>
                  <a:lnTo>
                    <a:pt x="10908" y="2286"/>
                  </a:lnTo>
                  <a:lnTo>
                    <a:pt x="2978" y="2286"/>
                  </a:lnTo>
                  <a:cubicBezTo>
                    <a:pt x="2882" y="2286"/>
                    <a:pt x="2835" y="2334"/>
                    <a:pt x="2811" y="2429"/>
                  </a:cubicBezTo>
                  <a:cubicBezTo>
                    <a:pt x="2811" y="2524"/>
                    <a:pt x="2859" y="2620"/>
                    <a:pt x="2954" y="2620"/>
                  </a:cubicBezTo>
                  <a:lnTo>
                    <a:pt x="10860" y="2620"/>
                  </a:lnTo>
                  <a:lnTo>
                    <a:pt x="10932" y="9240"/>
                  </a:lnTo>
                  <a:lnTo>
                    <a:pt x="10312" y="9240"/>
                  </a:lnTo>
                  <a:lnTo>
                    <a:pt x="10312" y="5620"/>
                  </a:lnTo>
                  <a:cubicBezTo>
                    <a:pt x="10312" y="5596"/>
                    <a:pt x="10312" y="5525"/>
                    <a:pt x="10265" y="5501"/>
                  </a:cubicBezTo>
                  <a:lnTo>
                    <a:pt x="9979" y="4120"/>
                  </a:lnTo>
                  <a:cubicBezTo>
                    <a:pt x="9955" y="4001"/>
                    <a:pt x="9836" y="3929"/>
                    <a:pt x="9717" y="3929"/>
                  </a:cubicBezTo>
                  <a:cubicBezTo>
                    <a:pt x="9598" y="3929"/>
                    <a:pt x="9479" y="4001"/>
                    <a:pt x="9431" y="4120"/>
                  </a:cubicBezTo>
                  <a:lnTo>
                    <a:pt x="9146" y="5501"/>
                  </a:lnTo>
                  <a:cubicBezTo>
                    <a:pt x="9146" y="5525"/>
                    <a:pt x="9122" y="5596"/>
                    <a:pt x="9122" y="5620"/>
                  </a:cubicBezTo>
                  <a:lnTo>
                    <a:pt x="9122" y="9240"/>
                  </a:lnTo>
                  <a:lnTo>
                    <a:pt x="8645" y="9240"/>
                  </a:lnTo>
                  <a:lnTo>
                    <a:pt x="8645" y="5406"/>
                  </a:lnTo>
                  <a:cubicBezTo>
                    <a:pt x="8645" y="5382"/>
                    <a:pt x="8645" y="5311"/>
                    <a:pt x="8598" y="5287"/>
                  </a:cubicBezTo>
                  <a:lnTo>
                    <a:pt x="8288" y="4096"/>
                  </a:lnTo>
                  <a:cubicBezTo>
                    <a:pt x="8241" y="3977"/>
                    <a:pt x="8169" y="3929"/>
                    <a:pt x="8050" y="3929"/>
                  </a:cubicBezTo>
                  <a:cubicBezTo>
                    <a:pt x="7931" y="3929"/>
                    <a:pt x="7836" y="3977"/>
                    <a:pt x="7812" y="4096"/>
                  </a:cubicBezTo>
                  <a:lnTo>
                    <a:pt x="7479" y="5287"/>
                  </a:lnTo>
                  <a:cubicBezTo>
                    <a:pt x="7479" y="5311"/>
                    <a:pt x="7455" y="5382"/>
                    <a:pt x="7455" y="5406"/>
                  </a:cubicBezTo>
                  <a:lnTo>
                    <a:pt x="7455" y="9240"/>
                  </a:lnTo>
                  <a:lnTo>
                    <a:pt x="6931" y="9240"/>
                  </a:lnTo>
                  <a:lnTo>
                    <a:pt x="6931" y="8526"/>
                  </a:lnTo>
                  <a:cubicBezTo>
                    <a:pt x="6931" y="8478"/>
                    <a:pt x="6883" y="8383"/>
                    <a:pt x="6812" y="8383"/>
                  </a:cubicBezTo>
                  <a:cubicBezTo>
                    <a:pt x="6804" y="8380"/>
                    <a:pt x="6796" y="8379"/>
                    <a:pt x="6788" y="8379"/>
                  </a:cubicBezTo>
                  <a:cubicBezTo>
                    <a:pt x="6721" y="8379"/>
                    <a:pt x="6645" y="8462"/>
                    <a:pt x="6645" y="8526"/>
                  </a:cubicBezTo>
                  <a:lnTo>
                    <a:pt x="6645" y="9240"/>
                  </a:lnTo>
                  <a:lnTo>
                    <a:pt x="1311" y="9240"/>
                  </a:lnTo>
                  <a:lnTo>
                    <a:pt x="1311" y="4310"/>
                  </a:lnTo>
                  <a:cubicBezTo>
                    <a:pt x="1311" y="4239"/>
                    <a:pt x="1382" y="4191"/>
                    <a:pt x="1430" y="4191"/>
                  </a:cubicBezTo>
                  <a:lnTo>
                    <a:pt x="6574" y="4191"/>
                  </a:lnTo>
                  <a:cubicBezTo>
                    <a:pt x="6621" y="4191"/>
                    <a:pt x="6621" y="4215"/>
                    <a:pt x="6621" y="4215"/>
                  </a:cubicBezTo>
                  <a:lnTo>
                    <a:pt x="6621" y="7883"/>
                  </a:lnTo>
                  <a:cubicBezTo>
                    <a:pt x="6621" y="7906"/>
                    <a:pt x="6621" y="7906"/>
                    <a:pt x="6645" y="7930"/>
                  </a:cubicBezTo>
                  <a:cubicBezTo>
                    <a:pt x="6697" y="7973"/>
                    <a:pt x="6748" y="7991"/>
                    <a:pt x="6793" y="7991"/>
                  </a:cubicBezTo>
                  <a:cubicBezTo>
                    <a:pt x="6873" y="7991"/>
                    <a:pt x="6931" y="7935"/>
                    <a:pt x="6931" y="7859"/>
                  </a:cubicBezTo>
                  <a:lnTo>
                    <a:pt x="6931" y="4048"/>
                  </a:lnTo>
                  <a:cubicBezTo>
                    <a:pt x="6931" y="3953"/>
                    <a:pt x="6859" y="3858"/>
                    <a:pt x="6764" y="3858"/>
                  </a:cubicBezTo>
                  <a:lnTo>
                    <a:pt x="1406" y="3858"/>
                  </a:lnTo>
                  <a:cubicBezTo>
                    <a:pt x="1168" y="3858"/>
                    <a:pt x="953" y="4072"/>
                    <a:pt x="953" y="4310"/>
                  </a:cubicBezTo>
                  <a:lnTo>
                    <a:pt x="953" y="9240"/>
                  </a:lnTo>
                  <a:lnTo>
                    <a:pt x="263" y="9240"/>
                  </a:lnTo>
                  <a:lnTo>
                    <a:pt x="263" y="2620"/>
                  </a:lnTo>
                  <a:lnTo>
                    <a:pt x="2263" y="2620"/>
                  </a:lnTo>
                  <a:cubicBezTo>
                    <a:pt x="2358" y="2620"/>
                    <a:pt x="2406" y="2548"/>
                    <a:pt x="2454" y="2453"/>
                  </a:cubicBezTo>
                  <a:cubicBezTo>
                    <a:pt x="2454" y="2381"/>
                    <a:pt x="2382" y="2286"/>
                    <a:pt x="2287" y="2286"/>
                  </a:cubicBezTo>
                  <a:lnTo>
                    <a:pt x="310" y="2286"/>
                  </a:lnTo>
                  <a:lnTo>
                    <a:pt x="310" y="1262"/>
                  </a:lnTo>
                  <a:close/>
                  <a:moveTo>
                    <a:pt x="549" y="0"/>
                  </a:moveTo>
                  <a:cubicBezTo>
                    <a:pt x="239" y="0"/>
                    <a:pt x="1" y="238"/>
                    <a:pt x="1" y="524"/>
                  </a:cubicBezTo>
                  <a:lnTo>
                    <a:pt x="1" y="9359"/>
                  </a:lnTo>
                  <a:cubicBezTo>
                    <a:pt x="1" y="9478"/>
                    <a:pt x="96" y="9597"/>
                    <a:pt x="239" y="9597"/>
                  </a:cubicBezTo>
                  <a:lnTo>
                    <a:pt x="11051" y="9597"/>
                  </a:lnTo>
                  <a:cubicBezTo>
                    <a:pt x="11170" y="9597"/>
                    <a:pt x="11289" y="9526"/>
                    <a:pt x="11289" y="9359"/>
                  </a:cubicBezTo>
                  <a:lnTo>
                    <a:pt x="11289" y="1024"/>
                  </a:lnTo>
                  <a:cubicBezTo>
                    <a:pt x="11289" y="930"/>
                    <a:pt x="11215" y="866"/>
                    <a:pt x="11126" y="866"/>
                  </a:cubicBezTo>
                  <a:cubicBezTo>
                    <a:pt x="11102" y="866"/>
                    <a:pt x="11076" y="871"/>
                    <a:pt x="11051" y="881"/>
                  </a:cubicBezTo>
                  <a:lnTo>
                    <a:pt x="10932" y="905"/>
                  </a:lnTo>
                  <a:lnTo>
                    <a:pt x="4264" y="905"/>
                  </a:lnTo>
                  <a:lnTo>
                    <a:pt x="4264" y="524"/>
                  </a:lnTo>
                  <a:cubicBezTo>
                    <a:pt x="4264" y="238"/>
                    <a:pt x="4025" y="0"/>
                    <a:pt x="37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95"/>
            <p:cNvSpPr/>
            <p:nvPr/>
          </p:nvSpPr>
          <p:spPr>
            <a:xfrm>
              <a:off x="1051111" y="3215643"/>
              <a:ext cx="65440" cy="10918"/>
            </a:xfrm>
            <a:custGeom>
              <a:rect b="b" l="l" r="r" t="t"/>
              <a:pathLst>
                <a:path extrusionOk="0" h="334" w="2002">
                  <a:moveTo>
                    <a:pt x="215" y="0"/>
                  </a:moveTo>
                  <a:cubicBezTo>
                    <a:pt x="120" y="0"/>
                    <a:pt x="72" y="72"/>
                    <a:pt x="49" y="167"/>
                  </a:cubicBezTo>
                  <a:cubicBezTo>
                    <a:pt x="1" y="286"/>
                    <a:pt x="72" y="334"/>
                    <a:pt x="191" y="334"/>
                  </a:cubicBezTo>
                  <a:lnTo>
                    <a:pt x="1835" y="334"/>
                  </a:lnTo>
                  <a:cubicBezTo>
                    <a:pt x="1906" y="334"/>
                    <a:pt x="1977" y="286"/>
                    <a:pt x="2001" y="191"/>
                  </a:cubicBezTo>
                  <a:cubicBezTo>
                    <a:pt x="2001" y="96"/>
                    <a:pt x="1930" y="0"/>
                    <a:pt x="1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95"/>
            <p:cNvSpPr/>
            <p:nvPr/>
          </p:nvSpPr>
          <p:spPr>
            <a:xfrm>
              <a:off x="1051111" y="3241336"/>
              <a:ext cx="124605" cy="10918"/>
            </a:xfrm>
            <a:custGeom>
              <a:rect b="b" l="l" r="r" t="t"/>
              <a:pathLst>
                <a:path extrusionOk="0" h="334" w="3812">
                  <a:moveTo>
                    <a:pt x="191" y="0"/>
                  </a:moveTo>
                  <a:cubicBezTo>
                    <a:pt x="96" y="0"/>
                    <a:pt x="49" y="48"/>
                    <a:pt x="1" y="143"/>
                  </a:cubicBezTo>
                  <a:cubicBezTo>
                    <a:pt x="1" y="239"/>
                    <a:pt x="72" y="334"/>
                    <a:pt x="168" y="334"/>
                  </a:cubicBezTo>
                  <a:lnTo>
                    <a:pt x="3621" y="334"/>
                  </a:lnTo>
                  <a:cubicBezTo>
                    <a:pt x="3692" y="334"/>
                    <a:pt x="3764" y="262"/>
                    <a:pt x="3787" y="167"/>
                  </a:cubicBezTo>
                  <a:cubicBezTo>
                    <a:pt x="3811" y="96"/>
                    <a:pt x="3740" y="0"/>
                    <a:pt x="3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95"/>
            <p:cNvSpPr/>
            <p:nvPr/>
          </p:nvSpPr>
          <p:spPr>
            <a:xfrm>
              <a:off x="1051111" y="3266244"/>
              <a:ext cx="124605" cy="10918"/>
            </a:xfrm>
            <a:custGeom>
              <a:rect b="b" l="l" r="r" t="t"/>
              <a:pathLst>
                <a:path extrusionOk="0" h="334" w="3812">
                  <a:moveTo>
                    <a:pt x="191" y="0"/>
                  </a:moveTo>
                  <a:cubicBezTo>
                    <a:pt x="96" y="0"/>
                    <a:pt x="49" y="72"/>
                    <a:pt x="1" y="167"/>
                  </a:cubicBezTo>
                  <a:cubicBezTo>
                    <a:pt x="1" y="239"/>
                    <a:pt x="72" y="334"/>
                    <a:pt x="168" y="334"/>
                  </a:cubicBezTo>
                  <a:lnTo>
                    <a:pt x="3621" y="334"/>
                  </a:lnTo>
                  <a:cubicBezTo>
                    <a:pt x="3692" y="334"/>
                    <a:pt x="3764" y="286"/>
                    <a:pt x="3787" y="191"/>
                  </a:cubicBezTo>
                  <a:cubicBezTo>
                    <a:pt x="3811" y="96"/>
                    <a:pt x="3740" y="0"/>
                    <a:pt x="3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95"/>
            <p:cNvSpPr/>
            <p:nvPr/>
          </p:nvSpPr>
          <p:spPr>
            <a:xfrm>
              <a:off x="1051111" y="3291936"/>
              <a:ext cx="124605" cy="10918"/>
            </a:xfrm>
            <a:custGeom>
              <a:rect b="b" l="l" r="r" t="t"/>
              <a:pathLst>
                <a:path extrusionOk="0" h="334" w="3812">
                  <a:moveTo>
                    <a:pt x="191" y="0"/>
                  </a:moveTo>
                  <a:cubicBezTo>
                    <a:pt x="96" y="0"/>
                    <a:pt x="49" y="48"/>
                    <a:pt x="1" y="143"/>
                  </a:cubicBezTo>
                  <a:cubicBezTo>
                    <a:pt x="1" y="238"/>
                    <a:pt x="72" y="334"/>
                    <a:pt x="168" y="334"/>
                  </a:cubicBezTo>
                  <a:lnTo>
                    <a:pt x="3621" y="334"/>
                  </a:lnTo>
                  <a:cubicBezTo>
                    <a:pt x="3692" y="334"/>
                    <a:pt x="3764" y="262"/>
                    <a:pt x="3787" y="167"/>
                  </a:cubicBezTo>
                  <a:cubicBezTo>
                    <a:pt x="3811" y="96"/>
                    <a:pt x="3740" y="0"/>
                    <a:pt x="3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95"/>
            <p:cNvSpPr/>
            <p:nvPr/>
          </p:nvSpPr>
          <p:spPr>
            <a:xfrm>
              <a:off x="1051111" y="3316844"/>
              <a:ext cx="124605" cy="10918"/>
            </a:xfrm>
            <a:custGeom>
              <a:rect b="b" l="l" r="r" t="t"/>
              <a:pathLst>
                <a:path extrusionOk="0" h="334" w="3812">
                  <a:moveTo>
                    <a:pt x="191" y="0"/>
                  </a:moveTo>
                  <a:cubicBezTo>
                    <a:pt x="96" y="0"/>
                    <a:pt x="49" y="72"/>
                    <a:pt x="1" y="167"/>
                  </a:cubicBezTo>
                  <a:cubicBezTo>
                    <a:pt x="1" y="239"/>
                    <a:pt x="72" y="334"/>
                    <a:pt x="168" y="334"/>
                  </a:cubicBezTo>
                  <a:lnTo>
                    <a:pt x="3621" y="334"/>
                  </a:lnTo>
                  <a:cubicBezTo>
                    <a:pt x="3692" y="334"/>
                    <a:pt x="3764" y="286"/>
                    <a:pt x="3787" y="191"/>
                  </a:cubicBezTo>
                  <a:cubicBezTo>
                    <a:pt x="3811" y="96"/>
                    <a:pt x="3740" y="0"/>
                    <a:pt x="3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7" name="Google Shape;19977;p95"/>
          <p:cNvGrpSpPr/>
          <p:nvPr/>
        </p:nvGrpSpPr>
        <p:grpSpPr>
          <a:xfrm>
            <a:off x="1834435" y="2870191"/>
            <a:ext cx="197759" cy="366688"/>
            <a:chOff x="1821784" y="3022591"/>
            <a:chExt cx="197759" cy="366688"/>
          </a:xfrm>
        </p:grpSpPr>
        <p:sp>
          <p:nvSpPr>
            <p:cNvPr id="19978" name="Google Shape;19978;p95"/>
            <p:cNvSpPr/>
            <p:nvPr/>
          </p:nvSpPr>
          <p:spPr>
            <a:xfrm>
              <a:off x="1827210" y="3027265"/>
              <a:ext cx="185305" cy="357340"/>
            </a:xfrm>
            <a:custGeom>
              <a:rect b="b" l="l" r="r" t="t"/>
              <a:pathLst>
                <a:path extrusionOk="0" h="10932" w="5669">
                  <a:moveTo>
                    <a:pt x="358" y="0"/>
                  </a:moveTo>
                  <a:cubicBezTo>
                    <a:pt x="144" y="0"/>
                    <a:pt x="1" y="143"/>
                    <a:pt x="1" y="358"/>
                  </a:cubicBezTo>
                  <a:lnTo>
                    <a:pt x="1" y="10574"/>
                  </a:lnTo>
                  <a:cubicBezTo>
                    <a:pt x="1" y="10765"/>
                    <a:pt x="144" y="10931"/>
                    <a:pt x="358" y="10931"/>
                  </a:cubicBezTo>
                  <a:lnTo>
                    <a:pt x="5312" y="10931"/>
                  </a:lnTo>
                  <a:cubicBezTo>
                    <a:pt x="5526" y="10931"/>
                    <a:pt x="5669" y="10741"/>
                    <a:pt x="5669" y="10574"/>
                  </a:cubicBezTo>
                  <a:lnTo>
                    <a:pt x="5669" y="358"/>
                  </a:lnTo>
                  <a:cubicBezTo>
                    <a:pt x="5669" y="143"/>
                    <a:pt x="5526" y="0"/>
                    <a:pt x="5312"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95"/>
            <p:cNvSpPr/>
            <p:nvPr/>
          </p:nvSpPr>
          <p:spPr>
            <a:xfrm>
              <a:off x="1979795" y="3027265"/>
              <a:ext cx="32720" cy="357340"/>
            </a:xfrm>
            <a:custGeom>
              <a:rect b="b" l="l" r="r" t="t"/>
              <a:pathLst>
                <a:path extrusionOk="0" h="10932" w="1001">
                  <a:moveTo>
                    <a:pt x="1" y="0"/>
                  </a:moveTo>
                  <a:cubicBezTo>
                    <a:pt x="215" y="0"/>
                    <a:pt x="358" y="143"/>
                    <a:pt x="358" y="358"/>
                  </a:cubicBezTo>
                  <a:lnTo>
                    <a:pt x="358" y="10574"/>
                  </a:lnTo>
                  <a:cubicBezTo>
                    <a:pt x="358" y="10765"/>
                    <a:pt x="215" y="10931"/>
                    <a:pt x="1" y="10931"/>
                  </a:cubicBezTo>
                  <a:lnTo>
                    <a:pt x="644" y="10931"/>
                  </a:lnTo>
                  <a:cubicBezTo>
                    <a:pt x="858" y="10931"/>
                    <a:pt x="1001" y="10765"/>
                    <a:pt x="1001" y="10574"/>
                  </a:cubicBezTo>
                  <a:lnTo>
                    <a:pt x="1001" y="358"/>
                  </a:lnTo>
                  <a:cubicBezTo>
                    <a:pt x="1001" y="143"/>
                    <a:pt x="858" y="0"/>
                    <a:pt x="64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95"/>
            <p:cNvSpPr/>
            <p:nvPr/>
          </p:nvSpPr>
          <p:spPr>
            <a:xfrm>
              <a:off x="1827210" y="3027265"/>
              <a:ext cx="185305" cy="36610"/>
            </a:xfrm>
            <a:custGeom>
              <a:rect b="b" l="l" r="r" t="t"/>
              <a:pathLst>
                <a:path extrusionOk="0" h="1120" w="5669">
                  <a:moveTo>
                    <a:pt x="358" y="0"/>
                  </a:moveTo>
                  <a:cubicBezTo>
                    <a:pt x="144" y="0"/>
                    <a:pt x="1" y="143"/>
                    <a:pt x="1" y="358"/>
                  </a:cubicBezTo>
                  <a:lnTo>
                    <a:pt x="1" y="1120"/>
                  </a:lnTo>
                  <a:lnTo>
                    <a:pt x="5669" y="1120"/>
                  </a:lnTo>
                  <a:lnTo>
                    <a:pt x="5669" y="358"/>
                  </a:lnTo>
                  <a:cubicBezTo>
                    <a:pt x="5669" y="143"/>
                    <a:pt x="5526" y="0"/>
                    <a:pt x="5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95"/>
            <p:cNvSpPr/>
            <p:nvPr/>
          </p:nvSpPr>
          <p:spPr>
            <a:xfrm>
              <a:off x="1827210" y="3346426"/>
              <a:ext cx="185305" cy="36610"/>
            </a:xfrm>
            <a:custGeom>
              <a:rect b="b" l="l" r="r" t="t"/>
              <a:pathLst>
                <a:path extrusionOk="0" h="1120" w="5669">
                  <a:moveTo>
                    <a:pt x="1" y="0"/>
                  </a:moveTo>
                  <a:lnTo>
                    <a:pt x="1" y="762"/>
                  </a:lnTo>
                  <a:cubicBezTo>
                    <a:pt x="1" y="977"/>
                    <a:pt x="144" y="1120"/>
                    <a:pt x="334" y="1120"/>
                  </a:cubicBezTo>
                  <a:lnTo>
                    <a:pt x="5312" y="1120"/>
                  </a:lnTo>
                  <a:cubicBezTo>
                    <a:pt x="5526" y="1120"/>
                    <a:pt x="5669" y="977"/>
                    <a:pt x="5669" y="762"/>
                  </a:cubicBezTo>
                  <a:lnTo>
                    <a:pt x="566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95"/>
            <p:cNvSpPr/>
            <p:nvPr/>
          </p:nvSpPr>
          <p:spPr>
            <a:xfrm>
              <a:off x="1979795" y="3027265"/>
              <a:ext cx="32720" cy="37394"/>
            </a:xfrm>
            <a:custGeom>
              <a:rect b="b" l="l" r="r" t="t"/>
              <a:pathLst>
                <a:path extrusionOk="0" h="1144" w="1001">
                  <a:moveTo>
                    <a:pt x="1" y="0"/>
                  </a:moveTo>
                  <a:cubicBezTo>
                    <a:pt x="215" y="0"/>
                    <a:pt x="358" y="143"/>
                    <a:pt x="358" y="358"/>
                  </a:cubicBezTo>
                  <a:lnTo>
                    <a:pt x="358" y="1144"/>
                  </a:lnTo>
                  <a:lnTo>
                    <a:pt x="1001" y="1144"/>
                  </a:lnTo>
                  <a:lnTo>
                    <a:pt x="1001" y="358"/>
                  </a:lnTo>
                  <a:cubicBezTo>
                    <a:pt x="1001" y="143"/>
                    <a:pt x="858" y="0"/>
                    <a:pt x="644"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95"/>
            <p:cNvSpPr/>
            <p:nvPr/>
          </p:nvSpPr>
          <p:spPr>
            <a:xfrm>
              <a:off x="1979795" y="3347211"/>
              <a:ext cx="32720" cy="37394"/>
            </a:xfrm>
            <a:custGeom>
              <a:rect b="b" l="l" r="r" t="t"/>
              <a:pathLst>
                <a:path extrusionOk="0" h="1144" w="1001">
                  <a:moveTo>
                    <a:pt x="358" y="0"/>
                  </a:moveTo>
                  <a:lnTo>
                    <a:pt x="358" y="786"/>
                  </a:lnTo>
                  <a:cubicBezTo>
                    <a:pt x="358" y="977"/>
                    <a:pt x="215" y="1143"/>
                    <a:pt x="1" y="1143"/>
                  </a:cubicBezTo>
                  <a:lnTo>
                    <a:pt x="644" y="1143"/>
                  </a:lnTo>
                  <a:cubicBezTo>
                    <a:pt x="858" y="1143"/>
                    <a:pt x="1001" y="977"/>
                    <a:pt x="1001" y="786"/>
                  </a:cubicBezTo>
                  <a:lnTo>
                    <a:pt x="1001"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95"/>
            <p:cNvSpPr/>
            <p:nvPr/>
          </p:nvSpPr>
          <p:spPr>
            <a:xfrm>
              <a:off x="1854471" y="3159356"/>
              <a:ext cx="66192" cy="96788"/>
            </a:xfrm>
            <a:custGeom>
              <a:rect b="b" l="l" r="r" t="t"/>
              <a:pathLst>
                <a:path extrusionOk="0" h="2961" w="2025">
                  <a:moveTo>
                    <a:pt x="1024" y="1"/>
                  </a:moveTo>
                  <a:cubicBezTo>
                    <a:pt x="985" y="1"/>
                    <a:pt x="945" y="3"/>
                    <a:pt x="905" y="8"/>
                  </a:cubicBezTo>
                  <a:cubicBezTo>
                    <a:pt x="381" y="55"/>
                    <a:pt x="0" y="508"/>
                    <a:pt x="0" y="1008"/>
                  </a:cubicBezTo>
                  <a:lnTo>
                    <a:pt x="0" y="2961"/>
                  </a:lnTo>
                  <a:lnTo>
                    <a:pt x="1977" y="2961"/>
                  </a:lnTo>
                  <a:lnTo>
                    <a:pt x="2025" y="984"/>
                  </a:lnTo>
                  <a:cubicBezTo>
                    <a:pt x="2025" y="451"/>
                    <a:pt x="1569" y="1"/>
                    <a:pt x="102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95"/>
            <p:cNvSpPr/>
            <p:nvPr/>
          </p:nvSpPr>
          <p:spPr>
            <a:xfrm>
              <a:off x="1855256" y="3226528"/>
              <a:ext cx="65408" cy="29615"/>
            </a:xfrm>
            <a:custGeom>
              <a:rect b="b" l="l" r="r" t="t"/>
              <a:pathLst>
                <a:path extrusionOk="0" h="906" w="2001">
                  <a:moveTo>
                    <a:pt x="977" y="1"/>
                  </a:moveTo>
                  <a:cubicBezTo>
                    <a:pt x="477" y="1"/>
                    <a:pt x="24" y="382"/>
                    <a:pt x="0" y="906"/>
                  </a:cubicBezTo>
                  <a:lnTo>
                    <a:pt x="2001" y="906"/>
                  </a:lnTo>
                  <a:cubicBezTo>
                    <a:pt x="1905" y="382"/>
                    <a:pt x="1477" y="1"/>
                    <a:pt x="97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95"/>
            <p:cNvSpPr/>
            <p:nvPr/>
          </p:nvSpPr>
          <p:spPr>
            <a:xfrm>
              <a:off x="1918310" y="3159356"/>
              <a:ext cx="66192" cy="96788"/>
            </a:xfrm>
            <a:custGeom>
              <a:rect b="b" l="l" r="r" t="t"/>
              <a:pathLst>
                <a:path extrusionOk="0" h="2961" w="2025">
                  <a:moveTo>
                    <a:pt x="977" y="1"/>
                  </a:moveTo>
                  <a:cubicBezTo>
                    <a:pt x="435" y="1"/>
                    <a:pt x="0" y="451"/>
                    <a:pt x="0" y="984"/>
                  </a:cubicBezTo>
                  <a:lnTo>
                    <a:pt x="24" y="2961"/>
                  </a:lnTo>
                  <a:lnTo>
                    <a:pt x="2024" y="2961"/>
                  </a:lnTo>
                  <a:lnTo>
                    <a:pt x="2024" y="1008"/>
                  </a:lnTo>
                  <a:cubicBezTo>
                    <a:pt x="2024" y="508"/>
                    <a:pt x="1643" y="55"/>
                    <a:pt x="1096" y="8"/>
                  </a:cubicBezTo>
                  <a:cubicBezTo>
                    <a:pt x="1056" y="3"/>
                    <a:pt x="1016" y="1"/>
                    <a:pt x="97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95"/>
            <p:cNvSpPr/>
            <p:nvPr/>
          </p:nvSpPr>
          <p:spPr>
            <a:xfrm>
              <a:off x="1919094" y="3226528"/>
              <a:ext cx="65408" cy="29615"/>
            </a:xfrm>
            <a:custGeom>
              <a:rect b="b" l="l" r="r" t="t"/>
              <a:pathLst>
                <a:path extrusionOk="0" h="906" w="2001">
                  <a:moveTo>
                    <a:pt x="1024" y="1"/>
                  </a:moveTo>
                  <a:cubicBezTo>
                    <a:pt x="476" y="1"/>
                    <a:pt x="71" y="382"/>
                    <a:pt x="0" y="906"/>
                  </a:cubicBezTo>
                  <a:lnTo>
                    <a:pt x="2000" y="906"/>
                  </a:lnTo>
                  <a:cubicBezTo>
                    <a:pt x="1977" y="382"/>
                    <a:pt x="1524" y="1"/>
                    <a:pt x="102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95"/>
            <p:cNvSpPr/>
            <p:nvPr/>
          </p:nvSpPr>
          <p:spPr>
            <a:xfrm>
              <a:off x="1821784" y="3022591"/>
              <a:ext cx="197759" cy="366688"/>
            </a:xfrm>
            <a:custGeom>
              <a:rect b="b" l="l" r="r" t="t"/>
              <a:pathLst>
                <a:path extrusionOk="0" h="11218" w="6050">
                  <a:moveTo>
                    <a:pt x="5478" y="310"/>
                  </a:moveTo>
                  <a:cubicBezTo>
                    <a:pt x="5597" y="310"/>
                    <a:pt x="5668" y="405"/>
                    <a:pt x="5668" y="501"/>
                  </a:cubicBezTo>
                  <a:lnTo>
                    <a:pt x="5668" y="1120"/>
                  </a:lnTo>
                  <a:lnTo>
                    <a:pt x="334" y="1120"/>
                  </a:lnTo>
                  <a:lnTo>
                    <a:pt x="334" y="501"/>
                  </a:lnTo>
                  <a:cubicBezTo>
                    <a:pt x="334" y="382"/>
                    <a:pt x="429" y="310"/>
                    <a:pt x="524" y="310"/>
                  </a:cubicBezTo>
                  <a:close/>
                  <a:moveTo>
                    <a:pt x="191" y="1"/>
                  </a:moveTo>
                  <a:cubicBezTo>
                    <a:pt x="95" y="1"/>
                    <a:pt x="0" y="72"/>
                    <a:pt x="0" y="167"/>
                  </a:cubicBezTo>
                  <a:lnTo>
                    <a:pt x="0" y="5597"/>
                  </a:lnTo>
                  <a:cubicBezTo>
                    <a:pt x="0" y="5621"/>
                    <a:pt x="0" y="5621"/>
                    <a:pt x="48" y="5621"/>
                  </a:cubicBezTo>
                  <a:cubicBezTo>
                    <a:pt x="94" y="5667"/>
                    <a:pt x="141" y="5686"/>
                    <a:pt x="183" y="5686"/>
                  </a:cubicBezTo>
                  <a:cubicBezTo>
                    <a:pt x="269" y="5686"/>
                    <a:pt x="334" y="5606"/>
                    <a:pt x="334" y="5525"/>
                  </a:cubicBezTo>
                  <a:lnTo>
                    <a:pt x="334" y="1453"/>
                  </a:lnTo>
                  <a:lnTo>
                    <a:pt x="5668" y="1453"/>
                  </a:lnTo>
                  <a:lnTo>
                    <a:pt x="5668" y="9764"/>
                  </a:lnTo>
                  <a:lnTo>
                    <a:pt x="4573" y="9764"/>
                  </a:lnTo>
                  <a:cubicBezTo>
                    <a:pt x="4477" y="9764"/>
                    <a:pt x="4406" y="9812"/>
                    <a:pt x="4382" y="9907"/>
                  </a:cubicBezTo>
                  <a:cubicBezTo>
                    <a:pt x="4382" y="10003"/>
                    <a:pt x="4454" y="10074"/>
                    <a:pt x="4525" y="10074"/>
                  </a:cubicBezTo>
                  <a:lnTo>
                    <a:pt x="5644" y="10074"/>
                  </a:lnTo>
                  <a:lnTo>
                    <a:pt x="5644" y="10717"/>
                  </a:lnTo>
                  <a:cubicBezTo>
                    <a:pt x="5644" y="10836"/>
                    <a:pt x="5549" y="10884"/>
                    <a:pt x="5454" y="10884"/>
                  </a:cubicBezTo>
                  <a:lnTo>
                    <a:pt x="477" y="10884"/>
                  </a:lnTo>
                  <a:cubicBezTo>
                    <a:pt x="357" y="10884"/>
                    <a:pt x="310" y="10788"/>
                    <a:pt x="310" y="10717"/>
                  </a:cubicBezTo>
                  <a:lnTo>
                    <a:pt x="310" y="10074"/>
                  </a:lnTo>
                  <a:lnTo>
                    <a:pt x="3882" y="10074"/>
                  </a:lnTo>
                  <a:cubicBezTo>
                    <a:pt x="3977" y="10074"/>
                    <a:pt x="4025" y="10026"/>
                    <a:pt x="4049" y="9931"/>
                  </a:cubicBezTo>
                  <a:cubicBezTo>
                    <a:pt x="4049" y="9836"/>
                    <a:pt x="4001" y="9764"/>
                    <a:pt x="3906" y="9764"/>
                  </a:cubicBezTo>
                  <a:lnTo>
                    <a:pt x="334" y="9764"/>
                  </a:lnTo>
                  <a:lnTo>
                    <a:pt x="334" y="6192"/>
                  </a:lnTo>
                  <a:cubicBezTo>
                    <a:pt x="334" y="6097"/>
                    <a:pt x="286" y="6026"/>
                    <a:pt x="191" y="6002"/>
                  </a:cubicBezTo>
                  <a:cubicBezTo>
                    <a:pt x="95" y="6002"/>
                    <a:pt x="0" y="6073"/>
                    <a:pt x="0" y="6145"/>
                  </a:cubicBezTo>
                  <a:lnTo>
                    <a:pt x="0" y="10669"/>
                  </a:lnTo>
                  <a:cubicBezTo>
                    <a:pt x="0" y="10979"/>
                    <a:pt x="238" y="11217"/>
                    <a:pt x="548" y="11217"/>
                  </a:cubicBezTo>
                  <a:lnTo>
                    <a:pt x="5525" y="11217"/>
                  </a:lnTo>
                  <a:cubicBezTo>
                    <a:pt x="5811" y="11217"/>
                    <a:pt x="6049" y="10979"/>
                    <a:pt x="6049" y="10669"/>
                  </a:cubicBezTo>
                  <a:lnTo>
                    <a:pt x="6049" y="453"/>
                  </a:lnTo>
                  <a:cubicBezTo>
                    <a:pt x="6001" y="191"/>
                    <a:pt x="5763" y="1"/>
                    <a:pt x="5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95"/>
            <p:cNvSpPr/>
            <p:nvPr/>
          </p:nvSpPr>
          <p:spPr>
            <a:xfrm>
              <a:off x="1849012" y="3154714"/>
              <a:ext cx="142485" cy="107673"/>
            </a:xfrm>
            <a:custGeom>
              <a:rect b="b" l="l" r="r" t="t"/>
              <a:pathLst>
                <a:path extrusionOk="0" h="3294" w="4359">
                  <a:moveTo>
                    <a:pt x="1179" y="289"/>
                  </a:moveTo>
                  <a:cubicBezTo>
                    <a:pt x="1207" y="289"/>
                    <a:pt x="1235" y="290"/>
                    <a:pt x="1263" y="293"/>
                  </a:cubicBezTo>
                  <a:cubicBezTo>
                    <a:pt x="1668" y="364"/>
                    <a:pt x="2001" y="745"/>
                    <a:pt x="2001" y="1150"/>
                  </a:cubicBezTo>
                  <a:lnTo>
                    <a:pt x="2001" y="2388"/>
                  </a:lnTo>
                  <a:cubicBezTo>
                    <a:pt x="1787" y="2174"/>
                    <a:pt x="1501" y="2031"/>
                    <a:pt x="1168" y="2031"/>
                  </a:cubicBezTo>
                  <a:cubicBezTo>
                    <a:pt x="834" y="2031"/>
                    <a:pt x="548" y="2150"/>
                    <a:pt x="334" y="2388"/>
                  </a:cubicBezTo>
                  <a:lnTo>
                    <a:pt x="334" y="1126"/>
                  </a:lnTo>
                  <a:cubicBezTo>
                    <a:pt x="334" y="676"/>
                    <a:pt x="697" y="289"/>
                    <a:pt x="1179" y="289"/>
                  </a:cubicBezTo>
                  <a:close/>
                  <a:moveTo>
                    <a:pt x="3168" y="317"/>
                  </a:moveTo>
                  <a:cubicBezTo>
                    <a:pt x="3621" y="317"/>
                    <a:pt x="4002" y="721"/>
                    <a:pt x="4002" y="1150"/>
                  </a:cubicBezTo>
                  <a:lnTo>
                    <a:pt x="4002" y="2412"/>
                  </a:lnTo>
                  <a:cubicBezTo>
                    <a:pt x="3787" y="2198"/>
                    <a:pt x="3501" y="2055"/>
                    <a:pt x="3168" y="2055"/>
                  </a:cubicBezTo>
                  <a:cubicBezTo>
                    <a:pt x="2835" y="2055"/>
                    <a:pt x="2549" y="2174"/>
                    <a:pt x="2335" y="2412"/>
                  </a:cubicBezTo>
                  <a:lnTo>
                    <a:pt x="2335" y="1150"/>
                  </a:lnTo>
                  <a:cubicBezTo>
                    <a:pt x="2335" y="674"/>
                    <a:pt x="2716" y="317"/>
                    <a:pt x="3168" y="317"/>
                  </a:cubicBezTo>
                  <a:close/>
                  <a:moveTo>
                    <a:pt x="1168" y="2388"/>
                  </a:moveTo>
                  <a:cubicBezTo>
                    <a:pt x="1525" y="2388"/>
                    <a:pt x="1858" y="2627"/>
                    <a:pt x="1977" y="2936"/>
                  </a:cubicBezTo>
                  <a:lnTo>
                    <a:pt x="358" y="2936"/>
                  </a:lnTo>
                  <a:cubicBezTo>
                    <a:pt x="477" y="2627"/>
                    <a:pt x="787" y="2388"/>
                    <a:pt x="1168" y="2388"/>
                  </a:cubicBezTo>
                  <a:close/>
                  <a:moveTo>
                    <a:pt x="3168" y="2388"/>
                  </a:moveTo>
                  <a:cubicBezTo>
                    <a:pt x="3525" y="2388"/>
                    <a:pt x="3859" y="2627"/>
                    <a:pt x="3978" y="2936"/>
                  </a:cubicBezTo>
                  <a:lnTo>
                    <a:pt x="2358" y="2936"/>
                  </a:lnTo>
                  <a:cubicBezTo>
                    <a:pt x="2477" y="2627"/>
                    <a:pt x="2787" y="2388"/>
                    <a:pt x="3168" y="2388"/>
                  </a:cubicBezTo>
                  <a:close/>
                  <a:moveTo>
                    <a:pt x="1193" y="1"/>
                  </a:moveTo>
                  <a:cubicBezTo>
                    <a:pt x="1153" y="1"/>
                    <a:pt x="1113" y="3"/>
                    <a:pt x="1072" y="7"/>
                  </a:cubicBezTo>
                  <a:cubicBezTo>
                    <a:pt x="477" y="55"/>
                    <a:pt x="1" y="555"/>
                    <a:pt x="1" y="1198"/>
                  </a:cubicBezTo>
                  <a:lnTo>
                    <a:pt x="1" y="3127"/>
                  </a:lnTo>
                  <a:cubicBezTo>
                    <a:pt x="1" y="3222"/>
                    <a:pt x="72" y="3293"/>
                    <a:pt x="191" y="3293"/>
                  </a:cubicBezTo>
                  <a:lnTo>
                    <a:pt x="4168" y="3293"/>
                  </a:lnTo>
                  <a:cubicBezTo>
                    <a:pt x="4264" y="3293"/>
                    <a:pt x="4359" y="3246"/>
                    <a:pt x="4359" y="3127"/>
                  </a:cubicBezTo>
                  <a:lnTo>
                    <a:pt x="4359" y="1198"/>
                  </a:lnTo>
                  <a:cubicBezTo>
                    <a:pt x="4359" y="602"/>
                    <a:pt x="3906" y="55"/>
                    <a:pt x="3287" y="7"/>
                  </a:cubicBezTo>
                  <a:cubicBezTo>
                    <a:pt x="3246" y="3"/>
                    <a:pt x="3206" y="1"/>
                    <a:pt x="3166" y="1"/>
                  </a:cubicBezTo>
                  <a:cubicBezTo>
                    <a:pt x="2739" y="1"/>
                    <a:pt x="2366" y="228"/>
                    <a:pt x="2192" y="555"/>
                  </a:cubicBezTo>
                  <a:cubicBezTo>
                    <a:pt x="1996" y="228"/>
                    <a:pt x="1620" y="1"/>
                    <a:pt x="11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95"/>
            <p:cNvSpPr/>
            <p:nvPr/>
          </p:nvSpPr>
          <p:spPr>
            <a:xfrm>
              <a:off x="1941649" y="3282391"/>
              <a:ext cx="23404" cy="34485"/>
            </a:xfrm>
            <a:custGeom>
              <a:rect b="b" l="l" r="r" t="t"/>
              <a:pathLst>
                <a:path extrusionOk="0" h="1055" w="716">
                  <a:moveTo>
                    <a:pt x="182" y="1"/>
                  </a:moveTo>
                  <a:cubicBezTo>
                    <a:pt x="138" y="1"/>
                    <a:pt x="96" y="18"/>
                    <a:pt x="72" y="54"/>
                  </a:cubicBezTo>
                  <a:cubicBezTo>
                    <a:pt x="1" y="102"/>
                    <a:pt x="1" y="221"/>
                    <a:pt x="72" y="292"/>
                  </a:cubicBezTo>
                  <a:lnTo>
                    <a:pt x="310" y="530"/>
                  </a:lnTo>
                  <a:lnTo>
                    <a:pt x="72" y="769"/>
                  </a:lnTo>
                  <a:cubicBezTo>
                    <a:pt x="1" y="864"/>
                    <a:pt x="1" y="935"/>
                    <a:pt x="72" y="1007"/>
                  </a:cubicBezTo>
                  <a:cubicBezTo>
                    <a:pt x="96" y="1031"/>
                    <a:pt x="120" y="1054"/>
                    <a:pt x="191" y="1054"/>
                  </a:cubicBezTo>
                  <a:cubicBezTo>
                    <a:pt x="215" y="1054"/>
                    <a:pt x="263" y="1031"/>
                    <a:pt x="310" y="1007"/>
                  </a:cubicBezTo>
                  <a:lnTo>
                    <a:pt x="667" y="650"/>
                  </a:lnTo>
                  <a:cubicBezTo>
                    <a:pt x="691" y="626"/>
                    <a:pt x="715" y="578"/>
                    <a:pt x="715" y="530"/>
                  </a:cubicBezTo>
                  <a:cubicBezTo>
                    <a:pt x="715" y="459"/>
                    <a:pt x="691" y="435"/>
                    <a:pt x="667" y="411"/>
                  </a:cubicBezTo>
                  <a:lnTo>
                    <a:pt x="310" y="54"/>
                  </a:lnTo>
                  <a:cubicBezTo>
                    <a:pt x="275" y="18"/>
                    <a:pt x="227" y="1"/>
                    <a:pt x="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95"/>
            <p:cNvSpPr/>
            <p:nvPr/>
          </p:nvSpPr>
          <p:spPr>
            <a:xfrm>
              <a:off x="1874705" y="3282391"/>
              <a:ext cx="23404" cy="34485"/>
            </a:xfrm>
            <a:custGeom>
              <a:rect b="b" l="l" r="r" t="t"/>
              <a:pathLst>
                <a:path extrusionOk="0" h="1055" w="716">
                  <a:moveTo>
                    <a:pt x="533" y="1"/>
                  </a:moveTo>
                  <a:cubicBezTo>
                    <a:pt x="489" y="1"/>
                    <a:pt x="441" y="18"/>
                    <a:pt x="405" y="54"/>
                  </a:cubicBezTo>
                  <a:lnTo>
                    <a:pt x="48" y="411"/>
                  </a:lnTo>
                  <a:cubicBezTo>
                    <a:pt x="24" y="435"/>
                    <a:pt x="1" y="459"/>
                    <a:pt x="1" y="530"/>
                  </a:cubicBezTo>
                  <a:cubicBezTo>
                    <a:pt x="1" y="554"/>
                    <a:pt x="24" y="626"/>
                    <a:pt x="48" y="650"/>
                  </a:cubicBezTo>
                  <a:lnTo>
                    <a:pt x="405" y="1007"/>
                  </a:lnTo>
                  <a:cubicBezTo>
                    <a:pt x="453" y="1031"/>
                    <a:pt x="477" y="1054"/>
                    <a:pt x="525" y="1054"/>
                  </a:cubicBezTo>
                  <a:cubicBezTo>
                    <a:pt x="572" y="1054"/>
                    <a:pt x="620" y="1031"/>
                    <a:pt x="644" y="1007"/>
                  </a:cubicBezTo>
                  <a:cubicBezTo>
                    <a:pt x="715" y="935"/>
                    <a:pt x="715" y="816"/>
                    <a:pt x="644" y="769"/>
                  </a:cubicBezTo>
                  <a:lnTo>
                    <a:pt x="405" y="530"/>
                  </a:lnTo>
                  <a:lnTo>
                    <a:pt x="644" y="292"/>
                  </a:lnTo>
                  <a:cubicBezTo>
                    <a:pt x="715" y="221"/>
                    <a:pt x="715" y="102"/>
                    <a:pt x="644" y="54"/>
                  </a:cubicBezTo>
                  <a:cubicBezTo>
                    <a:pt x="620" y="18"/>
                    <a:pt x="578" y="1"/>
                    <a:pt x="5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95"/>
            <p:cNvSpPr/>
            <p:nvPr/>
          </p:nvSpPr>
          <p:spPr>
            <a:xfrm>
              <a:off x="1854471" y="3101205"/>
              <a:ext cx="38963" cy="10166"/>
            </a:xfrm>
            <a:custGeom>
              <a:rect b="b" l="l" r="r" t="t"/>
              <a:pathLst>
                <a:path extrusionOk="0" h="311" w="1192">
                  <a:moveTo>
                    <a:pt x="191" y="1"/>
                  </a:moveTo>
                  <a:cubicBezTo>
                    <a:pt x="96" y="1"/>
                    <a:pt x="48" y="48"/>
                    <a:pt x="24" y="144"/>
                  </a:cubicBezTo>
                  <a:cubicBezTo>
                    <a:pt x="0" y="239"/>
                    <a:pt x="48" y="310"/>
                    <a:pt x="167" y="310"/>
                  </a:cubicBezTo>
                  <a:lnTo>
                    <a:pt x="1001" y="310"/>
                  </a:lnTo>
                  <a:cubicBezTo>
                    <a:pt x="1096" y="310"/>
                    <a:pt x="1144" y="263"/>
                    <a:pt x="1191" y="167"/>
                  </a:cubicBezTo>
                  <a:cubicBezTo>
                    <a:pt x="1191" y="72"/>
                    <a:pt x="1120"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95"/>
            <p:cNvSpPr/>
            <p:nvPr/>
          </p:nvSpPr>
          <p:spPr>
            <a:xfrm>
              <a:off x="1854471" y="3124576"/>
              <a:ext cx="125357" cy="10918"/>
            </a:xfrm>
            <a:custGeom>
              <a:rect b="b" l="l" r="r" t="t"/>
              <a:pathLst>
                <a:path extrusionOk="0" h="334" w="3835">
                  <a:moveTo>
                    <a:pt x="191" y="0"/>
                  </a:moveTo>
                  <a:cubicBezTo>
                    <a:pt x="96" y="0"/>
                    <a:pt x="48" y="48"/>
                    <a:pt x="24" y="143"/>
                  </a:cubicBezTo>
                  <a:cubicBezTo>
                    <a:pt x="0" y="238"/>
                    <a:pt x="48" y="334"/>
                    <a:pt x="167" y="334"/>
                  </a:cubicBezTo>
                  <a:lnTo>
                    <a:pt x="3644" y="334"/>
                  </a:lnTo>
                  <a:cubicBezTo>
                    <a:pt x="3739" y="334"/>
                    <a:pt x="3811" y="262"/>
                    <a:pt x="3835" y="167"/>
                  </a:cubicBezTo>
                  <a:cubicBezTo>
                    <a:pt x="3835" y="95"/>
                    <a:pt x="3763"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4" name="Google Shape;19994;p95"/>
          <p:cNvGrpSpPr/>
          <p:nvPr/>
        </p:nvGrpSpPr>
        <p:grpSpPr>
          <a:xfrm>
            <a:off x="3290108" y="2868622"/>
            <a:ext cx="315304" cy="369009"/>
            <a:chOff x="3277456" y="3021022"/>
            <a:chExt cx="315304" cy="369009"/>
          </a:xfrm>
        </p:grpSpPr>
        <p:sp>
          <p:nvSpPr>
            <p:cNvPr id="19995" name="Google Shape;19995;p95"/>
            <p:cNvSpPr/>
            <p:nvPr/>
          </p:nvSpPr>
          <p:spPr>
            <a:xfrm>
              <a:off x="3288341" y="3240551"/>
              <a:ext cx="286506" cy="144838"/>
            </a:xfrm>
            <a:custGeom>
              <a:rect b="b" l="l" r="r" t="t"/>
              <a:pathLst>
                <a:path extrusionOk="0" h="4431" w="8765">
                  <a:moveTo>
                    <a:pt x="1" y="1"/>
                  </a:moveTo>
                  <a:lnTo>
                    <a:pt x="1" y="3835"/>
                  </a:lnTo>
                  <a:cubicBezTo>
                    <a:pt x="1" y="4168"/>
                    <a:pt x="263" y="4430"/>
                    <a:pt x="596" y="4430"/>
                  </a:cubicBezTo>
                  <a:lnTo>
                    <a:pt x="8169" y="4430"/>
                  </a:lnTo>
                  <a:cubicBezTo>
                    <a:pt x="8479" y="4430"/>
                    <a:pt x="8764" y="4168"/>
                    <a:pt x="8764" y="3835"/>
                  </a:cubicBezTo>
                  <a:lnTo>
                    <a:pt x="8764" y="1"/>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95"/>
            <p:cNvSpPr/>
            <p:nvPr/>
          </p:nvSpPr>
          <p:spPr>
            <a:xfrm>
              <a:off x="3534347" y="3240551"/>
              <a:ext cx="41284" cy="144838"/>
            </a:xfrm>
            <a:custGeom>
              <a:rect b="b" l="l" r="r" t="t"/>
              <a:pathLst>
                <a:path extrusionOk="0" h="4431" w="1263">
                  <a:moveTo>
                    <a:pt x="595" y="1"/>
                  </a:moveTo>
                  <a:lnTo>
                    <a:pt x="595" y="3835"/>
                  </a:lnTo>
                  <a:cubicBezTo>
                    <a:pt x="595" y="4168"/>
                    <a:pt x="334" y="4430"/>
                    <a:pt x="0" y="4430"/>
                  </a:cubicBezTo>
                  <a:lnTo>
                    <a:pt x="667" y="4430"/>
                  </a:lnTo>
                  <a:cubicBezTo>
                    <a:pt x="1000" y="4430"/>
                    <a:pt x="1262" y="4168"/>
                    <a:pt x="1262" y="3835"/>
                  </a:cubicBezTo>
                  <a:lnTo>
                    <a:pt x="1262"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95"/>
            <p:cNvSpPr/>
            <p:nvPr/>
          </p:nvSpPr>
          <p:spPr>
            <a:xfrm>
              <a:off x="3280561" y="3175928"/>
              <a:ext cx="302850" cy="125389"/>
            </a:xfrm>
            <a:custGeom>
              <a:rect b="b" l="l" r="r" t="t"/>
              <a:pathLst>
                <a:path extrusionOk="0" h="3836" w="9265">
                  <a:moveTo>
                    <a:pt x="548" y="1"/>
                  </a:moveTo>
                  <a:cubicBezTo>
                    <a:pt x="239" y="1"/>
                    <a:pt x="1" y="239"/>
                    <a:pt x="1" y="549"/>
                  </a:cubicBezTo>
                  <a:lnTo>
                    <a:pt x="1" y="2001"/>
                  </a:lnTo>
                  <a:cubicBezTo>
                    <a:pt x="1" y="3002"/>
                    <a:pt x="834" y="3835"/>
                    <a:pt x="1858" y="3835"/>
                  </a:cubicBezTo>
                  <a:lnTo>
                    <a:pt x="7407" y="3835"/>
                  </a:lnTo>
                  <a:cubicBezTo>
                    <a:pt x="8431" y="3835"/>
                    <a:pt x="9264" y="3002"/>
                    <a:pt x="9264" y="2001"/>
                  </a:cubicBezTo>
                  <a:lnTo>
                    <a:pt x="9264" y="549"/>
                  </a:lnTo>
                  <a:cubicBezTo>
                    <a:pt x="9264" y="239"/>
                    <a:pt x="9026" y="1"/>
                    <a:pt x="8717"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95"/>
            <p:cNvSpPr/>
            <p:nvPr/>
          </p:nvSpPr>
          <p:spPr>
            <a:xfrm>
              <a:off x="3384867" y="3133140"/>
              <a:ext cx="95023" cy="18697"/>
            </a:xfrm>
            <a:custGeom>
              <a:rect b="b" l="l" r="r" t="t"/>
              <a:pathLst>
                <a:path extrusionOk="0" h="572" w="2907">
                  <a:moveTo>
                    <a:pt x="477" y="0"/>
                  </a:moveTo>
                  <a:cubicBezTo>
                    <a:pt x="263" y="0"/>
                    <a:pt x="120" y="143"/>
                    <a:pt x="48" y="334"/>
                  </a:cubicBezTo>
                  <a:lnTo>
                    <a:pt x="1" y="572"/>
                  </a:lnTo>
                  <a:lnTo>
                    <a:pt x="2906" y="572"/>
                  </a:lnTo>
                  <a:lnTo>
                    <a:pt x="2858" y="334"/>
                  </a:lnTo>
                  <a:cubicBezTo>
                    <a:pt x="2787" y="143"/>
                    <a:pt x="2644" y="0"/>
                    <a:pt x="2430"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95"/>
            <p:cNvSpPr/>
            <p:nvPr/>
          </p:nvSpPr>
          <p:spPr>
            <a:xfrm>
              <a:off x="3352964" y="3265459"/>
              <a:ext cx="32720" cy="119146"/>
            </a:xfrm>
            <a:custGeom>
              <a:rect b="b" l="l" r="r" t="t"/>
              <a:pathLst>
                <a:path extrusionOk="0" h="3645" w="1001">
                  <a:moveTo>
                    <a:pt x="500" y="1"/>
                  </a:moveTo>
                  <a:cubicBezTo>
                    <a:pt x="191" y="1"/>
                    <a:pt x="0" y="239"/>
                    <a:pt x="0" y="501"/>
                  </a:cubicBezTo>
                  <a:lnTo>
                    <a:pt x="0" y="3644"/>
                  </a:lnTo>
                  <a:lnTo>
                    <a:pt x="977" y="3644"/>
                  </a:lnTo>
                  <a:lnTo>
                    <a:pt x="1001" y="501"/>
                  </a:lnTo>
                  <a:cubicBezTo>
                    <a:pt x="1001" y="215"/>
                    <a:pt x="762"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95"/>
            <p:cNvSpPr/>
            <p:nvPr/>
          </p:nvSpPr>
          <p:spPr>
            <a:xfrm>
              <a:off x="3342831" y="3319949"/>
              <a:ext cx="50633" cy="22620"/>
            </a:xfrm>
            <a:custGeom>
              <a:rect b="b" l="l" r="r" t="t"/>
              <a:pathLst>
                <a:path extrusionOk="0" h="692" w="1549">
                  <a:moveTo>
                    <a:pt x="191" y="1"/>
                  </a:moveTo>
                  <a:cubicBezTo>
                    <a:pt x="96" y="1"/>
                    <a:pt x="1" y="96"/>
                    <a:pt x="1" y="191"/>
                  </a:cubicBezTo>
                  <a:lnTo>
                    <a:pt x="1" y="501"/>
                  </a:lnTo>
                  <a:cubicBezTo>
                    <a:pt x="1" y="596"/>
                    <a:pt x="96" y="691"/>
                    <a:pt x="191" y="691"/>
                  </a:cubicBezTo>
                  <a:lnTo>
                    <a:pt x="1382" y="691"/>
                  </a:lnTo>
                  <a:cubicBezTo>
                    <a:pt x="1501" y="691"/>
                    <a:pt x="1549" y="596"/>
                    <a:pt x="1549" y="501"/>
                  </a:cubicBezTo>
                  <a:lnTo>
                    <a:pt x="1549" y="191"/>
                  </a:lnTo>
                  <a:cubicBezTo>
                    <a:pt x="1549" y="96"/>
                    <a:pt x="1453" y="1"/>
                    <a:pt x="1382"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95"/>
            <p:cNvSpPr/>
            <p:nvPr/>
          </p:nvSpPr>
          <p:spPr>
            <a:xfrm>
              <a:off x="3479073" y="3265459"/>
              <a:ext cx="33505" cy="119146"/>
            </a:xfrm>
            <a:custGeom>
              <a:rect b="b" l="l" r="r" t="t"/>
              <a:pathLst>
                <a:path extrusionOk="0" h="3645" w="1025">
                  <a:moveTo>
                    <a:pt x="500" y="1"/>
                  </a:moveTo>
                  <a:cubicBezTo>
                    <a:pt x="215" y="1"/>
                    <a:pt x="0" y="239"/>
                    <a:pt x="0" y="501"/>
                  </a:cubicBezTo>
                  <a:lnTo>
                    <a:pt x="0" y="3644"/>
                  </a:lnTo>
                  <a:lnTo>
                    <a:pt x="977" y="3644"/>
                  </a:lnTo>
                  <a:lnTo>
                    <a:pt x="1024" y="501"/>
                  </a:lnTo>
                  <a:cubicBezTo>
                    <a:pt x="1024" y="215"/>
                    <a:pt x="78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95"/>
            <p:cNvSpPr/>
            <p:nvPr/>
          </p:nvSpPr>
          <p:spPr>
            <a:xfrm>
              <a:off x="3471293" y="3319949"/>
              <a:ext cx="50633" cy="22620"/>
            </a:xfrm>
            <a:custGeom>
              <a:rect b="b" l="l" r="r" t="t"/>
              <a:pathLst>
                <a:path extrusionOk="0" h="692" w="1549">
                  <a:moveTo>
                    <a:pt x="191" y="1"/>
                  </a:moveTo>
                  <a:cubicBezTo>
                    <a:pt x="95" y="1"/>
                    <a:pt x="0" y="96"/>
                    <a:pt x="0" y="191"/>
                  </a:cubicBezTo>
                  <a:lnTo>
                    <a:pt x="0" y="501"/>
                  </a:lnTo>
                  <a:cubicBezTo>
                    <a:pt x="0" y="596"/>
                    <a:pt x="95" y="691"/>
                    <a:pt x="191" y="691"/>
                  </a:cubicBezTo>
                  <a:lnTo>
                    <a:pt x="1381" y="691"/>
                  </a:lnTo>
                  <a:cubicBezTo>
                    <a:pt x="1453" y="691"/>
                    <a:pt x="1548" y="596"/>
                    <a:pt x="1548" y="501"/>
                  </a:cubicBezTo>
                  <a:lnTo>
                    <a:pt x="1548" y="191"/>
                  </a:lnTo>
                  <a:cubicBezTo>
                    <a:pt x="1548" y="96"/>
                    <a:pt x="1453" y="1"/>
                    <a:pt x="1381"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95"/>
            <p:cNvSpPr/>
            <p:nvPr/>
          </p:nvSpPr>
          <p:spPr>
            <a:xfrm>
              <a:off x="3391895" y="3217212"/>
              <a:ext cx="81751" cy="29615"/>
            </a:xfrm>
            <a:custGeom>
              <a:rect b="b" l="l" r="r" t="t"/>
              <a:pathLst>
                <a:path extrusionOk="0" h="906" w="2501">
                  <a:moveTo>
                    <a:pt x="191" y="0"/>
                  </a:moveTo>
                  <a:cubicBezTo>
                    <a:pt x="71" y="0"/>
                    <a:pt x="0" y="72"/>
                    <a:pt x="0" y="191"/>
                  </a:cubicBezTo>
                  <a:lnTo>
                    <a:pt x="0" y="715"/>
                  </a:lnTo>
                  <a:cubicBezTo>
                    <a:pt x="0" y="834"/>
                    <a:pt x="71" y="905"/>
                    <a:pt x="191" y="905"/>
                  </a:cubicBezTo>
                  <a:lnTo>
                    <a:pt x="2286" y="905"/>
                  </a:lnTo>
                  <a:cubicBezTo>
                    <a:pt x="2405" y="905"/>
                    <a:pt x="2501" y="834"/>
                    <a:pt x="2501" y="715"/>
                  </a:cubicBezTo>
                  <a:lnTo>
                    <a:pt x="2501" y="191"/>
                  </a:lnTo>
                  <a:cubicBezTo>
                    <a:pt x="2501" y="72"/>
                    <a:pt x="2405" y="0"/>
                    <a:pt x="2286"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95"/>
            <p:cNvSpPr/>
            <p:nvPr/>
          </p:nvSpPr>
          <p:spPr>
            <a:xfrm>
              <a:off x="3501627" y="3175928"/>
              <a:ext cx="81784" cy="125389"/>
            </a:xfrm>
            <a:custGeom>
              <a:rect b="b" l="l" r="r" t="t"/>
              <a:pathLst>
                <a:path extrusionOk="0" h="3836" w="2502">
                  <a:moveTo>
                    <a:pt x="1311" y="1"/>
                  </a:moveTo>
                  <a:cubicBezTo>
                    <a:pt x="1596" y="1"/>
                    <a:pt x="1835" y="239"/>
                    <a:pt x="1835" y="549"/>
                  </a:cubicBezTo>
                  <a:lnTo>
                    <a:pt x="1835" y="2001"/>
                  </a:lnTo>
                  <a:cubicBezTo>
                    <a:pt x="1835" y="3002"/>
                    <a:pt x="1001" y="3835"/>
                    <a:pt x="1" y="3835"/>
                  </a:cubicBezTo>
                  <a:lnTo>
                    <a:pt x="644" y="3835"/>
                  </a:lnTo>
                  <a:cubicBezTo>
                    <a:pt x="1668" y="3835"/>
                    <a:pt x="2501" y="3002"/>
                    <a:pt x="2501" y="2001"/>
                  </a:cubicBezTo>
                  <a:lnTo>
                    <a:pt x="2501" y="549"/>
                  </a:lnTo>
                  <a:cubicBezTo>
                    <a:pt x="2501" y="239"/>
                    <a:pt x="2263" y="1"/>
                    <a:pt x="1954"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95"/>
            <p:cNvSpPr/>
            <p:nvPr/>
          </p:nvSpPr>
          <p:spPr>
            <a:xfrm>
              <a:off x="3444816" y="3217212"/>
              <a:ext cx="28830" cy="29615"/>
            </a:xfrm>
            <a:custGeom>
              <a:rect b="b" l="l" r="r" t="t"/>
              <a:pathLst>
                <a:path extrusionOk="0" h="906" w="882">
                  <a:moveTo>
                    <a:pt x="0" y="0"/>
                  </a:moveTo>
                  <a:cubicBezTo>
                    <a:pt x="120" y="0"/>
                    <a:pt x="215" y="72"/>
                    <a:pt x="215" y="191"/>
                  </a:cubicBezTo>
                  <a:lnTo>
                    <a:pt x="215" y="715"/>
                  </a:lnTo>
                  <a:cubicBezTo>
                    <a:pt x="215" y="810"/>
                    <a:pt x="120" y="905"/>
                    <a:pt x="0" y="905"/>
                  </a:cubicBezTo>
                  <a:lnTo>
                    <a:pt x="667" y="905"/>
                  </a:lnTo>
                  <a:cubicBezTo>
                    <a:pt x="786" y="905"/>
                    <a:pt x="882" y="810"/>
                    <a:pt x="882" y="715"/>
                  </a:cubicBezTo>
                  <a:lnTo>
                    <a:pt x="882" y="191"/>
                  </a:lnTo>
                  <a:cubicBezTo>
                    <a:pt x="882" y="72"/>
                    <a:pt x="786" y="0"/>
                    <a:pt x="66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95"/>
            <p:cNvSpPr/>
            <p:nvPr/>
          </p:nvSpPr>
          <p:spPr>
            <a:xfrm>
              <a:off x="3409775" y="3078650"/>
              <a:ext cx="49097" cy="19482"/>
            </a:xfrm>
            <a:custGeom>
              <a:rect b="b" l="l" r="r" t="t"/>
              <a:pathLst>
                <a:path extrusionOk="0" h="596" w="1502">
                  <a:moveTo>
                    <a:pt x="763" y="0"/>
                  </a:moveTo>
                  <a:cubicBezTo>
                    <a:pt x="525" y="0"/>
                    <a:pt x="287" y="95"/>
                    <a:pt x="72" y="310"/>
                  </a:cubicBezTo>
                  <a:cubicBezTo>
                    <a:pt x="1" y="357"/>
                    <a:pt x="1" y="476"/>
                    <a:pt x="72" y="548"/>
                  </a:cubicBezTo>
                  <a:cubicBezTo>
                    <a:pt x="96" y="572"/>
                    <a:pt x="120" y="596"/>
                    <a:pt x="191" y="596"/>
                  </a:cubicBezTo>
                  <a:cubicBezTo>
                    <a:pt x="215" y="596"/>
                    <a:pt x="287" y="572"/>
                    <a:pt x="310" y="548"/>
                  </a:cubicBezTo>
                  <a:cubicBezTo>
                    <a:pt x="429" y="429"/>
                    <a:pt x="572" y="357"/>
                    <a:pt x="763" y="357"/>
                  </a:cubicBezTo>
                  <a:cubicBezTo>
                    <a:pt x="930" y="357"/>
                    <a:pt x="1072" y="405"/>
                    <a:pt x="1192" y="548"/>
                  </a:cubicBezTo>
                  <a:cubicBezTo>
                    <a:pt x="1227" y="572"/>
                    <a:pt x="1275" y="584"/>
                    <a:pt x="1320" y="584"/>
                  </a:cubicBezTo>
                  <a:cubicBezTo>
                    <a:pt x="1364" y="584"/>
                    <a:pt x="1406" y="572"/>
                    <a:pt x="1430" y="548"/>
                  </a:cubicBezTo>
                  <a:cubicBezTo>
                    <a:pt x="1501" y="476"/>
                    <a:pt x="1501" y="357"/>
                    <a:pt x="1430" y="310"/>
                  </a:cubicBezTo>
                  <a:cubicBezTo>
                    <a:pt x="1263" y="119"/>
                    <a:pt x="1025" y="0"/>
                    <a:pt x="76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95"/>
            <p:cNvSpPr/>
            <p:nvPr/>
          </p:nvSpPr>
          <p:spPr>
            <a:xfrm>
              <a:off x="3391111" y="3050604"/>
              <a:ext cx="87995" cy="27294"/>
            </a:xfrm>
            <a:custGeom>
              <a:rect b="b" l="l" r="r" t="t"/>
              <a:pathLst>
                <a:path extrusionOk="0" h="835" w="2692">
                  <a:moveTo>
                    <a:pt x="1358" y="1"/>
                  </a:moveTo>
                  <a:cubicBezTo>
                    <a:pt x="881" y="1"/>
                    <a:pt x="405" y="168"/>
                    <a:pt x="72" y="525"/>
                  </a:cubicBezTo>
                  <a:cubicBezTo>
                    <a:pt x="0" y="596"/>
                    <a:pt x="0" y="715"/>
                    <a:pt x="72" y="763"/>
                  </a:cubicBezTo>
                  <a:cubicBezTo>
                    <a:pt x="95" y="799"/>
                    <a:pt x="137" y="816"/>
                    <a:pt x="182" y="816"/>
                  </a:cubicBezTo>
                  <a:cubicBezTo>
                    <a:pt x="226" y="816"/>
                    <a:pt x="274" y="799"/>
                    <a:pt x="310" y="763"/>
                  </a:cubicBezTo>
                  <a:cubicBezTo>
                    <a:pt x="596" y="477"/>
                    <a:pt x="953" y="334"/>
                    <a:pt x="1381" y="334"/>
                  </a:cubicBezTo>
                  <a:cubicBezTo>
                    <a:pt x="1810" y="334"/>
                    <a:pt x="2167" y="477"/>
                    <a:pt x="2453" y="763"/>
                  </a:cubicBezTo>
                  <a:cubicBezTo>
                    <a:pt x="2429" y="811"/>
                    <a:pt x="2477" y="834"/>
                    <a:pt x="2525" y="834"/>
                  </a:cubicBezTo>
                  <a:cubicBezTo>
                    <a:pt x="2548" y="834"/>
                    <a:pt x="2596" y="787"/>
                    <a:pt x="2620" y="763"/>
                  </a:cubicBezTo>
                  <a:cubicBezTo>
                    <a:pt x="2691" y="715"/>
                    <a:pt x="2691" y="596"/>
                    <a:pt x="2620" y="525"/>
                  </a:cubicBezTo>
                  <a:cubicBezTo>
                    <a:pt x="2286" y="168"/>
                    <a:pt x="1834" y="1"/>
                    <a:pt x="1358"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95"/>
            <p:cNvSpPr/>
            <p:nvPr/>
          </p:nvSpPr>
          <p:spPr>
            <a:xfrm>
              <a:off x="3372413" y="3021022"/>
              <a:ext cx="127710" cy="36643"/>
            </a:xfrm>
            <a:custGeom>
              <a:rect b="b" l="l" r="r" t="t"/>
              <a:pathLst>
                <a:path extrusionOk="0" h="1121" w="3907">
                  <a:moveTo>
                    <a:pt x="1953" y="1"/>
                  </a:moveTo>
                  <a:cubicBezTo>
                    <a:pt x="1239" y="1"/>
                    <a:pt x="548" y="287"/>
                    <a:pt x="48" y="811"/>
                  </a:cubicBezTo>
                  <a:cubicBezTo>
                    <a:pt x="1" y="882"/>
                    <a:pt x="1" y="1001"/>
                    <a:pt x="48" y="1049"/>
                  </a:cubicBezTo>
                  <a:cubicBezTo>
                    <a:pt x="48" y="1084"/>
                    <a:pt x="78" y="1102"/>
                    <a:pt x="117" y="1102"/>
                  </a:cubicBezTo>
                  <a:cubicBezTo>
                    <a:pt x="155" y="1102"/>
                    <a:pt x="203" y="1084"/>
                    <a:pt x="239" y="1049"/>
                  </a:cubicBezTo>
                  <a:cubicBezTo>
                    <a:pt x="667" y="596"/>
                    <a:pt x="1263" y="358"/>
                    <a:pt x="1930" y="358"/>
                  </a:cubicBezTo>
                  <a:cubicBezTo>
                    <a:pt x="2573" y="358"/>
                    <a:pt x="3144" y="596"/>
                    <a:pt x="3620" y="1049"/>
                  </a:cubicBezTo>
                  <a:cubicBezTo>
                    <a:pt x="3644" y="1073"/>
                    <a:pt x="3692" y="1120"/>
                    <a:pt x="3740" y="1120"/>
                  </a:cubicBezTo>
                  <a:cubicBezTo>
                    <a:pt x="3763" y="1120"/>
                    <a:pt x="3835" y="1073"/>
                    <a:pt x="3859" y="1049"/>
                  </a:cubicBezTo>
                  <a:cubicBezTo>
                    <a:pt x="3906" y="1001"/>
                    <a:pt x="3906" y="882"/>
                    <a:pt x="3859" y="811"/>
                  </a:cubicBezTo>
                  <a:cubicBezTo>
                    <a:pt x="3359" y="310"/>
                    <a:pt x="2668" y="1"/>
                    <a:pt x="195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95"/>
            <p:cNvSpPr/>
            <p:nvPr/>
          </p:nvSpPr>
          <p:spPr>
            <a:xfrm>
              <a:off x="3277456" y="3128466"/>
              <a:ext cx="315304" cy="261565"/>
            </a:xfrm>
            <a:custGeom>
              <a:rect b="b" l="l" r="r" t="t"/>
              <a:pathLst>
                <a:path extrusionOk="0" h="8002" w="9646">
                  <a:moveTo>
                    <a:pt x="5835" y="357"/>
                  </a:moveTo>
                  <a:cubicBezTo>
                    <a:pt x="5906" y="357"/>
                    <a:pt x="5930" y="381"/>
                    <a:pt x="5954" y="453"/>
                  </a:cubicBezTo>
                  <a:lnTo>
                    <a:pt x="6002" y="596"/>
                  </a:lnTo>
                  <a:lnTo>
                    <a:pt x="3501" y="596"/>
                  </a:lnTo>
                  <a:lnTo>
                    <a:pt x="3525" y="453"/>
                  </a:lnTo>
                  <a:cubicBezTo>
                    <a:pt x="3525" y="381"/>
                    <a:pt x="3572" y="357"/>
                    <a:pt x="3644" y="357"/>
                  </a:cubicBezTo>
                  <a:close/>
                  <a:moveTo>
                    <a:pt x="6049" y="881"/>
                  </a:moveTo>
                  <a:lnTo>
                    <a:pt x="6144" y="1286"/>
                  </a:lnTo>
                  <a:lnTo>
                    <a:pt x="3311" y="1286"/>
                  </a:lnTo>
                  <a:lnTo>
                    <a:pt x="3406" y="881"/>
                  </a:lnTo>
                  <a:close/>
                  <a:moveTo>
                    <a:pt x="2787" y="4382"/>
                  </a:moveTo>
                  <a:cubicBezTo>
                    <a:pt x="2953" y="4382"/>
                    <a:pt x="3096" y="4525"/>
                    <a:pt x="3096" y="4692"/>
                  </a:cubicBezTo>
                  <a:lnTo>
                    <a:pt x="3096" y="5692"/>
                  </a:lnTo>
                  <a:lnTo>
                    <a:pt x="2453" y="5692"/>
                  </a:lnTo>
                  <a:lnTo>
                    <a:pt x="2453" y="4692"/>
                  </a:lnTo>
                  <a:cubicBezTo>
                    <a:pt x="2453" y="4525"/>
                    <a:pt x="2596" y="4382"/>
                    <a:pt x="2787" y="4382"/>
                  </a:cubicBezTo>
                  <a:close/>
                  <a:moveTo>
                    <a:pt x="6668" y="4382"/>
                  </a:moveTo>
                  <a:cubicBezTo>
                    <a:pt x="6859" y="4382"/>
                    <a:pt x="7002" y="4525"/>
                    <a:pt x="7002" y="4692"/>
                  </a:cubicBezTo>
                  <a:lnTo>
                    <a:pt x="7002" y="5692"/>
                  </a:lnTo>
                  <a:lnTo>
                    <a:pt x="6359" y="5692"/>
                  </a:lnTo>
                  <a:lnTo>
                    <a:pt x="6359" y="4692"/>
                  </a:lnTo>
                  <a:cubicBezTo>
                    <a:pt x="6359" y="4525"/>
                    <a:pt x="6502" y="4382"/>
                    <a:pt x="6668" y="4382"/>
                  </a:cubicBezTo>
                  <a:close/>
                  <a:moveTo>
                    <a:pt x="7264" y="5978"/>
                  </a:moveTo>
                  <a:cubicBezTo>
                    <a:pt x="7264" y="5978"/>
                    <a:pt x="7311" y="5978"/>
                    <a:pt x="7311" y="6002"/>
                  </a:cubicBezTo>
                  <a:lnTo>
                    <a:pt x="7264" y="6359"/>
                  </a:lnTo>
                  <a:lnTo>
                    <a:pt x="6073" y="6359"/>
                  </a:lnTo>
                  <a:cubicBezTo>
                    <a:pt x="6073" y="6359"/>
                    <a:pt x="6049" y="6359"/>
                    <a:pt x="6049" y="6335"/>
                  </a:cubicBezTo>
                  <a:lnTo>
                    <a:pt x="6049" y="6002"/>
                  </a:lnTo>
                  <a:cubicBezTo>
                    <a:pt x="6049" y="6002"/>
                    <a:pt x="6049" y="5978"/>
                    <a:pt x="6073" y="5978"/>
                  </a:cubicBezTo>
                  <a:close/>
                  <a:moveTo>
                    <a:pt x="2191" y="6002"/>
                  </a:moveTo>
                  <a:lnTo>
                    <a:pt x="3406" y="6049"/>
                  </a:lnTo>
                  <a:lnTo>
                    <a:pt x="3406" y="6359"/>
                  </a:lnTo>
                  <a:cubicBezTo>
                    <a:pt x="3406" y="6359"/>
                    <a:pt x="3406" y="6406"/>
                    <a:pt x="3382" y="6406"/>
                  </a:cubicBezTo>
                  <a:lnTo>
                    <a:pt x="2191" y="6406"/>
                  </a:lnTo>
                  <a:cubicBezTo>
                    <a:pt x="2191" y="6406"/>
                    <a:pt x="2144" y="6406"/>
                    <a:pt x="2144" y="6359"/>
                  </a:cubicBezTo>
                  <a:lnTo>
                    <a:pt x="2144" y="6049"/>
                  </a:lnTo>
                  <a:cubicBezTo>
                    <a:pt x="2144" y="6049"/>
                    <a:pt x="2144" y="6002"/>
                    <a:pt x="2191" y="6002"/>
                  </a:cubicBezTo>
                  <a:close/>
                  <a:moveTo>
                    <a:pt x="524" y="4858"/>
                  </a:moveTo>
                  <a:cubicBezTo>
                    <a:pt x="881" y="5216"/>
                    <a:pt x="1382" y="5454"/>
                    <a:pt x="1953" y="5454"/>
                  </a:cubicBezTo>
                  <a:lnTo>
                    <a:pt x="2120" y="5454"/>
                  </a:lnTo>
                  <a:lnTo>
                    <a:pt x="2120" y="5692"/>
                  </a:lnTo>
                  <a:cubicBezTo>
                    <a:pt x="1977" y="5716"/>
                    <a:pt x="1834" y="5859"/>
                    <a:pt x="1834" y="6002"/>
                  </a:cubicBezTo>
                  <a:lnTo>
                    <a:pt x="1834" y="6311"/>
                  </a:lnTo>
                  <a:cubicBezTo>
                    <a:pt x="1834" y="6478"/>
                    <a:pt x="1953" y="6597"/>
                    <a:pt x="2120" y="6644"/>
                  </a:cubicBezTo>
                  <a:lnTo>
                    <a:pt x="2120" y="7621"/>
                  </a:lnTo>
                  <a:lnTo>
                    <a:pt x="1001" y="7621"/>
                  </a:lnTo>
                  <a:cubicBezTo>
                    <a:pt x="971" y="7626"/>
                    <a:pt x="943" y="7628"/>
                    <a:pt x="915" y="7628"/>
                  </a:cubicBezTo>
                  <a:cubicBezTo>
                    <a:pt x="677" y="7628"/>
                    <a:pt x="524" y="7449"/>
                    <a:pt x="524" y="7192"/>
                  </a:cubicBezTo>
                  <a:lnTo>
                    <a:pt x="524" y="4858"/>
                  </a:lnTo>
                  <a:close/>
                  <a:moveTo>
                    <a:pt x="3096" y="6692"/>
                  </a:moveTo>
                  <a:lnTo>
                    <a:pt x="3096" y="7645"/>
                  </a:lnTo>
                  <a:lnTo>
                    <a:pt x="2453" y="7645"/>
                  </a:lnTo>
                  <a:lnTo>
                    <a:pt x="2453" y="6692"/>
                  </a:lnTo>
                  <a:close/>
                  <a:moveTo>
                    <a:pt x="7002" y="6716"/>
                  </a:moveTo>
                  <a:lnTo>
                    <a:pt x="7002" y="7669"/>
                  </a:lnTo>
                  <a:lnTo>
                    <a:pt x="6359" y="7669"/>
                  </a:lnTo>
                  <a:lnTo>
                    <a:pt x="6359" y="6716"/>
                  </a:lnTo>
                  <a:close/>
                  <a:moveTo>
                    <a:pt x="6025" y="5454"/>
                  </a:moveTo>
                  <a:lnTo>
                    <a:pt x="6025" y="5692"/>
                  </a:lnTo>
                  <a:cubicBezTo>
                    <a:pt x="5882" y="5716"/>
                    <a:pt x="5716" y="5859"/>
                    <a:pt x="5716" y="6049"/>
                  </a:cubicBezTo>
                  <a:lnTo>
                    <a:pt x="5716" y="6359"/>
                  </a:lnTo>
                  <a:cubicBezTo>
                    <a:pt x="5716" y="6549"/>
                    <a:pt x="5835" y="6668"/>
                    <a:pt x="6025" y="6716"/>
                  </a:cubicBezTo>
                  <a:lnTo>
                    <a:pt x="6025" y="7716"/>
                  </a:lnTo>
                  <a:lnTo>
                    <a:pt x="3453" y="7716"/>
                  </a:lnTo>
                  <a:lnTo>
                    <a:pt x="3453" y="6716"/>
                  </a:lnTo>
                  <a:cubicBezTo>
                    <a:pt x="3620" y="6692"/>
                    <a:pt x="3763" y="6549"/>
                    <a:pt x="3763" y="6359"/>
                  </a:cubicBezTo>
                  <a:lnTo>
                    <a:pt x="3763" y="6049"/>
                  </a:lnTo>
                  <a:cubicBezTo>
                    <a:pt x="3763" y="5859"/>
                    <a:pt x="3644" y="5716"/>
                    <a:pt x="3453" y="5692"/>
                  </a:cubicBezTo>
                  <a:lnTo>
                    <a:pt x="3453" y="5454"/>
                  </a:lnTo>
                  <a:close/>
                  <a:moveTo>
                    <a:pt x="3763" y="0"/>
                  </a:moveTo>
                  <a:cubicBezTo>
                    <a:pt x="3501" y="0"/>
                    <a:pt x="3263" y="167"/>
                    <a:pt x="3191" y="453"/>
                  </a:cubicBezTo>
                  <a:lnTo>
                    <a:pt x="3025" y="1239"/>
                  </a:lnTo>
                  <a:lnTo>
                    <a:pt x="2477" y="1239"/>
                  </a:lnTo>
                  <a:cubicBezTo>
                    <a:pt x="2382" y="1239"/>
                    <a:pt x="2334" y="1310"/>
                    <a:pt x="2310" y="1405"/>
                  </a:cubicBezTo>
                  <a:cubicBezTo>
                    <a:pt x="2310" y="1477"/>
                    <a:pt x="2358" y="1572"/>
                    <a:pt x="2453" y="1572"/>
                  </a:cubicBezTo>
                  <a:lnTo>
                    <a:pt x="8812" y="1572"/>
                  </a:lnTo>
                  <a:cubicBezTo>
                    <a:pt x="9026" y="1572"/>
                    <a:pt x="9217" y="1763"/>
                    <a:pt x="9217" y="1953"/>
                  </a:cubicBezTo>
                  <a:lnTo>
                    <a:pt x="9217" y="3715"/>
                  </a:lnTo>
                  <a:cubicBezTo>
                    <a:pt x="9217" y="4501"/>
                    <a:pt x="8574" y="5120"/>
                    <a:pt x="7811" y="5120"/>
                  </a:cubicBezTo>
                  <a:lnTo>
                    <a:pt x="7335" y="5120"/>
                  </a:lnTo>
                  <a:lnTo>
                    <a:pt x="7335" y="4573"/>
                  </a:lnTo>
                  <a:cubicBezTo>
                    <a:pt x="7335" y="4287"/>
                    <a:pt x="7097" y="4049"/>
                    <a:pt x="6787" y="4049"/>
                  </a:cubicBezTo>
                  <a:lnTo>
                    <a:pt x="6549" y="4049"/>
                  </a:lnTo>
                  <a:cubicBezTo>
                    <a:pt x="6264" y="4049"/>
                    <a:pt x="6025" y="4287"/>
                    <a:pt x="6025" y="4573"/>
                  </a:cubicBezTo>
                  <a:lnTo>
                    <a:pt x="6025" y="5120"/>
                  </a:lnTo>
                  <a:lnTo>
                    <a:pt x="3453" y="5120"/>
                  </a:lnTo>
                  <a:lnTo>
                    <a:pt x="3453" y="4573"/>
                  </a:lnTo>
                  <a:cubicBezTo>
                    <a:pt x="3453" y="4287"/>
                    <a:pt x="3215" y="4049"/>
                    <a:pt x="2930" y="4049"/>
                  </a:cubicBezTo>
                  <a:lnTo>
                    <a:pt x="2501" y="4049"/>
                  </a:lnTo>
                  <a:cubicBezTo>
                    <a:pt x="2287" y="4049"/>
                    <a:pt x="2144" y="4192"/>
                    <a:pt x="2144" y="4406"/>
                  </a:cubicBezTo>
                  <a:lnTo>
                    <a:pt x="2144" y="5120"/>
                  </a:lnTo>
                  <a:lnTo>
                    <a:pt x="1215" y="5120"/>
                  </a:lnTo>
                  <a:cubicBezTo>
                    <a:pt x="715" y="5120"/>
                    <a:pt x="310" y="4692"/>
                    <a:pt x="310" y="4192"/>
                  </a:cubicBezTo>
                  <a:lnTo>
                    <a:pt x="310" y="1786"/>
                  </a:lnTo>
                  <a:cubicBezTo>
                    <a:pt x="310" y="1691"/>
                    <a:pt x="381" y="1596"/>
                    <a:pt x="477" y="1596"/>
                  </a:cubicBezTo>
                  <a:lnTo>
                    <a:pt x="1882" y="1596"/>
                  </a:lnTo>
                  <a:cubicBezTo>
                    <a:pt x="1905" y="1596"/>
                    <a:pt x="1905" y="1596"/>
                    <a:pt x="1929" y="1572"/>
                  </a:cubicBezTo>
                  <a:cubicBezTo>
                    <a:pt x="2048" y="1429"/>
                    <a:pt x="1977" y="1262"/>
                    <a:pt x="1858" y="1262"/>
                  </a:cubicBezTo>
                  <a:lnTo>
                    <a:pt x="715" y="1262"/>
                  </a:lnTo>
                  <a:cubicBezTo>
                    <a:pt x="334" y="1262"/>
                    <a:pt x="0" y="1596"/>
                    <a:pt x="0" y="1977"/>
                  </a:cubicBezTo>
                  <a:lnTo>
                    <a:pt x="0" y="3453"/>
                  </a:lnTo>
                  <a:cubicBezTo>
                    <a:pt x="0" y="3811"/>
                    <a:pt x="96" y="4120"/>
                    <a:pt x="262" y="4430"/>
                  </a:cubicBezTo>
                  <a:lnTo>
                    <a:pt x="262" y="7192"/>
                  </a:lnTo>
                  <a:cubicBezTo>
                    <a:pt x="262" y="7645"/>
                    <a:pt x="619" y="8002"/>
                    <a:pt x="1072" y="8002"/>
                  </a:cubicBezTo>
                  <a:lnTo>
                    <a:pt x="9193" y="8002"/>
                  </a:lnTo>
                  <a:cubicBezTo>
                    <a:pt x="9288" y="8002"/>
                    <a:pt x="9383" y="7907"/>
                    <a:pt x="9383" y="7811"/>
                  </a:cubicBezTo>
                  <a:lnTo>
                    <a:pt x="9383" y="6121"/>
                  </a:lnTo>
                  <a:lnTo>
                    <a:pt x="9383" y="6097"/>
                  </a:lnTo>
                  <a:cubicBezTo>
                    <a:pt x="9330" y="6044"/>
                    <a:pt x="9270" y="6020"/>
                    <a:pt x="9216" y="6020"/>
                  </a:cubicBezTo>
                  <a:cubicBezTo>
                    <a:pt x="9125" y="6020"/>
                    <a:pt x="9050" y="6087"/>
                    <a:pt x="9050" y="6192"/>
                  </a:cubicBezTo>
                  <a:lnTo>
                    <a:pt x="9050" y="7549"/>
                  </a:lnTo>
                  <a:cubicBezTo>
                    <a:pt x="9050" y="7621"/>
                    <a:pt x="9002" y="7645"/>
                    <a:pt x="8955" y="7645"/>
                  </a:cubicBezTo>
                  <a:lnTo>
                    <a:pt x="7454" y="7645"/>
                  </a:lnTo>
                  <a:lnTo>
                    <a:pt x="7454" y="6668"/>
                  </a:lnTo>
                  <a:cubicBezTo>
                    <a:pt x="7597" y="6621"/>
                    <a:pt x="7740" y="6478"/>
                    <a:pt x="7740" y="6311"/>
                  </a:cubicBezTo>
                  <a:lnTo>
                    <a:pt x="7740" y="5978"/>
                  </a:lnTo>
                  <a:cubicBezTo>
                    <a:pt x="7740" y="5787"/>
                    <a:pt x="7621" y="5644"/>
                    <a:pt x="7454" y="5620"/>
                  </a:cubicBezTo>
                  <a:lnTo>
                    <a:pt x="7454" y="5382"/>
                  </a:lnTo>
                  <a:lnTo>
                    <a:pt x="7621" y="5382"/>
                  </a:lnTo>
                  <a:cubicBezTo>
                    <a:pt x="8193" y="5382"/>
                    <a:pt x="8693" y="5144"/>
                    <a:pt x="9050" y="4787"/>
                  </a:cubicBezTo>
                  <a:lnTo>
                    <a:pt x="9050" y="5478"/>
                  </a:lnTo>
                  <a:cubicBezTo>
                    <a:pt x="9050" y="5549"/>
                    <a:pt x="9121" y="5620"/>
                    <a:pt x="9193" y="5644"/>
                  </a:cubicBezTo>
                  <a:cubicBezTo>
                    <a:pt x="9288" y="5644"/>
                    <a:pt x="9383" y="5597"/>
                    <a:pt x="9383" y="5501"/>
                  </a:cubicBezTo>
                  <a:lnTo>
                    <a:pt x="9383" y="4430"/>
                  </a:lnTo>
                  <a:lnTo>
                    <a:pt x="9383" y="4406"/>
                  </a:lnTo>
                  <a:cubicBezTo>
                    <a:pt x="9550" y="4096"/>
                    <a:pt x="9645" y="3763"/>
                    <a:pt x="9645" y="3430"/>
                  </a:cubicBezTo>
                  <a:lnTo>
                    <a:pt x="9526" y="1953"/>
                  </a:lnTo>
                  <a:cubicBezTo>
                    <a:pt x="9526" y="1572"/>
                    <a:pt x="9217" y="1239"/>
                    <a:pt x="8812" y="1239"/>
                  </a:cubicBezTo>
                  <a:lnTo>
                    <a:pt x="6502" y="1239"/>
                  </a:lnTo>
                  <a:lnTo>
                    <a:pt x="6311" y="453"/>
                  </a:lnTo>
                  <a:cubicBezTo>
                    <a:pt x="6264" y="167"/>
                    <a:pt x="6025" y="0"/>
                    <a:pt x="5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95"/>
            <p:cNvSpPr/>
            <p:nvPr/>
          </p:nvSpPr>
          <p:spPr>
            <a:xfrm>
              <a:off x="3386436" y="3213323"/>
              <a:ext cx="91885" cy="39715"/>
            </a:xfrm>
            <a:custGeom>
              <a:rect b="b" l="l" r="r" t="t"/>
              <a:pathLst>
                <a:path extrusionOk="0" h="1215" w="2811">
                  <a:moveTo>
                    <a:pt x="2429" y="310"/>
                  </a:moveTo>
                  <a:cubicBezTo>
                    <a:pt x="2453" y="310"/>
                    <a:pt x="2453" y="357"/>
                    <a:pt x="2453" y="357"/>
                  </a:cubicBezTo>
                  <a:lnTo>
                    <a:pt x="2453" y="857"/>
                  </a:lnTo>
                  <a:cubicBezTo>
                    <a:pt x="2453" y="881"/>
                    <a:pt x="2429" y="881"/>
                    <a:pt x="2429" y="881"/>
                  </a:cubicBezTo>
                  <a:lnTo>
                    <a:pt x="334" y="881"/>
                  </a:lnTo>
                  <a:cubicBezTo>
                    <a:pt x="334" y="881"/>
                    <a:pt x="310" y="857"/>
                    <a:pt x="310" y="834"/>
                  </a:cubicBezTo>
                  <a:lnTo>
                    <a:pt x="310" y="357"/>
                  </a:lnTo>
                  <a:cubicBezTo>
                    <a:pt x="310" y="310"/>
                    <a:pt x="334" y="310"/>
                    <a:pt x="334" y="310"/>
                  </a:cubicBezTo>
                  <a:close/>
                  <a:moveTo>
                    <a:pt x="358" y="0"/>
                  </a:moveTo>
                  <a:cubicBezTo>
                    <a:pt x="167" y="0"/>
                    <a:pt x="0" y="167"/>
                    <a:pt x="0" y="357"/>
                  </a:cubicBezTo>
                  <a:lnTo>
                    <a:pt x="0" y="857"/>
                  </a:lnTo>
                  <a:cubicBezTo>
                    <a:pt x="0" y="1072"/>
                    <a:pt x="191" y="1215"/>
                    <a:pt x="358" y="1215"/>
                  </a:cubicBezTo>
                  <a:lnTo>
                    <a:pt x="2453" y="1215"/>
                  </a:lnTo>
                  <a:cubicBezTo>
                    <a:pt x="2620" y="1215"/>
                    <a:pt x="2810" y="1024"/>
                    <a:pt x="2810" y="834"/>
                  </a:cubicBezTo>
                  <a:lnTo>
                    <a:pt x="2810" y="357"/>
                  </a:lnTo>
                  <a:cubicBezTo>
                    <a:pt x="2810" y="143"/>
                    <a:pt x="2620" y="0"/>
                    <a:pt x="2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1" name="Google Shape;20011;p95"/>
          <p:cNvGrpSpPr/>
          <p:nvPr/>
        </p:nvGrpSpPr>
        <p:grpSpPr>
          <a:xfrm>
            <a:off x="4017927" y="2875519"/>
            <a:ext cx="370578" cy="355313"/>
            <a:chOff x="4005276" y="3027919"/>
            <a:chExt cx="370578" cy="355313"/>
          </a:xfrm>
        </p:grpSpPr>
        <p:sp>
          <p:nvSpPr>
            <p:cNvPr id="20012" name="Google Shape;20012;p95"/>
            <p:cNvSpPr/>
            <p:nvPr/>
          </p:nvSpPr>
          <p:spPr>
            <a:xfrm>
              <a:off x="4028648" y="3063843"/>
              <a:ext cx="323868" cy="235906"/>
            </a:xfrm>
            <a:custGeom>
              <a:rect b="b" l="l" r="r" t="t"/>
              <a:pathLst>
                <a:path extrusionOk="0" h="7217" w="9908">
                  <a:moveTo>
                    <a:pt x="0" y="1"/>
                  </a:moveTo>
                  <a:lnTo>
                    <a:pt x="0" y="6788"/>
                  </a:lnTo>
                  <a:cubicBezTo>
                    <a:pt x="0" y="7026"/>
                    <a:pt x="191" y="7216"/>
                    <a:pt x="429" y="7216"/>
                  </a:cubicBezTo>
                  <a:lnTo>
                    <a:pt x="9502" y="7216"/>
                  </a:lnTo>
                  <a:cubicBezTo>
                    <a:pt x="9740" y="7216"/>
                    <a:pt x="9907" y="7026"/>
                    <a:pt x="9907" y="6788"/>
                  </a:cubicBezTo>
                  <a:lnTo>
                    <a:pt x="9907" y="1"/>
                  </a:ln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95"/>
            <p:cNvSpPr/>
            <p:nvPr/>
          </p:nvSpPr>
          <p:spPr>
            <a:xfrm>
              <a:off x="4012304" y="3034261"/>
              <a:ext cx="357340" cy="29615"/>
            </a:xfrm>
            <a:custGeom>
              <a:rect b="b" l="l" r="r" t="t"/>
              <a:pathLst>
                <a:path extrusionOk="0" h="906" w="10932">
                  <a:moveTo>
                    <a:pt x="119" y="1"/>
                  </a:moveTo>
                  <a:cubicBezTo>
                    <a:pt x="72" y="1"/>
                    <a:pt x="0" y="48"/>
                    <a:pt x="0" y="120"/>
                  </a:cubicBezTo>
                  <a:lnTo>
                    <a:pt x="0" y="787"/>
                  </a:lnTo>
                  <a:cubicBezTo>
                    <a:pt x="0" y="858"/>
                    <a:pt x="72" y="906"/>
                    <a:pt x="119" y="906"/>
                  </a:cubicBezTo>
                  <a:lnTo>
                    <a:pt x="10812" y="906"/>
                  </a:lnTo>
                  <a:cubicBezTo>
                    <a:pt x="10860" y="906"/>
                    <a:pt x="10931" y="858"/>
                    <a:pt x="10931" y="787"/>
                  </a:cubicBezTo>
                  <a:lnTo>
                    <a:pt x="10931" y="120"/>
                  </a:lnTo>
                  <a:cubicBezTo>
                    <a:pt x="10931" y="48"/>
                    <a:pt x="10860" y="1"/>
                    <a:pt x="1081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95"/>
            <p:cNvSpPr/>
            <p:nvPr/>
          </p:nvSpPr>
          <p:spPr>
            <a:xfrm>
              <a:off x="4065225" y="3097315"/>
              <a:ext cx="106692" cy="24941"/>
            </a:xfrm>
            <a:custGeom>
              <a:rect b="b" l="l" r="r" t="t"/>
              <a:pathLst>
                <a:path extrusionOk="0" h="763" w="3264">
                  <a:moveTo>
                    <a:pt x="120" y="1"/>
                  </a:moveTo>
                  <a:cubicBezTo>
                    <a:pt x="48" y="1"/>
                    <a:pt x="1" y="48"/>
                    <a:pt x="1" y="120"/>
                  </a:cubicBezTo>
                  <a:lnTo>
                    <a:pt x="1" y="644"/>
                  </a:lnTo>
                  <a:cubicBezTo>
                    <a:pt x="1" y="715"/>
                    <a:pt x="48" y="763"/>
                    <a:pt x="120" y="763"/>
                  </a:cubicBezTo>
                  <a:lnTo>
                    <a:pt x="3120" y="763"/>
                  </a:lnTo>
                  <a:cubicBezTo>
                    <a:pt x="3216" y="763"/>
                    <a:pt x="3263" y="715"/>
                    <a:pt x="3239" y="644"/>
                  </a:cubicBezTo>
                  <a:lnTo>
                    <a:pt x="3239" y="120"/>
                  </a:lnTo>
                  <a:cubicBezTo>
                    <a:pt x="3239" y="48"/>
                    <a:pt x="3168" y="1"/>
                    <a:pt x="3120"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95"/>
            <p:cNvSpPr/>
            <p:nvPr/>
          </p:nvSpPr>
          <p:spPr>
            <a:xfrm>
              <a:off x="4225590" y="3098884"/>
              <a:ext cx="86426" cy="79431"/>
            </a:xfrm>
            <a:custGeom>
              <a:rect b="b" l="l" r="r" t="t"/>
              <a:pathLst>
                <a:path extrusionOk="0" h="2430" w="2644">
                  <a:moveTo>
                    <a:pt x="119" y="0"/>
                  </a:moveTo>
                  <a:cubicBezTo>
                    <a:pt x="48" y="0"/>
                    <a:pt x="0" y="72"/>
                    <a:pt x="0" y="119"/>
                  </a:cubicBezTo>
                  <a:lnTo>
                    <a:pt x="0" y="2310"/>
                  </a:lnTo>
                  <a:cubicBezTo>
                    <a:pt x="0" y="2358"/>
                    <a:pt x="48" y="2429"/>
                    <a:pt x="119" y="2429"/>
                  </a:cubicBezTo>
                  <a:lnTo>
                    <a:pt x="2525" y="2429"/>
                  </a:lnTo>
                  <a:cubicBezTo>
                    <a:pt x="2596" y="2429"/>
                    <a:pt x="2644" y="2358"/>
                    <a:pt x="2644" y="2310"/>
                  </a:cubicBezTo>
                  <a:lnTo>
                    <a:pt x="2644" y="119"/>
                  </a:lnTo>
                  <a:cubicBezTo>
                    <a:pt x="2644" y="72"/>
                    <a:pt x="2596" y="0"/>
                    <a:pt x="2525"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95"/>
            <p:cNvSpPr/>
            <p:nvPr/>
          </p:nvSpPr>
          <p:spPr>
            <a:xfrm>
              <a:off x="4319011" y="3063843"/>
              <a:ext cx="35041" cy="235906"/>
            </a:xfrm>
            <a:custGeom>
              <a:rect b="b" l="l" r="r" t="t"/>
              <a:pathLst>
                <a:path extrusionOk="0" h="7217" w="1072">
                  <a:moveTo>
                    <a:pt x="405" y="1"/>
                  </a:moveTo>
                  <a:lnTo>
                    <a:pt x="405" y="6788"/>
                  </a:lnTo>
                  <a:cubicBezTo>
                    <a:pt x="405" y="7026"/>
                    <a:pt x="238" y="7216"/>
                    <a:pt x="0" y="7216"/>
                  </a:cubicBezTo>
                  <a:lnTo>
                    <a:pt x="643" y="7216"/>
                  </a:lnTo>
                  <a:cubicBezTo>
                    <a:pt x="881" y="7216"/>
                    <a:pt x="1072" y="7026"/>
                    <a:pt x="1072" y="6788"/>
                  </a:cubicBezTo>
                  <a:lnTo>
                    <a:pt x="1072"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95"/>
            <p:cNvSpPr/>
            <p:nvPr/>
          </p:nvSpPr>
          <p:spPr>
            <a:xfrm>
              <a:off x="4343919" y="3032724"/>
              <a:ext cx="25725" cy="30367"/>
            </a:xfrm>
            <a:custGeom>
              <a:rect b="b" l="l" r="r" t="t"/>
              <a:pathLst>
                <a:path extrusionOk="0" h="929" w="787">
                  <a:moveTo>
                    <a:pt x="0" y="0"/>
                  </a:moveTo>
                  <a:cubicBezTo>
                    <a:pt x="72" y="0"/>
                    <a:pt x="119" y="72"/>
                    <a:pt x="119" y="119"/>
                  </a:cubicBezTo>
                  <a:lnTo>
                    <a:pt x="119" y="810"/>
                  </a:lnTo>
                  <a:cubicBezTo>
                    <a:pt x="119" y="881"/>
                    <a:pt x="72" y="929"/>
                    <a:pt x="0" y="929"/>
                  </a:cubicBezTo>
                  <a:lnTo>
                    <a:pt x="667" y="929"/>
                  </a:lnTo>
                  <a:cubicBezTo>
                    <a:pt x="715" y="929"/>
                    <a:pt x="786" y="881"/>
                    <a:pt x="786" y="810"/>
                  </a:cubicBezTo>
                  <a:lnTo>
                    <a:pt x="786" y="119"/>
                  </a:lnTo>
                  <a:cubicBezTo>
                    <a:pt x="786" y="72"/>
                    <a:pt x="715" y="0"/>
                    <a:pt x="667"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95"/>
            <p:cNvSpPr/>
            <p:nvPr/>
          </p:nvSpPr>
          <p:spPr>
            <a:xfrm>
              <a:off x="4145407" y="3097315"/>
              <a:ext cx="26510" cy="24941"/>
            </a:xfrm>
            <a:custGeom>
              <a:rect b="b" l="l" r="r" t="t"/>
              <a:pathLst>
                <a:path extrusionOk="0" h="763" w="811">
                  <a:moveTo>
                    <a:pt x="0" y="1"/>
                  </a:moveTo>
                  <a:cubicBezTo>
                    <a:pt x="72" y="1"/>
                    <a:pt x="120" y="48"/>
                    <a:pt x="120" y="120"/>
                  </a:cubicBezTo>
                  <a:lnTo>
                    <a:pt x="120" y="644"/>
                  </a:lnTo>
                  <a:cubicBezTo>
                    <a:pt x="120" y="715"/>
                    <a:pt x="72" y="763"/>
                    <a:pt x="0" y="763"/>
                  </a:cubicBezTo>
                  <a:lnTo>
                    <a:pt x="667" y="763"/>
                  </a:lnTo>
                  <a:cubicBezTo>
                    <a:pt x="715" y="763"/>
                    <a:pt x="786" y="715"/>
                    <a:pt x="786" y="644"/>
                  </a:cubicBezTo>
                  <a:lnTo>
                    <a:pt x="786" y="120"/>
                  </a:lnTo>
                  <a:cubicBezTo>
                    <a:pt x="810" y="48"/>
                    <a:pt x="763" y="1"/>
                    <a:pt x="66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95"/>
            <p:cNvSpPr/>
            <p:nvPr/>
          </p:nvSpPr>
          <p:spPr>
            <a:xfrm>
              <a:off x="4287075" y="3098884"/>
              <a:ext cx="24941" cy="79431"/>
            </a:xfrm>
            <a:custGeom>
              <a:rect b="b" l="l" r="r" t="t"/>
              <a:pathLst>
                <a:path extrusionOk="0" h="2430" w="763">
                  <a:moveTo>
                    <a:pt x="1" y="0"/>
                  </a:moveTo>
                  <a:cubicBezTo>
                    <a:pt x="48" y="0"/>
                    <a:pt x="120" y="72"/>
                    <a:pt x="120" y="119"/>
                  </a:cubicBezTo>
                  <a:lnTo>
                    <a:pt x="120" y="2310"/>
                  </a:lnTo>
                  <a:cubicBezTo>
                    <a:pt x="120" y="2358"/>
                    <a:pt x="48" y="2429"/>
                    <a:pt x="1" y="2429"/>
                  </a:cubicBezTo>
                  <a:lnTo>
                    <a:pt x="644" y="2429"/>
                  </a:lnTo>
                  <a:cubicBezTo>
                    <a:pt x="715" y="2429"/>
                    <a:pt x="763" y="2358"/>
                    <a:pt x="763" y="2310"/>
                  </a:cubicBezTo>
                  <a:lnTo>
                    <a:pt x="763" y="119"/>
                  </a:lnTo>
                  <a:cubicBezTo>
                    <a:pt x="763" y="72"/>
                    <a:pt x="715" y="0"/>
                    <a:pt x="64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95"/>
            <p:cNvSpPr/>
            <p:nvPr/>
          </p:nvSpPr>
          <p:spPr>
            <a:xfrm>
              <a:off x="4179664" y="3354990"/>
              <a:ext cx="23372" cy="23372"/>
            </a:xfrm>
            <a:custGeom>
              <a:rect b="b" l="l" r="r" t="t"/>
              <a:pathLst>
                <a:path extrusionOk="0" h="715" w="715">
                  <a:moveTo>
                    <a:pt x="358" y="0"/>
                  </a:moveTo>
                  <a:cubicBezTo>
                    <a:pt x="167" y="0"/>
                    <a:pt x="0" y="167"/>
                    <a:pt x="0" y="357"/>
                  </a:cubicBezTo>
                  <a:cubicBezTo>
                    <a:pt x="0" y="548"/>
                    <a:pt x="167" y="715"/>
                    <a:pt x="358" y="715"/>
                  </a:cubicBezTo>
                  <a:cubicBezTo>
                    <a:pt x="548" y="715"/>
                    <a:pt x="715" y="548"/>
                    <a:pt x="715" y="357"/>
                  </a:cubicBezTo>
                  <a:cubicBezTo>
                    <a:pt x="715" y="167"/>
                    <a:pt x="548" y="0"/>
                    <a:pt x="358"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95"/>
            <p:cNvSpPr/>
            <p:nvPr/>
          </p:nvSpPr>
          <p:spPr>
            <a:xfrm>
              <a:off x="4005276" y="3027919"/>
              <a:ext cx="370578" cy="355313"/>
            </a:xfrm>
            <a:custGeom>
              <a:rect b="b" l="l" r="r" t="t"/>
              <a:pathLst>
                <a:path extrusionOk="0" h="10870" w="11337">
                  <a:moveTo>
                    <a:pt x="5693" y="10221"/>
                  </a:moveTo>
                  <a:cubicBezTo>
                    <a:pt x="5788" y="10221"/>
                    <a:pt x="5883" y="10316"/>
                    <a:pt x="5883" y="10387"/>
                  </a:cubicBezTo>
                  <a:cubicBezTo>
                    <a:pt x="5883" y="10483"/>
                    <a:pt x="5812" y="10578"/>
                    <a:pt x="5693" y="10578"/>
                  </a:cubicBezTo>
                  <a:cubicBezTo>
                    <a:pt x="5573" y="10578"/>
                    <a:pt x="5526" y="10483"/>
                    <a:pt x="5526" y="10387"/>
                  </a:cubicBezTo>
                  <a:cubicBezTo>
                    <a:pt x="5526" y="10316"/>
                    <a:pt x="5597" y="10221"/>
                    <a:pt x="5693" y="10221"/>
                  </a:cubicBezTo>
                  <a:close/>
                  <a:moveTo>
                    <a:pt x="4086" y="0"/>
                  </a:moveTo>
                  <a:cubicBezTo>
                    <a:pt x="4074" y="0"/>
                    <a:pt x="4062" y="2"/>
                    <a:pt x="4049" y="4"/>
                  </a:cubicBezTo>
                  <a:lnTo>
                    <a:pt x="310" y="4"/>
                  </a:lnTo>
                  <a:cubicBezTo>
                    <a:pt x="144" y="4"/>
                    <a:pt x="1" y="314"/>
                    <a:pt x="1" y="314"/>
                  </a:cubicBezTo>
                  <a:lnTo>
                    <a:pt x="1" y="1028"/>
                  </a:lnTo>
                  <a:cubicBezTo>
                    <a:pt x="1" y="1171"/>
                    <a:pt x="120" y="1266"/>
                    <a:pt x="239" y="1266"/>
                  </a:cubicBezTo>
                  <a:lnTo>
                    <a:pt x="501" y="1266"/>
                  </a:lnTo>
                  <a:lnTo>
                    <a:pt x="501" y="7958"/>
                  </a:lnTo>
                  <a:cubicBezTo>
                    <a:pt x="501" y="8220"/>
                    <a:pt x="739" y="8458"/>
                    <a:pt x="1025" y="8458"/>
                  </a:cubicBezTo>
                  <a:lnTo>
                    <a:pt x="5478" y="8458"/>
                  </a:lnTo>
                  <a:lnTo>
                    <a:pt x="5478" y="9863"/>
                  </a:lnTo>
                  <a:cubicBezTo>
                    <a:pt x="5264" y="9911"/>
                    <a:pt x="5097" y="10149"/>
                    <a:pt x="5121" y="10387"/>
                  </a:cubicBezTo>
                  <a:cubicBezTo>
                    <a:pt x="5145" y="10625"/>
                    <a:pt x="5335" y="10840"/>
                    <a:pt x="5573" y="10864"/>
                  </a:cubicBezTo>
                  <a:cubicBezTo>
                    <a:pt x="5602" y="10868"/>
                    <a:pt x="5630" y="10870"/>
                    <a:pt x="5658" y="10870"/>
                  </a:cubicBezTo>
                  <a:cubicBezTo>
                    <a:pt x="5950" y="10870"/>
                    <a:pt x="6169" y="10646"/>
                    <a:pt x="6169" y="10363"/>
                  </a:cubicBezTo>
                  <a:cubicBezTo>
                    <a:pt x="6169" y="10125"/>
                    <a:pt x="6026" y="9959"/>
                    <a:pt x="5812" y="9863"/>
                  </a:cubicBezTo>
                  <a:lnTo>
                    <a:pt x="5812" y="8458"/>
                  </a:lnTo>
                  <a:lnTo>
                    <a:pt x="8550" y="8458"/>
                  </a:lnTo>
                  <a:cubicBezTo>
                    <a:pt x="8646" y="8458"/>
                    <a:pt x="8693" y="8411"/>
                    <a:pt x="8717" y="8315"/>
                  </a:cubicBezTo>
                  <a:cubicBezTo>
                    <a:pt x="8717" y="8220"/>
                    <a:pt x="8669" y="8125"/>
                    <a:pt x="8574" y="8125"/>
                  </a:cubicBezTo>
                  <a:lnTo>
                    <a:pt x="1144" y="8125"/>
                  </a:lnTo>
                  <a:cubicBezTo>
                    <a:pt x="977" y="8125"/>
                    <a:pt x="858" y="8006"/>
                    <a:pt x="858" y="7863"/>
                  </a:cubicBezTo>
                  <a:lnTo>
                    <a:pt x="858" y="1266"/>
                  </a:lnTo>
                  <a:lnTo>
                    <a:pt x="10479" y="1266"/>
                  </a:lnTo>
                  <a:lnTo>
                    <a:pt x="10479" y="8077"/>
                  </a:lnTo>
                  <a:cubicBezTo>
                    <a:pt x="10479" y="8101"/>
                    <a:pt x="10455" y="8173"/>
                    <a:pt x="10384" y="8173"/>
                  </a:cubicBezTo>
                  <a:lnTo>
                    <a:pt x="9169" y="8173"/>
                  </a:lnTo>
                  <a:cubicBezTo>
                    <a:pt x="9027" y="8315"/>
                    <a:pt x="9122" y="8482"/>
                    <a:pt x="9265" y="8482"/>
                  </a:cubicBezTo>
                  <a:lnTo>
                    <a:pt x="10670" y="8482"/>
                  </a:lnTo>
                  <a:cubicBezTo>
                    <a:pt x="10741" y="8482"/>
                    <a:pt x="10836" y="8411"/>
                    <a:pt x="10836" y="8315"/>
                  </a:cubicBezTo>
                  <a:lnTo>
                    <a:pt x="10836" y="1290"/>
                  </a:lnTo>
                  <a:lnTo>
                    <a:pt x="11051" y="1290"/>
                  </a:lnTo>
                  <a:cubicBezTo>
                    <a:pt x="11194" y="1290"/>
                    <a:pt x="11337" y="1171"/>
                    <a:pt x="11337" y="981"/>
                  </a:cubicBezTo>
                  <a:lnTo>
                    <a:pt x="11337" y="290"/>
                  </a:lnTo>
                  <a:cubicBezTo>
                    <a:pt x="11313" y="123"/>
                    <a:pt x="11194" y="4"/>
                    <a:pt x="11027" y="4"/>
                  </a:cubicBezTo>
                  <a:lnTo>
                    <a:pt x="4740" y="4"/>
                  </a:lnTo>
                  <a:cubicBezTo>
                    <a:pt x="4645" y="4"/>
                    <a:pt x="4597" y="76"/>
                    <a:pt x="4573" y="147"/>
                  </a:cubicBezTo>
                  <a:cubicBezTo>
                    <a:pt x="4573" y="242"/>
                    <a:pt x="4621" y="338"/>
                    <a:pt x="4716" y="338"/>
                  </a:cubicBezTo>
                  <a:lnTo>
                    <a:pt x="10956" y="338"/>
                  </a:lnTo>
                  <a:lnTo>
                    <a:pt x="10956" y="957"/>
                  </a:lnTo>
                  <a:lnTo>
                    <a:pt x="358" y="957"/>
                  </a:lnTo>
                  <a:lnTo>
                    <a:pt x="358" y="338"/>
                  </a:lnTo>
                  <a:lnTo>
                    <a:pt x="4049" y="338"/>
                  </a:lnTo>
                  <a:cubicBezTo>
                    <a:pt x="4145" y="338"/>
                    <a:pt x="4240" y="242"/>
                    <a:pt x="4240" y="147"/>
                  </a:cubicBezTo>
                  <a:cubicBezTo>
                    <a:pt x="4240" y="83"/>
                    <a:pt x="4183" y="0"/>
                    <a:pt x="4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95"/>
            <p:cNvSpPr/>
            <p:nvPr/>
          </p:nvSpPr>
          <p:spPr>
            <a:xfrm>
              <a:off x="4253603" y="3249900"/>
              <a:ext cx="38964" cy="16376"/>
            </a:xfrm>
            <a:custGeom>
              <a:rect b="b" l="l" r="r" t="t"/>
              <a:pathLst>
                <a:path extrusionOk="0" h="501" w="1192">
                  <a:moveTo>
                    <a:pt x="596" y="0"/>
                  </a:moveTo>
                  <a:cubicBezTo>
                    <a:pt x="382" y="0"/>
                    <a:pt x="215" y="72"/>
                    <a:pt x="72" y="215"/>
                  </a:cubicBezTo>
                  <a:cubicBezTo>
                    <a:pt x="1" y="262"/>
                    <a:pt x="1" y="381"/>
                    <a:pt x="72" y="453"/>
                  </a:cubicBezTo>
                  <a:cubicBezTo>
                    <a:pt x="96" y="477"/>
                    <a:pt x="138" y="489"/>
                    <a:pt x="182" y="489"/>
                  </a:cubicBezTo>
                  <a:cubicBezTo>
                    <a:pt x="227" y="489"/>
                    <a:pt x="275" y="477"/>
                    <a:pt x="310" y="453"/>
                  </a:cubicBezTo>
                  <a:cubicBezTo>
                    <a:pt x="382" y="358"/>
                    <a:pt x="477" y="334"/>
                    <a:pt x="596" y="334"/>
                  </a:cubicBezTo>
                  <a:cubicBezTo>
                    <a:pt x="715" y="334"/>
                    <a:pt x="810" y="358"/>
                    <a:pt x="906" y="453"/>
                  </a:cubicBezTo>
                  <a:cubicBezTo>
                    <a:pt x="929" y="477"/>
                    <a:pt x="953" y="500"/>
                    <a:pt x="1025" y="500"/>
                  </a:cubicBezTo>
                  <a:cubicBezTo>
                    <a:pt x="1049" y="500"/>
                    <a:pt x="1096" y="477"/>
                    <a:pt x="1144" y="453"/>
                  </a:cubicBezTo>
                  <a:cubicBezTo>
                    <a:pt x="1191" y="381"/>
                    <a:pt x="1191" y="262"/>
                    <a:pt x="1144" y="215"/>
                  </a:cubicBezTo>
                  <a:cubicBezTo>
                    <a:pt x="977" y="72"/>
                    <a:pt x="810"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95"/>
            <p:cNvSpPr/>
            <p:nvPr/>
          </p:nvSpPr>
          <p:spPr>
            <a:xfrm>
              <a:off x="4238828" y="3228882"/>
              <a:ext cx="68513" cy="23372"/>
            </a:xfrm>
            <a:custGeom>
              <a:rect b="b" l="l" r="r" t="t"/>
              <a:pathLst>
                <a:path extrusionOk="0" h="715" w="2096">
                  <a:moveTo>
                    <a:pt x="1048" y="0"/>
                  </a:moveTo>
                  <a:cubicBezTo>
                    <a:pt x="691" y="0"/>
                    <a:pt x="334" y="143"/>
                    <a:pt x="72" y="405"/>
                  </a:cubicBezTo>
                  <a:cubicBezTo>
                    <a:pt x="0" y="477"/>
                    <a:pt x="0" y="596"/>
                    <a:pt x="72" y="643"/>
                  </a:cubicBezTo>
                  <a:cubicBezTo>
                    <a:pt x="95" y="679"/>
                    <a:pt x="137" y="697"/>
                    <a:pt x="182" y="697"/>
                  </a:cubicBezTo>
                  <a:cubicBezTo>
                    <a:pt x="226" y="697"/>
                    <a:pt x="274" y="679"/>
                    <a:pt x="310" y="643"/>
                  </a:cubicBezTo>
                  <a:cubicBezTo>
                    <a:pt x="500" y="429"/>
                    <a:pt x="762" y="358"/>
                    <a:pt x="1048" y="358"/>
                  </a:cubicBezTo>
                  <a:cubicBezTo>
                    <a:pt x="1310" y="358"/>
                    <a:pt x="1596" y="477"/>
                    <a:pt x="1786" y="643"/>
                  </a:cubicBezTo>
                  <a:cubicBezTo>
                    <a:pt x="1834" y="667"/>
                    <a:pt x="1858" y="715"/>
                    <a:pt x="1905" y="715"/>
                  </a:cubicBezTo>
                  <a:cubicBezTo>
                    <a:pt x="1977" y="715"/>
                    <a:pt x="2001" y="667"/>
                    <a:pt x="2024" y="643"/>
                  </a:cubicBezTo>
                  <a:cubicBezTo>
                    <a:pt x="2096" y="596"/>
                    <a:pt x="2096" y="477"/>
                    <a:pt x="2024" y="405"/>
                  </a:cubicBezTo>
                  <a:cubicBezTo>
                    <a:pt x="1762" y="143"/>
                    <a:pt x="1429"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95"/>
            <p:cNvSpPr/>
            <p:nvPr/>
          </p:nvSpPr>
          <p:spPr>
            <a:xfrm>
              <a:off x="4224805" y="3207864"/>
              <a:ext cx="97343" cy="29615"/>
            </a:xfrm>
            <a:custGeom>
              <a:rect b="b" l="l" r="r" t="t"/>
              <a:pathLst>
                <a:path extrusionOk="0" h="906" w="2978">
                  <a:moveTo>
                    <a:pt x="1477" y="0"/>
                  </a:moveTo>
                  <a:cubicBezTo>
                    <a:pt x="929" y="0"/>
                    <a:pt x="429" y="215"/>
                    <a:pt x="48" y="596"/>
                  </a:cubicBezTo>
                  <a:cubicBezTo>
                    <a:pt x="1" y="667"/>
                    <a:pt x="1" y="786"/>
                    <a:pt x="48" y="834"/>
                  </a:cubicBezTo>
                  <a:cubicBezTo>
                    <a:pt x="72" y="870"/>
                    <a:pt x="120" y="887"/>
                    <a:pt x="167" y="887"/>
                  </a:cubicBezTo>
                  <a:cubicBezTo>
                    <a:pt x="215" y="887"/>
                    <a:pt x="263" y="870"/>
                    <a:pt x="286" y="834"/>
                  </a:cubicBezTo>
                  <a:cubicBezTo>
                    <a:pt x="620" y="524"/>
                    <a:pt x="1025" y="334"/>
                    <a:pt x="1477" y="334"/>
                  </a:cubicBezTo>
                  <a:cubicBezTo>
                    <a:pt x="1930" y="334"/>
                    <a:pt x="2334" y="524"/>
                    <a:pt x="2668" y="834"/>
                  </a:cubicBezTo>
                  <a:cubicBezTo>
                    <a:pt x="2692" y="881"/>
                    <a:pt x="2739" y="905"/>
                    <a:pt x="2787" y="905"/>
                  </a:cubicBezTo>
                  <a:cubicBezTo>
                    <a:pt x="2858" y="905"/>
                    <a:pt x="2882" y="881"/>
                    <a:pt x="2906" y="834"/>
                  </a:cubicBezTo>
                  <a:cubicBezTo>
                    <a:pt x="2977" y="786"/>
                    <a:pt x="2977" y="667"/>
                    <a:pt x="2906" y="596"/>
                  </a:cubicBezTo>
                  <a:cubicBezTo>
                    <a:pt x="2525" y="215"/>
                    <a:pt x="2025" y="0"/>
                    <a:pt x="1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95"/>
            <p:cNvSpPr/>
            <p:nvPr/>
          </p:nvSpPr>
          <p:spPr>
            <a:xfrm>
              <a:off x="4059014" y="3091104"/>
              <a:ext cx="117577" cy="37394"/>
            </a:xfrm>
            <a:custGeom>
              <a:rect b="b" l="l" r="r" t="t"/>
              <a:pathLst>
                <a:path extrusionOk="0" h="1144" w="3597">
                  <a:moveTo>
                    <a:pt x="3286" y="334"/>
                  </a:moveTo>
                  <a:lnTo>
                    <a:pt x="3286" y="786"/>
                  </a:lnTo>
                  <a:lnTo>
                    <a:pt x="357" y="786"/>
                  </a:lnTo>
                  <a:lnTo>
                    <a:pt x="357" y="334"/>
                  </a:lnTo>
                  <a:close/>
                  <a:moveTo>
                    <a:pt x="310" y="0"/>
                  </a:moveTo>
                  <a:cubicBezTo>
                    <a:pt x="143" y="0"/>
                    <a:pt x="0" y="119"/>
                    <a:pt x="0" y="310"/>
                  </a:cubicBezTo>
                  <a:lnTo>
                    <a:pt x="0" y="834"/>
                  </a:lnTo>
                  <a:cubicBezTo>
                    <a:pt x="0" y="1000"/>
                    <a:pt x="119" y="1143"/>
                    <a:pt x="310" y="1143"/>
                  </a:cubicBezTo>
                  <a:lnTo>
                    <a:pt x="3310" y="1143"/>
                  </a:lnTo>
                  <a:cubicBezTo>
                    <a:pt x="3477" y="1119"/>
                    <a:pt x="3596" y="1000"/>
                    <a:pt x="3596" y="834"/>
                  </a:cubicBezTo>
                  <a:lnTo>
                    <a:pt x="3596" y="310"/>
                  </a:lnTo>
                  <a:cubicBezTo>
                    <a:pt x="3596" y="167"/>
                    <a:pt x="3477" y="0"/>
                    <a:pt x="3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95"/>
            <p:cNvSpPr/>
            <p:nvPr/>
          </p:nvSpPr>
          <p:spPr>
            <a:xfrm>
              <a:off x="4219346" y="3093425"/>
              <a:ext cx="98912" cy="90348"/>
            </a:xfrm>
            <a:custGeom>
              <a:rect b="b" l="l" r="r" t="t"/>
              <a:pathLst>
                <a:path extrusionOk="0" h="2764" w="3026">
                  <a:moveTo>
                    <a:pt x="2692" y="358"/>
                  </a:moveTo>
                  <a:lnTo>
                    <a:pt x="2692" y="2430"/>
                  </a:lnTo>
                  <a:lnTo>
                    <a:pt x="358" y="2430"/>
                  </a:lnTo>
                  <a:lnTo>
                    <a:pt x="358" y="358"/>
                  </a:lnTo>
                  <a:close/>
                  <a:moveTo>
                    <a:pt x="310" y="1"/>
                  </a:moveTo>
                  <a:cubicBezTo>
                    <a:pt x="168" y="1"/>
                    <a:pt x="1" y="120"/>
                    <a:pt x="1" y="286"/>
                  </a:cubicBezTo>
                  <a:lnTo>
                    <a:pt x="1" y="2477"/>
                  </a:lnTo>
                  <a:cubicBezTo>
                    <a:pt x="1" y="2620"/>
                    <a:pt x="120" y="2763"/>
                    <a:pt x="310" y="2763"/>
                  </a:cubicBezTo>
                  <a:lnTo>
                    <a:pt x="2716" y="2763"/>
                  </a:lnTo>
                  <a:cubicBezTo>
                    <a:pt x="2906" y="2763"/>
                    <a:pt x="3025" y="2644"/>
                    <a:pt x="3025" y="2477"/>
                  </a:cubicBezTo>
                  <a:lnTo>
                    <a:pt x="3025" y="286"/>
                  </a:lnTo>
                  <a:cubicBezTo>
                    <a:pt x="3025" y="144"/>
                    <a:pt x="2906"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95"/>
            <p:cNvSpPr/>
            <p:nvPr/>
          </p:nvSpPr>
          <p:spPr>
            <a:xfrm>
              <a:off x="4063656" y="3145594"/>
              <a:ext cx="109013" cy="10918"/>
            </a:xfrm>
            <a:custGeom>
              <a:rect b="b" l="l" r="r" t="t"/>
              <a:pathLst>
                <a:path extrusionOk="0" h="334" w="3335">
                  <a:moveTo>
                    <a:pt x="191" y="0"/>
                  </a:moveTo>
                  <a:cubicBezTo>
                    <a:pt x="96" y="0"/>
                    <a:pt x="49" y="72"/>
                    <a:pt x="1" y="167"/>
                  </a:cubicBezTo>
                  <a:cubicBezTo>
                    <a:pt x="1" y="238"/>
                    <a:pt x="72" y="334"/>
                    <a:pt x="168" y="334"/>
                  </a:cubicBezTo>
                  <a:lnTo>
                    <a:pt x="3144" y="334"/>
                  </a:lnTo>
                  <a:cubicBezTo>
                    <a:pt x="3216" y="334"/>
                    <a:pt x="3287" y="286"/>
                    <a:pt x="3311" y="191"/>
                  </a:cubicBezTo>
                  <a:cubicBezTo>
                    <a:pt x="3335" y="95"/>
                    <a:pt x="3264" y="0"/>
                    <a:pt x="3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95"/>
            <p:cNvSpPr/>
            <p:nvPr/>
          </p:nvSpPr>
          <p:spPr>
            <a:xfrm>
              <a:off x="4063656" y="3174392"/>
              <a:ext cx="109013" cy="10133"/>
            </a:xfrm>
            <a:custGeom>
              <a:rect b="b" l="l" r="r" t="t"/>
              <a:pathLst>
                <a:path extrusionOk="0" h="310" w="3335">
                  <a:moveTo>
                    <a:pt x="191" y="0"/>
                  </a:moveTo>
                  <a:cubicBezTo>
                    <a:pt x="96" y="0"/>
                    <a:pt x="49" y="48"/>
                    <a:pt x="1" y="143"/>
                  </a:cubicBezTo>
                  <a:cubicBezTo>
                    <a:pt x="1" y="238"/>
                    <a:pt x="72" y="310"/>
                    <a:pt x="168" y="310"/>
                  </a:cubicBezTo>
                  <a:lnTo>
                    <a:pt x="3144" y="310"/>
                  </a:lnTo>
                  <a:cubicBezTo>
                    <a:pt x="3216" y="310"/>
                    <a:pt x="3287" y="262"/>
                    <a:pt x="3311" y="167"/>
                  </a:cubicBezTo>
                  <a:cubicBezTo>
                    <a:pt x="3335" y="72"/>
                    <a:pt x="3264" y="0"/>
                    <a:pt x="3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95"/>
            <p:cNvSpPr/>
            <p:nvPr/>
          </p:nvSpPr>
          <p:spPr>
            <a:xfrm>
              <a:off x="4063656" y="3203974"/>
              <a:ext cx="109013" cy="10918"/>
            </a:xfrm>
            <a:custGeom>
              <a:rect b="b" l="l" r="r" t="t"/>
              <a:pathLst>
                <a:path extrusionOk="0" h="334" w="3335">
                  <a:moveTo>
                    <a:pt x="191" y="0"/>
                  </a:moveTo>
                  <a:cubicBezTo>
                    <a:pt x="96" y="0"/>
                    <a:pt x="49" y="72"/>
                    <a:pt x="1" y="167"/>
                  </a:cubicBezTo>
                  <a:cubicBezTo>
                    <a:pt x="1" y="238"/>
                    <a:pt x="72" y="334"/>
                    <a:pt x="168" y="334"/>
                  </a:cubicBezTo>
                  <a:lnTo>
                    <a:pt x="3144" y="334"/>
                  </a:lnTo>
                  <a:cubicBezTo>
                    <a:pt x="3216" y="334"/>
                    <a:pt x="3287" y="286"/>
                    <a:pt x="3311" y="191"/>
                  </a:cubicBezTo>
                  <a:cubicBezTo>
                    <a:pt x="3335" y="72"/>
                    <a:pt x="3264" y="0"/>
                    <a:pt x="3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95"/>
            <p:cNvSpPr/>
            <p:nvPr/>
          </p:nvSpPr>
          <p:spPr>
            <a:xfrm>
              <a:off x="4063656" y="3233556"/>
              <a:ext cx="109013" cy="10918"/>
            </a:xfrm>
            <a:custGeom>
              <a:rect b="b" l="l" r="r" t="t"/>
              <a:pathLst>
                <a:path extrusionOk="0" h="334" w="3335">
                  <a:moveTo>
                    <a:pt x="191" y="0"/>
                  </a:moveTo>
                  <a:cubicBezTo>
                    <a:pt x="96" y="0"/>
                    <a:pt x="49" y="48"/>
                    <a:pt x="1" y="143"/>
                  </a:cubicBezTo>
                  <a:cubicBezTo>
                    <a:pt x="1" y="238"/>
                    <a:pt x="72" y="334"/>
                    <a:pt x="168" y="334"/>
                  </a:cubicBezTo>
                  <a:lnTo>
                    <a:pt x="3144" y="334"/>
                  </a:lnTo>
                  <a:cubicBezTo>
                    <a:pt x="3216" y="334"/>
                    <a:pt x="3287" y="262"/>
                    <a:pt x="3311" y="167"/>
                  </a:cubicBezTo>
                  <a:cubicBezTo>
                    <a:pt x="3335" y="95"/>
                    <a:pt x="3264" y="0"/>
                    <a:pt x="3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95"/>
            <p:cNvSpPr/>
            <p:nvPr/>
          </p:nvSpPr>
          <p:spPr>
            <a:xfrm>
              <a:off x="4063656" y="3261569"/>
              <a:ext cx="109013" cy="10918"/>
            </a:xfrm>
            <a:custGeom>
              <a:rect b="b" l="l" r="r" t="t"/>
              <a:pathLst>
                <a:path extrusionOk="0" h="334" w="3335">
                  <a:moveTo>
                    <a:pt x="191" y="1"/>
                  </a:moveTo>
                  <a:cubicBezTo>
                    <a:pt x="96" y="1"/>
                    <a:pt x="49" y="72"/>
                    <a:pt x="1" y="143"/>
                  </a:cubicBezTo>
                  <a:cubicBezTo>
                    <a:pt x="1" y="239"/>
                    <a:pt x="72" y="334"/>
                    <a:pt x="168" y="334"/>
                  </a:cubicBezTo>
                  <a:lnTo>
                    <a:pt x="3144" y="334"/>
                  </a:lnTo>
                  <a:cubicBezTo>
                    <a:pt x="3216" y="334"/>
                    <a:pt x="3287" y="262"/>
                    <a:pt x="3311" y="191"/>
                  </a:cubicBezTo>
                  <a:cubicBezTo>
                    <a:pt x="3335" y="96"/>
                    <a:pt x="3264" y="1"/>
                    <a:pt x="3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2" name="Google Shape;20032;p95"/>
          <p:cNvGrpSpPr/>
          <p:nvPr/>
        </p:nvGrpSpPr>
        <p:grpSpPr>
          <a:xfrm>
            <a:off x="4768898" y="2873296"/>
            <a:ext cx="370578" cy="360445"/>
            <a:chOff x="4765816" y="3025696"/>
            <a:chExt cx="370578" cy="360445"/>
          </a:xfrm>
        </p:grpSpPr>
        <p:sp>
          <p:nvSpPr>
            <p:cNvPr id="20033" name="Google Shape;20033;p95"/>
            <p:cNvSpPr/>
            <p:nvPr/>
          </p:nvSpPr>
          <p:spPr>
            <a:xfrm>
              <a:off x="4887250" y="3032724"/>
              <a:ext cx="222667" cy="137810"/>
            </a:xfrm>
            <a:custGeom>
              <a:rect b="b" l="l" r="r" t="t"/>
              <a:pathLst>
                <a:path extrusionOk="0" h="4216" w="6812">
                  <a:moveTo>
                    <a:pt x="358" y="0"/>
                  </a:moveTo>
                  <a:cubicBezTo>
                    <a:pt x="144" y="0"/>
                    <a:pt x="1" y="191"/>
                    <a:pt x="1" y="357"/>
                  </a:cubicBezTo>
                  <a:lnTo>
                    <a:pt x="1" y="3858"/>
                  </a:lnTo>
                  <a:cubicBezTo>
                    <a:pt x="1" y="4049"/>
                    <a:pt x="167" y="4215"/>
                    <a:pt x="358" y="4215"/>
                  </a:cubicBezTo>
                  <a:lnTo>
                    <a:pt x="6454" y="4215"/>
                  </a:lnTo>
                  <a:cubicBezTo>
                    <a:pt x="6669" y="4215"/>
                    <a:pt x="6812" y="4025"/>
                    <a:pt x="6812" y="3858"/>
                  </a:cubicBezTo>
                  <a:lnTo>
                    <a:pt x="6812" y="357"/>
                  </a:lnTo>
                  <a:cubicBezTo>
                    <a:pt x="6812" y="167"/>
                    <a:pt x="6645" y="0"/>
                    <a:pt x="6454"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95"/>
            <p:cNvSpPr/>
            <p:nvPr/>
          </p:nvSpPr>
          <p:spPr>
            <a:xfrm>
              <a:off x="5076413" y="3032724"/>
              <a:ext cx="33505" cy="137810"/>
            </a:xfrm>
            <a:custGeom>
              <a:rect b="b" l="l" r="r" t="t"/>
              <a:pathLst>
                <a:path extrusionOk="0" h="4216" w="1025">
                  <a:moveTo>
                    <a:pt x="1" y="0"/>
                  </a:moveTo>
                  <a:cubicBezTo>
                    <a:pt x="191" y="0"/>
                    <a:pt x="382" y="167"/>
                    <a:pt x="382" y="357"/>
                  </a:cubicBezTo>
                  <a:lnTo>
                    <a:pt x="382" y="3858"/>
                  </a:lnTo>
                  <a:cubicBezTo>
                    <a:pt x="382" y="4025"/>
                    <a:pt x="215" y="4215"/>
                    <a:pt x="1" y="4215"/>
                  </a:cubicBezTo>
                  <a:lnTo>
                    <a:pt x="667" y="4215"/>
                  </a:lnTo>
                  <a:cubicBezTo>
                    <a:pt x="858" y="4215"/>
                    <a:pt x="1025" y="4049"/>
                    <a:pt x="1025" y="3858"/>
                  </a:cubicBezTo>
                  <a:lnTo>
                    <a:pt x="1025" y="357"/>
                  </a:lnTo>
                  <a:cubicBezTo>
                    <a:pt x="1025" y="191"/>
                    <a:pt x="882" y="0"/>
                    <a:pt x="66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95"/>
            <p:cNvSpPr/>
            <p:nvPr/>
          </p:nvSpPr>
          <p:spPr>
            <a:xfrm>
              <a:off x="4972891" y="3168933"/>
              <a:ext cx="51417" cy="26510"/>
            </a:xfrm>
            <a:custGeom>
              <a:rect b="b" l="l" r="r" t="t"/>
              <a:pathLst>
                <a:path extrusionOk="0" h="811" w="1573">
                  <a:moveTo>
                    <a:pt x="119" y="1"/>
                  </a:moveTo>
                  <a:lnTo>
                    <a:pt x="0" y="810"/>
                  </a:lnTo>
                  <a:lnTo>
                    <a:pt x="1572" y="810"/>
                  </a:lnTo>
                  <a:lnTo>
                    <a:pt x="1477"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95"/>
            <p:cNvSpPr/>
            <p:nvPr/>
          </p:nvSpPr>
          <p:spPr>
            <a:xfrm>
              <a:off x="5016464" y="3218749"/>
              <a:ext cx="111366" cy="54523"/>
            </a:xfrm>
            <a:custGeom>
              <a:rect b="b" l="l" r="r" t="t"/>
              <a:pathLst>
                <a:path extrusionOk="0" h="1668" w="3407">
                  <a:moveTo>
                    <a:pt x="1" y="1"/>
                  </a:moveTo>
                  <a:lnTo>
                    <a:pt x="1" y="1668"/>
                  </a:lnTo>
                  <a:lnTo>
                    <a:pt x="3406" y="1668"/>
                  </a:lnTo>
                  <a:lnTo>
                    <a:pt x="3406"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95"/>
            <p:cNvSpPr/>
            <p:nvPr/>
          </p:nvSpPr>
          <p:spPr>
            <a:xfrm>
              <a:off x="5016464" y="3273239"/>
              <a:ext cx="111366" cy="54523"/>
            </a:xfrm>
            <a:custGeom>
              <a:rect b="b" l="l" r="r" t="t"/>
              <a:pathLst>
                <a:path extrusionOk="0" h="1668" w="3407">
                  <a:moveTo>
                    <a:pt x="1" y="1"/>
                  </a:moveTo>
                  <a:lnTo>
                    <a:pt x="1" y="1668"/>
                  </a:lnTo>
                  <a:lnTo>
                    <a:pt x="3406" y="1668"/>
                  </a:lnTo>
                  <a:lnTo>
                    <a:pt x="340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95"/>
            <p:cNvSpPr/>
            <p:nvPr/>
          </p:nvSpPr>
          <p:spPr>
            <a:xfrm>
              <a:off x="5015712" y="3327729"/>
              <a:ext cx="112118" cy="50633"/>
            </a:xfrm>
            <a:custGeom>
              <a:rect b="b" l="l" r="r" t="t"/>
              <a:pathLst>
                <a:path extrusionOk="0" h="1549" w="3430">
                  <a:moveTo>
                    <a:pt x="0" y="1"/>
                  </a:moveTo>
                  <a:lnTo>
                    <a:pt x="0" y="1287"/>
                  </a:lnTo>
                  <a:cubicBezTo>
                    <a:pt x="0" y="1430"/>
                    <a:pt x="119" y="1549"/>
                    <a:pt x="262" y="1549"/>
                  </a:cubicBezTo>
                  <a:lnTo>
                    <a:pt x="3144" y="1549"/>
                  </a:lnTo>
                  <a:cubicBezTo>
                    <a:pt x="3310" y="1549"/>
                    <a:pt x="3429" y="1430"/>
                    <a:pt x="3429" y="1287"/>
                  </a:cubicBezTo>
                  <a:lnTo>
                    <a:pt x="3429"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95"/>
            <p:cNvSpPr/>
            <p:nvPr/>
          </p:nvSpPr>
          <p:spPr>
            <a:xfrm>
              <a:off x="4770490" y="3196194"/>
              <a:ext cx="355771" cy="22587"/>
            </a:xfrm>
            <a:custGeom>
              <a:rect b="b" l="l" r="r" t="t"/>
              <a:pathLst>
                <a:path extrusionOk="0" h="691" w="10884">
                  <a:moveTo>
                    <a:pt x="167" y="0"/>
                  </a:moveTo>
                  <a:cubicBezTo>
                    <a:pt x="72" y="0"/>
                    <a:pt x="1" y="72"/>
                    <a:pt x="1" y="191"/>
                  </a:cubicBezTo>
                  <a:lnTo>
                    <a:pt x="1" y="500"/>
                  </a:lnTo>
                  <a:cubicBezTo>
                    <a:pt x="1" y="595"/>
                    <a:pt x="48" y="691"/>
                    <a:pt x="167" y="691"/>
                  </a:cubicBezTo>
                  <a:lnTo>
                    <a:pt x="10884" y="691"/>
                  </a:lnTo>
                  <a:lnTo>
                    <a:pt x="10884" y="191"/>
                  </a:lnTo>
                  <a:cubicBezTo>
                    <a:pt x="10884" y="95"/>
                    <a:pt x="10836" y="0"/>
                    <a:pt x="1071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95"/>
            <p:cNvSpPr/>
            <p:nvPr/>
          </p:nvSpPr>
          <p:spPr>
            <a:xfrm>
              <a:off x="4888035" y="3139351"/>
              <a:ext cx="221883" cy="31184"/>
            </a:xfrm>
            <a:custGeom>
              <a:rect b="b" l="l" r="r" t="t"/>
              <a:pathLst>
                <a:path extrusionOk="0" h="954" w="6788">
                  <a:moveTo>
                    <a:pt x="0" y="1"/>
                  </a:moveTo>
                  <a:lnTo>
                    <a:pt x="0" y="548"/>
                  </a:lnTo>
                  <a:cubicBezTo>
                    <a:pt x="0" y="763"/>
                    <a:pt x="191" y="953"/>
                    <a:pt x="382" y="953"/>
                  </a:cubicBezTo>
                  <a:lnTo>
                    <a:pt x="6407" y="953"/>
                  </a:lnTo>
                  <a:cubicBezTo>
                    <a:pt x="6621" y="953"/>
                    <a:pt x="6788" y="763"/>
                    <a:pt x="6788" y="548"/>
                  </a:cubicBezTo>
                  <a:lnTo>
                    <a:pt x="6788"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95"/>
            <p:cNvSpPr/>
            <p:nvPr/>
          </p:nvSpPr>
          <p:spPr>
            <a:xfrm>
              <a:off x="4836650" y="3113658"/>
              <a:ext cx="102018" cy="151049"/>
            </a:xfrm>
            <a:custGeom>
              <a:rect b="b" l="l" r="r" t="t"/>
              <a:pathLst>
                <a:path extrusionOk="0" h="4621" w="3121">
                  <a:moveTo>
                    <a:pt x="167" y="1"/>
                  </a:moveTo>
                  <a:cubicBezTo>
                    <a:pt x="72" y="1"/>
                    <a:pt x="1" y="96"/>
                    <a:pt x="1" y="191"/>
                  </a:cubicBezTo>
                  <a:lnTo>
                    <a:pt x="1" y="4549"/>
                  </a:lnTo>
                  <a:cubicBezTo>
                    <a:pt x="1" y="4597"/>
                    <a:pt x="25" y="4597"/>
                    <a:pt x="25" y="4597"/>
                  </a:cubicBezTo>
                  <a:lnTo>
                    <a:pt x="2954" y="4597"/>
                  </a:lnTo>
                  <a:lnTo>
                    <a:pt x="2954" y="4621"/>
                  </a:lnTo>
                  <a:lnTo>
                    <a:pt x="3097" y="4621"/>
                  </a:lnTo>
                  <a:cubicBezTo>
                    <a:pt x="3120" y="4621"/>
                    <a:pt x="3120" y="4597"/>
                    <a:pt x="3120" y="4597"/>
                  </a:cubicBezTo>
                  <a:lnTo>
                    <a:pt x="3120" y="191"/>
                  </a:lnTo>
                  <a:cubicBezTo>
                    <a:pt x="3120" y="96"/>
                    <a:pt x="3025" y="1"/>
                    <a:pt x="2954"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95"/>
            <p:cNvSpPr/>
            <p:nvPr/>
          </p:nvSpPr>
          <p:spPr>
            <a:xfrm>
              <a:off x="4833545" y="3289583"/>
              <a:ext cx="109797" cy="29615"/>
            </a:xfrm>
            <a:custGeom>
              <a:rect b="b" l="l" r="r" t="t"/>
              <a:pathLst>
                <a:path extrusionOk="0" h="906" w="3359">
                  <a:moveTo>
                    <a:pt x="310" y="1"/>
                  </a:moveTo>
                  <a:cubicBezTo>
                    <a:pt x="143" y="1"/>
                    <a:pt x="0" y="120"/>
                    <a:pt x="0" y="310"/>
                  </a:cubicBezTo>
                  <a:lnTo>
                    <a:pt x="0" y="596"/>
                  </a:lnTo>
                  <a:cubicBezTo>
                    <a:pt x="0" y="763"/>
                    <a:pt x="120" y="906"/>
                    <a:pt x="310" y="906"/>
                  </a:cubicBezTo>
                  <a:lnTo>
                    <a:pt x="3049" y="906"/>
                  </a:lnTo>
                  <a:cubicBezTo>
                    <a:pt x="3215" y="906"/>
                    <a:pt x="3358" y="787"/>
                    <a:pt x="3335" y="596"/>
                  </a:cubicBezTo>
                  <a:lnTo>
                    <a:pt x="3335" y="310"/>
                  </a:lnTo>
                  <a:cubicBezTo>
                    <a:pt x="3335" y="168"/>
                    <a:pt x="3215" y="1"/>
                    <a:pt x="3049"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95"/>
            <p:cNvSpPr/>
            <p:nvPr/>
          </p:nvSpPr>
          <p:spPr>
            <a:xfrm>
              <a:off x="5105995" y="3218749"/>
              <a:ext cx="21835" cy="54523"/>
            </a:xfrm>
            <a:custGeom>
              <a:rect b="b" l="l" r="r" t="t"/>
              <a:pathLst>
                <a:path extrusionOk="0" h="1668" w="668">
                  <a:moveTo>
                    <a:pt x="1" y="1"/>
                  </a:moveTo>
                  <a:lnTo>
                    <a:pt x="1" y="1668"/>
                  </a:lnTo>
                  <a:lnTo>
                    <a:pt x="667" y="1668"/>
                  </a:lnTo>
                  <a:lnTo>
                    <a:pt x="667" y="1"/>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95"/>
            <p:cNvSpPr/>
            <p:nvPr/>
          </p:nvSpPr>
          <p:spPr>
            <a:xfrm>
              <a:off x="5105995" y="3273239"/>
              <a:ext cx="21835" cy="54523"/>
            </a:xfrm>
            <a:custGeom>
              <a:rect b="b" l="l" r="r" t="t"/>
              <a:pathLst>
                <a:path extrusionOk="0" h="1668" w="668">
                  <a:moveTo>
                    <a:pt x="1" y="1"/>
                  </a:moveTo>
                  <a:lnTo>
                    <a:pt x="1" y="1668"/>
                  </a:lnTo>
                  <a:lnTo>
                    <a:pt x="667" y="1668"/>
                  </a:lnTo>
                  <a:lnTo>
                    <a:pt x="667"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95"/>
            <p:cNvSpPr/>
            <p:nvPr/>
          </p:nvSpPr>
          <p:spPr>
            <a:xfrm>
              <a:off x="5097431" y="3327729"/>
              <a:ext cx="30399" cy="50633"/>
            </a:xfrm>
            <a:custGeom>
              <a:rect b="b" l="l" r="r" t="t"/>
              <a:pathLst>
                <a:path extrusionOk="0" h="1549" w="930">
                  <a:moveTo>
                    <a:pt x="263" y="1"/>
                  </a:moveTo>
                  <a:lnTo>
                    <a:pt x="263" y="1287"/>
                  </a:lnTo>
                  <a:cubicBezTo>
                    <a:pt x="263" y="1430"/>
                    <a:pt x="143" y="1549"/>
                    <a:pt x="1" y="1549"/>
                  </a:cubicBezTo>
                  <a:lnTo>
                    <a:pt x="644" y="1549"/>
                  </a:lnTo>
                  <a:cubicBezTo>
                    <a:pt x="810" y="1549"/>
                    <a:pt x="929" y="1430"/>
                    <a:pt x="929" y="1287"/>
                  </a:cubicBezTo>
                  <a:lnTo>
                    <a:pt x="929" y="1"/>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95"/>
            <p:cNvSpPr/>
            <p:nvPr/>
          </p:nvSpPr>
          <p:spPr>
            <a:xfrm>
              <a:off x="5075628" y="3139351"/>
              <a:ext cx="34289" cy="31184"/>
            </a:xfrm>
            <a:custGeom>
              <a:rect b="b" l="l" r="r" t="t"/>
              <a:pathLst>
                <a:path extrusionOk="0" h="954" w="1049">
                  <a:moveTo>
                    <a:pt x="406" y="1"/>
                  </a:moveTo>
                  <a:lnTo>
                    <a:pt x="406" y="548"/>
                  </a:lnTo>
                  <a:cubicBezTo>
                    <a:pt x="406" y="763"/>
                    <a:pt x="215" y="953"/>
                    <a:pt x="1" y="953"/>
                  </a:cubicBezTo>
                  <a:lnTo>
                    <a:pt x="668" y="953"/>
                  </a:lnTo>
                  <a:cubicBezTo>
                    <a:pt x="882" y="953"/>
                    <a:pt x="1049" y="763"/>
                    <a:pt x="1049" y="548"/>
                  </a:cubicBezTo>
                  <a:lnTo>
                    <a:pt x="1049" y="1"/>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95"/>
            <p:cNvSpPr/>
            <p:nvPr/>
          </p:nvSpPr>
          <p:spPr>
            <a:xfrm>
              <a:off x="4876365" y="3114443"/>
              <a:ext cx="62302" cy="150264"/>
            </a:xfrm>
            <a:custGeom>
              <a:rect b="b" l="l" r="r" t="t"/>
              <a:pathLst>
                <a:path extrusionOk="0" h="4597" w="1906">
                  <a:moveTo>
                    <a:pt x="238" y="1"/>
                  </a:moveTo>
                  <a:cubicBezTo>
                    <a:pt x="143" y="1"/>
                    <a:pt x="96" y="1"/>
                    <a:pt x="0" y="48"/>
                  </a:cubicBezTo>
                  <a:cubicBezTo>
                    <a:pt x="691" y="167"/>
                    <a:pt x="1215" y="763"/>
                    <a:pt x="1215" y="1477"/>
                  </a:cubicBezTo>
                  <a:lnTo>
                    <a:pt x="1215" y="4406"/>
                  </a:lnTo>
                  <a:cubicBezTo>
                    <a:pt x="1215" y="4502"/>
                    <a:pt x="1143" y="4597"/>
                    <a:pt x="1048" y="4597"/>
                  </a:cubicBezTo>
                  <a:lnTo>
                    <a:pt x="1691" y="4597"/>
                  </a:lnTo>
                  <a:cubicBezTo>
                    <a:pt x="1786" y="4597"/>
                    <a:pt x="1882" y="4502"/>
                    <a:pt x="1882" y="4406"/>
                  </a:cubicBezTo>
                  <a:lnTo>
                    <a:pt x="1905" y="1477"/>
                  </a:lnTo>
                  <a:cubicBezTo>
                    <a:pt x="1905" y="667"/>
                    <a:pt x="1239" y="1"/>
                    <a:pt x="453"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95"/>
            <p:cNvSpPr/>
            <p:nvPr/>
          </p:nvSpPr>
          <p:spPr>
            <a:xfrm>
              <a:off x="4912158" y="3289583"/>
              <a:ext cx="31184" cy="30399"/>
            </a:xfrm>
            <a:custGeom>
              <a:rect b="b" l="l" r="r" t="t"/>
              <a:pathLst>
                <a:path extrusionOk="0" h="930" w="954">
                  <a:moveTo>
                    <a:pt x="1" y="1"/>
                  </a:moveTo>
                  <a:cubicBezTo>
                    <a:pt x="191" y="1"/>
                    <a:pt x="310" y="168"/>
                    <a:pt x="310" y="310"/>
                  </a:cubicBezTo>
                  <a:lnTo>
                    <a:pt x="310" y="644"/>
                  </a:lnTo>
                  <a:cubicBezTo>
                    <a:pt x="310" y="811"/>
                    <a:pt x="144" y="930"/>
                    <a:pt x="1" y="930"/>
                  </a:cubicBezTo>
                  <a:lnTo>
                    <a:pt x="668" y="930"/>
                  </a:lnTo>
                  <a:cubicBezTo>
                    <a:pt x="834" y="930"/>
                    <a:pt x="953" y="787"/>
                    <a:pt x="953" y="644"/>
                  </a:cubicBezTo>
                  <a:lnTo>
                    <a:pt x="953" y="310"/>
                  </a:lnTo>
                  <a:cubicBezTo>
                    <a:pt x="953" y="120"/>
                    <a:pt x="810" y="1"/>
                    <a:pt x="668"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95"/>
            <p:cNvSpPr/>
            <p:nvPr/>
          </p:nvSpPr>
          <p:spPr>
            <a:xfrm>
              <a:off x="4875581" y="3193841"/>
              <a:ext cx="26510" cy="94238"/>
            </a:xfrm>
            <a:custGeom>
              <a:rect b="b" l="l" r="r" t="t"/>
              <a:pathLst>
                <a:path extrusionOk="0" h="2883" w="811">
                  <a:moveTo>
                    <a:pt x="381" y="1"/>
                  </a:moveTo>
                  <a:cubicBezTo>
                    <a:pt x="167" y="1"/>
                    <a:pt x="0" y="167"/>
                    <a:pt x="0" y="382"/>
                  </a:cubicBezTo>
                  <a:lnTo>
                    <a:pt x="0" y="2882"/>
                  </a:lnTo>
                  <a:lnTo>
                    <a:pt x="810" y="2882"/>
                  </a:lnTo>
                  <a:lnTo>
                    <a:pt x="810" y="382"/>
                  </a:lnTo>
                  <a:cubicBezTo>
                    <a:pt x="810" y="167"/>
                    <a:pt x="620" y="1"/>
                    <a:pt x="405"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95"/>
            <p:cNvSpPr/>
            <p:nvPr/>
          </p:nvSpPr>
          <p:spPr>
            <a:xfrm>
              <a:off x="4765816" y="3025696"/>
              <a:ext cx="370578" cy="360445"/>
            </a:xfrm>
            <a:custGeom>
              <a:rect b="b" l="l" r="r" t="t"/>
              <a:pathLst>
                <a:path extrusionOk="0" h="11027" w="11337">
                  <a:moveTo>
                    <a:pt x="10360" y="3644"/>
                  </a:moveTo>
                  <a:lnTo>
                    <a:pt x="10360" y="4097"/>
                  </a:lnTo>
                  <a:cubicBezTo>
                    <a:pt x="10360" y="4192"/>
                    <a:pt x="10265" y="4264"/>
                    <a:pt x="10169" y="4264"/>
                  </a:cubicBezTo>
                  <a:lnTo>
                    <a:pt x="5478" y="4264"/>
                  </a:lnTo>
                  <a:lnTo>
                    <a:pt x="5478" y="4192"/>
                  </a:lnTo>
                  <a:cubicBezTo>
                    <a:pt x="5478" y="4002"/>
                    <a:pt x="5430" y="3835"/>
                    <a:pt x="5383" y="3644"/>
                  </a:cubicBezTo>
                  <a:close/>
                  <a:moveTo>
                    <a:pt x="6240" y="4573"/>
                  </a:moveTo>
                  <a:lnTo>
                    <a:pt x="6192" y="5049"/>
                  </a:lnTo>
                  <a:lnTo>
                    <a:pt x="5478" y="5049"/>
                  </a:lnTo>
                  <a:lnTo>
                    <a:pt x="5478" y="4573"/>
                  </a:lnTo>
                  <a:close/>
                  <a:moveTo>
                    <a:pt x="7669" y="4573"/>
                  </a:moveTo>
                  <a:lnTo>
                    <a:pt x="7740" y="5049"/>
                  </a:lnTo>
                  <a:lnTo>
                    <a:pt x="6502" y="5049"/>
                  </a:lnTo>
                  <a:lnTo>
                    <a:pt x="6573" y="4573"/>
                  </a:lnTo>
                  <a:close/>
                  <a:moveTo>
                    <a:pt x="2049" y="5383"/>
                  </a:moveTo>
                  <a:lnTo>
                    <a:pt x="2049" y="5764"/>
                  </a:lnTo>
                  <a:lnTo>
                    <a:pt x="310" y="5740"/>
                  </a:lnTo>
                  <a:lnTo>
                    <a:pt x="310" y="5407"/>
                  </a:lnTo>
                  <a:cubicBezTo>
                    <a:pt x="310" y="5383"/>
                    <a:pt x="310" y="5383"/>
                    <a:pt x="358" y="5383"/>
                  </a:cubicBezTo>
                  <a:close/>
                  <a:moveTo>
                    <a:pt x="10884" y="5383"/>
                  </a:moveTo>
                  <a:cubicBezTo>
                    <a:pt x="10908" y="5383"/>
                    <a:pt x="10908" y="5383"/>
                    <a:pt x="10908" y="5407"/>
                  </a:cubicBezTo>
                  <a:lnTo>
                    <a:pt x="10908" y="5764"/>
                  </a:lnTo>
                  <a:lnTo>
                    <a:pt x="5478" y="5764"/>
                  </a:lnTo>
                  <a:lnTo>
                    <a:pt x="5478" y="5383"/>
                  </a:lnTo>
                  <a:close/>
                  <a:moveTo>
                    <a:pt x="10908" y="6097"/>
                  </a:moveTo>
                  <a:lnTo>
                    <a:pt x="10908" y="7431"/>
                  </a:lnTo>
                  <a:lnTo>
                    <a:pt x="7859" y="7431"/>
                  </a:lnTo>
                  <a:lnTo>
                    <a:pt x="7859" y="6097"/>
                  </a:lnTo>
                  <a:close/>
                  <a:moveTo>
                    <a:pt x="3739" y="5335"/>
                  </a:moveTo>
                  <a:cubicBezTo>
                    <a:pt x="3859" y="5335"/>
                    <a:pt x="3954" y="5430"/>
                    <a:pt x="3954" y="5550"/>
                  </a:cubicBezTo>
                  <a:lnTo>
                    <a:pt x="3954" y="7883"/>
                  </a:lnTo>
                  <a:lnTo>
                    <a:pt x="3501" y="7883"/>
                  </a:lnTo>
                  <a:lnTo>
                    <a:pt x="3501" y="5550"/>
                  </a:lnTo>
                  <a:cubicBezTo>
                    <a:pt x="3501" y="5430"/>
                    <a:pt x="3597" y="5335"/>
                    <a:pt x="3716" y="5335"/>
                  </a:cubicBezTo>
                  <a:close/>
                  <a:moveTo>
                    <a:pt x="5121" y="8193"/>
                  </a:moveTo>
                  <a:cubicBezTo>
                    <a:pt x="5192" y="8193"/>
                    <a:pt x="5264" y="8264"/>
                    <a:pt x="5264" y="8360"/>
                  </a:cubicBezTo>
                  <a:lnTo>
                    <a:pt x="5264" y="8645"/>
                  </a:lnTo>
                  <a:cubicBezTo>
                    <a:pt x="5264" y="8741"/>
                    <a:pt x="5192" y="8788"/>
                    <a:pt x="5121" y="8788"/>
                  </a:cubicBezTo>
                  <a:lnTo>
                    <a:pt x="2382" y="8788"/>
                  </a:lnTo>
                  <a:cubicBezTo>
                    <a:pt x="2287" y="8788"/>
                    <a:pt x="2215" y="8741"/>
                    <a:pt x="2215" y="8645"/>
                  </a:cubicBezTo>
                  <a:lnTo>
                    <a:pt x="2215" y="8360"/>
                  </a:lnTo>
                  <a:cubicBezTo>
                    <a:pt x="2215" y="8264"/>
                    <a:pt x="2287" y="8193"/>
                    <a:pt x="2382" y="8193"/>
                  </a:cubicBezTo>
                  <a:close/>
                  <a:moveTo>
                    <a:pt x="10884" y="7717"/>
                  </a:moveTo>
                  <a:lnTo>
                    <a:pt x="10884" y="9074"/>
                  </a:lnTo>
                  <a:lnTo>
                    <a:pt x="7812" y="9074"/>
                  </a:lnTo>
                  <a:lnTo>
                    <a:pt x="7812" y="7717"/>
                  </a:lnTo>
                  <a:close/>
                  <a:moveTo>
                    <a:pt x="10884" y="9431"/>
                  </a:moveTo>
                  <a:lnTo>
                    <a:pt x="10884" y="10527"/>
                  </a:lnTo>
                  <a:cubicBezTo>
                    <a:pt x="10908" y="10551"/>
                    <a:pt x="10860" y="10622"/>
                    <a:pt x="10789" y="10622"/>
                  </a:cubicBezTo>
                  <a:lnTo>
                    <a:pt x="7907" y="10622"/>
                  </a:lnTo>
                  <a:cubicBezTo>
                    <a:pt x="7836" y="10622"/>
                    <a:pt x="7812" y="10551"/>
                    <a:pt x="7812" y="10527"/>
                  </a:cubicBezTo>
                  <a:lnTo>
                    <a:pt x="7812" y="9431"/>
                  </a:lnTo>
                  <a:close/>
                  <a:moveTo>
                    <a:pt x="4097" y="1"/>
                  </a:moveTo>
                  <a:cubicBezTo>
                    <a:pt x="3835" y="1"/>
                    <a:pt x="3597" y="525"/>
                    <a:pt x="3597" y="525"/>
                  </a:cubicBezTo>
                  <a:lnTo>
                    <a:pt x="3597" y="2477"/>
                  </a:lnTo>
                  <a:cubicBezTo>
                    <a:pt x="3120" y="2501"/>
                    <a:pt x="2644" y="2739"/>
                    <a:pt x="2382" y="3144"/>
                  </a:cubicBezTo>
                  <a:cubicBezTo>
                    <a:pt x="2334" y="3168"/>
                    <a:pt x="2334" y="3192"/>
                    <a:pt x="2334" y="3216"/>
                  </a:cubicBezTo>
                  <a:cubicBezTo>
                    <a:pt x="2362" y="3327"/>
                    <a:pt x="2431" y="3374"/>
                    <a:pt x="2502" y="3374"/>
                  </a:cubicBezTo>
                  <a:cubicBezTo>
                    <a:pt x="2553" y="3374"/>
                    <a:pt x="2605" y="3350"/>
                    <a:pt x="2644" y="3311"/>
                  </a:cubicBezTo>
                  <a:cubicBezTo>
                    <a:pt x="2882" y="2978"/>
                    <a:pt x="3263" y="2811"/>
                    <a:pt x="3644" y="2811"/>
                  </a:cubicBezTo>
                  <a:lnTo>
                    <a:pt x="4335" y="2811"/>
                  </a:lnTo>
                  <a:cubicBezTo>
                    <a:pt x="4787" y="2811"/>
                    <a:pt x="5145" y="3168"/>
                    <a:pt x="5145" y="3621"/>
                  </a:cubicBezTo>
                  <a:lnTo>
                    <a:pt x="5145" y="7026"/>
                  </a:lnTo>
                  <a:lnTo>
                    <a:pt x="4311" y="7026"/>
                  </a:lnTo>
                  <a:lnTo>
                    <a:pt x="4311" y="5454"/>
                  </a:lnTo>
                  <a:cubicBezTo>
                    <a:pt x="4311" y="5169"/>
                    <a:pt x="4073" y="4930"/>
                    <a:pt x="3763" y="4930"/>
                  </a:cubicBezTo>
                  <a:lnTo>
                    <a:pt x="3739" y="4930"/>
                  </a:lnTo>
                  <a:cubicBezTo>
                    <a:pt x="3454" y="4930"/>
                    <a:pt x="3216" y="5169"/>
                    <a:pt x="3216" y="5454"/>
                  </a:cubicBezTo>
                  <a:lnTo>
                    <a:pt x="3216" y="7026"/>
                  </a:lnTo>
                  <a:lnTo>
                    <a:pt x="2406" y="7026"/>
                  </a:lnTo>
                  <a:cubicBezTo>
                    <a:pt x="2406" y="7026"/>
                    <a:pt x="2382" y="7026"/>
                    <a:pt x="2382" y="7002"/>
                  </a:cubicBezTo>
                  <a:lnTo>
                    <a:pt x="2382" y="4049"/>
                  </a:lnTo>
                  <a:cubicBezTo>
                    <a:pt x="2382" y="3930"/>
                    <a:pt x="2382" y="3859"/>
                    <a:pt x="2406" y="3763"/>
                  </a:cubicBezTo>
                  <a:cubicBezTo>
                    <a:pt x="2430" y="3668"/>
                    <a:pt x="2382" y="3573"/>
                    <a:pt x="2311" y="3549"/>
                  </a:cubicBezTo>
                  <a:cubicBezTo>
                    <a:pt x="2298" y="3546"/>
                    <a:pt x="2285" y="3544"/>
                    <a:pt x="2271" y="3544"/>
                  </a:cubicBezTo>
                  <a:cubicBezTo>
                    <a:pt x="2186" y="3544"/>
                    <a:pt x="2096" y="3606"/>
                    <a:pt x="2096" y="3668"/>
                  </a:cubicBezTo>
                  <a:cubicBezTo>
                    <a:pt x="2072" y="3787"/>
                    <a:pt x="2049" y="3930"/>
                    <a:pt x="2049" y="4049"/>
                  </a:cubicBezTo>
                  <a:lnTo>
                    <a:pt x="2049" y="4954"/>
                  </a:lnTo>
                  <a:lnTo>
                    <a:pt x="358" y="4954"/>
                  </a:lnTo>
                  <a:cubicBezTo>
                    <a:pt x="144" y="4954"/>
                    <a:pt x="1" y="5097"/>
                    <a:pt x="1" y="5311"/>
                  </a:cubicBezTo>
                  <a:lnTo>
                    <a:pt x="1" y="5645"/>
                  </a:lnTo>
                  <a:cubicBezTo>
                    <a:pt x="1" y="5835"/>
                    <a:pt x="144" y="6002"/>
                    <a:pt x="358" y="6002"/>
                  </a:cubicBezTo>
                  <a:lnTo>
                    <a:pt x="786" y="6002"/>
                  </a:lnTo>
                  <a:lnTo>
                    <a:pt x="786" y="10670"/>
                  </a:lnTo>
                  <a:cubicBezTo>
                    <a:pt x="786" y="10765"/>
                    <a:pt x="858" y="10813"/>
                    <a:pt x="953" y="10836"/>
                  </a:cubicBezTo>
                  <a:cubicBezTo>
                    <a:pt x="1025" y="10836"/>
                    <a:pt x="1120" y="10789"/>
                    <a:pt x="1120" y="10693"/>
                  </a:cubicBezTo>
                  <a:lnTo>
                    <a:pt x="1120" y="6097"/>
                  </a:lnTo>
                  <a:lnTo>
                    <a:pt x="2049" y="6097"/>
                  </a:lnTo>
                  <a:lnTo>
                    <a:pt x="2049" y="7097"/>
                  </a:lnTo>
                  <a:cubicBezTo>
                    <a:pt x="2049" y="7288"/>
                    <a:pt x="2192" y="7455"/>
                    <a:pt x="2406" y="7455"/>
                  </a:cubicBezTo>
                  <a:lnTo>
                    <a:pt x="3216" y="7455"/>
                  </a:lnTo>
                  <a:lnTo>
                    <a:pt x="3216" y="7907"/>
                  </a:lnTo>
                  <a:lnTo>
                    <a:pt x="2406" y="7907"/>
                  </a:lnTo>
                  <a:cubicBezTo>
                    <a:pt x="2144" y="7907"/>
                    <a:pt x="1930" y="8098"/>
                    <a:pt x="1930" y="8383"/>
                  </a:cubicBezTo>
                  <a:lnTo>
                    <a:pt x="1930" y="8669"/>
                  </a:lnTo>
                  <a:cubicBezTo>
                    <a:pt x="1930" y="8955"/>
                    <a:pt x="2144" y="9146"/>
                    <a:pt x="2406" y="9146"/>
                  </a:cubicBezTo>
                  <a:lnTo>
                    <a:pt x="3620" y="9146"/>
                  </a:lnTo>
                  <a:lnTo>
                    <a:pt x="3620" y="9931"/>
                  </a:lnTo>
                  <a:lnTo>
                    <a:pt x="2739" y="9931"/>
                  </a:lnTo>
                  <a:cubicBezTo>
                    <a:pt x="2311" y="9931"/>
                    <a:pt x="1977" y="10265"/>
                    <a:pt x="1977" y="10646"/>
                  </a:cubicBezTo>
                  <a:lnTo>
                    <a:pt x="1977" y="10789"/>
                  </a:lnTo>
                  <a:cubicBezTo>
                    <a:pt x="1977" y="10884"/>
                    <a:pt x="2049" y="10932"/>
                    <a:pt x="2144" y="10979"/>
                  </a:cubicBezTo>
                  <a:cubicBezTo>
                    <a:pt x="2215" y="10979"/>
                    <a:pt x="2311" y="10908"/>
                    <a:pt x="2311" y="10813"/>
                  </a:cubicBezTo>
                  <a:lnTo>
                    <a:pt x="2311" y="10670"/>
                  </a:lnTo>
                  <a:cubicBezTo>
                    <a:pt x="2311" y="10431"/>
                    <a:pt x="2501" y="10289"/>
                    <a:pt x="2739" y="10289"/>
                  </a:cubicBezTo>
                  <a:lnTo>
                    <a:pt x="3620" y="10289"/>
                  </a:lnTo>
                  <a:lnTo>
                    <a:pt x="3620" y="10813"/>
                  </a:lnTo>
                  <a:cubicBezTo>
                    <a:pt x="3620" y="10908"/>
                    <a:pt x="3692" y="10979"/>
                    <a:pt x="3763" y="11003"/>
                  </a:cubicBezTo>
                  <a:cubicBezTo>
                    <a:pt x="3859" y="11003"/>
                    <a:pt x="3954" y="10932"/>
                    <a:pt x="3954" y="10860"/>
                  </a:cubicBezTo>
                  <a:lnTo>
                    <a:pt x="3954" y="10312"/>
                  </a:lnTo>
                  <a:lnTo>
                    <a:pt x="4835" y="10312"/>
                  </a:lnTo>
                  <a:cubicBezTo>
                    <a:pt x="5073" y="10312"/>
                    <a:pt x="5264" y="10503"/>
                    <a:pt x="5264" y="10693"/>
                  </a:cubicBezTo>
                  <a:lnTo>
                    <a:pt x="5264" y="10860"/>
                  </a:lnTo>
                  <a:cubicBezTo>
                    <a:pt x="5264" y="10932"/>
                    <a:pt x="5311" y="11003"/>
                    <a:pt x="5407" y="11027"/>
                  </a:cubicBezTo>
                  <a:cubicBezTo>
                    <a:pt x="5502" y="11027"/>
                    <a:pt x="5597" y="10979"/>
                    <a:pt x="5597" y="10884"/>
                  </a:cubicBezTo>
                  <a:lnTo>
                    <a:pt x="5597" y="10741"/>
                  </a:lnTo>
                  <a:cubicBezTo>
                    <a:pt x="5597" y="10312"/>
                    <a:pt x="5264" y="10027"/>
                    <a:pt x="4835" y="10027"/>
                  </a:cubicBezTo>
                  <a:lnTo>
                    <a:pt x="3954" y="10027"/>
                  </a:lnTo>
                  <a:lnTo>
                    <a:pt x="3954" y="9241"/>
                  </a:lnTo>
                  <a:lnTo>
                    <a:pt x="5168" y="9241"/>
                  </a:lnTo>
                  <a:cubicBezTo>
                    <a:pt x="5430" y="9241"/>
                    <a:pt x="5645" y="9026"/>
                    <a:pt x="5645" y="8764"/>
                  </a:cubicBezTo>
                  <a:lnTo>
                    <a:pt x="5645" y="8479"/>
                  </a:lnTo>
                  <a:cubicBezTo>
                    <a:pt x="5645" y="8193"/>
                    <a:pt x="5430" y="8002"/>
                    <a:pt x="5168" y="8002"/>
                  </a:cubicBezTo>
                  <a:lnTo>
                    <a:pt x="4359" y="8002"/>
                  </a:lnTo>
                  <a:lnTo>
                    <a:pt x="4359" y="7550"/>
                  </a:lnTo>
                  <a:lnTo>
                    <a:pt x="5168" y="7550"/>
                  </a:lnTo>
                  <a:cubicBezTo>
                    <a:pt x="5359" y="7550"/>
                    <a:pt x="5526" y="7407"/>
                    <a:pt x="5526" y="7193"/>
                  </a:cubicBezTo>
                  <a:lnTo>
                    <a:pt x="5526" y="6097"/>
                  </a:lnTo>
                  <a:lnTo>
                    <a:pt x="7550" y="6097"/>
                  </a:lnTo>
                  <a:lnTo>
                    <a:pt x="7550" y="10527"/>
                  </a:lnTo>
                  <a:cubicBezTo>
                    <a:pt x="7550" y="10765"/>
                    <a:pt x="7740" y="10979"/>
                    <a:pt x="8002" y="10979"/>
                  </a:cubicBezTo>
                  <a:lnTo>
                    <a:pt x="10884" y="10979"/>
                  </a:lnTo>
                  <a:cubicBezTo>
                    <a:pt x="11122" y="10979"/>
                    <a:pt x="11336" y="10789"/>
                    <a:pt x="11336" y="10527"/>
                  </a:cubicBezTo>
                  <a:lnTo>
                    <a:pt x="11241" y="5407"/>
                  </a:lnTo>
                  <a:cubicBezTo>
                    <a:pt x="11241" y="5192"/>
                    <a:pt x="11098" y="5049"/>
                    <a:pt x="10884" y="5049"/>
                  </a:cubicBezTo>
                  <a:lnTo>
                    <a:pt x="8050" y="5049"/>
                  </a:lnTo>
                  <a:lnTo>
                    <a:pt x="8002" y="4573"/>
                  </a:lnTo>
                  <a:lnTo>
                    <a:pt x="10193" y="4573"/>
                  </a:lnTo>
                  <a:cubicBezTo>
                    <a:pt x="10455" y="4573"/>
                    <a:pt x="10693" y="4335"/>
                    <a:pt x="10693" y="4073"/>
                  </a:cubicBezTo>
                  <a:lnTo>
                    <a:pt x="10693" y="215"/>
                  </a:lnTo>
                  <a:cubicBezTo>
                    <a:pt x="10693" y="144"/>
                    <a:pt x="10622" y="48"/>
                    <a:pt x="10527" y="48"/>
                  </a:cubicBezTo>
                  <a:lnTo>
                    <a:pt x="8836" y="48"/>
                  </a:lnTo>
                  <a:cubicBezTo>
                    <a:pt x="8788" y="48"/>
                    <a:pt x="8788" y="48"/>
                    <a:pt x="8788" y="72"/>
                  </a:cubicBezTo>
                  <a:cubicBezTo>
                    <a:pt x="8645" y="215"/>
                    <a:pt x="8764" y="382"/>
                    <a:pt x="8883" y="382"/>
                  </a:cubicBezTo>
                  <a:lnTo>
                    <a:pt x="10193" y="382"/>
                  </a:lnTo>
                  <a:cubicBezTo>
                    <a:pt x="10288" y="382"/>
                    <a:pt x="10384" y="453"/>
                    <a:pt x="10384" y="549"/>
                  </a:cubicBezTo>
                  <a:lnTo>
                    <a:pt x="10384" y="3287"/>
                  </a:lnTo>
                  <a:lnTo>
                    <a:pt x="5216" y="3287"/>
                  </a:lnTo>
                  <a:cubicBezTo>
                    <a:pt x="4954" y="2835"/>
                    <a:pt x="4454" y="2549"/>
                    <a:pt x="3906" y="2525"/>
                  </a:cubicBezTo>
                  <a:lnTo>
                    <a:pt x="3906" y="549"/>
                  </a:lnTo>
                  <a:cubicBezTo>
                    <a:pt x="3906" y="549"/>
                    <a:pt x="4001" y="358"/>
                    <a:pt x="4097" y="358"/>
                  </a:cubicBezTo>
                  <a:lnTo>
                    <a:pt x="8240" y="358"/>
                  </a:lnTo>
                  <a:cubicBezTo>
                    <a:pt x="8312" y="358"/>
                    <a:pt x="8407" y="310"/>
                    <a:pt x="8407" y="191"/>
                  </a:cubicBezTo>
                  <a:cubicBezTo>
                    <a:pt x="8407" y="72"/>
                    <a:pt x="8360" y="1"/>
                    <a:pt x="8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95"/>
            <p:cNvSpPr/>
            <p:nvPr/>
          </p:nvSpPr>
          <p:spPr>
            <a:xfrm>
              <a:off x="5061638" y="3241336"/>
              <a:ext cx="20266" cy="10918"/>
            </a:xfrm>
            <a:custGeom>
              <a:rect b="b" l="l" r="r" t="t"/>
              <a:pathLst>
                <a:path extrusionOk="0" h="334" w="620">
                  <a:moveTo>
                    <a:pt x="191" y="0"/>
                  </a:moveTo>
                  <a:cubicBezTo>
                    <a:pt x="119" y="0"/>
                    <a:pt x="48" y="48"/>
                    <a:pt x="24" y="143"/>
                  </a:cubicBezTo>
                  <a:cubicBezTo>
                    <a:pt x="0" y="239"/>
                    <a:pt x="72" y="334"/>
                    <a:pt x="167" y="334"/>
                  </a:cubicBezTo>
                  <a:lnTo>
                    <a:pt x="429" y="334"/>
                  </a:lnTo>
                  <a:cubicBezTo>
                    <a:pt x="524" y="334"/>
                    <a:pt x="595" y="262"/>
                    <a:pt x="619" y="167"/>
                  </a:cubicBezTo>
                  <a:cubicBezTo>
                    <a:pt x="619" y="96"/>
                    <a:pt x="548" y="0"/>
                    <a:pt x="4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95"/>
            <p:cNvSpPr/>
            <p:nvPr/>
          </p:nvSpPr>
          <p:spPr>
            <a:xfrm>
              <a:off x="5061638" y="3296610"/>
              <a:ext cx="20266" cy="10918"/>
            </a:xfrm>
            <a:custGeom>
              <a:rect b="b" l="l" r="r" t="t"/>
              <a:pathLst>
                <a:path extrusionOk="0" h="334" w="620">
                  <a:moveTo>
                    <a:pt x="167" y="0"/>
                  </a:moveTo>
                  <a:cubicBezTo>
                    <a:pt x="72" y="0"/>
                    <a:pt x="24" y="72"/>
                    <a:pt x="0" y="143"/>
                  </a:cubicBezTo>
                  <a:cubicBezTo>
                    <a:pt x="0" y="238"/>
                    <a:pt x="48" y="334"/>
                    <a:pt x="143" y="334"/>
                  </a:cubicBezTo>
                  <a:lnTo>
                    <a:pt x="405" y="334"/>
                  </a:lnTo>
                  <a:cubicBezTo>
                    <a:pt x="500" y="334"/>
                    <a:pt x="548" y="262"/>
                    <a:pt x="595" y="191"/>
                  </a:cubicBezTo>
                  <a:cubicBezTo>
                    <a:pt x="619" y="72"/>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95"/>
            <p:cNvSpPr/>
            <p:nvPr/>
          </p:nvSpPr>
          <p:spPr>
            <a:xfrm>
              <a:off x="5061638" y="3351885"/>
              <a:ext cx="20266" cy="10918"/>
            </a:xfrm>
            <a:custGeom>
              <a:rect b="b" l="l" r="r" t="t"/>
              <a:pathLst>
                <a:path extrusionOk="0" h="334" w="620">
                  <a:moveTo>
                    <a:pt x="191" y="0"/>
                  </a:moveTo>
                  <a:cubicBezTo>
                    <a:pt x="119" y="0"/>
                    <a:pt x="48" y="71"/>
                    <a:pt x="24" y="167"/>
                  </a:cubicBezTo>
                  <a:cubicBezTo>
                    <a:pt x="0" y="238"/>
                    <a:pt x="72" y="333"/>
                    <a:pt x="167" y="333"/>
                  </a:cubicBezTo>
                  <a:lnTo>
                    <a:pt x="429" y="333"/>
                  </a:lnTo>
                  <a:cubicBezTo>
                    <a:pt x="524" y="333"/>
                    <a:pt x="595" y="286"/>
                    <a:pt x="619" y="191"/>
                  </a:cubicBezTo>
                  <a:cubicBezTo>
                    <a:pt x="619" y="95"/>
                    <a:pt x="548" y="0"/>
                    <a:pt x="4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4" name="Google Shape;20054;p95"/>
          <p:cNvGrpSpPr/>
          <p:nvPr/>
        </p:nvGrpSpPr>
        <p:grpSpPr>
          <a:xfrm>
            <a:off x="5529438" y="2884214"/>
            <a:ext cx="369009" cy="340212"/>
            <a:chOff x="5526356" y="3036614"/>
            <a:chExt cx="369009" cy="340212"/>
          </a:xfrm>
        </p:grpSpPr>
        <p:sp>
          <p:nvSpPr>
            <p:cNvPr id="20055" name="Google Shape;20055;p95"/>
            <p:cNvSpPr/>
            <p:nvPr/>
          </p:nvSpPr>
          <p:spPr>
            <a:xfrm>
              <a:off x="5530246" y="3040504"/>
              <a:ext cx="128462" cy="32720"/>
            </a:xfrm>
            <a:custGeom>
              <a:rect b="b" l="l" r="r" t="t"/>
              <a:pathLst>
                <a:path extrusionOk="0" h="1001" w="3930">
                  <a:moveTo>
                    <a:pt x="381" y="0"/>
                  </a:moveTo>
                  <a:cubicBezTo>
                    <a:pt x="191" y="0"/>
                    <a:pt x="0" y="191"/>
                    <a:pt x="0" y="405"/>
                  </a:cubicBezTo>
                  <a:lnTo>
                    <a:pt x="0" y="1000"/>
                  </a:lnTo>
                  <a:lnTo>
                    <a:pt x="3930" y="1000"/>
                  </a:lnTo>
                  <a:lnTo>
                    <a:pt x="3930" y="405"/>
                  </a:lnTo>
                  <a:cubicBezTo>
                    <a:pt x="3930" y="191"/>
                    <a:pt x="3763" y="0"/>
                    <a:pt x="354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95"/>
            <p:cNvSpPr/>
            <p:nvPr/>
          </p:nvSpPr>
          <p:spPr>
            <a:xfrm>
              <a:off x="5624419" y="3040504"/>
              <a:ext cx="34289" cy="32720"/>
            </a:xfrm>
            <a:custGeom>
              <a:rect b="b" l="l" r="r" t="t"/>
              <a:pathLst>
                <a:path extrusionOk="0" h="1001" w="1049">
                  <a:moveTo>
                    <a:pt x="1" y="0"/>
                  </a:moveTo>
                  <a:cubicBezTo>
                    <a:pt x="215" y="0"/>
                    <a:pt x="382" y="191"/>
                    <a:pt x="382" y="405"/>
                  </a:cubicBezTo>
                  <a:lnTo>
                    <a:pt x="382" y="1000"/>
                  </a:lnTo>
                  <a:lnTo>
                    <a:pt x="1049" y="1000"/>
                  </a:lnTo>
                  <a:lnTo>
                    <a:pt x="1049" y="405"/>
                  </a:lnTo>
                  <a:cubicBezTo>
                    <a:pt x="1049" y="191"/>
                    <a:pt x="882" y="0"/>
                    <a:pt x="668"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95"/>
            <p:cNvSpPr/>
            <p:nvPr/>
          </p:nvSpPr>
          <p:spPr>
            <a:xfrm>
              <a:off x="5531030" y="3071622"/>
              <a:ext cx="358092" cy="298960"/>
            </a:xfrm>
            <a:custGeom>
              <a:rect b="b" l="l" r="r" t="t"/>
              <a:pathLst>
                <a:path extrusionOk="0" h="9146" w="10955">
                  <a:moveTo>
                    <a:pt x="0" y="1"/>
                  </a:moveTo>
                  <a:lnTo>
                    <a:pt x="0" y="8979"/>
                  </a:lnTo>
                  <a:cubicBezTo>
                    <a:pt x="0" y="9050"/>
                    <a:pt x="96" y="9146"/>
                    <a:pt x="191" y="9146"/>
                  </a:cubicBezTo>
                  <a:lnTo>
                    <a:pt x="10788" y="9146"/>
                  </a:lnTo>
                  <a:cubicBezTo>
                    <a:pt x="10883" y="9146"/>
                    <a:pt x="10955" y="9098"/>
                    <a:pt x="10931" y="8979"/>
                  </a:cubicBezTo>
                  <a:lnTo>
                    <a:pt x="10931" y="191"/>
                  </a:lnTo>
                  <a:cubicBezTo>
                    <a:pt x="10931" y="96"/>
                    <a:pt x="10836" y="1"/>
                    <a:pt x="1076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95"/>
            <p:cNvSpPr/>
            <p:nvPr/>
          </p:nvSpPr>
          <p:spPr>
            <a:xfrm>
              <a:off x="5861861" y="3071622"/>
              <a:ext cx="27261" cy="298960"/>
            </a:xfrm>
            <a:custGeom>
              <a:rect b="b" l="l" r="r" t="t"/>
              <a:pathLst>
                <a:path extrusionOk="0" h="9146" w="834">
                  <a:moveTo>
                    <a:pt x="0" y="1"/>
                  </a:moveTo>
                  <a:cubicBezTo>
                    <a:pt x="96" y="1"/>
                    <a:pt x="191" y="96"/>
                    <a:pt x="191" y="191"/>
                  </a:cubicBezTo>
                  <a:lnTo>
                    <a:pt x="191" y="8979"/>
                  </a:lnTo>
                  <a:cubicBezTo>
                    <a:pt x="191" y="9050"/>
                    <a:pt x="96" y="9146"/>
                    <a:pt x="0" y="9146"/>
                  </a:cubicBezTo>
                  <a:lnTo>
                    <a:pt x="667" y="9146"/>
                  </a:lnTo>
                  <a:cubicBezTo>
                    <a:pt x="762" y="9146"/>
                    <a:pt x="834" y="9050"/>
                    <a:pt x="834" y="8979"/>
                  </a:cubicBezTo>
                  <a:lnTo>
                    <a:pt x="834" y="191"/>
                  </a:lnTo>
                  <a:cubicBezTo>
                    <a:pt x="834" y="96"/>
                    <a:pt x="762" y="1"/>
                    <a:pt x="6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95"/>
            <p:cNvSpPr/>
            <p:nvPr/>
          </p:nvSpPr>
          <p:spPr>
            <a:xfrm>
              <a:off x="5532567" y="3072407"/>
              <a:ext cx="356555" cy="44422"/>
            </a:xfrm>
            <a:custGeom>
              <a:rect b="b" l="l" r="r" t="t"/>
              <a:pathLst>
                <a:path extrusionOk="0" h="1359" w="10908">
                  <a:moveTo>
                    <a:pt x="1" y="1"/>
                  </a:moveTo>
                  <a:lnTo>
                    <a:pt x="1" y="1358"/>
                  </a:lnTo>
                  <a:lnTo>
                    <a:pt x="10908" y="1358"/>
                  </a:lnTo>
                  <a:lnTo>
                    <a:pt x="10908" y="191"/>
                  </a:lnTo>
                  <a:cubicBezTo>
                    <a:pt x="10908" y="96"/>
                    <a:pt x="10836" y="1"/>
                    <a:pt x="10741"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95"/>
            <p:cNvSpPr/>
            <p:nvPr/>
          </p:nvSpPr>
          <p:spPr>
            <a:xfrm>
              <a:off x="5861861" y="3071622"/>
              <a:ext cx="27261" cy="43638"/>
            </a:xfrm>
            <a:custGeom>
              <a:rect b="b" l="l" r="r" t="t"/>
              <a:pathLst>
                <a:path extrusionOk="0" h="1335" w="834">
                  <a:moveTo>
                    <a:pt x="0" y="1"/>
                  </a:moveTo>
                  <a:cubicBezTo>
                    <a:pt x="96" y="1"/>
                    <a:pt x="191" y="96"/>
                    <a:pt x="191" y="191"/>
                  </a:cubicBezTo>
                  <a:lnTo>
                    <a:pt x="191" y="1334"/>
                  </a:lnTo>
                  <a:lnTo>
                    <a:pt x="834" y="1334"/>
                  </a:lnTo>
                  <a:lnTo>
                    <a:pt x="834" y="191"/>
                  </a:lnTo>
                  <a:cubicBezTo>
                    <a:pt x="834" y="96"/>
                    <a:pt x="762" y="1"/>
                    <a:pt x="66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95"/>
            <p:cNvSpPr/>
            <p:nvPr/>
          </p:nvSpPr>
          <p:spPr>
            <a:xfrm>
              <a:off x="5771545" y="3140135"/>
              <a:ext cx="89564" cy="89564"/>
            </a:xfrm>
            <a:custGeom>
              <a:rect b="b" l="l" r="r" t="t"/>
              <a:pathLst>
                <a:path extrusionOk="0" h="2740" w="2740">
                  <a:moveTo>
                    <a:pt x="1382" y="0"/>
                  </a:moveTo>
                  <a:cubicBezTo>
                    <a:pt x="620" y="0"/>
                    <a:pt x="1" y="596"/>
                    <a:pt x="1" y="1358"/>
                  </a:cubicBezTo>
                  <a:cubicBezTo>
                    <a:pt x="1" y="2120"/>
                    <a:pt x="596" y="2739"/>
                    <a:pt x="1382" y="2739"/>
                  </a:cubicBezTo>
                  <a:cubicBezTo>
                    <a:pt x="2144" y="2739"/>
                    <a:pt x="2740" y="2120"/>
                    <a:pt x="2740" y="1358"/>
                  </a:cubicBezTo>
                  <a:cubicBezTo>
                    <a:pt x="2740" y="620"/>
                    <a:pt x="2144" y="0"/>
                    <a:pt x="1382"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95"/>
            <p:cNvSpPr/>
            <p:nvPr/>
          </p:nvSpPr>
          <p:spPr>
            <a:xfrm>
              <a:off x="5805802" y="3140135"/>
              <a:ext cx="56092" cy="89564"/>
            </a:xfrm>
            <a:custGeom>
              <a:rect b="b" l="l" r="r" t="t"/>
              <a:pathLst>
                <a:path extrusionOk="0" h="2740" w="1716">
                  <a:moveTo>
                    <a:pt x="334" y="0"/>
                  </a:moveTo>
                  <a:cubicBezTo>
                    <a:pt x="215" y="0"/>
                    <a:pt x="96" y="0"/>
                    <a:pt x="1" y="24"/>
                  </a:cubicBezTo>
                  <a:cubicBezTo>
                    <a:pt x="596" y="167"/>
                    <a:pt x="1049" y="715"/>
                    <a:pt x="1049" y="1358"/>
                  </a:cubicBezTo>
                  <a:cubicBezTo>
                    <a:pt x="1049" y="2025"/>
                    <a:pt x="596" y="2549"/>
                    <a:pt x="1" y="2715"/>
                  </a:cubicBezTo>
                  <a:cubicBezTo>
                    <a:pt x="120" y="2739"/>
                    <a:pt x="215" y="2739"/>
                    <a:pt x="334" y="2739"/>
                  </a:cubicBezTo>
                  <a:cubicBezTo>
                    <a:pt x="1096" y="2739"/>
                    <a:pt x="1692" y="2120"/>
                    <a:pt x="1692" y="1358"/>
                  </a:cubicBezTo>
                  <a:cubicBezTo>
                    <a:pt x="1715" y="596"/>
                    <a:pt x="1096" y="0"/>
                    <a:pt x="33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95"/>
            <p:cNvSpPr/>
            <p:nvPr/>
          </p:nvSpPr>
          <p:spPr>
            <a:xfrm>
              <a:off x="5608075" y="3225777"/>
              <a:ext cx="72436" cy="122219"/>
            </a:xfrm>
            <a:custGeom>
              <a:rect b="b" l="l" r="r" t="t"/>
              <a:pathLst>
                <a:path extrusionOk="0" h="3739" w="2216">
                  <a:moveTo>
                    <a:pt x="334" y="0"/>
                  </a:moveTo>
                  <a:cubicBezTo>
                    <a:pt x="215" y="0"/>
                    <a:pt x="120" y="0"/>
                    <a:pt x="1" y="24"/>
                  </a:cubicBezTo>
                  <a:cubicBezTo>
                    <a:pt x="858" y="167"/>
                    <a:pt x="1549" y="953"/>
                    <a:pt x="1549" y="1881"/>
                  </a:cubicBezTo>
                  <a:cubicBezTo>
                    <a:pt x="1549" y="2786"/>
                    <a:pt x="882" y="3548"/>
                    <a:pt x="1" y="3715"/>
                  </a:cubicBezTo>
                  <a:cubicBezTo>
                    <a:pt x="120" y="3739"/>
                    <a:pt x="215" y="3739"/>
                    <a:pt x="334" y="3739"/>
                  </a:cubicBezTo>
                  <a:cubicBezTo>
                    <a:pt x="1382" y="3739"/>
                    <a:pt x="2192" y="2905"/>
                    <a:pt x="2192" y="1881"/>
                  </a:cubicBezTo>
                  <a:cubicBezTo>
                    <a:pt x="2216" y="834"/>
                    <a:pt x="1382" y="0"/>
                    <a:pt x="3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95"/>
            <p:cNvSpPr/>
            <p:nvPr/>
          </p:nvSpPr>
          <p:spPr>
            <a:xfrm>
              <a:off x="5792563" y="3209400"/>
              <a:ext cx="46743" cy="20299"/>
            </a:xfrm>
            <a:custGeom>
              <a:rect b="b" l="l" r="r" t="t"/>
              <a:pathLst>
                <a:path extrusionOk="0" h="621" w="1430">
                  <a:moveTo>
                    <a:pt x="549" y="1"/>
                  </a:moveTo>
                  <a:cubicBezTo>
                    <a:pt x="287" y="1"/>
                    <a:pt x="72" y="168"/>
                    <a:pt x="1" y="406"/>
                  </a:cubicBezTo>
                  <a:cubicBezTo>
                    <a:pt x="215" y="525"/>
                    <a:pt x="453" y="620"/>
                    <a:pt x="715" y="620"/>
                  </a:cubicBezTo>
                  <a:cubicBezTo>
                    <a:pt x="1001" y="620"/>
                    <a:pt x="1239" y="525"/>
                    <a:pt x="1430" y="406"/>
                  </a:cubicBezTo>
                  <a:cubicBezTo>
                    <a:pt x="1406" y="168"/>
                    <a:pt x="1168" y="1"/>
                    <a:pt x="90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95"/>
            <p:cNvSpPr/>
            <p:nvPr/>
          </p:nvSpPr>
          <p:spPr>
            <a:xfrm>
              <a:off x="5805802" y="3160369"/>
              <a:ext cx="21051" cy="28830"/>
            </a:xfrm>
            <a:custGeom>
              <a:rect b="b" l="l" r="r" t="t"/>
              <a:pathLst>
                <a:path extrusionOk="0" h="882" w="644">
                  <a:moveTo>
                    <a:pt x="334" y="1"/>
                  </a:moveTo>
                  <a:cubicBezTo>
                    <a:pt x="144" y="1"/>
                    <a:pt x="1" y="191"/>
                    <a:pt x="1" y="453"/>
                  </a:cubicBezTo>
                  <a:cubicBezTo>
                    <a:pt x="1" y="691"/>
                    <a:pt x="144" y="882"/>
                    <a:pt x="334" y="882"/>
                  </a:cubicBezTo>
                  <a:cubicBezTo>
                    <a:pt x="501" y="882"/>
                    <a:pt x="644" y="691"/>
                    <a:pt x="644" y="453"/>
                  </a:cubicBezTo>
                  <a:cubicBezTo>
                    <a:pt x="644" y="191"/>
                    <a:pt x="501" y="1"/>
                    <a:pt x="33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95"/>
            <p:cNvSpPr/>
            <p:nvPr/>
          </p:nvSpPr>
          <p:spPr>
            <a:xfrm>
              <a:off x="5557475" y="3225777"/>
              <a:ext cx="123036" cy="122219"/>
            </a:xfrm>
            <a:custGeom>
              <a:rect b="b" l="l" r="r" t="t"/>
              <a:pathLst>
                <a:path extrusionOk="0" h="3739" w="3764">
                  <a:moveTo>
                    <a:pt x="1882" y="0"/>
                  </a:moveTo>
                  <a:cubicBezTo>
                    <a:pt x="834" y="0"/>
                    <a:pt x="1" y="834"/>
                    <a:pt x="1" y="1881"/>
                  </a:cubicBezTo>
                  <a:cubicBezTo>
                    <a:pt x="1" y="2905"/>
                    <a:pt x="834" y="3739"/>
                    <a:pt x="1882" y="3739"/>
                  </a:cubicBezTo>
                  <a:cubicBezTo>
                    <a:pt x="2930" y="3739"/>
                    <a:pt x="3764" y="2905"/>
                    <a:pt x="3740" y="1881"/>
                  </a:cubicBezTo>
                  <a:cubicBezTo>
                    <a:pt x="3740" y="834"/>
                    <a:pt x="2930" y="0"/>
                    <a:pt x="1882" y="0"/>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95"/>
            <p:cNvSpPr/>
            <p:nvPr/>
          </p:nvSpPr>
          <p:spPr>
            <a:xfrm>
              <a:off x="5585521" y="3319949"/>
              <a:ext cx="64623" cy="27294"/>
            </a:xfrm>
            <a:custGeom>
              <a:rect b="b" l="l" r="r" t="t"/>
              <a:pathLst>
                <a:path extrusionOk="0" h="835" w="1977">
                  <a:moveTo>
                    <a:pt x="762" y="1"/>
                  </a:moveTo>
                  <a:cubicBezTo>
                    <a:pt x="381" y="1"/>
                    <a:pt x="96" y="239"/>
                    <a:pt x="0" y="572"/>
                  </a:cubicBezTo>
                  <a:cubicBezTo>
                    <a:pt x="310" y="739"/>
                    <a:pt x="643" y="834"/>
                    <a:pt x="977" y="834"/>
                  </a:cubicBezTo>
                  <a:cubicBezTo>
                    <a:pt x="1334" y="834"/>
                    <a:pt x="1667" y="739"/>
                    <a:pt x="1977" y="572"/>
                  </a:cubicBezTo>
                  <a:cubicBezTo>
                    <a:pt x="1905" y="239"/>
                    <a:pt x="1620" y="1"/>
                    <a:pt x="126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95"/>
            <p:cNvSpPr/>
            <p:nvPr/>
          </p:nvSpPr>
          <p:spPr>
            <a:xfrm>
              <a:off x="5604185" y="3253790"/>
              <a:ext cx="29615" cy="41284"/>
            </a:xfrm>
            <a:custGeom>
              <a:rect b="b" l="l" r="r" t="t"/>
              <a:pathLst>
                <a:path extrusionOk="0" h="1263" w="906">
                  <a:moveTo>
                    <a:pt x="453" y="0"/>
                  </a:moveTo>
                  <a:cubicBezTo>
                    <a:pt x="191" y="0"/>
                    <a:pt x="1" y="286"/>
                    <a:pt x="1" y="620"/>
                  </a:cubicBezTo>
                  <a:cubicBezTo>
                    <a:pt x="1" y="977"/>
                    <a:pt x="191" y="1263"/>
                    <a:pt x="453" y="1263"/>
                  </a:cubicBezTo>
                  <a:cubicBezTo>
                    <a:pt x="691" y="1263"/>
                    <a:pt x="906" y="977"/>
                    <a:pt x="906" y="620"/>
                  </a:cubicBezTo>
                  <a:cubicBezTo>
                    <a:pt x="906" y="286"/>
                    <a:pt x="691" y="0"/>
                    <a:pt x="453"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95"/>
            <p:cNvSpPr/>
            <p:nvPr/>
          </p:nvSpPr>
          <p:spPr>
            <a:xfrm>
              <a:off x="5564502" y="3139351"/>
              <a:ext cx="145590" cy="61551"/>
            </a:xfrm>
            <a:custGeom>
              <a:rect b="b" l="l" r="r" t="t"/>
              <a:pathLst>
                <a:path extrusionOk="0" h="1883" w="4454">
                  <a:moveTo>
                    <a:pt x="143" y="1"/>
                  </a:moveTo>
                  <a:cubicBezTo>
                    <a:pt x="48" y="1"/>
                    <a:pt x="0" y="48"/>
                    <a:pt x="0" y="144"/>
                  </a:cubicBezTo>
                  <a:lnTo>
                    <a:pt x="0" y="1382"/>
                  </a:lnTo>
                  <a:cubicBezTo>
                    <a:pt x="0" y="1477"/>
                    <a:pt x="48" y="1549"/>
                    <a:pt x="143" y="1549"/>
                  </a:cubicBezTo>
                  <a:lnTo>
                    <a:pt x="1215" y="1549"/>
                  </a:lnTo>
                  <a:cubicBezTo>
                    <a:pt x="1286" y="1549"/>
                    <a:pt x="1310" y="1572"/>
                    <a:pt x="1334" y="1596"/>
                  </a:cubicBezTo>
                  <a:lnTo>
                    <a:pt x="1453" y="1811"/>
                  </a:lnTo>
                  <a:cubicBezTo>
                    <a:pt x="1489" y="1858"/>
                    <a:pt x="1530" y="1882"/>
                    <a:pt x="1572" y="1882"/>
                  </a:cubicBezTo>
                  <a:cubicBezTo>
                    <a:pt x="1614" y="1882"/>
                    <a:pt x="1655" y="1858"/>
                    <a:pt x="1691" y="1811"/>
                  </a:cubicBezTo>
                  <a:lnTo>
                    <a:pt x="1810" y="1596"/>
                  </a:lnTo>
                  <a:cubicBezTo>
                    <a:pt x="1834" y="1572"/>
                    <a:pt x="1858" y="1549"/>
                    <a:pt x="1929" y="1549"/>
                  </a:cubicBezTo>
                  <a:lnTo>
                    <a:pt x="4311" y="1549"/>
                  </a:lnTo>
                  <a:cubicBezTo>
                    <a:pt x="4406" y="1549"/>
                    <a:pt x="4454" y="1477"/>
                    <a:pt x="4454" y="1382"/>
                  </a:cubicBezTo>
                  <a:lnTo>
                    <a:pt x="4454" y="120"/>
                  </a:lnTo>
                  <a:cubicBezTo>
                    <a:pt x="4454" y="48"/>
                    <a:pt x="4406" y="1"/>
                    <a:pt x="4335"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95"/>
            <p:cNvSpPr/>
            <p:nvPr/>
          </p:nvSpPr>
          <p:spPr>
            <a:xfrm>
              <a:off x="5685152" y="3139351"/>
              <a:ext cx="26510" cy="51417"/>
            </a:xfrm>
            <a:custGeom>
              <a:rect b="b" l="l" r="r" t="t"/>
              <a:pathLst>
                <a:path extrusionOk="0" h="1573" w="811">
                  <a:moveTo>
                    <a:pt x="1" y="1"/>
                  </a:moveTo>
                  <a:cubicBezTo>
                    <a:pt x="72" y="1"/>
                    <a:pt x="143" y="48"/>
                    <a:pt x="143" y="144"/>
                  </a:cubicBezTo>
                  <a:lnTo>
                    <a:pt x="143" y="1430"/>
                  </a:lnTo>
                  <a:cubicBezTo>
                    <a:pt x="143" y="1501"/>
                    <a:pt x="72" y="1572"/>
                    <a:pt x="1" y="1572"/>
                  </a:cubicBezTo>
                  <a:lnTo>
                    <a:pt x="644" y="1572"/>
                  </a:lnTo>
                  <a:cubicBezTo>
                    <a:pt x="739" y="1572"/>
                    <a:pt x="810" y="1501"/>
                    <a:pt x="810" y="1430"/>
                  </a:cubicBezTo>
                  <a:lnTo>
                    <a:pt x="810" y="144"/>
                  </a:lnTo>
                  <a:cubicBezTo>
                    <a:pt x="763" y="48"/>
                    <a:pt x="715" y="1"/>
                    <a:pt x="644" y="1"/>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95"/>
            <p:cNvSpPr/>
            <p:nvPr/>
          </p:nvSpPr>
          <p:spPr>
            <a:xfrm>
              <a:off x="5710060" y="3261569"/>
              <a:ext cx="147159" cy="77862"/>
            </a:xfrm>
            <a:custGeom>
              <a:rect b="b" l="l" r="r" t="t"/>
              <a:pathLst>
                <a:path extrusionOk="0" h="2382" w="4502">
                  <a:moveTo>
                    <a:pt x="3344" y="1"/>
                  </a:moveTo>
                  <a:cubicBezTo>
                    <a:pt x="3299" y="1"/>
                    <a:pt x="3251" y="24"/>
                    <a:pt x="3216" y="72"/>
                  </a:cubicBezTo>
                  <a:lnTo>
                    <a:pt x="3096" y="262"/>
                  </a:lnTo>
                  <a:cubicBezTo>
                    <a:pt x="3073" y="310"/>
                    <a:pt x="3049" y="334"/>
                    <a:pt x="2977" y="334"/>
                  </a:cubicBezTo>
                  <a:lnTo>
                    <a:pt x="167" y="334"/>
                  </a:lnTo>
                  <a:cubicBezTo>
                    <a:pt x="72" y="334"/>
                    <a:pt x="1" y="382"/>
                    <a:pt x="1" y="477"/>
                  </a:cubicBezTo>
                  <a:lnTo>
                    <a:pt x="1" y="2239"/>
                  </a:lnTo>
                  <a:cubicBezTo>
                    <a:pt x="1" y="2334"/>
                    <a:pt x="72" y="2382"/>
                    <a:pt x="143" y="2382"/>
                  </a:cubicBezTo>
                  <a:lnTo>
                    <a:pt x="4359" y="2382"/>
                  </a:lnTo>
                  <a:cubicBezTo>
                    <a:pt x="4430" y="2382"/>
                    <a:pt x="4502" y="2334"/>
                    <a:pt x="4502" y="2239"/>
                  </a:cubicBezTo>
                  <a:lnTo>
                    <a:pt x="4502" y="477"/>
                  </a:lnTo>
                  <a:cubicBezTo>
                    <a:pt x="4502" y="382"/>
                    <a:pt x="4430" y="334"/>
                    <a:pt x="4359" y="334"/>
                  </a:cubicBezTo>
                  <a:lnTo>
                    <a:pt x="3692" y="334"/>
                  </a:lnTo>
                  <a:cubicBezTo>
                    <a:pt x="3644" y="334"/>
                    <a:pt x="3620" y="310"/>
                    <a:pt x="3573" y="262"/>
                  </a:cubicBezTo>
                  <a:lnTo>
                    <a:pt x="3454" y="72"/>
                  </a:lnTo>
                  <a:cubicBezTo>
                    <a:pt x="3430" y="24"/>
                    <a:pt x="3388" y="1"/>
                    <a:pt x="334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95"/>
            <p:cNvSpPr/>
            <p:nvPr/>
          </p:nvSpPr>
          <p:spPr>
            <a:xfrm>
              <a:off x="5830709" y="3273239"/>
              <a:ext cx="25725" cy="66977"/>
            </a:xfrm>
            <a:custGeom>
              <a:rect b="b" l="l" r="r" t="t"/>
              <a:pathLst>
                <a:path extrusionOk="0" h="2049" w="787">
                  <a:moveTo>
                    <a:pt x="1" y="1"/>
                  </a:moveTo>
                  <a:cubicBezTo>
                    <a:pt x="72" y="1"/>
                    <a:pt x="120" y="72"/>
                    <a:pt x="120" y="144"/>
                  </a:cubicBezTo>
                  <a:lnTo>
                    <a:pt x="120" y="1906"/>
                  </a:lnTo>
                  <a:cubicBezTo>
                    <a:pt x="120" y="2001"/>
                    <a:pt x="72" y="2049"/>
                    <a:pt x="1" y="2049"/>
                  </a:cubicBezTo>
                  <a:lnTo>
                    <a:pt x="620" y="2049"/>
                  </a:lnTo>
                  <a:cubicBezTo>
                    <a:pt x="715" y="2049"/>
                    <a:pt x="787" y="2001"/>
                    <a:pt x="787" y="1906"/>
                  </a:cubicBezTo>
                  <a:lnTo>
                    <a:pt x="787" y="144"/>
                  </a:lnTo>
                  <a:cubicBezTo>
                    <a:pt x="787" y="72"/>
                    <a:pt x="715" y="1"/>
                    <a:pt x="620"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95"/>
            <p:cNvSpPr/>
            <p:nvPr/>
          </p:nvSpPr>
          <p:spPr>
            <a:xfrm>
              <a:off x="5805802" y="3088751"/>
              <a:ext cx="11702" cy="11702"/>
            </a:xfrm>
            <a:custGeom>
              <a:rect b="b" l="l" r="r" t="t"/>
              <a:pathLst>
                <a:path extrusionOk="0" h="358" w="358">
                  <a:moveTo>
                    <a:pt x="167" y="1"/>
                  </a:moveTo>
                  <a:cubicBezTo>
                    <a:pt x="72" y="1"/>
                    <a:pt x="1" y="72"/>
                    <a:pt x="1" y="167"/>
                  </a:cubicBezTo>
                  <a:cubicBezTo>
                    <a:pt x="1" y="263"/>
                    <a:pt x="72" y="358"/>
                    <a:pt x="167" y="358"/>
                  </a:cubicBezTo>
                  <a:cubicBezTo>
                    <a:pt x="263" y="358"/>
                    <a:pt x="358" y="263"/>
                    <a:pt x="358" y="167"/>
                  </a:cubicBezTo>
                  <a:cubicBezTo>
                    <a:pt x="358" y="72"/>
                    <a:pt x="263"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95"/>
            <p:cNvSpPr/>
            <p:nvPr/>
          </p:nvSpPr>
          <p:spPr>
            <a:xfrm>
              <a:off x="5827604" y="3088751"/>
              <a:ext cx="12487" cy="11702"/>
            </a:xfrm>
            <a:custGeom>
              <a:rect b="b" l="l" r="r" t="t"/>
              <a:pathLst>
                <a:path extrusionOk="0" h="358" w="382">
                  <a:moveTo>
                    <a:pt x="191" y="1"/>
                  </a:moveTo>
                  <a:cubicBezTo>
                    <a:pt x="96" y="1"/>
                    <a:pt x="1" y="72"/>
                    <a:pt x="1" y="167"/>
                  </a:cubicBezTo>
                  <a:cubicBezTo>
                    <a:pt x="1" y="263"/>
                    <a:pt x="96" y="358"/>
                    <a:pt x="191" y="358"/>
                  </a:cubicBezTo>
                  <a:cubicBezTo>
                    <a:pt x="286" y="358"/>
                    <a:pt x="382" y="263"/>
                    <a:pt x="382" y="167"/>
                  </a:cubicBezTo>
                  <a:cubicBezTo>
                    <a:pt x="382"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95"/>
            <p:cNvSpPr/>
            <p:nvPr/>
          </p:nvSpPr>
          <p:spPr>
            <a:xfrm>
              <a:off x="5850191" y="3088751"/>
              <a:ext cx="11702" cy="11702"/>
            </a:xfrm>
            <a:custGeom>
              <a:rect b="b" l="l" r="r" t="t"/>
              <a:pathLst>
                <a:path extrusionOk="0" h="358" w="358">
                  <a:moveTo>
                    <a:pt x="191" y="1"/>
                  </a:moveTo>
                  <a:cubicBezTo>
                    <a:pt x="95" y="1"/>
                    <a:pt x="0" y="72"/>
                    <a:pt x="0" y="167"/>
                  </a:cubicBezTo>
                  <a:cubicBezTo>
                    <a:pt x="0" y="263"/>
                    <a:pt x="95" y="358"/>
                    <a:pt x="191" y="358"/>
                  </a:cubicBezTo>
                  <a:cubicBezTo>
                    <a:pt x="286" y="358"/>
                    <a:pt x="357" y="263"/>
                    <a:pt x="357" y="167"/>
                  </a:cubicBezTo>
                  <a:cubicBezTo>
                    <a:pt x="357"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95"/>
            <p:cNvSpPr/>
            <p:nvPr/>
          </p:nvSpPr>
          <p:spPr>
            <a:xfrm>
              <a:off x="5526356" y="3036614"/>
              <a:ext cx="369009" cy="340212"/>
            </a:xfrm>
            <a:custGeom>
              <a:rect b="b" l="l" r="r" t="t"/>
              <a:pathLst>
                <a:path extrusionOk="0" h="10408" w="11289">
                  <a:moveTo>
                    <a:pt x="3692" y="310"/>
                  </a:moveTo>
                  <a:cubicBezTo>
                    <a:pt x="3811" y="310"/>
                    <a:pt x="3906" y="405"/>
                    <a:pt x="3906" y="500"/>
                  </a:cubicBezTo>
                  <a:lnTo>
                    <a:pt x="3906" y="905"/>
                  </a:lnTo>
                  <a:lnTo>
                    <a:pt x="334" y="905"/>
                  </a:lnTo>
                  <a:lnTo>
                    <a:pt x="334" y="500"/>
                  </a:lnTo>
                  <a:cubicBezTo>
                    <a:pt x="334" y="405"/>
                    <a:pt x="405" y="310"/>
                    <a:pt x="548" y="310"/>
                  </a:cubicBezTo>
                  <a:close/>
                  <a:moveTo>
                    <a:pt x="524" y="0"/>
                  </a:moveTo>
                  <a:cubicBezTo>
                    <a:pt x="239" y="0"/>
                    <a:pt x="0" y="238"/>
                    <a:pt x="0" y="548"/>
                  </a:cubicBezTo>
                  <a:lnTo>
                    <a:pt x="0" y="10217"/>
                  </a:lnTo>
                  <a:cubicBezTo>
                    <a:pt x="0" y="10312"/>
                    <a:pt x="96" y="10407"/>
                    <a:pt x="191" y="10407"/>
                  </a:cubicBezTo>
                  <a:lnTo>
                    <a:pt x="6549" y="10407"/>
                  </a:lnTo>
                  <a:cubicBezTo>
                    <a:pt x="6573" y="10407"/>
                    <a:pt x="6621" y="10407"/>
                    <a:pt x="6621" y="10359"/>
                  </a:cubicBezTo>
                  <a:cubicBezTo>
                    <a:pt x="6740" y="10217"/>
                    <a:pt x="6645" y="10074"/>
                    <a:pt x="6502" y="10074"/>
                  </a:cubicBezTo>
                  <a:lnTo>
                    <a:pt x="334" y="10074"/>
                  </a:lnTo>
                  <a:lnTo>
                    <a:pt x="334" y="2620"/>
                  </a:lnTo>
                  <a:lnTo>
                    <a:pt x="10931" y="2620"/>
                  </a:lnTo>
                  <a:lnTo>
                    <a:pt x="10931" y="10074"/>
                  </a:lnTo>
                  <a:lnTo>
                    <a:pt x="7121" y="10074"/>
                  </a:lnTo>
                  <a:cubicBezTo>
                    <a:pt x="7097" y="10074"/>
                    <a:pt x="7049" y="10074"/>
                    <a:pt x="7049" y="10097"/>
                  </a:cubicBezTo>
                  <a:cubicBezTo>
                    <a:pt x="6930" y="10240"/>
                    <a:pt x="7026" y="10407"/>
                    <a:pt x="7169" y="10407"/>
                  </a:cubicBezTo>
                  <a:lnTo>
                    <a:pt x="11098" y="10407"/>
                  </a:lnTo>
                  <a:cubicBezTo>
                    <a:pt x="11193" y="10407"/>
                    <a:pt x="11288" y="10312"/>
                    <a:pt x="11288" y="10217"/>
                  </a:cubicBezTo>
                  <a:lnTo>
                    <a:pt x="11288" y="1262"/>
                  </a:lnTo>
                  <a:cubicBezTo>
                    <a:pt x="11265" y="1072"/>
                    <a:pt x="11098" y="929"/>
                    <a:pt x="10907" y="929"/>
                  </a:cubicBezTo>
                  <a:lnTo>
                    <a:pt x="6740" y="929"/>
                  </a:lnTo>
                  <a:cubicBezTo>
                    <a:pt x="6645" y="929"/>
                    <a:pt x="6573" y="1000"/>
                    <a:pt x="6549" y="1072"/>
                  </a:cubicBezTo>
                  <a:cubicBezTo>
                    <a:pt x="6549" y="1167"/>
                    <a:pt x="6621" y="1262"/>
                    <a:pt x="6692" y="1262"/>
                  </a:cubicBezTo>
                  <a:lnTo>
                    <a:pt x="10907" y="1262"/>
                  </a:lnTo>
                  <a:lnTo>
                    <a:pt x="10907" y="2263"/>
                  </a:lnTo>
                  <a:lnTo>
                    <a:pt x="310" y="2263"/>
                  </a:lnTo>
                  <a:lnTo>
                    <a:pt x="310" y="1262"/>
                  </a:lnTo>
                  <a:lnTo>
                    <a:pt x="6049" y="1262"/>
                  </a:lnTo>
                  <a:cubicBezTo>
                    <a:pt x="6121" y="1262"/>
                    <a:pt x="6216" y="1167"/>
                    <a:pt x="6216" y="1072"/>
                  </a:cubicBezTo>
                  <a:cubicBezTo>
                    <a:pt x="6216" y="1000"/>
                    <a:pt x="6145" y="929"/>
                    <a:pt x="6049" y="929"/>
                  </a:cubicBezTo>
                  <a:lnTo>
                    <a:pt x="4216" y="929"/>
                  </a:lnTo>
                  <a:lnTo>
                    <a:pt x="4216" y="548"/>
                  </a:lnTo>
                  <a:cubicBezTo>
                    <a:pt x="4216" y="238"/>
                    <a:pt x="3977" y="0"/>
                    <a:pt x="3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95"/>
            <p:cNvSpPr/>
            <p:nvPr/>
          </p:nvSpPr>
          <p:spPr>
            <a:xfrm>
              <a:off x="5765334" y="3133892"/>
              <a:ext cx="102018" cy="101233"/>
            </a:xfrm>
            <a:custGeom>
              <a:rect b="b" l="l" r="r" t="t"/>
              <a:pathLst>
                <a:path extrusionOk="0" h="3097" w="3121">
                  <a:moveTo>
                    <a:pt x="1601" y="334"/>
                  </a:moveTo>
                  <a:cubicBezTo>
                    <a:pt x="1615" y="334"/>
                    <a:pt x="1629" y="334"/>
                    <a:pt x="1644" y="334"/>
                  </a:cubicBezTo>
                  <a:cubicBezTo>
                    <a:pt x="2287" y="358"/>
                    <a:pt x="2763" y="834"/>
                    <a:pt x="2811" y="1477"/>
                  </a:cubicBezTo>
                  <a:cubicBezTo>
                    <a:pt x="2834" y="1859"/>
                    <a:pt x="2668" y="2240"/>
                    <a:pt x="2406" y="2478"/>
                  </a:cubicBezTo>
                  <a:cubicBezTo>
                    <a:pt x="2287" y="2263"/>
                    <a:pt x="2025" y="2144"/>
                    <a:pt x="1763" y="2144"/>
                  </a:cubicBezTo>
                  <a:lnTo>
                    <a:pt x="1405" y="2144"/>
                  </a:lnTo>
                  <a:cubicBezTo>
                    <a:pt x="1167" y="2144"/>
                    <a:pt x="929" y="2263"/>
                    <a:pt x="786" y="2478"/>
                  </a:cubicBezTo>
                  <a:cubicBezTo>
                    <a:pt x="524" y="2240"/>
                    <a:pt x="381" y="1906"/>
                    <a:pt x="381" y="1549"/>
                  </a:cubicBezTo>
                  <a:cubicBezTo>
                    <a:pt x="381" y="896"/>
                    <a:pt x="907" y="334"/>
                    <a:pt x="1601" y="334"/>
                  </a:cubicBezTo>
                  <a:close/>
                  <a:moveTo>
                    <a:pt x="1739" y="2454"/>
                  </a:moveTo>
                  <a:cubicBezTo>
                    <a:pt x="1882" y="2454"/>
                    <a:pt x="2001" y="2501"/>
                    <a:pt x="2072" y="2621"/>
                  </a:cubicBezTo>
                  <a:cubicBezTo>
                    <a:pt x="1929" y="2692"/>
                    <a:pt x="1739" y="2740"/>
                    <a:pt x="1572" y="2740"/>
                  </a:cubicBezTo>
                  <a:cubicBezTo>
                    <a:pt x="1382" y="2740"/>
                    <a:pt x="1215" y="2716"/>
                    <a:pt x="1048" y="2621"/>
                  </a:cubicBezTo>
                  <a:cubicBezTo>
                    <a:pt x="1120" y="2501"/>
                    <a:pt x="1263" y="2454"/>
                    <a:pt x="1382" y="2454"/>
                  </a:cubicBezTo>
                  <a:close/>
                  <a:moveTo>
                    <a:pt x="1548" y="1"/>
                  </a:moveTo>
                  <a:cubicBezTo>
                    <a:pt x="691" y="1"/>
                    <a:pt x="0" y="692"/>
                    <a:pt x="0" y="1549"/>
                  </a:cubicBezTo>
                  <a:cubicBezTo>
                    <a:pt x="0" y="2406"/>
                    <a:pt x="691" y="3097"/>
                    <a:pt x="1548" y="3097"/>
                  </a:cubicBezTo>
                  <a:cubicBezTo>
                    <a:pt x="2429" y="3097"/>
                    <a:pt x="3120" y="2382"/>
                    <a:pt x="3120" y="1549"/>
                  </a:cubicBezTo>
                  <a:cubicBezTo>
                    <a:pt x="3120" y="692"/>
                    <a:pt x="2429" y="1"/>
                    <a:pt x="1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95"/>
            <p:cNvSpPr/>
            <p:nvPr/>
          </p:nvSpPr>
          <p:spPr>
            <a:xfrm>
              <a:off x="5799591" y="3154158"/>
              <a:ext cx="33505" cy="41284"/>
            </a:xfrm>
            <a:custGeom>
              <a:rect b="b" l="l" r="r" t="t"/>
              <a:pathLst>
                <a:path extrusionOk="0" h="1263" w="1025">
                  <a:moveTo>
                    <a:pt x="524" y="334"/>
                  </a:moveTo>
                  <a:cubicBezTo>
                    <a:pt x="596" y="334"/>
                    <a:pt x="691" y="453"/>
                    <a:pt x="691" y="643"/>
                  </a:cubicBezTo>
                  <a:cubicBezTo>
                    <a:pt x="691" y="810"/>
                    <a:pt x="596" y="929"/>
                    <a:pt x="524" y="929"/>
                  </a:cubicBezTo>
                  <a:cubicBezTo>
                    <a:pt x="429" y="929"/>
                    <a:pt x="334" y="810"/>
                    <a:pt x="334" y="643"/>
                  </a:cubicBezTo>
                  <a:cubicBezTo>
                    <a:pt x="334" y="453"/>
                    <a:pt x="453" y="334"/>
                    <a:pt x="524" y="334"/>
                  </a:cubicBezTo>
                  <a:close/>
                  <a:moveTo>
                    <a:pt x="524" y="0"/>
                  </a:moveTo>
                  <a:cubicBezTo>
                    <a:pt x="215" y="0"/>
                    <a:pt x="0" y="286"/>
                    <a:pt x="0" y="643"/>
                  </a:cubicBezTo>
                  <a:cubicBezTo>
                    <a:pt x="0" y="1000"/>
                    <a:pt x="238" y="1262"/>
                    <a:pt x="524" y="1262"/>
                  </a:cubicBezTo>
                  <a:cubicBezTo>
                    <a:pt x="810" y="1262"/>
                    <a:pt x="1024" y="1000"/>
                    <a:pt x="1024" y="643"/>
                  </a:cubicBezTo>
                  <a:cubicBezTo>
                    <a:pt x="1024" y="286"/>
                    <a:pt x="810"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95"/>
            <p:cNvSpPr/>
            <p:nvPr/>
          </p:nvSpPr>
          <p:spPr>
            <a:xfrm>
              <a:off x="5552833" y="3221102"/>
              <a:ext cx="132352" cy="132352"/>
            </a:xfrm>
            <a:custGeom>
              <a:rect b="b" l="l" r="r" t="t"/>
              <a:pathLst>
                <a:path extrusionOk="0" h="4049" w="4049">
                  <a:moveTo>
                    <a:pt x="2011" y="308"/>
                  </a:moveTo>
                  <a:cubicBezTo>
                    <a:pt x="2950" y="308"/>
                    <a:pt x="3715" y="1099"/>
                    <a:pt x="3715" y="2024"/>
                  </a:cubicBezTo>
                  <a:cubicBezTo>
                    <a:pt x="3715" y="2548"/>
                    <a:pt x="3477" y="3025"/>
                    <a:pt x="3072" y="3358"/>
                  </a:cubicBezTo>
                  <a:cubicBezTo>
                    <a:pt x="2905" y="3048"/>
                    <a:pt x="2572" y="2882"/>
                    <a:pt x="2262" y="2882"/>
                  </a:cubicBezTo>
                  <a:lnTo>
                    <a:pt x="1762" y="2882"/>
                  </a:lnTo>
                  <a:cubicBezTo>
                    <a:pt x="1429" y="2882"/>
                    <a:pt x="1096" y="3048"/>
                    <a:pt x="953" y="3358"/>
                  </a:cubicBezTo>
                  <a:cubicBezTo>
                    <a:pt x="524" y="3025"/>
                    <a:pt x="262" y="2525"/>
                    <a:pt x="310" y="1929"/>
                  </a:cubicBezTo>
                  <a:cubicBezTo>
                    <a:pt x="381" y="1072"/>
                    <a:pt x="1072" y="381"/>
                    <a:pt x="1929" y="310"/>
                  </a:cubicBezTo>
                  <a:cubicBezTo>
                    <a:pt x="1956" y="308"/>
                    <a:pt x="1984" y="308"/>
                    <a:pt x="2011" y="308"/>
                  </a:cubicBezTo>
                  <a:close/>
                  <a:moveTo>
                    <a:pt x="2286" y="3215"/>
                  </a:moveTo>
                  <a:cubicBezTo>
                    <a:pt x="2524" y="3215"/>
                    <a:pt x="2739" y="3310"/>
                    <a:pt x="2810" y="3525"/>
                  </a:cubicBezTo>
                  <a:cubicBezTo>
                    <a:pt x="2572" y="3644"/>
                    <a:pt x="2310" y="3715"/>
                    <a:pt x="2048" y="3715"/>
                  </a:cubicBezTo>
                  <a:cubicBezTo>
                    <a:pt x="1762" y="3715"/>
                    <a:pt x="1477" y="3644"/>
                    <a:pt x="1238" y="3525"/>
                  </a:cubicBezTo>
                  <a:cubicBezTo>
                    <a:pt x="1334" y="3334"/>
                    <a:pt x="1548" y="3215"/>
                    <a:pt x="1786" y="3215"/>
                  </a:cubicBezTo>
                  <a:close/>
                  <a:moveTo>
                    <a:pt x="2024" y="0"/>
                  </a:moveTo>
                  <a:cubicBezTo>
                    <a:pt x="881" y="0"/>
                    <a:pt x="0" y="881"/>
                    <a:pt x="0" y="2024"/>
                  </a:cubicBezTo>
                  <a:cubicBezTo>
                    <a:pt x="0" y="3144"/>
                    <a:pt x="929" y="4049"/>
                    <a:pt x="2024" y="4049"/>
                  </a:cubicBezTo>
                  <a:cubicBezTo>
                    <a:pt x="3120" y="4049"/>
                    <a:pt x="4049" y="3120"/>
                    <a:pt x="4049" y="2024"/>
                  </a:cubicBezTo>
                  <a:cubicBezTo>
                    <a:pt x="4049" y="881"/>
                    <a:pt x="3120" y="0"/>
                    <a:pt x="20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95"/>
            <p:cNvSpPr/>
            <p:nvPr/>
          </p:nvSpPr>
          <p:spPr>
            <a:xfrm>
              <a:off x="5597974" y="3249115"/>
              <a:ext cx="41284" cy="50633"/>
            </a:xfrm>
            <a:custGeom>
              <a:rect b="b" l="l" r="r" t="t"/>
              <a:pathLst>
                <a:path extrusionOk="0" h="1549" w="1263">
                  <a:moveTo>
                    <a:pt x="684" y="327"/>
                  </a:moveTo>
                  <a:cubicBezTo>
                    <a:pt x="812" y="327"/>
                    <a:pt x="929" y="525"/>
                    <a:pt x="929" y="763"/>
                  </a:cubicBezTo>
                  <a:cubicBezTo>
                    <a:pt x="929" y="1001"/>
                    <a:pt x="786" y="1215"/>
                    <a:pt x="643" y="1215"/>
                  </a:cubicBezTo>
                  <a:cubicBezTo>
                    <a:pt x="500" y="1215"/>
                    <a:pt x="334" y="1001"/>
                    <a:pt x="334" y="763"/>
                  </a:cubicBezTo>
                  <a:cubicBezTo>
                    <a:pt x="334" y="524"/>
                    <a:pt x="500" y="334"/>
                    <a:pt x="643" y="334"/>
                  </a:cubicBezTo>
                  <a:cubicBezTo>
                    <a:pt x="657" y="329"/>
                    <a:pt x="670" y="327"/>
                    <a:pt x="684" y="327"/>
                  </a:cubicBezTo>
                  <a:close/>
                  <a:moveTo>
                    <a:pt x="643" y="1"/>
                  </a:moveTo>
                  <a:cubicBezTo>
                    <a:pt x="286" y="1"/>
                    <a:pt x="0" y="334"/>
                    <a:pt x="0" y="763"/>
                  </a:cubicBezTo>
                  <a:cubicBezTo>
                    <a:pt x="0" y="1191"/>
                    <a:pt x="286" y="1548"/>
                    <a:pt x="643" y="1548"/>
                  </a:cubicBezTo>
                  <a:cubicBezTo>
                    <a:pt x="1001" y="1548"/>
                    <a:pt x="1262" y="1191"/>
                    <a:pt x="1262" y="763"/>
                  </a:cubicBezTo>
                  <a:cubicBezTo>
                    <a:pt x="1262" y="358"/>
                    <a:pt x="1001"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95"/>
            <p:cNvSpPr/>
            <p:nvPr/>
          </p:nvSpPr>
          <p:spPr>
            <a:xfrm>
              <a:off x="5559044" y="3133892"/>
              <a:ext cx="157292" cy="71814"/>
            </a:xfrm>
            <a:custGeom>
              <a:rect b="b" l="l" r="r" t="t"/>
              <a:pathLst>
                <a:path extrusionOk="0" h="2197" w="4812">
                  <a:moveTo>
                    <a:pt x="4454" y="334"/>
                  </a:moveTo>
                  <a:lnTo>
                    <a:pt x="4454" y="1549"/>
                  </a:lnTo>
                  <a:lnTo>
                    <a:pt x="2120" y="1549"/>
                  </a:lnTo>
                  <a:cubicBezTo>
                    <a:pt x="2001" y="1549"/>
                    <a:pt x="1906" y="1620"/>
                    <a:pt x="1858" y="1716"/>
                  </a:cubicBezTo>
                  <a:lnTo>
                    <a:pt x="1739" y="1882"/>
                  </a:lnTo>
                  <a:lnTo>
                    <a:pt x="1620" y="1716"/>
                  </a:lnTo>
                  <a:cubicBezTo>
                    <a:pt x="1572" y="1620"/>
                    <a:pt x="1477" y="1549"/>
                    <a:pt x="1358" y="1549"/>
                  </a:cubicBezTo>
                  <a:lnTo>
                    <a:pt x="310" y="1549"/>
                  </a:lnTo>
                  <a:lnTo>
                    <a:pt x="310" y="334"/>
                  </a:lnTo>
                  <a:close/>
                  <a:moveTo>
                    <a:pt x="310" y="1"/>
                  </a:moveTo>
                  <a:cubicBezTo>
                    <a:pt x="120" y="1"/>
                    <a:pt x="1" y="168"/>
                    <a:pt x="1" y="311"/>
                  </a:cubicBezTo>
                  <a:lnTo>
                    <a:pt x="1" y="1549"/>
                  </a:lnTo>
                  <a:cubicBezTo>
                    <a:pt x="1" y="1739"/>
                    <a:pt x="167" y="1859"/>
                    <a:pt x="310" y="1859"/>
                  </a:cubicBezTo>
                  <a:lnTo>
                    <a:pt x="1382" y="1859"/>
                  </a:lnTo>
                  <a:lnTo>
                    <a:pt x="1501" y="2025"/>
                  </a:lnTo>
                  <a:cubicBezTo>
                    <a:pt x="1572" y="2097"/>
                    <a:pt x="1620" y="2144"/>
                    <a:pt x="1715" y="2192"/>
                  </a:cubicBezTo>
                  <a:cubicBezTo>
                    <a:pt x="1731" y="2195"/>
                    <a:pt x="1746" y="2196"/>
                    <a:pt x="1761" y="2196"/>
                  </a:cubicBezTo>
                  <a:cubicBezTo>
                    <a:pt x="1865" y="2196"/>
                    <a:pt x="1966" y="2129"/>
                    <a:pt x="2049" y="2025"/>
                  </a:cubicBezTo>
                  <a:lnTo>
                    <a:pt x="2168" y="1835"/>
                  </a:lnTo>
                  <a:lnTo>
                    <a:pt x="4549" y="1835"/>
                  </a:lnTo>
                  <a:cubicBezTo>
                    <a:pt x="4568" y="1841"/>
                    <a:pt x="4587" y="1844"/>
                    <a:pt x="4605" y="1844"/>
                  </a:cubicBezTo>
                  <a:cubicBezTo>
                    <a:pt x="4722" y="1844"/>
                    <a:pt x="4811" y="1720"/>
                    <a:pt x="4811" y="1597"/>
                  </a:cubicBezTo>
                  <a:lnTo>
                    <a:pt x="4811" y="311"/>
                  </a:lnTo>
                  <a:cubicBezTo>
                    <a:pt x="4811" y="120"/>
                    <a:pt x="4668" y="1"/>
                    <a:pt x="4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95"/>
            <p:cNvSpPr/>
            <p:nvPr/>
          </p:nvSpPr>
          <p:spPr>
            <a:xfrm>
              <a:off x="5704601" y="3257483"/>
              <a:ext cx="157292" cy="88191"/>
            </a:xfrm>
            <a:custGeom>
              <a:rect b="b" l="l" r="r" t="t"/>
              <a:pathLst>
                <a:path extrusionOk="0" h="2698" w="4812">
                  <a:moveTo>
                    <a:pt x="3525" y="340"/>
                  </a:moveTo>
                  <a:lnTo>
                    <a:pt x="3645" y="507"/>
                  </a:lnTo>
                  <a:cubicBezTo>
                    <a:pt x="3716" y="602"/>
                    <a:pt x="3811" y="673"/>
                    <a:pt x="3930" y="673"/>
                  </a:cubicBezTo>
                  <a:lnTo>
                    <a:pt x="4549" y="673"/>
                  </a:lnTo>
                  <a:lnTo>
                    <a:pt x="4549" y="2388"/>
                  </a:lnTo>
                  <a:lnTo>
                    <a:pt x="406" y="2388"/>
                  </a:lnTo>
                  <a:lnTo>
                    <a:pt x="406" y="673"/>
                  </a:lnTo>
                  <a:lnTo>
                    <a:pt x="3144" y="673"/>
                  </a:lnTo>
                  <a:cubicBezTo>
                    <a:pt x="3263" y="673"/>
                    <a:pt x="3359" y="602"/>
                    <a:pt x="3406" y="507"/>
                  </a:cubicBezTo>
                  <a:lnTo>
                    <a:pt x="3525" y="340"/>
                  </a:lnTo>
                  <a:close/>
                  <a:moveTo>
                    <a:pt x="3514" y="1"/>
                  </a:moveTo>
                  <a:cubicBezTo>
                    <a:pt x="3415" y="1"/>
                    <a:pt x="3319" y="50"/>
                    <a:pt x="3240" y="149"/>
                  </a:cubicBezTo>
                  <a:lnTo>
                    <a:pt x="3121" y="364"/>
                  </a:lnTo>
                  <a:lnTo>
                    <a:pt x="310" y="364"/>
                  </a:lnTo>
                  <a:cubicBezTo>
                    <a:pt x="144" y="364"/>
                    <a:pt x="25" y="507"/>
                    <a:pt x="25" y="673"/>
                  </a:cubicBezTo>
                  <a:lnTo>
                    <a:pt x="25" y="2412"/>
                  </a:lnTo>
                  <a:cubicBezTo>
                    <a:pt x="1" y="2578"/>
                    <a:pt x="144" y="2697"/>
                    <a:pt x="310" y="2697"/>
                  </a:cubicBezTo>
                  <a:lnTo>
                    <a:pt x="4526" y="2697"/>
                  </a:lnTo>
                  <a:cubicBezTo>
                    <a:pt x="4692" y="2697"/>
                    <a:pt x="4811" y="2531"/>
                    <a:pt x="4811" y="2388"/>
                  </a:cubicBezTo>
                  <a:lnTo>
                    <a:pt x="4811" y="626"/>
                  </a:lnTo>
                  <a:cubicBezTo>
                    <a:pt x="4811" y="459"/>
                    <a:pt x="4669" y="340"/>
                    <a:pt x="4526" y="340"/>
                  </a:cubicBezTo>
                  <a:lnTo>
                    <a:pt x="3883" y="340"/>
                  </a:lnTo>
                  <a:lnTo>
                    <a:pt x="3787" y="149"/>
                  </a:lnTo>
                  <a:cubicBezTo>
                    <a:pt x="3716" y="102"/>
                    <a:pt x="3668" y="30"/>
                    <a:pt x="3573" y="6"/>
                  </a:cubicBezTo>
                  <a:cubicBezTo>
                    <a:pt x="3553" y="2"/>
                    <a:pt x="3533" y="1"/>
                    <a:pt x="35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95"/>
            <p:cNvSpPr/>
            <p:nvPr/>
          </p:nvSpPr>
          <p:spPr>
            <a:xfrm>
              <a:off x="5727188" y="3290367"/>
              <a:ext cx="50633" cy="10950"/>
            </a:xfrm>
            <a:custGeom>
              <a:rect b="b" l="l" r="r" t="t"/>
              <a:pathLst>
                <a:path extrusionOk="0" h="335" w="1549">
                  <a:moveTo>
                    <a:pt x="191" y="1"/>
                  </a:moveTo>
                  <a:cubicBezTo>
                    <a:pt x="120" y="1"/>
                    <a:pt x="48" y="72"/>
                    <a:pt x="24" y="167"/>
                  </a:cubicBezTo>
                  <a:cubicBezTo>
                    <a:pt x="1" y="263"/>
                    <a:pt x="72" y="334"/>
                    <a:pt x="167" y="334"/>
                  </a:cubicBezTo>
                  <a:lnTo>
                    <a:pt x="1358" y="334"/>
                  </a:lnTo>
                  <a:cubicBezTo>
                    <a:pt x="1453" y="334"/>
                    <a:pt x="1501" y="286"/>
                    <a:pt x="1548" y="191"/>
                  </a:cubicBezTo>
                  <a:cubicBezTo>
                    <a:pt x="1548" y="96"/>
                    <a:pt x="1477"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95"/>
            <p:cNvSpPr/>
            <p:nvPr/>
          </p:nvSpPr>
          <p:spPr>
            <a:xfrm>
              <a:off x="5727188" y="3311385"/>
              <a:ext cx="111334" cy="10950"/>
            </a:xfrm>
            <a:custGeom>
              <a:rect b="b" l="l" r="r" t="t"/>
              <a:pathLst>
                <a:path extrusionOk="0" h="335" w="3406">
                  <a:moveTo>
                    <a:pt x="167" y="1"/>
                  </a:moveTo>
                  <a:cubicBezTo>
                    <a:pt x="72" y="1"/>
                    <a:pt x="24" y="48"/>
                    <a:pt x="1" y="144"/>
                  </a:cubicBezTo>
                  <a:cubicBezTo>
                    <a:pt x="1" y="239"/>
                    <a:pt x="48" y="334"/>
                    <a:pt x="143" y="334"/>
                  </a:cubicBezTo>
                  <a:lnTo>
                    <a:pt x="3192" y="334"/>
                  </a:lnTo>
                  <a:cubicBezTo>
                    <a:pt x="3287" y="334"/>
                    <a:pt x="3358" y="263"/>
                    <a:pt x="3382" y="167"/>
                  </a:cubicBezTo>
                  <a:cubicBezTo>
                    <a:pt x="3406" y="96"/>
                    <a:pt x="3335"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95"/>
            <p:cNvSpPr/>
            <p:nvPr/>
          </p:nvSpPr>
          <p:spPr>
            <a:xfrm>
              <a:off x="5584736" y="3157264"/>
              <a:ext cx="105907" cy="10918"/>
            </a:xfrm>
            <a:custGeom>
              <a:rect b="b" l="l" r="r" t="t"/>
              <a:pathLst>
                <a:path extrusionOk="0" h="334" w="3240">
                  <a:moveTo>
                    <a:pt x="191" y="0"/>
                  </a:moveTo>
                  <a:cubicBezTo>
                    <a:pt x="96" y="0"/>
                    <a:pt x="24" y="72"/>
                    <a:pt x="0" y="167"/>
                  </a:cubicBezTo>
                  <a:cubicBezTo>
                    <a:pt x="0" y="239"/>
                    <a:pt x="72" y="334"/>
                    <a:pt x="143" y="334"/>
                  </a:cubicBezTo>
                  <a:lnTo>
                    <a:pt x="3073" y="334"/>
                  </a:lnTo>
                  <a:cubicBezTo>
                    <a:pt x="3144" y="334"/>
                    <a:pt x="3215" y="286"/>
                    <a:pt x="3239" y="191"/>
                  </a:cubicBezTo>
                  <a:cubicBezTo>
                    <a:pt x="3239" y="96"/>
                    <a:pt x="3192" y="0"/>
                    <a:pt x="30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6" name="Google Shape;20086;p95"/>
          <p:cNvGrpSpPr/>
          <p:nvPr/>
        </p:nvGrpSpPr>
        <p:grpSpPr>
          <a:xfrm>
            <a:off x="6283514" y="2868818"/>
            <a:ext cx="360445" cy="367277"/>
            <a:chOff x="6290002" y="3021218"/>
            <a:chExt cx="360445" cy="367277"/>
          </a:xfrm>
        </p:grpSpPr>
        <p:sp>
          <p:nvSpPr>
            <p:cNvPr id="20087" name="Google Shape;20087;p95"/>
            <p:cNvSpPr/>
            <p:nvPr/>
          </p:nvSpPr>
          <p:spPr>
            <a:xfrm>
              <a:off x="6296997" y="3026285"/>
              <a:ext cx="314519" cy="323279"/>
            </a:xfrm>
            <a:custGeom>
              <a:rect b="b" l="l" r="r" t="t"/>
              <a:pathLst>
                <a:path extrusionOk="0" h="9890" w="9622">
                  <a:moveTo>
                    <a:pt x="4811" y="1"/>
                  </a:moveTo>
                  <a:cubicBezTo>
                    <a:pt x="4698" y="1"/>
                    <a:pt x="4585" y="42"/>
                    <a:pt x="4502" y="126"/>
                  </a:cubicBezTo>
                  <a:lnTo>
                    <a:pt x="1" y="3698"/>
                  </a:lnTo>
                  <a:lnTo>
                    <a:pt x="1" y="9247"/>
                  </a:lnTo>
                  <a:cubicBezTo>
                    <a:pt x="1" y="9604"/>
                    <a:pt x="263" y="9890"/>
                    <a:pt x="620" y="9890"/>
                  </a:cubicBezTo>
                  <a:lnTo>
                    <a:pt x="9003" y="9890"/>
                  </a:lnTo>
                  <a:cubicBezTo>
                    <a:pt x="9360" y="9890"/>
                    <a:pt x="9622" y="9580"/>
                    <a:pt x="9622" y="9223"/>
                  </a:cubicBezTo>
                  <a:lnTo>
                    <a:pt x="9622" y="3698"/>
                  </a:lnTo>
                  <a:lnTo>
                    <a:pt x="5121" y="126"/>
                  </a:lnTo>
                  <a:cubicBezTo>
                    <a:pt x="5037" y="42"/>
                    <a:pt x="4924" y="1"/>
                    <a:pt x="4811"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95"/>
            <p:cNvSpPr/>
            <p:nvPr/>
          </p:nvSpPr>
          <p:spPr>
            <a:xfrm>
              <a:off x="6332822" y="3055279"/>
              <a:ext cx="246791" cy="255355"/>
            </a:xfrm>
            <a:custGeom>
              <a:rect b="b" l="l" r="r" t="t"/>
              <a:pathLst>
                <a:path extrusionOk="0" h="7812" w="7550">
                  <a:moveTo>
                    <a:pt x="334" y="1"/>
                  </a:moveTo>
                  <a:cubicBezTo>
                    <a:pt x="167" y="1"/>
                    <a:pt x="0" y="144"/>
                    <a:pt x="0" y="334"/>
                  </a:cubicBezTo>
                  <a:lnTo>
                    <a:pt x="0" y="7812"/>
                  </a:lnTo>
                  <a:lnTo>
                    <a:pt x="7549" y="7812"/>
                  </a:lnTo>
                  <a:lnTo>
                    <a:pt x="7502" y="334"/>
                  </a:lnTo>
                  <a:cubicBezTo>
                    <a:pt x="7502" y="144"/>
                    <a:pt x="7359" y="1"/>
                    <a:pt x="719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95"/>
            <p:cNvSpPr/>
            <p:nvPr/>
          </p:nvSpPr>
          <p:spPr>
            <a:xfrm>
              <a:off x="6546893" y="3055279"/>
              <a:ext cx="32720" cy="255355"/>
            </a:xfrm>
            <a:custGeom>
              <a:rect b="b" l="l" r="r" t="t"/>
              <a:pathLst>
                <a:path extrusionOk="0" h="7812" w="1001">
                  <a:moveTo>
                    <a:pt x="0" y="1"/>
                  </a:moveTo>
                  <a:cubicBezTo>
                    <a:pt x="191" y="1"/>
                    <a:pt x="334" y="144"/>
                    <a:pt x="334" y="334"/>
                  </a:cubicBezTo>
                  <a:lnTo>
                    <a:pt x="334" y="7812"/>
                  </a:lnTo>
                  <a:lnTo>
                    <a:pt x="1000" y="7812"/>
                  </a:lnTo>
                  <a:lnTo>
                    <a:pt x="1000" y="334"/>
                  </a:lnTo>
                  <a:cubicBezTo>
                    <a:pt x="1000" y="144"/>
                    <a:pt x="834"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95"/>
            <p:cNvSpPr/>
            <p:nvPr/>
          </p:nvSpPr>
          <p:spPr>
            <a:xfrm>
              <a:off x="6296997" y="3147130"/>
              <a:ext cx="315304" cy="202434"/>
            </a:xfrm>
            <a:custGeom>
              <a:rect b="b" l="l" r="r" t="t"/>
              <a:pathLst>
                <a:path extrusionOk="0" h="6193" w="9646">
                  <a:moveTo>
                    <a:pt x="1" y="1"/>
                  </a:moveTo>
                  <a:lnTo>
                    <a:pt x="1" y="5550"/>
                  </a:lnTo>
                  <a:cubicBezTo>
                    <a:pt x="1" y="5907"/>
                    <a:pt x="263" y="6193"/>
                    <a:pt x="620" y="6193"/>
                  </a:cubicBezTo>
                  <a:lnTo>
                    <a:pt x="9003" y="6193"/>
                  </a:lnTo>
                  <a:cubicBezTo>
                    <a:pt x="9360" y="6193"/>
                    <a:pt x="9622" y="5883"/>
                    <a:pt x="9646" y="5526"/>
                  </a:cubicBezTo>
                  <a:lnTo>
                    <a:pt x="9646" y="1"/>
                  </a:lnTo>
                  <a:lnTo>
                    <a:pt x="4835" y="4097"/>
                  </a:lnTo>
                  <a:lnTo>
                    <a:pt x="1"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95"/>
            <p:cNvSpPr/>
            <p:nvPr/>
          </p:nvSpPr>
          <p:spPr>
            <a:xfrm>
              <a:off x="6569447" y="3147130"/>
              <a:ext cx="42069" cy="200865"/>
            </a:xfrm>
            <a:custGeom>
              <a:rect b="b" l="l" r="r" t="t"/>
              <a:pathLst>
                <a:path extrusionOk="0" h="6145" w="1287">
                  <a:moveTo>
                    <a:pt x="1287" y="1"/>
                  </a:moveTo>
                  <a:lnTo>
                    <a:pt x="620" y="549"/>
                  </a:lnTo>
                  <a:lnTo>
                    <a:pt x="620" y="5526"/>
                  </a:lnTo>
                  <a:cubicBezTo>
                    <a:pt x="620" y="5883"/>
                    <a:pt x="358" y="6145"/>
                    <a:pt x="1" y="6145"/>
                  </a:cubicBezTo>
                  <a:lnTo>
                    <a:pt x="668" y="6145"/>
                  </a:lnTo>
                  <a:cubicBezTo>
                    <a:pt x="1025" y="6145"/>
                    <a:pt x="1287" y="5883"/>
                    <a:pt x="1287" y="5526"/>
                  </a:cubicBezTo>
                  <a:lnTo>
                    <a:pt x="1287"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95"/>
            <p:cNvSpPr/>
            <p:nvPr/>
          </p:nvSpPr>
          <p:spPr>
            <a:xfrm>
              <a:off x="6296212" y="3235681"/>
              <a:ext cx="314519" cy="113883"/>
            </a:xfrm>
            <a:custGeom>
              <a:rect b="b" l="l" r="r" t="t"/>
              <a:pathLst>
                <a:path extrusionOk="0" h="3484" w="9622">
                  <a:moveTo>
                    <a:pt x="4808" y="1"/>
                  </a:moveTo>
                  <a:cubicBezTo>
                    <a:pt x="4764" y="1"/>
                    <a:pt x="4716" y="19"/>
                    <a:pt x="4669" y="54"/>
                  </a:cubicBezTo>
                  <a:lnTo>
                    <a:pt x="1" y="2817"/>
                  </a:lnTo>
                  <a:cubicBezTo>
                    <a:pt x="1" y="3174"/>
                    <a:pt x="263" y="3484"/>
                    <a:pt x="620" y="3484"/>
                  </a:cubicBezTo>
                  <a:lnTo>
                    <a:pt x="8979" y="3484"/>
                  </a:lnTo>
                  <a:cubicBezTo>
                    <a:pt x="9336" y="3484"/>
                    <a:pt x="9622" y="3198"/>
                    <a:pt x="9622" y="2841"/>
                  </a:cubicBezTo>
                  <a:lnTo>
                    <a:pt x="9622" y="2817"/>
                  </a:lnTo>
                  <a:lnTo>
                    <a:pt x="4930" y="54"/>
                  </a:lnTo>
                  <a:cubicBezTo>
                    <a:pt x="4895" y="19"/>
                    <a:pt x="4853" y="1"/>
                    <a:pt x="4808"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95"/>
            <p:cNvSpPr/>
            <p:nvPr/>
          </p:nvSpPr>
          <p:spPr>
            <a:xfrm>
              <a:off x="6437128" y="3235681"/>
              <a:ext cx="174388" cy="113883"/>
            </a:xfrm>
            <a:custGeom>
              <a:rect b="b" l="l" r="r" t="t"/>
              <a:pathLst>
                <a:path extrusionOk="0" h="3484" w="5335">
                  <a:moveTo>
                    <a:pt x="524" y="1"/>
                  </a:moveTo>
                  <a:cubicBezTo>
                    <a:pt x="477" y="1"/>
                    <a:pt x="429" y="19"/>
                    <a:pt x="381" y="54"/>
                  </a:cubicBezTo>
                  <a:lnTo>
                    <a:pt x="0" y="269"/>
                  </a:lnTo>
                  <a:lnTo>
                    <a:pt x="4668" y="3031"/>
                  </a:lnTo>
                  <a:lnTo>
                    <a:pt x="4668" y="3055"/>
                  </a:lnTo>
                  <a:cubicBezTo>
                    <a:pt x="4668" y="3198"/>
                    <a:pt x="4620" y="3364"/>
                    <a:pt x="4525" y="3484"/>
                  </a:cubicBezTo>
                  <a:lnTo>
                    <a:pt x="4716" y="3484"/>
                  </a:lnTo>
                  <a:cubicBezTo>
                    <a:pt x="5073" y="3484"/>
                    <a:pt x="5335" y="3198"/>
                    <a:pt x="5335" y="2841"/>
                  </a:cubicBezTo>
                  <a:lnTo>
                    <a:pt x="5335" y="2817"/>
                  </a:lnTo>
                  <a:lnTo>
                    <a:pt x="667" y="54"/>
                  </a:lnTo>
                  <a:cubicBezTo>
                    <a:pt x="619" y="19"/>
                    <a:pt x="572" y="1"/>
                    <a:pt x="52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95"/>
            <p:cNvSpPr/>
            <p:nvPr/>
          </p:nvSpPr>
          <p:spPr>
            <a:xfrm>
              <a:off x="6549998" y="3288831"/>
              <a:ext cx="95774" cy="95774"/>
            </a:xfrm>
            <a:custGeom>
              <a:rect b="b" l="l" r="r" t="t"/>
              <a:pathLst>
                <a:path extrusionOk="0" h="2930" w="2930">
                  <a:moveTo>
                    <a:pt x="1453" y="0"/>
                  </a:moveTo>
                  <a:cubicBezTo>
                    <a:pt x="643" y="0"/>
                    <a:pt x="0" y="643"/>
                    <a:pt x="0" y="1453"/>
                  </a:cubicBezTo>
                  <a:cubicBezTo>
                    <a:pt x="0" y="2262"/>
                    <a:pt x="643" y="2929"/>
                    <a:pt x="1453" y="2929"/>
                  </a:cubicBezTo>
                  <a:cubicBezTo>
                    <a:pt x="2263" y="2929"/>
                    <a:pt x="2930" y="2262"/>
                    <a:pt x="2930" y="1453"/>
                  </a:cubicBezTo>
                  <a:cubicBezTo>
                    <a:pt x="2930" y="643"/>
                    <a:pt x="2263" y="0"/>
                    <a:pt x="1453"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95"/>
            <p:cNvSpPr/>
            <p:nvPr/>
          </p:nvSpPr>
          <p:spPr>
            <a:xfrm>
              <a:off x="6587360" y="3288831"/>
              <a:ext cx="58413" cy="95774"/>
            </a:xfrm>
            <a:custGeom>
              <a:rect b="b" l="l" r="r" t="t"/>
              <a:pathLst>
                <a:path extrusionOk="0" h="2930" w="1787">
                  <a:moveTo>
                    <a:pt x="310" y="0"/>
                  </a:moveTo>
                  <a:cubicBezTo>
                    <a:pt x="191" y="0"/>
                    <a:pt x="72" y="0"/>
                    <a:pt x="1" y="24"/>
                  </a:cubicBezTo>
                  <a:cubicBezTo>
                    <a:pt x="644" y="191"/>
                    <a:pt x="1120" y="738"/>
                    <a:pt x="1120" y="1453"/>
                  </a:cubicBezTo>
                  <a:cubicBezTo>
                    <a:pt x="1120" y="2167"/>
                    <a:pt x="644" y="2739"/>
                    <a:pt x="1" y="2882"/>
                  </a:cubicBezTo>
                  <a:cubicBezTo>
                    <a:pt x="120" y="2929"/>
                    <a:pt x="191" y="2929"/>
                    <a:pt x="310" y="2929"/>
                  </a:cubicBezTo>
                  <a:cubicBezTo>
                    <a:pt x="1120" y="2929"/>
                    <a:pt x="1787" y="2262"/>
                    <a:pt x="1787" y="1453"/>
                  </a:cubicBezTo>
                  <a:cubicBezTo>
                    <a:pt x="1787" y="667"/>
                    <a:pt x="1120" y="0"/>
                    <a:pt x="310"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95"/>
            <p:cNvSpPr/>
            <p:nvPr/>
          </p:nvSpPr>
          <p:spPr>
            <a:xfrm>
              <a:off x="6398197" y="3090320"/>
              <a:ext cx="120682" cy="10918"/>
            </a:xfrm>
            <a:custGeom>
              <a:rect b="b" l="l" r="r" t="t"/>
              <a:pathLst>
                <a:path extrusionOk="0" h="334" w="3692">
                  <a:moveTo>
                    <a:pt x="167" y="0"/>
                  </a:moveTo>
                  <a:cubicBezTo>
                    <a:pt x="96" y="0"/>
                    <a:pt x="24" y="48"/>
                    <a:pt x="1" y="143"/>
                  </a:cubicBezTo>
                  <a:cubicBezTo>
                    <a:pt x="1" y="239"/>
                    <a:pt x="72" y="334"/>
                    <a:pt x="143" y="334"/>
                  </a:cubicBezTo>
                  <a:lnTo>
                    <a:pt x="3525" y="334"/>
                  </a:lnTo>
                  <a:cubicBezTo>
                    <a:pt x="3597" y="334"/>
                    <a:pt x="3692" y="239"/>
                    <a:pt x="3668" y="143"/>
                  </a:cubicBezTo>
                  <a:cubicBezTo>
                    <a:pt x="3668" y="48"/>
                    <a:pt x="3573" y="0"/>
                    <a:pt x="34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95"/>
            <p:cNvSpPr/>
            <p:nvPr/>
          </p:nvSpPr>
          <p:spPr>
            <a:xfrm>
              <a:off x="6381069" y="3122125"/>
              <a:ext cx="156508" cy="11048"/>
            </a:xfrm>
            <a:custGeom>
              <a:rect b="b" l="l" r="r" t="t"/>
              <a:pathLst>
                <a:path extrusionOk="0" h="338" w="4788">
                  <a:moveTo>
                    <a:pt x="149" y="0"/>
                  </a:moveTo>
                  <a:cubicBezTo>
                    <a:pt x="39" y="0"/>
                    <a:pt x="1" y="85"/>
                    <a:pt x="1" y="170"/>
                  </a:cubicBezTo>
                  <a:cubicBezTo>
                    <a:pt x="1" y="242"/>
                    <a:pt x="48" y="337"/>
                    <a:pt x="167" y="337"/>
                  </a:cubicBezTo>
                  <a:lnTo>
                    <a:pt x="4597" y="337"/>
                  </a:lnTo>
                  <a:cubicBezTo>
                    <a:pt x="4692" y="337"/>
                    <a:pt x="4764" y="290"/>
                    <a:pt x="4787" y="194"/>
                  </a:cubicBezTo>
                  <a:cubicBezTo>
                    <a:pt x="4787" y="99"/>
                    <a:pt x="4716" y="4"/>
                    <a:pt x="4644" y="4"/>
                  </a:cubicBezTo>
                  <a:lnTo>
                    <a:pt x="191" y="4"/>
                  </a:lnTo>
                  <a:cubicBezTo>
                    <a:pt x="176" y="1"/>
                    <a:pt x="162" y="0"/>
                    <a:pt x="14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95"/>
            <p:cNvSpPr/>
            <p:nvPr/>
          </p:nvSpPr>
          <p:spPr>
            <a:xfrm>
              <a:off x="6381069" y="3151020"/>
              <a:ext cx="156508" cy="10166"/>
            </a:xfrm>
            <a:custGeom>
              <a:rect b="b" l="l" r="r" t="t"/>
              <a:pathLst>
                <a:path extrusionOk="0" h="311" w="4788">
                  <a:moveTo>
                    <a:pt x="167" y="1"/>
                  </a:moveTo>
                  <a:cubicBezTo>
                    <a:pt x="72" y="1"/>
                    <a:pt x="24" y="49"/>
                    <a:pt x="1" y="144"/>
                  </a:cubicBezTo>
                  <a:cubicBezTo>
                    <a:pt x="1" y="239"/>
                    <a:pt x="48" y="310"/>
                    <a:pt x="144" y="310"/>
                  </a:cubicBezTo>
                  <a:lnTo>
                    <a:pt x="4573" y="310"/>
                  </a:lnTo>
                  <a:cubicBezTo>
                    <a:pt x="4668" y="310"/>
                    <a:pt x="4716" y="263"/>
                    <a:pt x="4764" y="168"/>
                  </a:cubicBezTo>
                  <a:cubicBezTo>
                    <a:pt x="4787" y="72"/>
                    <a:pt x="4692" y="1"/>
                    <a:pt x="45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95"/>
            <p:cNvSpPr/>
            <p:nvPr/>
          </p:nvSpPr>
          <p:spPr>
            <a:xfrm>
              <a:off x="6381069" y="3179066"/>
              <a:ext cx="156508" cy="10918"/>
            </a:xfrm>
            <a:custGeom>
              <a:rect b="b" l="l" r="r" t="t"/>
              <a:pathLst>
                <a:path extrusionOk="0" h="334" w="4788">
                  <a:moveTo>
                    <a:pt x="167" y="0"/>
                  </a:moveTo>
                  <a:cubicBezTo>
                    <a:pt x="72" y="0"/>
                    <a:pt x="24" y="48"/>
                    <a:pt x="1" y="143"/>
                  </a:cubicBezTo>
                  <a:cubicBezTo>
                    <a:pt x="1" y="238"/>
                    <a:pt x="48" y="334"/>
                    <a:pt x="144" y="334"/>
                  </a:cubicBezTo>
                  <a:lnTo>
                    <a:pt x="4573" y="334"/>
                  </a:lnTo>
                  <a:cubicBezTo>
                    <a:pt x="4668" y="334"/>
                    <a:pt x="4716" y="262"/>
                    <a:pt x="4764" y="215"/>
                  </a:cubicBezTo>
                  <a:cubicBezTo>
                    <a:pt x="4787" y="95"/>
                    <a:pt x="4692" y="0"/>
                    <a:pt x="45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95"/>
            <p:cNvSpPr/>
            <p:nvPr/>
          </p:nvSpPr>
          <p:spPr>
            <a:xfrm>
              <a:off x="6290002" y="3021218"/>
              <a:ext cx="360445" cy="367277"/>
            </a:xfrm>
            <a:custGeom>
              <a:rect b="b" l="l" r="r" t="t"/>
              <a:pathLst>
                <a:path extrusionOk="0" h="11236" w="11027">
                  <a:moveTo>
                    <a:pt x="5013" y="352"/>
                  </a:moveTo>
                  <a:cubicBezTo>
                    <a:pt x="5085" y="352"/>
                    <a:pt x="5156" y="376"/>
                    <a:pt x="5216" y="424"/>
                  </a:cubicBezTo>
                  <a:lnTo>
                    <a:pt x="5811" y="900"/>
                  </a:lnTo>
                  <a:lnTo>
                    <a:pt x="4216" y="900"/>
                  </a:lnTo>
                  <a:lnTo>
                    <a:pt x="4811" y="424"/>
                  </a:lnTo>
                  <a:cubicBezTo>
                    <a:pt x="4870" y="376"/>
                    <a:pt x="4942" y="352"/>
                    <a:pt x="5013" y="352"/>
                  </a:cubicBezTo>
                  <a:close/>
                  <a:moveTo>
                    <a:pt x="9002" y="3400"/>
                  </a:moveTo>
                  <a:lnTo>
                    <a:pt x="9574" y="3853"/>
                  </a:lnTo>
                  <a:lnTo>
                    <a:pt x="9002" y="4353"/>
                  </a:lnTo>
                  <a:lnTo>
                    <a:pt x="9002" y="3400"/>
                  </a:lnTo>
                  <a:close/>
                  <a:moveTo>
                    <a:pt x="1143" y="3305"/>
                  </a:moveTo>
                  <a:lnTo>
                    <a:pt x="1143" y="4472"/>
                  </a:lnTo>
                  <a:lnTo>
                    <a:pt x="429" y="3877"/>
                  </a:lnTo>
                  <a:lnTo>
                    <a:pt x="1143" y="3305"/>
                  </a:lnTo>
                  <a:close/>
                  <a:moveTo>
                    <a:pt x="9693" y="4234"/>
                  </a:moveTo>
                  <a:lnTo>
                    <a:pt x="9693" y="8068"/>
                  </a:lnTo>
                  <a:cubicBezTo>
                    <a:pt x="9598" y="8068"/>
                    <a:pt x="9502" y="8044"/>
                    <a:pt x="9407" y="8044"/>
                  </a:cubicBezTo>
                  <a:cubicBezTo>
                    <a:pt x="9050" y="8044"/>
                    <a:pt x="8693" y="8163"/>
                    <a:pt x="8431" y="8378"/>
                  </a:cubicBezTo>
                  <a:lnTo>
                    <a:pt x="6287" y="7092"/>
                  </a:lnTo>
                  <a:lnTo>
                    <a:pt x="9693" y="4234"/>
                  </a:lnTo>
                  <a:close/>
                  <a:moveTo>
                    <a:pt x="358" y="4210"/>
                  </a:moveTo>
                  <a:lnTo>
                    <a:pt x="3739" y="7092"/>
                  </a:lnTo>
                  <a:lnTo>
                    <a:pt x="358" y="9092"/>
                  </a:lnTo>
                  <a:lnTo>
                    <a:pt x="358" y="4210"/>
                  </a:lnTo>
                  <a:close/>
                  <a:moveTo>
                    <a:pt x="9407" y="8401"/>
                  </a:moveTo>
                  <a:cubicBezTo>
                    <a:pt x="10122" y="8401"/>
                    <a:pt x="10693" y="8949"/>
                    <a:pt x="10693" y="9687"/>
                  </a:cubicBezTo>
                  <a:cubicBezTo>
                    <a:pt x="10693" y="10354"/>
                    <a:pt x="10122" y="10950"/>
                    <a:pt x="9407" y="10950"/>
                  </a:cubicBezTo>
                  <a:cubicBezTo>
                    <a:pt x="8693" y="10950"/>
                    <a:pt x="8145" y="10402"/>
                    <a:pt x="8145" y="9687"/>
                  </a:cubicBezTo>
                  <a:cubicBezTo>
                    <a:pt x="8145" y="8949"/>
                    <a:pt x="8693" y="8401"/>
                    <a:pt x="9407" y="8401"/>
                  </a:cubicBezTo>
                  <a:close/>
                  <a:moveTo>
                    <a:pt x="5013" y="1"/>
                  </a:moveTo>
                  <a:cubicBezTo>
                    <a:pt x="4864" y="1"/>
                    <a:pt x="4716" y="54"/>
                    <a:pt x="4597" y="162"/>
                  </a:cubicBezTo>
                  <a:lnTo>
                    <a:pt x="3668" y="900"/>
                  </a:lnTo>
                  <a:lnTo>
                    <a:pt x="3334" y="900"/>
                  </a:lnTo>
                  <a:cubicBezTo>
                    <a:pt x="3263" y="900"/>
                    <a:pt x="3192" y="947"/>
                    <a:pt x="3168" y="1043"/>
                  </a:cubicBezTo>
                  <a:cubicBezTo>
                    <a:pt x="3168" y="1138"/>
                    <a:pt x="3215" y="1233"/>
                    <a:pt x="3334" y="1233"/>
                  </a:cubicBezTo>
                  <a:lnTo>
                    <a:pt x="8478" y="1233"/>
                  </a:lnTo>
                  <a:cubicBezTo>
                    <a:pt x="8574" y="1233"/>
                    <a:pt x="8669" y="1305"/>
                    <a:pt x="8669" y="1400"/>
                  </a:cubicBezTo>
                  <a:lnTo>
                    <a:pt x="8669" y="4615"/>
                  </a:lnTo>
                  <a:lnTo>
                    <a:pt x="8669" y="4639"/>
                  </a:lnTo>
                  <a:lnTo>
                    <a:pt x="5978" y="6949"/>
                  </a:lnTo>
                  <a:lnTo>
                    <a:pt x="5216" y="6496"/>
                  </a:lnTo>
                  <a:cubicBezTo>
                    <a:pt x="5144" y="6449"/>
                    <a:pt x="5067" y="6425"/>
                    <a:pt x="4990" y="6425"/>
                  </a:cubicBezTo>
                  <a:cubicBezTo>
                    <a:pt x="4912" y="6425"/>
                    <a:pt x="4835" y="6449"/>
                    <a:pt x="4763" y="6496"/>
                  </a:cubicBezTo>
                  <a:lnTo>
                    <a:pt x="4001" y="6949"/>
                  </a:lnTo>
                  <a:lnTo>
                    <a:pt x="1429" y="4758"/>
                  </a:lnTo>
                  <a:lnTo>
                    <a:pt x="1429" y="1400"/>
                  </a:lnTo>
                  <a:cubicBezTo>
                    <a:pt x="1429" y="1305"/>
                    <a:pt x="1525" y="1233"/>
                    <a:pt x="1620" y="1233"/>
                  </a:cubicBezTo>
                  <a:lnTo>
                    <a:pt x="2620" y="1233"/>
                  </a:lnTo>
                  <a:cubicBezTo>
                    <a:pt x="2715" y="1233"/>
                    <a:pt x="2763" y="1162"/>
                    <a:pt x="2810" y="1067"/>
                  </a:cubicBezTo>
                  <a:cubicBezTo>
                    <a:pt x="2810" y="995"/>
                    <a:pt x="2739" y="900"/>
                    <a:pt x="2644" y="900"/>
                  </a:cubicBezTo>
                  <a:lnTo>
                    <a:pt x="1620" y="900"/>
                  </a:lnTo>
                  <a:cubicBezTo>
                    <a:pt x="1334" y="900"/>
                    <a:pt x="1096" y="1114"/>
                    <a:pt x="1096" y="1400"/>
                  </a:cubicBezTo>
                  <a:lnTo>
                    <a:pt x="1096" y="2900"/>
                  </a:lnTo>
                  <a:lnTo>
                    <a:pt x="72" y="3734"/>
                  </a:lnTo>
                  <a:cubicBezTo>
                    <a:pt x="24" y="3758"/>
                    <a:pt x="0" y="3805"/>
                    <a:pt x="0" y="3853"/>
                  </a:cubicBezTo>
                  <a:lnTo>
                    <a:pt x="0" y="9997"/>
                  </a:lnTo>
                  <a:cubicBezTo>
                    <a:pt x="0" y="10092"/>
                    <a:pt x="96" y="10187"/>
                    <a:pt x="191" y="10187"/>
                  </a:cubicBezTo>
                  <a:lnTo>
                    <a:pt x="3835" y="10187"/>
                  </a:lnTo>
                  <a:cubicBezTo>
                    <a:pt x="4001" y="10045"/>
                    <a:pt x="3906" y="9854"/>
                    <a:pt x="3763" y="9854"/>
                  </a:cubicBezTo>
                  <a:lnTo>
                    <a:pt x="810" y="9854"/>
                  </a:lnTo>
                  <a:cubicBezTo>
                    <a:pt x="572" y="9854"/>
                    <a:pt x="405" y="9687"/>
                    <a:pt x="358" y="9473"/>
                  </a:cubicBezTo>
                  <a:lnTo>
                    <a:pt x="4954" y="6734"/>
                  </a:lnTo>
                  <a:cubicBezTo>
                    <a:pt x="4966" y="6722"/>
                    <a:pt x="4978" y="6717"/>
                    <a:pt x="4990" y="6717"/>
                  </a:cubicBezTo>
                  <a:cubicBezTo>
                    <a:pt x="5001" y="6717"/>
                    <a:pt x="5013" y="6722"/>
                    <a:pt x="5025" y="6734"/>
                  </a:cubicBezTo>
                  <a:lnTo>
                    <a:pt x="8169" y="8568"/>
                  </a:lnTo>
                  <a:cubicBezTo>
                    <a:pt x="7931" y="8878"/>
                    <a:pt x="7764" y="9235"/>
                    <a:pt x="7764" y="9616"/>
                  </a:cubicBezTo>
                  <a:lnTo>
                    <a:pt x="7764" y="9830"/>
                  </a:lnTo>
                  <a:lnTo>
                    <a:pt x="4287" y="9830"/>
                  </a:lnTo>
                  <a:cubicBezTo>
                    <a:pt x="4144" y="9973"/>
                    <a:pt x="4239" y="10164"/>
                    <a:pt x="4382" y="10164"/>
                  </a:cubicBezTo>
                  <a:lnTo>
                    <a:pt x="7835" y="10164"/>
                  </a:lnTo>
                  <a:cubicBezTo>
                    <a:pt x="8050" y="10783"/>
                    <a:pt x="8669" y="11235"/>
                    <a:pt x="9359" y="11235"/>
                  </a:cubicBezTo>
                  <a:cubicBezTo>
                    <a:pt x="10241" y="11235"/>
                    <a:pt x="10955" y="10521"/>
                    <a:pt x="10955" y="9616"/>
                  </a:cubicBezTo>
                  <a:cubicBezTo>
                    <a:pt x="11026" y="8973"/>
                    <a:pt x="10574" y="8378"/>
                    <a:pt x="9979" y="8163"/>
                  </a:cubicBezTo>
                  <a:lnTo>
                    <a:pt x="9979" y="3877"/>
                  </a:lnTo>
                  <a:cubicBezTo>
                    <a:pt x="9979" y="3805"/>
                    <a:pt x="9955" y="3781"/>
                    <a:pt x="9931" y="3758"/>
                  </a:cubicBezTo>
                  <a:lnTo>
                    <a:pt x="9026" y="3043"/>
                  </a:lnTo>
                  <a:lnTo>
                    <a:pt x="9002" y="3019"/>
                  </a:lnTo>
                  <a:lnTo>
                    <a:pt x="9002" y="1400"/>
                  </a:lnTo>
                  <a:cubicBezTo>
                    <a:pt x="9002" y="1138"/>
                    <a:pt x="8788" y="900"/>
                    <a:pt x="8478" y="900"/>
                  </a:cubicBezTo>
                  <a:lnTo>
                    <a:pt x="6311" y="900"/>
                  </a:lnTo>
                  <a:cubicBezTo>
                    <a:pt x="6287" y="900"/>
                    <a:pt x="5430" y="162"/>
                    <a:pt x="5430" y="162"/>
                  </a:cubicBezTo>
                  <a:cubicBezTo>
                    <a:pt x="5311" y="54"/>
                    <a:pt x="5162" y="1"/>
                    <a:pt x="50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95"/>
            <p:cNvSpPr/>
            <p:nvPr/>
          </p:nvSpPr>
          <p:spPr>
            <a:xfrm>
              <a:off x="6584254" y="3316844"/>
              <a:ext cx="22587" cy="39748"/>
            </a:xfrm>
            <a:custGeom>
              <a:rect b="b" l="l" r="r" t="t"/>
              <a:pathLst>
                <a:path extrusionOk="0" h="1216" w="691">
                  <a:moveTo>
                    <a:pt x="167" y="0"/>
                  </a:moveTo>
                  <a:cubicBezTo>
                    <a:pt x="119" y="0"/>
                    <a:pt x="48" y="48"/>
                    <a:pt x="48" y="96"/>
                  </a:cubicBezTo>
                  <a:cubicBezTo>
                    <a:pt x="0" y="215"/>
                    <a:pt x="96" y="334"/>
                    <a:pt x="215" y="334"/>
                  </a:cubicBezTo>
                  <a:lnTo>
                    <a:pt x="357" y="334"/>
                  </a:lnTo>
                  <a:lnTo>
                    <a:pt x="357" y="1072"/>
                  </a:lnTo>
                  <a:cubicBezTo>
                    <a:pt x="357" y="1143"/>
                    <a:pt x="381" y="1191"/>
                    <a:pt x="429" y="1191"/>
                  </a:cubicBezTo>
                  <a:cubicBezTo>
                    <a:pt x="457" y="1208"/>
                    <a:pt x="486" y="1216"/>
                    <a:pt x="513" y="1216"/>
                  </a:cubicBezTo>
                  <a:cubicBezTo>
                    <a:pt x="598" y="1216"/>
                    <a:pt x="667" y="1139"/>
                    <a:pt x="667" y="1048"/>
                  </a:cubicBezTo>
                  <a:lnTo>
                    <a:pt x="667" y="167"/>
                  </a:lnTo>
                  <a:cubicBezTo>
                    <a:pt x="691" y="72"/>
                    <a:pt x="619"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2" name="Google Shape;20102;p95"/>
          <p:cNvGrpSpPr/>
          <p:nvPr/>
        </p:nvGrpSpPr>
        <p:grpSpPr>
          <a:xfrm>
            <a:off x="7786682" y="2932886"/>
            <a:ext cx="369009" cy="241691"/>
            <a:chOff x="7793169" y="3085286"/>
            <a:chExt cx="369009" cy="241691"/>
          </a:xfrm>
        </p:grpSpPr>
        <p:sp>
          <p:nvSpPr>
            <p:cNvPr id="20103" name="Google Shape;20103;p95"/>
            <p:cNvSpPr/>
            <p:nvPr/>
          </p:nvSpPr>
          <p:spPr>
            <a:xfrm>
              <a:off x="7799380" y="3155695"/>
              <a:ext cx="357340" cy="74005"/>
            </a:xfrm>
            <a:custGeom>
              <a:rect b="b" l="l" r="r" t="t"/>
              <a:pathLst>
                <a:path extrusionOk="0" h="2264" w="10932">
                  <a:moveTo>
                    <a:pt x="239" y="1"/>
                  </a:moveTo>
                  <a:cubicBezTo>
                    <a:pt x="120" y="1"/>
                    <a:pt x="1" y="96"/>
                    <a:pt x="1" y="239"/>
                  </a:cubicBezTo>
                  <a:lnTo>
                    <a:pt x="1" y="2025"/>
                  </a:lnTo>
                  <a:cubicBezTo>
                    <a:pt x="1" y="2144"/>
                    <a:pt x="96" y="2263"/>
                    <a:pt x="239" y="2263"/>
                  </a:cubicBezTo>
                  <a:lnTo>
                    <a:pt x="10693" y="2263"/>
                  </a:lnTo>
                  <a:cubicBezTo>
                    <a:pt x="10812" y="2263"/>
                    <a:pt x="10932" y="2144"/>
                    <a:pt x="10932" y="2025"/>
                  </a:cubicBezTo>
                  <a:lnTo>
                    <a:pt x="10932" y="239"/>
                  </a:lnTo>
                  <a:cubicBezTo>
                    <a:pt x="10932" y="120"/>
                    <a:pt x="10836" y="1"/>
                    <a:pt x="1069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95"/>
            <p:cNvSpPr/>
            <p:nvPr/>
          </p:nvSpPr>
          <p:spPr>
            <a:xfrm>
              <a:off x="7799380" y="3258464"/>
              <a:ext cx="357340" cy="62302"/>
            </a:xfrm>
            <a:custGeom>
              <a:rect b="b" l="l" r="r" t="t"/>
              <a:pathLst>
                <a:path extrusionOk="0" h="1906" w="10932">
                  <a:moveTo>
                    <a:pt x="239" y="0"/>
                  </a:moveTo>
                  <a:cubicBezTo>
                    <a:pt x="120" y="0"/>
                    <a:pt x="1" y="96"/>
                    <a:pt x="1" y="238"/>
                  </a:cubicBezTo>
                  <a:lnTo>
                    <a:pt x="1" y="1667"/>
                  </a:lnTo>
                  <a:cubicBezTo>
                    <a:pt x="1" y="1786"/>
                    <a:pt x="96" y="1905"/>
                    <a:pt x="239" y="1905"/>
                  </a:cubicBezTo>
                  <a:lnTo>
                    <a:pt x="10693" y="1905"/>
                  </a:lnTo>
                  <a:cubicBezTo>
                    <a:pt x="10812" y="1905"/>
                    <a:pt x="10932" y="1786"/>
                    <a:pt x="10932" y="1667"/>
                  </a:cubicBezTo>
                  <a:lnTo>
                    <a:pt x="10932" y="238"/>
                  </a:lnTo>
                  <a:cubicBezTo>
                    <a:pt x="10932" y="119"/>
                    <a:pt x="10836" y="0"/>
                    <a:pt x="1069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95"/>
            <p:cNvSpPr/>
            <p:nvPr/>
          </p:nvSpPr>
          <p:spPr>
            <a:xfrm>
              <a:off x="7830531" y="3091791"/>
              <a:ext cx="26477" cy="64721"/>
            </a:xfrm>
            <a:custGeom>
              <a:rect b="b" l="l" r="r" t="t"/>
              <a:pathLst>
                <a:path extrusionOk="0" h="1980" w="810">
                  <a:moveTo>
                    <a:pt x="398" y="1"/>
                  </a:moveTo>
                  <a:cubicBezTo>
                    <a:pt x="384" y="1"/>
                    <a:pt x="371" y="2"/>
                    <a:pt x="357" y="3"/>
                  </a:cubicBezTo>
                  <a:cubicBezTo>
                    <a:pt x="143" y="3"/>
                    <a:pt x="0" y="194"/>
                    <a:pt x="0" y="408"/>
                  </a:cubicBezTo>
                  <a:lnTo>
                    <a:pt x="0" y="1980"/>
                  </a:lnTo>
                  <a:lnTo>
                    <a:pt x="810" y="1980"/>
                  </a:lnTo>
                  <a:lnTo>
                    <a:pt x="810" y="408"/>
                  </a:lnTo>
                  <a:cubicBezTo>
                    <a:pt x="810" y="183"/>
                    <a:pt x="619" y="1"/>
                    <a:pt x="398"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95"/>
            <p:cNvSpPr/>
            <p:nvPr/>
          </p:nvSpPr>
          <p:spPr>
            <a:xfrm>
              <a:off x="7819613" y="3230418"/>
              <a:ext cx="321547" cy="28079"/>
            </a:xfrm>
            <a:custGeom>
              <a:rect b="b" l="l" r="r" t="t"/>
              <a:pathLst>
                <a:path extrusionOk="0" h="859" w="9837">
                  <a:moveTo>
                    <a:pt x="1" y="1"/>
                  </a:moveTo>
                  <a:lnTo>
                    <a:pt x="1" y="858"/>
                  </a:lnTo>
                  <a:lnTo>
                    <a:pt x="9836" y="858"/>
                  </a:lnTo>
                  <a:lnTo>
                    <a:pt x="9836"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95"/>
            <p:cNvSpPr/>
            <p:nvPr/>
          </p:nvSpPr>
          <p:spPr>
            <a:xfrm>
              <a:off x="8127104" y="3155695"/>
              <a:ext cx="29615" cy="74005"/>
            </a:xfrm>
            <a:custGeom>
              <a:rect b="b" l="l" r="r" t="t"/>
              <a:pathLst>
                <a:path extrusionOk="0" h="2264" w="906">
                  <a:moveTo>
                    <a:pt x="1" y="1"/>
                  </a:moveTo>
                  <a:cubicBezTo>
                    <a:pt x="167" y="1"/>
                    <a:pt x="239" y="120"/>
                    <a:pt x="239" y="239"/>
                  </a:cubicBezTo>
                  <a:lnTo>
                    <a:pt x="239" y="2025"/>
                  </a:lnTo>
                  <a:cubicBezTo>
                    <a:pt x="239" y="2168"/>
                    <a:pt x="120" y="2263"/>
                    <a:pt x="1" y="2263"/>
                  </a:cubicBezTo>
                  <a:lnTo>
                    <a:pt x="667" y="2263"/>
                  </a:lnTo>
                  <a:cubicBezTo>
                    <a:pt x="810" y="2263"/>
                    <a:pt x="906" y="2144"/>
                    <a:pt x="906" y="2025"/>
                  </a:cubicBezTo>
                  <a:lnTo>
                    <a:pt x="906" y="239"/>
                  </a:lnTo>
                  <a:cubicBezTo>
                    <a:pt x="882" y="120"/>
                    <a:pt x="786" y="1"/>
                    <a:pt x="64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95"/>
            <p:cNvSpPr/>
            <p:nvPr/>
          </p:nvSpPr>
          <p:spPr>
            <a:xfrm>
              <a:off x="8128673" y="3258464"/>
              <a:ext cx="28830" cy="62302"/>
            </a:xfrm>
            <a:custGeom>
              <a:rect b="b" l="l" r="r" t="t"/>
              <a:pathLst>
                <a:path extrusionOk="0" h="1906" w="882">
                  <a:moveTo>
                    <a:pt x="0" y="0"/>
                  </a:moveTo>
                  <a:cubicBezTo>
                    <a:pt x="143" y="0"/>
                    <a:pt x="215" y="119"/>
                    <a:pt x="215" y="238"/>
                  </a:cubicBezTo>
                  <a:lnTo>
                    <a:pt x="215" y="1667"/>
                  </a:lnTo>
                  <a:cubicBezTo>
                    <a:pt x="215" y="1834"/>
                    <a:pt x="119" y="1905"/>
                    <a:pt x="0" y="1905"/>
                  </a:cubicBezTo>
                  <a:lnTo>
                    <a:pt x="643" y="1905"/>
                  </a:lnTo>
                  <a:cubicBezTo>
                    <a:pt x="786" y="1905"/>
                    <a:pt x="881" y="1786"/>
                    <a:pt x="881" y="1667"/>
                  </a:cubicBezTo>
                  <a:lnTo>
                    <a:pt x="881" y="238"/>
                  </a:lnTo>
                  <a:cubicBezTo>
                    <a:pt x="881" y="96"/>
                    <a:pt x="762" y="0"/>
                    <a:pt x="643"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95"/>
            <p:cNvSpPr/>
            <p:nvPr/>
          </p:nvSpPr>
          <p:spPr>
            <a:xfrm>
              <a:off x="8119325" y="3230418"/>
              <a:ext cx="21835" cy="28079"/>
            </a:xfrm>
            <a:custGeom>
              <a:rect b="b" l="l" r="r" t="t"/>
              <a:pathLst>
                <a:path extrusionOk="0" h="859" w="668">
                  <a:moveTo>
                    <a:pt x="0" y="1"/>
                  </a:moveTo>
                  <a:lnTo>
                    <a:pt x="0" y="858"/>
                  </a:lnTo>
                  <a:lnTo>
                    <a:pt x="667" y="858"/>
                  </a:lnTo>
                  <a:lnTo>
                    <a:pt x="667"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95"/>
            <p:cNvSpPr/>
            <p:nvPr/>
          </p:nvSpPr>
          <p:spPr>
            <a:xfrm>
              <a:off x="7885021" y="3091791"/>
              <a:ext cx="26477" cy="64721"/>
            </a:xfrm>
            <a:custGeom>
              <a:rect b="b" l="l" r="r" t="t"/>
              <a:pathLst>
                <a:path extrusionOk="0" h="1980" w="810">
                  <a:moveTo>
                    <a:pt x="398" y="1"/>
                  </a:moveTo>
                  <a:cubicBezTo>
                    <a:pt x="384" y="1"/>
                    <a:pt x="371" y="2"/>
                    <a:pt x="357" y="3"/>
                  </a:cubicBezTo>
                  <a:cubicBezTo>
                    <a:pt x="143" y="3"/>
                    <a:pt x="0" y="194"/>
                    <a:pt x="0" y="408"/>
                  </a:cubicBezTo>
                  <a:lnTo>
                    <a:pt x="0" y="1980"/>
                  </a:lnTo>
                  <a:lnTo>
                    <a:pt x="810" y="1980"/>
                  </a:lnTo>
                  <a:lnTo>
                    <a:pt x="810" y="408"/>
                  </a:lnTo>
                  <a:cubicBezTo>
                    <a:pt x="810" y="183"/>
                    <a:pt x="619" y="1"/>
                    <a:pt x="398" y="1"/>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95"/>
            <p:cNvSpPr/>
            <p:nvPr/>
          </p:nvSpPr>
          <p:spPr>
            <a:xfrm>
              <a:off x="7835205" y="3189951"/>
              <a:ext cx="11702" cy="11702"/>
            </a:xfrm>
            <a:custGeom>
              <a:rect b="b" l="l" r="r" t="t"/>
              <a:pathLst>
                <a:path extrusionOk="0" h="358" w="358">
                  <a:moveTo>
                    <a:pt x="191" y="1"/>
                  </a:moveTo>
                  <a:cubicBezTo>
                    <a:pt x="95" y="1"/>
                    <a:pt x="0" y="48"/>
                    <a:pt x="0" y="167"/>
                  </a:cubicBezTo>
                  <a:cubicBezTo>
                    <a:pt x="0" y="286"/>
                    <a:pt x="95" y="358"/>
                    <a:pt x="191" y="358"/>
                  </a:cubicBezTo>
                  <a:cubicBezTo>
                    <a:pt x="286" y="358"/>
                    <a:pt x="357" y="263"/>
                    <a:pt x="357" y="167"/>
                  </a:cubicBezTo>
                  <a:cubicBezTo>
                    <a:pt x="357" y="48"/>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95"/>
            <p:cNvSpPr/>
            <p:nvPr/>
          </p:nvSpPr>
          <p:spPr>
            <a:xfrm>
              <a:off x="7872567" y="3189951"/>
              <a:ext cx="11702" cy="11702"/>
            </a:xfrm>
            <a:custGeom>
              <a:rect b="b" l="l" r="r" t="t"/>
              <a:pathLst>
                <a:path extrusionOk="0" h="358" w="358">
                  <a:moveTo>
                    <a:pt x="167" y="1"/>
                  </a:moveTo>
                  <a:cubicBezTo>
                    <a:pt x="95" y="1"/>
                    <a:pt x="0" y="48"/>
                    <a:pt x="0" y="167"/>
                  </a:cubicBezTo>
                  <a:cubicBezTo>
                    <a:pt x="0" y="286"/>
                    <a:pt x="95" y="358"/>
                    <a:pt x="167" y="358"/>
                  </a:cubicBezTo>
                  <a:cubicBezTo>
                    <a:pt x="262" y="358"/>
                    <a:pt x="357" y="263"/>
                    <a:pt x="357" y="167"/>
                  </a:cubicBezTo>
                  <a:cubicBezTo>
                    <a:pt x="357" y="48"/>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95"/>
            <p:cNvSpPr/>
            <p:nvPr/>
          </p:nvSpPr>
          <p:spPr>
            <a:xfrm>
              <a:off x="7909144" y="3189951"/>
              <a:ext cx="11702" cy="11702"/>
            </a:xfrm>
            <a:custGeom>
              <a:rect b="b" l="l" r="r" t="t"/>
              <a:pathLst>
                <a:path extrusionOk="0" h="358" w="358">
                  <a:moveTo>
                    <a:pt x="191" y="1"/>
                  </a:moveTo>
                  <a:cubicBezTo>
                    <a:pt x="96" y="1"/>
                    <a:pt x="1" y="48"/>
                    <a:pt x="1" y="167"/>
                  </a:cubicBezTo>
                  <a:cubicBezTo>
                    <a:pt x="1" y="286"/>
                    <a:pt x="96" y="358"/>
                    <a:pt x="191" y="358"/>
                  </a:cubicBezTo>
                  <a:cubicBezTo>
                    <a:pt x="286" y="358"/>
                    <a:pt x="358" y="263"/>
                    <a:pt x="358" y="167"/>
                  </a:cubicBezTo>
                  <a:cubicBezTo>
                    <a:pt x="358" y="48"/>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95"/>
            <p:cNvSpPr/>
            <p:nvPr/>
          </p:nvSpPr>
          <p:spPr>
            <a:xfrm>
              <a:off x="7793169" y="3085286"/>
              <a:ext cx="369009" cy="241691"/>
            </a:xfrm>
            <a:custGeom>
              <a:rect b="b" l="l" r="r" t="t"/>
              <a:pathLst>
                <a:path extrusionOk="0" h="7394" w="11289">
                  <a:moveTo>
                    <a:pt x="1507" y="348"/>
                  </a:moveTo>
                  <a:cubicBezTo>
                    <a:pt x="1537" y="348"/>
                    <a:pt x="1567" y="354"/>
                    <a:pt x="1596" y="369"/>
                  </a:cubicBezTo>
                  <a:cubicBezTo>
                    <a:pt x="1691" y="393"/>
                    <a:pt x="1762" y="488"/>
                    <a:pt x="1762" y="607"/>
                  </a:cubicBezTo>
                  <a:lnTo>
                    <a:pt x="1762" y="2036"/>
                  </a:lnTo>
                  <a:lnTo>
                    <a:pt x="1286" y="2036"/>
                  </a:lnTo>
                  <a:lnTo>
                    <a:pt x="1286" y="583"/>
                  </a:lnTo>
                  <a:cubicBezTo>
                    <a:pt x="1286" y="450"/>
                    <a:pt x="1392" y="348"/>
                    <a:pt x="1507" y="348"/>
                  </a:cubicBezTo>
                  <a:close/>
                  <a:moveTo>
                    <a:pt x="3201" y="348"/>
                  </a:moveTo>
                  <a:cubicBezTo>
                    <a:pt x="3229" y="348"/>
                    <a:pt x="3258" y="354"/>
                    <a:pt x="3287" y="369"/>
                  </a:cubicBezTo>
                  <a:cubicBezTo>
                    <a:pt x="3382" y="393"/>
                    <a:pt x="3477" y="488"/>
                    <a:pt x="3477" y="607"/>
                  </a:cubicBezTo>
                  <a:lnTo>
                    <a:pt x="3477" y="2036"/>
                  </a:lnTo>
                  <a:lnTo>
                    <a:pt x="3001" y="2036"/>
                  </a:lnTo>
                  <a:lnTo>
                    <a:pt x="3001" y="583"/>
                  </a:lnTo>
                  <a:cubicBezTo>
                    <a:pt x="3001" y="450"/>
                    <a:pt x="3092" y="348"/>
                    <a:pt x="3201" y="348"/>
                  </a:cubicBezTo>
                  <a:close/>
                  <a:moveTo>
                    <a:pt x="10502" y="4584"/>
                  </a:moveTo>
                  <a:lnTo>
                    <a:pt x="10502" y="5132"/>
                  </a:lnTo>
                  <a:lnTo>
                    <a:pt x="1000" y="5132"/>
                  </a:lnTo>
                  <a:lnTo>
                    <a:pt x="1000" y="4584"/>
                  </a:lnTo>
                  <a:close/>
                  <a:moveTo>
                    <a:pt x="10907" y="5417"/>
                  </a:moveTo>
                  <a:cubicBezTo>
                    <a:pt x="10931" y="5465"/>
                    <a:pt x="10979" y="5489"/>
                    <a:pt x="10979" y="5513"/>
                  </a:cubicBezTo>
                  <a:lnTo>
                    <a:pt x="10979" y="6084"/>
                  </a:lnTo>
                  <a:lnTo>
                    <a:pt x="381" y="6084"/>
                  </a:lnTo>
                  <a:lnTo>
                    <a:pt x="381" y="5513"/>
                  </a:lnTo>
                  <a:cubicBezTo>
                    <a:pt x="381" y="5489"/>
                    <a:pt x="405" y="5417"/>
                    <a:pt x="453" y="5417"/>
                  </a:cubicBezTo>
                  <a:close/>
                  <a:moveTo>
                    <a:pt x="1485" y="0"/>
                  </a:moveTo>
                  <a:cubicBezTo>
                    <a:pt x="1177" y="0"/>
                    <a:pt x="929" y="258"/>
                    <a:pt x="929" y="535"/>
                  </a:cubicBezTo>
                  <a:lnTo>
                    <a:pt x="929" y="1964"/>
                  </a:lnTo>
                  <a:lnTo>
                    <a:pt x="429" y="1964"/>
                  </a:lnTo>
                  <a:cubicBezTo>
                    <a:pt x="191" y="1964"/>
                    <a:pt x="0" y="2155"/>
                    <a:pt x="0" y="2393"/>
                  </a:cubicBezTo>
                  <a:lnTo>
                    <a:pt x="0" y="4179"/>
                  </a:lnTo>
                  <a:cubicBezTo>
                    <a:pt x="0" y="4417"/>
                    <a:pt x="191" y="4584"/>
                    <a:pt x="429" y="4584"/>
                  </a:cubicBezTo>
                  <a:lnTo>
                    <a:pt x="596" y="4584"/>
                  </a:lnTo>
                  <a:lnTo>
                    <a:pt x="596" y="5132"/>
                  </a:lnTo>
                  <a:lnTo>
                    <a:pt x="429" y="5132"/>
                  </a:lnTo>
                  <a:cubicBezTo>
                    <a:pt x="191" y="5132"/>
                    <a:pt x="0" y="5298"/>
                    <a:pt x="0" y="5536"/>
                  </a:cubicBezTo>
                  <a:lnTo>
                    <a:pt x="0" y="7203"/>
                  </a:lnTo>
                  <a:cubicBezTo>
                    <a:pt x="0" y="7299"/>
                    <a:pt x="95" y="7394"/>
                    <a:pt x="191" y="7394"/>
                  </a:cubicBezTo>
                  <a:lnTo>
                    <a:pt x="3453" y="7394"/>
                  </a:lnTo>
                  <a:cubicBezTo>
                    <a:pt x="3501" y="7394"/>
                    <a:pt x="3501" y="7394"/>
                    <a:pt x="3525" y="7370"/>
                  </a:cubicBezTo>
                  <a:cubicBezTo>
                    <a:pt x="3644" y="7203"/>
                    <a:pt x="3549" y="7061"/>
                    <a:pt x="3429" y="7061"/>
                  </a:cubicBezTo>
                  <a:lnTo>
                    <a:pt x="429" y="7061"/>
                  </a:lnTo>
                  <a:cubicBezTo>
                    <a:pt x="405" y="7061"/>
                    <a:pt x="334" y="7037"/>
                    <a:pt x="334" y="6965"/>
                  </a:cubicBezTo>
                  <a:lnTo>
                    <a:pt x="334" y="6441"/>
                  </a:lnTo>
                  <a:lnTo>
                    <a:pt x="10931" y="6441"/>
                  </a:lnTo>
                  <a:lnTo>
                    <a:pt x="10931" y="7037"/>
                  </a:lnTo>
                  <a:cubicBezTo>
                    <a:pt x="10931" y="7061"/>
                    <a:pt x="10907" y="7061"/>
                    <a:pt x="10907" y="7061"/>
                  </a:cubicBezTo>
                  <a:lnTo>
                    <a:pt x="4072" y="7061"/>
                  </a:lnTo>
                  <a:cubicBezTo>
                    <a:pt x="4025" y="7061"/>
                    <a:pt x="4025" y="7061"/>
                    <a:pt x="4001" y="7084"/>
                  </a:cubicBezTo>
                  <a:cubicBezTo>
                    <a:pt x="3882" y="7251"/>
                    <a:pt x="3977" y="7394"/>
                    <a:pt x="4096" y="7394"/>
                  </a:cubicBezTo>
                  <a:lnTo>
                    <a:pt x="11122" y="7394"/>
                  </a:lnTo>
                  <a:cubicBezTo>
                    <a:pt x="11193" y="7394"/>
                    <a:pt x="11288" y="7299"/>
                    <a:pt x="11288" y="7203"/>
                  </a:cubicBezTo>
                  <a:lnTo>
                    <a:pt x="11288" y="5536"/>
                  </a:lnTo>
                  <a:cubicBezTo>
                    <a:pt x="11288" y="5298"/>
                    <a:pt x="11122" y="5132"/>
                    <a:pt x="10883" y="5132"/>
                  </a:cubicBezTo>
                  <a:lnTo>
                    <a:pt x="10812" y="5132"/>
                  </a:lnTo>
                  <a:lnTo>
                    <a:pt x="10812" y="4584"/>
                  </a:lnTo>
                  <a:lnTo>
                    <a:pt x="10883" y="4584"/>
                  </a:lnTo>
                  <a:cubicBezTo>
                    <a:pt x="11122" y="4584"/>
                    <a:pt x="11288" y="4417"/>
                    <a:pt x="11288" y="4179"/>
                  </a:cubicBezTo>
                  <a:lnTo>
                    <a:pt x="11288" y="2179"/>
                  </a:lnTo>
                  <a:cubicBezTo>
                    <a:pt x="11288" y="2083"/>
                    <a:pt x="11217" y="2012"/>
                    <a:pt x="11122" y="2012"/>
                  </a:cubicBezTo>
                  <a:lnTo>
                    <a:pt x="7406" y="2012"/>
                  </a:lnTo>
                  <a:cubicBezTo>
                    <a:pt x="7359" y="2012"/>
                    <a:pt x="7359" y="2012"/>
                    <a:pt x="7335" y="2036"/>
                  </a:cubicBezTo>
                  <a:cubicBezTo>
                    <a:pt x="7216" y="2179"/>
                    <a:pt x="7311" y="2321"/>
                    <a:pt x="7430" y="2321"/>
                  </a:cubicBezTo>
                  <a:lnTo>
                    <a:pt x="10907" y="2321"/>
                  </a:lnTo>
                  <a:cubicBezTo>
                    <a:pt x="10931" y="2321"/>
                    <a:pt x="10931" y="2369"/>
                    <a:pt x="10931" y="2369"/>
                  </a:cubicBezTo>
                  <a:lnTo>
                    <a:pt x="10931" y="3203"/>
                  </a:lnTo>
                  <a:lnTo>
                    <a:pt x="6144" y="3203"/>
                  </a:lnTo>
                  <a:cubicBezTo>
                    <a:pt x="6049" y="3203"/>
                    <a:pt x="6001" y="3250"/>
                    <a:pt x="5978" y="3346"/>
                  </a:cubicBezTo>
                  <a:cubicBezTo>
                    <a:pt x="5978" y="3441"/>
                    <a:pt x="6025" y="3512"/>
                    <a:pt x="6120" y="3512"/>
                  </a:cubicBezTo>
                  <a:lnTo>
                    <a:pt x="10931" y="3512"/>
                  </a:lnTo>
                  <a:lnTo>
                    <a:pt x="10931" y="4179"/>
                  </a:lnTo>
                  <a:cubicBezTo>
                    <a:pt x="10931" y="4203"/>
                    <a:pt x="10907" y="4274"/>
                    <a:pt x="10860" y="4274"/>
                  </a:cubicBezTo>
                  <a:lnTo>
                    <a:pt x="405" y="4274"/>
                  </a:lnTo>
                  <a:cubicBezTo>
                    <a:pt x="381" y="4274"/>
                    <a:pt x="310" y="4227"/>
                    <a:pt x="310" y="4179"/>
                  </a:cubicBezTo>
                  <a:lnTo>
                    <a:pt x="310" y="2393"/>
                  </a:lnTo>
                  <a:cubicBezTo>
                    <a:pt x="310" y="2369"/>
                    <a:pt x="334" y="2298"/>
                    <a:pt x="405" y="2298"/>
                  </a:cubicBezTo>
                  <a:lnTo>
                    <a:pt x="6763" y="2298"/>
                  </a:lnTo>
                  <a:cubicBezTo>
                    <a:pt x="6859" y="2298"/>
                    <a:pt x="6930" y="2250"/>
                    <a:pt x="6954" y="2179"/>
                  </a:cubicBezTo>
                  <a:cubicBezTo>
                    <a:pt x="6978" y="2060"/>
                    <a:pt x="6883" y="1964"/>
                    <a:pt x="6811" y="1964"/>
                  </a:cubicBezTo>
                  <a:lnTo>
                    <a:pt x="3763" y="1964"/>
                  </a:lnTo>
                  <a:lnTo>
                    <a:pt x="3763" y="583"/>
                  </a:lnTo>
                  <a:cubicBezTo>
                    <a:pt x="3763" y="297"/>
                    <a:pt x="3549" y="59"/>
                    <a:pt x="3287" y="11"/>
                  </a:cubicBezTo>
                  <a:cubicBezTo>
                    <a:pt x="3249" y="4"/>
                    <a:pt x="3212" y="0"/>
                    <a:pt x="3176" y="0"/>
                  </a:cubicBezTo>
                  <a:cubicBezTo>
                    <a:pt x="2872" y="0"/>
                    <a:pt x="2644" y="258"/>
                    <a:pt x="2644" y="535"/>
                  </a:cubicBezTo>
                  <a:lnTo>
                    <a:pt x="2644" y="1964"/>
                  </a:lnTo>
                  <a:lnTo>
                    <a:pt x="2072" y="1964"/>
                  </a:lnTo>
                  <a:lnTo>
                    <a:pt x="2072" y="583"/>
                  </a:lnTo>
                  <a:cubicBezTo>
                    <a:pt x="2072" y="297"/>
                    <a:pt x="1858" y="59"/>
                    <a:pt x="1596" y="11"/>
                  </a:cubicBezTo>
                  <a:cubicBezTo>
                    <a:pt x="1558" y="4"/>
                    <a:pt x="1521" y="0"/>
                    <a:pt x="14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5" name="Google Shape;20115;p95"/>
          <p:cNvGrpSpPr/>
          <p:nvPr/>
        </p:nvGrpSpPr>
        <p:grpSpPr>
          <a:xfrm>
            <a:off x="7824044" y="3431546"/>
            <a:ext cx="298927" cy="367473"/>
            <a:chOff x="7830531" y="3579161"/>
            <a:chExt cx="298927" cy="367473"/>
          </a:xfrm>
        </p:grpSpPr>
        <p:sp>
          <p:nvSpPr>
            <p:cNvPr id="20116" name="Google Shape;20116;p95"/>
            <p:cNvSpPr/>
            <p:nvPr/>
          </p:nvSpPr>
          <p:spPr>
            <a:xfrm>
              <a:off x="7866324" y="3583835"/>
              <a:ext cx="186874" cy="223452"/>
            </a:xfrm>
            <a:custGeom>
              <a:rect b="b" l="l" r="r" t="t"/>
              <a:pathLst>
                <a:path extrusionOk="0" h="6836" w="5717">
                  <a:moveTo>
                    <a:pt x="334" y="1"/>
                  </a:moveTo>
                  <a:cubicBezTo>
                    <a:pt x="167" y="1"/>
                    <a:pt x="1" y="144"/>
                    <a:pt x="1" y="334"/>
                  </a:cubicBezTo>
                  <a:lnTo>
                    <a:pt x="1" y="6835"/>
                  </a:lnTo>
                  <a:lnTo>
                    <a:pt x="5692" y="6835"/>
                  </a:lnTo>
                  <a:lnTo>
                    <a:pt x="5716" y="334"/>
                  </a:lnTo>
                  <a:cubicBezTo>
                    <a:pt x="5716" y="144"/>
                    <a:pt x="5573" y="1"/>
                    <a:pt x="5407"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95"/>
            <p:cNvSpPr/>
            <p:nvPr/>
          </p:nvSpPr>
          <p:spPr>
            <a:xfrm>
              <a:off x="8020445" y="3583835"/>
              <a:ext cx="31968" cy="223452"/>
            </a:xfrm>
            <a:custGeom>
              <a:rect b="b" l="l" r="r" t="t"/>
              <a:pathLst>
                <a:path extrusionOk="0" h="6836" w="978">
                  <a:moveTo>
                    <a:pt x="1" y="1"/>
                  </a:moveTo>
                  <a:cubicBezTo>
                    <a:pt x="168" y="1"/>
                    <a:pt x="334" y="144"/>
                    <a:pt x="334" y="334"/>
                  </a:cubicBezTo>
                  <a:lnTo>
                    <a:pt x="334" y="6835"/>
                  </a:lnTo>
                  <a:lnTo>
                    <a:pt x="977" y="6835"/>
                  </a:lnTo>
                  <a:lnTo>
                    <a:pt x="977" y="334"/>
                  </a:lnTo>
                  <a:cubicBezTo>
                    <a:pt x="977" y="144"/>
                    <a:pt x="834" y="1"/>
                    <a:pt x="64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95"/>
            <p:cNvSpPr/>
            <p:nvPr/>
          </p:nvSpPr>
          <p:spPr>
            <a:xfrm>
              <a:off x="7833636" y="3720861"/>
              <a:ext cx="253034" cy="169714"/>
            </a:xfrm>
            <a:custGeom>
              <a:rect b="b" l="l" r="r" t="t"/>
              <a:pathLst>
                <a:path extrusionOk="0" h="5192" w="7741">
                  <a:moveTo>
                    <a:pt x="1" y="0"/>
                  </a:moveTo>
                  <a:lnTo>
                    <a:pt x="1" y="4763"/>
                  </a:lnTo>
                  <a:cubicBezTo>
                    <a:pt x="1" y="5001"/>
                    <a:pt x="215" y="5192"/>
                    <a:pt x="405" y="5192"/>
                  </a:cubicBezTo>
                  <a:lnTo>
                    <a:pt x="7359" y="5192"/>
                  </a:lnTo>
                  <a:cubicBezTo>
                    <a:pt x="7550" y="5192"/>
                    <a:pt x="7740" y="5001"/>
                    <a:pt x="7740" y="4763"/>
                  </a:cubicBezTo>
                  <a:lnTo>
                    <a:pt x="7740" y="429"/>
                  </a:lnTo>
                  <a:cubicBezTo>
                    <a:pt x="7740" y="191"/>
                    <a:pt x="7526" y="0"/>
                    <a:pt x="7312"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95"/>
            <p:cNvSpPr/>
            <p:nvPr/>
          </p:nvSpPr>
          <p:spPr>
            <a:xfrm>
              <a:off x="7833636" y="3693600"/>
              <a:ext cx="116792" cy="27261"/>
            </a:xfrm>
            <a:custGeom>
              <a:rect b="b" l="l" r="r" t="t"/>
              <a:pathLst>
                <a:path extrusionOk="0" h="834" w="3573">
                  <a:moveTo>
                    <a:pt x="453" y="1"/>
                  </a:moveTo>
                  <a:cubicBezTo>
                    <a:pt x="215" y="1"/>
                    <a:pt x="1" y="215"/>
                    <a:pt x="1" y="453"/>
                  </a:cubicBezTo>
                  <a:lnTo>
                    <a:pt x="1" y="834"/>
                  </a:lnTo>
                  <a:lnTo>
                    <a:pt x="3573" y="834"/>
                  </a:lnTo>
                  <a:lnTo>
                    <a:pt x="3573" y="453"/>
                  </a:lnTo>
                  <a:cubicBezTo>
                    <a:pt x="3573" y="215"/>
                    <a:pt x="3358" y="1"/>
                    <a:pt x="3120"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95"/>
            <p:cNvSpPr/>
            <p:nvPr/>
          </p:nvSpPr>
          <p:spPr>
            <a:xfrm>
              <a:off x="7888126" y="3766003"/>
              <a:ext cx="63087" cy="28830"/>
            </a:xfrm>
            <a:custGeom>
              <a:rect b="b" l="l" r="r" t="t"/>
              <a:pathLst>
                <a:path extrusionOk="0" h="882" w="1930">
                  <a:moveTo>
                    <a:pt x="96" y="0"/>
                  </a:moveTo>
                  <a:cubicBezTo>
                    <a:pt x="24" y="0"/>
                    <a:pt x="1" y="24"/>
                    <a:pt x="1" y="72"/>
                  </a:cubicBezTo>
                  <a:lnTo>
                    <a:pt x="1" y="786"/>
                  </a:lnTo>
                  <a:cubicBezTo>
                    <a:pt x="1" y="858"/>
                    <a:pt x="24" y="881"/>
                    <a:pt x="96" y="881"/>
                  </a:cubicBezTo>
                  <a:lnTo>
                    <a:pt x="1810" y="881"/>
                  </a:lnTo>
                  <a:cubicBezTo>
                    <a:pt x="1882" y="881"/>
                    <a:pt x="1929" y="858"/>
                    <a:pt x="1906" y="786"/>
                  </a:cubicBezTo>
                  <a:lnTo>
                    <a:pt x="1906" y="72"/>
                  </a:lnTo>
                  <a:cubicBezTo>
                    <a:pt x="1906" y="24"/>
                    <a:pt x="1882" y="0"/>
                    <a:pt x="1810"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95"/>
            <p:cNvSpPr/>
            <p:nvPr/>
          </p:nvSpPr>
          <p:spPr>
            <a:xfrm>
              <a:off x="7926272" y="3764434"/>
              <a:ext cx="24941" cy="29615"/>
            </a:xfrm>
            <a:custGeom>
              <a:rect b="b" l="l" r="r" t="t"/>
              <a:pathLst>
                <a:path extrusionOk="0" h="906" w="763">
                  <a:moveTo>
                    <a:pt x="0" y="1"/>
                  </a:moveTo>
                  <a:cubicBezTo>
                    <a:pt x="48" y="1"/>
                    <a:pt x="72" y="48"/>
                    <a:pt x="72" y="96"/>
                  </a:cubicBezTo>
                  <a:lnTo>
                    <a:pt x="72" y="810"/>
                  </a:lnTo>
                  <a:cubicBezTo>
                    <a:pt x="72" y="882"/>
                    <a:pt x="48" y="906"/>
                    <a:pt x="0" y="906"/>
                  </a:cubicBezTo>
                  <a:lnTo>
                    <a:pt x="643" y="906"/>
                  </a:lnTo>
                  <a:cubicBezTo>
                    <a:pt x="715" y="906"/>
                    <a:pt x="739" y="882"/>
                    <a:pt x="739" y="810"/>
                  </a:cubicBezTo>
                  <a:lnTo>
                    <a:pt x="739" y="96"/>
                  </a:lnTo>
                  <a:cubicBezTo>
                    <a:pt x="762" y="72"/>
                    <a:pt x="715" y="1"/>
                    <a:pt x="64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95"/>
            <p:cNvSpPr/>
            <p:nvPr/>
          </p:nvSpPr>
          <p:spPr>
            <a:xfrm>
              <a:off x="8052381" y="3720861"/>
              <a:ext cx="35074" cy="169714"/>
            </a:xfrm>
            <a:custGeom>
              <a:rect b="b" l="l" r="r" t="t"/>
              <a:pathLst>
                <a:path extrusionOk="0" h="5192" w="1073">
                  <a:moveTo>
                    <a:pt x="0" y="0"/>
                  </a:moveTo>
                  <a:cubicBezTo>
                    <a:pt x="215" y="0"/>
                    <a:pt x="429" y="191"/>
                    <a:pt x="429" y="429"/>
                  </a:cubicBezTo>
                  <a:lnTo>
                    <a:pt x="429" y="4763"/>
                  </a:lnTo>
                  <a:cubicBezTo>
                    <a:pt x="429" y="4977"/>
                    <a:pt x="239" y="5192"/>
                    <a:pt x="0" y="5192"/>
                  </a:cubicBezTo>
                  <a:lnTo>
                    <a:pt x="667" y="5192"/>
                  </a:lnTo>
                  <a:cubicBezTo>
                    <a:pt x="858" y="5192"/>
                    <a:pt x="1072" y="5001"/>
                    <a:pt x="1072" y="4763"/>
                  </a:cubicBezTo>
                  <a:lnTo>
                    <a:pt x="1072" y="429"/>
                  </a:lnTo>
                  <a:lnTo>
                    <a:pt x="1048" y="429"/>
                  </a:lnTo>
                  <a:cubicBezTo>
                    <a:pt x="1048" y="214"/>
                    <a:pt x="858" y="0"/>
                    <a:pt x="62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95"/>
            <p:cNvSpPr/>
            <p:nvPr/>
          </p:nvSpPr>
          <p:spPr>
            <a:xfrm>
              <a:off x="7914603" y="3693600"/>
              <a:ext cx="35826" cy="27261"/>
            </a:xfrm>
            <a:custGeom>
              <a:rect b="b" l="l" r="r" t="t"/>
              <a:pathLst>
                <a:path extrusionOk="0" h="834" w="1096">
                  <a:moveTo>
                    <a:pt x="0" y="1"/>
                  </a:moveTo>
                  <a:cubicBezTo>
                    <a:pt x="215" y="1"/>
                    <a:pt x="429" y="215"/>
                    <a:pt x="429" y="453"/>
                  </a:cubicBezTo>
                  <a:lnTo>
                    <a:pt x="429" y="834"/>
                  </a:lnTo>
                  <a:lnTo>
                    <a:pt x="1096" y="834"/>
                  </a:lnTo>
                  <a:lnTo>
                    <a:pt x="1096" y="453"/>
                  </a:lnTo>
                  <a:cubicBezTo>
                    <a:pt x="1096" y="215"/>
                    <a:pt x="881" y="1"/>
                    <a:pt x="64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95"/>
            <p:cNvSpPr/>
            <p:nvPr/>
          </p:nvSpPr>
          <p:spPr>
            <a:xfrm>
              <a:off x="8050812" y="3836837"/>
              <a:ext cx="74004" cy="104535"/>
            </a:xfrm>
            <a:custGeom>
              <a:rect b="b" l="l" r="r" t="t"/>
              <a:pathLst>
                <a:path extrusionOk="0" h="3198" w="2264">
                  <a:moveTo>
                    <a:pt x="548" y="0"/>
                  </a:moveTo>
                  <a:cubicBezTo>
                    <a:pt x="525" y="0"/>
                    <a:pt x="477" y="24"/>
                    <a:pt x="477" y="96"/>
                  </a:cubicBezTo>
                  <a:lnTo>
                    <a:pt x="477" y="1548"/>
                  </a:lnTo>
                  <a:cubicBezTo>
                    <a:pt x="477" y="1596"/>
                    <a:pt x="406" y="1644"/>
                    <a:pt x="382" y="1644"/>
                  </a:cubicBezTo>
                  <a:lnTo>
                    <a:pt x="120" y="1644"/>
                  </a:lnTo>
                  <a:cubicBezTo>
                    <a:pt x="48" y="1644"/>
                    <a:pt x="1" y="1715"/>
                    <a:pt x="48" y="1786"/>
                  </a:cubicBezTo>
                  <a:lnTo>
                    <a:pt x="1025" y="3144"/>
                  </a:lnTo>
                  <a:cubicBezTo>
                    <a:pt x="1049" y="3180"/>
                    <a:pt x="1078" y="3197"/>
                    <a:pt x="1111" y="3197"/>
                  </a:cubicBezTo>
                  <a:cubicBezTo>
                    <a:pt x="1144" y="3197"/>
                    <a:pt x="1180" y="3180"/>
                    <a:pt x="1215" y="3144"/>
                  </a:cubicBezTo>
                  <a:lnTo>
                    <a:pt x="2192" y="1786"/>
                  </a:lnTo>
                  <a:cubicBezTo>
                    <a:pt x="2263" y="1715"/>
                    <a:pt x="2192" y="1644"/>
                    <a:pt x="2096" y="1644"/>
                  </a:cubicBezTo>
                  <a:lnTo>
                    <a:pt x="1834" y="1644"/>
                  </a:lnTo>
                  <a:cubicBezTo>
                    <a:pt x="1787" y="1644"/>
                    <a:pt x="1739" y="1572"/>
                    <a:pt x="1739" y="1548"/>
                  </a:cubicBezTo>
                  <a:lnTo>
                    <a:pt x="1739" y="96"/>
                  </a:lnTo>
                  <a:cubicBezTo>
                    <a:pt x="1739" y="48"/>
                    <a:pt x="1715" y="0"/>
                    <a:pt x="166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95"/>
            <p:cNvSpPr/>
            <p:nvPr/>
          </p:nvSpPr>
          <p:spPr>
            <a:xfrm>
              <a:off x="8074935" y="3836837"/>
              <a:ext cx="48312" cy="104535"/>
            </a:xfrm>
            <a:custGeom>
              <a:rect b="b" l="l" r="r" t="t"/>
              <a:pathLst>
                <a:path extrusionOk="0" h="3198" w="1478">
                  <a:moveTo>
                    <a:pt x="120" y="0"/>
                  </a:moveTo>
                  <a:cubicBezTo>
                    <a:pt x="144" y="0"/>
                    <a:pt x="215" y="24"/>
                    <a:pt x="215" y="96"/>
                  </a:cubicBezTo>
                  <a:lnTo>
                    <a:pt x="215" y="1453"/>
                  </a:lnTo>
                  <a:cubicBezTo>
                    <a:pt x="215" y="1572"/>
                    <a:pt x="287" y="1644"/>
                    <a:pt x="406" y="1644"/>
                  </a:cubicBezTo>
                  <a:cubicBezTo>
                    <a:pt x="573" y="1644"/>
                    <a:pt x="644" y="1810"/>
                    <a:pt x="573" y="1929"/>
                  </a:cubicBezTo>
                  <a:lnTo>
                    <a:pt x="1" y="2739"/>
                  </a:lnTo>
                  <a:lnTo>
                    <a:pt x="287" y="3144"/>
                  </a:lnTo>
                  <a:cubicBezTo>
                    <a:pt x="311" y="3180"/>
                    <a:pt x="340" y="3197"/>
                    <a:pt x="373" y="3197"/>
                  </a:cubicBezTo>
                  <a:cubicBezTo>
                    <a:pt x="406" y="3197"/>
                    <a:pt x="442" y="3180"/>
                    <a:pt x="477" y="3144"/>
                  </a:cubicBezTo>
                  <a:lnTo>
                    <a:pt x="1454" y="1786"/>
                  </a:lnTo>
                  <a:cubicBezTo>
                    <a:pt x="1477" y="1715"/>
                    <a:pt x="1454" y="1644"/>
                    <a:pt x="1358" y="1644"/>
                  </a:cubicBezTo>
                  <a:lnTo>
                    <a:pt x="1096" y="1644"/>
                  </a:lnTo>
                  <a:cubicBezTo>
                    <a:pt x="1049" y="1644"/>
                    <a:pt x="1001" y="1572"/>
                    <a:pt x="1001" y="1548"/>
                  </a:cubicBezTo>
                  <a:lnTo>
                    <a:pt x="1001" y="96"/>
                  </a:lnTo>
                  <a:cubicBezTo>
                    <a:pt x="1001" y="48"/>
                    <a:pt x="977" y="0"/>
                    <a:pt x="930"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95"/>
            <p:cNvSpPr/>
            <p:nvPr/>
          </p:nvSpPr>
          <p:spPr>
            <a:xfrm>
              <a:off x="7883452" y="3759760"/>
              <a:ext cx="73972" cy="41284"/>
            </a:xfrm>
            <a:custGeom>
              <a:rect b="b" l="l" r="r" t="t"/>
              <a:pathLst>
                <a:path extrusionOk="0" h="1263" w="2263">
                  <a:moveTo>
                    <a:pt x="1906" y="334"/>
                  </a:moveTo>
                  <a:lnTo>
                    <a:pt x="1906" y="929"/>
                  </a:lnTo>
                  <a:lnTo>
                    <a:pt x="310" y="929"/>
                  </a:lnTo>
                  <a:lnTo>
                    <a:pt x="310" y="334"/>
                  </a:lnTo>
                  <a:close/>
                  <a:moveTo>
                    <a:pt x="263" y="1"/>
                  </a:moveTo>
                  <a:cubicBezTo>
                    <a:pt x="120" y="1"/>
                    <a:pt x="1" y="120"/>
                    <a:pt x="1" y="263"/>
                  </a:cubicBezTo>
                  <a:lnTo>
                    <a:pt x="1" y="977"/>
                  </a:lnTo>
                  <a:cubicBezTo>
                    <a:pt x="1" y="1144"/>
                    <a:pt x="120" y="1263"/>
                    <a:pt x="263" y="1263"/>
                  </a:cubicBezTo>
                  <a:lnTo>
                    <a:pt x="1977" y="1263"/>
                  </a:lnTo>
                  <a:cubicBezTo>
                    <a:pt x="2144" y="1263"/>
                    <a:pt x="2263" y="1144"/>
                    <a:pt x="2263" y="977"/>
                  </a:cubicBezTo>
                  <a:lnTo>
                    <a:pt x="2263" y="263"/>
                  </a:lnTo>
                  <a:cubicBezTo>
                    <a:pt x="2263" y="120"/>
                    <a:pt x="2144" y="1"/>
                    <a:pt x="1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95"/>
            <p:cNvSpPr/>
            <p:nvPr/>
          </p:nvSpPr>
          <p:spPr>
            <a:xfrm>
              <a:off x="7893585" y="3616672"/>
              <a:ext cx="52954" cy="10918"/>
            </a:xfrm>
            <a:custGeom>
              <a:rect b="b" l="l" r="r" t="t"/>
              <a:pathLst>
                <a:path extrusionOk="0" h="334" w="1620">
                  <a:moveTo>
                    <a:pt x="215" y="0"/>
                  </a:moveTo>
                  <a:cubicBezTo>
                    <a:pt x="119" y="0"/>
                    <a:pt x="72" y="48"/>
                    <a:pt x="48" y="143"/>
                  </a:cubicBezTo>
                  <a:cubicBezTo>
                    <a:pt x="0" y="238"/>
                    <a:pt x="95" y="334"/>
                    <a:pt x="191" y="334"/>
                  </a:cubicBezTo>
                  <a:lnTo>
                    <a:pt x="1429" y="334"/>
                  </a:lnTo>
                  <a:cubicBezTo>
                    <a:pt x="1524" y="334"/>
                    <a:pt x="1596" y="262"/>
                    <a:pt x="1620" y="167"/>
                  </a:cubicBezTo>
                  <a:cubicBezTo>
                    <a:pt x="1620" y="95"/>
                    <a:pt x="1548" y="0"/>
                    <a:pt x="1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95"/>
            <p:cNvSpPr/>
            <p:nvPr/>
          </p:nvSpPr>
          <p:spPr>
            <a:xfrm>
              <a:off x="7974519" y="3688141"/>
              <a:ext cx="52986" cy="10166"/>
            </a:xfrm>
            <a:custGeom>
              <a:rect b="b" l="l" r="r" t="t"/>
              <a:pathLst>
                <a:path extrusionOk="0" h="311" w="1621">
                  <a:moveTo>
                    <a:pt x="215" y="1"/>
                  </a:moveTo>
                  <a:cubicBezTo>
                    <a:pt x="120" y="1"/>
                    <a:pt x="72" y="48"/>
                    <a:pt x="25" y="144"/>
                  </a:cubicBezTo>
                  <a:cubicBezTo>
                    <a:pt x="1" y="263"/>
                    <a:pt x="72" y="310"/>
                    <a:pt x="191" y="310"/>
                  </a:cubicBezTo>
                  <a:lnTo>
                    <a:pt x="1430" y="310"/>
                  </a:lnTo>
                  <a:cubicBezTo>
                    <a:pt x="1525" y="310"/>
                    <a:pt x="1573" y="263"/>
                    <a:pt x="1620" y="168"/>
                  </a:cubicBezTo>
                  <a:cubicBezTo>
                    <a:pt x="1620" y="72"/>
                    <a:pt x="1549" y="1"/>
                    <a:pt x="1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95"/>
            <p:cNvSpPr/>
            <p:nvPr/>
          </p:nvSpPr>
          <p:spPr>
            <a:xfrm>
              <a:off x="7893585" y="3640795"/>
              <a:ext cx="131567" cy="10918"/>
            </a:xfrm>
            <a:custGeom>
              <a:rect b="b" l="l" r="r" t="t"/>
              <a:pathLst>
                <a:path extrusionOk="0" h="334" w="4025">
                  <a:moveTo>
                    <a:pt x="215" y="0"/>
                  </a:moveTo>
                  <a:cubicBezTo>
                    <a:pt x="119" y="0"/>
                    <a:pt x="72" y="72"/>
                    <a:pt x="48" y="143"/>
                  </a:cubicBezTo>
                  <a:cubicBezTo>
                    <a:pt x="0" y="262"/>
                    <a:pt x="95" y="334"/>
                    <a:pt x="191" y="334"/>
                  </a:cubicBezTo>
                  <a:lnTo>
                    <a:pt x="3834" y="334"/>
                  </a:lnTo>
                  <a:cubicBezTo>
                    <a:pt x="3930" y="334"/>
                    <a:pt x="4001" y="262"/>
                    <a:pt x="4025" y="191"/>
                  </a:cubicBezTo>
                  <a:cubicBezTo>
                    <a:pt x="4025" y="96"/>
                    <a:pt x="3953" y="0"/>
                    <a:pt x="3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95"/>
            <p:cNvSpPr/>
            <p:nvPr/>
          </p:nvSpPr>
          <p:spPr>
            <a:xfrm>
              <a:off x="7893585" y="3665703"/>
              <a:ext cx="131567" cy="10918"/>
            </a:xfrm>
            <a:custGeom>
              <a:rect b="b" l="l" r="r" t="t"/>
              <a:pathLst>
                <a:path extrusionOk="0" h="334" w="4025">
                  <a:moveTo>
                    <a:pt x="215" y="0"/>
                  </a:moveTo>
                  <a:cubicBezTo>
                    <a:pt x="119" y="0"/>
                    <a:pt x="72" y="72"/>
                    <a:pt x="48" y="167"/>
                  </a:cubicBezTo>
                  <a:cubicBezTo>
                    <a:pt x="0" y="262"/>
                    <a:pt x="95" y="334"/>
                    <a:pt x="191" y="334"/>
                  </a:cubicBezTo>
                  <a:lnTo>
                    <a:pt x="3834" y="334"/>
                  </a:lnTo>
                  <a:cubicBezTo>
                    <a:pt x="3930" y="334"/>
                    <a:pt x="4001" y="286"/>
                    <a:pt x="4025" y="191"/>
                  </a:cubicBezTo>
                  <a:cubicBezTo>
                    <a:pt x="4025" y="96"/>
                    <a:pt x="3953" y="0"/>
                    <a:pt x="3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95"/>
            <p:cNvSpPr/>
            <p:nvPr/>
          </p:nvSpPr>
          <p:spPr>
            <a:xfrm>
              <a:off x="7883452" y="3815819"/>
              <a:ext cx="137810" cy="10918"/>
            </a:xfrm>
            <a:custGeom>
              <a:rect b="b" l="l" r="r" t="t"/>
              <a:pathLst>
                <a:path extrusionOk="0" h="334" w="4216">
                  <a:moveTo>
                    <a:pt x="191" y="0"/>
                  </a:moveTo>
                  <a:cubicBezTo>
                    <a:pt x="120" y="0"/>
                    <a:pt x="48" y="72"/>
                    <a:pt x="24" y="167"/>
                  </a:cubicBezTo>
                  <a:cubicBezTo>
                    <a:pt x="1" y="262"/>
                    <a:pt x="48" y="334"/>
                    <a:pt x="167" y="334"/>
                  </a:cubicBezTo>
                  <a:lnTo>
                    <a:pt x="4049" y="334"/>
                  </a:lnTo>
                  <a:cubicBezTo>
                    <a:pt x="4121" y="334"/>
                    <a:pt x="4192" y="286"/>
                    <a:pt x="4216" y="191"/>
                  </a:cubicBezTo>
                  <a:cubicBezTo>
                    <a:pt x="4216" y="96"/>
                    <a:pt x="4168" y="0"/>
                    <a:pt x="4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95"/>
            <p:cNvSpPr/>
            <p:nvPr/>
          </p:nvSpPr>
          <p:spPr>
            <a:xfrm>
              <a:off x="7883452" y="3840727"/>
              <a:ext cx="137810" cy="10918"/>
            </a:xfrm>
            <a:custGeom>
              <a:rect b="b" l="l" r="r" t="t"/>
              <a:pathLst>
                <a:path extrusionOk="0" h="334" w="4216">
                  <a:moveTo>
                    <a:pt x="191" y="0"/>
                  </a:moveTo>
                  <a:cubicBezTo>
                    <a:pt x="120" y="0"/>
                    <a:pt x="48" y="48"/>
                    <a:pt x="24" y="143"/>
                  </a:cubicBezTo>
                  <a:cubicBezTo>
                    <a:pt x="1" y="239"/>
                    <a:pt x="48" y="334"/>
                    <a:pt x="167" y="334"/>
                  </a:cubicBezTo>
                  <a:lnTo>
                    <a:pt x="4049" y="334"/>
                  </a:lnTo>
                  <a:cubicBezTo>
                    <a:pt x="4121" y="334"/>
                    <a:pt x="4192" y="262"/>
                    <a:pt x="4216" y="167"/>
                  </a:cubicBezTo>
                  <a:cubicBezTo>
                    <a:pt x="4216" y="96"/>
                    <a:pt x="4168" y="0"/>
                    <a:pt x="4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95"/>
            <p:cNvSpPr/>
            <p:nvPr/>
          </p:nvSpPr>
          <p:spPr>
            <a:xfrm>
              <a:off x="7830531" y="3579161"/>
              <a:ext cx="298927" cy="367473"/>
            </a:xfrm>
            <a:custGeom>
              <a:rect b="b" l="l" r="r" t="t"/>
              <a:pathLst>
                <a:path extrusionOk="0" h="11242" w="9145">
                  <a:moveTo>
                    <a:pt x="3215" y="3644"/>
                  </a:moveTo>
                  <a:cubicBezTo>
                    <a:pt x="3358" y="3644"/>
                    <a:pt x="3477" y="3763"/>
                    <a:pt x="3477" y="3930"/>
                  </a:cubicBezTo>
                  <a:lnTo>
                    <a:pt x="3477" y="4168"/>
                  </a:lnTo>
                  <a:lnTo>
                    <a:pt x="262" y="4168"/>
                  </a:lnTo>
                  <a:lnTo>
                    <a:pt x="262" y="3930"/>
                  </a:lnTo>
                  <a:cubicBezTo>
                    <a:pt x="262" y="3763"/>
                    <a:pt x="381" y="3644"/>
                    <a:pt x="548" y="3644"/>
                  </a:cubicBezTo>
                  <a:close/>
                  <a:moveTo>
                    <a:pt x="1405" y="1"/>
                  </a:moveTo>
                  <a:cubicBezTo>
                    <a:pt x="1191" y="1"/>
                    <a:pt x="1024" y="167"/>
                    <a:pt x="1024" y="382"/>
                  </a:cubicBezTo>
                  <a:lnTo>
                    <a:pt x="1024" y="3359"/>
                  </a:lnTo>
                  <a:lnTo>
                    <a:pt x="500" y="3359"/>
                  </a:lnTo>
                  <a:cubicBezTo>
                    <a:pt x="238" y="3359"/>
                    <a:pt x="0" y="3597"/>
                    <a:pt x="0" y="3859"/>
                  </a:cubicBezTo>
                  <a:lnTo>
                    <a:pt x="0" y="9479"/>
                  </a:lnTo>
                  <a:cubicBezTo>
                    <a:pt x="0" y="9574"/>
                    <a:pt x="96" y="9669"/>
                    <a:pt x="191" y="9669"/>
                  </a:cubicBezTo>
                  <a:lnTo>
                    <a:pt x="2358" y="9669"/>
                  </a:lnTo>
                  <a:cubicBezTo>
                    <a:pt x="2358" y="9669"/>
                    <a:pt x="2382" y="9669"/>
                    <a:pt x="2382" y="9622"/>
                  </a:cubicBezTo>
                  <a:cubicBezTo>
                    <a:pt x="2525" y="9479"/>
                    <a:pt x="2406" y="9312"/>
                    <a:pt x="2286" y="9312"/>
                  </a:cubicBezTo>
                  <a:lnTo>
                    <a:pt x="572" y="9312"/>
                  </a:lnTo>
                  <a:cubicBezTo>
                    <a:pt x="453" y="9312"/>
                    <a:pt x="334" y="9193"/>
                    <a:pt x="334" y="9074"/>
                  </a:cubicBezTo>
                  <a:lnTo>
                    <a:pt x="334" y="4478"/>
                  </a:lnTo>
                  <a:lnTo>
                    <a:pt x="7502" y="4478"/>
                  </a:lnTo>
                  <a:cubicBezTo>
                    <a:pt x="7621" y="4478"/>
                    <a:pt x="7740" y="4597"/>
                    <a:pt x="7740" y="4716"/>
                  </a:cubicBezTo>
                  <a:lnTo>
                    <a:pt x="7740" y="7693"/>
                  </a:lnTo>
                  <a:lnTo>
                    <a:pt x="7359" y="7693"/>
                  </a:lnTo>
                  <a:cubicBezTo>
                    <a:pt x="7240" y="7693"/>
                    <a:pt x="7121" y="7812"/>
                    <a:pt x="7121" y="7931"/>
                  </a:cubicBezTo>
                  <a:lnTo>
                    <a:pt x="7121" y="9336"/>
                  </a:lnTo>
                  <a:lnTo>
                    <a:pt x="2953" y="9336"/>
                  </a:lnTo>
                  <a:cubicBezTo>
                    <a:pt x="2858" y="9336"/>
                    <a:pt x="2763" y="9431"/>
                    <a:pt x="2810" y="9527"/>
                  </a:cubicBezTo>
                  <a:cubicBezTo>
                    <a:pt x="2810" y="9598"/>
                    <a:pt x="2882" y="9669"/>
                    <a:pt x="2977" y="9669"/>
                  </a:cubicBezTo>
                  <a:lnTo>
                    <a:pt x="6668" y="9669"/>
                  </a:lnTo>
                  <a:lnTo>
                    <a:pt x="7716" y="11122"/>
                  </a:lnTo>
                  <a:cubicBezTo>
                    <a:pt x="7764" y="11170"/>
                    <a:pt x="7835" y="11241"/>
                    <a:pt x="7930" y="11241"/>
                  </a:cubicBezTo>
                  <a:cubicBezTo>
                    <a:pt x="8002" y="11241"/>
                    <a:pt x="8097" y="11217"/>
                    <a:pt x="8121" y="11122"/>
                  </a:cubicBezTo>
                  <a:lnTo>
                    <a:pt x="8478" y="10646"/>
                  </a:lnTo>
                  <a:cubicBezTo>
                    <a:pt x="8550" y="10574"/>
                    <a:pt x="8526" y="10455"/>
                    <a:pt x="8454" y="10408"/>
                  </a:cubicBezTo>
                  <a:cubicBezTo>
                    <a:pt x="8437" y="10381"/>
                    <a:pt x="8410" y="10371"/>
                    <a:pt x="8379" y="10371"/>
                  </a:cubicBezTo>
                  <a:cubicBezTo>
                    <a:pt x="8326" y="10371"/>
                    <a:pt x="8261" y="10401"/>
                    <a:pt x="8216" y="10431"/>
                  </a:cubicBezTo>
                  <a:lnTo>
                    <a:pt x="7930" y="10860"/>
                  </a:lnTo>
                  <a:lnTo>
                    <a:pt x="7049" y="9669"/>
                  </a:lnTo>
                  <a:lnTo>
                    <a:pt x="7168" y="9669"/>
                  </a:lnTo>
                  <a:cubicBezTo>
                    <a:pt x="7335" y="9669"/>
                    <a:pt x="7454" y="9550"/>
                    <a:pt x="7454" y="9384"/>
                  </a:cubicBezTo>
                  <a:lnTo>
                    <a:pt x="7454" y="8026"/>
                  </a:lnTo>
                  <a:lnTo>
                    <a:pt x="8359" y="8026"/>
                  </a:lnTo>
                  <a:lnTo>
                    <a:pt x="8359" y="9384"/>
                  </a:lnTo>
                  <a:cubicBezTo>
                    <a:pt x="8359" y="9550"/>
                    <a:pt x="8478" y="9669"/>
                    <a:pt x="8645" y="9669"/>
                  </a:cubicBezTo>
                  <a:lnTo>
                    <a:pt x="8788" y="9669"/>
                  </a:lnTo>
                  <a:lnTo>
                    <a:pt x="8550" y="9979"/>
                  </a:lnTo>
                  <a:cubicBezTo>
                    <a:pt x="8478" y="10050"/>
                    <a:pt x="8478" y="10146"/>
                    <a:pt x="8550" y="10193"/>
                  </a:cubicBezTo>
                  <a:cubicBezTo>
                    <a:pt x="8572" y="10238"/>
                    <a:pt x="8620" y="10256"/>
                    <a:pt x="8669" y="10256"/>
                  </a:cubicBezTo>
                  <a:cubicBezTo>
                    <a:pt x="8727" y="10256"/>
                    <a:pt x="8786" y="10232"/>
                    <a:pt x="8812" y="10193"/>
                  </a:cubicBezTo>
                  <a:lnTo>
                    <a:pt x="9145" y="9741"/>
                  </a:lnTo>
                  <a:cubicBezTo>
                    <a:pt x="9121" y="9669"/>
                    <a:pt x="9121" y="9574"/>
                    <a:pt x="9074" y="9479"/>
                  </a:cubicBezTo>
                  <a:cubicBezTo>
                    <a:pt x="9074" y="9407"/>
                    <a:pt x="9026" y="9336"/>
                    <a:pt x="8931" y="9336"/>
                  </a:cubicBezTo>
                  <a:lnTo>
                    <a:pt x="8645" y="9336"/>
                  </a:lnTo>
                  <a:lnTo>
                    <a:pt x="8645" y="7931"/>
                  </a:lnTo>
                  <a:cubicBezTo>
                    <a:pt x="8645" y="7812"/>
                    <a:pt x="8526" y="7693"/>
                    <a:pt x="8407" y="7693"/>
                  </a:cubicBezTo>
                  <a:lnTo>
                    <a:pt x="8002" y="7693"/>
                  </a:lnTo>
                  <a:lnTo>
                    <a:pt x="8002" y="4716"/>
                  </a:lnTo>
                  <a:cubicBezTo>
                    <a:pt x="8002" y="4406"/>
                    <a:pt x="7740" y="4168"/>
                    <a:pt x="7454" y="4168"/>
                  </a:cubicBezTo>
                  <a:lnTo>
                    <a:pt x="6930" y="4168"/>
                  </a:lnTo>
                  <a:lnTo>
                    <a:pt x="6930" y="3120"/>
                  </a:lnTo>
                  <a:cubicBezTo>
                    <a:pt x="6930" y="3025"/>
                    <a:pt x="6883" y="2978"/>
                    <a:pt x="6787" y="2930"/>
                  </a:cubicBezTo>
                  <a:cubicBezTo>
                    <a:pt x="6692" y="2930"/>
                    <a:pt x="6621" y="3001"/>
                    <a:pt x="6621" y="3097"/>
                  </a:cubicBezTo>
                  <a:lnTo>
                    <a:pt x="6621" y="4168"/>
                  </a:lnTo>
                  <a:lnTo>
                    <a:pt x="3834" y="4168"/>
                  </a:lnTo>
                  <a:lnTo>
                    <a:pt x="3834" y="3954"/>
                  </a:lnTo>
                  <a:cubicBezTo>
                    <a:pt x="3834" y="3621"/>
                    <a:pt x="3572" y="3359"/>
                    <a:pt x="3239" y="3359"/>
                  </a:cubicBezTo>
                  <a:lnTo>
                    <a:pt x="1310" y="3359"/>
                  </a:lnTo>
                  <a:lnTo>
                    <a:pt x="1310" y="477"/>
                  </a:lnTo>
                  <a:cubicBezTo>
                    <a:pt x="1310" y="382"/>
                    <a:pt x="1381" y="310"/>
                    <a:pt x="1453" y="310"/>
                  </a:cubicBezTo>
                  <a:lnTo>
                    <a:pt x="6502" y="310"/>
                  </a:lnTo>
                  <a:cubicBezTo>
                    <a:pt x="6573" y="310"/>
                    <a:pt x="6644" y="382"/>
                    <a:pt x="6644" y="477"/>
                  </a:cubicBezTo>
                  <a:lnTo>
                    <a:pt x="6644" y="2454"/>
                  </a:lnTo>
                  <a:cubicBezTo>
                    <a:pt x="6644" y="2549"/>
                    <a:pt x="6692" y="2620"/>
                    <a:pt x="6787" y="2644"/>
                  </a:cubicBezTo>
                  <a:cubicBezTo>
                    <a:pt x="6883" y="2644"/>
                    <a:pt x="6978" y="2573"/>
                    <a:pt x="6978" y="2501"/>
                  </a:cubicBezTo>
                  <a:lnTo>
                    <a:pt x="6978" y="477"/>
                  </a:lnTo>
                  <a:cubicBezTo>
                    <a:pt x="6978" y="191"/>
                    <a:pt x="6764" y="1"/>
                    <a:pt x="6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4" name="Google Shape;20134;p95"/>
          <p:cNvGrpSpPr/>
          <p:nvPr/>
        </p:nvGrpSpPr>
        <p:grpSpPr>
          <a:xfrm>
            <a:off x="7028352" y="3432220"/>
            <a:ext cx="369009" cy="354986"/>
            <a:chOff x="7039624" y="3584620"/>
            <a:chExt cx="369009" cy="354986"/>
          </a:xfrm>
        </p:grpSpPr>
        <p:sp>
          <p:nvSpPr>
            <p:cNvPr id="20135" name="Google Shape;20135;p95"/>
            <p:cNvSpPr/>
            <p:nvPr/>
          </p:nvSpPr>
          <p:spPr>
            <a:xfrm>
              <a:off x="7043514" y="3608743"/>
              <a:ext cx="357340" cy="214103"/>
            </a:xfrm>
            <a:custGeom>
              <a:rect b="b" l="l" r="r" t="t"/>
              <a:pathLst>
                <a:path extrusionOk="0" h="6550" w="10932">
                  <a:moveTo>
                    <a:pt x="382" y="1"/>
                  </a:moveTo>
                  <a:cubicBezTo>
                    <a:pt x="168" y="1"/>
                    <a:pt x="1" y="191"/>
                    <a:pt x="1" y="406"/>
                  </a:cubicBezTo>
                  <a:lnTo>
                    <a:pt x="1" y="6169"/>
                  </a:lnTo>
                  <a:cubicBezTo>
                    <a:pt x="1" y="6383"/>
                    <a:pt x="168" y="6550"/>
                    <a:pt x="382" y="6550"/>
                  </a:cubicBezTo>
                  <a:lnTo>
                    <a:pt x="10527" y="6550"/>
                  </a:lnTo>
                  <a:cubicBezTo>
                    <a:pt x="10765" y="6550"/>
                    <a:pt x="10932" y="6383"/>
                    <a:pt x="10932" y="6169"/>
                  </a:cubicBezTo>
                  <a:lnTo>
                    <a:pt x="10932" y="406"/>
                  </a:lnTo>
                  <a:cubicBezTo>
                    <a:pt x="10932" y="191"/>
                    <a:pt x="10741" y="1"/>
                    <a:pt x="10527"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95"/>
            <p:cNvSpPr/>
            <p:nvPr/>
          </p:nvSpPr>
          <p:spPr>
            <a:xfrm>
              <a:off x="7223328" y="3589294"/>
              <a:ext cx="144838" cy="211750"/>
            </a:xfrm>
            <a:custGeom>
              <a:rect b="b" l="l" r="r" t="t"/>
              <a:pathLst>
                <a:path extrusionOk="0" h="6478" w="4431">
                  <a:moveTo>
                    <a:pt x="549" y="0"/>
                  </a:moveTo>
                  <a:cubicBezTo>
                    <a:pt x="239" y="0"/>
                    <a:pt x="1" y="239"/>
                    <a:pt x="1" y="548"/>
                  </a:cubicBezTo>
                  <a:lnTo>
                    <a:pt x="1" y="6478"/>
                  </a:lnTo>
                  <a:cubicBezTo>
                    <a:pt x="25" y="6168"/>
                    <a:pt x="263" y="5954"/>
                    <a:pt x="572" y="5954"/>
                  </a:cubicBezTo>
                  <a:lnTo>
                    <a:pt x="4002" y="5954"/>
                  </a:lnTo>
                  <a:cubicBezTo>
                    <a:pt x="4264" y="5954"/>
                    <a:pt x="4430" y="5763"/>
                    <a:pt x="4430" y="5525"/>
                  </a:cubicBezTo>
                  <a:lnTo>
                    <a:pt x="4430" y="453"/>
                  </a:lnTo>
                  <a:cubicBezTo>
                    <a:pt x="4430" y="215"/>
                    <a:pt x="4240" y="0"/>
                    <a:pt x="395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95"/>
            <p:cNvSpPr/>
            <p:nvPr/>
          </p:nvSpPr>
          <p:spPr>
            <a:xfrm>
              <a:off x="7077770" y="3589294"/>
              <a:ext cx="144838" cy="211750"/>
            </a:xfrm>
            <a:custGeom>
              <a:rect b="b" l="l" r="r" t="t"/>
              <a:pathLst>
                <a:path extrusionOk="0" h="6478" w="4431">
                  <a:moveTo>
                    <a:pt x="477" y="0"/>
                  </a:moveTo>
                  <a:cubicBezTo>
                    <a:pt x="191" y="0"/>
                    <a:pt x="1" y="215"/>
                    <a:pt x="1" y="453"/>
                  </a:cubicBezTo>
                  <a:lnTo>
                    <a:pt x="1" y="5525"/>
                  </a:lnTo>
                  <a:cubicBezTo>
                    <a:pt x="1" y="5763"/>
                    <a:pt x="167" y="5954"/>
                    <a:pt x="429" y="5954"/>
                  </a:cubicBezTo>
                  <a:lnTo>
                    <a:pt x="3859" y="5954"/>
                  </a:lnTo>
                  <a:cubicBezTo>
                    <a:pt x="4168" y="5954"/>
                    <a:pt x="4383" y="6168"/>
                    <a:pt x="4430" y="6478"/>
                  </a:cubicBezTo>
                  <a:lnTo>
                    <a:pt x="4430" y="548"/>
                  </a:lnTo>
                  <a:cubicBezTo>
                    <a:pt x="4430" y="239"/>
                    <a:pt x="4192" y="0"/>
                    <a:pt x="3882"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95"/>
            <p:cNvSpPr/>
            <p:nvPr/>
          </p:nvSpPr>
          <p:spPr>
            <a:xfrm>
              <a:off x="7256800" y="3618876"/>
              <a:ext cx="83353" cy="56059"/>
            </a:xfrm>
            <a:custGeom>
              <a:rect b="b" l="l" r="r" t="t"/>
              <a:pathLst>
                <a:path extrusionOk="0" h="1715" w="2550">
                  <a:moveTo>
                    <a:pt x="191" y="0"/>
                  </a:moveTo>
                  <a:cubicBezTo>
                    <a:pt x="72" y="0"/>
                    <a:pt x="1" y="96"/>
                    <a:pt x="1" y="215"/>
                  </a:cubicBezTo>
                  <a:lnTo>
                    <a:pt x="1" y="1524"/>
                  </a:lnTo>
                  <a:cubicBezTo>
                    <a:pt x="1" y="1644"/>
                    <a:pt x="72" y="1715"/>
                    <a:pt x="191" y="1715"/>
                  </a:cubicBezTo>
                  <a:lnTo>
                    <a:pt x="2335" y="1715"/>
                  </a:lnTo>
                  <a:cubicBezTo>
                    <a:pt x="2454" y="1715"/>
                    <a:pt x="2549" y="1644"/>
                    <a:pt x="2549" y="1524"/>
                  </a:cubicBezTo>
                  <a:lnTo>
                    <a:pt x="2549" y="215"/>
                  </a:lnTo>
                  <a:cubicBezTo>
                    <a:pt x="2549" y="96"/>
                    <a:pt x="2454" y="0"/>
                    <a:pt x="2335"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95"/>
            <p:cNvSpPr/>
            <p:nvPr/>
          </p:nvSpPr>
          <p:spPr>
            <a:xfrm>
              <a:off x="7367349" y="3608743"/>
              <a:ext cx="34289" cy="214103"/>
            </a:xfrm>
            <a:custGeom>
              <a:rect b="b" l="l" r="r" t="t"/>
              <a:pathLst>
                <a:path extrusionOk="0" h="6550" w="1049">
                  <a:moveTo>
                    <a:pt x="1" y="1"/>
                  </a:moveTo>
                  <a:cubicBezTo>
                    <a:pt x="215" y="1"/>
                    <a:pt x="382" y="191"/>
                    <a:pt x="382" y="406"/>
                  </a:cubicBezTo>
                  <a:lnTo>
                    <a:pt x="382" y="6169"/>
                  </a:lnTo>
                  <a:cubicBezTo>
                    <a:pt x="382" y="6383"/>
                    <a:pt x="215" y="6550"/>
                    <a:pt x="1" y="6550"/>
                  </a:cubicBezTo>
                  <a:lnTo>
                    <a:pt x="667" y="6550"/>
                  </a:lnTo>
                  <a:cubicBezTo>
                    <a:pt x="858" y="6550"/>
                    <a:pt x="1048" y="6383"/>
                    <a:pt x="1048" y="6169"/>
                  </a:cubicBezTo>
                  <a:lnTo>
                    <a:pt x="1048" y="406"/>
                  </a:lnTo>
                  <a:cubicBezTo>
                    <a:pt x="1025" y="167"/>
                    <a:pt x="858" y="1"/>
                    <a:pt x="667"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95"/>
            <p:cNvSpPr/>
            <p:nvPr/>
          </p:nvSpPr>
          <p:spPr>
            <a:xfrm>
              <a:off x="7222576" y="3785452"/>
              <a:ext cx="18697" cy="16376"/>
            </a:xfrm>
            <a:custGeom>
              <a:rect b="b" l="l" r="r" t="t"/>
              <a:pathLst>
                <a:path extrusionOk="0" h="501" w="572">
                  <a:moveTo>
                    <a:pt x="0" y="1"/>
                  </a:moveTo>
                  <a:lnTo>
                    <a:pt x="0" y="501"/>
                  </a:lnTo>
                  <a:cubicBezTo>
                    <a:pt x="24" y="191"/>
                    <a:pt x="262" y="1"/>
                    <a:pt x="572"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95"/>
            <p:cNvSpPr/>
            <p:nvPr/>
          </p:nvSpPr>
          <p:spPr>
            <a:xfrm>
              <a:off x="7332308" y="3590863"/>
              <a:ext cx="35858" cy="195406"/>
            </a:xfrm>
            <a:custGeom>
              <a:rect b="b" l="l" r="r" t="t"/>
              <a:pathLst>
                <a:path extrusionOk="0" h="5978" w="1097">
                  <a:moveTo>
                    <a:pt x="1" y="0"/>
                  </a:moveTo>
                  <a:cubicBezTo>
                    <a:pt x="239" y="0"/>
                    <a:pt x="453" y="191"/>
                    <a:pt x="453" y="429"/>
                  </a:cubicBezTo>
                  <a:lnTo>
                    <a:pt x="453" y="5525"/>
                  </a:lnTo>
                  <a:cubicBezTo>
                    <a:pt x="453" y="5787"/>
                    <a:pt x="239" y="5977"/>
                    <a:pt x="1" y="5977"/>
                  </a:cubicBezTo>
                  <a:lnTo>
                    <a:pt x="668" y="5977"/>
                  </a:lnTo>
                  <a:cubicBezTo>
                    <a:pt x="930" y="5977"/>
                    <a:pt x="1096" y="5763"/>
                    <a:pt x="1096" y="5525"/>
                  </a:cubicBezTo>
                  <a:lnTo>
                    <a:pt x="1096" y="429"/>
                  </a:lnTo>
                  <a:cubicBezTo>
                    <a:pt x="1096" y="167"/>
                    <a:pt x="906" y="0"/>
                    <a:pt x="668"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95"/>
            <p:cNvSpPr/>
            <p:nvPr/>
          </p:nvSpPr>
          <p:spPr>
            <a:xfrm>
              <a:off x="7312074" y="3619661"/>
              <a:ext cx="28079" cy="56844"/>
            </a:xfrm>
            <a:custGeom>
              <a:rect b="b" l="l" r="r" t="t"/>
              <a:pathLst>
                <a:path extrusionOk="0" h="1739" w="859">
                  <a:moveTo>
                    <a:pt x="1" y="0"/>
                  </a:moveTo>
                  <a:cubicBezTo>
                    <a:pt x="120" y="0"/>
                    <a:pt x="191" y="95"/>
                    <a:pt x="191" y="214"/>
                  </a:cubicBezTo>
                  <a:lnTo>
                    <a:pt x="191" y="1524"/>
                  </a:lnTo>
                  <a:cubicBezTo>
                    <a:pt x="191" y="1643"/>
                    <a:pt x="120" y="1739"/>
                    <a:pt x="1" y="1739"/>
                  </a:cubicBezTo>
                  <a:lnTo>
                    <a:pt x="644" y="1739"/>
                  </a:lnTo>
                  <a:cubicBezTo>
                    <a:pt x="763" y="1739"/>
                    <a:pt x="858" y="1643"/>
                    <a:pt x="858" y="1524"/>
                  </a:cubicBezTo>
                  <a:lnTo>
                    <a:pt x="858" y="214"/>
                  </a:lnTo>
                  <a:cubicBezTo>
                    <a:pt x="858" y="95"/>
                    <a:pt x="763" y="0"/>
                    <a:pt x="644"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95"/>
            <p:cNvSpPr/>
            <p:nvPr/>
          </p:nvSpPr>
          <p:spPr>
            <a:xfrm>
              <a:off x="7245915" y="3803365"/>
              <a:ext cx="59197" cy="130815"/>
            </a:xfrm>
            <a:custGeom>
              <a:rect b="b" l="l" r="r" t="t"/>
              <a:pathLst>
                <a:path extrusionOk="0" h="4002" w="1811">
                  <a:moveTo>
                    <a:pt x="858" y="0"/>
                  </a:moveTo>
                  <a:cubicBezTo>
                    <a:pt x="501" y="0"/>
                    <a:pt x="215" y="215"/>
                    <a:pt x="24" y="477"/>
                  </a:cubicBezTo>
                  <a:cubicBezTo>
                    <a:pt x="1" y="524"/>
                    <a:pt x="1" y="572"/>
                    <a:pt x="1" y="596"/>
                  </a:cubicBezTo>
                  <a:lnTo>
                    <a:pt x="1" y="1286"/>
                  </a:lnTo>
                  <a:cubicBezTo>
                    <a:pt x="1" y="1310"/>
                    <a:pt x="1" y="1382"/>
                    <a:pt x="24" y="1405"/>
                  </a:cubicBezTo>
                  <a:cubicBezTo>
                    <a:pt x="167" y="1715"/>
                    <a:pt x="501" y="1882"/>
                    <a:pt x="858" y="1882"/>
                  </a:cubicBezTo>
                  <a:cubicBezTo>
                    <a:pt x="953" y="1882"/>
                    <a:pt x="1048" y="1882"/>
                    <a:pt x="1120" y="1858"/>
                  </a:cubicBezTo>
                  <a:lnTo>
                    <a:pt x="1120" y="3811"/>
                  </a:lnTo>
                  <a:cubicBezTo>
                    <a:pt x="1120" y="3906"/>
                    <a:pt x="1215" y="4001"/>
                    <a:pt x="1310" y="4001"/>
                  </a:cubicBezTo>
                  <a:lnTo>
                    <a:pt x="1596" y="4001"/>
                  </a:lnTo>
                  <a:cubicBezTo>
                    <a:pt x="1691" y="4001"/>
                    <a:pt x="1787" y="3906"/>
                    <a:pt x="1787" y="3811"/>
                  </a:cubicBezTo>
                  <a:lnTo>
                    <a:pt x="1787" y="953"/>
                  </a:lnTo>
                  <a:cubicBezTo>
                    <a:pt x="1810" y="453"/>
                    <a:pt x="1406" y="0"/>
                    <a:pt x="85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95"/>
            <p:cNvSpPr/>
            <p:nvPr/>
          </p:nvSpPr>
          <p:spPr>
            <a:xfrm>
              <a:off x="7331556" y="3803365"/>
              <a:ext cx="59197" cy="130815"/>
            </a:xfrm>
            <a:custGeom>
              <a:rect b="b" l="l" r="r" t="t"/>
              <a:pathLst>
                <a:path extrusionOk="0" h="4002" w="1811">
                  <a:moveTo>
                    <a:pt x="953" y="0"/>
                  </a:moveTo>
                  <a:cubicBezTo>
                    <a:pt x="405" y="0"/>
                    <a:pt x="0" y="453"/>
                    <a:pt x="0" y="953"/>
                  </a:cubicBezTo>
                  <a:lnTo>
                    <a:pt x="0" y="3811"/>
                  </a:lnTo>
                  <a:cubicBezTo>
                    <a:pt x="0" y="3906"/>
                    <a:pt x="95" y="4001"/>
                    <a:pt x="167" y="4001"/>
                  </a:cubicBezTo>
                  <a:lnTo>
                    <a:pt x="500" y="4001"/>
                  </a:lnTo>
                  <a:cubicBezTo>
                    <a:pt x="596" y="4001"/>
                    <a:pt x="691" y="3906"/>
                    <a:pt x="691" y="3811"/>
                  </a:cubicBezTo>
                  <a:lnTo>
                    <a:pt x="691" y="1858"/>
                  </a:lnTo>
                  <a:cubicBezTo>
                    <a:pt x="762" y="1882"/>
                    <a:pt x="857" y="1882"/>
                    <a:pt x="953" y="1882"/>
                  </a:cubicBezTo>
                  <a:cubicBezTo>
                    <a:pt x="1310" y="1882"/>
                    <a:pt x="1643" y="1715"/>
                    <a:pt x="1786" y="1405"/>
                  </a:cubicBezTo>
                  <a:cubicBezTo>
                    <a:pt x="1810" y="1382"/>
                    <a:pt x="1810" y="1310"/>
                    <a:pt x="1810" y="1286"/>
                  </a:cubicBezTo>
                  <a:lnTo>
                    <a:pt x="1810" y="596"/>
                  </a:lnTo>
                  <a:cubicBezTo>
                    <a:pt x="1810" y="572"/>
                    <a:pt x="1810" y="524"/>
                    <a:pt x="1786" y="477"/>
                  </a:cubicBezTo>
                  <a:cubicBezTo>
                    <a:pt x="1643" y="215"/>
                    <a:pt x="1310" y="0"/>
                    <a:pt x="95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95"/>
            <p:cNvSpPr/>
            <p:nvPr/>
          </p:nvSpPr>
          <p:spPr>
            <a:xfrm>
              <a:off x="7039624" y="3584620"/>
              <a:ext cx="369009" cy="354986"/>
            </a:xfrm>
            <a:custGeom>
              <a:rect b="b" l="l" r="r" t="t"/>
              <a:pathLst>
                <a:path extrusionOk="0" h="10860" w="11289">
                  <a:moveTo>
                    <a:pt x="9574" y="334"/>
                  </a:moveTo>
                  <a:cubicBezTo>
                    <a:pt x="9741" y="334"/>
                    <a:pt x="9884" y="453"/>
                    <a:pt x="9884" y="620"/>
                  </a:cubicBezTo>
                  <a:lnTo>
                    <a:pt x="9884" y="5692"/>
                  </a:lnTo>
                  <a:cubicBezTo>
                    <a:pt x="9884" y="5835"/>
                    <a:pt x="9765" y="5978"/>
                    <a:pt x="9574" y="5978"/>
                  </a:cubicBezTo>
                  <a:lnTo>
                    <a:pt x="6169" y="5978"/>
                  </a:lnTo>
                  <a:cubicBezTo>
                    <a:pt x="6002" y="5978"/>
                    <a:pt x="5883" y="6026"/>
                    <a:pt x="5764" y="6097"/>
                  </a:cubicBezTo>
                  <a:lnTo>
                    <a:pt x="5764" y="715"/>
                  </a:lnTo>
                  <a:cubicBezTo>
                    <a:pt x="5764" y="501"/>
                    <a:pt x="5954" y="334"/>
                    <a:pt x="6169" y="334"/>
                  </a:cubicBezTo>
                  <a:close/>
                  <a:moveTo>
                    <a:pt x="9884" y="6859"/>
                  </a:moveTo>
                  <a:cubicBezTo>
                    <a:pt x="10170" y="6859"/>
                    <a:pt x="10408" y="7002"/>
                    <a:pt x="10551" y="7264"/>
                  </a:cubicBezTo>
                  <a:lnTo>
                    <a:pt x="10551" y="7288"/>
                  </a:lnTo>
                  <a:lnTo>
                    <a:pt x="10551" y="7978"/>
                  </a:lnTo>
                  <a:lnTo>
                    <a:pt x="10574" y="7978"/>
                  </a:lnTo>
                  <a:lnTo>
                    <a:pt x="10574" y="8002"/>
                  </a:lnTo>
                  <a:cubicBezTo>
                    <a:pt x="10408" y="8240"/>
                    <a:pt x="10146" y="8431"/>
                    <a:pt x="9884" y="8431"/>
                  </a:cubicBezTo>
                  <a:lnTo>
                    <a:pt x="9765" y="8431"/>
                  </a:lnTo>
                  <a:lnTo>
                    <a:pt x="9765" y="8240"/>
                  </a:lnTo>
                  <a:cubicBezTo>
                    <a:pt x="9765" y="8169"/>
                    <a:pt x="9693" y="8074"/>
                    <a:pt x="9622" y="8074"/>
                  </a:cubicBezTo>
                  <a:cubicBezTo>
                    <a:pt x="9527" y="8074"/>
                    <a:pt x="9431" y="8121"/>
                    <a:pt x="9431" y="8240"/>
                  </a:cubicBezTo>
                  <a:lnTo>
                    <a:pt x="9431" y="10503"/>
                  </a:lnTo>
                  <a:cubicBezTo>
                    <a:pt x="9431" y="10503"/>
                    <a:pt x="9431" y="10550"/>
                    <a:pt x="9407" y="10550"/>
                  </a:cubicBezTo>
                  <a:lnTo>
                    <a:pt x="9098" y="10550"/>
                  </a:lnTo>
                  <a:cubicBezTo>
                    <a:pt x="9098" y="10550"/>
                    <a:pt x="9074" y="10550"/>
                    <a:pt x="9074" y="10503"/>
                  </a:cubicBezTo>
                  <a:lnTo>
                    <a:pt x="9074" y="7645"/>
                  </a:lnTo>
                  <a:cubicBezTo>
                    <a:pt x="9074" y="7454"/>
                    <a:pt x="9169" y="7240"/>
                    <a:pt x="9312" y="7097"/>
                  </a:cubicBezTo>
                  <a:cubicBezTo>
                    <a:pt x="9455" y="6930"/>
                    <a:pt x="9646" y="6859"/>
                    <a:pt x="9836" y="6859"/>
                  </a:cubicBezTo>
                  <a:close/>
                  <a:moveTo>
                    <a:pt x="7169" y="6907"/>
                  </a:moveTo>
                  <a:cubicBezTo>
                    <a:pt x="7383" y="6907"/>
                    <a:pt x="7550" y="7002"/>
                    <a:pt x="7717" y="7145"/>
                  </a:cubicBezTo>
                  <a:cubicBezTo>
                    <a:pt x="7860" y="7288"/>
                    <a:pt x="7931" y="7502"/>
                    <a:pt x="7931" y="7716"/>
                  </a:cubicBezTo>
                  <a:lnTo>
                    <a:pt x="7979" y="10550"/>
                  </a:lnTo>
                  <a:lnTo>
                    <a:pt x="7645" y="10574"/>
                  </a:lnTo>
                  <a:lnTo>
                    <a:pt x="7621" y="10550"/>
                  </a:lnTo>
                  <a:lnTo>
                    <a:pt x="7621" y="8240"/>
                  </a:lnTo>
                  <a:cubicBezTo>
                    <a:pt x="7621" y="8169"/>
                    <a:pt x="7550" y="8074"/>
                    <a:pt x="7478" y="8074"/>
                  </a:cubicBezTo>
                  <a:cubicBezTo>
                    <a:pt x="7383" y="8074"/>
                    <a:pt x="7288" y="8240"/>
                    <a:pt x="7288" y="8240"/>
                  </a:cubicBezTo>
                  <a:lnTo>
                    <a:pt x="7288" y="8431"/>
                  </a:lnTo>
                  <a:lnTo>
                    <a:pt x="7169" y="8431"/>
                  </a:lnTo>
                  <a:cubicBezTo>
                    <a:pt x="6907" y="8431"/>
                    <a:pt x="6645" y="8288"/>
                    <a:pt x="6478" y="8050"/>
                  </a:cubicBezTo>
                  <a:lnTo>
                    <a:pt x="6478" y="8002"/>
                  </a:lnTo>
                  <a:lnTo>
                    <a:pt x="6478" y="7359"/>
                  </a:lnTo>
                  <a:lnTo>
                    <a:pt x="6478" y="7335"/>
                  </a:lnTo>
                  <a:cubicBezTo>
                    <a:pt x="6645" y="7073"/>
                    <a:pt x="6883" y="6907"/>
                    <a:pt x="7169" y="6907"/>
                  </a:cubicBezTo>
                  <a:close/>
                  <a:moveTo>
                    <a:pt x="1644" y="0"/>
                  </a:moveTo>
                  <a:cubicBezTo>
                    <a:pt x="1311" y="0"/>
                    <a:pt x="1049" y="239"/>
                    <a:pt x="1001" y="572"/>
                  </a:cubicBezTo>
                  <a:lnTo>
                    <a:pt x="572" y="572"/>
                  </a:lnTo>
                  <a:cubicBezTo>
                    <a:pt x="263" y="572"/>
                    <a:pt x="1" y="810"/>
                    <a:pt x="1" y="1144"/>
                  </a:cubicBezTo>
                  <a:lnTo>
                    <a:pt x="1" y="7288"/>
                  </a:lnTo>
                  <a:cubicBezTo>
                    <a:pt x="1" y="7383"/>
                    <a:pt x="96" y="7478"/>
                    <a:pt x="167" y="7478"/>
                  </a:cubicBezTo>
                  <a:lnTo>
                    <a:pt x="2120" y="7478"/>
                  </a:lnTo>
                  <a:cubicBezTo>
                    <a:pt x="2120" y="7478"/>
                    <a:pt x="2144" y="7478"/>
                    <a:pt x="2144" y="7454"/>
                  </a:cubicBezTo>
                  <a:cubicBezTo>
                    <a:pt x="2287" y="7288"/>
                    <a:pt x="2168" y="7121"/>
                    <a:pt x="2049" y="7121"/>
                  </a:cubicBezTo>
                  <a:lnTo>
                    <a:pt x="572" y="7121"/>
                  </a:lnTo>
                  <a:cubicBezTo>
                    <a:pt x="453" y="7121"/>
                    <a:pt x="358" y="7026"/>
                    <a:pt x="358" y="6907"/>
                  </a:cubicBezTo>
                  <a:lnTo>
                    <a:pt x="358" y="1144"/>
                  </a:lnTo>
                  <a:cubicBezTo>
                    <a:pt x="358" y="1025"/>
                    <a:pt x="453" y="929"/>
                    <a:pt x="572" y="929"/>
                  </a:cubicBezTo>
                  <a:lnTo>
                    <a:pt x="1001" y="929"/>
                  </a:lnTo>
                  <a:lnTo>
                    <a:pt x="1001" y="5716"/>
                  </a:lnTo>
                  <a:cubicBezTo>
                    <a:pt x="1001" y="6073"/>
                    <a:pt x="1287" y="6335"/>
                    <a:pt x="1644" y="6335"/>
                  </a:cubicBezTo>
                  <a:lnTo>
                    <a:pt x="5097" y="6335"/>
                  </a:lnTo>
                  <a:cubicBezTo>
                    <a:pt x="5288" y="6335"/>
                    <a:pt x="5454" y="6502"/>
                    <a:pt x="5478" y="6692"/>
                  </a:cubicBezTo>
                  <a:cubicBezTo>
                    <a:pt x="5478" y="6788"/>
                    <a:pt x="5550" y="6859"/>
                    <a:pt x="5645" y="6859"/>
                  </a:cubicBezTo>
                  <a:cubicBezTo>
                    <a:pt x="5740" y="6859"/>
                    <a:pt x="5811" y="6788"/>
                    <a:pt x="5835" y="6692"/>
                  </a:cubicBezTo>
                  <a:cubicBezTo>
                    <a:pt x="5859" y="6502"/>
                    <a:pt x="6002" y="6335"/>
                    <a:pt x="6216" y="6335"/>
                  </a:cubicBezTo>
                  <a:lnTo>
                    <a:pt x="9622" y="6335"/>
                  </a:lnTo>
                  <a:cubicBezTo>
                    <a:pt x="9979" y="6335"/>
                    <a:pt x="10241" y="6073"/>
                    <a:pt x="10241" y="5716"/>
                  </a:cubicBezTo>
                  <a:lnTo>
                    <a:pt x="10241" y="905"/>
                  </a:lnTo>
                  <a:lnTo>
                    <a:pt x="10693" y="905"/>
                  </a:lnTo>
                  <a:cubicBezTo>
                    <a:pt x="10813" y="905"/>
                    <a:pt x="10884" y="977"/>
                    <a:pt x="10884" y="1096"/>
                  </a:cubicBezTo>
                  <a:lnTo>
                    <a:pt x="10884" y="6883"/>
                  </a:lnTo>
                  <a:cubicBezTo>
                    <a:pt x="10884" y="6930"/>
                    <a:pt x="10860" y="7002"/>
                    <a:pt x="10813" y="7050"/>
                  </a:cubicBezTo>
                  <a:cubicBezTo>
                    <a:pt x="10598" y="6740"/>
                    <a:pt x="10241" y="6549"/>
                    <a:pt x="9860" y="6549"/>
                  </a:cubicBezTo>
                  <a:cubicBezTo>
                    <a:pt x="9550" y="6549"/>
                    <a:pt x="9288" y="6669"/>
                    <a:pt x="9074" y="6883"/>
                  </a:cubicBezTo>
                  <a:cubicBezTo>
                    <a:pt x="8979" y="6978"/>
                    <a:pt x="8931" y="7026"/>
                    <a:pt x="8907" y="7121"/>
                  </a:cubicBezTo>
                  <a:lnTo>
                    <a:pt x="8145" y="7121"/>
                  </a:lnTo>
                  <a:cubicBezTo>
                    <a:pt x="8098" y="7026"/>
                    <a:pt x="8026" y="6930"/>
                    <a:pt x="7979" y="6883"/>
                  </a:cubicBezTo>
                  <a:cubicBezTo>
                    <a:pt x="7764" y="6669"/>
                    <a:pt x="7502" y="6549"/>
                    <a:pt x="7193" y="6549"/>
                  </a:cubicBezTo>
                  <a:cubicBezTo>
                    <a:pt x="6788" y="6549"/>
                    <a:pt x="6431" y="6764"/>
                    <a:pt x="6216" y="7121"/>
                  </a:cubicBezTo>
                  <a:lnTo>
                    <a:pt x="2716" y="7121"/>
                  </a:lnTo>
                  <a:cubicBezTo>
                    <a:pt x="2620" y="7121"/>
                    <a:pt x="2525" y="7169"/>
                    <a:pt x="2525" y="7264"/>
                  </a:cubicBezTo>
                  <a:cubicBezTo>
                    <a:pt x="2525" y="7359"/>
                    <a:pt x="2597" y="7454"/>
                    <a:pt x="2716" y="7454"/>
                  </a:cubicBezTo>
                  <a:lnTo>
                    <a:pt x="6169" y="7454"/>
                  </a:lnTo>
                  <a:lnTo>
                    <a:pt x="6169" y="7978"/>
                  </a:lnTo>
                  <a:cubicBezTo>
                    <a:pt x="6169" y="8050"/>
                    <a:pt x="6192" y="8121"/>
                    <a:pt x="6216" y="8193"/>
                  </a:cubicBezTo>
                  <a:cubicBezTo>
                    <a:pt x="6431" y="8550"/>
                    <a:pt x="6788" y="8764"/>
                    <a:pt x="7193" y="8764"/>
                  </a:cubicBezTo>
                  <a:lnTo>
                    <a:pt x="7312" y="8764"/>
                  </a:lnTo>
                  <a:lnTo>
                    <a:pt x="7312" y="10503"/>
                  </a:lnTo>
                  <a:cubicBezTo>
                    <a:pt x="7312" y="10693"/>
                    <a:pt x="7478" y="10860"/>
                    <a:pt x="7669" y="10860"/>
                  </a:cubicBezTo>
                  <a:lnTo>
                    <a:pt x="7979" y="10860"/>
                  </a:lnTo>
                  <a:cubicBezTo>
                    <a:pt x="8145" y="10860"/>
                    <a:pt x="8336" y="10717"/>
                    <a:pt x="8336" y="10503"/>
                  </a:cubicBezTo>
                  <a:lnTo>
                    <a:pt x="8336" y="7645"/>
                  </a:lnTo>
                  <a:cubicBezTo>
                    <a:pt x="8336" y="7597"/>
                    <a:pt x="8336" y="7502"/>
                    <a:pt x="8312" y="7431"/>
                  </a:cubicBezTo>
                  <a:lnTo>
                    <a:pt x="8812" y="7431"/>
                  </a:lnTo>
                  <a:cubicBezTo>
                    <a:pt x="8812" y="7502"/>
                    <a:pt x="8788" y="7597"/>
                    <a:pt x="8788" y="7645"/>
                  </a:cubicBezTo>
                  <a:lnTo>
                    <a:pt x="8788" y="10503"/>
                  </a:lnTo>
                  <a:cubicBezTo>
                    <a:pt x="8788" y="10693"/>
                    <a:pt x="8931" y="10860"/>
                    <a:pt x="9145" y="10860"/>
                  </a:cubicBezTo>
                  <a:lnTo>
                    <a:pt x="9431" y="10860"/>
                  </a:lnTo>
                  <a:cubicBezTo>
                    <a:pt x="9622" y="10860"/>
                    <a:pt x="9788" y="10717"/>
                    <a:pt x="9788" y="10503"/>
                  </a:cubicBezTo>
                  <a:lnTo>
                    <a:pt x="9788" y="8764"/>
                  </a:lnTo>
                  <a:lnTo>
                    <a:pt x="9908" y="8764"/>
                  </a:lnTo>
                  <a:cubicBezTo>
                    <a:pt x="10336" y="8764"/>
                    <a:pt x="10693" y="8550"/>
                    <a:pt x="10884" y="8193"/>
                  </a:cubicBezTo>
                  <a:cubicBezTo>
                    <a:pt x="10932" y="8121"/>
                    <a:pt x="10955" y="8074"/>
                    <a:pt x="10955" y="7978"/>
                  </a:cubicBezTo>
                  <a:lnTo>
                    <a:pt x="10955" y="7383"/>
                  </a:lnTo>
                  <a:cubicBezTo>
                    <a:pt x="10955" y="7383"/>
                    <a:pt x="11289" y="7097"/>
                    <a:pt x="11289" y="6883"/>
                  </a:cubicBezTo>
                  <a:lnTo>
                    <a:pt x="11289" y="1096"/>
                  </a:lnTo>
                  <a:cubicBezTo>
                    <a:pt x="11217" y="834"/>
                    <a:pt x="10979" y="572"/>
                    <a:pt x="10693" y="572"/>
                  </a:cubicBezTo>
                  <a:lnTo>
                    <a:pt x="10217" y="572"/>
                  </a:lnTo>
                  <a:cubicBezTo>
                    <a:pt x="10170" y="239"/>
                    <a:pt x="9574" y="0"/>
                    <a:pt x="9574" y="0"/>
                  </a:cubicBezTo>
                  <a:lnTo>
                    <a:pt x="6121" y="0"/>
                  </a:lnTo>
                  <a:cubicBezTo>
                    <a:pt x="5907" y="0"/>
                    <a:pt x="5716" y="96"/>
                    <a:pt x="5597" y="262"/>
                  </a:cubicBezTo>
                  <a:cubicBezTo>
                    <a:pt x="5478" y="120"/>
                    <a:pt x="5264" y="0"/>
                    <a:pt x="5049" y="0"/>
                  </a:cubicBezTo>
                  <a:lnTo>
                    <a:pt x="3621" y="0"/>
                  </a:lnTo>
                  <a:cubicBezTo>
                    <a:pt x="3549" y="0"/>
                    <a:pt x="3454" y="72"/>
                    <a:pt x="3454" y="143"/>
                  </a:cubicBezTo>
                  <a:cubicBezTo>
                    <a:pt x="3454" y="239"/>
                    <a:pt x="3501" y="334"/>
                    <a:pt x="3621" y="334"/>
                  </a:cubicBezTo>
                  <a:lnTo>
                    <a:pt x="5049" y="334"/>
                  </a:lnTo>
                  <a:cubicBezTo>
                    <a:pt x="5264" y="334"/>
                    <a:pt x="5454" y="501"/>
                    <a:pt x="5454" y="715"/>
                  </a:cubicBezTo>
                  <a:lnTo>
                    <a:pt x="5454" y="6097"/>
                  </a:lnTo>
                  <a:cubicBezTo>
                    <a:pt x="5335" y="6049"/>
                    <a:pt x="5216" y="5978"/>
                    <a:pt x="5049" y="5978"/>
                  </a:cubicBezTo>
                  <a:lnTo>
                    <a:pt x="1644" y="5978"/>
                  </a:lnTo>
                  <a:cubicBezTo>
                    <a:pt x="1477" y="5978"/>
                    <a:pt x="1334" y="5859"/>
                    <a:pt x="1334" y="5692"/>
                  </a:cubicBezTo>
                  <a:lnTo>
                    <a:pt x="1334" y="501"/>
                  </a:lnTo>
                  <a:cubicBezTo>
                    <a:pt x="1334" y="429"/>
                    <a:pt x="1430" y="334"/>
                    <a:pt x="1525" y="334"/>
                  </a:cubicBezTo>
                  <a:lnTo>
                    <a:pt x="3001" y="334"/>
                  </a:lnTo>
                  <a:cubicBezTo>
                    <a:pt x="3025" y="334"/>
                    <a:pt x="3073" y="334"/>
                    <a:pt x="3097" y="310"/>
                  </a:cubicBezTo>
                  <a:cubicBezTo>
                    <a:pt x="3216" y="143"/>
                    <a:pt x="3120" y="0"/>
                    <a:pt x="29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95"/>
            <p:cNvSpPr/>
            <p:nvPr/>
          </p:nvSpPr>
          <p:spPr>
            <a:xfrm>
              <a:off x="7102678" y="3622766"/>
              <a:ext cx="99664" cy="10918"/>
            </a:xfrm>
            <a:custGeom>
              <a:rect b="b" l="l" r="r" t="t"/>
              <a:pathLst>
                <a:path extrusionOk="0" h="334" w="3049">
                  <a:moveTo>
                    <a:pt x="191" y="0"/>
                  </a:moveTo>
                  <a:cubicBezTo>
                    <a:pt x="96" y="0"/>
                    <a:pt x="1" y="48"/>
                    <a:pt x="1" y="143"/>
                  </a:cubicBezTo>
                  <a:cubicBezTo>
                    <a:pt x="1" y="239"/>
                    <a:pt x="72" y="334"/>
                    <a:pt x="191" y="334"/>
                  </a:cubicBezTo>
                  <a:lnTo>
                    <a:pt x="2858" y="334"/>
                  </a:lnTo>
                  <a:cubicBezTo>
                    <a:pt x="2954" y="334"/>
                    <a:pt x="3049" y="262"/>
                    <a:pt x="3049" y="167"/>
                  </a:cubicBezTo>
                  <a:cubicBezTo>
                    <a:pt x="3001" y="48"/>
                    <a:pt x="2954" y="0"/>
                    <a:pt x="2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95"/>
            <p:cNvSpPr/>
            <p:nvPr/>
          </p:nvSpPr>
          <p:spPr>
            <a:xfrm>
              <a:off x="7102678" y="3646890"/>
              <a:ext cx="99664" cy="10950"/>
            </a:xfrm>
            <a:custGeom>
              <a:rect b="b" l="l" r="r" t="t"/>
              <a:pathLst>
                <a:path extrusionOk="0" h="335" w="3049">
                  <a:moveTo>
                    <a:pt x="191" y="1"/>
                  </a:moveTo>
                  <a:cubicBezTo>
                    <a:pt x="96" y="1"/>
                    <a:pt x="1" y="72"/>
                    <a:pt x="1" y="144"/>
                  </a:cubicBezTo>
                  <a:cubicBezTo>
                    <a:pt x="1" y="239"/>
                    <a:pt x="72" y="334"/>
                    <a:pt x="191" y="334"/>
                  </a:cubicBezTo>
                  <a:lnTo>
                    <a:pt x="2858" y="334"/>
                  </a:lnTo>
                  <a:cubicBezTo>
                    <a:pt x="2954" y="334"/>
                    <a:pt x="3049" y="263"/>
                    <a:pt x="3049" y="191"/>
                  </a:cubicBezTo>
                  <a:cubicBezTo>
                    <a:pt x="3001" y="72"/>
                    <a:pt x="2954" y="1"/>
                    <a:pt x="2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95"/>
            <p:cNvSpPr/>
            <p:nvPr/>
          </p:nvSpPr>
          <p:spPr>
            <a:xfrm>
              <a:off x="7102678" y="3672582"/>
              <a:ext cx="99664" cy="10166"/>
            </a:xfrm>
            <a:custGeom>
              <a:rect b="b" l="l" r="r" t="t"/>
              <a:pathLst>
                <a:path extrusionOk="0" h="311" w="3049">
                  <a:moveTo>
                    <a:pt x="191" y="1"/>
                  </a:moveTo>
                  <a:cubicBezTo>
                    <a:pt x="96" y="1"/>
                    <a:pt x="1" y="48"/>
                    <a:pt x="1" y="143"/>
                  </a:cubicBezTo>
                  <a:cubicBezTo>
                    <a:pt x="1" y="239"/>
                    <a:pt x="72" y="310"/>
                    <a:pt x="191" y="310"/>
                  </a:cubicBezTo>
                  <a:lnTo>
                    <a:pt x="2858" y="310"/>
                  </a:lnTo>
                  <a:cubicBezTo>
                    <a:pt x="2954" y="310"/>
                    <a:pt x="3049" y="262"/>
                    <a:pt x="3049" y="167"/>
                  </a:cubicBezTo>
                  <a:cubicBezTo>
                    <a:pt x="3001" y="48"/>
                    <a:pt x="2954" y="1"/>
                    <a:pt x="2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95"/>
            <p:cNvSpPr/>
            <p:nvPr/>
          </p:nvSpPr>
          <p:spPr>
            <a:xfrm>
              <a:off x="7102678" y="3696705"/>
              <a:ext cx="99664" cy="10950"/>
            </a:xfrm>
            <a:custGeom>
              <a:rect b="b" l="l" r="r" t="t"/>
              <a:pathLst>
                <a:path extrusionOk="0" h="335" w="3049">
                  <a:moveTo>
                    <a:pt x="191" y="1"/>
                  </a:moveTo>
                  <a:cubicBezTo>
                    <a:pt x="96" y="1"/>
                    <a:pt x="1" y="48"/>
                    <a:pt x="1" y="144"/>
                  </a:cubicBezTo>
                  <a:cubicBezTo>
                    <a:pt x="1" y="239"/>
                    <a:pt x="72" y="334"/>
                    <a:pt x="191" y="334"/>
                  </a:cubicBezTo>
                  <a:lnTo>
                    <a:pt x="2858" y="334"/>
                  </a:lnTo>
                  <a:cubicBezTo>
                    <a:pt x="2954" y="334"/>
                    <a:pt x="3049" y="263"/>
                    <a:pt x="3049" y="167"/>
                  </a:cubicBezTo>
                  <a:cubicBezTo>
                    <a:pt x="3001" y="48"/>
                    <a:pt x="2954" y="1"/>
                    <a:pt x="2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95"/>
            <p:cNvSpPr/>
            <p:nvPr/>
          </p:nvSpPr>
          <p:spPr>
            <a:xfrm>
              <a:off x="7102678" y="3721613"/>
              <a:ext cx="99664" cy="10950"/>
            </a:xfrm>
            <a:custGeom>
              <a:rect b="b" l="l" r="r" t="t"/>
              <a:pathLst>
                <a:path extrusionOk="0" h="335" w="3049">
                  <a:moveTo>
                    <a:pt x="191" y="1"/>
                  </a:moveTo>
                  <a:cubicBezTo>
                    <a:pt x="96" y="1"/>
                    <a:pt x="1" y="72"/>
                    <a:pt x="1" y="168"/>
                  </a:cubicBezTo>
                  <a:cubicBezTo>
                    <a:pt x="1" y="239"/>
                    <a:pt x="72" y="334"/>
                    <a:pt x="191" y="334"/>
                  </a:cubicBezTo>
                  <a:lnTo>
                    <a:pt x="2858" y="334"/>
                  </a:lnTo>
                  <a:cubicBezTo>
                    <a:pt x="2954" y="334"/>
                    <a:pt x="3049" y="287"/>
                    <a:pt x="3049" y="191"/>
                  </a:cubicBezTo>
                  <a:cubicBezTo>
                    <a:pt x="3001" y="96"/>
                    <a:pt x="2954" y="1"/>
                    <a:pt x="2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95"/>
            <p:cNvSpPr/>
            <p:nvPr/>
          </p:nvSpPr>
          <p:spPr>
            <a:xfrm>
              <a:off x="7102678" y="3748875"/>
              <a:ext cx="99664" cy="10918"/>
            </a:xfrm>
            <a:custGeom>
              <a:rect b="b" l="l" r="r" t="t"/>
              <a:pathLst>
                <a:path extrusionOk="0" h="334" w="3049">
                  <a:moveTo>
                    <a:pt x="191" y="0"/>
                  </a:moveTo>
                  <a:cubicBezTo>
                    <a:pt x="96" y="0"/>
                    <a:pt x="1" y="72"/>
                    <a:pt x="1" y="167"/>
                  </a:cubicBezTo>
                  <a:cubicBezTo>
                    <a:pt x="1" y="238"/>
                    <a:pt x="72" y="334"/>
                    <a:pt x="191" y="334"/>
                  </a:cubicBezTo>
                  <a:lnTo>
                    <a:pt x="2858" y="334"/>
                  </a:lnTo>
                  <a:cubicBezTo>
                    <a:pt x="2954" y="334"/>
                    <a:pt x="3049" y="286"/>
                    <a:pt x="3049" y="191"/>
                  </a:cubicBezTo>
                  <a:cubicBezTo>
                    <a:pt x="3001" y="72"/>
                    <a:pt x="2954" y="0"/>
                    <a:pt x="2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95"/>
            <p:cNvSpPr/>
            <p:nvPr/>
          </p:nvSpPr>
          <p:spPr>
            <a:xfrm>
              <a:off x="7249020" y="3696705"/>
              <a:ext cx="98912" cy="10950"/>
            </a:xfrm>
            <a:custGeom>
              <a:rect b="b" l="l" r="r" t="t"/>
              <a:pathLst>
                <a:path extrusionOk="0" h="335" w="3026">
                  <a:moveTo>
                    <a:pt x="168" y="1"/>
                  </a:moveTo>
                  <a:cubicBezTo>
                    <a:pt x="72" y="1"/>
                    <a:pt x="1" y="48"/>
                    <a:pt x="1" y="144"/>
                  </a:cubicBezTo>
                  <a:cubicBezTo>
                    <a:pt x="1" y="239"/>
                    <a:pt x="48" y="334"/>
                    <a:pt x="168" y="334"/>
                  </a:cubicBezTo>
                  <a:lnTo>
                    <a:pt x="2859" y="334"/>
                  </a:lnTo>
                  <a:cubicBezTo>
                    <a:pt x="2930" y="334"/>
                    <a:pt x="3025" y="263"/>
                    <a:pt x="3025" y="167"/>
                  </a:cubicBezTo>
                  <a:cubicBezTo>
                    <a:pt x="3025" y="48"/>
                    <a:pt x="2930" y="1"/>
                    <a:pt x="2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95"/>
            <p:cNvSpPr/>
            <p:nvPr/>
          </p:nvSpPr>
          <p:spPr>
            <a:xfrm>
              <a:off x="7249020" y="3721613"/>
              <a:ext cx="98912" cy="10950"/>
            </a:xfrm>
            <a:custGeom>
              <a:rect b="b" l="l" r="r" t="t"/>
              <a:pathLst>
                <a:path extrusionOk="0" h="335" w="3026">
                  <a:moveTo>
                    <a:pt x="168" y="1"/>
                  </a:moveTo>
                  <a:cubicBezTo>
                    <a:pt x="72" y="1"/>
                    <a:pt x="1" y="72"/>
                    <a:pt x="1" y="168"/>
                  </a:cubicBezTo>
                  <a:cubicBezTo>
                    <a:pt x="1" y="239"/>
                    <a:pt x="48" y="334"/>
                    <a:pt x="168" y="334"/>
                  </a:cubicBezTo>
                  <a:lnTo>
                    <a:pt x="2859" y="334"/>
                  </a:lnTo>
                  <a:cubicBezTo>
                    <a:pt x="2930" y="334"/>
                    <a:pt x="3025" y="287"/>
                    <a:pt x="3025" y="191"/>
                  </a:cubicBezTo>
                  <a:cubicBezTo>
                    <a:pt x="3025" y="96"/>
                    <a:pt x="2930" y="1"/>
                    <a:pt x="2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95"/>
            <p:cNvSpPr/>
            <p:nvPr/>
          </p:nvSpPr>
          <p:spPr>
            <a:xfrm>
              <a:off x="7249020" y="3748875"/>
              <a:ext cx="98912" cy="10918"/>
            </a:xfrm>
            <a:custGeom>
              <a:rect b="b" l="l" r="r" t="t"/>
              <a:pathLst>
                <a:path extrusionOk="0" h="334" w="3026">
                  <a:moveTo>
                    <a:pt x="168" y="0"/>
                  </a:moveTo>
                  <a:cubicBezTo>
                    <a:pt x="72" y="0"/>
                    <a:pt x="1" y="72"/>
                    <a:pt x="1" y="167"/>
                  </a:cubicBezTo>
                  <a:cubicBezTo>
                    <a:pt x="1" y="238"/>
                    <a:pt x="48" y="334"/>
                    <a:pt x="168" y="334"/>
                  </a:cubicBezTo>
                  <a:lnTo>
                    <a:pt x="2859" y="334"/>
                  </a:lnTo>
                  <a:cubicBezTo>
                    <a:pt x="2930" y="334"/>
                    <a:pt x="3025" y="286"/>
                    <a:pt x="3025" y="191"/>
                  </a:cubicBezTo>
                  <a:cubicBezTo>
                    <a:pt x="3025" y="72"/>
                    <a:pt x="2930" y="0"/>
                    <a:pt x="28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95"/>
            <p:cNvSpPr/>
            <p:nvPr/>
          </p:nvSpPr>
          <p:spPr>
            <a:xfrm>
              <a:off x="7250589" y="3611881"/>
              <a:ext cx="95774" cy="68513"/>
            </a:xfrm>
            <a:custGeom>
              <a:rect b="b" l="l" r="r" t="t"/>
              <a:pathLst>
                <a:path extrusionOk="0" h="2096" w="2930">
                  <a:moveTo>
                    <a:pt x="2525" y="381"/>
                  </a:moveTo>
                  <a:cubicBezTo>
                    <a:pt x="2572" y="381"/>
                    <a:pt x="2572" y="429"/>
                    <a:pt x="2572" y="429"/>
                  </a:cubicBezTo>
                  <a:lnTo>
                    <a:pt x="2572" y="1738"/>
                  </a:lnTo>
                  <a:cubicBezTo>
                    <a:pt x="2572" y="1762"/>
                    <a:pt x="2525" y="1762"/>
                    <a:pt x="2525" y="1762"/>
                  </a:cubicBezTo>
                  <a:lnTo>
                    <a:pt x="381" y="1762"/>
                  </a:lnTo>
                  <a:cubicBezTo>
                    <a:pt x="358" y="1762"/>
                    <a:pt x="358" y="1738"/>
                    <a:pt x="358" y="1738"/>
                  </a:cubicBezTo>
                  <a:lnTo>
                    <a:pt x="358" y="429"/>
                  </a:lnTo>
                  <a:cubicBezTo>
                    <a:pt x="358" y="381"/>
                    <a:pt x="381" y="381"/>
                    <a:pt x="381" y="381"/>
                  </a:cubicBezTo>
                  <a:close/>
                  <a:moveTo>
                    <a:pt x="381" y="0"/>
                  </a:moveTo>
                  <a:cubicBezTo>
                    <a:pt x="191" y="0"/>
                    <a:pt x="0" y="191"/>
                    <a:pt x="0" y="381"/>
                  </a:cubicBezTo>
                  <a:lnTo>
                    <a:pt x="0" y="1691"/>
                  </a:lnTo>
                  <a:cubicBezTo>
                    <a:pt x="24" y="1929"/>
                    <a:pt x="215" y="2096"/>
                    <a:pt x="381" y="2096"/>
                  </a:cubicBezTo>
                  <a:lnTo>
                    <a:pt x="2525" y="2096"/>
                  </a:lnTo>
                  <a:cubicBezTo>
                    <a:pt x="2739" y="2096"/>
                    <a:pt x="2930" y="1905"/>
                    <a:pt x="2930" y="1691"/>
                  </a:cubicBezTo>
                  <a:lnTo>
                    <a:pt x="2930" y="381"/>
                  </a:lnTo>
                  <a:cubicBezTo>
                    <a:pt x="2930" y="191"/>
                    <a:pt x="2739" y="0"/>
                    <a:pt x="2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95"/>
            <p:cNvSpPr/>
            <p:nvPr/>
          </p:nvSpPr>
          <p:spPr>
            <a:xfrm>
              <a:off x="7080124" y="3853180"/>
              <a:ext cx="163503" cy="47528"/>
            </a:xfrm>
            <a:custGeom>
              <a:rect b="b" l="l" r="r" t="t"/>
              <a:pathLst>
                <a:path extrusionOk="0" h="1454" w="5002">
                  <a:moveTo>
                    <a:pt x="2489" y="1024"/>
                  </a:moveTo>
                  <a:cubicBezTo>
                    <a:pt x="2485" y="1024"/>
                    <a:pt x="2481" y="1024"/>
                    <a:pt x="2477" y="1024"/>
                  </a:cubicBezTo>
                  <a:lnTo>
                    <a:pt x="2501" y="1024"/>
                  </a:lnTo>
                  <a:cubicBezTo>
                    <a:pt x="2497" y="1024"/>
                    <a:pt x="2493" y="1024"/>
                    <a:pt x="2489" y="1024"/>
                  </a:cubicBezTo>
                  <a:close/>
                  <a:moveTo>
                    <a:pt x="2929" y="0"/>
                  </a:moveTo>
                  <a:cubicBezTo>
                    <a:pt x="2810" y="0"/>
                    <a:pt x="2715" y="48"/>
                    <a:pt x="2691" y="143"/>
                  </a:cubicBezTo>
                  <a:lnTo>
                    <a:pt x="2501" y="596"/>
                  </a:lnTo>
                  <a:lnTo>
                    <a:pt x="2382" y="334"/>
                  </a:lnTo>
                  <a:cubicBezTo>
                    <a:pt x="2358" y="239"/>
                    <a:pt x="2239" y="191"/>
                    <a:pt x="2143" y="191"/>
                  </a:cubicBezTo>
                  <a:cubicBezTo>
                    <a:pt x="2072" y="191"/>
                    <a:pt x="1977" y="239"/>
                    <a:pt x="1905" y="358"/>
                  </a:cubicBezTo>
                  <a:lnTo>
                    <a:pt x="1667" y="977"/>
                  </a:lnTo>
                  <a:lnTo>
                    <a:pt x="1405" y="262"/>
                  </a:lnTo>
                  <a:cubicBezTo>
                    <a:pt x="1381" y="191"/>
                    <a:pt x="1286" y="120"/>
                    <a:pt x="1191" y="96"/>
                  </a:cubicBezTo>
                  <a:cubicBezTo>
                    <a:pt x="1119" y="96"/>
                    <a:pt x="1024" y="120"/>
                    <a:pt x="953" y="215"/>
                  </a:cubicBezTo>
                  <a:lnTo>
                    <a:pt x="715" y="596"/>
                  </a:lnTo>
                  <a:lnTo>
                    <a:pt x="191" y="596"/>
                  </a:lnTo>
                  <a:cubicBezTo>
                    <a:pt x="95" y="596"/>
                    <a:pt x="0" y="667"/>
                    <a:pt x="0" y="739"/>
                  </a:cubicBezTo>
                  <a:cubicBezTo>
                    <a:pt x="0" y="834"/>
                    <a:pt x="72" y="929"/>
                    <a:pt x="191" y="929"/>
                  </a:cubicBezTo>
                  <a:lnTo>
                    <a:pt x="786" y="929"/>
                  </a:lnTo>
                  <a:cubicBezTo>
                    <a:pt x="881" y="929"/>
                    <a:pt x="929" y="905"/>
                    <a:pt x="953" y="810"/>
                  </a:cubicBezTo>
                  <a:lnTo>
                    <a:pt x="1143" y="501"/>
                  </a:lnTo>
                  <a:lnTo>
                    <a:pt x="1429" y="1310"/>
                  </a:lnTo>
                  <a:cubicBezTo>
                    <a:pt x="1477" y="1405"/>
                    <a:pt x="1548" y="1453"/>
                    <a:pt x="1643" y="1453"/>
                  </a:cubicBezTo>
                  <a:lnTo>
                    <a:pt x="1667" y="1453"/>
                  </a:lnTo>
                  <a:cubicBezTo>
                    <a:pt x="1786" y="1453"/>
                    <a:pt x="1881" y="1405"/>
                    <a:pt x="1905" y="1286"/>
                  </a:cubicBezTo>
                  <a:lnTo>
                    <a:pt x="2143" y="620"/>
                  </a:lnTo>
                  <a:lnTo>
                    <a:pt x="2262" y="858"/>
                  </a:lnTo>
                  <a:cubicBezTo>
                    <a:pt x="2308" y="950"/>
                    <a:pt x="2377" y="1020"/>
                    <a:pt x="2489" y="1024"/>
                  </a:cubicBezTo>
                  <a:lnTo>
                    <a:pt x="2489" y="1024"/>
                  </a:lnTo>
                  <a:cubicBezTo>
                    <a:pt x="2602" y="1020"/>
                    <a:pt x="2692" y="950"/>
                    <a:pt x="2715" y="858"/>
                  </a:cubicBezTo>
                  <a:lnTo>
                    <a:pt x="2905" y="429"/>
                  </a:lnTo>
                  <a:lnTo>
                    <a:pt x="3191" y="1286"/>
                  </a:lnTo>
                  <a:cubicBezTo>
                    <a:pt x="3215" y="1405"/>
                    <a:pt x="3310" y="1453"/>
                    <a:pt x="3429" y="1453"/>
                  </a:cubicBezTo>
                  <a:cubicBezTo>
                    <a:pt x="3548" y="1453"/>
                    <a:pt x="3644" y="1405"/>
                    <a:pt x="3668" y="1286"/>
                  </a:cubicBezTo>
                  <a:lnTo>
                    <a:pt x="3858" y="834"/>
                  </a:lnTo>
                  <a:lnTo>
                    <a:pt x="4834" y="834"/>
                  </a:lnTo>
                  <a:cubicBezTo>
                    <a:pt x="4930" y="834"/>
                    <a:pt x="5001" y="786"/>
                    <a:pt x="5001" y="691"/>
                  </a:cubicBezTo>
                  <a:cubicBezTo>
                    <a:pt x="4977" y="667"/>
                    <a:pt x="4930" y="596"/>
                    <a:pt x="4834" y="596"/>
                  </a:cubicBezTo>
                  <a:lnTo>
                    <a:pt x="3763" y="596"/>
                  </a:lnTo>
                  <a:cubicBezTo>
                    <a:pt x="3763" y="596"/>
                    <a:pt x="3572" y="667"/>
                    <a:pt x="3525" y="739"/>
                  </a:cubicBezTo>
                  <a:lnTo>
                    <a:pt x="3429" y="1024"/>
                  </a:lnTo>
                  <a:lnTo>
                    <a:pt x="3167" y="191"/>
                  </a:lnTo>
                  <a:cubicBezTo>
                    <a:pt x="3144" y="96"/>
                    <a:pt x="3048" y="0"/>
                    <a:pt x="292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95"/>
            <p:cNvSpPr/>
            <p:nvPr/>
          </p:nvSpPr>
          <p:spPr>
            <a:xfrm>
              <a:off x="7265364" y="3826704"/>
              <a:ext cx="18730" cy="10950"/>
            </a:xfrm>
            <a:custGeom>
              <a:rect b="b" l="l" r="r" t="t"/>
              <a:pathLst>
                <a:path extrusionOk="0" h="335" w="573">
                  <a:moveTo>
                    <a:pt x="168" y="1"/>
                  </a:moveTo>
                  <a:cubicBezTo>
                    <a:pt x="96" y="1"/>
                    <a:pt x="1" y="72"/>
                    <a:pt x="1" y="167"/>
                  </a:cubicBezTo>
                  <a:cubicBezTo>
                    <a:pt x="1" y="239"/>
                    <a:pt x="49" y="334"/>
                    <a:pt x="168" y="334"/>
                  </a:cubicBezTo>
                  <a:lnTo>
                    <a:pt x="382" y="334"/>
                  </a:lnTo>
                  <a:cubicBezTo>
                    <a:pt x="477" y="334"/>
                    <a:pt x="572" y="287"/>
                    <a:pt x="572" y="191"/>
                  </a:cubicBezTo>
                  <a:cubicBezTo>
                    <a:pt x="572" y="96"/>
                    <a:pt x="477" y="1"/>
                    <a:pt x="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95"/>
            <p:cNvSpPr/>
            <p:nvPr/>
          </p:nvSpPr>
          <p:spPr>
            <a:xfrm>
              <a:off x="7354110" y="3826704"/>
              <a:ext cx="17945" cy="10950"/>
            </a:xfrm>
            <a:custGeom>
              <a:rect b="b" l="l" r="r" t="t"/>
              <a:pathLst>
                <a:path extrusionOk="0" h="335" w="549">
                  <a:moveTo>
                    <a:pt x="167" y="1"/>
                  </a:moveTo>
                  <a:cubicBezTo>
                    <a:pt x="72" y="1"/>
                    <a:pt x="1" y="72"/>
                    <a:pt x="1" y="167"/>
                  </a:cubicBezTo>
                  <a:cubicBezTo>
                    <a:pt x="1" y="239"/>
                    <a:pt x="48" y="334"/>
                    <a:pt x="167" y="334"/>
                  </a:cubicBezTo>
                  <a:lnTo>
                    <a:pt x="382" y="334"/>
                  </a:lnTo>
                  <a:cubicBezTo>
                    <a:pt x="477" y="334"/>
                    <a:pt x="549" y="287"/>
                    <a:pt x="549" y="191"/>
                  </a:cubicBezTo>
                  <a:cubicBezTo>
                    <a:pt x="525" y="96"/>
                    <a:pt x="477" y="1"/>
                    <a:pt x="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9" name="Google Shape;20159;p95"/>
          <p:cNvGrpSpPr/>
          <p:nvPr/>
        </p:nvGrpSpPr>
        <p:grpSpPr>
          <a:xfrm>
            <a:off x="6279625" y="3447138"/>
            <a:ext cx="368225" cy="335537"/>
            <a:chOff x="6286112" y="3594753"/>
            <a:chExt cx="368225" cy="335537"/>
          </a:xfrm>
        </p:grpSpPr>
        <p:sp>
          <p:nvSpPr>
            <p:cNvPr id="20160" name="Google Shape;20160;p95"/>
            <p:cNvSpPr/>
            <p:nvPr/>
          </p:nvSpPr>
          <p:spPr>
            <a:xfrm>
              <a:off x="6291571" y="3649243"/>
              <a:ext cx="358092" cy="223419"/>
            </a:xfrm>
            <a:custGeom>
              <a:rect b="b" l="l" r="r" t="t"/>
              <a:pathLst>
                <a:path extrusionOk="0" h="6835" w="10955">
                  <a:moveTo>
                    <a:pt x="429" y="0"/>
                  </a:moveTo>
                  <a:cubicBezTo>
                    <a:pt x="191" y="0"/>
                    <a:pt x="0" y="191"/>
                    <a:pt x="0" y="429"/>
                  </a:cubicBezTo>
                  <a:lnTo>
                    <a:pt x="0" y="6382"/>
                  </a:lnTo>
                  <a:cubicBezTo>
                    <a:pt x="0" y="6620"/>
                    <a:pt x="191" y="6835"/>
                    <a:pt x="429" y="6835"/>
                  </a:cubicBezTo>
                  <a:lnTo>
                    <a:pt x="10502" y="6835"/>
                  </a:lnTo>
                  <a:cubicBezTo>
                    <a:pt x="10764" y="6835"/>
                    <a:pt x="10955" y="6668"/>
                    <a:pt x="10955" y="6382"/>
                  </a:cubicBezTo>
                  <a:lnTo>
                    <a:pt x="10955" y="429"/>
                  </a:lnTo>
                  <a:cubicBezTo>
                    <a:pt x="10955" y="191"/>
                    <a:pt x="10740" y="0"/>
                    <a:pt x="10502"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95"/>
            <p:cNvSpPr/>
            <p:nvPr/>
          </p:nvSpPr>
          <p:spPr>
            <a:xfrm>
              <a:off x="6613052" y="3649243"/>
              <a:ext cx="36610" cy="223419"/>
            </a:xfrm>
            <a:custGeom>
              <a:rect b="b" l="l" r="r" t="t"/>
              <a:pathLst>
                <a:path extrusionOk="0" h="6835" w="1120">
                  <a:moveTo>
                    <a:pt x="0" y="0"/>
                  </a:moveTo>
                  <a:cubicBezTo>
                    <a:pt x="239" y="0"/>
                    <a:pt x="453" y="191"/>
                    <a:pt x="453" y="429"/>
                  </a:cubicBezTo>
                  <a:lnTo>
                    <a:pt x="453" y="6382"/>
                  </a:lnTo>
                  <a:cubicBezTo>
                    <a:pt x="453" y="6620"/>
                    <a:pt x="239" y="6835"/>
                    <a:pt x="0" y="6835"/>
                  </a:cubicBezTo>
                  <a:lnTo>
                    <a:pt x="667" y="6835"/>
                  </a:lnTo>
                  <a:cubicBezTo>
                    <a:pt x="905" y="6835"/>
                    <a:pt x="1120" y="6620"/>
                    <a:pt x="1120" y="6382"/>
                  </a:cubicBezTo>
                  <a:lnTo>
                    <a:pt x="1120" y="429"/>
                  </a:lnTo>
                  <a:cubicBezTo>
                    <a:pt x="1120" y="191"/>
                    <a:pt x="905" y="0"/>
                    <a:pt x="66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95"/>
            <p:cNvSpPr/>
            <p:nvPr/>
          </p:nvSpPr>
          <p:spPr>
            <a:xfrm>
              <a:off x="6292322" y="3833731"/>
              <a:ext cx="358124" cy="38931"/>
            </a:xfrm>
            <a:custGeom>
              <a:rect b="b" l="l" r="r" t="t"/>
              <a:pathLst>
                <a:path extrusionOk="0" h="1191" w="10956">
                  <a:moveTo>
                    <a:pt x="1" y="0"/>
                  </a:moveTo>
                  <a:lnTo>
                    <a:pt x="1" y="738"/>
                  </a:lnTo>
                  <a:cubicBezTo>
                    <a:pt x="1" y="976"/>
                    <a:pt x="215" y="1191"/>
                    <a:pt x="453" y="1191"/>
                  </a:cubicBezTo>
                  <a:lnTo>
                    <a:pt x="10503" y="1191"/>
                  </a:lnTo>
                  <a:cubicBezTo>
                    <a:pt x="10741" y="1191"/>
                    <a:pt x="10955" y="976"/>
                    <a:pt x="10955" y="738"/>
                  </a:cubicBezTo>
                  <a:lnTo>
                    <a:pt x="10955"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95"/>
            <p:cNvSpPr/>
            <p:nvPr/>
          </p:nvSpPr>
          <p:spPr>
            <a:xfrm>
              <a:off x="6424674" y="3872630"/>
              <a:ext cx="92669" cy="52986"/>
            </a:xfrm>
            <a:custGeom>
              <a:rect b="b" l="l" r="r" t="t"/>
              <a:pathLst>
                <a:path extrusionOk="0" h="1621" w="2835">
                  <a:moveTo>
                    <a:pt x="215" y="1"/>
                  </a:moveTo>
                  <a:lnTo>
                    <a:pt x="0" y="1620"/>
                  </a:lnTo>
                  <a:lnTo>
                    <a:pt x="2834" y="1620"/>
                  </a:lnTo>
                  <a:lnTo>
                    <a:pt x="259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95"/>
            <p:cNvSpPr/>
            <p:nvPr/>
          </p:nvSpPr>
          <p:spPr>
            <a:xfrm>
              <a:off x="6487728" y="3872630"/>
              <a:ext cx="28046" cy="52986"/>
            </a:xfrm>
            <a:custGeom>
              <a:rect b="b" l="l" r="r" t="t"/>
              <a:pathLst>
                <a:path extrusionOk="0" h="1621" w="858">
                  <a:moveTo>
                    <a:pt x="0" y="1"/>
                  </a:moveTo>
                  <a:lnTo>
                    <a:pt x="215" y="1620"/>
                  </a:lnTo>
                  <a:lnTo>
                    <a:pt x="858" y="1620"/>
                  </a:lnTo>
                  <a:lnTo>
                    <a:pt x="667"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95"/>
            <p:cNvSpPr/>
            <p:nvPr/>
          </p:nvSpPr>
          <p:spPr>
            <a:xfrm>
              <a:off x="6613052" y="3833731"/>
              <a:ext cx="36610" cy="38931"/>
            </a:xfrm>
            <a:custGeom>
              <a:rect b="b" l="l" r="r" t="t"/>
              <a:pathLst>
                <a:path extrusionOk="0" h="1191" w="1120">
                  <a:moveTo>
                    <a:pt x="453" y="0"/>
                  </a:moveTo>
                  <a:lnTo>
                    <a:pt x="453" y="738"/>
                  </a:lnTo>
                  <a:cubicBezTo>
                    <a:pt x="453" y="976"/>
                    <a:pt x="239" y="1191"/>
                    <a:pt x="0" y="1191"/>
                  </a:cubicBezTo>
                  <a:lnTo>
                    <a:pt x="667" y="1191"/>
                  </a:lnTo>
                  <a:cubicBezTo>
                    <a:pt x="905" y="1191"/>
                    <a:pt x="1120" y="976"/>
                    <a:pt x="1120" y="738"/>
                  </a:cubicBezTo>
                  <a:lnTo>
                    <a:pt x="1120"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95"/>
            <p:cNvSpPr/>
            <p:nvPr/>
          </p:nvSpPr>
          <p:spPr>
            <a:xfrm>
              <a:off x="6471384" y="3616523"/>
              <a:ext cx="131567" cy="192333"/>
            </a:xfrm>
            <a:custGeom>
              <a:rect b="b" l="l" r="r" t="t"/>
              <a:pathLst>
                <a:path extrusionOk="0" h="5884" w="4025">
                  <a:moveTo>
                    <a:pt x="500" y="1"/>
                  </a:moveTo>
                  <a:cubicBezTo>
                    <a:pt x="238" y="1"/>
                    <a:pt x="0" y="215"/>
                    <a:pt x="0" y="525"/>
                  </a:cubicBezTo>
                  <a:lnTo>
                    <a:pt x="0" y="5883"/>
                  </a:lnTo>
                  <a:cubicBezTo>
                    <a:pt x="24" y="5645"/>
                    <a:pt x="238" y="5431"/>
                    <a:pt x="500" y="5431"/>
                  </a:cubicBezTo>
                  <a:lnTo>
                    <a:pt x="3596" y="5431"/>
                  </a:lnTo>
                  <a:cubicBezTo>
                    <a:pt x="3834" y="5431"/>
                    <a:pt x="4025" y="5240"/>
                    <a:pt x="4025" y="5002"/>
                  </a:cubicBezTo>
                  <a:lnTo>
                    <a:pt x="4025" y="430"/>
                  </a:lnTo>
                  <a:cubicBezTo>
                    <a:pt x="4025" y="191"/>
                    <a:pt x="3834" y="1"/>
                    <a:pt x="3596"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95"/>
            <p:cNvSpPr/>
            <p:nvPr/>
          </p:nvSpPr>
          <p:spPr>
            <a:xfrm>
              <a:off x="6339033" y="3616523"/>
              <a:ext cx="132384" cy="193085"/>
            </a:xfrm>
            <a:custGeom>
              <a:rect b="b" l="l" r="r" t="t"/>
              <a:pathLst>
                <a:path extrusionOk="0" h="5907" w="4050">
                  <a:moveTo>
                    <a:pt x="406" y="1"/>
                  </a:moveTo>
                  <a:cubicBezTo>
                    <a:pt x="167" y="1"/>
                    <a:pt x="1" y="215"/>
                    <a:pt x="25" y="430"/>
                  </a:cubicBezTo>
                  <a:lnTo>
                    <a:pt x="25" y="5002"/>
                  </a:lnTo>
                  <a:cubicBezTo>
                    <a:pt x="25" y="5240"/>
                    <a:pt x="215" y="5431"/>
                    <a:pt x="453" y="5431"/>
                  </a:cubicBezTo>
                  <a:lnTo>
                    <a:pt x="3549" y="5431"/>
                  </a:lnTo>
                  <a:cubicBezTo>
                    <a:pt x="3811" y="5431"/>
                    <a:pt x="4025" y="5645"/>
                    <a:pt x="4049" y="5907"/>
                  </a:cubicBezTo>
                  <a:lnTo>
                    <a:pt x="4049" y="525"/>
                  </a:lnTo>
                  <a:cubicBezTo>
                    <a:pt x="4049" y="215"/>
                    <a:pt x="3811" y="1"/>
                    <a:pt x="354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95"/>
            <p:cNvSpPr/>
            <p:nvPr/>
          </p:nvSpPr>
          <p:spPr>
            <a:xfrm>
              <a:off x="6566342" y="3616523"/>
              <a:ext cx="35074" cy="177526"/>
            </a:xfrm>
            <a:custGeom>
              <a:rect b="b" l="l" r="r" t="t"/>
              <a:pathLst>
                <a:path extrusionOk="0" h="5431" w="1073">
                  <a:moveTo>
                    <a:pt x="1" y="1"/>
                  </a:moveTo>
                  <a:cubicBezTo>
                    <a:pt x="239" y="1"/>
                    <a:pt x="429" y="191"/>
                    <a:pt x="429" y="430"/>
                  </a:cubicBezTo>
                  <a:lnTo>
                    <a:pt x="429" y="5002"/>
                  </a:lnTo>
                  <a:cubicBezTo>
                    <a:pt x="429" y="5240"/>
                    <a:pt x="239" y="5431"/>
                    <a:pt x="1" y="5431"/>
                  </a:cubicBezTo>
                  <a:lnTo>
                    <a:pt x="667" y="5431"/>
                  </a:lnTo>
                  <a:cubicBezTo>
                    <a:pt x="905" y="5431"/>
                    <a:pt x="1072" y="5240"/>
                    <a:pt x="1072" y="5002"/>
                  </a:cubicBezTo>
                  <a:lnTo>
                    <a:pt x="1072" y="430"/>
                  </a:lnTo>
                  <a:cubicBezTo>
                    <a:pt x="1072" y="191"/>
                    <a:pt x="905" y="1"/>
                    <a:pt x="66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95"/>
            <p:cNvSpPr/>
            <p:nvPr/>
          </p:nvSpPr>
          <p:spPr>
            <a:xfrm>
              <a:off x="6470600" y="3794016"/>
              <a:ext cx="16376" cy="14840"/>
            </a:xfrm>
            <a:custGeom>
              <a:rect b="b" l="l" r="r" t="t"/>
              <a:pathLst>
                <a:path extrusionOk="0" h="454" w="501">
                  <a:moveTo>
                    <a:pt x="0" y="1"/>
                  </a:moveTo>
                  <a:lnTo>
                    <a:pt x="0" y="453"/>
                  </a:lnTo>
                  <a:cubicBezTo>
                    <a:pt x="24" y="167"/>
                    <a:pt x="238" y="1"/>
                    <a:pt x="500"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95"/>
            <p:cNvSpPr/>
            <p:nvPr/>
          </p:nvSpPr>
          <p:spPr>
            <a:xfrm>
              <a:off x="6433238" y="3616523"/>
              <a:ext cx="38931" cy="193085"/>
            </a:xfrm>
            <a:custGeom>
              <a:rect b="b" l="l" r="r" t="t"/>
              <a:pathLst>
                <a:path extrusionOk="0" h="5907" w="1191">
                  <a:moveTo>
                    <a:pt x="0" y="1"/>
                  </a:moveTo>
                  <a:cubicBezTo>
                    <a:pt x="262" y="1"/>
                    <a:pt x="500" y="215"/>
                    <a:pt x="500" y="525"/>
                  </a:cubicBezTo>
                  <a:lnTo>
                    <a:pt x="500" y="5431"/>
                  </a:lnTo>
                  <a:lnTo>
                    <a:pt x="691" y="5431"/>
                  </a:lnTo>
                  <a:cubicBezTo>
                    <a:pt x="953" y="5431"/>
                    <a:pt x="1167" y="5645"/>
                    <a:pt x="1191" y="5907"/>
                  </a:cubicBezTo>
                  <a:lnTo>
                    <a:pt x="1191" y="525"/>
                  </a:lnTo>
                  <a:cubicBezTo>
                    <a:pt x="1143" y="239"/>
                    <a:pt x="929" y="1"/>
                    <a:pt x="66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95"/>
            <p:cNvSpPr/>
            <p:nvPr/>
          </p:nvSpPr>
          <p:spPr>
            <a:xfrm>
              <a:off x="6416894" y="3600179"/>
              <a:ext cx="26477" cy="96363"/>
            </a:xfrm>
            <a:custGeom>
              <a:rect b="b" l="l" r="r" t="t"/>
              <a:pathLst>
                <a:path extrusionOk="0" h="2948" w="810">
                  <a:moveTo>
                    <a:pt x="48" y="1"/>
                  </a:moveTo>
                  <a:cubicBezTo>
                    <a:pt x="24" y="1"/>
                    <a:pt x="0" y="25"/>
                    <a:pt x="0" y="48"/>
                  </a:cubicBezTo>
                  <a:lnTo>
                    <a:pt x="0" y="2882"/>
                  </a:lnTo>
                  <a:cubicBezTo>
                    <a:pt x="0" y="2930"/>
                    <a:pt x="24" y="2930"/>
                    <a:pt x="24" y="2930"/>
                  </a:cubicBezTo>
                  <a:lnTo>
                    <a:pt x="405" y="2716"/>
                  </a:lnTo>
                  <a:lnTo>
                    <a:pt x="453" y="2716"/>
                  </a:lnTo>
                  <a:lnTo>
                    <a:pt x="715" y="2882"/>
                  </a:lnTo>
                  <a:lnTo>
                    <a:pt x="762" y="2930"/>
                  </a:lnTo>
                  <a:cubicBezTo>
                    <a:pt x="762" y="2942"/>
                    <a:pt x="774" y="2948"/>
                    <a:pt x="786" y="2948"/>
                  </a:cubicBezTo>
                  <a:cubicBezTo>
                    <a:pt x="798" y="2948"/>
                    <a:pt x="810" y="2942"/>
                    <a:pt x="810" y="2930"/>
                  </a:cubicBezTo>
                  <a:lnTo>
                    <a:pt x="810" y="48"/>
                  </a:lnTo>
                  <a:cubicBezTo>
                    <a:pt x="810" y="25"/>
                    <a:pt x="762" y="1"/>
                    <a:pt x="738"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95"/>
            <p:cNvSpPr/>
            <p:nvPr/>
          </p:nvSpPr>
          <p:spPr>
            <a:xfrm>
              <a:off x="6501718" y="3643000"/>
              <a:ext cx="75541" cy="50633"/>
            </a:xfrm>
            <a:custGeom>
              <a:rect b="b" l="l" r="r" t="t"/>
              <a:pathLst>
                <a:path extrusionOk="0" h="1549" w="2311">
                  <a:moveTo>
                    <a:pt x="191" y="1"/>
                  </a:moveTo>
                  <a:cubicBezTo>
                    <a:pt x="72" y="1"/>
                    <a:pt x="1" y="96"/>
                    <a:pt x="1" y="215"/>
                  </a:cubicBezTo>
                  <a:lnTo>
                    <a:pt x="1" y="1334"/>
                  </a:lnTo>
                  <a:cubicBezTo>
                    <a:pt x="1" y="1453"/>
                    <a:pt x="72" y="1549"/>
                    <a:pt x="191" y="1549"/>
                  </a:cubicBezTo>
                  <a:lnTo>
                    <a:pt x="2097" y="1549"/>
                  </a:lnTo>
                  <a:cubicBezTo>
                    <a:pt x="2192" y="1549"/>
                    <a:pt x="2311" y="1453"/>
                    <a:pt x="2311" y="1334"/>
                  </a:cubicBezTo>
                  <a:lnTo>
                    <a:pt x="2311" y="215"/>
                  </a:lnTo>
                  <a:cubicBezTo>
                    <a:pt x="2311" y="96"/>
                    <a:pt x="2216" y="1"/>
                    <a:pt x="2097"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95"/>
            <p:cNvSpPr/>
            <p:nvPr/>
          </p:nvSpPr>
          <p:spPr>
            <a:xfrm>
              <a:off x="6286112" y="3594753"/>
              <a:ext cx="368225" cy="335537"/>
            </a:xfrm>
            <a:custGeom>
              <a:rect b="b" l="l" r="r" t="t"/>
              <a:pathLst>
                <a:path extrusionOk="0" h="10265" w="11265">
                  <a:moveTo>
                    <a:pt x="4620" y="310"/>
                  </a:moveTo>
                  <a:cubicBezTo>
                    <a:pt x="4620" y="310"/>
                    <a:pt x="4644" y="310"/>
                    <a:pt x="4644" y="357"/>
                  </a:cubicBezTo>
                  <a:lnTo>
                    <a:pt x="4644" y="2786"/>
                  </a:lnTo>
                  <a:lnTo>
                    <a:pt x="4573" y="2739"/>
                  </a:lnTo>
                  <a:cubicBezTo>
                    <a:pt x="4537" y="2703"/>
                    <a:pt x="4495" y="2685"/>
                    <a:pt x="4454" y="2685"/>
                  </a:cubicBezTo>
                  <a:cubicBezTo>
                    <a:pt x="4412" y="2685"/>
                    <a:pt x="4370" y="2703"/>
                    <a:pt x="4335" y="2739"/>
                  </a:cubicBezTo>
                  <a:lnTo>
                    <a:pt x="4168" y="2810"/>
                  </a:lnTo>
                  <a:lnTo>
                    <a:pt x="4168" y="357"/>
                  </a:lnTo>
                  <a:lnTo>
                    <a:pt x="4620" y="310"/>
                  </a:lnTo>
                  <a:close/>
                  <a:moveTo>
                    <a:pt x="5168" y="881"/>
                  </a:moveTo>
                  <a:cubicBezTo>
                    <a:pt x="5335" y="881"/>
                    <a:pt x="5478" y="1024"/>
                    <a:pt x="5478" y="1215"/>
                  </a:cubicBezTo>
                  <a:lnTo>
                    <a:pt x="5478" y="6025"/>
                  </a:lnTo>
                  <a:cubicBezTo>
                    <a:pt x="5406" y="5977"/>
                    <a:pt x="5287" y="5954"/>
                    <a:pt x="5168" y="5954"/>
                  </a:cubicBezTo>
                  <a:lnTo>
                    <a:pt x="2025" y="5954"/>
                  </a:lnTo>
                  <a:cubicBezTo>
                    <a:pt x="1882" y="5954"/>
                    <a:pt x="1786" y="5835"/>
                    <a:pt x="1786" y="5716"/>
                  </a:cubicBezTo>
                  <a:lnTo>
                    <a:pt x="1786" y="1119"/>
                  </a:lnTo>
                  <a:cubicBezTo>
                    <a:pt x="1786" y="976"/>
                    <a:pt x="1905" y="881"/>
                    <a:pt x="2025" y="881"/>
                  </a:cubicBezTo>
                  <a:lnTo>
                    <a:pt x="3811" y="881"/>
                  </a:lnTo>
                  <a:lnTo>
                    <a:pt x="3811" y="3001"/>
                  </a:lnTo>
                  <a:cubicBezTo>
                    <a:pt x="3811" y="3025"/>
                    <a:pt x="3811" y="3096"/>
                    <a:pt x="3858" y="3120"/>
                  </a:cubicBezTo>
                  <a:cubicBezTo>
                    <a:pt x="3906" y="3215"/>
                    <a:pt x="3977" y="3239"/>
                    <a:pt x="4049" y="3239"/>
                  </a:cubicBezTo>
                  <a:cubicBezTo>
                    <a:pt x="4096" y="3239"/>
                    <a:pt x="4144" y="3239"/>
                    <a:pt x="4168" y="3191"/>
                  </a:cubicBezTo>
                  <a:lnTo>
                    <a:pt x="4406" y="3048"/>
                  </a:lnTo>
                  <a:lnTo>
                    <a:pt x="4620" y="3167"/>
                  </a:lnTo>
                  <a:cubicBezTo>
                    <a:pt x="4670" y="3184"/>
                    <a:pt x="4708" y="3212"/>
                    <a:pt x="4750" y="3212"/>
                  </a:cubicBezTo>
                  <a:cubicBezTo>
                    <a:pt x="4769" y="3212"/>
                    <a:pt x="4789" y="3206"/>
                    <a:pt x="4811" y="3191"/>
                  </a:cubicBezTo>
                  <a:cubicBezTo>
                    <a:pt x="4882" y="3167"/>
                    <a:pt x="4978" y="3096"/>
                    <a:pt x="4978" y="3001"/>
                  </a:cubicBezTo>
                  <a:lnTo>
                    <a:pt x="4978" y="881"/>
                  </a:lnTo>
                  <a:close/>
                  <a:moveTo>
                    <a:pt x="10693" y="1810"/>
                  </a:moveTo>
                  <a:cubicBezTo>
                    <a:pt x="10836" y="1810"/>
                    <a:pt x="10955" y="1929"/>
                    <a:pt x="10955" y="2072"/>
                  </a:cubicBezTo>
                  <a:lnTo>
                    <a:pt x="10955" y="7144"/>
                  </a:lnTo>
                  <a:lnTo>
                    <a:pt x="3001" y="7144"/>
                  </a:lnTo>
                  <a:cubicBezTo>
                    <a:pt x="2953" y="7144"/>
                    <a:pt x="2858" y="7192"/>
                    <a:pt x="2858" y="7263"/>
                  </a:cubicBezTo>
                  <a:cubicBezTo>
                    <a:pt x="2834" y="7335"/>
                    <a:pt x="2929" y="7430"/>
                    <a:pt x="3001" y="7430"/>
                  </a:cubicBezTo>
                  <a:lnTo>
                    <a:pt x="10955" y="7430"/>
                  </a:lnTo>
                  <a:lnTo>
                    <a:pt x="10955" y="8026"/>
                  </a:lnTo>
                  <a:cubicBezTo>
                    <a:pt x="10931" y="8216"/>
                    <a:pt x="10812" y="8335"/>
                    <a:pt x="10669" y="8335"/>
                  </a:cubicBezTo>
                  <a:lnTo>
                    <a:pt x="596" y="8335"/>
                  </a:lnTo>
                  <a:cubicBezTo>
                    <a:pt x="453" y="8335"/>
                    <a:pt x="334" y="8216"/>
                    <a:pt x="334" y="8049"/>
                  </a:cubicBezTo>
                  <a:lnTo>
                    <a:pt x="334" y="7502"/>
                  </a:lnTo>
                  <a:lnTo>
                    <a:pt x="2310" y="7502"/>
                  </a:lnTo>
                  <a:cubicBezTo>
                    <a:pt x="2382" y="7502"/>
                    <a:pt x="2453" y="7430"/>
                    <a:pt x="2477" y="7335"/>
                  </a:cubicBezTo>
                  <a:cubicBezTo>
                    <a:pt x="2477" y="7263"/>
                    <a:pt x="2429" y="7168"/>
                    <a:pt x="2334" y="7168"/>
                  </a:cubicBezTo>
                  <a:lnTo>
                    <a:pt x="334" y="7168"/>
                  </a:lnTo>
                  <a:lnTo>
                    <a:pt x="334" y="2096"/>
                  </a:lnTo>
                  <a:cubicBezTo>
                    <a:pt x="334" y="1953"/>
                    <a:pt x="453" y="1834"/>
                    <a:pt x="596" y="1834"/>
                  </a:cubicBezTo>
                  <a:lnTo>
                    <a:pt x="1477" y="1834"/>
                  </a:lnTo>
                  <a:lnTo>
                    <a:pt x="1477" y="5716"/>
                  </a:lnTo>
                  <a:cubicBezTo>
                    <a:pt x="1477" y="6025"/>
                    <a:pt x="1739" y="6263"/>
                    <a:pt x="2025" y="6263"/>
                  </a:cubicBezTo>
                  <a:lnTo>
                    <a:pt x="5120" y="6263"/>
                  </a:lnTo>
                  <a:cubicBezTo>
                    <a:pt x="5311" y="6263"/>
                    <a:pt x="5454" y="6382"/>
                    <a:pt x="5454" y="6573"/>
                  </a:cubicBezTo>
                  <a:cubicBezTo>
                    <a:pt x="5454" y="6668"/>
                    <a:pt x="5549" y="6716"/>
                    <a:pt x="5644" y="6716"/>
                  </a:cubicBezTo>
                  <a:cubicBezTo>
                    <a:pt x="5716" y="6716"/>
                    <a:pt x="5787" y="6668"/>
                    <a:pt x="5811" y="6573"/>
                  </a:cubicBezTo>
                  <a:cubicBezTo>
                    <a:pt x="5835" y="6382"/>
                    <a:pt x="5954" y="6263"/>
                    <a:pt x="6144" y="6263"/>
                  </a:cubicBezTo>
                  <a:lnTo>
                    <a:pt x="9240" y="6263"/>
                  </a:lnTo>
                  <a:cubicBezTo>
                    <a:pt x="9574" y="6263"/>
                    <a:pt x="9836" y="6001"/>
                    <a:pt x="9836" y="5668"/>
                  </a:cubicBezTo>
                  <a:lnTo>
                    <a:pt x="9836" y="1810"/>
                  </a:lnTo>
                  <a:close/>
                  <a:moveTo>
                    <a:pt x="6668" y="8645"/>
                  </a:moveTo>
                  <a:lnTo>
                    <a:pt x="6859" y="9931"/>
                  </a:lnTo>
                  <a:lnTo>
                    <a:pt x="4406" y="9931"/>
                  </a:lnTo>
                  <a:lnTo>
                    <a:pt x="4597" y="8645"/>
                  </a:lnTo>
                  <a:close/>
                  <a:moveTo>
                    <a:pt x="4144" y="0"/>
                  </a:moveTo>
                  <a:cubicBezTo>
                    <a:pt x="3930" y="0"/>
                    <a:pt x="3787" y="143"/>
                    <a:pt x="3787" y="357"/>
                  </a:cubicBezTo>
                  <a:lnTo>
                    <a:pt x="3787" y="524"/>
                  </a:lnTo>
                  <a:lnTo>
                    <a:pt x="2001" y="524"/>
                  </a:lnTo>
                  <a:cubicBezTo>
                    <a:pt x="1667" y="524"/>
                    <a:pt x="1429" y="786"/>
                    <a:pt x="1429" y="1096"/>
                  </a:cubicBezTo>
                  <a:lnTo>
                    <a:pt x="1429" y="1477"/>
                  </a:lnTo>
                  <a:lnTo>
                    <a:pt x="596" y="1477"/>
                  </a:lnTo>
                  <a:cubicBezTo>
                    <a:pt x="262" y="1477"/>
                    <a:pt x="0" y="1739"/>
                    <a:pt x="0" y="2072"/>
                  </a:cubicBezTo>
                  <a:lnTo>
                    <a:pt x="0" y="8049"/>
                  </a:lnTo>
                  <a:cubicBezTo>
                    <a:pt x="0" y="8383"/>
                    <a:pt x="262" y="8645"/>
                    <a:pt x="596" y="8645"/>
                  </a:cubicBezTo>
                  <a:lnTo>
                    <a:pt x="4287" y="8645"/>
                  </a:lnTo>
                  <a:lnTo>
                    <a:pt x="4120" y="9931"/>
                  </a:lnTo>
                  <a:lnTo>
                    <a:pt x="3549" y="9931"/>
                  </a:lnTo>
                  <a:cubicBezTo>
                    <a:pt x="3453" y="9931"/>
                    <a:pt x="3406" y="10002"/>
                    <a:pt x="3358" y="10074"/>
                  </a:cubicBezTo>
                  <a:cubicBezTo>
                    <a:pt x="3358" y="10169"/>
                    <a:pt x="3430" y="10264"/>
                    <a:pt x="3525" y="10264"/>
                  </a:cubicBezTo>
                  <a:lnTo>
                    <a:pt x="7692" y="10264"/>
                  </a:lnTo>
                  <a:cubicBezTo>
                    <a:pt x="7764" y="10264"/>
                    <a:pt x="7835" y="10193"/>
                    <a:pt x="7859" y="10121"/>
                  </a:cubicBezTo>
                  <a:cubicBezTo>
                    <a:pt x="7859" y="10026"/>
                    <a:pt x="7811" y="9931"/>
                    <a:pt x="7716" y="9931"/>
                  </a:cubicBezTo>
                  <a:lnTo>
                    <a:pt x="7168" y="9931"/>
                  </a:lnTo>
                  <a:lnTo>
                    <a:pt x="7002" y="8645"/>
                  </a:lnTo>
                  <a:lnTo>
                    <a:pt x="10669" y="8645"/>
                  </a:lnTo>
                  <a:cubicBezTo>
                    <a:pt x="10979" y="8645"/>
                    <a:pt x="11265" y="8383"/>
                    <a:pt x="11265" y="8049"/>
                  </a:cubicBezTo>
                  <a:lnTo>
                    <a:pt x="11265" y="2096"/>
                  </a:lnTo>
                  <a:cubicBezTo>
                    <a:pt x="11265" y="1786"/>
                    <a:pt x="11003" y="1500"/>
                    <a:pt x="10669" y="1500"/>
                  </a:cubicBezTo>
                  <a:lnTo>
                    <a:pt x="9836" y="1500"/>
                  </a:lnTo>
                  <a:lnTo>
                    <a:pt x="9836" y="715"/>
                  </a:lnTo>
                  <a:cubicBezTo>
                    <a:pt x="9836" y="619"/>
                    <a:pt x="9740" y="524"/>
                    <a:pt x="9645" y="524"/>
                  </a:cubicBezTo>
                  <a:lnTo>
                    <a:pt x="7145" y="524"/>
                  </a:lnTo>
                  <a:cubicBezTo>
                    <a:pt x="7145" y="524"/>
                    <a:pt x="7121" y="524"/>
                    <a:pt x="7121" y="548"/>
                  </a:cubicBezTo>
                  <a:cubicBezTo>
                    <a:pt x="6978" y="715"/>
                    <a:pt x="7097" y="881"/>
                    <a:pt x="7216" y="881"/>
                  </a:cubicBezTo>
                  <a:lnTo>
                    <a:pt x="9264" y="881"/>
                  </a:lnTo>
                  <a:cubicBezTo>
                    <a:pt x="9407" y="881"/>
                    <a:pt x="9502" y="1000"/>
                    <a:pt x="9502" y="1119"/>
                  </a:cubicBezTo>
                  <a:lnTo>
                    <a:pt x="9502" y="5716"/>
                  </a:lnTo>
                  <a:cubicBezTo>
                    <a:pt x="9502" y="5858"/>
                    <a:pt x="9383" y="5954"/>
                    <a:pt x="9264" y="5954"/>
                  </a:cubicBezTo>
                  <a:lnTo>
                    <a:pt x="6144" y="5954"/>
                  </a:lnTo>
                  <a:cubicBezTo>
                    <a:pt x="6025" y="5954"/>
                    <a:pt x="5906" y="5977"/>
                    <a:pt x="5811" y="6025"/>
                  </a:cubicBezTo>
                  <a:lnTo>
                    <a:pt x="5811" y="1024"/>
                  </a:lnTo>
                  <a:cubicBezTo>
                    <a:pt x="5811" y="953"/>
                    <a:pt x="5906" y="857"/>
                    <a:pt x="5978" y="857"/>
                  </a:cubicBezTo>
                  <a:lnTo>
                    <a:pt x="6573" y="857"/>
                  </a:lnTo>
                  <a:cubicBezTo>
                    <a:pt x="6621" y="857"/>
                    <a:pt x="6645" y="857"/>
                    <a:pt x="6645" y="834"/>
                  </a:cubicBezTo>
                  <a:cubicBezTo>
                    <a:pt x="6764" y="667"/>
                    <a:pt x="6668" y="524"/>
                    <a:pt x="6525" y="524"/>
                  </a:cubicBezTo>
                  <a:lnTo>
                    <a:pt x="6144" y="524"/>
                  </a:lnTo>
                  <a:cubicBezTo>
                    <a:pt x="5930" y="524"/>
                    <a:pt x="5787" y="619"/>
                    <a:pt x="5644" y="762"/>
                  </a:cubicBezTo>
                  <a:cubicBezTo>
                    <a:pt x="5525" y="619"/>
                    <a:pt x="5335" y="524"/>
                    <a:pt x="5120" y="524"/>
                  </a:cubicBezTo>
                  <a:lnTo>
                    <a:pt x="4954" y="524"/>
                  </a:lnTo>
                  <a:lnTo>
                    <a:pt x="4954" y="357"/>
                  </a:lnTo>
                  <a:cubicBezTo>
                    <a:pt x="4954" y="143"/>
                    <a:pt x="4787" y="0"/>
                    <a:pt x="45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95"/>
            <p:cNvSpPr/>
            <p:nvPr/>
          </p:nvSpPr>
          <p:spPr>
            <a:xfrm>
              <a:off x="6361620" y="3646105"/>
              <a:ext cx="36610" cy="10950"/>
            </a:xfrm>
            <a:custGeom>
              <a:rect b="b" l="l" r="r" t="t"/>
              <a:pathLst>
                <a:path extrusionOk="0" h="335" w="1120">
                  <a:moveTo>
                    <a:pt x="191" y="1"/>
                  </a:moveTo>
                  <a:cubicBezTo>
                    <a:pt x="119" y="1"/>
                    <a:pt x="48" y="48"/>
                    <a:pt x="24" y="144"/>
                  </a:cubicBezTo>
                  <a:cubicBezTo>
                    <a:pt x="0" y="239"/>
                    <a:pt x="48" y="334"/>
                    <a:pt x="167" y="334"/>
                  </a:cubicBezTo>
                  <a:lnTo>
                    <a:pt x="953" y="334"/>
                  </a:lnTo>
                  <a:cubicBezTo>
                    <a:pt x="1024" y="334"/>
                    <a:pt x="1096" y="263"/>
                    <a:pt x="1120" y="168"/>
                  </a:cubicBezTo>
                  <a:cubicBezTo>
                    <a:pt x="1120" y="96"/>
                    <a:pt x="1072"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95"/>
            <p:cNvSpPr/>
            <p:nvPr/>
          </p:nvSpPr>
          <p:spPr>
            <a:xfrm>
              <a:off x="6361620" y="3668692"/>
              <a:ext cx="36610" cy="10166"/>
            </a:xfrm>
            <a:custGeom>
              <a:rect b="b" l="l" r="r" t="t"/>
              <a:pathLst>
                <a:path extrusionOk="0" h="311" w="1120">
                  <a:moveTo>
                    <a:pt x="191" y="0"/>
                  </a:moveTo>
                  <a:cubicBezTo>
                    <a:pt x="119" y="0"/>
                    <a:pt x="48" y="48"/>
                    <a:pt x="24" y="143"/>
                  </a:cubicBezTo>
                  <a:cubicBezTo>
                    <a:pt x="0" y="239"/>
                    <a:pt x="48" y="310"/>
                    <a:pt x="167" y="310"/>
                  </a:cubicBezTo>
                  <a:lnTo>
                    <a:pt x="953" y="310"/>
                  </a:lnTo>
                  <a:cubicBezTo>
                    <a:pt x="1024" y="310"/>
                    <a:pt x="1096" y="262"/>
                    <a:pt x="1120" y="167"/>
                  </a:cubicBezTo>
                  <a:cubicBezTo>
                    <a:pt x="1120" y="72"/>
                    <a:pt x="1072" y="0"/>
                    <a:pt x="9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95"/>
            <p:cNvSpPr/>
            <p:nvPr/>
          </p:nvSpPr>
          <p:spPr>
            <a:xfrm>
              <a:off x="6361620" y="3690495"/>
              <a:ext cx="36610" cy="10918"/>
            </a:xfrm>
            <a:custGeom>
              <a:rect b="b" l="l" r="r" t="t"/>
              <a:pathLst>
                <a:path extrusionOk="0" h="334" w="1120">
                  <a:moveTo>
                    <a:pt x="191" y="0"/>
                  </a:moveTo>
                  <a:cubicBezTo>
                    <a:pt x="119" y="0"/>
                    <a:pt x="48" y="72"/>
                    <a:pt x="24" y="167"/>
                  </a:cubicBezTo>
                  <a:cubicBezTo>
                    <a:pt x="0" y="238"/>
                    <a:pt x="48" y="334"/>
                    <a:pt x="167" y="334"/>
                  </a:cubicBezTo>
                  <a:lnTo>
                    <a:pt x="953" y="334"/>
                  </a:lnTo>
                  <a:cubicBezTo>
                    <a:pt x="1024" y="334"/>
                    <a:pt x="1096" y="286"/>
                    <a:pt x="1120" y="191"/>
                  </a:cubicBezTo>
                  <a:cubicBezTo>
                    <a:pt x="1120" y="96"/>
                    <a:pt x="1072" y="0"/>
                    <a:pt x="9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95"/>
            <p:cNvSpPr/>
            <p:nvPr/>
          </p:nvSpPr>
          <p:spPr>
            <a:xfrm>
              <a:off x="6361620" y="3713049"/>
              <a:ext cx="91100" cy="10950"/>
            </a:xfrm>
            <a:custGeom>
              <a:rect b="b" l="l" r="r" t="t"/>
              <a:pathLst>
                <a:path extrusionOk="0" h="335" w="2787">
                  <a:moveTo>
                    <a:pt x="191" y="1"/>
                  </a:moveTo>
                  <a:cubicBezTo>
                    <a:pt x="119" y="1"/>
                    <a:pt x="48" y="72"/>
                    <a:pt x="24" y="144"/>
                  </a:cubicBezTo>
                  <a:cubicBezTo>
                    <a:pt x="0" y="239"/>
                    <a:pt x="48" y="334"/>
                    <a:pt x="167" y="334"/>
                  </a:cubicBezTo>
                  <a:lnTo>
                    <a:pt x="2620" y="334"/>
                  </a:lnTo>
                  <a:cubicBezTo>
                    <a:pt x="2691" y="334"/>
                    <a:pt x="2763" y="263"/>
                    <a:pt x="2787" y="191"/>
                  </a:cubicBezTo>
                  <a:cubicBezTo>
                    <a:pt x="2787" y="96"/>
                    <a:pt x="2739" y="1"/>
                    <a:pt x="2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95"/>
            <p:cNvSpPr/>
            <p:nvPr/>
          </p:nvSpPr>
          <p:spPr>
            <a:xfrm>
              <a:off x="6361620" y="3736421"/>
              <a:ext cx="91100" cy="10918"/>
            </a:xfrm>
            <a:custGeom>
              <a:rect b="b" l="l" r="r" t="t"/>
              <a:pathLst>
                <a:path extrusionOk="0" h="334" w="2787">
                  <a:moveTo>
                    <a:pt x="191" y="0"/>
                  </a:moveTo>
                  <a:cubicBezTo>
                    <a:pt x="119" y="0"/>
                    <a:pt x="48" y="48"/>
                    <a:pt x="24" y="143"/>
                  </a:cubicBezTo>
                  <a:cubicBezTo>
                    <a:pt x="0" y="238"/>
                    <a:pt x="48" y="334"/>
                    <a:pt x="167" y="334"/>
                  </a:cubicBezTo>
                  <a:lnTo>
                    <a:pt x="2620" y="334"/>
                  </a:lnTo>
                  <a:cubicBezTo>
                    <a:pt x="2691" y="334"/>
                    <a:pt x="2763" y="262"/>
                    <a:pt x="2787" y="191"/>
                  </a:cubicBezTo>
                  <a:cubicBezTo>
                    <a:pt x="2787" y="96"/>
                    <a:pt x="2739" y="0"/>
                    <a:pt x="2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95"/>
            <p:cNvSpPr/>
            <p:nvPr/>
          </p:nvSpPr>
          <p:spPr>
            <a:xfrm>
              <a:off x="6361620" y="3759760"/>
              <a:ext cx="91100" cy="10950"/>
            </a:xfrm>
            <a:custGeom>
              <a:rect b="b" l="l" r="r" t="t"/>
              <a:pathLst>
                <a:path extrusionOk="0" h="335" w="2787">
                  <a:moveTo>
                    <a:pt x="191" y="1"/>
                  </a:moveTo>
                  <a:cubicBezTo>
                    <a:pt x="119" y="1"/>
                    <a:pt x="48" y="72"/>
                    <a:pt x="24" y="144"/>
                  </a:cubicBezTo>
                  <a:cubicBezTo>
                    <a:pt x="0" y="263"/>
                    <a:pt x="48" y="334"/>
                    <a:pt x="167" y="334"/>
                  </a:cubicBezTo>
                  <a:lnTo>
                    <a:pt x="2620" y="334"/>
                  </a:lnTo>
                  <a:cubicBezTo>
                    <a:pt x="2691" y="334"/>
                    <a:pt x="2763" y="263"/>
                    <a:pt x="2787" y="191"/>
                  </a:cubicBezTo>
                  <a:cubicBezTo>
                    <a:pt x="2787" y="96"/>
                    <a:pt x="2739" y="1"/>
                    <a:pt x="2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95"/>
            <p:cNvSpPr/>
            <p:nvPr/>
          </p:nvSpPr>
          <p:spPr>
            <a:xfrm>
              <a:off x="6493939" y="3713049"/>
              <a:ext cx="90348" cy="10950"/>
            </a:xfrm>
            <a:custGeom>
              <a:rect b="b" l="l" r="r" t="t"/>
              <a:pathLst>
                <a:path extrusionOk="0" h="335" w="2764">
                  <a:moveTo>
                    <a:pt x="167" y="1"/>
                  </a:moveTo>
                  <a:cubicBezTo>
                    <a:pt x="72" y="1"/>
                    <a:pt x="25" y="72"/>
                    <a:pt x="1" y="144"/>
                  </a:cubicBezTo>
                  <a:cubicBezTo>
                    <a:pt x="1" y="239"/>
                    <a:pt x="48" y="334"/>
                    <a:pt x="144" y="334"/>
                  </a:cubicBezTo>
                  <a:lnTo>
                    <a:pt x="2573" y="334"/>
                  </a:lnTo>
                  <a:cubicBezTo>
                    <a:pt x="2668" y="334"/>
                    <a:pt x="2739" y="263"/>
                    <a:pt x="2763" y="191"/>
                  </a:cubicBezTo>
                  <a:cubicBezTo>
                    <a:pt x="2763" y="96"/>
                    <a:pt x="2692" y="1"/>
                    <a:pt x="2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95"/>
            <p:cNvSpPr/>
            <p:nvPr/>
          </p:nvSpPr>
          <p:spPr>
            <a:xfrm>
              <a:off x="6493939" y="3736421"/>
              <a:ext cx="90348" cy="10918"/>
            </a:xfrm>
            <a:custGeom>
              <a:rect b="b" l="l" r="r" t="t"/>
              <a:pathLst>
                <a:path extrusionOk="0" h="334" w="2764">
                  <a:moveTo>
                    <a:pt x="167" y="0"/>
                  </a:moveTo>
                  <a:cubicBezTo>
                    <a:pt x="72" y="0"/>
                    <a:pt x="25" y="72"/>
                    <a:pt x="1" y="143"/>
                  </a:cubicBezTo>
                  <a:cubicBezTo>
                    <a:pt x="1" y="238"/>
                    <a:pt x="48" y="334"/>
                    <a:pt x="144" y="334"/>
                  </a:cubicBezTo>
                  <a:lnTo>
                    <a:pt x="2573" y="334"/>
                  </a:lnTo>
                  <a:cubicBezTo>
                    <a:pt x="2668" y="334"/>
                    <a:pt x="2739" y="262"/>
                    <a:pt x="2763" y="191"/>
                  </a:cubicBezTo>
                  <a:cubicBezTo>
                    <a:pt x="2763" y="96"/>
                    <a:pt x="2692" y="0"/>
                    <a:pt x="2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95"/>
            <p:cNvSpPr/>
            <p:nvPr/>
          </p:nvSpPr>
          <p:spPr>
            <a:xfrm>
              <a:off x="6493939" y="3759760"/>
              <a:ext cx="90348" cy="10950"/>
            </a:xfrm>
            <a:custGeom>
              <a:rect b="b" l="l" r="r" t="t"/>
              <a:pathLst>
                <a:path extrusionOk="0" h="335" w="2764">
                  <a:moveTo>
                    <a:pt x="167" y="1"/>
                  </a:moveTo>
                  <a:cubicBezTo>
                    <a:pt x="72" y="1"/>
                    <a:pt x="25" y="72"/>
                    <a:pt x="1" y="144"/>
                  </a:cubicBezTo>
                  <a:cubicBezTo>
                    <a:pt x="1" y="239"/>
                    <a:pt x="48" y="334"/>
                    <a:pt x="144" y="334"/>
                  </a:cubicBezTo>
                  <a:lnTo>
                    <a:pt x="2573" y="334"/>
                  </a:lnTo>
                  <a:cubicBezTo>
                    <a:pt x="2668" y="334"/>
                    <a:pt x="2739" y="263"/>
                    <a:pt x="2763" y="191"/>
                  </a:cubicBezTo>
                  <a:cubicBezTo>
                    <a:pt x="2763" y="96"/>
                    <a:pt x="2692" y="1"/>
                    <a:pt x="2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95"/>
            <p:cNvSpPr/>
            <p:nvPr/>
          </p:nvSpPr>
          <p:spPr>
            <a:xfrm>
              <a:off x="6494723" y="3639110"/>
              <a:ext cx="87210" cy="62302"/>
            </a:xfrm>
            <a:custGeom>
              <a:rect b="b" l="l" r="r" t="t"/>
              <a:pathLst>
                <a:path extrusionOk="0" h="1906" w="2668">
                  <a:moveTo>
                    <a:pt x="2287" y="334"/>
                  </a:moveTo>
                  <a:cubicBezTo>
                    <a:pt x="2311" y="334"/>
                    <a:pt x="2311" y="358"/>
                    <a:pt x="2311" y="358"/>
                  </a:cubicBezTo>
                  <a:lnTo>
                    <a:pt x="2311" y="1501"/>
                  </a:lnTo>
                  <a:cubicBezTo>
                    <a:pt x="2358" y="1525"/>
                    <a:pt x="2311" y="1525"/>
                    <a:pt x="2287" y="1525"/>
                  </a:cubicBezTo>
                  <a:lnTo>
                    <a:pt x="382" y="1525"/>
                  </a:lnTo>
                  <a:cubicBezTo>
                    <a:pt x="358" y="1525"/>
                    <a:pt x="358" y="1501"/>
                    <a:pt x="358" y="1501"/>
                  </a:cubicBezTo>
                  <a:lnTo>
                    <a:pt x="358" y="358"/>
                  </a:lnTo>
                  <a:cubicBezTo>
                    <a:pt x="358" y="334"/>
                    <a:pt x="382" y="334"/>
                    <a:pt x="382" y="334"/>
                  </a:cubicBezTo>
                  <a:close/>
                  <a:moveTo>
                    <a:pt x="382" y="1"/>
                  </a:moveTo>
                  <a:cubicBezTo>
                    <a:pt x="167" y="1"/>
                    <a:pt x="1" y="191"/>
                    <a:pt x="1" y="382"/>
                  </a:cubicBezTo>
                  <a:lnTo>
                    <a:pt x="1" y="1525"/>
                  </a:lnTo>
                  <a:cubicBezTo>
                    <a:pt x="1" y="1739"/>
                    <a:pt x="167" y="1906"/>
                    <a:pt x="382" y="1906"/>
                  </a:cubicBezTo>
                  <a:lnTo>
                    <a:pt x="2287" y="1906"/>
                  </a:lnTo>
                  <a:cubicBezTo>
                    <a:pt x="2501" y="1906"/>
                    <a:pt x="2668" y="1739"/>
                    <a:pt x="2668" y="1525"/>
                  </a:cubicBezTo>
                  <a:lnTo>
                    <a:pt x="2668" y="382"/>
                  </a:lnTo>
                  <a:cubicBezTo>
                    <a:pt x="2668" y="143"/>
                    <a:pt x="2501" y="1"/>
                    <a:pt x="2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4" name="Google Shape;20184;p95"/>
          <p:cNvGrpSpPr/>
          <p:nvPr/>
        </p:nvGrpSpPr>
        <p:grpSpPr>
          <a:xfrm>
            <a:off x="5576933" y="3440220"/>
            <a:ext cx="274019" cy="362799"/>
            <a:chOff x="5573851" y="3583051"/>
            <a:chExt cx="274019" cy="362799"/>
          </a:xfrm>
        </p:grpSpPr>
        <p:sp>
          <p:nvSpPr>
            <p:cNvPr id="20185" name="Google Shape;20185;p95"/>
            <p:cNvSpPr/>
            <p:nvPr/>
          </p:nvSpPr>
          <p:spPr>
            <a:xfrm>
              <a:off x="5578493" y="3588510"/>
              <a:ext cx="262383" cy="353450"/>
            </a:xfrm>
            <a:custGeom>
              <a:rect b="b" l="l" r="r" t="t"/>
              <a:pathLst>
                <a:path extrusionOk="0" h="10813" w="8027">
                  <a:moveTo>
                    <a:pt x="382" y="1"/>
                  </a:moveTo>
                  <a:cubicBezTo>
                    <a:pt x="168" y="1"/>
                    <a:pt x="1" y="143"/>
                    <a:pt x="1" y="358"/>
                  </a:cubicBezTo>
                  <a:lnTo>
                    <a:pt x="1" y="10455"/>
                  </a:lnTo>
                  <a:cubicBezTo>
                    <a:pt x="1" y="10669"/>
                    <a:pt x="168" y="10812"/>
                    <a:pt x="382" y="10812"/>
                  </a:cubicBezTo>
                  <a:lnTo>
                    <a:pt x="7669" y="10812"/>
                  </a:lnTo>
                  <a:cubicBezTo>
                    <a:pt x="7884" y="10812"/>
                    <a:pt x="8026" y="10669"/>
                    <a:pt x="8026" y="10455"/>
                  </a:cubicBezTo>
                  <a:lnTo>
                    <a:pt x="8026" y="358"/>
                  </a:lnTo>
                  <a:cubicBezTo>
                    <a:pt x="8026" y="143"/>
                    <a:pt x="7884" y="1"/>
                    <a:pt x="7669"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95"/>
            <p:cNvSpPr/>
            <p:nvPr/>
          </p:nvSpPr>
          <p:spPr>
            <a:xfrm>
              <a:off x="5807371" y="3588510"/>
              <a:ext cx="33505" cy="353450"/>
            </a:xfrm>
            <a:custGeom>
              <a:rect b="b" l="l" r="r" t="t"/>
              <a:pathLst>
                <a:path extrusionOk="0" h="10813" w="1025">
                  <a:moveTo>
                    <a:pt x="0" y="1"/>
                  </a:moveTo>
                  <a:cubicBezTo>
                    <a:pt x="215" y="1"/>
                    <a:pt x="358" y="143"/>
                    <a:pt x="358" y="358"/>
                  </a:cubicBezTo>
                  <a:lnTo>
                    <a:pt x="358" y="10455"/>
                  </a:lnTo>
                  <a:cubicBezTo>
                    <a:pt x="358" y="10669"/>
                    <a:pt x="215" y="10812"/>
                    <a:pt x="0" y="10812"/>
                  </a:cubicBezTo>
                  <a:lnTo>
                    <a:pt x="667" y="10812"/>
                  </a:lnTo>
                  <a:cubicBezTo>
                    <a:pt x="882" y="10812"/>
                    <a:pt x="1024" y="10669"/>
                    <a:pt x="1024" y="10455"/>
                  </a:cubicBezTo>
                  <a:lnTo>
                    <a:pt x="1024" y="358"/>
                  </a:lnTo>
                  <a:cubicBezTo>
                    <a:pt x="1024" y="143"/>
                    <a:pt x="882"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95"/>
            <p:cNvSpPr/>
            <p:nvPr/>
          </p:nvSpPr>
          <p:spPr>
            <a:xfrm>
              <a:off x="5578493" y="3903781"/>
              <a:ext cx="262383" cy="37394"/>
            </a:xfrm>
            <a:custGeom>
              <a:rect b="b" l="l" r="r" t="t"/>
              <a:pathLst>
                <a:path extrusionOk="0" h="1144" w="8027">
                  <a:moveTo>
                    <a:pt x="1" y="0"/>
                  </a:moveTo>
                  <a:lnTo>
                    <a:pt x="1" y="786"/>
                  </a:lnTo>
                  <a:cubicBezTo>
                    <a:pt x="1" y="977"/>
                    <a:pt x="168" y="1143"/>
                    <a:pt x="382" y="1143"/>
                  </a:cubicBezTo>
                  <a:lnTo>
                    <a:pt x="7669" y="1143"/>
                  </a:lnTo>
                  <a:cubicBezTo>
                    <a:pt x="7884" y="1143"/>
                    <a:pt x="8026" y="977"/>
                    <a:pt x="8026" y="786"/>
                  </a:cubicBezTo>
                  <a:lnTo>
                    <a:pt x="8026"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95"/>
            <p:cNvSpPr/>
            <p:nvPr/>
          </p:nvSpPr>
          <p:spPr>
            <a:xfrm>
              <a:off x="5578493" y="3588510"/>
              <a:ext cx="262383" cy="37394"/>
            </a:xfrm>
            <a:custGeom>
              <a:rect b="b" l="l" r="r" t="t"/>
              <a:pathLst>
                <a:path extrusionOk="0" h="1144" w="8027">
                  <a:moveTo>
                    <a:pt x="382" y="1"/>
                  </a:moveTo>
                  <a:cubicBezTo>
                    <a:pt x="168" y="1"/>
                    <a:pt x="1" y="143"/>
                    <a:pt x="1" y="358"/>
                  </a:cubicBezTo>
                  <a:lnTo>
                    <a:pt x="1" y="1144"/>
                  </a:lnTo>
                  <a:lnTo>
                    <a:pt x="8026" y="1144"/>
                  </a:lnTo>
                  <a:lnTo>
                    <a:pt x="8026" y="358"/>
                  </a:lnTo>
                  <a:cubicBezTo>
                    <a:pt x="8026" y="143"/>
                    <a:pt x="7884" y="1"/>
                    <a:pt x="7669"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95"/>
            <p:cNvSpPr/>
            <p:nvPr/>
          </p:nvSpPr>
          <p:spPr>
            <a:xfrm>
              <a:off x="5807371" y="3588510"/>
              <a:ext cx="33505" cy="37394"/>
            </a:xfrm>
            <a:custGeom>
              <a:rect b="b" l="l" r="r" t="t"/>
              <a:pathLst>
                <a:path extrusionOk="0" h="1144" w="1025">
                  <a:moveTo>
                    <a:pt x="0" y="1"/>
                  </a:moveTo>
                  <a:cubicBezTo>
                    <a:pt x="215" y="1"/>
                    <a:pt x="358" y="143"/>
                    <a:pt x="358" y="358"/>
                  </a:cubicBezTo>
                  <a:lnTo>
                    <a:pt x="358" y="1144"/>
                  </a:lnTo>
                  <a:lnTo>
                    <a:pt x="1024" y="1144"/>
                  </a:lnTo>
                  <a:lnTo>
                    <a:pt x="1024" y="358"/>
                  </a:lnTo>
                  <a:cubicBezTo>
                    <a:pt x="1024" y="143"/>
                    <a:pt x="882" y="1"/>
                    <a:pt x="667" y="1"/>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95"/>
            <p:cNvSpPr/>
            <p:nvPr/>
          </p:nvSpPr>
          <p:spPr>
            <a:xfrm>
              <a:off x="5807371" y="3903781"/>
              <a:ext cx="33505" cy="37394"/>
            </a:xfrm>
            <a:custGeom>
              <a:rect b="b" l="l" r="r" t="t"/>
              <a:pathLst>
                <a:path extrusionOk="0" h="1144" w="1025">
                  <a:moveTo>
                    <a:pt x="358" y="0"/>
                  </a:moveTo>
                  <a:lnTo>
                    <a:pt x="358" y="786"/>
                  </a:lnTo>
                  <a:cubicBezTo>
                    <a:pt x="358" y="953"/>
                    <a:pt x="215" y="1143"/>
                    <a:pt x="0" y="1143"/>
                  </a:cubicBezTo>
                  <a:lnTo>
                    <a:pt x="667" y="1143"/>
                  </a:lnTo>
                  <a:cubicBezTo>
                    <a:pt x="882" y="1143"/>
                    <a:pt x="1024" y="977"/>
                    <a:pt x="1024" y="786"/>
                  </a:cubicBezTo>
                  <a:lnTo>
                    <a:pt x="1024" y="0"/>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95"/>
            <p:cNvSpPr/>
            <p:nvPr/>
          </p:nvSpPr>
          <p:spPr>
            <a:xfrm>
              <a:off x="5607323" y="3658559"/>
              <a:ext cx="210965" cy="246039"/>
            </a:xfrm>
            <a:custGeom>
              <a:rect b="b" l="l" r="r" t="t"/>
              <a:pathLst>
                <a:path extrusionOk="0" h="7527" w="6454">
                  <a:moveTo>
                    <a:pt x="214" y="1"/>
                  </a:moveTo>
                  <a:cubicBezTo>
                    <a:pt x="95" y="1"/>
                    <a:pt x="0" y="96"/>
                    <a:pt x="0" y="215"/>
                  </a:cubicBezTo>
                  <a:lnTo>
                    <a:pt x="0" y="7336"/>
                  </a:lnTo>
                  <a:cubicBezTo>
                    <a:pt x="0" y="7455"/>
                    <a:pt x="95" y="7526"/>
                    <a:pt x="214" y="7526"/>
                  </a:cubicBezTo>
                  <a:lnTo>
                    <a:pt x="6239" y="7526"/>
                  </a:lnTo>
                  <a:cubicBezTo>
                    <a:pt x="6359" y="7526"/>
                    <a:pt x="6454" y="7455"/>
                    <a:pt x="6454" y="7336"/>
                  </a:cubicBezTo>
                  <a:lnTo>
                    <a:pt x="6454" y="215"/>
                  </a:lnTo>
                  <a:cubicBezTo>
                    <a:pt x="6454" y="96"/>
                    <a:pt x="6359" y="1"/>
                    <a:pt x="6239"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95"/>
            <p:cNvSpPr/>
            <p:nvPr/>
          </p:nvSpPr>
          <p:spPr>
            <a:xfrm>
              <a:off x="5790242" y="3658559"/>
              <a:ext cx="28046" cy="246039"/>
            </a:xfrm>
            <a:custGeom>
              <a:rect b="b" l="l" r="r" t="t"/>
              <a:pathLst>
                <a:path extrusionOk="0" h="7527" w="858">
                  <a:moveTo>
                    <a:pt x="0" y="1"/>
                  </a:moveTo>
                  <a:cubicBezTo>
                    <a:pt x="120" y="1"/>
                    <a:pt x="215" y="96"/>
                    <a:pt x="215" y="215"/>
                  </a:cubicBezTo>
                  <a:lnTo>
                    <a:pt x="215" y="7336"/>
                  </a:lnTo>
                  <a:cubicBezTo>
                    <a:pt x="215" y="7455"/>
                    <a:pt x="120" y="7526"/>
                    <a:pt x="0" y="7526"/>
                  </a:cubicBezTo>
                  <a:lnTo>
                    <a:pt x="643" y="7526"/>
                  </a:lnTo>
                  <a:cubicBezTo>
                    <a:pt x="763" y="7526"/>
                    <a:pt x="858" y="7455"/>
                    <a:pt x="858" y="7336"/>
                  </a:cubicBezTo>
                  <a:lnTo>
                    <a:pt x="858" y="215"/>
                  </a:lnTo>
                  <a:cubicBezTo>
                    <a:pt x="858" y="96"/>
                    <a:pt x="763" y="1"/>
                    <a:pt x="643"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95"/>
            <p:cNvSpPr/>
            <p:nvPr/>
          </p:nvSpPr>
          <p:spPr>
            <a:xfrm>
              <a:off x="5607323" y="3768324"/>
              <a:ext cx="210965" cy="25725"/>
            </a:xfrm>
            <a:custGeom>
              <a:rect b="b" l="l" r="r" t="t"/>
              <a:pathLst>
                <a:path extrusionOk="0" h="787" w="6454">
                  <a:moveTo>
                    <a:pt x="0" y="1"/>
                  </a:moveTo>
                  <a:lnTo>
                    <a:pt x="0" y="787"/>
                  </a:lnTo>
                  <a:lnTo>
                    <a:pt x="6454" y="787"/>
                  </a:lnTo>
                  <a:lnTo>
                    <a:pt x="6454"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95"/>
            <p:cNvSpPr/>
            <p:nvPr/>
          </p:nvSpPr>
          <p:spPr>
            <a:xfrm>
              <a:off x="5797237" y="3768324"/>
              <a:ext cx="21051" cy="25725"/>
            </a:xfrm>
            <a:custGeom>
              <a:rect b="b" l="l" r="r" t="t"/>
              <a:pathLst>
                <a:path extrusionOk="0" h="787" w="644">
                  <a:moveTo>
                    <a:pt x="1" y="1"/>
                  </a:moveTo>
                  <a:lnTo>
                    <a:pt x="1" y="787"/>
                  </a:lnTo>
                  <a:lnTo>
                    <a:pt x="644" y="787"/>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95"/>
            <p:cNvSpPr/>
            <p:nvPr/>
          </p:nvSpPr>
          <p:spPr>
            <a:xfrm>
              <a:off x="5640011" y="3708375"/>
              <a:ext cx="29615" cy="59982"/>
            </a:xfrm>
            <a:custGeom>
              <a:rect b="b" l="l" r="r" t="t"/>
              <a:pathLst>
                <a:path extrusionOk="0" h="1835" w="906">
                  <a:moveTo>
                    <a:pt x="191" y="1"/>
                  </a:moveTo>
                  <a:cubicBezTo>
                    <a:pt x="96" y="1"/>
                    <a:pt x="0" y="72"/>
                    <a:pt x="0" y="168"/>
                  </a:cubicBezTo>
                  <a:lnTo>
                    <a:pt x="0" y="1835"/>
                  </a:lnTo>
                  <a:lnTo>
                    <a:pt x="905" y="1835"/>
                  </a:lnTo>
                  <a:lnTo>
                    <a:pt x="905" y="168"/>
                  </a:lnTo>
                  <a:cubicBezTo>
                    <a:pt x="905" y="72"/>
                    <a:pt x="810" y="1"/>
                    <a:pt x="715"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95"/>
            <p:cNvSpPr/>
            <p:nvPr/>
          </p:nvSpPr>
          <p:spPr>
            <a:xfrm>
              <a:off x="5669593" y="3695921"/>
              <a:ext cx="28830" cy="72436"/>
            </a:xfrm>
            <a:custGeom>
              <a:rect b="b" l="l" r="r" t="t"/>
              <a:pathLst>
                <a:path extrusionOk="0" h="2216" w="882">
                  <a:moveTo>
                    <a:pt x="167" y="1"/>
                  </a:moveTo>
                  <a:cubicBezTo>
                    <a:pt x="95" y="1"/>
                    <a:pt x="0" y="72"/>
                    <a:pt x="0" y="168"/>
                  </a:cubicBezTo>
                  <a:lnTo>
                    <a:pt x="0" y="2216"/>
                  </a:lnTo>
                  <a:lnTo>
                    <a:pt x="881" y="2216"/>
                  </a:lnTo>
                  <a:lnTo>
                    <a:pt x="881" y="168"/>
                  </a:lnTo>
                  <a:cubicBezTo>
                    <a:pt x="881" y="72"/>
                    <a:pt x="786" y="1"/>
                    <a:pt x="715"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95"/>
            <p:cNvSpPr/>
            <p:nvPr/>
          </p:nvSpPr>
          <p:spPr>
            <a:xfrm>
              <a:off x="5698390" y="3688141"/>
              <a:ext cx="29615" cy="80215"/>
            </a:xfrm>
            <a:custGeom>
              <a:rect b="b" l="l" r="r" t="t"/>
              <a:pathLst>
                <a:path extrusionOk="0" h="2454" w="906">
                  <a:moveTo>
                    <a:pt x="191" y="1"/>
                  </a:moveTo>
                  <a:cubicBezTo>
                    <a:pt x="96" y="1"/>
                    <a:pt x="0" y="72"/>
                    <a:pt x="0" y="168"/>
                  </a:cubicBezTo>
                  <a:lnTo>
                    <a:pt x="0" y="2454"/>
                  </a:lnTo>
                  <a:lnTo>
                    <a:pt x="905" y="2454"/>
                  </a:lnTo>
                  <a:lnTo>
                    <a:pt x="905" y="168"/>
                  </a:lnTo>
                  <a:cubicBezTo>
                    <a:pt x="905" y="72"/>
                    <a:pt x="810" y="1"/>
                    <a:pt x="715"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95"/>
            <p:cNvSpPr/>
            <p:nvPr/>
          </p:nvSpPr>
          <p:spPr>
            <a:xfrm>
              <a:off x="5727973" y="3688141"/>
              <a:ext cx="28830" cy="80215"/>
            </a:xfrm>
            <a:custGeom>
              <a:rect b="b" l="l" r="r" t="t"/>
              <a:pathLst>
                <a:path extrusionOk="0" h="2454" w="882">
                  <a:moveTo>
                    <a:pt x="167" y="1"/>
                  </a:moveTo>
                  <a:cubicBezTo>
                    <a:pt x="96" y="1"/>
                    <a:pt x="0" y="72"/>
                    <a:pt x="0" y="168"/>
                  </a:cubicBezTo>
                  <a:lnTo>
                    <a:pt x="0" y="2454"/>
                  </a:lnTo>
                  <a:lnTo>
                    <a:pt x="881" y="2454"/>
                  </a:lnTo>
                  <a:lnTo>
                    <a:pt x="881" y="168"/>
                  </a:lnTo>
                  <a:cubicBezTo>
                    <a:pt x="881" y="72"/>
                    <a:pt x="786" y="1"/>
                    <a:pt x="715" y="1"/>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95"/>
            <p:cNvSpPr/>
            <p:nvPr/>
          </p:nvSpPr>
          <p:spPr>
            <a:xfrm>
              <a:off x="5756770" y="3701380"/>
              <a:ext cx="29615" cy="66977"/>
            </a:xfrm>
            <a:custGeom>
              <a:rect b="b" l="l" r="r" t="t"/>
              <a:pathLst>
                <a:path extrusionOk="0" h="2049" w="906">
                  <a:moveTo>
                    <a:pt x="191" y="1"/>
                  </a:moveTo>
                  <a:cubicBezTo>
                    <a:pt x="96" y="1"/>
                    <a:pt x="0" y="96"/>
                    <a:pt x="0" y="191"/>
                  </a:cubicBezTo>
                  <a:lnTo>
                    <a:pt x="0" y="2049"/>
                  </a:lnTo>
                  <a:lnTo>
                    <a:pt x="905" y="2049"/>
                  </a:lnTo>
                  <a:lnTo>
                    <a:pt x="905" y="191"/>
                  </a:lnTo>
                  <a:cubicBezTo>
                    <a:pt x="905" y="96"/>
                    <a:pt x="810" y="1"/>
                    <a:pt x="715"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95"/>
            <p:cNvSpPr/>
            <p:nvPr/>
          </p:nvSpPr>
          <p:spPr>
            <a:xfrm>
              <a:off x="5640011" y="3822029"/>
              <a:ext cx="29615" cy="81000"/>
            </a:xfrm>
            <a:custGeom>
              <a:rect b="b" l="l" r="r" t="t"/>
              <a:pathLst>
                <a:path extrusionOk="0" h="2478" w="906">
                  <a:moveTo>
                    <a:pt x="191" y="1"/>
                  </a:moveTo>
                  <a:cubicBezTo>
                    <a:pt x="96" y="1"/>
                    <a:pt x="0" y="96"/>
                    <a:pt x="0" y="191"/>
                  </a:cubicBezTo>
                  <a:lnTo>
                    <a:pt x="0" y="2478"/>
                  </a:lnTo>
                  <a:lnTo>
                    <a:pt x="905" y="2478"/>
                  </a:lnTo>
                  <a:lnTo>
                    <a:pt x="905" y="191"/>
                  </a:lnTo>
                  <a:cubicBezTo>
                    <a:pt x="905" y="96"/>
                    <a:pt x="810" y="1"/>
                    <a:pt x="715"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95"/>
            <p:cNvSpPr/>
            <p:nvPr/>
          </p:nvSpPr>
          <p:spPr>
            <a:xfrm>
              <a:off x="5669593" y="3835268"/>
              <a:ext cx="28830" cy="67761"/>
            </a:xfrm>
            <a:custGeom>
              <a:rect b="b" l="l" r="r" t="t"/>
              <a:pathLst>
                <a:path extrusionOk="0" h="2073" w="882">
                  <a:moveTo>
                    <a:pt x="167" y="1"/>
                  </a:moveTo>
                  <a:cubicBezTo>
                    <a:pt x="95" y="1"/>
                    <a:pt x="0" y="96"/>
                    <a:pt x="0" y="191"/>
                  </a:cubicBezTo>
                  <a:lnTo>
                    <a:pt x="0" y="2073"/>
                  </a:lnTo>
                  <a:lnTo>
                    <a:pt x="881" y="2073"/>
                  </a:lnTo>
                  <a:lnTo>
                    <a:pt x="881" y="191"/>
                  </a:lnTo>
                  <a:cubicBezTo>
                    <a:pt x="881" y="96"/>
                    <a:pt x="786" y="1"/>
                    <a:pt x="715"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95"/>
            <p:cNvSpPr/>
            <p:nvPr/>
          </p:nvSpPr>
          <p:spPr>
            <a:xfrm>
              <a:off x="5698390" y="3822029"/>
              <a:ext cx="29615" cy="81000"/>
            </a:xfrm>
            <a:custGeom>
              <a:rect b="b" l="l" r="r" t="t"/>
              <a:pathLst>
                <a:path extrusionOk="0" h="2478" w="906">
                  <a:moveTo>
                    <a:pt x="191" y="1"/>
                  </a:moveTo>
                  <a:cubicBezTo>
                    <a:pt x="96" y="1"/>
                    <a:pt x="0" y="96"/>
                    <a:pt x="0" y="191"/>
                  </a:cubicBezTo>
                  <a:lnTo>
                    <a:pt x="0" y="2478"/>
                  </a:lnTo>
                  <a:lnTo>
                    <a:pt x="905" y="2478"/>
                  </a:lnTo>
                  <a:lnTo>
                    <a:pt x="905" y="191"/>
                  </a:lnTo>
                  <a:cubicBezTo>
                    <a:pt x="905" y="96"/>
                    <a:pt x="810" y="1"/>
                    <a:pt x="715"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95"/>
            <p:cNvSpPr/>
            <p:nvPr/>
          </p:nvSpPr>
          <p:spPr>
            <a:xfrm>
              <a:off x="5727973" y="3833731"/>
              <a:ext cx="28830" cy="69297"/>
            </a:xfrm>
            <a:custGeom>
              <a:rect b="b" l="l" r="r" t="t"/>
              <a:pathLst>
                <a:path extrusionOk="0" h="2120" w="882">
                  <a:moveTo>
                    <a:pt x="167" y="0"/>
                  </a:moveTo>
                  <a:cubicBezTo>
                    <a:pt x="96" y="0"/>
                    <a:pt x="0" y="95"/>
                    <a:pt x="0" y="191"/>
                  </a:cubicBezTo>
                  <a:lnTo>
                    <a:pt x="0" y="2120"/>
                  </a:lnTo>
                  <a:lnTo>
                    <a:pt x="881" y="2120"/>
                  </a:lnTo>
                  <a:lnTo>
                    <a:pt x="881" y="191"/>
                  </a:lnTo>
                  <a:cubicBezTo>
                    <a:pt x="881" y="95"/>
                    <a:pt x="786" y="0"/>
                    <a:pt x="71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95"/>
            <p:cNvSpPr/>
            <p:nvPr/>
          </p:nvSpPr>
          <p:spPr>
            <a:xfrm>
              <a:off x="5756770" y="3850075"/>
              <a:ext cx="29615" cy="52954"/>
            </a:xfrm>
            <a:custGeom>
              <a:rect b="b" l="l" r="r" t="t"/>
              <a:pathLst>
                <a:path extrusionOk="0" h="1620" w="906">
                  <a:moveTo>
                    <a:pt x="191" y="0"/>
                  </a:moveTo>
                  <a:cubicBezTo>
                    <a:pt x="96" y="0"/>
                    <a:pt x="0" y="95"/>
                    <a:pt x="0" y="191"/>
                  </a:cubicBezTo>
                  <a:lnTo>
                    <a:pt x="0" y="1620"/>
                  </a:lnTo>
                  <a:lnTo>
                    <a:pt x="905" y="1620"/>
                  </a:lnTo>
                  <a:lnTo>
                    <a:pt x="905" y="191"/>
                  </a:lnTo>
                  <a:cubicBezTo>
                    <a:pt x="905" y="95"/>
                    <a:pt x="810" y="0"/>
                    <a:pt x="715"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95"/>
            <p:cNvSpPr/>
            <p:nvPr/>
          </p:nvSpPr>
          <p:spPr>
            <a:xfrm>
              <a:off x="5573851" y="3583051"/>
              <a:ext cx="274019" cy="362799"/>
            </a:xfrm>
            <a:custGeom>
              <a:rect b="b" l="l" r="r" t="t"/>
              <a:pathLst>
                <a:path extrusionOk="0" h="11099" w="8383">
                  <a:moveTo>
                    <a:pt x="7811" y="310"/>
                  </a:moveTo>
                  <a:cubicBezTo>
                    <a:pt x="7930" y="310"/>
                    <a:pt x="7978" y="406"/>
                    <a:pt x="7978" y="501"/>
                  </a:cubicBezTo>
                  <a:lnTo>
                    <a:pt x="7978" y="1120"/>
                  </a:lnTo>
                  <a:lnTo>
                    <a:pt x="333" y="1120"/>
                  </a:lnTo>
                  <a:lnTo>
                    <a:pt x="333" y="501"/>
                  </a:lnTo>
                  <a:cubicBezTo>
                    <a:pt x="333" y="382"/>
                    <a:pt x="429" y="310"/>
                    <a:pt x="524" y="310"/>
                  </a:cubicBezTo>
                  <a:close/>
                  <a:moveTo>
                    <a:pt x="4501" y="3383"/>
                  </a:moveTo>
                  <a:lnTo>
                    <a:pt x="4525" y="3644"/>
                  </a:lnTo>
                  <a:lnTo>
                    <a:pt x="3977" y="3644"/>
                  </a:lnTo>
                  <a:lnTo>
                    <a:pt x="3977" y="3383"/>
                  </a:lnTo>
                  <a:close/>
                  <a:moveTo>
                    <a:pt x="5406" y="3383"/>
                  </a:moveTo>
                  <a:lnTo>
                    <a:pt x="5430" y="3644"/>
                  </a:lnTo>
                  <a:lnTo>
                    <a:pt x="4858" y="3644"/>
                  </a:lnTo>
                  <a:lnTo>
                    <a:pt x="4858" y="3383"/>
                  </a:lnTo>
                  <a:close/>
                  <a:moveTo>
                    <a:pt x="3620" y="3621"/>
                  </a:moveTo>
                  <a:lnTo>
                    <a:pt x="3644" y="4073"/>
                  </a:lnTo>
                  <a:lnTo>
                    <a:pt x="3072" y="4073"/>
                  </a:lnTo>
                  <a:lnTo>
                    <a:pt x="3072" y="3621"/>
                  </a:lnTo>
                  <a:close/>
                  <a:moveTo>
                    <a:pt x="6287" y="3811"/>
                  </a:moveTo>
                  <a:lnTo>
                    <a:pt x="6311" y="4287"/>
                  </a:lnTo>
                  <a:lnTo>
                    <a:pt x="5763" y="4287"/>
                  </a:lnTo>
                  <a:lnTo>
                    <a:pt x="5763" y="3811"/>
                  </a:lnTo>
                  <a:close/>
                  <a:moveTo>
                    <a:pt x="2715" y="4049"/>
                  </a:moveTo>
                  <a:lnTo>
                    <a:pt x="2739" y="4454"/>
                  </a:lnTo>
                  <a:lnTo>
                    <a:pt x="2191" y="4454"/>
                  </a:lnTo>
                  <a:lnTo>
                    <a:pt x="2191" y="4049"/>
                  </a:lnTo>
                  <a:close/>
                  <a:moveTo>
                    <a:pt x="7263" y="2454"/>
                  </a:moveTo>
                  <a:cubicBezTo>
                    <a:pt x="7287" y="2454"/>
                    <a:pt x="7287" y="2501"/>
                    <a:pt x="7287" y="2501"/>
                  </a:cubicBezTo>
                  <a:lnTo>
                    <a:pt x="7287" y="5502"/>
                  </a:lnTo>
                  <a:lnTo>
                    <a:pt x="6620" y="5502"/>
                  </a:lnTo>
                  <a:lnTo>
                    <a:pt x="6620" y="3811"/>
                  </a:lnTo>
                  <a:cubicBezTo>
                    <a:pt x="6620" y="3621"/>
                    <a:pt x="6478" y="3478"/>
                    <a:pt x="6287" y="3478"/>
                  </a:cubicBezTo>
                  <a:lnTo>
                    <a:pt x="5763" y="3478"/>
                  </a:lnTo>
                  <a:lnTo>
                    <a:pt x="5763" y="3383"/>
                  </a:lnTo>
                  <a:cubicBezTo>
                    <a:pt x="5763" y="3216"/>
                    <a:pt x="5596" y="3049"/>
                    <a:pt x="5430" y="3049"/>
                  </a:cubicBezTo>
                  <a:lnTo>
                    <a:pt x="4882" y="3049"/>
                  </a:lnTo>
                  <a:cubicBezTo>
                    <a:pt x="4834" y="3049"/>
                    <a:pt x="4763" y="3097"/>
                    <a:pt x="4715" y="3121"/>
                  </a:cubicBezTo>
                  <a:cubicBezTo>
                    <a:pt x="4644" y="3097"/>
                    <a:pt x="4596" y="3049"/>
                    <a:pt x="4525" y="3049"/>
                  </a:cubicBezTo>
                  <a:lnTo>
                    <a:pt x="4001" y="3049"/>
                  </a:lnTo>
                  <a:cubicBezTo>
                    <a:pt x="3858" y="3049"/>
                    <a:pt x="3691" y="3168"/>
                    <a:pt x="3667" y="3335"/>
                  </a:cubicBezTo>
                  <a:lnTo>
                    <a:pt x="3096" y="3335"/>
                  </a:lnTo>
                  <a:cubicBezTo>
                    <a:pt x="2929" y="3335"/>
                    <a:pt x="2786" y="3478"/>
                    <a:pt x="2786" y="3644"/>
                  </a:cubicBezTo>
                  <a:lnTo>
                    <a:pt x="2786" y="3716"/>
                  </a:lnTo>
                  <a:lnTo>
                    <a:pt x="2239" y="3716"/>
                  </a:lnTo>
                  <a:cubicBezTo>
                    <a:pt x="2072" y="3716"/>
                    <a:pt x="1905" y="3859"/>
                    <a:pt x="1905" y="4049"/>
                  </a:cubicBezTo>
                  <a:lnTo>
                    <a:pt x="1905" y="5526"/>
                  </a:lnTo>
                  <a:lnTo>
                    <a:pt x="1238" y="5526"/>
                  </a:lnTo>
                  <a:lnTo>
                    <a:pt x="1238" y="2525"/>
                  </a:lnTo>
                  <a:cubicBezTo>
                    <a:pt x="1191" y="2501"/>
                    <a:pt x="1191" y="2454"/>
                    <a:pt x="1238" y="2454"/>
                  </a:cubicBezTo>
                  <a:close/>
                  <a:moveTo>
                    <a:pt x="2739" y="4788"/>
                  </a:moveTo>
                  <a:lnTo>
                    <a:pt x="2739" y="5526"/>
                  </a:lnTo>
                  <a:lnTo>
                    <a:pt x="2191" y="5526"/>
                  </a:lnTo>
                  <a:lnTo>
                    <a:pt x="2191" y="4788"/>
                  </a:lnTo>
                  <a:close/>
                  <a:moveTo>
                    <a:pt x="3644" y="4407"/>
                  </a:moveTo>
                  <a:lnTo>
                    <a:pt x="3644" y="5526"/>
                  </a:lnTo>
                  <a:lnTo>
                    <a:pt x="3072" y="5526"/>
                  </a:lnTo>
                  <a:lnTo>
                    <a:pt x="3072" y="4407"/>
                  </a:lnTo>
                  <a:close/>
                  <a:moveTo>
                    <a:pt x="5430" y="3954"/>
                  </a:moveTo>
                  <a:lnTo>
                    <a:pt x="5430" y="5526"/>
                  </a:lnTo>
                  <a:lnTo>
                    <a:pt x="4858" y="5526"/>
                  </a:lnTo>
                  <a:lnTo>
                    <a:pt x="4858" y="3954"/>
                  </a:lnTo>
                  <a:close/>
                  <a:moveTo>
                    <a:pt x="6311" y="4597"/>
                  </a:moveTo>
                  <a:lnTo>
                    <a:pt x="6311" y="5526"/>
                  </a:lnTo>
                  <a:lnTo>
                    <a:pt x="5763" y="5526"/>
                  </a:lnTo>
                  <a:lnTo>
                    <a:pt x="5763" y="4597"/>
                  </a:lnTo>
                  <a:close/>
                  <a:moveTo>
                    <a:pt x="4525" y="3978"/>
                  </a:moveTo>
                  <a:lnTo>
                    <a:pt x="4525" y="5550"/>
                  </a:lnTo>
                  <a:lnTo>
                    <a:pt x="3977" y="5550"/>
                  </a:lnTo>
                  <a:lnTo>
                    <a:pt x="3977" y="3978"/>
                  </a:lnTo>
                  <a:close/>
                  <a:moveTo>
                    <a:pt x="2715" y="7502"/>
                  </a:moveTo>
                  <a:lnTo>
                    <a:pt x="2739" y="7860"/>
                  </a:lnTo>
                  <a:lnTo>
                    <a:pt x="2191" y="7860"/>
                  </a:lnTo>
                  <a:lnTo>
                    <a:pt x="2191" y="7502"/>
                  </a:lnTo>
                  <a:close/>
                  <a:moveTo>
                    <a:pt x="4501" y="7502"/>
                  </a:moveTo>
                  <a:lnTo>
                    <a:pt x="4525" y="7860"/>
                  </a:lnTo>
                  <a:lnTo>
                    <a:pt x="3977" y="7860"/>
                  </a:lnTo>
                  <a:lnTo>
                    <a:pt x="3977" y="7502"/>
                  </a:lnTo>
                  <a:close/>
                  <a:moveTo>
                    <a:pt x="5406" y="7860"/>
                  </a:moveTo>
                  <a:lnTo>
                    <a:pt x="5430" y="8217"/>
                  </a:lnTo>
                  <a:lnTo>
                    <a:pt x="4858" y="8217"/>
                  </a:lnTo>
                  <a:lnTo>
                    <a:pt x="4858" y="7860"/>
                  </a:lnTo>
                  <a:close/>
                  <a:moveTo>
                    <a:pt x="3620" y="7931"/>
                  </a:moveTo>
                  <a:lnTo>
                    <a:pt x="3644" y="8360"/>
                  </a:lnTo>
                  <a:lnTo>
                    <a:pt x="3072" y="8360"/>
                  </a:lnTo>
                  <a:lnTo>
                    <a:pt x="3072" y="7931"/>
                  </a:lnTo>
                  <a:close/>
                  <a:moveTo>
                    <a:pt x="6287" y="8360"/>
                  </a:moveTo>
                  <a:lnTo>
                    <a:pt x="6311" y="8741"/>
                  </a:lnTo>
                  <a:lnTo>
                    <a:pt x="5763" y="8741"/>
                  </a:lnTo>
                  <a:lnTo>
                    <a:pt x="5763" y="8360"/>
                  </a:lnTo>
                  <a:close/>
                  <a:moveTo>
                    <a:pt x="2739" y="8145"/>
                  </a:moveTo>
                  <a:lnTo>
                    <a:pt x="2739" y="9646"/>
                  </a:lnTo>
                  <a:lnTo>
                    <a:pt x="2191" y="9646"/>
                  </a:lnTo>
                  <a:lnTo>
                    <a:pt x="2191" y="8145"/>
                  </a:lnTo>
                  <a:close/>
                  <a:moveTo>
                    <a:pt x="3644" y="8645"/>
                  </a:moveTo>
                  <a:lnTo>
                    <a:pt x="3644" y="9646"/>
                  </a:lnTo>
                  <a:lnTo>
                    <a:pt x="3072" y="9646"/>
                  </a:lnTo>
                  <a:lnTo>
                    <a:pt x="3072" y="8645"/>
                  </a:lnTo>
                  <a:close/>
                  <a:moveTo>
                    <a:pt x="4525" y="8169"/>
                  </a:moveTo>
                  <a:lnTo>
                    <a:pt x="4525" y="9646"/>
                  </a:lnTo>
                  <a:lnTo>
                    <a:pt x="3977" y="9646"/>
                  </a:lnTo>
                  <a:lnTo>
                    <a:pt x="3977" y="8169"/>
                  </a:lnTo>
                  <a:close/>
                  <a:moveTo>
                    <a:pt x="5430" y="8526"/>
                  </a:moveTo>
                  <a:lnTo>
                    <a:pt x="5430" y="9646"/>
                  </a:lnTo>
                  <a:lnTo>
                    <a:pt x="4858" y="9646"/>
                  </a:lnTo>
                  <a:lnTo>
                    <a:pt x="4858" y="8526"/>
                  </a:lnTo>
                  <a:close/>
                  <a:moveTo>
                    <a:pt x="6311" y="9050"/>
                  </a:moveTo>
                  <a:lnTo>
                    <a:pt x="6311" y="9646"/>
                  </a:lnTo>
                  <a:lnTo>
                    <a:pt x="5763" y="9646"/>
                  </a:lnTo>
                  <a:lnTo>
                    <a:pt x="5763" y="9050"/>
                  </a:lnTo>
                  <a:close/>
                  <a:moveTo>
                    <a:pt x="7359" y="5859"/>
                  </a:moveTo>
                  <a:lnTo>
                    <a:pt x="7359" y="6312"/>
                  </a:lnTo>
                  <a:lnTo>
                    <a:pt x="5215" y="6312"/>
                  </a:lnTo>
                  <a:cubicBezTo>
                    <a:pt x="5120" y="6312"/>
                    <a:pt x="5073" y="6359"/>
                    <a:pt x="5025" y="6455"/>
                  </a:cubicBezTo>
                  <a:cubicBezTo>
                    <a:pt x="5025" y="6550"/>
                    <a:pt x="5096" y="6621"/>
                    <a:pt x="5192" y="6621"/>
                  </a:cubicBezTo>
                  <a:lnTo>
                    <a:pt x="7335" y="6621"/>
                  </a:lnTo>
                  <a:lnTo>
                    <a:pt x="7335" y="9669"/>
                  </a:lnTo>
                  <a:lnTo>
                    <a:pt x="6644" y="9669"/>
                  </a:lnTo>
                  <a:lnTo>
                    <a:pt x="6644" y="8360"/>
                  </a:lnTo>
                  <a:cubicBezTo>
                    <a:pt x="6644" y="8169"/>
                    <a:pt x="6501" y="8026"/>
                    <a:pt x="6311" y="8026"/>
                  </a:cubicBezTo>
                  <a:lnTo>
                    <a:pt x="5787" y="8026"/>
                  </a:lnTo>
                  <a:lnTo>
                    <a:pt x="5787" y="7883"/>
                  </a:lnTo>
                  <a:cubicBezTo>
                    <a:pt x="5787" y="7693"/>
                    <a:pt x="5644" y="7550"/>
                    <a:pt x="5454" y="7550"/>
                  </a:cubicBezTo>
                  <a:lnTo>
                    <a:pt x="4930" y="7550"/>
                  </a:lnTo>
                  <a:lnTo>
                    <a:pt x="4930" y="7502"/>
                  </a:lnTo>
                  <a:cubicBezTo>
                    <a:pt x="4930" y="7312"/>
                    <a:pt x="4763" y="7169"/>
                    <a:pt x="4596" y="7169"/>
                  </a:cubicBezTo>
                  <a:lnTo>
                    <a:pt x="4049" y="7169"/>
                  </a:lnTo>
                  <a:cubicBezTo>
                    <a:pt x="3882" y="7169"/>
                    <a:pt x="3739" y="7312"/>
                    <a:pt x="3739" y="7502"/>
                  </a:cubicBezTo>
                  <a:lnTo>
                    <a:pt x="3739" y="7574"/>
                  </a:lnTo>
                  <a:lnTo>
                    <a:pt x="3191" y="7574"/>
                  </a:lnTo>
                  <a:lnTo>
                    <a:pt x="3191" y="7502"/>
                  </a:lnTo>
                  <a:cubicBezTo>
                    <a:pt x="3191" y="7312"/>
                    <a:pt x="3048" y="7169"/>
                    <a:pt x="2858" y="7169"/>
                  </a:cubicBezTo>
                  <a:lnTo>
                    <a:pt x="2334" y="7169"/>
                  </a:lnTo>
                  <a:cubicBezTo>
                    <a:pt x="2143" y="7169"/>
                    <a:pt x="2000" y="7312"/>
                    <a:pt x="2000" y="7502"/>
                  </a:cubicBezTo>
                  <a:lnTo>
                    <a:pt x="2000" y="9669"/>
                  </a:lnTo>
                  <a:lnTo>
                    <a:pt x="1310" y="9669"/>
                  </a:lnTo>
                  <a:lnTo>
                    <a:pt x="1191" y="6621"/>
                  </a:lnTo>
                  <a:lnTo>
                    <a:pt x="4501" y="6621"/>
                  </a:lnTo>
                  <a:cubicBezTo>
                    <a:pt x="4596" y="6621"/>
                    <a:pt x="4644" y="6574"/>
                    <a:pt x="4692" y="6478"/>
                  </a:cubicBezTo>
                  <a:cubicBezTo>
                    <a:pt x="4692" y="6383"/>
                    <a:pt x="4620" y="6312"/>
                    <a:pt x="4525" y="6312"/>
                  </a:cubicBezTo>
                  <a:lnTo>
                    <a:pt x="1238" y="6312"/>
                  </a:lnTo>
                  <a:lnTo>
                    <a:pt x="1238" y="5859"/>
                  </a:lnTo>
                  <a:close/>
                  <a:moveTo>
                    <a:pt x="8002" y="10003"/>
                  </a:moveTo>
                  <a:lnTo>
                    <a:pt x="8002" y="10622"/>
                  </a:lnTo>
                  <a:cubicBezTo>
                    <a:pt x="8026" y="10717"/>
                    <a:pt x="7930" y="10789"/>
                    <a:pt x="7835" y="10789"/>
                  </a:cubicBezTo>
                  <a:lnTo>
                    <a:pt x="524" y="10789"/>
                  </a:lnTo>
                  <a:cubicBezTo>
                    <a:pt x="405" y="10789"/>
                    <a:pt x="333" y="10717"/>
                    <a:pt x="333" y="10622"/>
                  </a:cubicBezTo>
                  <a:lnTo>
                    <a:pt x="333" y="10003"/>
                  </a:lnTo>
                  <a:close/>
                  <a:moveTo>
                    <a:pt x="191" y="1"/>
                  </a:moveTo>
                  <a:cubicBezTo>
                    <a:pt x="95" y="1"/>
                    <a:pt x="0" y="72"/>
                    <a:pt x="0" y="168"/>
                  </a:cubicBezTo>
                  <a:lnTo>
                    <a:pt x="0" y="2692"/>
                  </a:lnTo>
                  <a:cubicBezTo>
                    <a:pt x="0" y="2740"/>
                    <a:pt x="0" y="2740"/>
                    <a:pt x="48" y="2763"/>
                  </a:cubicBezTo>
                  <a:cubicBezTo>
                    <a:pt x="94" y="2810"/>
                    <a:pt x="143" y="2829"/>
                    <a:pt x="188" y="2829"/>
                  </a:cubicBezTo>
                  <a:cubicBezTo>
                    <a:pt x="281" y="2829"/>
                    <a:pt x="357" y="2748"/>
                    <a:pt x="357" y="2668"/>
                  </a:cubicBezTo>
                  <a:lnTo>
                    <a:pt x="357" y="1454"/>
                  </a:lnTo>
                  <a:lnTo>
                    <a:pt x="8049" y="1454"/>
                  </a:lnTo>
                  <a:lnTo>
                    <a:pt x="8049" y="9646"/>
                  </a:lnTo>
                  <a:lnTo>
                    <a:pt x="7668" y="9646"/>
                  </a:lnTo>
                  <a:lnTo>
                    <a:pt x="7668" y="6431"/>
                  </a:lnTo>
                  <a:lnTo>
                    <a:pt x="7668" y="5645"/>
                  </a:lnTo>
                  <a:lnTo>
                    <a:pt x="7668" y="2454"/>
                  </a:lnTo>
                  <a:cubicBezTo>
                    <a:pt x="7668" y="2263"/>
                    <a:pt x="7502" y="2097"/>
                    <a:pt x="7287" y="2097"/>
                  </a:cubicBezTo>
                  <a:lnTo>
                    <a:pt x="1262" y="2097"/>
                  </a:lnTo>
                  <a:cubicBezTo>
                    <a:pt x="1048" y="2097"/>
                    <a:pt x="905" y="2263"/>
                    <a:pt x="905" y="2454"/>
                  </a:cubicBezTo>
                  <a:lnTo>
                    <a:pt x="905" y="9598"/>
                  </a:lnTo>
                  <a:lnTo>
                    <a:pt x="357" y="9598"/>
                  </a:lnTo>
                  <a:lnTo>
                    <a:pt x="357" y="3263"/>
                  </a:lnTo>
                  <a:cubicBezTo>
                    <a:pt x="357" y="3216"/>
                    <a:pt x="310" y="3121"/>
                    <a:pt x="238" y="3121"/>
                  </a:cubicBezTo>
                  <a:cubicBezTo>
                    <a:pt x="225" y="3112"/>
                    <a:pt x="211" y="3108"/>
                    <a:pt x="197" y="3108"/>
                  </a:cubicBezTo>
                  <a:cubicBezTo>
                    <a:pt x="135" y="3108"/>
                    <a:pt x="71" y="3186"/>
                    <a:pt x="71" y="3263"/>
                  </a:cubicBezTo>
                  <a:lnTo>
                    <a:pt x="71" y="10598"/>
                  </a:lnTo>
                  <a:cubicBezTo>
                    <a:pt x="71" y="10884"/>
                    <a:pt x="310" y="11098"/>
                    <a:pt x="572" y="11098"/>
                  </a:cubicBezTo>
                  <a:lnTo>
                    <a:pt x="7859" y="11098"/>
                  </a:lnTo>
                  <a:cubicBezTo>
                    <a:pt x="8168" y="11098"/>
                    <a:pt x="8383" y="10860"/>
                    <a:pt x="8383" y="10598"/>
                  </a:cubicBezTo>
                  <a:lnTo>
                    <a:pt x="8383" y="501"/>
                  </a:lnTo>
                  <a:cubicBezTo>
                    <a:pt x="8335" y="239"/>
                    <a:pt x="8097" y="1"/>
                    <a:pt x="7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6" name="Google Shape;20206;p95"/>
          <p:cNvGrpSpPr/>
          <p:nvPr/>
        </p:nvGrpSpPr>
        <p:grpSpPr>
          <a:xfrm>
            <a:off x="4767329" y="3469051"/>
            <a:ext cx="369042" cy="302032"/>
            <a:chOff x="4764247" y="3611881"/>
            <a:chExt cx="369042" cy="302032"/>
          </a:xfrm>
        </p:grpSpPr>
        <p:sp>
          <p:nvSpPr>
            <p:cNvPr id="20207" name="Google Shape;20207;p95"/>
            <p:cNvSpPr/>
            <p:nvPr/>
          </p:nvSpPr>
          <p:spPr>
            <a:xfrm>
              <a:off x="4770490" y="3616523"/>
              <a:ext cx="358124" cy="239011"/>
            </a:xfrm>
            <a:custGeom>
              <a:rect b="b" l="l" r="r" t="t"/>
              <a:pathLst>
                <a:path extrusionOk="0" h="7312" w="10956">
                  <a:moveTo>
                    <a:pt x="453" y="1"/>
                  </a:moveTo>
                  <a:cubicBezTo>
                    <a:pt x="215" y="1"/>
                    <a:pt x="1" y="215"/>
                    <a:pt x="1" y="453"/>
                  </a:cubicBezTo>
                  <a:lnTo>
                    <a:pt x="1" y="6859"/>
                  </a:lnTo>
                  <a:cubicBezTo>
                    <a:pt x="1" y="7098"/>
                    <a:pt x="215" y="7312"/>
                    <a:pt x="453" y="7312"/>
                  </a:cubicBezTo>
                  <a:lnTo>
                    <a:pt x="10503" y="7312"/>
                  </a:lnTo>
                  <a:cubicBezTo>
                    <a:pt x="10741" y="7312"/>
                    <a:pt x="10931" y="7121"/>
                    <a:pt x="10955" y="6859"/>
                  </a:cubicBezTo>
                  <a:lnTo>
                    <a:pt x="10955" y="453"/>
                  </a:lnTo>
                  <a:cubicBezTo>
                    <a:pt x="10955" y="215"/>
                    <a:pt x="10741" y="1"/>
                    <a:pt x="1050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95"/>
            <p:cNvSpPr/>
            <p:nvPr/>
          </p:nvSpPr>
          <p:spPr>
            <a:xfrm>
              <a:off x="5091972" y="3618092"/>
              <a:ext cx="36643" cy="238226"/>
            </a:xfrm>
            <a:custGeom>
              <a:rect b="b" l="l" r="r" t="t"/>
              <a:pathLst>
                <a:path extrusionOk="0" h="7288" w="1121">
                  <a:moveTo>
                    <a:pt x="1" y="1"/>
                  </a:moveTo>
                  <a:cubicBezTo>
                    <a:pt x="239" y="1"/>
                    <a:pt x="453" y="191"/>
                    <a:pt x="453" y="429"/>
                  </a:cubicBezTo>
                  <a:lnTo>
                    <a:pt x="453" y="6835"/>
                  </a:lnTo>
                  <a:cubicBezTo>
                    <a:pt x="453" y="7073"/>
                    <a:pt x="239" y="7288"/>
                    <a:pt x="1" y="7288"/>
                  </a:cubicBezTo>
                  <a:lnTo>
                    <a:pt x="668" y="7288"/>
                  </a:lnTo>
                  <a:cubicBezTo>
                    <a:pt x="906" y="7288"/>
                    <a:pt x="1120" y="7073"/>
                    <a:pt x="1120" y="6835"/>
                  </a:cubicBezTo>
                  <a:lnTo>
                    <a:pt x="1120" y="429"/>
                  </a:lnTo>
                  <a:cubicBezTo>
                    <a:pt x="1096" y="167"/>
                    <a:pt x="906" y="1"/>
                    <a:pt x="668"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95"/>
            <p:cNvSpPr/>
            <p:nvPr/>
          </p:nvSpPr>
          <p:spPr>
            <a:xfrm>
              <a:off x="4770490" y="3814250"/>
              <a:ext cx="358124" cy="41284"/>
            </a:xfrm>
            <a:custGeom>
              <a:rect b="b" l="l" r="r" t="t"/>
              <a:pathLst>
                <a:path extrusionOk="0" h="1263" w="10956">
                  <a:moveTo>
                    <a:pt x="1" y="1"/>
                  </a:moveTo>
                  <a:lnTo>
                    <a:pt x="1" y="810"/>
                  </a:lnTo>
                  <a:cubicBezTo>
                    <a:pt x="1" y="1049"/>
                    <a:pt x="215" y="1263"/>
                    <a:pt x="453" y="1263"/>
                  </a:cubicBezTo>
                  <a:lnTo>
                    <a:pt x="10503" y="1263"/>
                  </a:lnTo>
                  <a:cubicBezTo>
                    <a:pt x="10741" y="1263"/>
                    <a:pt x="10955" y="1049"/>
                    <a:pt x="10955" y="810"/>
                  </a:cubicBezTo>
                  <a:lnTo>
                    <a:pt x="10955"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95"/>
            <p:cNvSpPr/>
            <p:nvPr/>
          </p:nvSpPr>
          <p:spPr>
            <a:xfrm>
              <a:off x="5091220" y="3814250"/>
              <a:ext cx="36610" cy="41284"/>
            </a:xfrm>
            <a:custGeom>
              <a:rect b="b" l="l" r="r" t="t"/>
              <a:pathLst>
                <a:path extrusionOk="0" h="1263" w="1120">
                  <a:moveTo>
                    <a:pt x="453" y="1"/>
                  </a:moveTo>
                  <a:lnTo>
                    <a:pt x="453" y="810"/>
                  </a:lnTo>
                  <a:cubicBezTo>
                    <a:pt x="453" y="1049"/>
                    <a:pt x="238" y="1263"/>
                    <a:pt x="0" y="1263"/>
                  </a:cubicBezTo>
                  <a:lnTo>
                    <a:pt x="667" y="1263"/>
                  </a:lnTo>
                  <a:cubicBezTo>
                    <a:pt x="905" y="1263"/>
                    <a:pt x="1119" y="1049"/>
                    <a:pt x="1119" y="810"/>
                  </a:cubicBezTo>
                  <a:lnTo>
                    <a:pt x="1119"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95"/>
            <p:cNvSpPr/>
            <p:nvPr/>
          </p:nvSpPr>
          <p:spPr>
            <a:xfrm>
              <a:off x="4902809" y="3855501"/>
              <a:ext cx="91917" cy="52202"/>
            </a:xfrm>
            <a:custGeom>
              <a:rect b="b" l="l" r="r" t="t"/>
              <a:pathLst>
                <a:path extrusionOk="0" h="1597" w="2812">
                  <a:moveTo>
                    <a:pt x="215" y="1"/>
                  </a:moveTo>
                  <a:lnTo>
                    <a:pt x="1" y="1596"/>
                  </a:lnTo>
                  <a:lnTo>
                    <a:pt x="2811" y="1596"/>
                  </a:lnTo>
                  <a:lnTo>
                    <a:pt x="25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95"/>
            <p:cNvSpPr/>
            <p:nvPr/>
          </p:nvSpPr>
          <p:spPr>
            <a:xfrm>
              <a:off x="4965864" y="3855501"/>
              <a:ext cx="28079" cy="52202"/>
            </a:xfrm>
            <a:custGeom>
              <a:rect b="b" l="l" r="r" t="t"/>
              <a:pathLst>
                <a:path extrusionOk="0" h="1597" w="859">
                  <a:moveTo>
                    <a:pt x="1" y="1"/>
                  </a:moveTo>
                  <a:lnTo>
                    <a:pt x="215" y="1596"/>
                  </a:lnTo>
                  <a:lnTo>
                    <a:pt x="858" y="1596"/>
                  </a:lnTo>
                  <a:lnTo>
                    <a:pt x="668"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95"/>
            <p:cNvSpPr/>
            <p:nvPr/>
          </p:nvSpPr>
          <p:spPr>
            <a:xfrm>
              <a:off x="4863911" y="3643784"/>
              <a:ext cx="171282" cy="170498"/>
            </a:xfrm>
            <a:custGeom>
              <a:rect b="b" l="l" r="r" t="t"/>
              <a:pathLst>
                <a:path extrusionOk="0" h="5216" w="5240">
                  <a:moveTo>
                    <a:pt x="167" y="0"/>
                  </a:moveTo>
                  <a:cubicBezTo>
                    <a:pt x="96" y="0"/>
                    <a:pt x="0" y="96"/>
                    <a:pt x="0" y="191"/>
                  </a:cubicBezTo>
                  <a:lnTo>
                    <a:pt x="0" y="5216"/>
                  </a:lnTo>
                  <a:lnTo>
                    <a:pt x="5192" y="5216"/>
                  </a:lnTo>
                  <a:lnTo>
                    <a:pt x="5239" y="191"/>
                  </a:lnTo>
                  <a:cubicBezTo>
                    <a:pt x="5239" y="96"/>
                    <a:pt x="5144" y="0"/>
                    <a:pt x="5049"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95"/>
            <p:cNvSpPr/>
            <p:nvPr/>
          </p:nvSpPr>
          <p:spPr>
            <a:xfrm>
              <a:off x="5007900" y="3643784"/>
              <a:ext cx="27294" cy="170498"/>
            </a:xfrm>
            <a:custGeom>
              <a:rect b="b" l="l" r="r" t="t"/>
              <a:pathLst>
                <a:path extrusionOk="0" h="5216" w="835">
                  <a:moveTo>
                    <a:pt x="1" y="0"/>
                  </a:moveTo>
                  <a:cubicBezTo>
                    <a:pt x="72" y="0"/>
                    <a:pt x="168" y="96"/>
                    <a:pt x="168" y="191"/>
                  </a:cubicBezTo>
                  <a:lnTo>
                    <a:pt x="168" y="5216"/>
                  </a:lnTo>
                  <a:lnTo>
                    <a:pt x="834" y="5216"/>
                  </a:lnTo>
                  <a:lnTo>
                    <a:pt x="834" y="191"/>
                  </a:lnTo>
                  <a:cubicBezTo>
                    <a:pt x="787" y="96"/>
                    <a:pt x="739" y="0"/>
                    <a:pt x="64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95"/>
            <p:cNvSpPr/>
            <p:nvPr/>
          </p:nvSpPr>
          <p:spPr>
            <a:xfrm>
              <a:off x="4863911" y="3643784"/>
              <a:ext cx="27261" cy="170498"/>
            </a:xfrm>
            <a:custGeom>
              <a:rect b="b" l="l" r="r" t="t"/>
              <a:pathLst>
                <a:path extrusionOk="0" h="5216" w="834">
                  <a:moveTo>
                    <a:pt x="167" y="0"/>
                  </a:moveTo>
                  <a:cubicBezTo>
                    <a:pt x="96" y="0"/>
                    <a:pt x="0" y="96"/>
                    <a:pt x="0" y="191"/>
                  </a:cubicBezTo>
                  <a:lnTo>
                    <a:pt x="0" y="5216"/>
                  </a:lnTo>
                  <a:lnTo>
                    <a:pt x="834" y="5216"/>
                  </a:lnTo>
                  <a:lnTo>
                    <a:pt x="834"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95"/>
            <p:cNvSpPr/>
            <p:nvPr/>
          </p:nvSpPr>
          <p:spPr>
            <a:xfrm>
              <a:off x="4764247" y="3611881"/>
              <a:ext cx="369042" cy="302032"/>
            </a:xfrm>
            <a:custGeom>
              <a:rect b="b" l="l" r="r" t="t"/>
              <a:pathLst>
                <a:path extrusionOk="0" h="9240" w="11290">
                  <a:moveTo>
                    <a:pt x="4026" y="1143"/>
                  </a:moveTo>
                  <a:lnTo>
                    <a:pt x="8098" y="1167"/>
                  </a:lnTo>
                  <a:lnTo>
                    <a:pt x="8098" y="6025"/>
                  </a:lnTo>
                  <a:lnTo>
                    <a:pt x="4026" y="6025"/>
                  </a:lnTo>
                  <a:lnTo>
                    <a:pt x="4026" y="1143"/>
                  </a:lnTo>
                  <a:close/>
                  <a:moveTo>
                    <a:pt x="10670" y="333"/>
                  </a:moveTo>
                  <a:cubicBezTo>
                    <a:pt x="10813" y="333"/>
                    <a:pt x="10932" y="452"/>
                    <a:pt x="10932" y="595"/>
                  </a:cubicBezTo>
                  <a:lnTo>
                    <a:pt x="10932" y="6025"/>
                  </a:lnTo>
                  <a:lnTo>
                    <a:pt x="8431" y="6025"/>
                  </a:lnTo>
                  <a:lnTo>
                    <a:pt x="8431" y="1167"/>
                  </a:lnTo>
                  <a:cubicBezTo>
                    <a:pt x="8431" y="976"/>
                    <a:pt x="8288" y="810"/>
                    <a:pt x="8074" y="810"/>
                  </a:cubicBezTo>
                  <a:lnTo>
                    <a:pt x="3049" y="810"/>
                  </a:lnTo>
                  <a:cubicBezTo>
                    <a:pt x="2954" y="810"/>
                    <a:pt x="2859" y="905"/>
                    <a:pt x="2859" y="976"/>
                  </a:cubicBezTo>
                  <a:lnTo>
                    <a:pt x="2859" y="3548"/>
                  </a:lnTo>
                  <a:cubicBezTo>
                    <a:pt x="2859" y="3572"/>
                    <a:pt x="2859" y="3596"/>
                    <a:pt x="2883" y="3596"/>
                  </a:cubicBezTo>
                  <a:cubicBezTo>
                    <a:pt x="2940" y="3637"/>
                    <a:pt x="2994" y="3655"/>
                    <a:pt x="3040" y="3655"/>
                  </a:cubicBezTo>
                  <a:cubicBezTo>
                    <a:pt x="3130" y="3655"/>
                    <a:pt x="3192" y="3587"/>
                    <a:pt x="3192" y="3477"/>
                  </a:cubicBezTo>
                  <a:lnTo>
                    <a:pt x="3192" y="1143"/>
                  </a:lnTo>
                  <a:cubicBezTo>
                    <a:pt x="3192" y="1143"/>
                    <a:pt x="3192" y="1095"/>
                    <a:pt x="3216" y="1095"/>
                  </a:cubicBezTo>
                  <a:lnTo>
                    <a:pt x="3692" y="1095"/>
                  </a:lnTo>
                  <a:lnTo>
                    <a:pt x="3692" y="6025"/>
                  </a:lnTo>
                  <a:lnTo>
                    <a:pt x="3192" y="6025"/>
                  </a:lnTo>
                  <a:lnTo>
                    <a:pt x="3192" y="4168"/>
                  </a:lnTo>
                  <a:cubicBezTo>
                    <a:pt x="3192" y="4072"/>
                    <a:pt x="3145" y="4025"/>
                    <a:pt x="3049" y="4001"/>
                  </a:cubicBezTo>
                  <a:cubicBezTo>
                    <a:pt x="2954" y="4001"/>
                    <a:pt x="2859" y="4048"/>
                    <a:pt x="2859" y="4144"/>
                  </a:cubicBezTo>
                  <a:lnTo>
                    <a:pt x="2859" y="6025"/>
                  </a:lnTo>
                  <a:lnTo>
                    <a:pt x="334" y="6025"/>
                  </a:lnTo>
                  <a:lnTo>
                    <a:pt x="334" y="595"/>
                  </a:lnTo>
                  <a:cubicBezTo>
                    <a:pt x="334" y="452"/>
                    <a:pt x="453" y="333"/>
                    <a:pt x="596" y="333"/>
                  </a:cubicBezTo>
                  <a:close/>
                  <a:moveTo>
                    <a:pt x="6669" y="7597"/>
                  </a:moveTo>
                  <a:lnTo>
                    <a:pt x="6860" y="8883"/>
                  </a:lnTo>
                  <a:lnTo>
                    <a:pt x="4454" y="8883"/>
                  </a:lnTo>
                  <a:lnTo>
                    <a:pt x="4621" y="7597"/>
                  </a:lnTo>
                  <a:close/>
                  <a:moveTo>
                    <a:pt x="596" y="0"/>
                  </a:moveTo>
                  <a:cubicBezTo>
                    <a:pt x="263" y="0"/>
                    <a:pt x="1" y="262"/>
                    <a:pt x="1" y="595"/>
                  </a:cubicBezTo>
                  <a:lnTo>
                    <a:pt x="1" y="7001"/>
                  </a:lnTo>
                  <a:cubicBezTo>
                    <a:pt x="1" y="7335"/>
                    <a:pt x="263" y="7597"/>
                    <a:pt x="596" y="7597"/>
                  </a:cubicBezTo>
                  <a:lnTo>
                    <a:pt x="4240" y="7597"/>
                  </a:lnTo>
                  <a:lnTo>
                    <a:pt x="4049" y="8883"/>
                  </a:lnTo>
                  <a:lnTo>
                    <a:pt x="3549" y="8883"/>
                  </a:lnTo>
                  <a:cubicBezTo>
                    <a:pt x="3502" y="8883"/>
                    <a:pt x="3406" y="8930"/>
                    <a:pt x="3406" y="9002"/>
                  </a:cubicBezTo>
                  <a:cubicBezTo>
                    <a:pt x="3383" y="9121"/>
                    <a:pt x="3454" y="9240"/>
                    <a:pt x="3549" y="9240"/>
                  </a:cubicBezTo>
                  <a:lnTo>
                    <a:pt x="7717" y="9240"/>
                  </a:lnTo>
                  <a:cubicBezTo>
                    <a:pt x="7788" y="9240"/>
                    <a:pt x="7860" y="9169"/>
                    <a:pt x="7860" y="9121"/>
                  </a:cubicBezTo>
                  <a:cubicBezTo>
                    <a:pt x="7907" y="9002"/>
                    <a:pt x="7812" y="8883"/>
                    <a:pt x="7717" y="8883"/>
                  </a:cubicBezTo>
                  <a:lnTo>
                    <a:pt x="7193" y="8883"/>
                  </a:lnTo>
                  <a:lnTo>
                    <a:pt x="7002" y="7597"/>
                  </a:lnTo>
                  <a:lnTo>
                    <a:pt x="8669" y="7597"/>
                  </a:lnTo>
                  <a:cubicBezTo>
                    <a:pt x="8765" y="7597"/>
                    <a:pt x="8812" y="7525"/>
                    <a:pt x="8860" y="7454"/>
                  </a:cubicBezTo>
                  <a:cubicBezTo>
                    <a:pt x="8860" y="7359"/>
                    <a:pt x="8789" y="7263"/>
                    <a:pt x="8693" y="7263"/>
                  </a:cubicBezTo>
                  <a:lnTo>
                    <a:pt x="644" y="7263"/>
                  </a:lnTo>
                  <a:cubicBezTo>
                    <a:pt x="477" y="7263"/>
                    <a:pt x="358" y="7144"/>
                    <a:pt x="358" y="7001"/>
                  </a:cubicBezTo>
                  <a:lnTo>
                    <a:pt x="358" y="6335"/>
                  </a:lnTo>
                  <a:lnTo>
                    <a:pt x="10956" y="6335"/>
                  </a:lnTo>
                  <a:lnTo>
                    <a:pt x="10956" y="7097"/>
                  </a:lnTo>
                  <a:cubicBezTo>
                    <a:pt x="10956" y="7168"/>
                    <a:pt x="10884" y="7263"/>
                    <a:pt x="10789" y="7263"/>
                  </a:cubicBezTo>
                  <a:lnTo>
                    <a:pt x="9336" y="7263"/>
                  </a:lnTo>
                  <a:cubicBezTo>
                    <a:pt x="9289" y="7263"/>
                    <a:pt x="9265" y="7263"/>
                    <a:pt x="9241" y="7287"/>
                  </a:cubicBezTo>
                  <a:cubicBezTo>
                    <a:pt x="9122" y="7454"/>
                    <a:pt x="9241" y="7597"/>
                    <a:pt x="9360" y="7597"/>
                  </a:cubicBezTo>
                  <a:lnTo>
                    <a:pt x="10694" y="7597"/>
                  </a:lnTo>
                  <a:cubicBezTo>
                    <a:pt x="11027" y="7597"/>
                    <a:pt x="11289" y="7335"/>
                    <a:pt x="11289" y="7001"/>
                  </a:cubicBezTo>
                  <a:lnTo>
                    <a:pt x="11289" y="595"/>
                  </a:lnTo>
                  <a:cubicBezTo>
                    <a:pt x="11289" y="262"/>
                    <a:pt x="11027" y="0"/>
                    <a:pt x="106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95"/>
            <p:cNvSpPr/>
            <p:nvPr/>
          </p:nvSpPr>
          <p:spPr>
            <a:xfrm>
              <a:off x="4926181" y="3704485"/>
              <a:ext cx="53738" cy="62335"/>
            </a:xfrm>
            <a:custGeom>
              <a:rect b="b" l="l" r="r" t="t"/>
              <a:pathLst>
                <a:path extrusionOk="0" h="1907" w="1644">
                  <a:moveTo>
                    <a:pt x="810" y="525"/>
                  </a:moveTo>
                  <a:lnTo>
                    <a:pt x="1024" y="1192"/>
                  </a:lnTo>
                  <a:lnTo>
                    <a:pt x="548" y="1192"/>
                  </a:lnTo>
                  <a:lnTo>
                    <a:pt x="810" y="525"/>
                  </a:lnTo>
                  <a:close/>
                  <a:moveTo>
                    <a:pt x="834" y="1"/>
                  </a:moveTo>
                  <a:cubicBezTo>
                    <a:pt x="739" y="1"/>
                    <a:pt x="691" y="49"/>
                    <a:pt x="643" y="120"/>
                  </a:cubicBezTo>
                  <a:lnTo>
                    <a:pt x="48" y="1692"/>
                  </a:lnTo>
                  <a:cubicBezTo>
                    <a:pt x="0" y="1763"/>
                    <a:pt x="24" y="1835"/>
                    <a:pt x="119" y="1882"/>
                  </a:cubicBezTo>
                  <a:cubicBezTo>
                    <a:pt x="142" y="1888"/>
                    <a:pt x="163" y="1891"/>
                    <a:pt x="183" y="1891"/>
                  </a:cubicBezTo>
                  <a:cubicBezTo>
                    <a:pt x="247" y="1891"/>
                    <a:pt x="297" y="1860"/>
                    <a:pt x="334" y="1787"/>
                  </a:cubicBezTo>
                  <a:lnTo>
                    <a:pt x="453" y="1477"/>
                  </a:lnTo>
                  <a:lnTo>
                    <a:pt x="1191" y="1477"/>
                  </a:lnTo>
                  <a:lnTo>
                    <a:pt x="1310" y="1787"/>
                  </a:lnTo>
                  <a:cubicBezTo>
                    <a:pt x="1334" y="1835"/>
                    <a:pt x="1405" y="1906"/>
                    <a:pt x="1453" y="1906"/>
                  </a:cubicBezTo>
                  <a:lnTo>
                    <a:pt x="1525" y="1906"/>
                  </a:lnTo>
                  <a:cubicBezTo>
                    <a:pt x="1596" y="1882"/>
                    <a:pt x="1644" y="1787"/>
                    <a:pt x="1596" y="1692"/>
                  </a:cubicBezTo>
                  <a:lnTo>
                    <a:pt x="1001" y="120"/>
                  </a:lnTo>
                  <a:cubicBezTo>
                    <a:pt x="977" y="25"/>
                    <a:pt x="882"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95"/>
            <p:cNvSpPr/>
            <p:nvPr/>
          </p:nvSpPr>
          <p:spPr>
            <a:xfrm>
              <a:off x="4975212" y="3692816"/>
              <a:ext cx="33505" cy="32720"/>
            </a:xfrm>
            <a:custGeom>
              <a:rect b="b" l="l" r="r" t="t"/>
              <a:pathLst>
                <a:path extrusionOk="0" h="1001" w="1025">
                  <a:moveTo>
                    <a:pt x="548" y="1"/>
                  </a:moveTo>
                  <a:cubicBezTo>
                    <a:pt x="453" y="1"/>
                    <a:pt x="382" y="48"/>
                    <a:pt x="382" y="144"/>
                  </a:cubicBezTo>
                  <a:lnTo>
                    <a:pt x="382" y="334"/>
                  </a:lnTo>
                  <a:lnTo>
                    <a:pt x="191" y="334"/>
                  </a:lnTo>
                  <a:cubicBezTo>
                    <a:pt x="96" y="334"/>
                    <a:pt x="48" y="382"/>
                    <a:pt x="1" y="477"/>
                  </a:cubicBezTo>
                  <a:cubicBezTo>
                    <a:pt x="1" y="572"/>
                    <a:pt x="72" y="644"/>
                    <a:pt x="167" y="644"/>
                  </a:cubicBezTo>
                  <a:lnTo>
                    <a:pt x="334" y="644"/>
                  </a:lnTo>
                  <a:lnTo>
                    <a:pt x="334" y="834"/>
                  </a:lnTo>
                  <a:cubicBezTo>
                    <a:pt x="334" y="929"/>
                    <a:pt x="406" y="977"/>
                    <a:pt x="501" y="1001"/>
                  </a:cubicBezTo>
                  <a:cubicBezTo>
                    <a:pt x="572" y="1001"/>
                    <a:pt x="668" y="953"/>
                    <a:pt x="668" y="858"/>
                  </a:cubicBezTo>
                  <a:lnTo>
                    <a:pt x="668" y="691"/>
                  </a:lnTo>
                  <a:lnTo>
                    <a:pt x="858" y="691"/>
                  </a:lnTo>
                  <a:cubicBezTo>
                    <a:pt x="929" y="691"/>
                    <a:pt x="1001" y="620"/>
                    <a:pt x="1025" y="525"/>
                  </a:cubicBezTo>
                  <a:cubicBezTo>
                    <a:pt x="1025" y="453"/>
                    <a:pt x="977" y="358"/>
                    <a:pt x="882" y="358"/>
                  </a:cubicBezTo>
                  <a:lnTo>
                    <a:pt x="691" y="358"/>
                  </a:lnTo>
                  <a:lnTo>
                    <a:pt x="691" y="167"/>
                  </a:lnTo>
                  <a:cubicBezTo>
                    <a:pt x="691" y="96"/>
                    <a:pt x="644" y="25"/>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9" name="Google Shape;20219;p95"/>
          <p:cNvGrpSpPr/>
          <p:nvPr/>
        </p:nvGrpSpPr>
        <p:grpSpPr>
          <a:xfrm>
            <a:off x="4037409" y="3441005"/>
            <a:ext cx="333184" cy="363550"/>
            <a:chOff x="4024758" y="3583835"/>
            <a:chExt cx="333184" cy="363550"/>
          </a:xfrm>
        </p:grpSpPr>
        <p:sp>
          <p:nvSpPr>
            <p:cNvPr id="20220" name="Google Shape;20220;p95"/>
            <p:cNvSpPr/>
            <p:nvPr/>
          </p:nvSpPr>
          <p:spPr>
            <a:xfrm>
              <a:off x="4030968" y="3588510"/>
              <a:ext cx="261598" cy="353450"/>
            </a:xfrm>
            <a:custGeom>
              <a:rect b="b" l="l" r="r" t="t"/>
              <a:pathLst>
                <a:path extrusionOk="0" h="10813" w="8003">
                  <a:moveTo>
                    <a:pt x="358" y="1"/>
                  </a:moveTo>
                  <a:cubicBezTo>
                    <a:pt x="144" y="1"/>
                    <a:pt x="1" y="143"/>
                    <a:pt x="1" y="358"/>
                  </a:cubicBezTo>
                  <a:lnTo>
                    <a:pt x="1" y="10455"/>
                  </a:lnTo>
                  <a:cubicBezTo>
                    <a:pt x="1" y="10669"/>
                    <a:pt x="144" y="10812"/>
                    <a:pt x="358" y="10812"/>
                  </a:cubicBezTo>
                  <a:lnTo>
                    <a:pt x="7645" y="10812"/>
                  </a:lnTo>
                  <a:cubicBezTo>
                    <a:pt x="7836" y="10812"/>
                    <a:pt x="8002" y="10669"/>
                    <a:pt x="8002" y="10455"/>
                  </a:cubicBezTo>
                  <a:lnTo>
                    <a:pt x="8002" y="358"/>
                  </a:lnTo>
                  <a:cubicBezTo>
                    <a:pt x="8002" y="143"/>
                    <a:pt x="7860" y="1"/>
                    <a:pt x="764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95"/>
            <p:cNvSpPr/>
            <p:nvPr/>
          </p:nvSpPr>
          <p:spPr>
            <a:xfrm>
              <a:off x="4259846" y="3588510"/>
              <a:ext cx="32720" cy="353450"/>
            </a:xfrm>
            <a:custGeom>
              <a:rect b="b" l="l" r="r" t="t"/>
              <a:pathLst>
                <a:path extrusionOk="0" h="10813" w="1001">
                  <a:moveTo>
                    <a:pt x="0" y="1"/>
                  </a:moveTo>
                  <a:cubicBezTo>
                    <a:pt x="191" y="1"/>
                    <a:pt x="357" y="143"/>
                    <a:pt x="357" y="358"/>
                  </a:cubicBezTo>
                  <a:lnTo>
                    <a:pt x="357" y="10455"/>
                  </a:lnTo>
                  <a:cubicBezTo>
                    <a:pt x="357" y="10669"/>
                    <a:pt x="191" y="10812"/>
                    <a:pt x="0" y="10812"/>
                  </a:cubicBezTo>
                  <a:lnTo>
                    <a:pt x="643" y="10812"/>
                  </a:lnTo>
                  <a:cubicBezTo>
                    <a:pt x="858" y="10812"/>
                    <a:pt x="1000" y="10669"/>
                    <a:pt x="1000" y="10455"/>
                  </a:cubicBezTo>
                  <a:lnTo>
                    <a:pt x="1000" y="358"/>
                  </a:lnTo>
                  <a:cubicBezTo>
                    <a:pt x="1000" y="143"/>
                    <a:pt x="858" y="1"/>
                    <a:pt x="64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95"/>
            <p:cNvSpPr/>
            <p:nvPr/>
          </p:nvSpPr>
          <p:spPr>
            <a:xfrm>
              <a:off x="4030968" y="3874983"/>
              <a:ext cx="261598" cy="66977"/>
            </a:xfrm>
            <a:custGeom>
              <a:rect b="b" l="l" r="r" t="t"/>
              <a:pathLst>
                <a:path extrusionOk="0" h="2049" w="8003">
                  <a:moveTo>
                    <a:pt x="1" y="0"/>
                  </a:moveTo>
                  <a:lnTo>
                    <a:pt x="1" y="1691"/>
                  </a:lnTo>
                  <a:cubicBezTo>
                    <a:pt x="1" y="1905"/>
                    <a:pt x="144" y="2048"/>
                    <a:pt x="358" y="2048"/>
                  </a:cubicBezTo>
                  <a:lnTo>
                    <a:pt x="7645" y="2048"/>
                  </a:lnTo>
                  <a:cubicBezTo>
                    <a:pt x="7860" y="2048"/>
                    <a:pt x="8002" y="1905"/>
                    <a:pt x="8002" y="1691"/>
                  </a:cubicBezTo>
                  <a:lnTo>
                    <a:pt x="8002"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95"/>
            <p:cNvSpPr/>
            <p:nvPr/>
          </p:nvSpPr>
          <p:spPr>
            <a:xfrm>
              <a:off x="4259846" y="3874983"/>
              <a:ext cx="32720" cy="66977"/>
            </a:xfrm>
            <a:custGeom>
              <a:rect b="b" l="l" r="r" t="t"/>
              <a:pathLst>
                <a:path extrusionOk="0" h="2049" w="1001">
                  <a:moveTo>
                    <a:pt x="357" y="0"/>
                  </a:moveTo>
                  <a:lnTo>
                    <a:pt x="357" y="1691"/>
                  </a:lnTo>
                  <a:cubicBezTo>
                    <a:pt x="357" y="1905"/>
                    <a:pt x="191" y="2048"/>
                    <a:pt x="0" y="2048"/>
                  </a:cubicBezTo>
                  <a:lnTo>
                    <a:pt x="643" y="2048"/>
                  </a:lnTo>
                  <a:cubicBezTo>
                    <a:pt x="858" y="2048"/>
                    <a:pt x="1000" y="1905"/>
                    <a:pt x="1000" y="1691"/>
                  </a:cubicBezTo>
                  <a:lnTo>
                    <a:pt x="1000" y="0"/>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95"/>
            <p:cNvSpPr/>
            <p:nvPr/>
          </p:nvSpPr>
          <p:spPr>
            <a:xfrm>
              <a:off x="4030968" y="3588510"/>
              <a:ext cx="261598" cy="37394"/>
            </a:xfrm>
            <a:custGeom>
              <a:rect b="b" l="l" r="r" t="t"/>
              <a:pathLst>
                <a:path extrusionOk="0" h="1144" w="8003">
                  <a:moveTo>
                    <a:pt x="358" y="1"/>
                  </a:moveTo>
                  <a:cubicBezTo>
                    <a:pt x="144" y="1"/>
                    <a:pt x="1" y="143"/>
                    <a:pt x="1" y="358"/>
                  </a:cubicBezTo>
                  <a:lnTo>
                    <a:pt x="1" y="1144"/>
                  </a:lnTo>
                  <a:lnTo>
                    <a:pt x="8002" y="1144"/>
                  </a:lnTo>
                  <a:lnTo>
                    <a:pt x="8002" y="358"/>
                  </a:lnTo>
                  <a:cubicBezTo>
                    <a:pt x="8002" y="143"/>
                    <a:pt x="7860" y="1"/>
                    <a:pt x="7645"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95"/>
            <p:cNvSpPr/>
            <p:nvPr/>
          </p:nvSpPr>
          <p:spPr>
            <a:xfrm>
              <a:off x="4259846" y="3588510"/>
              <a:ext cx="32720" cy="37394"/>
            </a:xfrm>
            <a:custGeom>
              <a:rect b="b" l="l" r="r" t="t"/>
              <a:pathLst>
                <a:path extrusionOk="0" h="1144" w="1001">
                  <a:moveTo>
                    <a:pt x="0" y="1"/>
                  </a:moveTo>
                  <a:cubicBezTo>
                    <a:pt x="191" y="1"/>
                    <a:pt x="357" y="143"/>
                    <a:pt x="357" y="358"/>
                  </a:cubicBezTo>
                  <a:lnTo>
                    <a:pt x="357" y="1144"/>
                  </a:lnTo>
                  <a:lnTo>
                    <a:pt x="1000" y="1144"/>
                  </a:lnTo>
                  <a:lnTo>
                    <a:pt x="1000" y="358"/>
                  </a:lnTo>
                  <a:cubicBezTo>
                    <a:pt x="1000" y="143"/>
                    <a:pt x="858" y="1"/>
                    <a:pt x="643" y="1"/>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95"/>
            <p:cNvSpPr/>
            <p:nvPr/>
          </p:nvSpPr>
          <p:spPr>
            <a:xfrm>
              <a:off x="4070684" y="3655454"/>
              <a:ext cx="186842" cy="217993"/>
            </a:xfrm>
            <a:custGeom>
              <a:rect b="b" l="l" r="r" t="t"/>
              <a:pathLst>
                <a:path extrusionOk="0" h="6669" w="5716">
                  <a:moveTo>
                    <a:pt x="215" y="1"/>
                  </a:moveTo>
                  <a:cubicBezTo>
                    <a:pt x="96" y="1"/>
                    <a:pt x="0" y="96"/>
                    <a:pt x="0" y="215"/>
                  </a:cubicBezTo>
                  <a:lnTo>
                    <a:pt x="0" y="6669"/>
                  </a:lnTo>
                  <a:lnTo>
                    <a:pt x="5716" y="6669"/>
                  </a:lnTo>
                  <a:lnTo>
                    <a:pt x="5716" y="215"/>
                  </a:lnTo>
                  <a:cubicBezTo>
                    <a:pt x="5716" y="96"/>
                    <a:pt x="5621" y="1"/>
                    <a:pt x="5501"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95"/>
            <p:cNvSpPr/>
            <p:nvPr/>
          </p:nvSpPr>
          <p:spPr>
            <a:xfrm>
              <a:off x="4229480" y="3655454"/>
              <a:ext cx="28046" cy="217993"/>
            </a:xfrm>
            <a:custGeom>
              <a:rect b="b" l="l" r="r" t="t"/>
              <a:pathLst>
                <a:path extrusionOk="0" h="6669" w="858">
                  <a:moveTo>
                    <a:pt x="0" y="1"/>
                  </a:moveTo>
                  <a:cubicBezTo>
                    <a:pt x="120" y="1"/>
                    <a:pt x="215" y="96"/>
                    <a:pt x="215" y="215"/>
                  </a:cubicBezTo>
                  <a:lnTo>
                    <a:pt x="215" y="6669"/>
                  </a:lnTo>
                  <a:lnTo>
                    <a:pt x="858" y="6669"/>
                  </a:lnTo>
                  <a:lnTo>
                    <a:pt x="858" y="215"/>
                  </a:lnTo>
                  <a:cubicBezTo>
                    <a:pt x="858" y="96"/>
                    <a:pt x="763" y="1"/>
                    <a:pt x="643"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95"/>
            <p:cNvSpPr/>
            <p:nvPr/>
          </p:nvSpPr>
          <p:spPr>
            <a:xfrm>
              <a:off x="4245039" y="3772214"/>
              <a:ext cx="45959" cy="44422"/>
            </a:xfrm>
            <a:custGeom>
              <a:rect b="b" l="l" r="r" t="t"/>
              <a:pathLst>
                <a:path extrusionOk="0" h="1359" w="1406">
                  <a:moveTo>
                    <a:pt x="406" y="1"/>
                  </a:moveTo>
                  <a:lnTo>
                    <a:pt x="1" y="453"/>
                  </a:lnTo>
                  <a:lnTo>
                    <a:pt x="977" y="1358"/>
                  </a:lnTo>
                  <a:lnTo>
                    <a:pt x="1406" y="906"/>
                  </a:lnTo>
                  <a:lnTo>
                    <a:pt x="406"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95"/>
            <p:cNvSpPr/>
            <p:nvPr/>
          </p:nvSpPr>
          <p:spPr>
            <a:xfrm>
              <a:off x="4163320" y="3694385"/>
              <a:ext cx="110549" cy="111334"/>
            </a:xfrm>
            <a:custGeom>
              <a:rect b="b" l="l" r="r" t="t"/>
              <a:pathLst>
                <a:path extrusionOk="0" h="3406" w="3382">
                  <a:moveTo>
                    <a:pt x="1691" y="0"/>
                  </a:moveTo>
                  <a:cubicBezTo>
                    <a:pt x="762" y="0"/>
                    <a:pt x="0" y="762"/>
                    <a:pt x="0" y="1715"/>
                  </a:cubicBezTo>
                  <a:cubicBezTo>
                    <a:pt x="0" y="2644"/>
                    <a:pt x="762" y="3406"/>
                    <a:pt x="1691" y="3406"/>
                  </a:cubicBezTo>
                  <a:cubicBezTo>
                    <a:pt x="2620" y="3406"/>
                    <a:pt x="3382" y="2644"/>
                    <a:pt x="3382" y="1715"/>
                  </a:cubicBezTo>
                  <a:cubicBezTo>
                    <a:pt x="3382" y="762"/>
                    <a:pt x="2620" y="0"/>
                    <a:pt x="1691"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95"/>
            <p:cNvSpPr/>
            <p:nvPr/>
          </p:nvSpPr>
          <p:spPr>
            <a:xfrm>
              <a:off x="4183554" y="3715403"/>
              <a:ext cx="70082" cy="69297"/>
            </a:xfrm>
            <a:custGeom>
              <a:rect b="b" l="l" r="r" t="t"/>
              <a:pathLst>
                <a:path extrusionOk="0" h="2120" w="2144">
                  <a:moveTo>
                    <a:pt x="1072" y="0"/>
                  </a:moveTo>
                  <a:cubicBezTo>
                    <a:pt x="477" y="0"/>
                    <a:pt x="0" y="477"/>
                    <a:pt x="0" y="1072"/>
                  </a:cubicBezTo>
                  <a:cubicBezTo>
                    <a:pt x="0" y="1644"/>
                    <a:pt x="477" y="2120"/>
                    <a:pt x="1072" y="2120"/>
                  </a:cubicBezTo>
                  <a:cubicBezTo>
                    <a:pt x="1667" y="2120"/>
                    <a:pt x="2144" y="1644"/>
                    <a:pt x="2144" y="1072"/>
                  </a:cubicBezTo>
                  <a:cubicBezTo>
                    <a:pt x="2144" y="477"/>
                    <a:pt x="1667" y="0"/>
                    <a:pt x="1072"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95"/>
            <p:cNvSpPr/>
            <p:nvPr/>
          </p:nvSpPr>
          <p:spPr>
            <a:xfrm>
              <a:off x="4207677" y="3714847"/>
              <a:ext cx="49848" cy="69919"/>
            </a:xfrm>
            <a:custGeom>
              <a:rect b="b" l="l" r="r" t="t"/>
              <a:pathLst>
                <a:path extrusionOk="0" h="2139" w="1525">
                  <a:moveTo>
                    <a:pt x="351" y="1"/>
                  </a:moveTo>
                  <a:cubicBezTo>
                    <a:pt x="250" y="1"/>
                    <a:pt x="148" y="14"/>
                    <a:pt x="48" y="41"/>
                  </a:cubicBezTo>
                  <a:cubicBezTo>
                    <a:pt x="191" y="89"/>
                    <a:pt x="310" y="160"/>
                    <a:pt x="429" y="279"/>
                  </a:cubicBezTo>
                  <a:cubicBezTo>
                    <a:pt x="882" y="660"/>
                    <a:pt x="906" y="1351"/>
                    <a:pt x="477" y="1803"/>
                  </a:cubicBezTo>
                  <a:cubicBezTo>
                    <a:pt x="358" y="1946"/>
                    <a:pt x="191" y="2042"/>
                    <a:pt x="1" y="2089"/>
                  </a:cubicBezTo>
                  <a:cubicBezTo>
                    <a:pt x="113" y="2122"/>
                    <a:pt x="227" y="2139"/>
                    <a:pt x="340" y="2139"/>
                  </a:cubicBezTo>
                  <a:cubicBezTo>
                    <a:pt x="633" y="2139"/>
                    <a:pt x="914" y="2027"/>
                    <a:pt x="1120" y="1803"/>
                  </a:cubicBezTo>
                  <a:cubicBezTo>
                    <a:pt x="1525" y="1351"/>
                    <a:pt x="1501" y="684"/>
                    <a:pt x="1072" y="279"/>
                  </a:cubicBezTo>
                  <a:cubicBezTo>
                    <a:pt x="867" y="91"/>
                    <a:pt x="611" y="1"/>
                    <a:pt x="35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95"/>
            <p:cNvSpPr/>
            <p:nvPr/>
          </p:nvSpPr>
          <p:spPr>
            <a:xfrm>
              <a:off x="4275406" y="3799475"/>
              <a:ext cx="77862" cy="72730"/>
            </a:xfrm>
            <a:custGeom>
              <a:rect b="b" l="l" r="r" t="t"/>
              <a:pathLst>
                <a:path extrusionOk="0" h="2225" w="2382">
                  <a:moveTo>
                    <a:pt x="524" y="0"/>
                  </a:moveTo>
                  <a:lnTo>
                    <a:pt x="0" y="596"/>
                  </a:lnTo>
                  <a:lnTo>
                    <a:pt x="1668" y="2120"/>
                  </a:lnTo>
                  <a:cubicBezTo>
                    <a:pt x="1748" y="2188"/>
                    <a:pt x="1844" y="2224"/>
                    <a:pt x="1939" y="2224"/>
                  </a:cubicBezTo>
                  <a:cubicBezTo>
                    <a:pt x="2041" y="2224"/>
                    <a:pt x="2141" y="2182"/>
                    <a:pt x="2215" y="2096"/>
                  </a:cubicBezTo>
                  <a:cubicBezTo>
                    <a:pt x="2382" y="1905"/>
                    <a:pt x="2382" y="1667"/>
                    <a:pt x="2191" y="1524"/>
                  </a:cubicBezTo>
                  <a:lnTo>
                    <a:pt x="52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95"/>
            <p:cNvSpPr/>
            <p:nvPr/>
          </p:nvSpPr>
          <p:spPr>
            <a:xfrm>
              <a:off x="4149297" y="3895217"/>
              <a:ext cx="23372" cy="23372"/>
            </a:xfrm>
            <a:custGeom>
              <a:rect b="b" l="l" r="r" t="t"/>
              <a:pathLst>
                <a:path extrusionOk="0" h="715" w="715">
                  <a:moveTo>
                    <a:pt x="358" y="0"/>
                  </a:moveTo>
                  <a:cubicBezTo>
                    <a:pt x="167" y="0"/>
                    <a:pt x="1" y="143"/>
                    <a:pt x="1" y="358"/>
                  </a:cubicBezTo>
                  <a:cubicBezTo>
                    <a:pt x="1" y="548"/>
                    <a:pt x="167" y="715"/>
                    <a:pt x="358" y="715"/>
                  </a:cubicBezTo>
                  <a:cubicBezTo>
                    <a:pt x="572" y="715"/>
                    <a:pt x="715" y="548"/>
                    <a:pt x="715" y="358"/>
                  </a:cubicBezTo>
                  <a:cubicBezTo>
                    <a:pt x="715" y="143"/>
                    <a:pt x="572" y="0"/>
                    <a:pt x="358"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95"/>
            <p:cNvSpPr/>
            <p:nvPr/>
          </p:nvSpPr>
          <p:spPr>
            <a:xfrm>
              <a:off x="4174990" y="3709617"/>
              <a:ext cx="88779" cy="80542"/>
            </a:xfrm>
            <a:custGeom>
              <a:rect b="b" l="l" r="r" t="t"/>
              <a:pathLst>
                <a:path extrusionOk="0" h="2464" w="2716">
                  <a:moveTo>
                    <a:pt x="1334" y="320"/>
                  </a:moveTo>
                  <a:cubicBezTo>
                    <a:pt x="1548" y="320"/>
                    <a:pt x="1787" y="415"/>
                    <a:pt x="1953" y="558"/>
                  </a:cubicBezTo>
                  <a:cubicBezTo>
                    <a:pt x="2310" y="916"/>
                    <a:pt x="2358" y="1487"/>
                    <a:pt x="2025" y="1844"/>
                  </a:cubicBezTo>
                  <a:cubicBezTo>
                    <a:pt x="1849" y="2032"/>
                    <a:pt x="1602" y="2128"/>
                    <a:pt x="1354" y="2128"/>
                  </a:cubicBezTo>
                  <a:cubicBezTo>
                    <a:pt x="1131" y="2128"/>
                    <a:pt x="908" y="2050"/>
                    <a:pt x="739" y="1892"/>
                  </a:cubicBezTo>
                  <a:cubicBezTo>
                    <a:pt x="381" y="1559"/>
                    <a:pt x="358" y="963"/>
                    <a:pt x="691" y="606"/>
                  </a:cubicBezTo>
                  <a:cubicBezTo>
                    <a:pt x="858" y="415"/>
                    <a:pt x="1096" y="320"/>
                    <a:pt x="1334" y="320"/>
                  </a:cubicBezTo>
                  <a:close/>
                  <a:moveTo>
                    <a:pt x="1341" y="0"/>
                  </a:moveTo>
                  <a:cubicBezTo>
                    <a:pt x="1008" y="0"/>
                    <a:pt x="680" y="138"/>
                    <a:pt x="453" y="415"/>
                  </a:cubicBezTo>
                  <a:cubicBezTo>
                    <a:pt x="0" y="916"/>
                    <a:pt x="24" y="1678"/>
                    <a:pt x="524" y="2130"/>
                  </a:cubicBezTo>
                  <a:cubicBezTo>
                    <a:pt x="762" y="2344"/>
                    <a:pt x="1072" y="2463"/>
                    <a:pt x="1358" y="2463"/>
                  </a:cubicBezTo>
                  <a:cubicBezTo>
                    <a:pt x="1691" y="2463"/>
                    <a:pt x="2025" y="2321"/>
                    <a:pt x="2287" y="2082"/>
                  </a:cubicBezTo>
                  <a:cubicBezTo>
                    <a:pt x="2715" y="1559"/>
                    <a:pt x="2668" y="796"/>
                    <a:pt x="2168" y="320"/>
                  </a:cubicBezTo>
                  <a:cubicBezTo>
                    <a:pt x="1933" y="108"/>
                    <a:pt x="1635" y="0"/>
                    <a:pt x="13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95"/>
            <p:cNvSpPr/>
            <p:nvPr/>
          </p:nvSpPr>
          <p:spPr>
            <a:xfrm>
              <a:off x="4024758" y="3583835"/>
              <a:ext cx="333184" cy="363550"/>
            </a:xfrm>
            <a:custGeom>
              <a:rect b="b" l="l" r="r" t="t"/>
              <a:pathLst>
                <a:path extrusionOk="0" h="11122" w="10193">
                  <a:moveTo>
                    <a:pt x="7835" y="286"/>
                  </a:moveTo>
                  <a:cubicBezTo>
                    <a:pt x="7954" y="286"/>
                    <a:pt x="8026" y="382"/>
                    <a:pt x="8026" y="477"/>
                  </a:cubicBezTo>
                  <a:lnTo>
                    <a:pt x="8026" y="1096"/>
                  </a:lnTo>
                  <a:lnTo>
                    <a:pt x="357" y="1096"/>
                  </a:lnTo>
                  <a:lnTo>
                    <a:pt x="357" y="477"/>
                  </a:lnTo>
                  <a:cubicBezTo>
                    <a:pt x="357" y="358"/>
                    <a:pt x="453" y="286"/>
                    <a:pt x="548" y="286"/>
                  </a:cubicBezTo>
                  <a:close/>
                  <a:moveTo>
                    <a:pt x="5954" y="3549"/>
                  </a:moveTo>
                  <a:cubicBezTo>
                    <a:pt x="6311" y="3549"/>
                    <a:pt x="6716" y="3668"/>
                    <a:pt x="7002" y="3954"/>
                  </a:cubicBezTo>
                  <a:cubicBezTo>
                    <a:pt x="7597" y="4525"/>
                    <a:pt x="7668" y="5502"/>
                    <a:pt x="7097" y="6121"/>
                  </a:cubicBezTo>
                  <a:cubicBezTo>
                    <a:pt x="6787" y="6454"/>
                    <a:pt x="6383" y="6645"/>
                    <a:pt x="5954" y="6645"/>
                  </a:cubicBezTo>
                  <a:cubicBezTo>
                    <a:pt x="5597" y="6645"/>
                    <a:pt x="5216" y="6526"/>
                    <a:pt x="4930" y="6216"/>
                  </a:cubicBezTo>
                  <a:cubicBezTo>
                    <a:pt x="4287" y="5645"/>
                    <a:pt x="4239" y="4668"/>
                    <a:pt x="4835" y="4049"/>
                  </a:cubicBezTo>
                  <a:cubicBezTo>
                    <a:pt x="5120" y="3716"/>
                    <a:pt x="5549" y="3549"/>
                    <a:pt x="5954" y="3549"/>
                  </a:cubicBezTo>
                  <a:close/>
                  <a:moveTo>
                    <a:pt x="7430" y="6216"/>
                  </a:moveTo>
                  <a:lnTo>
                    <a:pt x="7907" y="6669"/>
                  </a:lnTo>
                  <a:lnTo>
                    <a:pt x="7716" y="6883"/>
                  </a:lnTo>
                  <a:lnTo>
                    <a:pt x="7240" y="6431"/>
                  </a:lnTo>
                  <a:lnTo>
                    <a:pt x="7335" y="6335"/>
                  </a:lnTo>
                  <a:cubicBezTo>
                    <a:pt x="7359" y="6311"/>
                    <a:pt x="7383" y="6288"/>
                    <a:pt x="7430" y="6216"/>
                  </a:cubicBezTo>
                  <a:close/>
                  <a:moveTo>
                    <a:pt x="8192" y="6812"/>
                  </a:moveTo>
                  <a:lnTo>
                    <a:pt x="9740" y="8240"/>
                  </a:lnTo>
                  <a:cubicBezTo>
                    <a:pt x="9788" y="8264"/>
                    <a:pt x="9836" y="8336"/>
                    <a:pt x="9836" y="8431"/>
                  </a:cubicBezTo>
                  <a:cubicBezTo>
                    <a:pt x="9836" y="8479"/>
                    <a:pt x="9836" y="8550"/>
                    <a:pt x="9764" y="8574"/>
                  </a:cubicBezTo>
                  <a:cubicBezTo>
                    <a:pt x="9740" y="8621"/>
                    <a:pt x="9693" y="8669"/>
                    <a:pt x="9597" y="8669"/>
                  </a:cubicBezTo>
                  <a:cubicBezTo>
                    <a:pt x="9526" y="8669"/>
                    <a:pt x="9478" y="8621"/>
                    <a:pt x="9407" y="8598"/>
                  </a:cubicBezTo>
                  <a:lnTo>
                    <a:pt x="7859" y="7169"/>
                  </a:lnTo>
                  <a:lnTo>
                    <a:pt x="8192" y="6812"/>
                  </a:lnTo>
                  <a:close/>
                  <a:moveTo>
                    <a:pt x="6954" y="2382"/>
                  </a:moveTo>
                  <a:cubicBezTo>
                    <a:pt x="6954" y="2382"/>
                    <a:pt x="6978" y="2382"/>
                    <a:pt x="6978" y="2406"/>
                  </a:cubicBezTo>
                  <a:lnTo>
                    <a:pt x="6978" y="3501"/>
                  </a:lnTo>
                  <a:cubicBezTo>
                    <a:pt x="6678" y="3308"/>
                    <a:pt x="6330" y="3212"/>
                    <a:pt x="5982" y="3212"/>
                  </a:cubicBezTo>
                  <a:cubicBezTo>
                    <a:pt x="5474" y="3212"/>
                    <a:pt x="4964" y="3415"/>
                    <a:pt x="4596" y="3811"/>
                  </a:cubicBezTo>
                  <a:cubicBezTo>
                    <a:pt x="3906" y="4573"/>
                    <a:pt x="3930" y="5740"/>
                    <a:pt x="4715" y="6454"/>
                  </a:cubicBezTo>
                  <a:cubicBezTo>
                    <a:pt x="5073" y="6788"/>
                    <a:pt x="5525" y="6931"/>
                    <a:pt x="5954" y="6931"/>
                  </a:cubicBezTo>
                  <a:cubicBezTo>
                    <a:pt x="6311" y="6931"/>
                    <a:pt x="6668" y="6835"/>
                    <a:pt x="6978" y="6645"/>
                  </a:cubicBezTo>
                  <a:lnTo>
                    <a:pt x="6978" y="8717"/>
                  </a:lnTo>
                  <a:lnTo>
                    <a:pt x="1572" y="8717"/>
                  </a:lnTo>
                  <a:lnTo>
                    <a:pt x="1572" y="2382"/>
                  </a:lnTo>
                  <a:close/>
                  <a:moveTo>
                    <a:pt x="7311" y="6931"/>
                  </a:moveTo>
                  <a:lnTo>
                    <a:pt x="7502" y="7145"/>
                  </a:lnTo>
                  <a:cubicBezTo>
                    <a:pt x="7478" y="7193"/>
                    <a:pt x="7502" y="7264"/>
                    <a:pt x="7549" y="7312"/>
                  </a:cubicBezTo>
                  <a:lnTo>
                    <a:pt x="8026" y="7764"/>
                  </a:lnTo>
                  <a:lnTo>
                    <a:pt x="8050" y="8741"/>
                  </a:lnTo>
                  <a:lnTo>
                    <a:pt x="7311" y="8741"/>
                  </a:lnTo>
                  <a:lnTo>
                    <a:pt x="7311" y="6931"/>
                  </a:lnTo>
                  <a:close/>
                  <a:moveTo>
                    <a:pt x="191" y="1"/>
                  </a:moveTo>
                  <a:cubicBezTo>
                    <a:pt x="95" y="1"/>
                    <a:pt x="0" y="96"/>
                    <a:pt x="0" y="167"/>
                  </a:cubicBezTo>
                  <a:lnTo>
                    <a:pt x="0" y="2739"/>
                  </a:lnTo>
                  <a:cubicBezTo>
                    <a:pt x="0" y="2763"/>
                    <a:pt x="0" y="2763"/>
                    <a:pt x="48" y="2763"/>
                  </a:cubicBezTo>
                  <a:cubicBezTo>
                    <a:pt x="94" y="2810"/>
                    <a:pt x="141" y="2828"/>
                    <a:pt x="183" y="2828"/>
                  </a:cubicBezTo>
                  <a:cubicBezTo>
                    <a:pt x="269" y="2828"/>
                    <a:pt x="334" y="2748"/>
                    <a:pt x="334" y="2668"/>
                  </a:cubicBezTo>
                  <a:lnTo>
                    <a:pt x="334" y="1453"/>
                  </a:lnTo>
                  <a:lnTo>
                    <a:pt x="8026" y="1453"/>
                  </a:lnTo>
                  <a:lnTo>
                    <a:pt x="8026" y="6335"/>
                  </a:lnTo>
                  <a:lnTo>
                    <a:pt x="7597" y="5954"/>
                  </a:lnTo>
                  <a:cubicBezTo>
                    <a:pt x="7954" y="5240"/>
                    <a:pt x="7859" y="4383"/>
                    <a:pt x="7311" y="3787"/>
                  </a:cubicBezTo>
                  <a:lnTo>
                    <a:pt x="7311" y="2406"/>
                  </a:lnTo>
                  <a:cubicBezTo>
                    <a:pt x="7311" y="2239"/>
                    <a:pt x="7145" y="2073"/>
                    <a:pt x="6978" y="2073"/>
                  </a:cubicBezTo>
                  <a:lnTo>
                    <a:pt x="1596" y="2073"/>
                  </a:lnTo>
                  <a:cubicBezTo>
                    <a:pt x="1405" y="2073"/>
                    <a:pt x="1262" y="2239"/>
                    <a:pt x="1262" y="2406"/>
                  </a:cubicBezTo>
                  <a:lnTo>
                    <a:pt x="1262" y="8741"/>
                  </a:lnTo>
                  <a:lnTo>
                    <a:pt x="357" y="8741"/>
                  </a:lnTo>
                  <a:lnTo>
                    <a:pt x="357" y="3239"/>
                  </a:lnTo>
                  <a:cubicBezTo>
                    <a:pt x="357" y="3216"/>
                    <a:pt x="357" y="3216"/>
                    <a:pt x="334" y="3216"/>
                  </a:cubicBezTo>
                  <a:cubicBezTo>
                    <a:pt x="287" y="3169"/>
                    <a:pt x="238" y="3150"/>
                    <a:pt x="193" y="3150"/>
                  </a:cubicBezTo>
                  <a:cubicBezTo>
                    <a:pt x="100" y="3150"/>
                    <a:pt x="24" y="3231"/>
                    <a:pt x="24" y="3311"/>
                  </a:cubicBezTo>
                  <a:lnTo>
                    <a:pt x="24" y="10931"/>
                  </a:lnTo>
                  <a:cubicBezTo>
                    <a:pt x="24" y="11003"/>
                    <a:pt x="119" y="11098"/>
                    <a:pt x="215" y="11098"/>
                  </a:cubicBezTo>
                  <a:lnTo>
                    <a:pt x="6073" y="11098"/>
                  </a:lnTo>
                  <a:cubicBezTo>
                    <a:pt x="6121" y="11098"/>
                    <a:pt x="6121" y="11098"/>
                    <a:pt x="6121" y="11074"/>
                  </a:cubicBezTo>
                  <a:cubicBezTo>
                    <a:pt x="6263" y="10931"/>
                    <a:pt x="6144" y="10765"/>
                    <a:pt x="6025" y="10765"/>
                  </a:cubicBezTo>
                  <a:lnTo>
                    <a:pt x="572" y="10765"/>
                  </a:lnTo>
                  <a:cubicBezTo>
                    <a:pt x="453" y="10765"/>
                    <a:pt x="405" y="10693"/>
                    <a:pt x="405" y="10598"/>
                  </a:cubicBezTo>
                  <a:lnTo>
                    <a:pt x="405" y="9074"/>
                  </a:lnTo>
                  <a:lnTo>
                    <a:pt x="8073" y="9074"/>
                  </a:lnTo>
                  <a:lnTo>
                    <a:pt x="8073" y="10622"/>
                  </a:lnTo>
                  <a:cubicBezTo>
                    <a:pt x="8073" y="10717"/>
                    <a:pt x="7978" y="10812"/>
                    <a:pt x="7907" y="10812"/>
                  </a:cubicBezTo>
                  <a:lnTo>
                    <a:pt x="6668" y="10812"/>
                  </a:lnTo>
                  <a:cubicBezTo>
                    <a:pt x="6621" y="10812"/>
                    <a:pt x="6549" y="10836"/>
                    <a:pt x="6525" y="10884"/>
                  </a:cubicBezTo>
                  <a:cubicBezTo>
                    <a:pt x="6454" y="11003"/>
                    <a:pt x="6549" y="11122"/>
                    <a:pt x="6668" y="11122"/>
                  </a:cubicBezTo>
                  <a:lnTo>
                    <a:pt x="7930" y="11122"/>
                  </a:lnTo>
                  <a:cubicBezTo>
                    <a:pt x="8192" y="11122"/>
                    <a:pt x="8407" y="10931"/>
                    <a:pt x="8407" y="10646"/>
                  </a:cubicBezTo>
                  <a:lnTo>
                    <a:pt x="8407" y="8074"/>
                  </a:lnTo>
                  <a:lnTo>
                    <a:pt x="9264" y="8836"/>
                  </a:lnTo>
                  <a:cubicBezTo>
                    <a:pt x="9383" y="8931"/>
                    <a:pt x="9502" y="8979"/>
                    <a:pt x="9645" y="8979"/>
                  </a:cubicBezTo>
                  <a:lnTo>
                    <a:pt x="9717" y="8979"/>
                  </a:lnTo>
                  <a:cubicBezTo>
                    <a:pt x="9764" y="8979"/>
                    <a:pt x="9859" y="8955"/>
                    <a:pt x="9907" y="8931"/>
                  </a:cubicBezTo>
                  <a:cubicBezTo>
                    <a:pt x="10074" y="8812"/>
                    <a:pt x="10193" y="8598"/>
                    <a:pt x="10169" y="8383"/>
                  </a:cubicBezTo>
                  <a:cubicBezTo>
                    <a:pt x="10169" y="8240"/>
                    <a:pt x="10098" y="8098"/>
                    <a:pt x="9978" y="8002"/>
                  </a:cubicBezTo>
                  <a:lnTo>
                    <a:pt x="8335" y="6526"/>
                  </a:lnTo>
                  <a:lnTo>
                    <a:pt x="8335" y="501"/>
                  </a:lnTo>
                  <a:cubicBezTo>
                    <a:pt x="8335" y="215"/>
                    <a:pt x="8097" y="1"/>
                    <a:pt x="7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95"/>
            <p:cNvSpPr/>
            <p:nvPr/>
          </p:nvSpPr>
          <p:spPr>
            <a:xfrm>
              <a:off x="4098697" y="3685036"/>
              <a:ext cx="57628" cy="10918"/>
            </a:xfrm>
            <a:custGeom>
              <a:rect b="b" l="l" r="r" t="t"/>
              <a:pathLst>
                <a:path extrusionOk="0" h="334" w="1763">
                  <a:moveTo>
                    <a:pt x="215" y="1"/>
                  </a:moveTo>
                  <a:cubicBezTo>
                    <a:pt x="120" y="1"/>
                    <a:pt x="72" y="48"/>
                    <a:pt x="48" y="143"/>
                  </a:cubicBezTo>
                  <a:cubicBezTo>
                    <a:pt x="1" y="239"/>
                    <a:pt x="96" y="334"/>
                    <a:pt x="191" y="334"/>
                  </a:cubicBezTo>
                  <a:lnTo>
                    <a:pt x="1596" y="334"/>
                  </a:lnTo>
                  <a:cubicBezTo>
                    <a:pt x="1668" y="334"/>
                    <a:pt x="1739" y="263"/>
                    <a:pt x="1763" y="167"/>
                  </a:cubicBezTo>
                  <a:cubicBezTo>
                    <a:pt x="1763" y="96"/>
                    <a:pt x="171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95"/>
            <p:cNvSpPr/>
            <p:nvPr/>
          </p:nvSpPr>
          <p:spPr>
            <a:xfrm>
              <a:off x="4098697" y="3709159"/>
              <a:ext cx="52202" cy="10950"/>
            </a:xfrm>
            <a:custGeom>
              <a:rect b="b" l="l" r="r" t="t"/>
              <a:pathLst>
                <a:path extrusionOk="0" h="335" w="1597">
                  <a:moveTo>
                    <a:pt x="215" y="1"/>
                  </a:moveTo>
                  <a:cubicBezTo>
                    <a:pt x="120" y="1"/>
                    <a:pt x="72" y="48"/>
                    <a:pt x="48" y="144"/>
                  </a:cubicBezTo>
                  <a:cubicBezTo>
                    <a:pt x="1" y="239"/>
                    <a:pt x="96" y="334"/>
                    <a:pt x="191" y="334"/>
                  </a:cubicBezTo>
                  <a:lnTo>
                    <a:pt x="1406" y="334"/>
                  </a:lnTo>
                  <a:cubicBezTo>
                    <a:pt x="1501" y="334"/>
                    <a:pt x="1549" y="263"/>
                    <a:pt x="1596" y="191"/>
                  </a:cubicBezTo>
                  <a:cubicBezTo>
                    <a:pt x="1596" y="96"/>
                    <a:pt x="1525" y="1"/>
                    <a:pt x="1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95"/>
            <p:cNvSpPr/>
            <p:nvPr/>
          </p:nvSpPr>
          <p:spPr>
            <a:xfrm>
              <a:off x="4098697" y="3734852"/>
              <a:ext cx="45959" cy="10166"/>
            </a:xfrm>
            <a:custGeom>
              <a:rect b="b" l="l" r="r" t="t"/>
              <a:pathLst>
                <a:path extrusionOk="0" h="311" w="1406">
                  <a:moveTo>
                    <a:pt x="215" y="1"/>
                  </a:moveTo>
                  <a:cubicBezTo>
                    <a:pt x="120" y="1"/>
                    <a:pt x="72" y="48"/>
                    <a:pt x="48" y="144"/>
                  </a:cubicBezTo>
                  <a:cubicBezTo>
                    <a:pt x="1" y="239"/>
                    <a:pt x="96" y="310"/>
                    <a:pt x="191" y="310"/>
                  </a:cubicBezTo>
                  <a:lnTo>
                    <a:pt x="1239" y="310"/>
                  </a:lnTo>
                  <a:cubicBezTo>
                    <a:pt x="1310" y="310"/>
                    <a:pt x="1382" y="263"/>
                    <a:pt x="1406" y="167"/>
                  </a:cubicBezTo>
                  <a:cubicBezTo>
                    <a:pt x="1406" y="72"/>
                    <a:pt x="1358" y="1"/>
                    <a:pt x="1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95"/>
            <p:cNvSpPr/>
            <p:nvPr/>
          </p:nvSpPr>
          <p:spPr>
            <a:xfrm>
              <a:off x="4098697" y="3759760"/>
              <a:ext cx="45959" cy="10950"/>
            </a:xfrm>
            <a:custGeom>
              <a:rect b="b" l="l" r="r" t="t"/>
              <a:pathLst>
                <a:path extrusionOk="0" h="335" w="1406">
                  <a:moveTo>
                    <a:pt x="215" y="1"/>
                  </a:moveTo>
                  <a:cubicBezTo>
                    <a:pt x="120" y="1"/>
                    <a:pt x="72" y="72"/>
                    <a:pt x="48" y="144"/>
                  </a:cubicBezTo>
                  <a:cubicBezTo>
                    <a:pt x="1" y="239"/>
                    <a:pt x="96" y="334"/>
                    <a:pt x="191" y="334"/>
                  </a:cubicBezTo>
                  <a:lnTo>
                    <a:pt x="1239" y="334"/>
                  </a:lnTo>
                  <a:cubicBezTo>
                    <a:pt x="1310" y="334"/>
                    <a:pt x="1382" y="263"/>
                    <a:pt x="1406" y="191"/>
                  </a:cubicBezTo>
                  <a:cubicBezTo>
                    <a:pt x="1406" y="96"/>
                    <a:pt x="1358" y="1"/>
                    <a:pt x="1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95"/>
            <p:cNvSpPr/>
            <p:nvPr/>
          </p:nvSpPr>
          <p:spPr>
            <a:xfrm>
              <a:off x="4098697" y="3786236"/>
              <a:ext cx="54523" cy="10918"/>
            </a:xfrm>
            <a:custGeom>
              <a:rect b="b" l="l" r="r" t="t"/>
              <a:pathLst>
                <a:path extrusionOk="0" h="334" w="1668">
                  <a:moveTo>
                    <a:pt x="215" y="0"/>
                  </a:moveTo>
                  <a:cubicBezTo>
                    <a:pt x="120" y="0"/>
                    <a:pt x="72" y="48"/>
                    <a:pt x="48" y="143"/>
                  </a:cubicBezTo>
                  <a:cubicBezTo>
                    <a:pt x="1" y="239"/>
                    <a:pt x="96" y="334"/>
                    <a:pt x="191" y="334"/>
                  </a:cubicBezTo>
                  <a:lnTo>
                    <a:pt x="1501" y="334"/>
                  </a:lnTo>
                  <a:cubicBezTo>
                    <a:pt x="1596" y="334"/>
                    <a:pt x="1644" y="262"/>
                    <a:pt x="1668" y="167"/>
                  </a:cubicBezTo>
                  <a:cubicBezTo>
                    <a:pt x="1668" y="96"/>
                    <a:pt x="1620" y="0"/>
                    <a:pt x="1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95"/>
            <p:cNvSpPr/>
            <p:nvPr/>
          </p:nvSpPr>
          <p:spPr>
            <a:xfrm>
              <a:off x="4098697" y="3811144"/>
              <a:ext cx="68546" cy="10918"/>
            </a:xfrm>
            <a:custGeom>
              <a:rect b="b" l="l" r="r" t="t"/>
              <a:pathLst>
                <a:path extrusionOk="0" h="334" w="2097">
                  <a:moveTo>
                    <a:pt x="215" y="0"/>
                  </a:moveTo>
                  <a:cubicBezTo>
                    <a:pt x="120" y="0"/>
                    <a:pt x="72" y="72"/>
                    <a:pt x="48" y="143"/>
                  </a:cubicBezTo>
                  <a:cubicBezTo>
                    <a:pt x="1" y="286"/>
                    <a:pt x="96" y="334"/>
                    <a:pt x="191" y="334"/>
                  </a:cubicBezTo>
                  <a:lnTo>
                    <a:pt x="1906" y="334"/>
                  </a:lnTo>
                  <a:cubicBezTo>
                    <a:pt x="2001" y="334"/>
                    <a:pt x="2072" y="286"/>
                    <a:pt x="2096" y="191"/>
                  </a:cubicBezTo>
                  <a:cubicBezTo>
                    <a:pt x="2096" y="96"/>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95"/>
            <p:cNvSpPr/>
            <p:nvPr/>
          </p:nvSpPr>
          <p:spPr>
            <a:xfrm>
              <a:off x="4098697" y="3837621"/>
              <a:ext cx="115256" cy="10918"/>
            </a:xfrm>
            <a:custGeom>
              <a:rect b="b" l="l" r="r" t="t"/>
              <a:pathLst>
                <a:path extrusionOk="0" h="334" w="3526">
                  <a:moveTo>
                    <a:pt x="191" y="0"/>
                  </a:moveTo>
                  <a:cubicBezTo>
                    <a:pt x="96" y="0"/>
                    <a:pt x="24" y="72"/>
                    <a:pt x="1" y="143"/>
                  </a:cubicBezTo>
                  <a:cubicBezTo>
                    <a:pt x="1" y="238"/>
                    <a:pt x="72" y="334"/>
                    <a:pt x="143" y="334"/>
                  </a:cubicBezTo>
                  <a:lnTo>
                    <a:pt x="3311" y="334"/>
                  </a:lnTo>
                  <a:cubicBezTo>
                    <a:pt x="3406" y="334"/>
                    <a:pt x="3454" y="262"/>
                    <a:pt x="3501" y="191"/>
                  </a:cubicBezTo>
                  <a:cubicBezTo>
                    <a:pt x="3525" y="95"/>
                    <a:pt x="3430" y="0"/>
                    <a:pt x="3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95"/>
            <p:cNvSpPr/>
            <p:nvPr/>
          </p:nvSpPr>
          <p:spPr>
            <a:xfrm>
              <a:off x="4144623" y="3890542"/>
              <a:ext cx="32720" cy="32720"/>
            </a:xfrm>
            <a:custGeom>
              <a:rect b="b" l="l" r="r" t="t"/>
              <a:pathLst>
                <a:path extrusionOk="0" h="1001" w="1001">
                  <a:moveTo>
                    <a:pt x="548" y="310"/>
                  </a:moveTo>
                  <a:cubicBezTo>
                    <a:pt x="620" y="310"/>
                    <a:pt x="715" y="405"/>
                    <a:pt x="715" y="501"/>
                  </a:cubicBezTo>
                  <a:cubicBezTo>
                    <a:pt x="715" y="596"/>
                    <a:pt x="620" y="667"/>
                    <a:pt x="548" y="667"/>
                  </a:cubicBezTo>
                  <a:cubicBezTo>
                    <a:pt x="453" y="667"/>
                    <a:pt x="358" y="596"/>
                    <a:pt x="358" y="501"/>
                  </a:cubicBezTo>
                  <a:cubicBezTo>
                    <a:pt x="358" y="405"/>
                    <a:pt x="453" y="310"/>
                    <a:pt x="548" y="310"/>
                  </a:cubicBezTo>
                  <a:close/>
                  <a:moveTo>
                    <a:pt x="501" y="1"/>
                  </a:moveTo>
                  <a:cubicBezTo>
                    <a:pt x="239" y="1"/>
                    <a:pt x="1" y="239"/>
                    <a:pt x="1" y="501"/>
                  </a:cubicBezTo>
                  <a:cubicBezTo>
                    <a:pt x="1" y="763"/>
                    <a:pt x="239" y="1001"/>
                    <a:pt x="501" y="1001"/>
                  </a:cubicBezTo>
                  <a:cubicBezTo>
                    <a:pt x="763" y="1001"/>
                    <a:pt x="1001" y="763"/>
                    <a:pt x="1001" y="501"/>
                  </a:cubicBezTo>
                  <a:cubicBezTo>
                    <a:pt x="1001" y="239"/>
                    <a:pt x="763" y="1"/>
                    <a:pt x="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4" name="Google Shape;20244;p95"/>
          <p:cNvGrpSpPr/>
          <p:nvPr/>
        </p:nvGrpSpPr>
        <p:grpSpPr>
          <a:xfrm>
            <a:off x="3259741" y="3465128"/>
            <a:ext cx="370578" cy="309878"/>
            <a:chOff x="3247089" y="3607959"/>
            <a:chExt cx="370578" cy="309878"/>
          </a:xfrm>
        </p:grpSpPr>
        <p:sp>
          <p:nvSpPr>
            <p:cNvPr id="20245" name="Google Shape;20245;p95"/>
            <p:cNvSpPr/>
            <p:nvPr/>
          </p:nvSpPr>
          <p:spPr>
            <a:xfrm>
              <a:off x="3254085" y="3614202"/>
              <a:ext cx="357340" cy="297391"/>
            </a:xfrm>
            <a:custGeom>
              <a:rect b="b" l="l" r="r" t="t"/>
              <a:pathLst>
                <a:path extrusionOk="0" h="9098" w="10932">
                  <a:moveTo>
                    <a:pt x="358" y="0"/>
                  </a:moveTo>
                  <a:cubicBezTo>
                    <a:pt x="191" y="0"/>
                    <a:pt x="1" y="143"/>
                    <a:pt x="1" y="358"/>
                  </a:cubicBezTo>
                  <a:lnTo>
                    <a:pt x="1" y="8693"/>
                  </a:lnTo>
                  <a:cubicBezTo>
                    <a:pt x="1" y="8931"/>
                    <a:pt x="191" y="9098"/>
                    <a:pt x="430" y="9098"/>
                  </a:cubicBezTo>
                  <a:lnTo>
                    <a:pt x="10527" y="9098"/>
                  </a:lnTo>
                  <a:cubicBezTo>
                    <a:pt x="10765" y="9098"/>
                    <a:pt x="10932" y="8931"/>
                    <a:pt x="10908" y="8693"/>
                  </a:cubicBezTo>
                  <a:lnTo>
                    <a:pt x="10908" y="358"/>
                  </a:lnTo>
                  <a:cubicBezTo>
                    <a:pt x="10908" y="167"/>
                    <a:pt x="10765" y="0"/>
                    <a:pt x="10551"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95"/>
            <p:cNvSpPr/>
            <p:nvPr/>
          </p:nvSpPr>
          <p:spPr>
            <a:xfrm>
              <a:off x="3255654" y="3612633"/>
              <a:ext cx="355771" cy="44422"/>
            </a:xfrm>
            <a:custGeom>
              <a:rect b="b" l="l" r="r" t="t"/>
              <a:pathLst>
                <a:path extrusionOk="0" h="1359" w="10884">
                  <a:moveTo>
                    <a:pt x="358" y="1"/>
                  </a:moveTo>
                  <a:cubicBezTo>
                    <a:pt x="143" y="1"/>
                    <a:pt x="1" y="191"/>
                    <a:pt x="1" y="358"/>
                  </a:cubicBezTo>
                  <a:lnTo>
                    <a:pt x="1" y="1358"/>
                  </a:lnTo>
                  <a:lnTo>
                    <a:pt x="10884" y="1358"/>
                  </a:lnTo>
                  <a:lnTo>
                    <a:pt x="10884" y="358"/>
                  </a:lnTo>
                  <a:cubicBezTo>
                    <a:pt x="10884" y="168"/>
                    <a:pt x="10717" y="1"/>
                    <a:pt x="10527"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95"/>
            <p:cNvSpPr/>
            <p:nvPr/>
          </p:nvSpPr>
          <p:spPr>
            <a:xfrm>
              <a:off x="3576383" y="3614202"/>
              <a:ext cx="35041" cy="297391"/>
            </a:xfrm>
            <a:custGeom>
              <a:rect b="b" l="l" r="r" t="t"/>
              <a:pathLst>
                <a:path extrusionOk="0" h="9098" w="1072">
                  <a:moveTo>
                    <a:pt x="72" y="0"/>
                  </a:moveTo>
                  <a:cubicBezTo>
                    <a:pt x="262" y="0"/>
                    <a:pt x="429" y="167"/>
                    <a:pt x="429" y="358"/>
                  </a:cubicBezTo>
                  <a:lnTo>
                    <a:pt x="429" y="8693"/>
                  </a:lnTo>
                  <a:cubicBezTo>
                    <a:pt x="429" y="8931"/>
                    <a:pt x="238" y="9098"/>
                    <a:pt x="0" y="9098"/>
                  </a:cubicBezTo>
                  <a:lnTo>
                    <a:pt x="667" y="9098"/>
                  </a:lnTo>
                  <a:cubicBezTo>
                    <a:pt x="905" y="9098"/>
                    <a:pt x="1072" y="8907"/>
                    <a:pt x="1072" y="8693"/>
                  </a:cubicBezTo>
                  <a:lnTo>
                    <a:pt x="1072" y="358"/>
                  </a:lnTo>
                  <a:cubicBezTo>
                    <a:pt x="1072" y="143"/>
                    <a:pt x="905" y="0"/>
                    <a:pt x="715"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95"/>
            <p:cNvSpPr/>
            <p:nvPr/>
          </p:nvSpPr>
          <p:spPr>
            <a:xfrm>
              <a:off x="3578704" y="3614202"/>
              <a:ext cx="32720" cy="43638"/>
            </a:xfrm>
            <a:custGeom>
              <a:rect b="b" l="l" r="r" t="t"/>
              <a:pathLst>
                <a:path extrusionOk="0" h="1335" w="1001">
                  <a:moveTo>
                    <a:pt x="1" y="0"/>
                  </a:moveTo>
                  <a:cubicBezTo>
                    <a:pt x="191" y="0"/>
                    <a:pt x="358" y="167"/>
                    <a:pt x="358" y="358"/>
                  </a:cubicBezTo>
                  <a:lnTo>
                    <a:pt x="358" y="1334"/>
                  </a:lnTo>
                  <a:lnTo>
                    <a:pt x="1001" y="1334"/>
                  </a:lnTo>
                  <a:lnTo>
                    <a:pt x="1001" y="358"/>
                  </a:lnTo>
                  <a:cubicBezTo>
                    <a:pt x="1001" y="143"/>
                    <a:pt x="834" y="0"/>
                    <a:pt x="644"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95"/>
            <p:cNvSpPr/>
            <p:nvPr/>
          </p:nvSpPr>
          <p:spPr>
            <a:xfrm>
              <a:off x="3287557" y="3688141"/>
              <a:ext cx="90348" cy="87243"/>
            </a:xfrm>
            <a:custGeom>
              <a:rect b="b" l="l" r="r" t="t"/>
              <a:pathLst>
                <a:path extrusionOk="0" h="2669" w="2764">
                  <a:moveTo>
                    <a:pt x="1335" y="1"/>
                  </a:moveTo>
                  <a:cubicBezTo>
                    <a:pt x="596" y="1"/>
                    <a:pt x="1" y="596"/>
                    <a:pt x="1" y="1311"/>
                  </a:cubicBezTo>
                  <a:cubicBezTo>
                    <a:pt x="1" y="2049"/>
                    <a:pt x="620" y="2668"/>
                    <a:pt x="1358" y="2668"/>
                  </a:cubicBezTo>
                  <a:lnTo>
                    <a:pt x="1430" y="2668"/>
                  </a:lnTo>
                  <a:cubicBezTo>
                    <a:pt x="2168" y="2668"/>
                    <a:pt x="2763" y="2096"/>
                    <a:pt x="2763" y="1358"/>
                  </a:cubicBezTo>
                  <a:cubicBezTo>
                    <a:pt x="2763" y="620"/>
                    <a:pt x="2144" y="1"/>
                    <a:pt x="1406"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95"/>
            <p:cNvSpPr/>
            <p:nvPr/>
          </p:nvSpPr>
          <p:spPr>
            <a:xfrm>
              <a:off x="3296905" y="3744985"/>
              <a:ext cx="71651" cy="31151"/>
            </a:xfrm>
            <a:custGeom>
              <a:rect b="b" l="l" r="r" t="t"/>
              <a:pathLst>
                <a:path extrusionOk="0" h="953" w="2192">
                  <a:moveTo>
                    <a:pt x="1049" y="0"/>
                  </a:moveTo>
                  <a:cubicBezTo>
                    <a:pt x="644" y="0"/>
                    <a:pt x="239" y="191"/>
                    <a:pt x="1" y="477"/>
                  </a:cubicBezTo>
                  <a:cubicBezTo>
                    <a:pt x="239" y="786"/>
                    <a:pt x="644" y="953"/>
                    <a:pt x="1049" y="953"/>
                  </a:cubicBezTo>
                  <a:lnTo>
                    <a:pt x="1144" y="953"/>
                  </a:lnTo>
                  <a:cubicBezTo>
                    <a:pt x="1549" y="953"/>
                    <a:pt x="1953" y="786"/>
                    <a:pt x="2192" y="477"/>
                  </a:cubicBezTo>
                  <a:cubicBezTo>
                    <a:pt x="1953" y="191"/>
                    <a:pt x="1549" y="0"/>
                    <a:pt x="1144"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95"/>
            <p:cNvSpPr/>
            <p:nvPr/>
          </p:nvSpPr>
          <p:spPr>
            <a:xfrm>
              <a:off x="3316387" y="3711513"/>
              <a:ext cx="33505" cy="32720"/>
            </a:xfrm>
            <a:custGeom>
              <a:rect b="b" l="l" r="r" t="t"/>
              <a:pathLst>
                <a:path extrusionOk="0" h="1001" w="1025">
                  <a:moveTo>
                    <a:pt x="524" y="0"/>
                  </a:moveTo>
                  <a:cubicBezTo>
                    <a:pt x="238" y="0"/>
                    <a:pt x="0" y="215"/>
                    <a:pt x="0" y="500"/>
                  </a:cubicBezTo>
                  <a:cubicBezTo>
                    <a:pt x="0" y="762"/>
                    <a:pt x="238" y="1000"/>
                    <a:pt x="524" y="1000"/>
                  </a:cubicBezTo>
                  <a:cubicBezTo>
                    <a:pt x="786" y="1000"/>
                    <a:pt x="1024" y="762"/>
                    <a:pt x="1024" y="500"/>
                  </a:cubicBezTo>
                  <a:cubicBezTo>
                    <a:pt x="1024" y="215"/>
                    <a:pt x="786" y="0"/>
                    <a:pt x="524"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95"/>
            <p:cNvSpPr/>
            <p:nvPr/>
          </p:nvSpPr>
          <p:spPr>
            <a:xfrm>
              <a:off x="3412913" y="3700595"/>
              <a:ext cx="174388" cy="28079"/>
            </a:xfrm>
            <a:custGeom>
              <a:rect b="b" l="l" r="r" t="t"/>
              <a:pathLst>
                <a:path extrusionOk="0" h="859" w="5335">
                  <a:moveTo>
                    <a:pt x="238" y="1"/>
                  </a:moveTo>
                  <a:cubicBezTo>
                    <a:pt x="95" y="1"/>
                    <a:pt x="0" y="120"/>
                    <a:pt x="0" y="239"/>
                  </a:cubicBezTo>
                  <a:lnTo>
                    <a:pt x="0" y="620"/>
                  </a:lnTo>
                  <a:cubicBezTo>
                    <a:pt x="0" y="763"/>
                    <a:pt x="119" y="858"/>
                    <a:pt x="238" y="858"/>
                  </a:cubicBezTo>
                  <a:lnTo>
                    <a:pt x="5073" y="858"/>
                  </a:lnTo>
                  <a:cubicBezTo>
                    <a:pt x="5215" y="858"/>
                    <a:pt x="5311" y="739"/>
                    <a:pt x="5334" y="620"/>
                  </a:cubicBezTo>
                  <a:lnTo>
                    <a:pt x="5334" y="239"/>
                  </a:lnTo>
                  <a:cubicBezTo>
                    <a:pt x="5334" y="96"/>
                    <a:pt x="5215" y="1"/>
                    <a:pt x="5096"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95"/>
            <p:cNvSpPr/>
            <p:nvPr/>
          </p:nvSpPr>
          <p:spPr>
            <a:xfrm>
              <a:off x="3412913" y="3839942"/>
              <a:ext cx="174388" cy="27294"/>
            </a:xfrm>
            <a:custGeom>
              <a:rect b="b" l="l" r="r" t="t"/>
              <a:pathLst>
                <a:path extrusionOk="0" h="835" w="5335">
                  <a:moveTo>
                    <a:pt x="238" y="1"/>
                  </a:moveTo>
                  <a:cubicBezTo>
                    <a:pt x="95" y="1"/>
                    <a:pt x="0" y="120"/>
                    <a:pt x="0" y="239"/>
                  </a:cubicBezTo>
                  <a:lnTo>
                    <a:pt x="0" y="596"/>
                  </a:lnTo>
                  <a:cubicBezTo>
                    <a:pt x="0" y="739"/>
                    <a:pt x="119" y="834"/>
                    <a:pt x="238" y="834"/>
                  </a:cubicBezTo>
                  <a:lnTo>
                    <a:pt x="5073" y="834"/>
                  </a:lnTo>
                  <a:cubicBezTo>
                    <a:pt x="5215" y="834"/>
                    <a:pt x="5311" y="739"/>
                    <a:pt x="5334" y="620"/>
                  </a:cubicBezTo>
                  <a:lnTo>
                    <a:pt x="5334" y="239"/>
                  </a:lnTo>
                  <a:cubicBezTo>
                    <a:pt x="5334" y="72"/>
                    <a:pt x="5215" y="1"/>
                    <a:pt x="5096"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95"/>
            <p:cNvSpPr/>
            <p:nvPr/>
          </p:nvSpPr>
          <p:spPr>
            <a:xfrm>
              <a:off x="3556902" y="3700595"/>
              <a:ext cx="29615" cy="28079"/>
            </a:xfrm>
            <a:custGeom>
              <a:rect b="b" l="l" r="r" t="t"/>
              <a:pathLst>
                <a:path extrusionOk="0" h="859" w="906">
                  <a:moveTo>
                    <a:pt x="1" y="1"/>
                  </a:moveTo>
                  <a:cubicBezTo>
                    <a:pt x="120" y="1"/>
                    <a:pt x="239" y="96"/>
                    <a:pt x="239" y="239"/>
                  </a:cubicBezTo>
                  <a:lnTo>
                    <a:pt x="239" y="620"/>
                  </a:lnTo>
                  <a:cubicBezTo>
                    <a:pt x="239" y="739"/>
                    <a:pt x="144" y="858"/>
                    <a:pt x="1" y="858"/>
                  </a:cubicBezTo>
                  <a:lnTo>
                    <a:pt x="668" y="858"/>
                  </a:lnTo>
                  <a:cubicBezTo>
                    <a:pt x="787" y="858"/>
                    <a:pt x="906" y="763"/>
                    <a:pt x="906" y="620"/>
                  </a:cubicBezTo>
                  <a:lnTo>
                    <a:pt x="906" y="239"/>
                  </a:lnTo>
                  <a:cubicBezTo>
                    <a:pt x="906" y="120"/>
                    <a:pt x="810" y="1"/>
                    <a:pt x="668"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95"/>
            <p:cNvSpPr/>
            <p:nvPr/>
          </p:nvSpPr>
          <p:spPr>
            <a:xfrm>
              <a:off x="3556902" y="3839942"/>
              <a:ext cx="29615" cy="28046"/>
            </a:xfrm>
            <a:custGeom>
              <a:rect b="b" l="l" r="r" t="t"/>
              <a:pathLst>
                <a:path extrusionOk="0" h="858" w="906">
                  <a:moveTo>
                    <a:pt x="1" y="1"/>
                  </a:moveTo>
                  <a:cubicBezTo>
                    <a:pt x="120" y="1"/>
                    <a:pt x="239" y="72"/>
                    <a:pt x="239" y="239"/>
                  </a:cubicBezTo>
                  <a:lnTo>
                    <a:pt x="239" y="620"/>
                  </a:lnTo>
                  <a:cubicBezTo>
                    <a:pt x="239" y="739"/>
                    <a:pt x="144" y="858"/>
                    <a:pt x="1" y="858"/>
                  </a:cubicBezTo>
                  <a:lnTo>
                    <a:pt x="668" y="858"/>
                  </a:lnTo>
                  <a:cubicBezTo>
                    <a:pt x="787" y="858"/>
                    <a:pt x="906" y="763"/>
                    <a:pt x="906" y="620"/>
                  </a:cubicBezTo>
                  <a:lnTo>
                    <a:pt x="906" y="239"/>
                  </a:lnTo>
                  <a:cubicBezTo>
                    <a:pt x="906" y="120"/>
                    <a:pt x="810" y="1"/>
                    <a:pt x="668"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95"/>
            <p:cNvSpPr/>
            <p:nvPr/>
          </p:nvSpPr>
          <p:spPr>
            <a:xfrm>
              <a:off x="3528888" y="3629761"/>
              <a:ext cx="11702" cy="11702"/>
            </a:xfrm>
            <a:custGeom>
              <a:rect b="b" l="l" r="r" t="t"/>
              <a:pathLst>
                <a:path extrusionOk="0" h="358" w="358">
                  <a:moveTo>
                    <a:pt x="167" y="1"/>
                  </a:moveTo>
                  <a:cubicBezTo>
                    <a:pt x="72" y="1"/>
                    <a:pt x="0" y="72"/>
                    <a:pt x="0" y="167"/>
                  </a:cubicBezTo>
                  <a:cubicBezTo>
                    <a:pt x="0" y="263"/>
                    <a:pt x="72" y="358"/>
                    <a:pt x="167" y="358"/>
                  </a:cubicBezTo>
                  <a:cubicBezTo>
                    <a:pt x="262" y="358"/>
                    <a:pt x="358" y="263"/>
                    <a:pt x="358" y="167"/>
                  </a:cubicBezTo>
                  <a:cubicBezTo>
                    <a:pt x="358" y="72"/>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95"/>
            <p:cNvSpPr/>
            <p:nvPr/>
          </p:nvSpPr>
          <p:spPr>
            <a:xfrm>
              <a:off x="3550691" y="3629761"/>
              <a:ext cx="12487" cy="11702"/>
            </a:xfrm>
            <a:custGeom>
              <a:rect b="b" l="l" r="r" t="t"/>
              <a:pathLst>
                <a:path extrusionOk="0" h="358" w="382">
                  <a:moveTo>
                    <a:pt x="191" y="1"/>
                  </a:moveTo>
                  <a:cubicBezTo>
                    <a:pt x="95" y="1"/>
                    <a:pt x="0" y="72"/>
                    <a:pt x="0" y="167"/>
                  </a:cubicBezTo>
                  <a:cubicBezTo>
                    <a:pt x="0" y="263"/>
                    <a:pt x="95" y="358"/>
                    <a:pt x="191" y="358"/>
                  </a:cubicBezTo>
                  <a:cubicBezTo>
                    <a:pt x="286" y="358"/>
                    <a:pt x="381" y="263"/>
                    <a:pt x="381" y="167"/>
                  </a:cubicBezTo>
                  <a:cubicBezTo>
                    <a:pt x="381"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95"/>
            <p:cNvSpPr/>
            <p:nvPr/>
          </p:nvSpPr>
          <p:spPr>
            <a:xfrm>
              <a:off x="3573245" y="3629761"/>
              <a:ext cx="11735" cy="11702"/>
            </a:xfrm>
            <a:custGeom>
              <a:rect b="b" l="l" r="r" t="t"/>
              <a:pathLst>
                <a:path extrusionOk="0" h="358" w="359">
                  <a:moveTo>
                    <a:pt x="191" y="1"/>
                  </a:moveTo>
                  <a:cubicBezTo>
                    <a:pt x="96" y="1"/>
                    <a:pt x="1" y="72"/>
                    <a:pt x="1" y="167"/>
                  </a:cubicBezTo>
                  <a:cubicBezTo>
                    <a:pt x="1" y="263"/>
                    <a:pt x="96" y="358"/>
                    <a:pt x="191" y="358"/>
                  </a:cubicBezTo>
                  <a:cubicBezTo>
                    <a:pt x="287" y="358"/>
                    <a:pt x="358" y="263"/>
                    <a:pt x="358" y="167"/>
                  </a:cubicBezTo>
                  <a:cubicBezTo>
                    <a:pt x="358" y="72"/>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95"/>
            <p:cNvSpPr/>
            <p:nvPr/>
          </p:nvSpPr>
          <p:spPr>
            <a:xfrm>
              <a:off x="3408239" y="3833731"/>
              <a:ext cx="183736" cy="38146"/>
            </a:xfrm>
            <a:custGeom>
              <a:rect b="b" l="l" r="r" t="t"/>
              <a:pathLst>
                <a:path extrusionOk="0" h="1167" w="5621">
                  <a:moveTo>
                    <a:pt x="5239" y="333"/>
                  </a:moveTo>
                  <a:cubicBezTo>
                    <a:pt x="5263" y="333"/>
                    <a:pt x="5287" y="357"/>
                    <a:pt x="5287" y="381"/>
                  </a:cubicBezTo>
                  <a:lnTo>
                    <a:pt x="5287" y="786"/>
                  </a:lnTo>
                  <a:cubicBezTo>
                    <a:pt x="5287" y="810"/>
                    <a:pt x="5263" y="834"/>
                    <a:pt x="5239" y="834"/>
                  </a:cubicBezTo>
                  <a:lnTo>
                    <a:pt x="381" y="834"/>
                  </a:lnTo>
                  <a:cubicBezTo>
                    <a:pt x="357" y="834"/>
                    <a:pt x="334" y="810"/>
                    <a:pt x="334" y="786"/>
                  </a:cubicBezTo>
                  <a:lnTo>
                    <a:pt x="334" y="381"/>
                  </a:lnTo>
                  <a:cubicBezTo>
                    <a:pt x="334" y="357"/>
                    <a:pt x="357" y="333"/>
                    <a:pt x="381" y="333"/>
                  </a:cubicBezTo>
                  <a:close/>
                  <a:moveTo>
                    <a:pt x="381" y="0"/>
                  </a:moveTo>
                  <a:cubicBezTo>
                    <a:pt x="167" y="0"/>
                    <a:pt x="0" y="191"/>
                    <a:pt x="0" y="381"/>
                  </a:cubicBezTo>
                  <a:lnTo>
                    <a:pt x="0" y="786"/>
                  </a:lnTo>
                  <a:cubicBezTo>
                    <a:pt x="0" y="976"/>
                    <a:pt x="167" y="1167"/>
                    <a:pt x="381" y="1167"/>
                  </a:cubicBezTo>
                  <a:lnTo>
                    <a:pt x="5239" y="1167"/>
                  </a:lnTo>
                  <a:cubicBezTo>
                    <a:pt x="5454" y="1167"/>
                    <a:pt x="5620" y="976"/>
                    <a:pt x="5620" y="786"/>
                  </a:cubicBezTo>
                  <a:lnTo>
                    <a:pt x="5620" y="381"/>
                  </a:lnTo>
                  <a:cubicBezTo>
                    <a:pt x="5620" y="191"/>
                    <a:pt x="5454" y="0"/>
                    <a:pt x="5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95"/>
            <p:cNvSpPr/>
            <p:nvPr/>
          </p:nvSpPr>
          <p:spPr>
            <a:xfrm>
              <a:off x="3247089" y="3607959"/>
              <a:ext cx="370578" cy="309878"/>
            </a:xfrm>
            <a:custGeom>
              <a:rect b="b" l="l" r="r" t="t"/>
              <a:pathLst>
                <a:path extrusionOk="0" h="9480" w="11337">
                  <a:moveTo>
                    <a:pt x="191" y="1"/>
                  </a:moveTo>
                  <a:cubicBezTo>
                    <a:pt x="96" y="1"/>
                    <a:pt x="1" y="96"/>
                    <a:pt x="1" y="191"/>
                  </a:cubicBezTo>
                  <a:lnTo>
                    <a:pt x="1" y="9289"/>
                  </a:lnTo>
                  <a:cubicBezTo>
                    <a:pt x="1" y="9384"/>
                    <a:pt x="96" y="9479"/>
                    <a:pt x="191" y="9479"/>
                  </a:cubicBezTo>
                  <a:lnTo>
                    <a:pt x="6835" y="9479"/>
                  </a:lnTo>
                  <a:cubicBezTo>
                    <a:pt x="6835" y="9479"/>
                    <a:pt x="6859" y="9479"/>
                    <a:pt x="6859" y="9431"/>
                  </a:cubicBezTo>
                  <a:cubicBezTo>
                    <a:pt x="7002" y="9289"/>
                    <a:pt x="6883" y="9122"/>
                    <a:pt x="6764" y="9122"/>
                  </a:cubicBezTo>
                  <a:lnTo>
                    <a:pt x="620" y="9122"/>
                  </a:lnTo>
                  <a:cubicBezTo>
                    <a:pt x="453" y="9122"/>
                    <a:pt x="382" y="9003"/>
                    <a:pt x="382" y="8884"/>
                  </a:cubicBezTo>
                  <a:lnTo>
                    <a:pt x="382" y="1668"/>
                  </a:lnTo>
                  <a:lnTo>
                    <a:pt x="10979" y="1668"/>
                  </a:lnTo>
                  <a:lnTo>
                    <a:pt x="10979" y="9050"/>
                  </a:lnTo>
                  <a:cubicBezTo>
                    <a:pt x="10979" y="9074"/>
                    <a:pt x="10931" y="9122"/>
                    <a:pt x="10908" y="9122"/>
                  </a:cubicBezTo>
                  <a:lnTo>
                    <a:pt x="7407" y="9122"/>
                  </a:lnTo>
                  <a:cubicBezTo>
                    <a:pt x="7407" y="9122"/>
                    <a:pt x="7359" y="9122"/>
                    <a:pt x="7359" y="9146"/>
                  </a:cubicBezTo>
                  <a:cubicBezTo>
                    <a:pt x="7216" y="9289"/>
                    <a:pt x="7335" y="9479"/>
                    <a:pt x="7454" y="9479"/>
                  </a:cubicBezTo>
                  <a:lnTo>
                    <a:pt x="11146" y="9479"/>
                  </a:lnTo>
                  <a:cubicBezTo>
                    <a:pt x="11241" y="9479"/>
                    <a:pt x="11336" y="9384"/>
                    <a:pt x="11336" y="9289"/>
                  </a:cubicBezTo>
                  <a:lnTo>
                    <a:pt x="11336" y="549"/>
                  </a:lnTo>
                  <a:cubicBezTo>
                    <a:pt x="11289" y="239"/>
                    <a:pt x="11050" y="1"/>
                    <a:pt x="10765" y="1"/>
                  </a:cubicBezTo>
                  <a:lnTo>
                    <a:pt x="3525" y="1"/>
                  </a:lnTo>
                  <a:cubicBezTo>
                    <a:pt x="3430" y="1"/>
                    <a:pt x="3382" y="72"/>
                    <a:pt x="3358" y="144"/>
                  </a:cubicBezTo>
                  <a:cubicBezTo>
                    <a:pt x="3358" y="239"/>
                    <a:pt x="3406" y="334"/>
                    <a:pt x="3501" y="334"/>
                  </a:cubicBezTo>
                  <a:lnTo>
                    <a:pt x="10741" y="334"/>
                  </a:lnTo>
                  <a:cubicBezTo>
                    <a:pt x="10860" y="334"/>
                    <a:pt x="10931" y="430"/>
                    <a:pt x="10931" y="549"/>
                  </a:cubicBezTo>
                  <a:lnTo>
                    <a:pt x="10931" y="1335"/>
                  </a:lnTo>
                  <a:lnTo>
                    <a:pt x="334" y="1335"/>
                  </a:lnTo>
                  <a:lnTo>
                    <a:pt x="334" y="382"/>
                  </a:lnTo>
                  <a:cubicBezTo>
                    <a:pt x="334" y="358"/>
                    <a:pt x="382" y="334"/>
                    <a:pt x="405" y="334"/>
                  </a:cubicBezTo>
                  <a:lnTo>
                    <a:pt x="2906" y="334"/>
                  </a:lnTo>
                  <a:cubicBezTo>
                    <a:pt x="2930" y="334"/>
                    <a:pt x="2930" y="334"/>
                    <a:pt x="2930" y="311"/>
                  </a:cubicBezTo>
                  <a:cubicBezTo>
                    <a:pt x="3073" y="144"/>
                    <a:pt x="2954"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95"/>
            <p:cNvSpPr/>
            <p:nvPr/>
          </p:nvSpPr>
          <p:spPr>
            <a:xfrm>
              <a:off x="3282915" y="3682715"/>
              <a:ext cx="101200" cy="98880"/>
            </a:xfrm>
            <a:custGeom>
              <a:rect b="b" l="l" r="r" t="t"/>
              <a:pathLst>
                <a:path extrusionOk="0" h="3025" w="3096">
                  <a:moveTo>
                    <a:pt x="1548" y="1024"/>
                  </a:moveTo>
                  <a:cubicBezTo>
                    <a:pt x="1715" y="1024"/>
                    <a:pt x="1905" y="1167"/>
                    <a:pt x="1905" y="1381"/>
                  </a:cubicBezTo>
                  <a:cubicBezTo>
                    <a:pt x="1905" y="1596"/>
                    <a:pt x="1738" y="1739"/>
                    <a:pt x="1548" y="1739"/>
                  </a:cubicBezTo>
                  <a:cubicBezTo>
                    <a:pt x="1334" y="1739"/>
                    <a:pt x="1191" y="1596"/>
                    <a:pt x="1191" y="1381"/>
                  </a:cubicBezTo>
                  <a:cubicBezTo>
                    <a:pt x="1191" y="1191"/>
                    <a:pt x="1334" y="1024"/>
                    <a:pt x="1548" y="1024"/>
                  </a:cubicBezTo>
                  <a:close/>
                  <a:moveTo>
                    <a:pt x="1548" y="334"/>
                  </a:moveTo>
                  <a:cubicBezTo>
                    <a:pt x="2167" y="334"/>
                    <a:pt x="2691" y="834"/>
                    <a:pt x="2739" y="1477"/>
                  </a:cubicBezTo>
                  <a:cubicBezTo>
                    <a:pt x="2739" y="1715"/>
                    <a:pt x="2667" y="1953"/>
                    <a:pt x="2548" y="2120"/>
                  </a:cubicBezTo>
                  <a:cubicBezTo>
                    <a:pt x="2405" y="1977"/>
                    <a:pt x="2215" y="1881"/>
                    <a:pt x="2024" y="1834"/>
                  </a:cubicBezTo>
                  <a:cubicBezTo>
                    <a:pt x="2096" y="1715"/>
                    <a:pt x="2167" y="1548"/>
                    <a:pt x="2167" y="1381"/>
                  </a:cubicBezTo>
                  <a:cubicBezTo>
                    <a:pt x="2167" y="1024"/>
                    <a:pt x="1858" y="762"/>
                    <a:pt x="1524" y="715"/>
                  </a:cubicBezTo>
                  <a:cubicBezTo>
                    <a:pt x="1511" y="714"/>
                    <a:pt x="1498" y="713"/>
                    <a:pt x="1486" y="713"/>
                  </a:cubicBezTo>
                  <a:cubicBezTo>
                    <a:pt x="1123" y="713"/>
                    <a:pt x="834" y="1037"/>
                    <a:pt x="834" y="1405"/>
                  </a:cubicBezTo>
                  <a:cubicBezTo>
                    <a:pt x="834" y="1548"/>
                    <a:pt x="881" y="1715"/>
                    <a:pt x="976" y="1834"/>
                  </a:cubicBezTo>
                  <a:cubicBezTo>
                    <a:pt x="762" y="1881"/>
                    <a:pt x="572" y="2001"/>
                    <a:pt x="429" y="2120"/>
                  </a:cubicBezTo>
                  <a:cubicBezTo>
                    <a:pt x="310" y="1953"/>
                    <a:pt x="262" y="1739"/>
                    <a:pt x="262" y="1524"/>
                  </a:cubicBezTo>
                  <a:cubicBezTo>
                    <a:pt x="286" y="881"/>
                    <a:pt x="834" y="334"/>
                    <a:pt x="1477" y="334"/>
                  </a:cubicBezTo>
                  <a:close/>
                  <a:moveTo>
                    <a:pt x="1572" y="2024"/>
                  </a:moveTo>
                  <a:cubicBezTo>
                    <a:pt x="1858" y="2024"/>
                    <a:pt x="2167" y="2143"/>
                    <a:pt x="2381" y="2358"/>
                  </a:cubicBezTo>
                  <a:cubicBezTo>
                    <a:pt x="2167" y="2572"/>
                    <a:pt x="1858" y="2691"/>
                    <a:pt x="1572" y="2691"/>
                  </a:cubicBezTo>
                  <a:lnTo>
                    <a:pt x="1477" y="2691"/>
                  </a:lnTo>
                  <a:cubicBezTo>
                    <a:pt x="1143" y="2691"/>
                    <a:pt x="881" y="2572"/>
                    <a:pt x="667" y="2358"/>
                  </a:cubicBezTo>
                  <a:cubicBezTo>
                    <a:pt x="881" y="2143"/>
                    <a:pt x="1191" y="2024"/>
                    <a:pt x="1477" y="2024"/>
                  </a:cubicBezTo>
                  <a:close/>
                  <a:moveTo>
                    <a:pt x="1500" y="0"/>
                  </a:moveTo>
                  <a:cubicBezTo>
                    <a:pt x="667" y="0"/>
                    <a:pt x="0" y="667"/>
                    <a:pt x="0" y="1500"/>
                  </a:cubicBezTo>
                  <a:cubicBezTo>
                    <a:pt x="0" y="2334"/>
                    <a:pt x="643" y="3025"/>
                    <a:pt x="1500" y="3025"/>
                  </a:cubicBezTo>
                  <a:lnTo>
                    <a:pt x="1572" y="3025"/>
                  </a:lnTo>
                  <a:cubicBezTo>
                    <a:pt x="2405" y="3025"/>
                    <a:pt x="3096" y="2358"/>
                    <a:pt x="3096" y="1524"/>
                  </a:cubicBezTo>
                  <a:cubicBezTo>
                    <a:pt x="3096" y="691"/>
                    <a:pt x="2405"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95"/>
            <p:cNvSpPr/>
            <p:nvPr/>
          </p:nvSpPr>
          <p:spPr>
            <a:xfrm>
              <a:off x="3281346" y="3801796"/>
              <a:ext cx="102769" cy="10950"/>
            </a:xfrm>
            <a:custGeom>
              <a:rect b="b" l="l" r="r" t="t"/>
              <a:pathLst>
                <a:path extrusionOk="0" h="335" w="3144">
                  <a:moveTo>
                    <a:pt x="191" y="1"/>
                  </a:moveTo>
                  <a:cubicBezTo>
                    <a:pt x="96" y="1"/>
                    <a:pt x="48" y="48"/>
                    <a:pt x="0" y="144"/>
                  </a:cubicBezTo>
                  <a:cubicBezTo>
                    <a:pt x="0" y="239"/>
                    <a:pt x="72" y="334"/>
                    <a:pt x="167" y="334"/>
                  </a:cubicBezTo>
                  <a:lnTo>
                    <a:pt x="2930" y="334"/>
                  </a:lnTo>
                  <a:cubicBezTo>
                    <a:pt x="3025" y="334"/>
                    <a:pt x="3072" y="263"/>
                    <a:pt x="3096" y="167"/>
                  </a:cubicBezTo>
                  <a:cubicBezTo>
                    <a:pt x="3144" y="96"/>
                    <a:pt x="3072" y="1"/>
                    <a:pt x="2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95"/>
            <p:cNvSpPr/>
            <p:nvPr/>
          </p:nvSpPr>
          <p:spPr>
            <a:xfrm>
              <a:off x="3281346" y="3828273"/>
              <a:ext cx="102769" cy="10133"/>
            </a:xfrm>
            <a:custGeom>
              <a:rect b="b" l="l" r="r" t="t"/>
              <a:pathLst>
                <a:path extrusionOk="0" h="310" w="3144">
                  <a:moveTo>
                    <a:pt x="191" y="0"/>
                  </a:moveTo>
                  <a:cubicBezTo>
                    <a:pt x="96" y="0"/>
                    <a:pt x="48" y="48"/>
                    <a:pt x="0" y="143"/>
                  </a:cubicBezTo>
                  <a:cubicBezTo>
                    <a:pt x="0" y="239"/>
                    <a:pt x="72" y="310"/>
                    <a:pt x="167" y="310"/>
                  </a:cubicBezTo>
                  <a:lnTo>
                    <a:pt x="2930" y="310"/>
                  </a:lnTo>
                  <a:cubicBezTo>
                    <a:pt x="3025" y="310"/>
                    <a:pt x="3072" y="262"/>
                    <a:pt x="3096" y="167"/>
                  </a:cubicBezTo>
                  <a:cubicBezTo>
                    <a:pt x="3144" y="72"/>
                    <a:pt x="3072" y="0"/>
                    <a:pt x="2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95"/>
            <p:cNvSpPr/>
            <p:nvPr/>
          </p:nvSpPr>
          <p:spPr>
            <a:xfrm>
              <a:off x="3281346" y="3855501"/>
              <a:ext cx="102769" cy="10166"/>
            </a:xfrm>
            <a:custGeom>
              <a:rect b="b" l="l" r="r" t="t"/>
              <a:pathLst>
                <a:path extrusionOk="0" h="311" w="3144">
                  <a:moveTo>
                    <a:pt x="191" y="1"/>
                  </a:moveTo>
                  <a:cubicBezTo>
                    <a:pt x="96" y="1"/>
                    <a:pt x="48" y="49"/>
                    <a:pt x="0" y="144"/>
                  </a:cubicBezTo>
                  <a:cubicBezTo>
                    <a:pt x="0" y="239"/>
                    <a:pt x="72" y="310"/>
                    <a:pt x="167" y="310"/>
                  </a:cubicBezTo>
                  <a:lnTo>
                    <a:pt x="2930" y="310"/>
                  </a:lnTo>
                  <a:cubicBezTo>
                    <a:pt x="3025" y="310"/>
                    <a:pt x="3072" y="263"/>
                    <a:pt x="3096" y="168"/>
                  </a:cubicBezTo>
                  <a:cubicBezTo>
                    <a:pt x="3144" y="72"/>
                    <a:pt x="3072" y="1"/>
                    <a:pt x="2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95"/>
            <p:cNvSpPr/>
            <p:nvPr/>
          </p:nvSpPr>
          <p:spPr>
            <a:xfrm>
              <a:off x="3408239" y="3695921"/>
              <a:ext cx="183736" cy="37427"/>
            </a:xfrm>
            <a:custGeom>
              <a:rect b="b" l="l" r="r" t="t"/>
              <a:pathLst>
                <a:path extrusionOk="0" h="1145" w="5621">
                  <a:moveTo>
                    <a:pt x="5239" y="311"/>
                  </a:moveTo>
                  <a:cubicBezTo>
                    <a:pt x="5263" y="311"/>
                    <a:pt x="5287" y="358"/>
                    <a:pt x="5287" y="382"/>
                  </a:cubicBezTo>
                  <a:lnTo>
                    <a:pt x="5287" y="763"/>
                  </a:lnTo>
                  <a:cubicBezTo>
                    <a:pt x="5287" y="787"/>
                    <a:pt x="5263" y="834"/>
                    <a:pt x="5239" y="834"/>
                  </a:cubicBezTo>
                  <a:lnTo>
                    <a:pt x="381" y="834"/>
                  </a:lnTo>
                  <a:cubicBezTo>
                    <a:pt x="357" y="834"/>
                    <a:pt x="334" y="787"/>
                    <a:pt x="334" y="763"/>
                  </a:cubicBezTo>
                  <a:lnTo>
                    <a:pt x="334" y="382"/>
                  </a:lnTo>
                  <a:cubicBezTo>
                    <a:pt x="334" y="358"/>
                    <a:pt x="357" y="311"/>
                    <a:pt x="381" y="311"/>
                  </a:cubicBezTo>
                  <a:close/>
                  <a:moveTo>
                    <a:pt x="381" y="1"/>
                  </a:moveTo>
                  <a:cubicBezTo>
                    <a:pt x="167" y="1"/>
                    <a:pt x="0" y="168"/>
                    <a:pt x="0" y="382"/>
                  </a:cubicBezTo>
                  <a:lnTo>
                    <a:pt x="0" y="763"/>
                  </a:lnTo>
                  <a:cubicBezTo>
                    <a:pt x="0" y="977"/>
                    <a:pt x="167" y="1144"/>
                    <a:pt x="381" y="1144"/>
                  </a:cubicBezTo>
                  <a:lnTo>
                    <a:pt x="5239" y="1144"/>
                  </a:lnTo>
                  <a:cubicBezTo>
                    <a:pt x="5454" y="1144"/>
                    <a:pt x="5620" y="977"/>
                    <a:pt x="5620" y="763"/>
                  </a:cubicBezTo>
                  <a:lnTo>
                    <a:pt x="5620" y="382"/>
                  </a:lnTo>
                  <a:cubicBezTo>
                    <a:pt x="5620" y="168"/>
                    <a:pt x="5454" y="1"/>
                    <a:pt x="5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95"/>
            <p:cNvSpPr/>
            <p:nvPr/>
          </p:nvSpPr>
          <p:spPr>
            <a:xfrm>
              <a:off x="3407454" y="3752764"/>
              <a:ext cx="184521" cy="10918"/>
            </a:xfrm>
            <a:custGeom>
              <a:rect b="b" l="l" r="r" t="t"/>
              <a:pathLst>
                <a:path extrusionOk="0" h="334" w="5645">
                  <a:moveTo>
                    <a:pt x="191" y="0"/>
                  </a:moveTo>
                  <a:cubicBezTo>
                    <a:pt x="119" y="0"/>
                    <a:pt x="48" y="72"/>
                    <a:pt x="24" y="143"/>
                  </a:cubicBezTo>
                  <a:cubicBezTo>
                    <a:pt x="0" y="286"/>
                    <a:pt x="72" y="334"/>
                    <a:pt x="167" y="334"/>
                  </a:cubicBezTo>
                  <a:lnTo>
                    <a:pt x="5478" y="334"/>
                  </a:lnTo>
                  <a:cubicBezTo>
                    <a:pt x="5549" y="334"/>
                    <a:pt x="5621" y="286"/>
                    <a:pt x="5644" y="191"/>
                  </a:cubicBezTo>
                  <a:cubicBezTo>
                    <a:pt x="5644" y="96"/>
                    <a:pt x="5597" y="0"/>
                    <a:pt x="5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95"/>
            <p:cNvSpPr/>
            <p:nvPr/>
          </p:nvSpPr>
          <p:spPr>
            <a:xfrm>
              <a:off x="3407454" y="3778457"/>
              <a:ext cx="184521" cy="10918"/>
            </a:xfrm>
            <a:custGeom>
              <a:rect b="b" l="l" r="r" t="t"/>
              <a:pathLst>
                <a:path extrusionOk="0" h="334" w="5645">
                  <a:moveTo>
                    <a:pt x="191" y="0"/>
                  </a:moveTo>
                  <a:cubicBezTo>
                    <a:pt x="119" y="0"/>
                    <a:pt x="48" y="48"/>
                    <a:pt x="24" y="143"/>
                  </a:cubicBezTo>
                  <a:cubicBezTo>
                    <a:pt x="0" y="238"/>
                    <a:pt x="72" y="334"/>
                    <a:pt x="167" y="334"/>
                  </a:cubicBezTo>
                  <a:lnTo>
                    <a:pt x="5478" y="334"/>
                  </a:lnTo>
                  <a:cubicBezTo>
                    <a:pt x="5549" y="334"/>
                    <a:pt x="5621" y="262"/>
                    <a:pt x="5644" y="167"/>
                  </a:cubicBezTo>
                  <a:cubicBezTo>
                    <a:pt x="5644" y="96"/>
                    <a:pt x="5597" y="0"/>
                    <a:pt x="5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95"/>
            <p:cNvSpPr/>
            <p:nvPr/>
          </p:nvSpPr>
          <p:spPr>
            <a:xfrm>
              <a:off x="3407454" y="3802580"/>
              <a:ext cx="184521" cy="10918"/>
            </a:xfrm>
            <a:custGeom>
              <a:rect b="b" l="l" r="r" t="t"/>
              <a:pathLst>
                <a:path extrusionOk="0" h="334" w="5645">
                  <a:moveTo>
                    <a:pt x="191" y="1"/>
                  </a:moveTo>
                  <a:cubicBezTo>
                    <a:pt x="119" y="1"/>
                    <a:pt x="48" y="72"/>
                    <a:pt x="24" y="143"/>
                  </a:cubicBezTo>
                  <a:cubicBezTo>
                    <a:pt x="0" y="262"/>
                    <a:pt x="72" y="334"/>
                    <a:pt x="167" y="334"/>
                  </a:cubicBezTo>
                  <a:lnTo>
                    <a:pt x="5478" y="334"/>
                  </a:lnTo>
                  <a:cubicBezTo>
                    <a:pt x="5549" y="334"/>
                    <a:pt x="5621" y="262"/>
                    <a:pt x="5644" y="191"/>
                  </a:cubicBezTo>
                  <a:cubicBezTo>
                    <a:pt x="5644" y="96"/>
                    <a:pt x="5597" y="1"/>
                    <a:pt x="5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9" name="Google Shape;20269;p95"/>
          <p:cNvGrpSpPr/>
          <p:nvPr/>
        </p:nvGrpSpPr>
        <p:grpSpPr>
          <a:xfrm>
            <a:off x="2539477" y="3469051"/>
            <a:ext cx="367440" cy="302032"/>
            <a:chOff x="2488903" y="3611881"/>
            <a:chExt cx="367440" cy="302032"/>
          </a:xfrm>
        </p:grpSpPr>
        <p:sp>
          <p:nvSpPr>
            <p:cNvPr id="20270" name="Google Shape;20270;p95"/>
            <p:cNvSpPr/>
            <p:nvPr/>
          </p:nvSpPr>
          <p:spPr>
            <a:xfrm>
              <a:off x="2493577" y="3616523"/>
              <a:ext cx="358092" cy="239011"/>
            </a:xfrm>
            <a:custGeom>
              <a:rect b="b" l="l" r="r" t="t"/>
              <a:pathLst>
                <a:path extrusionOk="0" h="7312" w="10955">
                  <a:moveTo>
                    <a:pt x="453" y="1"/>
                  </a:moveTo>
                  <a:cubicBezTo>
                    <a:pt x="191" y="1"/>
                    <a:pt x="0" y="215"/>
                    <a:pt x="0" y="453"/>
                  </a:cubicBezTo>
                  <a:lnTo>
                    <a:pt x="0" y="6859"/>
                  </a:lnTo>
                  <a:cubicBezTo>
                    <a:pt x="0" y="7098"/>
                    <a:pt x="191" y="7312"/>
                    <a:pt x="453" y="7312"/>
                  </a:cubicBezTo>
                  <a:lnTo>
                    <a:pt x="10502" y="7312"/>
                  </a:lnTo>
                  <a:cubicBezTo>
                    <a:pt x="10740" y="7312"/>
                    <a:pt x="10955" y="7121"/>
                    <a:pt x="10955" y="6859"/>
                  </a:cubicBezTo>
                  <a:lnTo>
                    <a:pt x="10955" y="453"/>
                  </a:lnTo>
                  <a:cubicBezTo>
                    <a:pt x="10955" y="215"/>
                    <a:pt x="10740" y="1"/>
                    <a:pt x="1050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95"/>
            <p:cNvSpPr/>
            <p:nvPr/>
          </p:nvSpPr>
          <p:spPr>
            <a:xfrm>
              <a:off x="2815843" y="3618092"/>
              <a:ext cx="35826" cy="238226"/>
            </a:xfrm>
            <a:custGeom>
              <a:rect b="b" l="l" r="r" t="t"/>
              <a:pathLst>
                <a:path extrusionOk="0" h="7288" w="1096">
                  <a:moveTo>
                    <a:pt x="0" y="1"/>
                  </a:moveTo>
                  <a:cubicBezTo>
                    <a:pt x="238" y="1"/>
                    <a:pt x="429" y="191"/>
                    <a:pt x="429" y="429"/>
                  </a:cubicBezTo>
                  <a:lnTo>
                    <a:pt x="429" y="6835"/>
                  </a:lnTo>
                  <a:cubicBezTo>
                    <a:pt x="429" y="7073"/>
                    <a:pt x="238" y="7288"/>
                    <a:pt x="0" y="7288"/>
                  </a:cubicBezTo>
                  <a:lnTo>
                    <a:pt x="643" y="7288"/>
                  </a:lnTo>
                  <a:cubicBezTo>
                    <a:pt x="881" y="7288"/>
                    <a:pt x="1096" y="7073"/>
                    <a:pt x="1096" y="6835"/>
                  </a:cubicBezTo>
                  <a:lnTo>
                    <a:pt x="1096" y="429"/>
                  </a:lnTo>
                  <a:cubicBezTo>
                    <a:pt x="1096" y="167"/>
                    <a:pt x="881" y="1"/>
                    <a:pt x="64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95"/>
            <p:cNvSpPr/>
            <p:nvPr/>
          </p:nvSpPr>
          <p:spPr>
            <a:xfrm>
              <a:off x="2572191" y="3662449"/>
              <a:ext cx="201649" cy="151833"/>
            </a:xfrm>
            <a:custGeom>
              <a:rect b="b" l="l" r="r" t="t"/>
              <a:pathLst>
                <a:path extrusionOk="0" h="4645" w="6169">
                  <a:moveTo>
                    <a:pt x="477" y="1"/>
                  </a:moveTo>
                  <a:cubicBezTo>
                    <a:pt x="215" y="1"/>
                    <a:pt x="0" y="215"/>
                    <a:pt x="0" y="477"/>
                  </a:cubicBezTo>
                  <a:lnTo>
                    <a:pt x="0" y="4645"/>
                  </a:lnTo>
                  <a:lnTo>
                    <a:pt x="6121" y="4645"/>
                  </a:lnTo>
                  <a:lnTo>
                    <a:pt x="6168" y="477"/>
                  </a:lnTo>
                  <a:cubicBezTo>
                    <a:pt x="6168" y="215"/>
                    <a:pt x="5954" y="1"/>
                    <a:pt x="569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95"/>
            <p:cNvSpPr/>
            <p:nvPr/>
          </p:nvSpPr>
          <p:spPr>
            <a:xfrm>
              <a:off x="2736445" y="3662449"/>
              <a:ext cx="37394" cy="151833"/>
            </a:xfrm>
            <a:custGeom>
              <a:rect b="b" l="l" r="r" t="t"/>
              <a:pathLst>
                <a:path extrusionOk="0" h="4645" w="1144">
                  <a:moveTo>
                    <a:pt x="0" y="1"/>
                  </a:moveTo>
                  <a:cubicBezTo>
                    <a:pt x="262" y="1"/>
                    <a:pt x="477" y="215"/>
                    <a:pt x="477" y="477"/>
                  </a:cubicBezTo>
                  <a:lnTo>
                    <a:pt x="477" y="4645"/>
                  </a:lnTo>
                  <a:lnTo>
                    <a:pt x="1143" y="4645"/>
                  </a:lnTo>
                  <a:lnTo>
                    <a:pt x="1143" y="477"/>
                  </a:lnTo>
                  <a:cubicBezTo>
                    <a:pt x="1096" y="215"/>
                    <a:pt x="905" y="1"/>
                    <a:pt x="66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95"/>
            <p:cNvSpPr/>
            <p:nvPr/>
          </p:nvSpPr>
          <p:spPr>
            <a:xfrm>
              <a:off x="2494329" y="3814250"/>
              <a:ext cx="357340" cy="41284"/>
            </a:xfrm>
            <a:custGeom>
              <a:rect b="b" l="l" r="r" t="t"/>
              <a:pathLst>
                <a:path extrusionOk="0" h="1263" w="10932">
                  <a:moveTo>
                    <a:pt x="1" y="1"/>
                  </a:moveTo>
                  <a:lnTo>
                    <a:pt x="1" y="810"/>
                  </a:lnTo>
                  <a:cubicBezTo>
                    <a:pt x="1" y="1049"/>
                    <a:pt x="215" y="1263"/>
                    <a:pt x="453" y="1263"/>
                  </a:cubicBezTo>
                  <a:lnTo>
                    <a:pt x="10479" y="1263"/>
                  </a:lnTo>
                  <a:cubicBezTo>
                    <a:pt x="10717" y="1263"/>
                    <a:pt x="10932" y="1049"/>
                    <a:pt x="10932" y="810"/>
                  </a:cubicBezTo>
                  <a:lnTo>
                    <a:pt x="10932"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95"/>
            <p:cNvSpPr/>
            <p:nvPr/>
          </p:nvSpPr>
          <p:spPr>
            <a:xfrm>
              <a:off x="2815843" y="3814250"/>
              <a:ext cx="35826" cy="41284"/>
            </a:xfrm>
            <a:custGeom>
              <a:rect b="b" l="l" r="r" t="t"/>
              <a:pathLst>
                <a:path extrusionOk="0" h="1263" w="1096">
                  <a:moveTo>
                    <a:pt x="429" y="1"/>
                  </a:moveTo>
                  <a:lnTo>
                    <a:pt x="429" y="810"/>
                  </a:lnTo>
                  <a:cubicBezTo>
                    <a:pt x="429" y="1049"/>
                    <a:pt x="238" y="1263"/>
                    <a:pt x="0" y="1263"/>
                  </a:cubicBezTo>
                  <a:lnTo>
                    <a:pt x="643" y="1263"/>
                  </a:lnTo>
                  <a:cubicBezTo>
                    <a:pt x="881" y="1263"/>
                    <a:pt x="1096" y="1049"/>
                    <a:pt x="1096" y="810"/>
                  </a:cubicBezTo>
                  <a:lnTo>
                    <a:pt x="1096"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95"/>
            <p:cNvSpPr/>
            <p:nvPr/>
          </p:nvSpPr>
          <p:spPr>
            <a:xfrm>
              <a:off x="2625896" y="3855501"/>
              <a:ext cx="92669" cy="52202"/>
            </a:xfrm>
            <a:custGeom>
              <a:rect b="b" l="l" r="r" t="t"/>
              <a:pathLst>
                <a:path extrusionOk="0" h="1597" w="2835">
                  <a:moveTo>
                    <a:pt x="215" y="1"/>
                  </a:moveTo>
                  <a:lnTo>
                    <a:pt x="1" y="1596"/>
                  </a:lnTo>
                  <a:lnTo>
                    <a:pt x="2835" y="1596"/>
                  </a:lnTo>
                  <a:lnTo>
                    <a:pt x="2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95"/>
            <p:cNvSpPr/>
            <p:nvPr/>
          </p:nvSpPr>
          <p:spPr>
            <a:xfrm>
              <a:off x="2689735" y="3855501"/>
              <a:ext cx="28830" cy="52202"/>
            </a:xfrm>
            <a:custGeom>
              <a:rect b="b" l="l" r="r" t="t"/>
              <a:pathLst>
                <a:path extrusionOk="0" h="1597" w="882">
                  <a:moveTo>
                    <a:pt x="0" y="1"/>
                  </a:moveTo>
                  <a:lnTo>
                    <a:pt x="215" y="1596"/>
                  </a:lnTo>
                  <a:lnTo>
                    <a:pt x="882" y="1596"/>
                  </a:lnTo>
                  <a:lnTo>
                    <a:pt x="667"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95"/>
            <p:cNvSpPr/>
            <p:nvPr/>
          </p:nvSpPr>
          <p:spPr>
            <a:xfrm>
              <a:off x="2740335" y="3681538"/>
              <a:ext cx="64623" cy="92277"/>
            </a:xfrm>
            <a:custGeom>
              <a:rect b="b" l="l" r="r" t="t"/>
              <a:pathLst>
                <a:path extrusionOk="0" h="2823" w="1977">
                  <a:moveTo>
                    <a:pt x="977" y="0"/>
                  </a:moveTo>
                  <a:cubicBezTo>
                    <a:pt x="947" y="0"/>
                    <a:pt x="917" y="12"/>
                    <a:pt x="905" y="36"/>
                  </a:cubicBezTo>
                  <a:lnTo>
                    <a:pt x="48" y="1227"/>
                  </a:lnTo>
                  <a:cubicBezTo>
                    <a:pt x="0" y="1298"/>
                    <a:pt x="48" y="1394"/>
                    <a:pt x="96" y="1394"/>
                  </a:cubicBezTo>
                  <a:lnTo>
                    <a:pt x="334" y="1394"/>
                  </a:lnTo>
                  <a:cubicBezTo>
                    <a:pt x="405" y="1394"/>
                    <a:pt x="429" y="1417"/>
                    <a:pt x="429" y="1465"/>
                  </a:cubicBezTo>
                  <a:lnTo>
                    <a:pt x="429" y="2751"/>
                  </a:lnTo>
                  <a:cubicBezTo>
                    <a:pt x="429" y="2775"/>
                    <a:pt x="453" y="2822"/>
                    <a:pt x="477" y="2822"/>
                  </a:cubicBezTo>
                  <a:lnTo>
                    <a:pt x="1429" y="2822"/>
                  </a:lnTo>
                  <a:cubicBezTo>
                    <a:pt x="1477" y="2822"/>
                    <a:pt x="1501" y="2775"/>
                    <a:pt x="1501" y="2751"/>
                  </a:cubicBezTo>
                  <a:lnTo>
                    <a:pt x="1501" y="1465"/>
                  </a:lnTo>
                  <a:cubicBezTo>
                    <a:pt x="1501" y="1417"/>
                    <a:pt x="1524" y="1394"/>
                    <a:pt x="1596" y="1394"/>
                  </a:cubicBezTo>
                  <a:lnTo>
                    <a:pt x="1834" y="1394"/>
                  </a:lnTo>
                  <a:cubicBezTo>
                    <a:pt x="1905" y="1394"/>
                    <a:pt x="1977" y="1298"/>
                    <a:pt x="1905" y="1227"/>
                  </a:cubicBezTo>
                  <a:lnTo>
                    <a:pt x="1048" y="36"/>
                  </a:lnTo>
                  <a:cubicBezTo>
                    <a:pt x="1036" y="12"/>
                    <a:pt x="1006" y="0"/>
                    <a:pt x="977"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95"/>
            <p:cNvSpPr/>
            <p:nvPr/>
          </p:nvSpPr>
          <p:spPr>
            <a:xfrm>
              <a:off x="2761353" y="3681538"/>
              <a:ext cx="43605" cy="92277"/>
            </a:xfrm>
            <a:custGeom>
              <a:rect b="b" l="l" r="r" t="t"/>
              <a:pathLst>
                <a:path extrusionOk="0" h="2823" w="1334">
                  <a:moveTo>
                    <a:pt x="334" y="0"/>
                  </a:moveTo>
                  <a:cubicBezTo>
                    <a:pt x="304" y="0"/>
                    <a:pt x="274" y="12"/>
                    <a:pt x="262" y="36"/>
                  </a:cubicBezTo>
                  <a:lnTo>
                    <a:pt x="0" y="393"/>
                  </a:lnTo>
                  <a:lnTo>
                    <a:pt x="596" y="1227"/>
                  </a:lnTo>
                  <a:cubicBezTo>
                    <a:pt x="619" y="1298"/>
                    <a:pt x="596" y="1394"/>
                    <a:pt x="524" y="1394"/>
                  </a:cubicBezTo>
                  <a:lnTo>
                    <a:pt x="286" y="1394"/>
                  </a:lnTo>
                  <a:cubicBezTo>
                    <a:pt x="238" y="1394"/>
                    <a:pt x="191" y="1417"/>
                    <a:pt x="191" y="1465"/>
                  </a:cubicBezTo>
                  <a:lnTo>
                    <a:pt x="191" y="2751"/>
                  </a:lnTo>
                  <a:cubicBezTo>
                    <a:pt x="191" y="2775"/>
                    <a:pt x="167" y="2822"/>
                    <a:pt x="143" y="2822"/>
                  </a:cubicBezTo>
                  <a:lnTo>
                    <a:pt x="786" y="2822"/>
                  </a:lnTo>
                  <a:cubicBezTo>
                    <a:pt x="834" y="2822"/>
                    <a:pt x="858" y="2775"/>
                    <a:pt x="858" y="2751"/>
                  </a:cubicBezTo>
                  <a:lnTo>
                    <a:pt x="858" y="1465"/>
                  </a:lnTo>
                  <a:cubicBezTo>
                    <a:pt x="858" y="1417"/>
                    <a:pt x="881" y="1394"/>
                    <a:pt x="953" y="1394"/>
                  </a:cubicBezTo>
                  <a:lnTo>
                    <a:pt x="1191" y="1394"/>
                  </a:lnTo>
                  <a:cubicBezTo>
                    <a:pt x="1262" y="1394"/>
                    <a:pt x="1334" y="1298"/>
                    <a:pt x="1262" y="1227"/>
                  </a:cubicBezTo>
                  <a:lnTo>
                    <a:pt x="405" y="36"/>
                  </a:lnTo>
                  <a:cubicBezTo>
                    <a:pt x="393" y="12"/>
                    <a:pt x="363" y="0"/>
                    <a:pt x="334"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95"/>
            <p:cNvSpPr/>
            <p:nvPr/>
          </p:nvSpPr>
          <p:spPr>
            <a:xfrm>
              <a:off x="2626681" y="3692816"/>
              <a:ext cx="91885" cy="91100"/>
            </a:xfrm>
            <a:custGeom>
              <a:rect b="b" l="l" r="r" t="t"/>
              <a:pathLst>
                <a:path extrusionOk="0" h="2787" w="2811">
                  <a:moveTo>
                    <a:pt x="1405" y="1"/>
                  </a:moveTo>
                  <a:cubicBezTo>
                    <a:pt x="620" y="1"/>
                    <a:pt x="0" y="620"/>
                    <a:pt x="0" y="1382"/>
                  </a:cubicBezTo>
                  <a:cubicBezTo>
                    <a:pt x="0" y="2168"/>
                    <a:pt x="620" y="2787"/>
                    <a:pt x="1405" y="2787"/>
                  </a:cubicBezTo>
                  <a:cubicBezTo>
                    <a:pt x="2168" y="2787"/>
                    <a:pt x="2811" y="2168"/>
                    <a:pt x="2811" y="1382"/>
                  </a:cubicBezTo>
                  <a:cubicBezTo>
                    <a:pt x="2811" y="620"/>
                    <a:pt x="2168"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95"/>
            <p:cNvSpPr/>
            <p:nvPr/>
          </p:nvSpPr>
          <p:spPr>
            <a:xfrm>
              <a:off x="2627465" y="3692816"/>
              <a:ext cx="91885" cy="90348"/>
            </a:xfrm>
            <a:custGeom>
              <a:rect b="b" l="l" r="r" t="t"/>
              <a:pathLst>
                <a:path extrusionOk="0" h="2764" w="2811">
                  <a:moveTo>
                    <a:pt x="1405" y="1"/>
                  </a:moveTo>
                  <a:lnTo>
                    <a:pt x="1405" y="1406"/>
                  </a:lnTo>
                  <a:lnTo>
                    <a:pt x="0" y="1406"/>
                  </a:lnTo>
                  <a:cubicBezTo>
                    <a:pt x="0" y="2154"/>
                    <a:pt x="642" y="2764"/>
                    <a:pt x="1409" y="2764"/>
                  </a:cubicBezTo>
                  <a:cubicBezTo>
                    <a:pt x="1424" y="2764"/>
                    <a:pt x="1438" y="2764"/>
                    <a:pt x="1453" y="2763"/>
                  </a:cubicBezTo>
                  <a:cubicBezTo>
                    <a:pt x="2167" y="2739"/>
                    <a:pt x="2739" y="2168"/>
                    <a:pt x="2763" y="1453"/>
                  </a:cubicBezTo>
                  <a:cubicBezTo>
                    <a:pt x="2810" y="691"/>
                    <a:pt x="2191" y="25"/>
                    <a:pt x="1405"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95"/>
            <p:cNvSpPr/>
            <p:nvPr/>
          </p:nvSpPr>
          <p:spPr>
            <a:xfrm>
              <a:off x="2649268" y="3714618"/>
              <a:ext cx="46710" cy="46743"/>
            </a:xfrm>
            <a:custGeom>
              <a:rect b="b" l="l" r="r" t="t"/>
              <a:pathLst>
                <a:path extrusionOk="0" h="1430" w="1429">
                  <a:moveTo>
                    <a:pt x="714" y="0"/>
                  </a:moveTo>
                  <a:cubicBezTo>
                    <a:pt x="310" y="0"/>
                    <a:pt x="0" y="334"/>
                    <a:pt x="0" y="715"/>
                  </a:cubicBezTo>
                  <a:cubicBezTo>
                    <a:pt x="0" y="1120"/>
                    <a:pt x="310" y="1429"/>
                    <a:pt x="714" y="1429"/>
                  </a:cubicBezTo>
                  <a:cubicBezTo>
                    <a:pt x="1095" y="1429"/>
                    <a:pt x="1429" y="1120"/>
                    <a:pt x="1429" y="715"/>
                  </a:cubicBezTo>
                  <a:cubicBezTo>
                    <a:pt x="1429" y="334"/>
                    <a:pt x="1095" y="0"/>
                    <a:pt x="71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95"/>
            <p:cNvSpPr/>
            <p:nvPr/>
          </p:nvSpPr>
          <p:spPr>
            <a:xfrm>
              <a:off x="2488903" y="3611881"/>
              <a:ext cx="367440" cy="302032"/>
            </a:xfrm>
            <a:custGeom>
              <a:rect b="b" l="l" r="r" t="t"/>
              <a:pathLst>
                <a:path extrusionOk="0" h="9240" w="11241">
                  <a:moveTo>
                    <a:pt x="10645" y="333"/>
                  </a:moveTo>
                  <a:cubicBezTo>
                    <a:pt x="10788" y="333"/>
                    <a:pt x="10907" y="452"/>
                    <a:pt x="10907" y="595"/>
                  </a:cubicBezTo>
                  <a:lnTo>
                    <a:pt x="10907" y="6025"/>
                  </a:lnTo>
                  <a:lnTo>
                    <a:pt x="8859" y="6025"/>
                  </a:lnTo>
                  <a:lnTo>
                    <a:pt x="8859" y="5120"/>
                  </a:lnTo>
                  <a:lnTo>
                    <a:pt x="9169" y="5120"/>
                  </a:lnTo>
                  <a:cubicBezTo>
                    <a:pt x="9264" y="5120"/>
                    <a:pt x="9407" y="5025"/>
                    <a:pt x="9407" y="4882"/>
                  </a:cubicBezTo>
                  <a:lnTo>
                    <a:pt x="9407" y="3691"/>
                  </a:lnTo>
                  <a:lnTo>
                    <a:pt x="9550" y="3691"/>
                  </a:lnTo>
                  <a:cubicBezTo>
                    <a:pt x="9645" y="3691"/>
                    <a:pt x="9693" y="3667"/>
                    <a:pt x="9764" y="3596"/>
                  </a:cubicBezTo>
                  <a:cubicBezTo>
                    <a:pt x="9836" y="3525"/>
                    <a:pt x="9836" y="3405"/>
                    <a:pt x="9764" y="3310"/>
                  </a:cubicBezTo>
                  <a:lnTo>
                    <a:pt x="8883" y="2119"/>
                  </a:lnTo>
                  <a:cubicBezTo>
                    <a:pt x="8883" y="2119"/>
                    <a:pt x="8883" y="2072"/>
                    <a:pt x="8859" y="2072"/>
                  </a:cubicBezTo>
                  <a:lnTo>
                    <a:pt x="8859" y="1548"/>
                  </a:lnTo>
                  <a:cubicBezTo>
                    <a:pt x="8859" y="1453"/>
                    <a:pt x="8764" y="1381"/>
                    <a:pt x="8669" y="1381"/>
                  </a:cubicBezTo>
                  <a:lnTo>
                    <a:pt x="4787" y="1381"/>
                  </a:lnTo>
                  <a:cubicBezTo>
                    <a:pt x="4620" y="1524"/>
                    <a:pt x="4716" y="1691"/>
                    <a:pt x="4858" y="1691"/>
                  </a:cubicBezTo>
                  <a:lnTo>
                    <a:pt x="8240" y="1691"/>
                  </a:lnTo>
                  <a:cubicBezTo>
                    <a:pt x="8407" y="1691"/>
                    <a:pt x="8526" y="1810"/>
                    <a:pt x="8526" y="2000"/>
                  </a:cubicBezTo>
                  <a:lnTo>
                    <a:pt x="8526" y="2024"/>
                  </a:lnTo>
                  <a:cubicBezTo>
                    <a:pt x="8502" y="2048"/>
                    <a:pt x="8478" y="2048"/>
                    <a:pt x="8478" y="2096"/>
                  </a:cubicBezTo>
                  <a:lnTo>
                    <a:pt x="8216" y="2453"/>
                  </a:lnTo>
                  <a:cubicBezTo>
                    <a:pt x="8145" y="2501"/>
                    <a:pt x="8145" y="2596"/>
                    <a:pt x="8216" y="2643"/>
                  </a:cubicBezTo>
                  <a:cubicBezTo>
                    <a:pt x="8238" y="2688"/>
                    <a:pt x="8281" y="2706"/>
                    <a:pt x="8328" y="2706"/>
                  </a:cubicBezTo>
                  <a:cubicBezTo>
                    <a:pt x="8381" y="2706"/>
                    <a:pt x="8440" y="2682"/>
                    <a:pt x="8478" y="2643"/>
                  </a:cubicBezTo>
                  <a:lnTo>
                    <a:pt x="8669" y="2381"/>
                  </a:lnTo>
                  <a:lnTo>
                    <a:pt x="9383" y="3358"/>
                  </a:lnTo>
                  <a:lnTo>
                    <a:pt x="9312" y="3358"/>
                  </a:lnTo>
                  <a:cubicBezTo>
                    <a:pt x="9145" y="3358"/>
                    <a:pt x="9026" y="3477"/>
                    <a:pt x="9026" y="3644"/>
                  </a:cubicBezTo>
                  <a:lnTo>
                    <a:pt x="9026" y="4787"/>
                  </a:lnTo>
                  <a:lnTo>
                    <a:pt x="8264" y="4787"/>
                  </a:lnTo>
                  <a:lnTo>
                    <a:pt x="8264" y="3525"/>
                  </a:lnTo>
                  <a:cubicBezTo>
                    <a:pt x="8264" y="3429"/>
                    <a:pt x="8216" y="3358"/>
                    <a:pt x="8121" y="3358"/>
                  </a:cubicBezTo>
                  <a:lnTo>
                    <a:pt x="7930" y="3358"/>
                  </a:lnTo>
                  <a:lnTo>
                    <a:pt x="8145" y="3072"/>
                  </a:lnTo>
                  <a:cubicBezTo>
                    <a:pt x="8169" y="3024"/>
                    <a:pt x="8169" y="3001"/>
                    <a:pt x="8169" y="2977"/>
                  </a:cubicBezTo>
                  <a:cubicBezTo>
                    <a:pt x="8141" y="2865"/>
                    <a:pt x="8064" y="2819"/>
                    <a:pt x="7995" y="2819"/>
                  </a:cubicBezTo>
                  <a:cubicBezTo>
                    <a:pt x="7947" y="2819"/>
                    <a:pt x="7903" y="2842"/>
                    <a:pt x="7883" y="2882"/>
                  </a:cubicBezTo>
                  <a:lnTo>
                    <a:pt x="7621" y="3263"/>
                  </a:lnTo>
                  <a:cubicBezTo>
                    <a:pt x="7526" y="3382"/>
                    <a:pt x="7549" y="3572"/>
                    <a:pt x="7692" y="3667"/>
                  </a:cubicBezTo>
                  <a:cubicBezTo>
                    <a:pt x="7740" y="3691"/>
                    <a:pt x="7764" y="3691"/>
                    <a:pt x="7788" y="3691"/>
                  </a:cubicBezTo>
                  <a:lnTo>
                    <a:pt x="7978" y="3691"/>
                  </a:lnTo>
                  <a:lnTo>
                    <a:pt x="7978" y="4882"/>
                  </a:lnTo>
                  <a:cubicBezTo>
                    <a:pt x="7978" y="5001"/>
                    <a:pt x="8050" y="5120"/>
                    <a:pt x="8216" y="5120"/>
                  </a:cubicBezTo>
                  <a:lnTo>
                    <a:pt x="8526" y="5120"/>
                  </a:lnTo>
                  <a:lnTo>
                    <a:pt x="8526" y="6025"/>
                  </a:lnTo>
                  <a:lnTo>
                    <a:pt x="2739" y="6025"/>
                  </a:lnTo>
                  <a:lnTo>
                    <a:pt x="2739" y="1786"/>
                  </a:lnTo>
                  <a:cubicBezTo>
                    <a:pt x="2739" y="1738"/>
                    <a:pt x="2763" y="1691"/>
                    <a:pt x="2810" y="1691"/>
                  </a:cubicBezTo>
                  <a:lnTo>
                    <a:pt x="4334" y="1691"/>
                  </a:lnTo>
                  <a:cubicBezTo>
                    <a:pt x="4477" y="1548"/>
                    <a:pt x="4406" y="1381"/>
                    <a:pt x="4239" y="1381"/>
                  </a:cubicBezTo>
                  <a:lnTo>
                    <a:pt x="2572" y="1381"/>
                  </a:lnTo>
                  <a:cubicBezTo>
                    <a:pt x="2501" y="1381"/>
                    <a:pt x="2406" y="1453"/>
                    <a:pt x="2406" y="1548"/>
                  </a:cubicBezTo>
                  <a:lnTo>
                    <a:pt x="2406" y="6025"/>
                  </a:lnTo>
                  <a:lnTo>
                    <a:pt x="357" y="6025"/>
                  </a:lnTo>
                  <a:lnTo>
                    <a:pt x="357" y="595"/>
                  </a:lnTo>
                  <a:cubicBezTo>
                    <a:pt x="357" y="452"/>
                    <a:pt x="477" y="333"/>
                    <a:pt x="619" y="333"/>
                  </a:cubicBezTo>
                  <a:close/>
                  <a:moveTo>
                    <a:pt x="6644" y="7597"/>
                  </a:moveTo>
                  <a:lnTo>
                    <a:pt x="6835" y="8883"/>
                  </a:lnTo>
                  <a:lnTo>
                    <a:pt x="4430" y="8883"/>
                  </a:lnTo>
                  <a:lnTo>
                    <a:pt x="4596" y="7597"/>
                  </a:lnTo>
                  <a:close/>
                  <a:moveTo>
                    <a:pt x="596" y="0"/>
                  </a:moveTo>
                  <a:cubicBezTo>
                    <a:pt x="262" y="0"/>
                    <a:pt x="0" y="262"/>
                    <a:pt x="0" y="595"/>
                  </a:cubicBezTo>
                  <a:lnTo>
                    <a:pt x="0" y="7001"/>
                  </a:lnTo>
                  <a:cubicBezTo>
                    <a:pt x="0" y="7335"/>
                    <a:pt x="262" y="7597"/>
                    <a:pt x="596" y="7597"/>
                  </a:cubicBezTo>
                  <a:lnTo>
                    <a:pt x="4215" y="7597"/>
                  </a:lnTo>
                  <a:lnTo>
                    <a:pt x="4025" y="8883"/>
                  </a:lnTo>
                  <a:lnTo>
                    <a:pt x="3525" y="8883"/>
                  </a:lnTo>
                  <a:cubicBezTo>
                    <a:pt x="3477" y="8883"/>
                    <a:pt x="3382" y="8930"/>
                    <a:pt x="3382" y="9002"/>
                  </a:cubicBezTo>
                  <a:cubicBezTo>
                    <a:pt x="3358" y="9121"/>
                    <a:pt x="3430" y="9240"/>
                    <a:pt x="3525" y="9240"/>
                  </a:cubicBezTo>
                  <a:lnTo>
                    <a:pt x="7692" y="9240"/>
                  </a:lnTo>
                  <a:cubicBezTo>
                    <a:pt x="7764" y="9240"/>
                    <a:pt x="7835" y="9169"/>
                    <a:pt x="7835" y="9121"/>
                  </a:cubicBezTo>
                  <a:cubicBezTo>
                    <a:pt x="7883" y="9002"/>
                    <a:pt x="7788" y="8883"/>
                    <a:pt x="7692" y="8883"/>
                  </a:cubicBezTo>
                  <a:lnTo>
                    <a:pt x="7168" y="8883"/>
                  </a:lnTo>
                  <a:lnTo>
                    <a:pt x="6978" y="7597"/>
                  </a:lnTo>
                  <a:lnTo>
                    <a:pt x="8264" y="7597"/>
                  </a:lnTo>
                  <a:cubicBezTo>
                    <a:pt x="8359" y="7597"/>
                    <a:pt x="8407" y="7525"/>
                    <a:pt x="8431" y="7454"/>
                  </a:cubicBezTo>
                  <a:cubicBezTo>
                    <a:pt x="8431" y="7359"/>
                    <a:pt x="8383" y="7263"/>
                    <a:pt x="8288" y="7263"/>
                  </a:cubicBezTo>
                  <a:lnTo>
                    <a:pt x="619" y="7263"/>
                  </a:lnTo>
                  <a:cubicBezTo>
                    <a:pt x="453" y="7263"/>
                    <a:pt x="334" y="7144"/>
                    <a:pt x="334" y="7001"/>
                  </a:cubicBezTo>
                  <a:lnTo>
                    <a:pt x="334" y="6335"/>
                  </a:lnTo>
                  <a:lnTo>
                    <a:pt x="10955" y="6335"/>
                  </a:lnTo>
                  <a:lnTo>
                    <a:pt x="10955" y="7097"/>
                  </a:lnTo>
                  <a:cubicBezTo>
                    <a:pt x="10955" y="7168"/>
                    <a:pt x="10860" y="7263"/>
                    <a:pt x="10764" y="7263"/>
                  </a:cubicBezTo>
                  <a:lnTo>
                    <a:pt x="8931" y="7263"/>
                  </a:lnTo>
                  <a:cubicBezTo>
                    <a:pt x="8883" y="7263"/>
                    <a:pt x="8859" y="7263"/>
                    <a:pt x="8835" y="7287"/>
                  </a:cubicBezTo>
                  <a:cubicBezTo>
                    <a:pt x="8716" y="7454"/>
                    <a:pt x="8835" y="7597"/>
                    <a:pt x="8954" y="7597"/>
                  </a:cubicBezTo>
                  <a:lnTo>
                    <a:pt x="10645" y="7597"/>
                  </a:lnTo>
                  <a:cubicBezTo>
                    <a:pt x="10979" y="7597"/>
                    <a:pt x="11241" y="7335"/>
                    <a:pt x="11241" y="7001"/>
                  </a:cubicBezTo>
                  <a:lnTo>
                    <a:pt x="11241" y="595"/>
                  </a:lnTo>
                  <a:cubicBezTo>
                    <a:pt x="11241" y="262"/>
                    <a:pt x="10979" y="0"/>
                    <a:pt x="10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95"/>
            <p:cNvSpPr/>
            <p:nvPr/>
          </p:nvSpPr>
          <p:spPr>
            <a:xfrm>
              <a:off x="2622006" y="3688141"/>
              <a:ext cx="101233" cy="101233"/>
            </a:xfrm>
            <a:custGeom>
              <a:rect b="b" l="l" r="r" t="t"/>
              <a:pathLst>
                <a:path extrusionOk="0" h="3097" w="3097">
                  <a:moveTo>
                    <a:pt x="1406" y="310"/>
                  </a:moveTo>
                  <a:lnTo>
                    <a:pt x="1406" y="644"/>
                  </a:lnTo>
                  <a:cubicBezTo>
                    <a:pt x="1001" y="715"/>
                    <a:pt x="715" y="1001"/>
                    <a:pt x="644" y="1382"/>
                  </a:cubicBezTo>
                  <a:lnTo>
                    <a:pt x="334" y="1382"/>
                  </a:lnTo>
                  <a:cubicBezTo>
                    <a:pt x="382" y="834"/>
                    <a:pt x="834" y="382"/>
                    <a:pt x="1406" y="310"/>
                  </a:cubicBezTo>
                  <a:close/>
                  <a:moveTo>
                    <a:pt x="1548" y="977"/>
                  </a:moveTo>
                  <a:cubicBezTo>
                    <a:pt x="1834" y="977"/>
                    <a:pt x="2120" y="1215"/>
                    <a:pt x="2120" y="1525"/>
                  </a:cubicBezTo>
                  <a:cubicBezTo>
                    <a:pt x="2120" y="1835"/>
                    <a:pt x="1882" y="2096"/>
                    <a:pt x="1548" y="2096"/>
                  </a:cubicBezTo>
                  <a:cubicBezTo>
                    <a:pt x="1215" y="2096"/>
                    <a:pt x="977" y="1858"/>
                    <a:pt x="977" y="1525"/>
                  </a:cubicBezTo>
                  <a:cubicBezTo>
                    <a:pt x="977" y="1239"/>
                    <a:pt x="1239" y="977"/>
                    <a:pt x="1548" y="977"/>
                  </a:cubicBezTo>
                  <a:close/>
                  <a:moveTo>
                    <a:pt x="1691" y="358"/>
                  </a:moveTo>
                  <a:cubicBezTo>
                    <a:pt x="2311" y="406"/>
                    <a:pt x="2763" y="906"/>
                    <a:pt x="2763" y="1549"/>
                  </a:cubicBezTo>
                  <a:cubicBezTo>
                    <a:pt x="2763" y="2216"/>
                    <a:pt x="2215" y="2763"/>
                    <a:pt x="1548" y="2763"/>
                  </a:cubicBezTo>
                  <a:cubicBezTo>
                    <a:pt x="905" y="2763"/>
                    <a:pt x="405" y="2311"/>
                    <a:pt x="310" y="1715"/>
                  </a:cubicBezTo>
                  <a:lnTo>
                    <a:pt x="644" y="1715"/>
                  </a:lnTo>
                  <a:cubicBezTo>
                    <a:pt x="735" y="2129"/>
                    <a:pt x="1093" y="2431"/>
                    <a:pt x="1545" y="2431"/>
                  </a:cubicBezTo>
                  <a:cubicBezTo>
                    <a:pt x="1562" y="2431"/>
                    <a:pt x="1579" y="2431"/>
                    <a:pt x="1596" y="2430"/>
                  </a:cubicBezTo>
                  <a:cubicBezTo>
                    <a:pt x="2025" y="2406"/>
                    <a:pt x="2382" y="2049"/>
                    <a:pt x="2406" y="1620"/>
                  </a:cubicBezTo>
                  <a:cubicBezTo>
                    <a:pt x="2430" y="1144"/>
                    <a:pt x="2144" y="763"/>
                    <a:pt x="1691" y="668"/>
                  </a:cubicBezTo>
                  <a:lnTo>
                    <a:pt x="1691" y="358"/>
                  </a:lnTo>
                  <a:close/>
                  <a:moveTo>
                    <a:pt x="1548" y="1"/>
                  </a:moveTo>
                  <a:cubicBezTo>
                    <a:pt x="691" y="1"/>
                    <a:pt x="1" y="668"/>
                    <a:pt x="1" y="1549"/>
                  </a:cubicBezTo>
                  <a:cubicBezTo>
                    <a:pt x="1" y="2406"/>
                    <a:pt x="691" y="3097"/>
                    <a:pt x="1548" y="3097"/>
                  </a:cubicBezTo>
                  <a:cubicBezTo>
                    <a:pt x="2406" y="3097"/>
                    <a:pt x="3096" y="2406"/>
                    <a:pt x="3096" y="1549"/>
                  </a:cubicBezTo>
                  <a:cubicBezTo>
                    <a:pt x="3096" y="668"/>
                    <a:pt x="2406" y="1"/>
                    <a:pt x="1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5" name="Google Shape;20285;p95"/>
          <p:cNvGrpSpPr/>
          <p:nvPr/>
        </p:nvGrpSpPr>
        <p:grpSpPr>
          <a:xfrm>
            <a:off x="1748009" y="3455559"/>
            <a:ext cx="368257" cy="309878"/>
            <a:chOff x="1735358" y="3607959"/>
            <a:chExt cx="368257" cy="309878"/>
          </a:xfrm>
        </p:grpSpPr>
        <p:sp>
          <p:nvSpPr>
            <p:cNvPr id="20286" name="Google Shape;20286;p95"/>
            <p:cNvSpPr/>
            <p:nvPr/>
          </p:nvSpPr>
          <p:spPr>
            <a:xfrm>
              <a:off x="1740032" y="3612633"/>
              <a:ext cx="358124" cy="298960"/>
            </a:xfrm>
            <a:custGeom>
              <a:rect b="b" l="l" r="r" t="t"/>
              <a:pathLst>
                <a:path extrusionOk="0" h="9146" w="10956">
                  <a:moveTo>
                    <a:pt x="453" y="1"/>
                  </a:moveTo>
                  <a:cubicBezTo>
                    <a:pt x="215" y="1"/>
                    <a:pt x="1" y="215"/>
                    <a:pt x="1" y="453"/>
                  </a:cubicBezTo>
                  <a:lnTo>
                    <a:pt x="1" y="8979"/>
                  </a:lnTo>
                  <a:cubicBezTo>
                    <a:pt x="1" y="9050"/>
                    <a:pt x="96" y="9146"/>
                    <a:pt x="191" y="9146"/>
                  </a:cubicBezTo>
                  <a:lnTo>
                    <a:pt x="10789" y="9146"/>
                  </a:lnTo>
                  <a:cubicBezTo>
                    <a:pt x="10884" y="9146"/>
                    <a:pt x="10955" y="9050"/>
                    <a:pt x="10932" y="8979"/>
                  </a:cubicBezTo>
                  <a:lnTo>
                    <a:pt x="10932" y="453"/>
                  </a:lnTo>
                  <a:cubicBezTo>
                    <a:pt x="10932" y="215"/>
                    <a:pt x="10717" y="1"/>
                    <a:pt x="10479"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95"/>
            <p:cNvSpPr/>
            <p:nvPr/>
          </p:nvSpPr>
          <p:spPr>
            <a:xfrm>
              <a:off x="1740817" y="3612633"/>
              <a:ext cx="357340" cy="44422"/>
            </a:xfrm>
            <a:custGeom>
              <a:rect b="b" l="l" r="r" t="t"/>
              <a:pathLst>
                <a:path extrusionOk="0" h="1359" w="10932">
                  <a:moveTo>
                    <a:pt x="453" y="1"/>
                  </a:moveTo>
                  <a:cubicBezTo>
                    <a:pt x="215" y="1"/>
                    <a:pt x="1" y="215"/>
                    <a:pt x="1" y="453"/>
                  </a:cubicBezTo>
                  <a:lnTo>
                    <a:pt x="1" y="1358"/>
                  </a:lnTo>
                  <a:lnTo>
                    <a:pt x="10931" y="1358"/>
                  </a:lnTo>
                  <a:lnTo>
                    <a:pt x="10931" y="453"/>
                  </a:lnTo>
                  <a:cubicBezTo>
                    <a:pt x="10931" y="215"/>
                    <a:pt x="10741" y="1"/>
                    <a:pt x="1050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95"/>
            <p:cNvSpPr/>
            <p:nvPr/>
          </p:nvSpPr>
          <p:spPr>
            <a:xfrm>
              <a:off x="2062298" y="3614202"/>
              <a:ext cx="35858" cy="297391"/>
            </a:xfrm>
            <a:custGeom>
              <a:rect b="b" l="l" r="r" t="t"/>
              <a:pathLst>
                <a:path extrusionOk="0" h="9098" w="1097">
                  <a:moveTo>
                    <a:pt x="1" y="0"/>
                  </a:moveTo>
                  <a:cubicBezTo>
                    <a:pt x="239" y="0"/>
                    <a:pt x="453" y="191"/>
                    <a:pt x="453" y="429"/>
                  </a:cubicBezTo>
                  <a:lnTo>
                    <a:pt x="453" y="8931"/>
                  </a:lnTo>
                  <a:cubicBezTo>
                    <a:pt x="453" y="9002"/>
                    <a:pt x="358" y="9098"/>
                    <a:pt x="263" y="9098"/>
                  </a:cubicBezTo>
                  <a:lnTo>
                    <a:pt x="930" y="9098"/>
                  </a:lnTo>
                  <a:cubicBezTo>
                    <a:pt x="1025" y="9098"/>
                    <a:pt x="1096" y="9002"/>
                    <a:pt x="1096" y="8931"/>
                  </a:cubicBezTo>
                  <a:lnTo>
                    <a:pt x="1096" y="429"/>
                  </a:lnTo>
                  <a:cubicBezTo>
                    <a:pt x="1096" y="191"/>
                    <a:pt x="906" y="0"/>
                    <a:pt x="668"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95"/>
            <p:cNvSpPr/>
            <p:nvPr/>
          </p:nvSpPr>
          <p:spPr>
            <a:xfrm>
              <a:off x="2062298" y="3614202"/>
              <a:ext cx="35858" cy="43638"/>
            </a:xfrm>
            <a:custGeom>
              <a:rect b="b" l="l" r="r" t="t"/>
              <a:pathLst>
                <a:path extrusionOk="0" h="1335" w="1097">
                  <a:moveTo>
                    <a:pt x="1" y="0"/>
                  </a:moveTo>
                  <a:cubicBezTo>
                    <a:pt x="239" y="0"/>
                    <a:pt x="453" y="191"/>
                    <a:pt x="453" y="429"/>
                  </a:cubicBezTo>
                  <a:lnTo>
                    <a:pt x="453" y="1334"/>
                  </a:lnTo>
                  <a:lnTo>
                    <a:pt x="1096" y="1334"/>
                  </a:lnTo>
                  <a:lnTo>
                    <a:pt x="1096" y="429"/>
                  </a:lnTo>
                  <a:cubicBezTo>
                    <a:pt x="1096" y="191"/>
                    <a:pt x="906" y="0"/>
                    <a:pt x="66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95"/>
            <p:cNvSpPr/>
            <p:nvPr/>
          </p:nvSpPr>
          <p:spPr>
            <a:xfrm>
              <a:off x="1936974" y="3678825"/>
              <a:ext cx="127710" cy="56059"/>
            </a:xfrm>
            <a:custGeom>
              <a:rect b="b" l="l" r="r" t="t"/>
              <a:pathLst>
                <a:path extrusionOk="0" h="1715" w="3907">
                  <a:moveTo>
                    <a:pt x="120" y="0"/>
                  </a:moveTo>
                  <a:cubicBezTo>
                    <a:pt x="48" y="0"/>
                    <a:pt x="1" y="71"/>
                    <a:pt x="1" y="119"/>
                  </a:cubicBezTo>
                  <a:lnTo>
                    <a:pt x="1" y="1286"/>
                  </a:lnTo>
                  <a:cubicBezTo>
                    <a:pt x="1" y="1334"/>
                    <a:pt x="48" y="1405"/>
                    <a:pt x="120" y="1405"/>
                  </a:cubicBezTo>
                  <a:lnTo>
                    <a:pt x="2597" y="1405"/>
                  </a:lnTo>
                  <a:cubicBezTo>
                    <a:pt x="2620" y="1405"/>
                    <a:pt x="2644" y="1429"/>
                    <a:pt x="2668" y="1453"/>
                  </a:cubicBezTo>
                  <a:lnTo>
                    <a:pt x="2787" y="1643"/>
                  </a:lnTo>
                  <a:cubicBezTo>
                    <a:pt x="2823" y="1691"/>
                    <a:pt x="2864" y="1715"/>
                    <a:pt x="2903" y="1715"/>
                  </a:cubicBezTo>
                  <a:cubicBezTo>
                    <a:pt x="2942" y="1715"/>
                    <a:pt x="2978" y="1691"/>
                    <a:pt x="3001" y="1643"/>
                  </a:cubicBezTo>
                  <a:lnTo>
                    <a:pt x="3120" y="1453"/>
                  </a:lnTo>
                  <a:cubicBezTo>
                    <a:pt x="3120" y="1429"/>
                    <a:pt x="3192" y="1405"/>
                    <a:pt x="3216" y="1405"/>
                  </a:cubicBezTo>
                  <a:lnTo>
                    <a:pt x="3787" y="1405"/>
                  </a:lnTo>
                  <a:cubicBezTo>
                    <a:pt x="3835" y="1405"/>
                    <a:pt x="3906" y="1334"/>
                    <a:pt x="3906" y="1286"/>
                  </a:cubicBezTo>
                  <a:lnTo>
                    <a:pt x="3906" y="119"/>
                  </a:lnTo>
                  <a:cubicBezTo>
                    <a:pt x="3906" y="71"/>
                    <a:pt x="3835" y="0"/>
                    <a:pt x="3787"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95"/>
            <p:cNvSpPr/>
            <p:nvPr/>
          </p:nvSpPr>
          <p:spPr>
            <a:xfrm>
              <a:off x="1936974" y="3756654"/>
              <a:ext cx="127710" cy="56092"/>
            </a:xfrm>
            <a:custGeom>
              <a:rect b="b" l="l" r="r" t="t"/>
              <a:pathLst>
                <a:path extrusionOk="0" h="1716" w="3907">
                  <a:moveTo>
                    <a:pt x="120" y="0"/>
                  </a:moveTo>
                  <a:cubicBezTo>
                    <a:pt x="48" y="0"/>
                    <a:pt x="1" y="72"/>
                    <a:pt x="1" y="120"/>
                  </a:cubicBezTo>
                  <a:lnTo>
                    <a:pt x="1" y="1286"/>
                  </a:lnTo>
                  <a:cubicBezTo>
                    <a:pt x="1" y="1334"/>
                    <a:pt x="48" y="1406"/>
                    <a:pt x="120" y="1406"/>
                  </a:cubicBezTo>
                  <a:lnTo>
                    <a:pt x="2597" y="1406"/>
                  </a:lnTo>
                  <a:cubicBezTo>
                    <a:pt x="2620" y="1406"/>
                    <a:pt x="2644" y="1429"/>
                    <a:pt x="2668" y="1453"/>
                  </a:cubicBezTo>
                  <a:lnTo>
                    <a:pt x="2787" y="1644"/>
                  </a:lnTo>
                  <a:cubicBezTo>
                    <a:pt x="2823" y="1691"/>
                    <a:pt x="2864" y="1715"/>
                    <a:pt x="2903" y="1715"/>
                  </a:cubicBezTo>
                  <a:cubicBezTo>
                    <a:pt x="2942" y="1715"/>
                    <a:pt x="2978" y="1691"/>
                    <a:pt x="3001" y="1644"/>
                  </a:cubicBezTo>
                  <a:lnTo>
                    <a:pt x="3120" y="1453"/>
                  </a:lnTo>
                  <a:cubicBezTo>
                    <a:pt x="3120" y="1429"/>
                    <a:pt x="3192" y="1406"/>
                    <a:pt x="3216" y="1406"/>
                  </a:cubicBezTo>
                  <a:lnTo>
                    <a:pt x="3787" y="1406"/>
                  </a:lnTo>
                  <a:cubicBezTo>
                    <a:pt x="3835" y="1406"/>
                    <a:pt x="3906" y="1334"/>
                    <a:pt x="3906" y="1286"/>
                  </a:cubicBezTo>
                  <a:lnTo>
                    <a:pt x="3906" y="120"/>
                  </a:lnTo>
                  <a:cubicBezTo>
                    <a:pt x="3906" y="72"/>
                    <a:pt x="3835" y="0"/>
                    <a:pt x="3787"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95"/>
            <p:cNvSpPr/>
            <p:nvPr/>
          </p:nvSpPr>
          <p:spPr>
            <a:xfrm>
              <a:off x="1936974" y="3834483"/>
              <a:ext cx="127710" cy="56092"/>
            </a:xfrm>
            <a:custGeom>
              <a:rect b="b" l="l" r="r" t="t"/>
              <a:pathLst>
                <a:path extrusionOk="0" h="1716" w="3907">
                  <a:moveTo>
                    <a:pt x="120" y="1"/>
                  </a:moveTo>
                  <a:cubicBezTo>
                    <a:pt x="48" y="1"/>
                    <a:pt x="1" y="72"/>
                    <a:pt x="1" y="120"/>
                  </a:cubicBezTo>
                  <a:lnTo>
                    <a:pt x="1" y="1287"/>
                  </a:lnTo>
                  <a:cubicBezTo>
                    <a:pt x="1" y="1335"/>
                    <a:pt x="48" y="1406"/>
                    <a:pt x="120" y="1406"/>
                  </a:cubicBezTo>
                  <a:lnTo>
                    <a:pt x="2597" y="1406"/>
                  </a:lnTo>
                  <a:cubicBezTo>
                    <a:pt x="2620" y="1406"/>
                    <a:pt x="2644" y="1430"/>
                    <a:pt x="2668" y="1454"/>
                  </a:cubicBezTo>
                  <a:lnTo>
                    <a:pt x="2787" y="1644"/>
                  </a:lnTo>
                  <a:cubicBezTo>
                    <a:pt x="2823" y="1692"/>
                    <a:pt x="2864" y="1716"/>
                    <a:pt x="2903" y="1716"/>
                  </a:cubicBezTo>
                  <a:cubicBezTo>
                    <a:pt x="2942" y="1716"/>
                    <a:pt x="2978" y="1692"/>
                    <a:pt x="3001" y="1644"/>
                  </a:cubicBezTo>
                  <a:lnTo>
                    <a:pt x="3120" y="1454"/>
                  </a:lnTo>
                  <a:cubicBezTo>
                    <a:pt x="3120" y="1430"/>
                    <a:pt x="3192" y="1406"/>
                    <a:pt x="3216" y="1406"/>
                  </a:cubicBezTo>
                  <a:lnTo>
                    <a:pt x="3787" y="1406"/>
                  </a:lnTo>
                  <a:cubicBezTo>
                    <a:pt x="3835" y="1406"/>
                    <a:pt x="3906" y="1335"/>
                    <a:pt x="3906" y="1287"/>
                  </a:cubicBezTo>
                  <a:lnTo>
                    <a:pt x="3906" y="120"/>
                  </a:lnTo>
                  <a:cubicBezTo>
                    <a:pt x="3906" y="72"/>
                    <a:pt x="3835" y="1"/>
                    <a:pt x="378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95"/>
            <p:cNvSpPr/>
            <p:nvPr/>
          </p:nvSpPr>
          <p:spPr>
            <a:xfrm>
              <a:off x="2038959" y="3678825"/>
              <a:ext cx="25725" cy="46710"/>
            </a:xfrm>
            <a:custGeom>
              <a:rect b="b" l="l" r="r" t="t"/>
              <a:pathLst>
                <a:path extrusionOk="0" h="1429" w="787">
                  <a:moveTo>
                    <a:pt x="0" y="0"/>
                  </a:moveTo>
                  <a:cubicBezTo>
                    <a:pt x="0" y="0"/>
                    <a:pt x="120" y="71"/>
                    <a:pt x="120" y="119"/>
                  </a:cubicBezTo>
                  <a:lnTo>
                    <a:pt x="120" y="1286"/>
                  </a:lnTo>
                  <a:cubicBezTo>
                    <a:pt x="120" y="1310"/>
                    <a:pt x="96" y="1381"/>
                    <a:pt x="96" y="1381"/>
                  </a:cubicBezTo>
                  <a:lnTo>
                    <a:pt x="96" y="1429"/>
                  </a:lnTo>
                  <a:lnTo>
                    <a:pt x="667" y="1429"/>
                  </a:lnTo>
                  <a:cubicBezTo>
                    <a:pt x="715" y="1429"/>
                    <a:pt x="786" y="1381"/>
                    <a:pt x="786" y="1310"/>
                  </a:cubicBezTo>
                  <a:lnTo>
                    <a:pt x="786" y="167"/>
                  </a:lnTo>
                  <a:cubicBezTo>
                    <a:pt x="786" y="71"/>
                    <a:pt x="715" y="0"/>
                    <a:pt x="667"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95"/>
            <p:cNvSpPr/>
            <p:nvPr/>
          </p:nvSpPr>
          <p:spPr>
            <a:xfrm>
              <a:off x="2042065" y="3756654"/>
              <a:ext cx="22620" cy="48279"/>
            </a:xfrm>
            <a:custGeom>
              <a:rect b="b" l="l" r="r" t="t"/>
              <a:pathLst>
                <a:path extrusionOk="0" h="1477" w="692">
                  <a:moveTo>
                    <a:pt x="1" y="0"/>
                  </a:moveTo>
                  <a:lnTo>
                    <a:pt x="1" y="72"/>
                  </a:lnTo>
                  <a:cubicBezTo>
                    <a:pt x="1" y="96"/>
                    <a:pt x="25" y="120"/>
                    <a:pt x="25" y="167"/>
                  </a:cubicBezTo>
                  <a:lnTo>
                    <a:pt x="25" y="1310"/>
                  </a:lnTo>
                  <a:cubicBezTo>
                    <a:pt x="25" y="1358"/>
                    <a:pt x="1" y="1406"/>
                    <a:pt x="1" y="1406"/>
                  </a:cubicBezTo>
                  <a:lnTo>
                    <a:pt x="1" y="1477"/>
                  </a:lnTo>
                  <a:lnTo>
                    <a:pt x="572" y="1477"/>
                  </a:lnTo>
                  <a:cubicBezTo>
                    <a:pt x="620" y="1477"/>
                    <a:pt x="691" y="1406"/>
                    <a:pt x="691" y="1358"/>
                  </a:cubicBezTo>
                  <a:lnTo>
                    <a:pt x="691" y="191"/>
                  </a:lnTo>
                  <a:cubicBezTo>
                    <a:pt x="691" y="72"/>
                    <a:pt x="620" y="0"/>
                    <a:pt x="5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95"/>
            <p:cNvSpPr/>
            <p:nvPr/>
          </p:nvSpPr>
          <p:spPr>
            <a:xfrm>
              <a:off x="2042065" y="3834483"/>
              <a:ext cx="22620" cy="46743"/>
            </a:xfrm>
            <a:custGeom>
              <a:rect b="b" l="l" r="r" t="t"/>
              <a:pathLst>
                <a:path extrusionOk="0" h="1430" w="692">
                  <a:moveTo>
                    <a:pt x="1" y="1"/>
                  </a:moveTo>
                  <a:lnTo>
                    <a:pt x="1" y="72"/>
                  </a:lnTo>
                  <a:cubicBezTo>
                    <a:pt x="1" y="96"/>
                    <a:pt x="25" y="120"/>
                    <a:pt x="25" y="168"/>
                  </a:cubicBezTo>
                  <a:lnTo>
                    <a:pt x="25" y="1311"/>
                  </a:lnTo>
                  <a:cubicBezTo>
                    <a:pt x="25" y="1358"/>
                    <a:pt x="1" y="1406"/>
                    <a:pt x="1" y="1406"/>
                  </a:cubicBezTo>
                  <a:lnTo>
                    <a:pt x="1" y="1430"/>
                  </a:lnTo>
                  <a:lnTo>
                    <a:pt x="572" y="1430"/>
                  </a:lnTo>
                  <a:cubicBezTo>
                    <a:pt x="620" y="1430"/>
                    <a:pt x="691" y="1382"/>
                    <a:pt x="691" y="1311"/>
                  </a:cubicBezTo>
                  <a:lnTo>
                    <a:pt x="691" y="168"/>
                  </a:lnTo>
                  <a:cubicBezTo>
                    <a:pt x="691" y="72"/>
                    <a:pt x="620" y="1"/>
                    <a:pt x="572"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95"/>
            <p:cNvSpPr/>
            <p:nvPr/>
          </p:nvSpPr>
          <p:spPr>
            <a:xfrm>
              <a:off x="1765725" y="3856286"/>
              <a:ext cx="129246" cy="55307"/>
            </a:xfrm>
            <a:custGeom>
              <a:rect b="b" l="l" r="r" t="t"/>
              <a:pathLst>
                <a:path extrusionOk="0" h="1692" w="3954">
                  <a:moveTo>
                    <a:pt x="1453" y="1"/>
                  </a:moveTo>
                  <a:lnTo>
                    <a:pt x="1453" y="620"/>
                  </a:lnTo>
                  <a:cubicBezTo>
                    <a:pt x="1453" y="691"/>
                    <a:pt x="1429" y="739"/>
                    <a:pt x="1358" y="739"/>
                  </a:cubicBezTo>
                  <a:lnTo>
                    <a:pt x="405" y="1096"/>
                  </a:lnTo>
                  <a:cubicBezTo>
                    <a:pt x="263" y="1168"/>
                    <a:pt x="167" y="1239"/>
                    <a:pt x="120" y="1406"/>
                  </a:cubicBezTo>
                  <a:cubicBezTo>
                    <a:pt x="96" y="1477"/>
                    <a:pt x="24" y="1596"/>
                    <a:pt x="1" y="1692"/>
                  </a:cubicBezTo>
                  <a:lnTo>
                    <a:pt x="3954" y="1692"/>
                  </a:lnTo>
                  <a:cubicBezTo>
                    <a:pt x="3930" y="1572"/>
                    <a:pt x="3906" y="1477"/>
                    <a:pt x="3835" y="1406"/>
                  </a:cubicBezTo>
                  <a:cubicBezTo>
                    <a:pt x="3787" y="1287"/>
                    <a:pt x="3668" y="1168"/>
                    <a:pt x="3549" y="1096"/>
                  </a:cubicBezTo>
                  <a:lnTo>
                    <a:pt x="2596" y="739"/>
                  </a:lnTo>
                  <a:cubicBezTo>
                    <a:pt x="2525" y="715"/>
                    <a:pt x="2501" y="691"/>
                    <a:pt x="2501" y="620"/>
                  </a:cubicBezTo>
                  <a:lnTo>
                    <a:pt x="2501" y="1"/>
                  </a:ln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95"/>
            <p:cNvSpPr/>
            <p:nvPr/>
          </p:nvSpPr>
          <p:spPr>
            <a:xfrm>
              <a:off x="1831884" y="3871093"/>
              <a:ext cx="63087" cy="41284"/>
            </a:xfrm>
            <a:custGeom>
              <a:rect b="b" l="l" r="r" t="t"/>
              <a:pathLst>
                <a:path extrusionOk="0" h="1263" w="1930">
                  <a:moveTo>
                    <a:pt x="1" y="0"/>
                  </a:moveTo>
                  <a:lnTo>
                    <a:pt x="1" y="405"/>
                  </a:lnTo>
                  <a:cubicBezTo>
                    <a:pt x="1" y="476"/>
                    <a:pt x="25" y="524"/>
                    <a:pt x="96" y="524"/>
                  </a:cubicBezTo>
                  <a:lnTo>
                    <a:pt x="1049" y="881"/>
                  </a:lnTo>
                  <a:cubicBezTo>
                    <a:pt x="1192" y="953"/>
                    <a:pt x="1287" y="1024"/>
                    <a:pt x="1334" y="1191"/>
                  </a:cubicBezTo>
                  <a:cubicBezTo>
                    <a:pt x="1334" y="1215"/>
                    <a:pt x="1358" y="1239"/>
                    <a:pt x="1358" y="1262"/>
                  </a:cubicBezTo>
                  <a:lnTo>
                    <a:pt x="1930" y="1262"/>
                  </a:lnTo>
                  <a:cubicBezTo>
                    <a:pt x="1906" y="1119"/>
                    <a:pt x="1882" y="1024"/>
                    <a:pt x="1811" y="953"/>
                  </a:cubicBezTo>
                  <a:cubicBezTo>
                    <a:pt x="1763" y="834"/>
                    <a:pt x="1644" y="715"/>
                    <a:pt x="1525" y="643"/>
                  </a:cubicBezTo>
                  <a:lnTo>
                    <a:pt x="572" y="286"/>
                  </a:lnTo>
                  <a:cubicBezTo>
                    <a:pt x="501" y="262"/>
                    <a:pt x="477" y="238"/>
                    <a:pt x="477" y="167"/>
                  </a:cubicBezTo>
                  <a:lnTo>
                    <a:pt x="477" y="0"/>
                  </a:ln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95"/>
            <p:cNvSpPr/>
            <p:nvPr/>
          </p:nvSpPr>
          <p:spPr>
            <a:xfrm>
              <a:off x="1781284" y="3744985"/>
              <a:ext cx="101233" cy="101233"/>
            </a:xfrm>
            <a:custGeom>
              <a:rect b="b" l="l" r="r" t="t"/>
              <a:pathLst>
                <a:path extrusionOk="0" h="3097" w="3097">
                  <a:moveTo>
                    <a:pt x="1549" y="0"/>
                  </a:moveTo>
                  <a:cubicBezTo>
                    <a:pt x="691" y="0"/>
                    <a:pt x="1" y="691"/>
                    <a:pt x="1" y="1548"/>
                  </a:cubicBezTo>
                  <a:cubicBezTo>
                    <a:pt x="1" y="2406"/>
                    <a:pt x="691" y="3096"/>
                    <a:pt x="1549" y="3096"/>
                  </a:cubicBezTo>
                  <a:cubicBezTo>
                    <a:pt x="2406" y="3096"/>
                    <a:pt x="3097" y="2406"/>
                    <a:pt x="3097" y="1548"/>
                  </a:cubicBezTo>
                  <a:cubicBezTo>
                    <a:pt x="3097" y="691"/>
                    <a:pt x="2406" y="0"/>
                    <a:pt x="1549"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95"/>
            <p:cNvSpPr/>
            <p:nvPr/>
          </p:nvSpPr>
          <p:spPr>
            <a:xfrm>
              <a:off x="1781284" y="3777901"/>
              <a:ext cx="102018" cy="95349"/>
            </a:xfrm>
            <a:custGeom>
              <a:rect b="b" l="l" r="r" t="t"/>
              <a:pathLst>
                <a:path extrusionOk="0" h="2917" w="3121">
                  <a:moveTo>
                    <a:pt x="2230" y="0"/>
                  </a:moveTo>
                  <a:cubicBezTo>
                    <a:pt x="2086" y="0"/>
                    <a:pt x="1885" y="261"/>
                    <a:pt x="1739" y="303"/>
                  </a:cubicBezTo>
                  <a:cubicBezTo>
                    <a:pt x="1596" y="351"/>
                    <a:pt x="1549" y="351"/>
                    <a:pt x="1334" y="351"/>
                  </a:cubicBezTo>
                  <a:cubicBezTo>
                    <a:pt x="1166" y="309"/>
                    <a:pt x="998" y="25"/>
                    <a:pt x="846" y="25"/>
                  </a:cubicBezTo>
                  <a:cubicBezTo>
                    <a:pt x="826" y="25"/>
                    <a:pt x="806" y="30"/>
                    <a:pt x="787" y="41"/>
                  </a:cubicBezTo>
                  <a:cubicBezTo>
                    <a:pt x="739" y="65"/>
                    <a:pt x="715" y="136"/>
                    <a:pt x="668" y="184"/>
                  </a:cubicBezTo>
                  <a:cubicBezTo>
                    <a:pt x="525" y="541"/>
                    <a:pt x="1" y="2089"/>
                    <a:pt x="1025" y="2756"/>
                  </a:cubicBezTo>
                  <a:cubicBezTo>
                    <a:pt x="1180" y="2863"/>
                    <a:pt x="1358" y="2917"/>
                    <a:pt x="1537" y="2917"/>
                  </a:cubicBezTo>
                  <a:cubicBezTo>
                    <a:pt x="1716" y="2917"/>
                    <a:pt x="1894" y="2863"/>
                    <a:pt x="2049" y="2756"/>
                  </a:cubicBezTo>
                  <a:cubicBezTo>
                    <a:pt x="3121" y="2065"/>
                    <a:pt x="2549" y="541"/>
                    <a:pt x="2406" y="184"/>
                  </a:cubicBezTo>
                  <a:cubicBezTo>
                    <a:pt x="2406" y="113"/>
                    <a:pt x="2359" y="41"/>
                    <a:pt x="2287" y="17"/>
                  </a:cubicBezTo>
                  <a:cubicBezTo>
                    <a:pt x="2269" y="5"/>
                    <a:pt x="2250" y="0"/>
                    <a:pt x="2230"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95"/>
            <p:cNvSpPr/>
            <p:nvPr/>
          </p:nvSpPr>
          <p:spPr>
            <a:xfrm>
              <a:off x="1820999" y="3777770"/>
              <a:ext cx="62302" cy="93617"/>
            </a:xfrm>
            <a:custGeom>
              <a:rect b="b" l="l" r="r" t="t"/>
              <a:pathLst>
                <a:path extrusionOk="0" h="2864" w="1906">
                  <a:moveTo>
                    <a:pt x="1013" y="1"/>
                  </a:moveTo>
                  <a:cubicBezTo>
                    <a:pt x="890" y="1"/>
                    <a:pt x="717" y="202"/>
                    <a:pt x="596" y="283"/>
                  </a:cubicBezTo>
                  <a:cubicBezTo>
                    <a:pt x="786" y="783"/>
                    <a:pt x="1167" y="2117"/>
                    <a:pt x="191" y="2712"/>
                  </a:cubicBezTo>
                  <a:lnTo>
                    <a:pt x="0" y="2808"/>
                  </a:lnTo>
                  <a:cubicBezTo>
                    <a:pt x="101" y="2844"/>
                    <a:pt x="213" y="2863"/>
                    <a:pt x="325" y="2863"/>
                  </a:cubicBezTo>
                  <a:cubicBezTo>
                    <a:pt x="505" y="2863"/>
                    <a:pt x="688" y="2815"/>
                    <a:pt x="834" y="2712"/>
                  </a:cubicBezTo>
                  <a:cubicBezTo>
                    <a:pt x="1906" y="2045"/>
                    <a:pt x="1334" y="498"/>
                    <a:pt x="1191" y="164"/>
                  </a:cubicBezTo>
                  <a:cubicBezTo>
                    <a:pt x="1167" y="117"/>
                    <a:pt x="1144" y="45"/>
                    <a:pt x="1072" y="21"/>
                  </a:cubicBezTo>
                  <a:cubicBezTo>
                    <a:pt x="1054" y="7"/>
                    <a:pt x="1034" y="1"/>
                    <a:pt x="101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95"/>
            <p:cNvSpPr/>
            <p:nvPr/>
          </p:nvSpPr>
          <p:spPr>
            <a:xfrm>
              <a:off x="1740032" y="3680362"/>
              <a:ext cx="106692" cy="33505"/>
            </a:xfrm>
            <a:custGeom>
              <a:rect b="b" l="l" r="r" t="t"/>
              <a:pathLst>
                <a:path extrusionOk="0" h="1025" w="3264">
                  <a:moveTo>
                    <a:pt x="1" y="1"/>
                  </a:moveTo>
                  <a:lnTo>
                    <a:pt x="1" y="1025"/>
                  </a:lnTo>
                  <a:lnTo>
                    <a:pt x="2716" y="1025"/>
                  </a:lnTo>
                  <a:cubicBezTo>
                    <a:pt x="3025" y="1025"/>
                    <a:pt x="3263" y="787"/>
                    <a:pt x="3263" y="525"/>
                  </a:cubicBezTo>
                  <a:cubicBezTo>
                    <a:pt x="3263" y="239"/>
                    <a:pt x="3025" y="1"/>
                    <a:pt x="2716"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95"/>
            <p:cNvSpPr/>
            <p:nvPr/>
          </p:nvSpPr>
          <p:spPr>
            <a:xfrm>
              <a:off x="1809330" y="3678825"/>
              <a:ext cx="38931" cy="35041"/>
            </a:xfrm>
            <a:custGeom>
              <a:rect b="b" l="l" r="r" t="t"/>
              <a:pathLst>
                <a:path extrusionOk="0" h="1072" w="1191">
                  <a:moveTo>
                    <a:pt x="0" y="0"/>
                  </a:moveTo>
                  <a:cubicBezTo>
                    <a:pt x="310" y="0"/>
                    <a:pt x="548" y="238"/>
                    <a:pt x="548" y="548"/>
                  </a:cubicBezTo>
                  <a:cubicBezTo>
                    <a:pt x="548" y="834"/>
                    <a:pt x="310" y="1072"/>
                    <a:pt x="0" y="1072"/>
                  </a:cubicBezTo>
                  <a:lnTo>
                    <a:pt x="667" y="1072"/>
                  </a:lnTo>
                  <a:cubicBezTo>
                    <a:pt x="905" y="1072"/>
                    <a:pt x="1143" y="881"/>
                    <a:pt x="1167" y="572"/>
                  </a:cubicBezTo>
                  <a:cubicBezTo>
                    <a:pt x="1191" y="286"/>
                    <a:pt x="929" y="0"/>
                    <a:pt x="619" y="0"/>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95"/>
            <p:cNvSpPr/>
            <p:nvPr/>
          </p:nvSpPr>
          <p:spPr>
            <a:xfrm>
              <a:off x="2015621" y="3629761"/>
              <a:ext cx="11702" cy="11702"/>
            </a:xfrm>
            <a:custGeom>
              <a:rect b="b" l="l" r="r" t="t"/>
              <a:pathLst>
                <a:path extrusionOk="0" h="358" w="358">
                  <a:moveTo>
                    <a:pt x="167" y="1"/>
                  </a:moveTo>
                  <a:cubicBezTo>
                    <a:pt x="71" y="1"/>
                    <a:pt x="0" y="72"/>
                    <a:pt x="0" y="167"/>
                  </a:cubicBezTo>
                  <a:cubicBezTo>
                    <a:pt x="0" y="263"/>
                    <a:pt x="71" y="358"/>
                    <a:pt x="167" y="358"/>
                  </a:cubicBezTo>
                  <a:cubicBezTo>
                    <a:pt x="286" y="358"/>
                    <a:pt x="357" y="263"/>
                    <a:pt x="357" y="167"/>
                  </a:cubicBezTo>
                  <a:cubicBezTo>
                    <a:pt x="357" y="72"/>
                    <a:pt x="286"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95"/>
            <p:cNvSpPr/>
            <p:nvPr/>
          </p:nvSpPr>
          <p:spPr>
            <a:xfrm>
              <a:off x="2038175" y="3629761"/>
              <a:ext cx="11702" cy="11702"/>
            </a:xfrm>
            <a:custGeom>
              <a:rect b="b" l="l" r="r" t="t"/>
              <a:pathLst>
                <a:path extrusionOk="0" h="358" w="358">
                  <a:moveTo>
                    <a:pt x="167" y="1"/>
                  </a:moveTo>
                  <a:cubicBezTo>
                    <a:pt x="72" y="1"/>
                    <a:pt x="1" y="72"/>
                    <a:pt x="1" y="167"/>
                  </a:cubicBezTo>
                  <a:cubicBezTo>
                    <a:pt x="1" y="263"/>
                    <a:pt x="72" y="358"/>
                    <a:pt x="167" y="358"/>
                  </a:cubicBezTo>
                  <a:cubicBezTo>
                    <a:pt x="263" y="358"/>
                    <a:pt x="358" y="263"/>
                    <a:pt x="358" y="167"/>
                  </a:cubicBezTo>
                  <a:cubicBezTo>
                    <a:pt x="358" y="72"/>
                    <a:pt x="263"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95"/>
            <p:cNvSpPr/>
            <p:nvPr/>
          </p:nvSpPr>
          <p:spPr>
            <a:xfrm>
              <a:off x="2060762" y="3629761"/>
              <a:ext cx="11702" cy="11702"/>
            </a:xfrm>
            <a:custGeom>
              <a:rect b="b" l="l" r="r" t="t"/>
              <a:pathLst>
                <a:path extrusionOk="0" h="358" w="358">
                  <a:moveTo>
                    <a:pt x="167" y="1"/>
                  </a:moveTo>
                  <a:cubicBezTo>
                    <a:pt x="72" y="1"/>
                    <a:pt x="0" y="72"/>
                    <a:pt x="0" y="167"/>
                  </a:cubicBezTo>
                  <a:cubicBezTo>
                    <a:pt x="0" y="263"/>
                    <a:pt x="72" y="358"/>
                    <a:pt x="167" y="358"/>
                  </a:cubicBezTo>
                  <a:cubicBezTo>
                    <a:pt x="262" y="358"/>
                    <a:pt x="357" y="263"/>
                    <a:pt x="357" y="167"/>
                  </a:cubicBezTo>
                  <a:cubicBezTo>
                    <a:pt x="357" y="72"/>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95"/>
            <p:cNvSpPr/>
            <p:nvPr/>
          </p:nvSpPr>
          <p:spPr>
            <a:xfrm>
              <a:off x="1735358" y="3607959"/>
              <a:ext cx="368257" cy="309878"/>
            </a:xfrm>
            <a:custGeom>
              <a:rect b="b" l="l" r="r" t="t"/>
              <a:pathLst>
                <a:path extrusionOk="0" h="9480" w="11266">
                  <a:moveTo>
                    <a:pt x="2859" y="2359"/>
                  </a:moveTo>
                  <a:cubicBezTo>
                    <a:pt x="3073" y="2359"/>
                    <a:pt x="3240" y="2525"/>
                    <a:pt x="3240" y="2740"/>
                  </a:cubicBezTo>
                  <a:cubicBezTo>
                    <a:pt x="3216" y="2930"/>
                    <a:pt x="3073" y="3073"/>
                    <a:pt x="2882" y="3073"/>
                  </a:cubicBezTo>
                  <a:lnTo>
                    <a:pt x="358" y="3073"/>
                  </a:lnTo>
                  <a:lnTo>
                    <a:pt x="358" y="2359"/>
                  </a:lnTo>
                  <a:close/>
                  <a:moveTo>
                    <a:pt x="2954" y="4383"/>
                  </a:moveTo>
                  <a:cubicBezTo>
                    <a:pt x="3692" y="4383"/>
                    <a:pt x="4311" y="5002"/>
                    <a:pt x="4311" y="5740"/>
                  </a:cubicBezTo>
                  <a:cubicBezTo>
                    <a:pt x="4311" y="5931"/>
                    <a:pt x="4287" y="6097"/>
                    <a:pt x="4216" y="6264"/>
                  </a:cubicBezTo>
                  <a:cubicBezTo>
                    <a:pt x="4168" y="5812"/>
                    <a:pt x="4025" y="5431"/>
                    <a:pt x="3954" y="5264"/>
                  </a:cubicBezTo>
                  <a:cubicBezTo>
                    <a:pt x="3930" y="5169"/>
                    <a:pt x="3835" y="5097"/>
                    <a:pt x="3787" y="5073"/>
                  </a:cubicBezTo>
                  <a:cubicBezTo>
                    <a:pt x="3747" y="5043"/>
                    <a:pt x="3703" y="5030"/>
                    <a:pt x="3655" y="5030"/>
                  </a:cubicBezTo>
                  <a:cubicBezTo>
                    <a:pt x="3588" y="5030"/>
                    <a:pt x="3513" y="5056"/>
                    <a:pt x="3430" y="5097"/>
                  </a:cubicBezTo>
                  <a:cubicBezTo>
                    <a:pt x="3359" y="5121"/>
                    <a:pt x="3287" y="5192"/>
                    <a:pt x="3192" y="5264"/>
                  </a:cubicBezTo>
                  <a:cubicBezTo>
                    <a:pt x="3121" y="5335"/>
                    <a:pt x="3025" y="5359"/>
                    <a:pt x="2978" y="5359"/>
                  </a:cubicBezTo>
                  <a:cubicBezTo>
                    <a:pt x="2882" y="5359"/>
                    <a:pt x="2835" y="5335"/>
                    <a:pt x="2763" y="5264"/>
                  </a:cubicBezTo>
                  <a:cubicBezTo>
                    <a:pt x="2670" y="5208"/>
                    <a:pt x="2491" y="5022"/>
                    <a:pt x="2314" y="5022"/>
                  </a:cubicBezTo>
                  <a:cubicBezTo>
                    <a:pt x="2264" y="5022"/>
                    <a:pt x="2215" y="5037"/>
                    <a:pt x="2168" y="5073"/>
                  </a:cubicBezTo>
                  <a:cubicBezTo>
                    <a:pt x="2096" y="5121"/>
                    <a:pt x="2025" y="5192"/>
                    <a:pt x="2001" y="5264"/>
                  </a:cubicBezTo>
                  <a:cubicBezTo>
                    <a:pt x="1882" y="5454"/>
                    <a:pt x="1739" y="5812"/>
                    <a:pt x="1668" y="6264"/>
                  </a:cubicBezTo>
                  <a:cubicBezTo>
                    <a:pt x="1620" y="6097"/>
                    <a:pt x="1573" y="5931"/>
                    <a:pt x="1573" y="5740"/>
                  </a:cubicBezTo>
                  <a:cubicBezTo>
                    <a:pt x="1573" y="5002"/>
                    <a:pt x="2216" y="4383"/>
                    <a:pt x="2954" y="4383"/>
                  </a:cubicBezTo>
                  <a:close/>
                  <a:moveTo>
                    <a:pt x="3644" y="5383"/>
                  </a:moveTo>
                  <a:lnTo>
                    <a:pt x="3668" y="5431"/>
                  </a:lnTo>
                  <a:cubicBezTo>
                    <a:pt x="3716" y="5597"/>
                    <a:pt x="3906" y="6050"/>
                    <a:pt x="3930" y="6526"/>
                  </a:cubicBezTo>
                  <a:cubicBezTo>
                    <a:pt x="3954" y="7121"/>
                    <a:pt x="3787" y="7526"/>
                    <a:pt x="3359" y="7764"/>
                  </a:cubicBezTo>
                  <a:cubicBezTo>
                    <a:pt x="3228" y="7848"/>
                    <a:pt x="3091" y="7889"/>
                    <a:pt x="2951" y="7889"/>
                  </a:cubicBezTo>
                  <a:cubicBezTo>
                    <a:pt x="2811" y="7889"/>
                    <a:pt x="2668" y="7848"/>
                    <a:pt x="2525" y="7764"/>
                  </a:cubicBezTo>
                  <a:cubicBezTo>
                    <a:pt x="2144" y="7526"/>
                    <a:pt x="1977" y="7098"/>
                    <a:pt x="1977" y="6526"/>
                  </a:cubicBezTo>
                  <a:cubicBezTo>
                    <a:pt x="2001" y="6050"/>
                    <a:pt x="2144" y="5597"/>
                    <a:pt x="2239" y="5431"/>
                  </a:cubicBezTo>
                  <a:cubicBezTo>
                    <a:pt x="2239" y="5383"/>
                    <a:pt x="2263" y="5383"/>
                    <a:pt x="2263" y="5383"/>
                  </a:cubicBezTo>
                  <a:cubicBezTo>
                    <a:pt x="2287" y="5383"/>
                    <a:pt x="2382" y="5454"/>
                    <a:pt x="2501" y="5573"/>
                  </a:cubicBezTo>
                  <a:cubicBezTo>
                    <a:pt x="2620" y="5693"/>
                    <a:pt x="2763" y="5740"/>
                    <a:pt x="2954" y="5740"/>
                  </a:cubicBezTo>
                  <a:cubicBezTo>
                    <a:pt x="3097" y="5740"/>
                    <a:pt x="3287" y="5693"/>
                    <a:pt x="3406" y="5573"/>
                  </a:cubicBezTo>
                  <a:cubicBezTo>
                    <a:pt x="3549" y="5454"/>
                    <a:pt x="3597" y="5431"/>
                    <a:pt x="3644" y="5383"/>
                  </a:cubicBezTo>
                  <a:close/>
                  <a:moveTo>
                    <a:pt x="3311" y="8169"/>
                  </a:moveTo>
                  <a:cubicBezTo>
                    <a:pt x="3311" y="8288"/>
                    <a:pt x="3406" y="8407"/>
                    <a:pt x="3478" y="8431"/>
                  </a:cubicBezTo>
                  <a:lnTo>
                    <a:pt x="4430" y="8812"/>
                  </a:lnTo>
                  <a:cubicBezTo>
                    <a:pt x="4526" y="8836"/>
                    <a:pt x="4621" y="8931"/>
                    <a:pt x="4645" y="9027"/>
                  </a:cubicBezTo>
                  <a:cubicBezTo>
                    <a:pt x="4645" y="9050"/>
                    <a:pt x="4668" y="9074"/>
                    <a:pt x="4668" y="9122"/>
                  </a:cubicBezTo>
                  <a:lnTo>
                    <a:pt x="1215" y="9122"/>
                  </a:lnTo>
                  <a:cubicBezTo>
                    <a:pt x="1215" y="9074"/>
                    <a:pt x="1239" y="9050"/>
                    <a:pt x="1239" y="9027"/>
                  </a:cubicBezTo>
                  <a:cubicBezTo>
                    <a:pt x="1287" y="8931"/>
                    <a:pt x="1358" y="8836"/>
                    <a:pt x="1454" y="8812"/>
                  </a:cubicBezTo>
                  <a:lnTo>
                    <a:pt x="2406" y="8431"/>
                  </a:lnTo>
                  <a:cubicBezTo>
                    <a:pt x="2501" y="8431"/>
                    <a:pt x="2597" y="8312"/>
                    <a:pt x="2597" y="8193"/>
                  </a:cubicBezTo>
                  <a:cubicBezTo>
                    <a:pt x="2716" y="8217"/>
                    <a:pt x="2835" y="8217"/>
                    <a:pt x="2978" y="8217"/>
                  </a:cubicBezTo>
                  <a:cubicBezTo>
                    <a:pt x="3097" y="8217"/>
                    <a:pt x="3216" y="8193"/>
                    <a:pt x="3311" y="8169"/>
                  </a:cubicBezTo>
                  <a:close/>
                  <a:moveTo>
                    <a:pt x="10979" y="1668"/>
                  </a:moveTo>
                  <a:lnTo>
                    <a:pt x="10932" y="9146"/>
                  </a:lnTo>
                  <a:lnTo>
                    <a:pt x="5002" y="9146"/>
                  </a:lnTo>
                  <a:cubicBezTo>
                    <a:pt x="4978" y="9074"/>
                    <a:pt x="4954" y="9003"/>
                    <a:pt x="4907" y="8931"/>
                  </a:cubicBezTo>
                  <a:cubicBezTo>
                    <a:pt x="4859" y="8765"/>
                    <a:pt x="4716" y="8646"/>
                    <a:pt x="4526" y="8574"/>
                  </a:cubicBezTo>
                  <a:lnTo>
                    <a:pt x="3597" y="8217"/>
                  </a:lnTo>
                  <a:lnTo>
                    <a:pt x="3597" y="8074"/>
                  </a:lnTo>
                  <a:cubicBezTo>
                    <a:pt x="3954" y="7812"/>
                    <a:pt x="4168" y="7407"/>
                    <a:pt x="4216" y="6931"/>
                  </a:cubicBezTo>
                  <a:lnTo>
                    <a:pt x="4264" y="6907"/>
                  </a:lnTo>
                  <a:cubicBezTo>
                    <a:pt x="4502" y="6621"/>
                    <a:pt x="4645" y="6216"/>
                    <a:pt x="4645" y="5835"/>
                  </a:cubicBezTo>
                  <a:cubicBezTo>
                    <a:pt x="4645" y="4883"/>
                    <a:pt x="3883" y="4145"/>
                    <a:pt x="2954" y="4145"/>
                  </a:cubicBezTo>
                  <a:cubicBezTo>
                    <a:pt x="2001" y="4145"/>
                    <a:pt x="1263" y="4907"/>
                    <a:pt x="1263" y="5835"/>
                  </a:cubicBezTo>
                  <a:cubicBezTo>
                    <a:pt x="1263" y="6216"/>
                    <a:pt x="1406" y="6621"/>
                    <a:pt x="1644" y="6907"/>
                  </a:cubicBezTo>
                  <a:lnTo>
                    <a:pt x="1668" y="6931"/>
                  </a:lnTo>
                  <a:cubicBezTo>
                    <a:pt x="1739" y="7407"/>
                    <a:pt x="1906" y="7812"/>
                    <a:pt x="2263" y="8074"/>
                  </a:cubicBezTo>
                  <a:lnTo>
                    <a:pt x="2263" y="8241"/>
                  </a:lnTo>
                  <a:lnTo>
                    <a:pt x="1334" y="8598"/>
                  </a:lnTo>
                  <a:cubicBezTo>
                    <a:pt x="1168" y="8669"/>
                    <a:pt x="1025" y="8812"/>
                    <a:pt x="953" y="9003"/>
                  </a:cubicBezTo>
                  <a:cubicBezTo>
                    <a:pt x="930" y="9050"/>
                    <a:pt x="906" y="9146"/>
                    <a:pt x="858" y="9193"/>
                  </a:cubicBezTo>
                  <a:lnTo>
                    <a:pt x="358" y="9193"/>
                  </a:lnTo>
                  <a:lnTo>
                    <a:pt x="358" y="3478"/>
                  </a:lnTo>
                  <a:lnTo>
                    <a:pt x="2882" y="3478"/>
                  </a:lnTo>
                  <a:cubicBezTo>
                    <a:pt x="3287" y="3478"/>
                    <a:pt x="3573" y="3192"/>
                    <a:pt x="3597" y="2811"/>
                  </a:cubicBezTo>
                  <a:cubicBezTo>
                    <a:pt x="3597" y="2406"/>
                    <a:pt x="3311" y="2097"/>
                    <a:pt x="2930" y="2097"/>
                  </a:cubicBezTo>
                  <a:lnTo>
                    <a:pt x="382" y="2097"/>
                  </a:lnTo>
                  <a:lnTo>
                    <a:pt x="382" y="1668"/>
                  </a:lnTo>
                  <a:close/>
                  <a:moveTo>
                    <a:pt x="620" y="1"/>
                  </a:moveTo>
                  <a:cubicBezTo>
                    <a:pt x="310" y="1"/>
                    <a:pt x="1" y="263"/>
                    <a:pt x="1" y="620"/>
                  </a:cubicBezTo>
                  <a:lnTo>
                    <a:pt x="1" y="9146"/>
                  </a:lnTo>
                  <a:cubicBezTo>
                    <a:pt x="1" y="9312"/>
                    <a:pt x="144" y="9479"/>
                    <a:pt x="334" y="9479"/>
                  </a:cubicBezTo>
                  <a:lnTo>
                    <a:pt x="10932" y="9479"/>
                  </a:lnTo>
                  <a:cubicBezTo>
                    <a:pt x="11098" y="9479"/>
                    <a:pt x="11265" y="9312"/>
                    <a:pt x="11265" y="9146"/>
                  </a:cubicBezTo>
                  <a:lnTo>
                    <a:pt x="11265" y="620"/>
                  </a:lnTo>
                  <a:cubicBezTo>
                    <a:pt x="11265" y="263"/>
                    <a:pt x="10979" y="1"/>
                    <a:pt x="10670" y="1"/>
                  </a:cubicBezTo>
                  <a:lnTo>
                    <a:pt x="4383" y="1"/>
                  </a:lnTo>
                  <a:cubicBezTo>
                    <a:pt x="4287" y="1"/>
                    <a:pt x="4240" y="72"/>
                    <a:pt x="4192" y="144"/>
                  </a:cubicBezTo>
                  <a:cubicBezTo>
                    <a:pt x="4192" y="239"/>
                    <a:pt x="4264" y="334"/>
                    <a:pt x="4359" y="334"/>
                  </a:cubicBezTo>
                  <a:lnTo>
                    <a:pt x="10622" y="334"/>
                  </a:lnTo>
                  <a:cubicBezTo>
                    <a:pt x="10789" y="334"/>
                    <a:pt x="10932" y="453"/>
                    <a:pt x="10932" y="620"/>
                  </a:cubicBezTo>
                  <a:lnTo>
                    <a:pt x="10932" y="1335"/>
                  </a:lnTo>
                  <a:lnTo>
                    <a:pt x="334" y="1335"/>
                  </a:lnTo>
                  <a:lnTo>
                    <a:pt x="334" y="501"/>
                  </a:lnTo>
                  <a:cubicBezTo>
                    <a:pt x="334" y="406"/>
                    <a:pt x="429" y="334"/>
                    <a:pt x="501" y="334"/>
                  </a:cubicBezTo>
                  <a:lnTo>
                    <a:pt x="3764" y="334"/>
                  </a:lnTo>
                  <a:cubicBezTo>
                    <a:pt x="3787" y="334"/>
                    <a:pt x="3811" y="334"/>
                    <a:pt x="3835" y="287"/>
                  </a:cubicBezTo>
                  <a:cubicBezTo>
                    <a:pt x="3954" y="144"/>
                    <a:pt x="3883" y="1"/>
                    <a:pt x="3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95"/>
            <p:cNvSpPr/>
            <p:nvPr/>
          </p:nvSpPr>
          <p:spPr>
            <a:xfrm>
              <a:off x="1929979" y="3673367"/>
              <a:ext cx="139379" cy="66977"/>
            </a:xfrm>
            <a:custGeom>
              <a:rect b="b" l="l" r="r" t="t"/>
              <a:pathLst>
                <a:path extrusionOk="0" h="2049" w="4264">
                  <a:moveTo>
                    <a:pt x="3930" y="358"/>
                  </a:moveTo>
                  <a:lnTo>
                    <a:pt x="3930" y="1429"/>
                  </a:lnTo>
                  <a:lnTo>
                    <a:pt x="3430" y="1429"/>
                  </a:lnTo>
                  <a:cubicBezTo>
                    <a:pt x="3334" y="1429"/>
                    <a:pt x="3239" y="1477"/>
                    <a:pt x="3192" y="1572"/>
                  </a:cubicBezTo>
                  <a:lnTo>
                    <a:pt x="3120" y="1691"/>
                  </a:lnTo>
                  <a:lnTo>
                    <a:pt x="3073" y="1572"/>
                  </a:lnTo>
                  <a:cubicBezTo>
                    <a:pt x="3001" y="1477"/>
                    <a:pt x="2930" y="1429"/>
                    <a:pt x="2834" y="1429"/>
                  </a:cubicBezTo>
                  <a:lnTo>
                    <a:pt x="358" y="1429"/>
                  </a:lnTo>
                  <a:lnTo>
                    <a:pt x="358" y="358"/>
                  </a:lnTo>
                  <a:close/>
                  <a:moveTo>
                    <a:pt x="310" y="0"/>
                  </a:moveTo>
                  <a:cubicBezTo>
                    <a:pt x="143" y="0"/>
                    <a:pt x="0" y="119"/>
                    <a:pt x="0" y="286"/>
                  </a:cubicBezTo>
                  <a:lnTo>
                    <a:pt x="0" y="1453"/>
                  </a:lnTo>
                  <a:cubicBezTo>
                    <a:pt x="0" y="1596"/>
                    <a:pt x="120" y="1763"/>
                    <a:pt x="310" y="1763"/>
                  </a:cubicBezTo>
                  <a:lnTo>
                    <a:pt x="2739" y="1763"/>
                  </a:lnTo>
                  <a:lnTo>
                    <a:pt x="2834" y="1905"/>
                  </a:lnTo>
                  <a:cubicBezTo>
                    <a:pt x="2882" y="2001"/>
                    <a:pt x="2953" y="2025"/>
                    <a:pt x="3025" y="2048"/>
                  </a:cubicBezTo>
                  <a:cubicBezTo>
                    <a:pt x="3144" y="2048"/>
                    <a:pt x="3239" y="2025"/>
                    <a:pt x="3311" y="1929"/>
                  </a:cubicBezTo>
                  <a:lnTo>
                    <a:pt x="3406" y="1786"/>
                  </a:lnTo>
                  <a:lnTo>
                    <a:pt x="3930" y="1786"/>
                  </a:lnTo>
                  <a:cubicBezTo>
                    <a:pt x="4073" y="1786"/>
                    <a:pt x="4239" y="1667"/>
                    <a:pt x="4239" y="1477"/>
                  </a:cubicBezTo>
                  <a:lnTo>
                    <a:pt x="4239" y="334"/>
                  </a:lnTo>
                  <a:cubicBezTo>
                    <a:pt x="4263" y="143"/>
                    <a:pt x="4144" y="0"/>
                    <a:pt x="3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95"/>
            <p:cNvSpPr/>
            <p:nvPr/>
          </p:nvSpPr>
          <p:spPr>
            <a:xfrm>
              <a:off x="1965772" y="3696705"/>
              <a:ext cx="68546" cy="10950"/>
            </a:xfrm>
            <a:custGeom>
              <a:rect b="b" l="l" r="r" t="t"/>
              <a:pathLst>
                <a:path extrusionOk="0" h="335" w="2097">
                  <a:moveTo>
                    <a:pt x="215" y="1"/>
                  </a:moveTo>
                  <a:cubicBezTo>
                    <a:pt x="120" y="1"/>
                    <a:pt x="72" y="48"/>
                    <a:pt x="49" y="144"/>
                  </a:cubicBezTo>
                  <a:cubicBezTo>
                    <a:pt x="1" y="239"/>
                    <a:pt x="72" y="334"/>
                    <a:pt x="191" y="334"/>
                  </a:cubicBezTo>
                  <a:lnTo>
                    <a:pt x="1906" y="334"/>
                  </a:lnTo>
                  <a:cubicBezTo>
                    <a:pt x="2001" y="334"/>
                    <a:pt x="2073" y="263"/>
                    <a:pt x="2097" y="167"/>
                  </a:cubicBezTo>
                  <a:cubicBezTo>
                    <a:pt x="2097" y="96"/>
                    <a:pt x="2025" y="1"/>
                    <a:pt x="1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95"/>
            <p:cNvSpPr/>
            <p:nvPr/>
          </p:nvSpPr>
          <p:spPr>
            <a:xfrm>
              <a:off x="1929979" y="3751980"/>
              <a:ext cx="139379" cy="66977"/>
            </a:xfrm>
            <a:custGeom>
              <a:rect b="b" l="l" r="r" t="t"/>
              <a:pathLst>
                <a:path extrusionOk="0" h="2049" w="4264">
                  <a:moveTo>
                    <a:pt x="3930" y="334"/>
                  </a:moveTo>
                  <a:lnTo>
                    <a:pt x="3930" y="1406"/>
                  </a:lnTo>
                  <a:lnTo>
                    <a:pt x="3430" y="1406"/>
                  </a:lnTo>
                  <a:cubicBezTo>
                    <a:pt x="3334" y="1406"/>
                    <a:pt x="3239" y="1453"/>
                    <a:pt x="3192" y="1549"/>
                  </a:cubicBezTo>
                  <a:lnTo>
                    <a:pt x="3120" y="1668"/>
                  </a:lnTo>
                  <a:lnTo>
                    <a:pt x="3073" y="1549"/>
                  </a:lnTo>
                  <a:cubicBezTo>
                    <a:pt x="3001" y="1453"/>
                    <a:pt x="2930" y="1406"/>
                    <a:pt x="2834" y="1406"/>
                  </a:cubicBezTo>
                  <a:lnTo>
                    <a:pt x="358" y="1406"/>
                  </a:lnTo>
                  <a:lnTo>
                    <a:pt x="358" y="334"/>
                  </a:lnTo>
                  <a:close/>
                  <a:moveTo>
                    <a:pt x="310" y="1"/>
                  </a:moveTo>
                  <a:cubicBezTo>
                    <a:pt x="143" y="1"/>
                    <a:pt x="0" y="120"/>
                    <a:pt x="0" y="310"/>
                  </a:cubicBezTo>
                  <a:lnTo>
                    <a:pt x="0" y="1453"/>
                  </a:lnTo>
                  <a:cubicBezTo>
                    <a:pt x="0" y="1620"/>
                    <a:pt x="120" y="1763"/>
                    <a:pt x="310" y="1763"/>
                  </a:cubicBezTo>
                  <a:lnTo>
                    <a:pt x="2739" y="1763"/>
                  </a:lnTo>
                  <a:lnTo>
                    <a:pt x="2834" y="1906"/>
                  </a:lnTo>
                  <a:cubicBezTo>
                    <a:pt x="2882" y="2001"/>
                    <a:pt x="2953" y="2025"/>
                    <a:pt x="3025" y="2049"/>
                  </a:cubicBezTo>
                  <a:cubicBezTo>
                    <a:pt x="3144" y="2049"/>
                    <a:pt x="3239" y="2025"/>
                    <a:pt x="3311" y="1930"/>
                  </a:cubicBezTo>
                  <a:lnTo>
                    <a:pt x="3406" y="1787"/>
                  </a:lnTo>
                  <a:lnTo>
                    <a:pt x="3930" y="1787"/>
                  </a:lnTo>
                  <a:cubicBezTo>
                    <a:pt x="4073" y="1787"/>
                    <a:pt x="4239" y="1668"/>
                    <a:pt x="4239" y="1501"/>
                  </a:cubicBezTo>
                  <a:lnTo>
                    <a:pt x="4239" y="334"/>
                  </a:lnTo>
                  <a:cubicBezTo>
                    <a:pt x="4263" y="120"/>
                    <a:pt x="4144" y="1"/>
                    <a:pt x="3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95"/>
            <p:cNvSpPr/>
            <p:nvPr/>
          </p:nvSpPr>
          <p:spPr>
            <a:xfrm>
              <a:off x="1965772" y="3774567"/>
              <a:ext cx="68546" cy="10918"/>
            </a:xfrm>
            <a:custGeom>
              <a:rect b="b" l="l" r="r" t="t"/>
              <a:pathLst>
                <a:path extrusionOk="0" h="334" w="2097">
                  <a:moveTo>
                    <a:pt x="215" y="0"/>
                  </a:moveTo>
                  <a:cubicBezTo>
                    <a:pt x="120" y="0"/>
                    <a:pt x="72" y="48"/>
                    <a:pt x="49" y="143"/>
                  </a:cubicBezTo>
                  <a:cubicBezTo>
                    <a:pt x="1" y="238"/>
                    <a:pt x="72" y="334"/>
                    <a:pt x="191" y="334"/>
                  </a:cubicBezTo>
                  <a:lnTo>
                    <a:pt x="1906" y="334"/>
                  </a:lnTo>
                  <a:cubicBezTo>
                    <a:pt x="2001" y="334"/>
                    <a:pt x="2073" y="262"/>
                    <a:pt x="2097" y="167"/>
                  </a:cubicBezTo>
                  <a:cubicBezTo>
                    <a:pt x="2097" y="95"/>
                    <a:pt x="2025" y="0"/>
                    <a:pt x="1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95"/>
            <p:cNvSpPr/>
            <p:nvPr/>
          </p:nvSpPr>
          <p:spPr>
            <a:xfrm>
              <a:off x="1930764" y="3829842"/>
              <a:ext cx="138595" cy="66977"/>
            </a:xfrm>
            <a:custGeom>
              <a:rect b="b" l="l" r="r" t="t"/>
              <a:pathLst>
                <a:path extrusionOk="0" h="2049" w="4240">
                  <a:moveTo>
                    <a:pt x="310" y="0"/>
                  </a:moveTo>
                  <a:cubicBezTo>
                    <a:pt x="167" y="0"/>
                    <a:pt x="0" y="119"/>
                    <a:pt x="0" y="310"/>
                  </a:cubicBezTo>
                  <a:lnTo>
                    <a:pt x="0" y="1453"/>
                  </a:lnTo>
                  <a:cubicBezTo>
                    <a:pt x="0" y="1619"/>
                    <a:pt x="119" y="1762"/>
                    <a:pt x="310" y="1762"/>
                  </a:cubicBezTo>
                  <a:lnTo>
                    <a:pt x="2739" y="1762"/>
                  </a:lnTo>
                  <a:lnTo>
                    <a:pt x="2834" y="1905"/>
                  </a:lnTo>
                  <a:cubicBezTo>
                    <a:pt x="2906" y="2000"/>
                    <a:pt x="2953" y="2024"/>
                    <a:pt x="3049" y="2048"/>
                  </a:cubicBezTo>
                  <a:cubicBezTo>
                    <a:pt x="3168" y="2048"/>
                    <a:pt x="3263" y="2024"/>
                    <a:pt x="3310" y="1929"/>
                  </a:cubicBezTo>
                  <a:lnTo>
                    <a:pt x="3406" y="1786"/>
                  </a:lnTo>
                  <a:lnTo>
                    <a:pt x="3930" y="1786"/>
                  </a:lnTo>
                  <a:cubicBezTo>
                    <a:pt x="4096" y="1786"/>
                    <a:pt x="4239" y="1667"/>
                    <a:pt x="4239" y="1500"/>
                  </a:cubicBezTo>
                  <a:lnTo>
                    <a:pt x="4239" y="333"/>
                  </a:lnTo>
                  <a:cubicBezTo>
                    <a:pt x="4239" y="119"/>
                    <a:pt x="4120" y="0"/>
                    <a:pt x="3930" y="0"/>
                  </a:cubicBezTo>
                  <a:lnTo>
                    <a:pt x="2453" y="0"/>
                  </a:lnTo>
                  <a:cubicBezTo>
                    <a:pt x="2358" y="0"/>
                    <a:pt x="2310" y="71"/>
                    <a:pt x="2263" y="143"/>
                  </a:cubicBezTo>
                  <a:cubicBezTo>
                    <a:pt x="2263" y="238"/>
                    <a:pt x="2334" y="333"/>
                    <a:pt x="2429" y="333"/>
                  </a:cubicBezTo>
                  <a:lnTo>
                    <a:pt x="3858" y="333"/>
                  </a:lnTo>
                  <a:lnTo>
                    <a:pt x="3858" y="1405"/>
                  </a:lnTo>
                  <a:lnTo>
                    <a:pt x="3334" y="1405"/>
                  </a:lnTo>
                  <a:cubicBezTo>
                    <a:pt x="3263" y="1405"/>
                    <a:pt x="3168" y="1453"/>
                    <a:pt x="3096" y="1548"/>
                  </a:cubicBezTo>
                  <a:lnTo>
                    <a:pt x="3049" y="1667"/>
                  </a:lnTo>
                  <a:lnTo>
                    <a:pt x="2977" y="1548"/>
                  </a:lnTo>
                  <a:cubicBezTo>
                    <a:pt x="2929" y="1453"/>
                    <a:pt x="2834" y="1405"/>
                    <a:pt x="2739" y="1405"/>
                  </a:cubicBezTo>
                  <a:lnTo>
                    <a:pt x="334" y="1405"/>
                  </a:lnTo>
                  <a:lnTo>
                    <a:pt x="334" y="333"/>
                  </a:lnTo>
                  <a:lnTo>
                    <a:pt x="1786" y="333"/>
                  </a:lnTo>
                  <a:cubicBezTo>
                    <a:pt x="1882" y="333"/>
                    <a:pt x="1953" y="262"/>
                    <a:pt x="1977" y="191"/>
                  </a:cubicBezTo>
                  <a:cubicBezTo>
                    <a:pt x="1977" y="95"/>
                    <a:pt x="1905" y="0"/>
                    <a:pt x="1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95"/>
            <p:cNvSpPr/>
            <p:nvPr/>
          </p:nvSpPr>
          <p:spPr>
            <a:xfrm>
              <a:off x="1965772" y="3852396"/>
              <a:ext cx="68546" cy="10950"/>
            </a:xfrm>
            <a:custGeom>
              <a:rect b="b" l="l" r="r" t="t"/>
              <a:pathLst>
                <a:path extrusionOk="0" h="335" w="2097">
                  <a:moveTo>
                    <a:pt x="191" y="1"/>
                  </a:moveTo>
                  <a:cubicBezTo>
                    <a:pt x="96" y="1"/>
                    <a:pt x="1" y="96"/>
                    <a:pt x="49" y="167"/>
                  </a:cubicBezTo>
                  <a:cubicBezTo>
                    <a:pt x="49" y="263"/>
                    <a:pt x="96" y="334"/>
                    <a:pt x="191" y="334"/>
                  </a:cubicBezTo>
                  <a:lnTo>
                    <a:pt x="1906" y="334"/>
                  </a:lnTo>
                  <a:cubicBezTo>
                    <a:pt x="2001" y="334"/>
                    <a:pt x="2073" y="263"/>
                    <a:pt x="2097" y="167"/>
                  </a:cubicBezTo>
                  <a:cubicBezTo>
                    <a:pt x="2097" y="96"/>
                    <a:pt x="2025" y="1"/>
                    <a:pt x="1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3" name="Google Shape;20313;p95"/>
          <p:cNvGrpSpPr/>
          <p:nvPr/>
        </p:nvGrpSpPr>
        <p:grpSpPr>
          <a:xfrm>
            <a:off x="996928" y="3438692"/>
            <a:ext cx="379927" cy="343840"/>
            <a:chOff x="979492" y="3591092"/>
            <a:chExt cx="379927" cy="343840"/>
          </a:xfrm>
        </p:grpSpPr>
        <p:sp>
          <p:nvSpPr>
            <p:cNvPr id="20314" name="Google Shape;20314;p95"/>
            <p:cNvSpPr/>
            <p:nvPr/>
          </p:nvSpPr>
          <p:spPr>
            <a:xfrm>
              <a:off x="986520" y="3903781"/>
              <a:ext cx="358092" cy="25725"/>
            </a:xfrm>
            <a:custGeom>
              <a:rect b="b" l="l" r="r" t="t"/>
              <a:pathLst>
                <a:path extrusionOk="0" h="787" w="10955">
                  <a:moveTo>
                    <a:pt x="143" y="0"/>
                  </a:moveTo>
                  <a:cubicBezTo>
                    <a:pt x="48" y="0"/>
                    <a:pt x="0" y="48"/>
                    <a:pt x="0" y="143"/>
                  </a:cubicBezTo>
                  <a:lnTo>
                    <a:pt x="0" y="453"/>
                  </a:lnTo>
                  <a:cubicBezTo>
                    <a:pt x="0" y="620"/>
                    <a:pt x="143" y="786"/>
                    <a:pt x="310" y="786"/>
                  </a:cubicBezTo>
                  <a:lnTo>
                    <a:pt x="10598" y="786"/>
                  </a:lnTo>
                  <a:cubicBezTo>
                    <a:pt x="10764" y="786"/>
                    <a:pt x="10907" y="620"/>
                    <a:pt x="10955" y="453"/>
                  </a:cubicBezTo>
                  <a:lnTo>
                    <a:pt x="10955" y="143"/>
                  </a:lnTo>
                  <a:cubicBezTo>
                    <a:pt x="10955" y="48"/>
                    <a:pt x="10884" y="0"/>
                    <a:pt x="1078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95"/>
            <p:cNvSpPr/>
            <p:nvPr/>
          </p:nvSpPr>
          <p:spPr>
            <a:xfrm>
              <a:off x="1007538" y="3702164"/>
              <a:ext cx="312166" cy="203970"/>
            </a:xfrm>
            <a:custGeom>
              <a:rect b="b" l="l" r="r" t="t"/>
              <a:pathLst>
                <a:path extrusionOk="0" h="6240" w="9550">
                  <a:moveTo>
                    <a:pt x="429" y="0"/>
                  </a:moveTo>
                  <a:cubicBezTo>
                    <a:pt x="215" y="0"/>
                    <a:pt x="0" y="191"/>
                    <a:pt x="0" y="429"/>
                  </a:cubicBezTo>
                  <a:lnTo>
                    <a:pt x="0" y="6240"/>
                  </a:lnTo>
                  <a:lnTo>
                    <a:pt x="9550" y="6240"/>
                  </a:lnTo>
                  <a:lnTo>
                    <a:pt x="9550" y="429"/>
                  </a:lnTo>
                  <a:cubicBezTo>
                    <a:pt x="9550" y="191"/>
                    <a:pt x="9383" y="0"/>
                    <a:pt x="916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95"/>
            <p:cNvSpPr/>
            <p:nvPr/>
          </p:nvSpPr>
          <p:spPr>
            <a:xfrm>
              <a:off x="1031661" y="3725503"/>
              <a:ext cx="265488" cy="179095"/>
            </a:xfrm>
            <a:custGeom>
              <a:rect b="b" l="l" r="r" t="t"/>
              <a:pathLst>
                <a:path extrusionOk="0" h="5479" w="8122">
                  <a:moveTo>
                    <a:pt x="191" y="1"/>
                  </a:moveTo>
                  <a:cubicBezTo>
                    <a:pt x="96" y="1"/>
                    <a:pt x="1" y="96"/>
                    <a:pt x="1" y="191"/>
                  </a:cubicBezTo>
                  <a:lnTo>
                    <a:pt x="1" y="5478"/>
                  </a:lnTo>
                  <a:lnTo>
                    <a:pt x="8121" y="5478"/>
                  </a:lnTo>
                  <a:lnTo>
                    <a:pt x="8121" y="191"/>
                  </a:lnTo>
                  <a:cubicBezTo>
                    <a:pt x="8121" y="96"/>
                    <a:pt x="8050" y="1"/>
                    <a:pt x="7955" y="1"/>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95"/>
            <p:cNvSpPr/>
            <p:nvPr/>
          </p:nvSpPr>
          <p:spPr>
            <a:xfrm>
              <a:off x="1270640" y="3724751"/>
              <a:ext cx="27294" cy="179062"/>
            </a:xfrm>
            <a:custGeom>
              <a:rect b="b" l="l" r="r" t="t"/>
              <a:pathLst>
                <a:path extrusionOk="0" h="5478" w="835">
                  <a:moveTo>
                    <a:pt x="1" y="0"/>
                  </a:moveTo>
                  <a:cubicBezTo>
                    <a:pt x="72" y="0"/>
                    <a:pt x="167" y="95"/>
                    <a:pt x="167" y="191"/>
                  </a:cubicBezTo>
                  <a:lnTo>
                    <a:pt x="167" y="5477"/>
                  </a:lnTo>
                  <a:lnTo>
                    <a:pt x="810" y="5477"/>
                  </a:lnTo>
                  <a:lnTo>
                    <a:pt x="810" y="191"/>
                  </a:lnTo>
                  <a:cubicBezTo>
                    <a:pt x="834" y="95"/>
                    <a:pt x="739" y="0"/>
                    <a:pt x="644" y="0"/>
                  </a:cubicBez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95"/>
            <p:cNvSpPr/>
            <p:nvPr/>
          </p:nvSpPr>
          <p:spPr>
            <a:xfrm>
              <a:off x="1311107" y="3904565"/>
              <a:ext cx="31968" cy="25725"/>
            </a:xfrm>
            <a:custGeom>
              <a:rect b="b" l="l" r="r" t="t"/>
              <a:pathLst>
                <a:path extrusionOk="0" h="787" w="978">
                  <a:moveTo>
                    <a:pt x="191" y="0"/>
                  </a:moveTo>
                  <a:cubicBezTo>
                    <a:pt x="263" y="0"/>
                    <a:pt x="334" y="72"/>
                    <a:pt x="334" y="167"/>
                  </a:cubicBezTo>
                  <a:lnTo>
                    <a:pt x="334" y="453"/>
                  </a:lnTo>
                  <a:cubicBezTo>
                    <a:pt x="334" y="643"/>
                    <a:pt x="191" y="786"/>
                    <a:pt x="1" y="786"/>
                  </a:cubicBezTo>
                  <a:lnTo>
                    <a:pt x="668" y="786"/>
                  </a:lnTo>
                  <a:cubicBezTo>
                    <a:pt x="834" y="786"/>
                    <a:pt x="977" y="643"/>
                    <a:pt x="977" y="453"/>
                  </a:cubicBezTo>
                  <a:lnTo>
                    <a:pt x="977" y="167"/>
                  </a:lnTo>
                  <a:cubicBezTo>
                    <a:pt x="977" y="72"/>
                    <a:pt x="930" y="0"/>
                    <a:pt x="83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95"/>
            <p:cNvSpPr/>
            <p:nvPr/>
          </p:nvSpPr>
          <p:spPr>
            <a:xfrm>
              <a:off x="1286199" y="3702164"/>
              <a:ext cx="35074" cy="202434"/>
            </a:xfrm>
            <a:custGeom>
              <a:rect b="b" l="l" r="r" t="t"/>
              <a:pathLst>
                <a:path extrusionOk="0" h="6193" w="1073">
                  <a:moveTo>
                    <a:pt x="1" y="0"/>
                  </a:moveTo>
                  <a:cubicBezTo>
                    <a:pt x="191" y="0"/>
                    <a:pt x="406" y="191"/>
                    <a:pt x="406" y="405"/>
                  </a:cubicBezTo>
                  <a:lnTo>
                    <a:pt x="406" y="6192"/>
                  </a:lnTo>
                  <a:lnTo>
                    <a:pt x="1073" y="6192"/>
                  </a:lnTo>
                  <a:lnTo>
                    <a:pt x="1073" y="405"/>
                  </a:lnTo>
                  <a:cubicBezTo>
                    <a:pt x="1025" y="191"/>
                    <a:pt x="858" y="0"/>
                    <a:pt x="64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95"/>
            <p:cNvSpPr/>
            <p:nvPr/>
          </p:nvSpPr>
          <p:spPr>
            <a:xfrm>
              <a:off x="1132862" y="3904565"/>
              <a:ext cx="63871" cy="24941"/>
            </a:xfrm>
            <a:custGeom>
              <a:rect b="b" l="l" r="r" t="t"/>
              <a:pathLst>
                <a:path extrusionOk="0" h="763" w="1954">
                  <a:moveTo>
                    <a:pt x="0" y="0"/>
                  </a:moveTo>
                  <a:lnTo>
                    <a:pt x="0" y="762"/>
                  </a:lnTo>
                  <a:lnTo>
                    <a:pt x="1953" y="762"/>
                  </a:lnTo>
                  <a:lnTo>
                    <a:pt x="1953"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95"/>
            <p:cNvSpPr/>
            <p:nvPr/>
          </p:nvSpPr>
          <p:spPr>
            <a:xfrm>
              <a:off x="1174898" y="3904565"/>
              <a:ext cx="21051" cy="24941"/>
            </a:xfrm>
            <a:custGeom>
              <a:rect b="b" l="l" r="r" t="t"/>
              <a:pathLst>
                <a:path extrusionOk="0" h="763" w="644">
                  <a:moveTo>
                    <a:pt x="0" y="0"/>
                  </a:moveTo>
                  <a:lnTo>
                    <a:pt x="0" y="762"/>
                  </a:lnTo>
                  <a:lnTo>
                    <a:pt x="643" y="762"/>
                  </a:lnTo>
                  <a:lnTo>
                    <a:pt x="643"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95"/>
            <p:cNvSpPr/>
            <p:nvPr/>
          </p:nvSpPr>
          <p:spPr>
            <a:xfrm>
              <a:off x="1089257" y="3595570"/>
              <a:ext cx="269378" cy="248294"/>
            </a:xfrm>
            <a:custGeom>
              <a:rect b="b" l="l" r="r" t="t"/>
              <a:pathLst>
                <a:path extrusionOk="0" h="7596" w="8241">
                  <a:moveTo>
                    <a:pt x="4075" y="0"/>
                  </a:moveTo>
                  <a:cubicBezTo>
                    <a:pt x="2701" y="0"/>
                    <a:pt x="1395" y="780"/>
                    <a:pt x="787" y="2118"/>
                  </a:cubicBezTo>
                  <a:cubicBezTo>
                    <a:pt x="1" y="3809"/>
                    <a:pt x="620" y="5762"/>
                    <a:pt x="2168" y="6715"/>
                  </a:cubicBezTo>
                  <a:lnTo>
                    <a:pt x="2239" y="7524"/>
                  </a:lnTo>
                  <a:cubicBezTo>
                    <a:pt x="2239" y="7596"/>
                    <a:pt x="2287" y="7596"/>
                    <a:pt x="2335" y="7596"/>
                  </a:cubicBezTo>
                  <a:lnTo>
                    <a:pt x="2978" y="7143"/>
                  </a:lnTo>
                  <a:cubicBezTo>
                    <a:pt x="3341" y="7251"/>
                    <a:pt x="3710" y="7304"/>
                    <a:pt x="4075" y="7304"/>
                  </a:cubicBezTo>
                  <a:cubicBezTo>
                    <a:pt x="5477" y="7304"/>
                    <a:pt x="6802" y="6528"/>
                    <a:pt x="7407" y="5167"/>
                  </a:cubicBezTo>
                  <a:cubicBezTo>
                    <a:pt x="8241" y="3333"/>
                    <a:pt x="7455" y="1166"/>
                    <a:pt x="5597" y="332"/>
                  </a:cubicBezTo>
                  <a:cubicBezTo>
                    <a:pt x="5102" y="107"/>
                    <a:pt x="4584" y="0"/>
                    <a:pt x="4075"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95"/>
            <p:cNvSpPr/>
            <p:nvPr/>
          </p:nvSpPr>
          <p:spPr>
            <a:xfrm>
              <a:off x="1213044" y="3594851"/>
              <a:ext cx="146375" cy="239436"/>
            </a:xfrm>
            <a:custGeom>
              <a:rect b="b" l="l" r="r" t="t"/>
              <a:pathLst>
                <a:path extrusionOk="0" h="7325" w="4478">
                  <a:moveTo>
                    <a:pt x="344" y="1"/>
                  </a:moveTo>
                  <a:cubicBezTo>
                    <a:pt x="228" y="1"/>
                    <a:pt x="113" y="7"/>
                    <a:pt x="0" y="21"/>
                  </a:cubicBezTo>
                  <a:cubicBezTo>
                    <a:pt x="381" y="45"/>
                    <a:pt x="810" y="164"/>
                    <a:pt x="1191" y="354"/>
                  </a:cubicBezTo>
                  <a:cubicBezTo>
                    <a:pt x="3025" y="1188"/>
                    <a:pt x="3834" y="3355"/>
                    <a:pt x="3001" y="5189"/>
                  </a:cubicBezTo>
                  <a:cubicBezTo>
                    <a:pt x="2429" y="6427"/>
                    <a:pt x="1286" y="7189"/>
                    <a:pt x="24" y="7308"/>
                  </a:cubicBezTo>
                  <a:cubicBezTo>
                    <a:pt x="141" y="7319"/>
                    <a:pt x="257" y="7325"/>
                    <a:pt x="373" y="7325"/>
                  </a:cubicBezTo>
                  <a:cubicBezTo>
                    <a:pt x="1749" y="7325"/>
                    <a:pt x="3055" y="6550"/>
                    <a:pt x="3692" y="5189"/>
                  </a:cubicBezTo>
                  <a:cubicBezTo>
                    <a:pt x="4477" y="3355"/>
                    <a:pt x="3668" y="1188"/>
                    <a:pt x="1834" y="354"/>
                  </a:cubicBezTo>
                  <a:cubicBezTo>
                    <a:pt x="1352" y="123"/>
                    <a:pt x="838" y="1"/>
                    <a:pt x="344"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95"/>
            <p:cNvSpPr/>
            <p:nvPr/>
          </p:nvSpPr>
          <p:spPr>
            <a:xfrm>
              <a:off x="979492" y="3591092"/>
              <a:ext cx="371363" cy="343840"/>
            </a:xfrm>
            <a:custGeom>
              <a:rect b="b" l="l" r="r" t="t"/>
              <a:pathLst>
                <a:path extrusionOk="0" h="10519" w="11361">
                  <a:moveTo>
                    <a:pt x="7455" y="303"/>
                  </a:moveTo>
                  <a:cubicBezTo>
                    <a:pt x="7979" y="303"/>
                    <a:pt x="8455" y="422"/>
                    <a:pt x="8931" y="636"/>
                  </a:cubicBezTo>
                  <a:cubicBezTo>
                    <a:pt x="9789" y="1017"/>
                    <a:pt x="10408" y="1708"/>
                    <a:pt x="10741" y="2613"/>
                  </a:cubicBezTo>
                  <a:cubicBezTo>
                    <a:pt x="11075" y="3470"/>
                    <a:pt x="11027" y="4422"/>
                    <a:pt x="10646" y="5280"/>
                  </a:cubicBezTo>
                  <a:cubicBezTo>
                    <a:pt x="10061" y="6563"/>
                    <a:pt x="8804" y="7322"/>
                    <a:pt x="7478" y="7322"/>
                  </a:cubicBezTo>
                  <a:cubicBezTo>
                    <a:pt x="7130" y="7322"/>
                    <a:pt x="6777" y="7270"/>
                    <a:pt x="6431" y="7161"/>
                  </a:cubicBezTo>
                  <a:cubicBezTo>
                    <a:pt x="6410" y="7154"/>
                    <a:pt x="6393" y="7151"/>
                    <a:pt x="6378" y="7151"/>
                  </a:cubicBezTo>
                  <a:cubicBezTo>
                    <a:pt x="6341" y="7151"/>
                    <a:pt x="6315" y="7168"/>
                    <a:pt x="6264" y="7185"/>
                  </a:cubicBezTo>
                  <a:lnTo>
                    <a:pt x="5764" y="7542"/>
                  </a:lnTo>
                  <a:lnTo>
                    <a:pt x="5716" y="6923"/>
                  </a:lnTo>
                  <a:cubicBezTo>
                    <a:pt x="5716" y="6852"/>
                    <a:pt x="5693" y="6828"/>
                    <a:pt x="5621" y="6804"/>
                  </a:cubicBezTo>
                  <a:cubicBezTo>
                    <a:pt x="4145" y="5828"/>
                    <a:pt x="3573" y="3946"/>
                    <a:pt x="4288" y="2327"/>
                  </a:cubicBezTo>
                  <a:cubicBezTo>
                    <a:pt x="4669" y="1493"/>
                    <a:pt x="5359" y="850"/>
                    <a:pt x="6240" y="517"/>
                  </a:cubicBezTo>
                  <a:cubicBezTo>
                    <a:pt x="6645" y="374"/>
                    <a:pt x="7050" y="303"/>
                    <a:pt x="7455" y="303"/>
                  </a:cubicBezTo>
                  <a:close/>
                  <a:moveTo>
                    <a:pt x="3692" y="4256"/>
                  </a:moveTo>
                  <a:cubicBezTo>
                    <a:pt x="3835" y="5351"/>
                    <a:pt x="4430" y="6351"/>
                    <a:pt x="5383" y="6971"/>
                  </a:cubicBezTo>
                  <a:lnTo>
                    <a:pt x="5454" y="7685"/>
                  </a:lnTo>
                  <a:cubicBezTo>
                    <a:pt x="5454" y="7756"/>
                    <a:pt x="5478" y="7780"/>
                    <a:pt x="5502" y="7828"/>
                  </a:cubicBezTo>
                  <a:cubicBezTo>
                    <a:pt x="5574" y="7899"/>
                    <a:pt x="5621" y="7899"/>
                    <a:pt x="5693" y="7899"/>
                  </a:cubicBezTo>
                  <a:cubicBezTo>
                    <a:pt x="5740" y="7899"/>
                    <a:pt x="5764" y="7899"/>
                    <a:pt x="5812" y="7876"/>
                  </a:cubicBezTo>
                  <a:lnTo>
                    <a:pt x="6407" y="7447"/>
                  </a:lnTo>
                  <a:cubicBezTo>
                    <a:pt x="6758" y="7554"/>
                    <a:pt x="7115" y="7604"/>
                    <a:pt x="7469" y="7604"/>
                  </a:cubicBezTo>
                  <a:cubicBezTo>
                    <a:pt x="8220" y="7604"/>
                    <a:pt x="8951" y="7376"/>
                    <a:pt x="9551" y="6971"/>
                  </a:cubicBezTo>
                  <a:lnTo>
                    <a:pt x="9551" y="9447"/>
                  </a:lnTo>
                  <a:lnTo>
                    <a:pt x="1763" y="9447"/>
                  </a:lnTo>
                  <a:lnTo>
                    <a:pt x="1763" y="4303"/>
                  </a:lnTo>
                  <a:cubicBezTo>
                    <a:pt x="1763" y="4303"/>
                    <a:pt x="1763" y="4256"/>
                    <a:pt x="1787" y="4256"/>
                  </a:cubicBezTo>
                  <a:close/>
                  <a:moveTo>
                    <a:pt x="10265" y="6375"/>
                  </a:moveTo>
                  <a:lnTo>
                    <a:pt x="10265" y="9447"/>
                  </a:lnTo>
                  <a:lnTo>
                    <a:pt x="9884" y="9447"/>
                  </a:lnTo>
                  <a:lnTo>
                    <a:pt x="9884" y="6732"/>
                  </a:lnTo>
                  <a:cubicBezTo>
                    <a:pt x="10003" y="6613"/>
                    <a:pt x="10146" y="6494"/>
                    <a:pt x="10265" y="6375"/>
                  </a:cubicBezTo>
                  <a:close/>
                  <a:moveTo>
                    <a:pt x="4526" y="9781"/>
                  </a:moveTo>
                  <a:lnTo>
                    <a:pt x="4526" y="10186"/>
                  </a:lnTo>
                  <a:lnTo>
                    <a:pt x="501" y="10186"/>
                  </a:lnTo>
                  <a:cubicBezTo>
                    <a:pt x="453" y="10186"/>
                    <a:pt x="358" y="10138"/>
                    <a:pt x="358" y="10043"/>
                  </a:cubicBezTo>
                  <a:lnTo>
                    <a:pt x="358" y="9781"/>
                  </a:lnTo>
                  <a:close/>
                  <a:moveTo>
                    <a:pt x="6455" y="9781"/>
                  </a:moveTo>
                  <a:lnTo>
                    <a:pt x="6455" y="10186"/>
                  </a:lnTo>
                  <a:lnTo>
                    <a:pt x="4859" y="10186"/>
                  </a:lnTo>
                  <a:lnTo>
                    <a:pt x="4859" y="9781"/>
                  </a:lnTo>
                  <a:close/>
                  <a:moveTo>
                    <a:pt x="7451" y="0"/>
                  </a:moveTo>
                  <a:cubicBezTo>
                    <a:pt x="6993" y="0"/>
                    <a:pt x="6535" y="78"/>
                    <a:pt x="6097" y="231"/>
                  </a:cubicBezTo>
                  <a:cubicBezTo>
                    <a:pt x="5145" y="588"/>
                    <a:pt x="4407" y="1303"/>
                    <a:pt x="3954" y="2208"/>
                  </a:cubicBezTo>
                  <a:cubicBezTo>
                    <a:pt x="3811" y="2541"/>
                    <a:pt x="3692" y="2898"/>
                    <a:pt x="3668" y="3256"/>
                  </a:cubicBezTo>
                  <a:lnTo>
                    <a:pt x="1239" y="3256"/>
                  </a:lnTo>
                  <a:cubicBezTo>
                    <a:pt x="930" y="3256"/>
                    <a:pt x="692" y="3518"/>
                    <a:pt x="692" y="3827"/>
                  </a:cubicBezTo>
                  <a:lnTo>
                    <a:pt x="692" y="6971"/>
                  </a:lnTo>
                  <a:cubicBezTo>
                    <a:pt x="692" y="6971"/>
                    <a:pt x="763" y="7161"/>
                    <a:pt x="858" y="7161"/>
                  </a:cubicBezTo>
                  <a:cubicBezTo>
                    <a:pt x="954" y="7161"/>
                    <a:pt x="1025" y="7090"/>
                    <a:pt x="1001" y="6971"/>
                  </a:cubicBezTo>
                  <a:lnTo>
                    <a:pt x="1001" y="3827"/>
                  </a:lnTo>
                  <a:cubicBezTo>
                    <a:pt x="1001" y="3708"/>
                    <a:pt x="1120" y="3589"/>
                    <a:pt x="1239" y="3589"/>
                  </a:cubicBezTo>
                  <a:lnTo>
                    <a:pt x="3597" y="3589"/>
                  </a:lnTo>
                  <a:lnTo>
                    <a:pt x="3597" y="3970"/>
                  </a:lnTo>
                  <a:lnTo>
                    <a:pt x="1763" y="3970"/>
                  </a:lnTo>
                  <a:cubicBezTo>
                    <a:pt x="1573" y="3970"/>
                    <a:pt x="1406" y="4113"/>
                    <a:pt x="1406" y="4327"/>
                  </a:cubicBezTo>
                  <a:lnTo>
                    <a:pt x="1406" y="9471"/>
                  </a:lnTo>
                  <a:lnTo>
                    <a:pt x="1001" y="9471"/>
                  </a:lnTo>
                  <a:lnTo>
                    <a:pt x="1001" y="7661"/>
                  </a:lnTo>
                  <a:cubicBezTo>
                    <a:pt x="1001" y="7566"/>
                    <a:pt x="954" y="7518"/>
                    <a:pt x="858" y="7471"/>
                  </a:cubicBezTo>
                  <a:cubicBezTo>
                    <a:pt x="763" y="7471"/>
                    <a:pt x="692" y="7542"/>
                    <a:pt x="692" y="7637"/>
                  </a:cubicBezTo>
                  <a:lnTo>
                    <a:pt x="692" y="9447"/>
                  </a:lnTo>
                  <a:lnTo>
                    <a:pt x="287" y="9447"/>
                  </a:lnTo>
                  <a:cubicBezTo>
                    <a:pt x="144" y="9447"/>
                    <a:pt x="1" y="9590"/>
                    <a:pt x="1" y="9733"/>
                  </a:cubicBezTo>
                  <a:lnTo>
                    <a:pt x="1" y="10328"/>
                  </a:lnTo>
                  <a:cubicBezTo>
                    <a:pt x="1" y="10424"/>
                    <a:pt x="96" y="10519"/>
                    <a:pt x="168" y="10519"/>
                  </a:cubicBezTo>
                  <a:lnTo>
                    <a:pt x="7860" y="10519"/>
                  </a:lnTo>
                  <a:cubicBezTo>
                    <a:pt x="7884" y="10519"/>
                    <a:pt x="7884" y="10519"/>
                    <a:pt x="7884" y="10495"/>
                  </a:cubicBezTo>
                  <a:cubicBezTo>
                    <a:pt x="8026" y="10328"/>
                    <a:pt x="7907" y="10186"/>
                    <a:pt x="7788" y="10186"/>
                  </a:cubicBezTo>
                  <a:lnTo>
                    <a:pt x="6740" y="10186"/>
                  </a:lnTo>
                  <a:lnTo>
                    <a:pt x="6740" y="9781"/>
                  </a:lnTo>
                  <a:lnTo>
                    <a:pt x="10908" y="9781"/>
                  </a:lnTo>
                  <a:lnTo>
                    <a:pt x="10908" y="10043"/>
                  </a:lnTo>
                  <a:cubicBezTo>
                    <a:pt x="10908" y="10138"/>
                    <a:pt x="10860" y="10186"/>
                    <a:pt x="10765" y="10186"/>
                  </a:cubicBezTo>
                  <a:lnTo>
                    <a:pt x="8479" y="10186"/>
                  </a:lnTo>
                  <a:cubicBezTo>
                    <a:pt x="8384" y="10186"/>
                    <a:pt x="8336" y="10257"/>
                    <a:pt x="8312" y="10328"/>
                  </a:cubicBezTo>
                  <a:cubicBezTo>
                    <a:pt x="8312" y="10424"/>
                    <a:pt x="8360" y="10519"/>
                    <a:pt x="8455" y="10519"/>
                  </a:cubicBezTo>
                  <a:lnTo>
                    <a:pt x="10765" y="10519"/>
                  </a:lnTo>
                  <a:cubicBezTo>
                    <a:pt x="11051" y="10519"/>
                    <a:pt x="11241" y="10305"/>
                    <a:pt x="11241" y="10043"/>
                  </a:cubicBezTo>
                  <a:lnTo>
                    <a:pt x="11241" y="9733"/>
                  </a:lnTo>
                  <a:cubicBezTo>
                    <a:pt x="11289" y="9566"/>
                    <a:pt x="11170" y="9447"/>
                    <a:pt x="10979" y="9447"/>
                  </a:cubicBezTo>
                  <a:lnTo>
                    <a:pt x="10575" y="9447"/>
                  </a:lnTo>
                  <a:lnTo>
                    <a:pt x="10575" y="5994"/>
                  </a:lnTo>
                  <a:cubicBezTo>
                    <a:pt x="10694" y="5804"/>
                    <a:pt x="10813" y="5613"/>
                    <a:pt x="10884" y="5399"/>
                  </a:cubicBezTo>
                  <a:cubicBezTo>
                    <a:pt x="11313" y="4470"/>
                    <a:pt x="11360" y="3422"/>
                    <a:pt x="11003" y="2470"/>
                  </a:cubicBezTo>
                  <a:cubicBezTo>
                    <a:pt x="10646" y="1517"/>
                    <a:pt x="9932" y="755"/>
                    <a:pt x="9027" y="326"/>
                  </a:cubicBezTo>
                  <a:cubicBezTo>
                    <a:pt x="8525" y="108"/>
                    <a:pt x="7988" y="0"/>
                    <a:pt x="7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95"/>
            <p:cNvSpPr/>
            <p:nvPr/>
          </p:nvSpPr>
          <p:spPr>
            <a:xfrm>
              <a:off x="1171793" y="3693167"/>
              <a:ext cx="137810" cy="99566"/>
            </a:xfrm>
            <a:custGeom>
              <a:rect b="b" l="l" r="r" t="t"/>
              <a:pathLst>
                <a:path extrusionOk="0" h="3046" w="4216">
                  <a:moveTo>
                    <a:pt x="3810" y="449"/>
                  </a:moveTo>
                  <a:lnTo>
                    <a:pt x="3120" y="2545"/>
                  </a:lnTo>
                  <a:lnTo>
                    <a:pt x="2334" y="1473"/>
                  </a:lnTo>
                  <a:lnTo>
                    <a:pt x="3810" y="449"/>
                  </a:lnTo>
                  <a:close/>
                  <a:moveTo>
                    <a:pt x="2072" y="1640"/>
                  </a:moveTo>
                  <a:lnTo>
                    <a:pt x="2858" y="2712"/>
                  </a:lnTo>
                  <a:lnTo>
                    <a:pt x="524" y="2712"/>
                  </a:lnTo>
                  <a:lnTo>
                    <a:pt x="2072" y="1640"/>
                  </a:lnTo>
                  <a:close/>
                  <a:moveTo>
                    <a:pt x="3969" y="0"/>
                  </a:moveTo>
                  <a:cubicBezTo>
                    <a:pt x="3920" y="0"/>
                    <a:pt x="3860" y="28"/>
                    <a:pt x="3810" y="45"/>
                  </a:cubicBezTo>
                  <a:lnTo>
                    <a:pt x="119" y="2545"/>
                  </a:lnTo>
                  <a:cubicBezTo>
                    <a:pt x="48" y="2593"/>
                    <a:pt x="0" y="2688"/>
                    <a:pt x="0" y="2783"/>
                  </a:cubicBezTo>
                  <a:cubicBezTo>
                    <a:pt x="0" y="2807"/>
                    <a:pt x="0" y="2831"/>
                    <a:pt x="48" y="2902"/>
                  </a:cubicBezTo>
                  <a:cubicBezTo>
                    <a:pt x="72" y="2998"/>
                    <a:pt x="191" y="3045"/>
                    <a:pt x="286" y="3045"/>
                  </a:cubicBezTo>
                  <a:lnTo>
                    <a:pt x="3191" y="3045"/>
                  </a:lnTo>
                  <a:cubicBezTo>
                    <a:pt x="3287" y="3045"/>
                    <a:pt x="3334" y="2998"/>
                    <a:pt x="3382" y="2902"/>
                  </a:cubicBezTo>
                  <a:lnTo>
                    <a:pt x="4215" y="378"/>
                  </a:lnTo>
                  <a:lnTo>
                    <a:pt x="4215" y="283"/>
                  </a:lnTo>
                  <a:cubicBezTo>
                    <a:pt x="4215" y="187"/>
                    <a:pt x="4168" y="140"/>
                    <a:pt x="4120" y="68"/>
                  </a:cubicBezTo>
                  <a:cubicBezTo>
                    <a:pt x="4096" y="45"/>
                    <a:pt x="4049" y="45"/>
                    <a:pt x="4025" y="21"/>
                  </a:cubicBezTo>
                  <a:cubicBezTo>
                    <a:pt x="4010" y="6"/>
                    <a:pt x="3991" y="0"/>
                    <a:pt x="3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95"/>
            <p:cNvSpPr/>
            <p:nvPr/>
          </p:nvSpPr>
          <p:spPr>
            <a:xfrm>
              <a:off x="1167903" y="3631330"/>
              <a:ext cx="94205" cy="60733"/>
            </a:xfrm>
            <a:custGeom>
              <a:rect b="b" l="l" r="r" t="t"/>
              <a:pathLst>
                <a:path extrusionOk="0" h="1858" w="2882">
                  <a:moveTo>
                    <a:pt x="1524" y="0"/>
                  </a:moveTo>
                  <a:cubicBezTo>
                    <a:pt x="1453" y="0"/>
                    <a:pt x="1405" y="24"/>
                    <a:pt x="1381" y="119"/>
                  </a:cubicBezTo>
                  <a:lnTo>
                    <a:pt x="929" y="1310"/>
                  </a:lnTo>
                  <a:lnTo>
                    <a:pt x="738" y="1048"/>
                  </a:lnTo>
                  <a:cubicBezTo>
                    <a:pt x="714" y="977"/>
                    <a:pt x="667" y="953"/>
                    <a:pt x="595" y="953"/>
                  </a:cubicBezTo>
                  <a:lnTo>
                    <a:pt x="191" y="953"/>
                  </a:lnTo>
                  <a:cubicBezTo>
                    <a:pt x="95" y="953"/>
                    <a:pt x="24" y="1024"/>
                    <a:pt x="0" y="1096"/>
                  </a:cubicBezTo>
                  <a:cubicBezTo>
                    <a:pt x="0" y="1191"/>
                    <a:pt x="72" y="1286"/>
                    <a:pt x="167" y="1286"/>
                  </a:cubicBezTo>
                  <a:lnTo>
                    <a:pt x="476" y="1286"/>
                  </a:lnTo>
                  <a:lnTo>
                    <a:pt x="786" y="1763"/>
                  </a:lnTo>
                  <a:cubicBezTo>
                    <a:pt x="810" y="1810"/>
                    <a:pt x="881" y="1858"/>
                    <a:pt x="929" y="1858"/>
                  </a:cubicBezTo>
                  <a:lnTo>
                    <a:pt x="953" y="1858"/>
                  </a:lnTo>
                  <a:cubicBezTo>
                    <a:pt x="1024" y="1858"/>
                    <a:pt x="1072" y="1786"/>
                    <a:pt x="1096" y="1739"/>
                  </a:cubicBezTo>
                  <a:lnTo>
                    <a:pt x="1619" y="334"/>
                  </a:lnTo>
                  <a:lnTo>
                    <a:pt x="2715" y="334"/>
                  </a:lnTo>
                  <a:cubicBezTo>
                    <a:pt x="2810" y="334"/>
                    <a:pt x="2858" y="262"/>
                    <a:pt x="2882" y="191"/>
                  </a:cubicBezTo>
                  <a:cubicBezTo>
                    <a:pt x="2882" y="96"/>
                    <a:pt x="2834" y="0"/>
                    <a:pt x="2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95"/>
            <p:cNvSpPr/>
            <p:nvPr/>
          </p:nvSpPr>
          <p:spPr>
            <a:xfrm>
              <a:off x="1221609" y="3659147"/>
              <a:ext cx="32720" cy="32916"/>
            </a:xfrm>
            <a:custGeom>
              <a:rect b="b" l="l" r="r" t="t"/>
              <a:pathLst>
                <a:path extrusionOk="0" h="1007" w="1001">
                  <a:moveTo>
                    <a:pt x="179" y="1"/>
                  </a:moveTo>
                  <a:cubicBezTo>
                    <a:pt x="131" y="1"/>
                    <a:pt x="84" y="19"/>
                    <a:pt x="48" y="54"/>
                  </a:cubicBezTo>
                  <a:cubicBezTo>
                    <a:pt x="0" y="102"/>
                    <a:pt x="0" y="221"/>
                    <a:pt x="48" y="292"/>
                  </a:cubicBezTo>
                  <a:lnTo>
                    <a:pt x="262" y="483"/>
                  </a:lnTo>
                  <a:lnTo>
                    <a:pt x="48" y="697"/>
                  </a:lnTo>
                  <a:cubicBezTo>
                    <a:pt x="0" y="769"/>
                    <a:pt x="0" y="888"/>
                    <a:pt x="48" y="935"/>
                  </a:cubicBezTo>
                  <a:cubicBezTo>
                    <a:pt x="96" y="959"/>
                    <a:pt x="119" y="1007"/>
                    <a:pt x="191" y="1007"/>
                  </a:cubicBezTo>
                  <a:cubicBezTo>
                    <a:pt x="238" y="1007"/>
                    <a:pt x="262" y="959"/>
                    <a:pt x="310" y="935"/>
                  </a:cubicBezTo>
                  <a:lnTo>
                    <a:pt x="500" y="721"/>
                  </a:lnTo>
                  <a:lnTo>
                    <a:pt x="715" y="935"/>
                  </a:lnTo>
                  <a:cubicBezTo>
                    <a:pt x="739" y="959"/>
                    <a:pt x="762" y="1007"/>
                    <a:pt x="834" y="1007"/>
                  </a:cubicBezTo>
                  <a:cubicBezTo>
                    <a:pt x="858" y="1007"/>
                    <a:pt x="929" y="959"/>
                    <a:pt x="953" y="935"/>
                  </a:cubicBezTo>
                  <a:cubicBezTo>
                    <a:pt x="1000" y="888"/>
                    <a:pt x="1000" y="769"/>
                    <a:pt x="953" y="697"/>
                  </a:cubicBezTo>
                  <a:lnTo>
                    <a:pt x="739" y="483"/>
                  </a:lnTo>
                  <a:lnTo>
                    <a:pt x="953" y="292"/>
                  </a:lnTo>
                  <a:cubicBezTo>
                    <a:pt x="1000" y="221"/>
                    <a:pt x="1000" y="102"/>
                    <a:pt x="953" y="54"/>
                  </a:cubicBezTo>
                  <a:cubicBezTo>
                    <a:pt x="929" y="19"/>
                    <a:pt x="887" y="1"/>
                    <a:pt x="843" y="1"/>
                  </a:cubicBezTo>
                  <a:cubicBezTo>
                    <a:pt x="798" y="1"/>
                    <a:pt x="750" y="19"/>
                    <a:pt x="715" y="54"/>
                  </a:cubicBezTo>
                  <a:lnTo>
                    <a:pt x="500" y="245"/>
                  </a:lnTo>
                  <a:lnTo>
                    <a:pt x="310" y="54"/>
                  </a:lnTo>
                  <a:cubicBezTo>
                    <a:pt x="274" y="19"/>
                    <a:pt x="227" y="1"/>
                    <a:pt x="1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95"/>
            <p:cNvSpPr/>
            <p:nvPr/>
          </p:nvSpPr>
          <p:spPr>
            <a:xfrm>
              <a:off x="1142211" y="3702949"/>
              <a:ext cx="41284" cy="33505"/>
            </a:xfrm>
            <a:custGeom>
              <a:rect b="b" l="l" r="r" t="t"/>
              <a:pathLst>
                <a:path extrusionOk="0" h="1025" w="1263">
                  <a:moveTo>
                    <a:pt x="429" y="334"/>
                  </a:moveTo>
                  <a:cubicBezTo>
                    <a:pt x="500" y="334"/>
                    <a:pt x="596" y="429"/>
                    <a:pt x="643" y="548"/>
                  </a:cubicBezTo>
                  <a:cubicBezTo>
                    <a:pt x="548" y="643"/>
                    <a:pt x="476" y="739"/>
                    <a:pt x="405" y="739"/>
                  </a:cubicBezTo>
                  <a:cubicBezTo>
                    <a:pt x="357" y="739"/>
                    <a:pt x="357" y="691"/>
                    <a:pt x="357" y="691"/>
                  </a:cubicBezTo>
                  <a:cubicBezTo>
                    <a:pt x="310" y="643"/>
                    <a:pt x="310" y="548"/>
                    <a:pt x="310" y="524"/>
                  </a:cubicBezTo>
                  <a:cubicBezTo>
                    <a:pt x="310" y="453"/>
                    <a:pt x="310" y="334"/>
                    <a:pt x="429" y="334"/>
                  </a:cubicBezTo>
                  <a:close/>
                  <a:moveTo>
                    <a:pt x="429" y="0"/>
                  </a:moveTo>
                  <a:cubicBezTo>
                    <a:pt x="310" y="0"/>
                    <a:pt x="191" y="48"/>
                    <a:pt x="143" y="119"/>
                  </a:cubicBezTo>
                  <a:cubicBezTo>
                    <a:pt x="0" y="286"/>
                    <a:pt x="0" y="453"/>
                    <a:pt x="0" y="524"/>
                  </a:cubicBezTo>
                  <a:cubicBezTo>
                    <a:pt x="0" y="548"/>
                    <a:pt x="0" y="762"/>
                    <a:pt x="119" y="905"/>
                  </a:cubicBezTo>
                  <a:cubicBezTo>
                    <a:pt x="191" y="1000"/>
                    <a:pt x="286" y="1024"/>
                    <a:pt x="405" y="1024"/>
                  </a:cubicBezTo>
                  <a:cubicBezTo>
                    <a:pt x="548" y="1024"/>
                    <a:pt x="691" y="929"/>
                    <a:pt x="834" y="810"/>
                  </a:cubicBezTo>
                  <a:cubicBezTo>
                    <a:pt x="858" y="881"/>
                    <a:pt x="881" y="905"/>
                    <a:pt x="905" y="929"/>
                  </a:cubicBezTo>
                  <a:cubicBezTo>
                    <a:pt x="959" y="983"/>
                    <a:pt x="1026" y="1009"/>
                    <a:pt x="1076" y="1009"/>
                  </a:cubicBezTo>
                  <a:cubicBezTo>
                    <a:pt x="1093" y="1009"/>
                    <a:pt x="1108" y="1006"/>
                    <a:pt x="1119" y="1000"/>
                  </a:cubicBezTo>
                  <a:cubicBezTo>
                    <a:pt x="1215" y="929"/>
                    <a:pt x="1239" y="810"/>
                    <a:pt x="1167" y="762"/>
                  </a:cubicBezTo>
                  <a:cubicBezTo>
                    <a:pt x="1143" y="739"/>
                    <a:pt x="1119" y="667"/>
                    <a:pt x="1048" y="572"/>
                  </a:cubicBezTo>
                  <a:cubicBezTo>
                    <a:pt x="1119" y="477"/>
                    <a:pt x="1167" y="429"/>
                    <a:pt x="1215" y="405"/>
                  </a:cubicBezTo>
                  <a:cubicBezTo>
                    <a:pt x="1262" y="310"/>
                    <a:pt x="1239" y="191"/>
                    <a:pt x="1143" y="167"/>
                  </a:cubicBezTo>
                  <a:cubicBezTo>
                    <a:pt x="1115" y="153"/>
                    <a:pt x="1090" y="147"/>
                    <a:pt x="1066" y="147"/>
                  </a:cubicBezTo>
                  <a:cubicBezTo>
                    <a:pt x="1010" y="147"/>
                    <a:pt x="970" y="181"/>
                    <a:pt x="953" y="215"/>
                  </a:cubicBezTo>
                  <a:cubicBezTo>
                    <a:pt x="905" y="238"/>
                    <a:pt x="905" y="286"/>
                    <a:pt x="881" y="286"/>
                  </a:cubicBezTo>
                  <a:cubicBezTo>
                    <a:pt x="762" y="119"/>
                    <a:pt x="619"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29" name="Google Shape;20329;p95"/>
          <p:cNvSpPr/>
          <p:nvPr/>
        </p:nvSpPr>
        <p:spPr>
          <a:xfrm>
            <a:off x="1010620" y="4054950"/>
            <a:ext cx="312166" cy="203218"/>
          </a:xfrm>
          <a:custGeom>
            <a:rect b="b" l="l" r="r" t="t"/>
            <a:pathLst>
              <a:path extrusionOk="0" h="6217" w="9550">
                <a:moveTo>
                  <a:pt x="429" y="1"/>
                </a:moveTo>
                <a:cubicBezTo>
                  <a:pt x="215" y="1"/>
                  <a:pt x="0" y="192"/>
                  <a:pt x="0" y="430"/>
                </a:cubicBezTo>
                <a:lnTo>
                  <a:pt x="0" y="6217"/>
                </a:lnTo>
                <a:lnTo>
                  <a:pt x="9550" y="6217"/>
                </a:lnTo>
                <a:lnTo>
                  <a:pt x="9550" y="430"/>
                </a:lnTo>
                <a:cubicBezTo>
                  <a:pt x="9550" y="192"/>
                  <a:pt x="9383" y="1"/>
                  <a:pt x="9169"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95"/>
          <p:cNvSpPr/>
          <p:nvPr/>
        </p:nvSpPr>
        <p:spPr>
          <a:xfrm>
            <a:off x="989602" y="4256566"/>
            <a:ext cx="356555" cy="24941"/>
          </a:xfrm>
          <a:custGeom>
            <a:rect b="b" l="l" r="r" t="t"/>
            <a:pathLst>
              <a:path extrusionOk="0" h="763" w="10908">
                <a:moveTo>
                  <a:pt x="143" y="1"/>
                </a:moveTo>
                <a:cubicBezTo>
                  <a:pt x="48" y="1"/>
                  <a:pt x="0" y="49"/>
                  <a:pt x="0" y="144"/>
                </a:cubicBezTo>
                <a:lnTo>
                  <a:pt x="0" y="453"/>
                </a:lnTo>
                <a:cubicBezTo>
                  <a:pt x="0" y="620"/>
                  <a:pt x="143" y="763"/>
                  <a:pt x="310" y="763"/>
                </a:cubicBezTo>
                <a:lnTo>
                  <a:pt x="10598" y="763"/>
                </a:lnTo>
                <a:cubicBezTo>
                  <a:pt x="10764" y="763"/>
                  <a:pt x="10907" y="620"/>
                  <a:pt x="10907" y="453"/>
                </a:cubicBezTo>
                <a:lnTo>
                  <a:pt x="10907" y="144"/>
                </a:lnTo>
                <a:cubicBezTo>
                  <a:pt x="10907" y="49"/>
                  <a:pt x="10860" y="1"/>
                  <a:pt x="1076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95"/>
          <p:cNvSpPr/>
          <p:nvPr/>
        </p:nvSpPr>
        <p:spPr>
          <a:xfrm>
            <a:off x="1033959" y="4078321"/>
            <a:ext cx="265488" cy="179062"/>
          </a:xfrm>
          <a:custGeom>
            <a:rect b="b" l="l" r="r" t="t"/>
            <a:pathLst>
              <a:path extrusionOk="0" h="5478" w="8122">
                <a:moveTo>
                  <a:pt x="191" y="0"/>
                </a:moveTo>
                <a:cubicBezTo>
                  <a:pt x="96" y="0"/>
                  <a:pt x="1" y="96"/>
                  <a:pt x="1" y="191"/>
                </a:cubicBezTo>
                <a:lnTo>
                  <a:pt x="1" y="5478"/>
                </a:lnTo>
                <a:lnTo>
                  <a:pt x="8121" y="5478"/>
                </a:lnTo>
                <a:lnTo>
                  <a:pt x="8121" y="191"/>
                </a:lnTo>
                <a:cubicBezTo>
                  <a:pt x="8121" y="96"/>
                  <a:pt x="8050" y="0"/>
                  <a:pt x="7955"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95"/>
          <p:cNvSpPr/>
          <p:nvPr/>
        </p:nvSpPr>
        <p:spPr>
          <a:xfrm>
            <a:off x="1272153" y="4078321"/>
            <a:ext cx="27294" cy="179062"/>
          </a:xfrm>
          <a:custGeom>
            <a:rect b="b" l="l" r="r" t="t"/>
            <a:pathLst>
              <a:path extrusionOk="0" h="5478" w="835">
                <a:moveTo>
                  <a:pt x="1" y="0"/>
                </a:moveTo>
                <a:cubicBezTo>
                  <a:pt x="96" y="0"/>
                  <a:pt x="191" y="96"/>
                  <a:pt x="191" y="191"/>
                </a:cubicBezTo>
                <a:lnTo>
                  <a:pt x="191" y="5478"/>
                </a:lnTo>
                <a:lnTo>
                  <a:pt x="834" y="5478"/>
                </a:lnTo>
                <a:lnTo>
                  <a:pt x="834" y="191"/>
                </a:lnTo>
                <a:cubicBezTo>
                  <a:pt x="834" y="72"/>
                  <a:pt x="787" y="0"/>
                  <a:pt x="668"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95"/>
          <p:cNvSpPr/>
          <p:nvPr/>
        </p:nvSpPr>
        <p:spPr>
          <a:xfrm>
            <a:off x="1314189" y="4257351"/>
            <a:ext cx="31968" cy="25725"/>
          </a:xfrm>
          <a:custGeom>
            <a:rect b="b" l="l" r="r" t="t"/>
            <a:pathLst>
              <a:path extrusionOk="0" h="787" w="978">
                <a:moveTo>
                  <a:pt x="191" y="1"/>
                </a:moveTo>
                <a:cubicBezTo>
                  <a:pt x="263" y="1"/>
                  <a:pt x="334" y="72"/>
                  <a:pt x="334" y="144"/>
                </a:cubicBezTo>
                <a:lnTo>
                  <a:pt x="334" y="453"/>
                </a:lnTo>
                <a:cubicBezTo>
                  <a:pt x="334" y="620"/>
                  <a:pt x="191" y="787"/>
                  <a:pt x="1" y="787"/>
                </a:cubicBezTo>
                <a:lnTo>
                  <a:pt x="668" y="787"/>
                </a:lnTo>
                <a:cubicBezTo>
                  <a:pt x="834" y="787"/>
                  <a:pt x="977" y="620"/>
                  <a:pt x="977" y="453"/>
                </a:cubicBezTo>
                <a:lnTo>
                  <a:pt x="977" y="144"/>
                </a:lnTo>
                <a:cubicBezTo>
                  <a:pt x="977" y="72"/>
                  <a:pt x="930"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95"/>
          <p:cNvSpPr/>
          <p:nvPr/>
        </p:nvSpPr>
        <p:spPr>
          <a:xfrm>
            <a:off x="1289281" y="4054950"/>
            <a:ext cx="35074" cy="202434"/>
          </a:xfrm>
          <a:custGeom>
            <a:rect b="b" l="l" r="r" t="t"/>
            <a:pathLst>
              <a:path extrusionOk="0" h="6193" w="1073">
                <a:moveTo>
                  <a:pt x="1" y="1"/>
                </a:moveTo>
                <a:cubicBezTo>
                  <a:pt x="191" y="1"/>
                  <a:pt x="406" y="192"/>
                  <a:pt x="406" y="382"/>
                </a:cubicBezTo>
                <a:lnTo>
                  <a:pt x="406" y="6193"/>
                </a:lnTo>
                <a:lnTo>
                  <a:pt x="1073" y="6193"/>
                </a:lnTo>
                <a:lnTo>
                  <a:pt x="1073" y="382"/>
                </a:lnTo>
                <a:cubicBezTo>
                  <a:pt x="1025" y="192"/>
                  <a:pt x="858"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95"/>
          <p:cNvSpPr/>
          <p:nvPr/>
        </p:nvSpPr>
        <p:spPr>
          <a:xfrm>
            <a:off x="1135160" y="4257351"/>
            <a:ext cx="63087" cy="24156"/>
          </a:xfrm>
          <a:custGeom>
            <a:rect b="b" l="l" r="r" t="t"/>
            <a:pathLst>
              <a:path extrusionOk="0" h="739" w="1930">
                <a:moveTo>
                  <a:pt x="1" y="1"/>
                </a:moveTo>
                <a:lnTo>
                  <a:pt x="1" y="739"/>
                </a:lnTo>
                <a:lnTo>
                  <a:pt x="1930" y="739"/>
                </a:lnTo>
                <a:lnTo>
                  <a:pt x="1930" y="1"/>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95"/>
          <p:cNvSpPr/>
          <p:nvPr/>
        </p:nvSpPr>
        <p:spPr>
          <a:xfrm>
            <a:off x="1177196" y="4257351"/>
            <a:ext cx="21051" cy="24156"/>
          </a:xfrm>
          <a:custGeom>
            <a:rect b="b" l="l" r="r" t="t"/>
            <a:pathLst>
              <a:path extrusionOk="0" h="739" w="644">
                <a:moveTo>
                  <a:pt x="1" y="1"/>
                </a:moveTo>
                <a:lnTo>
                  <a:pt x="1" y="739"/>
                </a:lnTo>
                <a:lnTo>
                  <a:pt x="644" y="739"/>
                </a:lnTo>
                <a:lnTo>
                  <a:pt x="64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95"/>
          <p:cNvSpPr/>
          <p:nvPr/>
        </p:nvSpPr>
        <p:spPr>
          <a:xfrm>
            <a:off x="1111821" y="4156150"/>
            <a:ext cx="111334" cy="101233"/>
          </a:xfrm>
          <a:custGeom>
            <a:rect b="b" l="l" r="r" t="t"/>
            <a:pathLst>
              <a:path extrusionOk="0" h="3097" w="3406">
                <a:moveTo>
                  <a:pt x="0" y="1"/>
                </a:moveTo>
                <a:lnTo>
                  <a:pt x="0" y="3097"/>
                </a:lnTo>
                <a:lnTo>
                  <a:pt x="3406" y="3097"/>
                </a:lnTo>
                <a:lnTo>
                  <a:pt x="340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95"/>
          <p:cNvSpPr/>
          <p:nvPr/>
        </p:nvSpPr>
        <p:spPr>
          <a:xfrm>
            <a:off x="1076093" y="4139022"/>
            <a:ext cx="182102" cy="42984"/>
          </a:xfrm>
          <a:custGeom>
            <a:rect b="b" l="l" r="r" t="t"/>
            <a:pathLst>
              <a:path extrusionOk="0" h="1315" w="5571">
                <a:moveTo>
                  <a:pt x="712" y="1"/>
                </a:moveTo>
                <a:cubicBezTo>
                  <a:pt x="379" y="1"/>
                  <a:pt x="117" y="239"/>
                  <a:pt x="45" y="549"/>
                </a:cubicBezTo>
                <a:cubicBezTo>
                  <a:pt x="1" y="974"/>
                  <a:pt x="313" y="1315"/>
                  <a:pt x="727" y="1315"/>
                </a:cubicBezTo>
                <a:cubicBezTo>
                  <a:pt x="753" y="1315"/>
                  <a:pt x="780" y="1314"/>
                  <a:pt x="807" y="1311"/>
                </a:cubicBezTo>
                <a:cubicBezTo>
                  <a:pt x="1022" y="1263"/>
                  <a:pt x="1236" y="1096"/>
                  <a:pt x="1307" y="858"/>
                </a:cubicBezTo>
                <a:cubicBezTo>
                  <a:pt x="1331" y="763"/>
                  <a:pt x="1331" y="644"/>
                  <a:pt x="1331" y="549"/>
                </a:cubicBezTo>
                <a:lnTo>
                  <a:pt x="4284" y="549"/>
                </a:lnTo>
                <a:lnTo>
                  <a:pt x="4284" y="644"/>
                </a:lnTo>
                <a:cubicBezTo>
                  <a:pt x="4284" y="1001"/>
                  <a:pt x="4570" y="1311"/>
                  <a:pt x="4975" y="1311"/>
                </a:cubicBezTo>
                <a:cubicBezTo>
                  <a:pt x="5285" y="1263"/>
                  <a:pt x="5523" y="1025"/>
                  <a:pt x="5570" y="715"/>
                </a:cubicBezTo>
                <a:cubicBezTo>
                  <a:pt x="5570" y="287"/>
                  <a:pt x="5261" y="1"/>
                  <a:pt x="490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95"/>
          <p:cNvSpPr/>
          <p:nvPr/>
        </p:nvSpPr>
        <p:spPr>
          <a:xfrm>
            <a:off x="1097013" y="4115683"/>
            <a:ext cx="139380" cy="23372"/>
          </a:xfrm>
          <a:custGeom>
            <a:rect b="b" l="l" r="r" t="t"/>
            <a:pathLst>
              <a:path extrusionOk="0" h="715" w="4264">
                <a:moveTo>
                  <a:pt x="191" y="1"/>
                </a:moveTo>
                <a:cubicBezTo>
                  <a:pt x="96" y="1"/>
                  <a:pt x="1" y="48"/>
                  <a:pt x="1" y="167"/>
                </a:cubicBezTo>
                <a:lnTo>
                  <a:pt x="1" y="715"/>
                </a:lnTo>
                <a:lnTo>
                  <a:pt x="4263" y="715"/>
                </a:lnTo>
                <a:lnTo>
                  <a:pt x="4240" y="167"/>
                </a:lnTo>
                <a:cubicBezTo>
                  <a:pt x="4240" y="72"/>
                  <a:pt x="4168" y="1"/>
                  <a:pt x="404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95"/>
          <p:cNvSpPr/>
          <p:nvPr/>
        </p:nvSpPr>
        <p:spPr>
          <a:xfrm>
            <a:off x="1209099" y="4114114"/>
            <a:ext cx="27294" cy="24941"/>
          </a:xfrm>
          <a:custGeom>
            <a:rect b="b" l="l" r="r" t="t"/>
            <a:pathLst>
              <a:path extrusionOk="0" h="763" w="835">
                <a:moveTo>
                  <a:pt x="1" y="1"/>
                </a:moveTo>
                <a:cubicBezTo>
                  <a:pt x="120" y="1"/>
                  <a:pt x="191" y="96"/>
                  <a:pt x="191" y="215"/>
                </a:cubicBezTo>
                <a:lnTo>
                  <a:pt x="191" y="763"/>
                </a:lnTo>
                <a:lnTo>
                  <a:pt x="834" y="763"/>
                </a:lnTo>
                <a:lnTo>
                  <a:pt x="834" y="215"/>
                </a:lnTo>
                <a:cubicBezTo>
                  <a:pt x="834" y="96"/>
                  <a:pt x="787" y="1"/>
                  <a:pt x="66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95"/>
          <p:cNvSpPr/>
          <p:nvPr/>
        </p:nvSpPr>
        <p:spPr>
          <a:xfrm>
            <a:off x="1178765" y="4180241"/>
            <a:ext cx="22587" cy="77143"/>
          </a:xfrm>
          <a:custGeom>
            <a:rect b="b" l="l" r="r" t="t"/>
            <a:pathLst>
              <a:path extrusionOk="0" h="2360" w="691">
                <a:moveTo>
                  <a:pt x="343" y="0"/>
                </a:moveTo>
                <a:cubicBezTo>
                  <a:pt x="332" y="0"/>
                  <a:pt x="321" y="1"/>
                  <a:pt x="310" y="2"/>
                </a:cubicBezTo>
                <a:cubicBezTo>
                  <a:pt x="119" y="50"/>
                  <a:pt x="0" y="193"/>
                  <a:pt x="0" y="359"/>
                </a:cubicBezTo>
                <a:lnTo>
                  <a:pt x="0" y="2360"/>
                </a:lnTo>
                <a:lnTo>
                  <a:pt x="691" y="2360"/>
                </a:lnTo>
                <a:lnTo>
                  <a:pt x="691" y="335"/>
                </a:lnTo>
                <a:cubicBezTo>
                  <a:pt x="691" y="178"/>
                  <a:pt x="522" y="0"/>
                  <a:pt x="343"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95"/>
          <p:cNvSpPr/>
          <p:nvPr/>
        </p:nvSpPr>
        <p:spPr>
          <a:xfrm>
            <a:off x="1134375" y="4180241"/>
            <a:ext cx="22620" cy="77143"/>
          </a:xfrm>
          <a:custGeom>
            <a:rect b="b" l="l" r="r" t="t"/>
            <a:pathLst>
              <a:path extrusionOk="0" h="2360" w="692">
                <a:moveTo>
                  <a:pt x="323" y="0"/>
                </a:moveTo>
                <a:cubicBezTo>
                  <a:pt x="311" y="0"/>
                  <a:pt x="299" y="1"/>
                  <a:pt x="287" y="2"/>
                </a:cubicBezTo>
                <a:cubicBezTo>
                  <a:pt x="120" y="50"/>
                  <a:pt x="1" y="193"/>
                  <a:pt x="1" y="359"/>
                </a:cubicBezTo>
                <a:lnTo>
                  <a:pt x="1" y="2360"/>
                </a:lnTo>
                <a:lnTo>
                  <a:pt x="691" y="2360"/>
                </a:lnTo>
                <a:lnTo>
                  <a:pt x="691" y="335"/>
                </a:lnTo>
                <a:cubicBezTo>
                  <a:pt x="691" y="178"/>
                  <a:pt x="522" y="0"/>
                  <a:pt x="323"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43" name="Google Shape;20343;p95"/>
          <p:cNvGrpSpPr/>
          <p:nvPr/>
        </p:nvGrpSpPr>
        <p:grpSpPr>
          <a:xfrm>
            <a:off x="1748009" y="4021731"/>
            <a:ext cx="368257" cy="310727"/>
            <a:chOff x="1735358" y="4164562"/>
            <a:chExt cx="368257" cy="310727"/>
          </a:xfrm>
        </p:grpSpPr>
        <p:sp>
          <p:nvSpPr>
            <p:cNvPr id="20344" name="Google Shape;20344;p95"/>
            <p:cNvSpPr/>
            <p:nvPr/>
          </p:nvSpPr>
          <p:spPr>
            <a:xfrm>
              <a:off x="1740032" y="4170772"/>
              <a:ext cx="357340" cy="247575"/>
            </a:xfrm>
            <a:custGeom>
              <a:rect b="b" l="l" r="r" t="t"/>
              <a:pathLst>
                <a:path extrusionOk="0" h="7574" w="10932">
                  <a:moveTo>
                    <a:pt x="310" y="1"/>
                  </a:moveTo>
                  <a:cubicBezTo>
                    <a:pt x="167" y="1"/>
                    <a:pt x="1" y="120"/>
                    <a:pt x="1" y="382"/>
                  </a:cubicBezTo>
                  <a:lnTo>
                    <a:pt x="1" y="7383"/>
                  </a:lnTo>
                  <a:cubicBezTo>
                    <a:pt x="1" y="7455"/>
                    <a:pt x="167" y="7574"/>
                    <a:pt x="310" y="7574"/>
                  </a:cubicBezTo>
                  <a:lnTo>
                    <a:pt x="10646" y="7574"/>
                  </a:lnTo>
                  <a:cubicBezTo>
                    <a:pt x="10789" y="7574"/>
                    <a:pt x="10932" y="7455"/>
                    <a:pt x="10932" y="7383"/>
                  </a:cubicBezTo>
                  <a:lnTo>
                    <a:pt x="10932" y="382"/>
                  </a:lnTo>
                  <a:cubicBezTo>
                    <a:pt x="10932" y="144"/>
                    <a:pt x="10812" y="1"/>
                    <a:pt x="1064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95"/>
            <p:cNvSpPr/>
            <p:nvPr/>
          </p:nvSpPr>
          <p:spPr>
            <a:xfrm>
              <a:off x="1740817" y="4171557"/>
              <a:ext cx="357340" cy="39748"/>
            </a:xfrm>
            <a:custGeom>
              <a:rect b="b" l="l" r="r" t="t"/>
              <a:pathLst>
                <a:path extrusionOk="0" h="1216" w="10932">
                  <a:moveTo>
                    <a:pt x="310" y="1"/>
                  </a:moveTo>
                  <a:cubicBezTo>
                    <a:pt x="143" y="1"/>
                    <a:pt x="1" y="143"/>
                    <a:pt x="1" y="286"/>
                  </a:cubicBezTo>
                  <a:lnTo>
                    <a:pt x="1" y="1215"/>
                  </a:lnTo>
                  <a:lnTo>
                    <a:pt x="10931" y="1215"/>
                  </a:lnTo>
                  <a:lnTo>
                    <a:pt x="10931" y="286"/>
                  </a:lnTo>
                  <a:cubicBezTo>
                    <a:pt x="10931" y="120"/>
                    <a:pt x="10788" y="1"/>
                    <a:pt x="10646"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95"/>
            <p:cNvSpPr/>
            <p:nvPr/>
          </p:nvSpPr>
          <p:spPr>
            <a:xfrm>
              <a:off x="2066973" y="4170772"/>
              <a:ext cx="31184" cy="247575"/>
            </a:xfrm>
            <a:custGeom>
              <a:rect b="b" l="l" r="r" t="t"/>
              <a:pathLst>
                <a:path extrusionOk="0" h="7574" w="954">
                  <a:moveTo>
                    <a:pt x="1" y="1"/>
                  </a:moveTo>
                  <a:cubicBezTo>
                    <a:pt x="191" y="1"/>
                    <a:pt x="310" y="144"/>
                    <a:pt x="310" y="382"/>
                  </a:cubicBezTo>
                  <a:lnTo>
                    <a:pt x="310" y="7383"/>
                  </a:lnTo>
                  <a:cubicBezTo>
                    <a:pt x="310" y="7455"/>
                    <a:pt x="167" y="7574"/>
                    <a:pt x="1" y="7574"/>
                  </a:cubicBezTo>
                  <a:lnTo>
                    <a:pt x="668" y="7574"/>
                  </a:lnTo>
                  <a:cubicBezTo>
                    <a:pt x="834" y="7574"/>
                    <a:pt x="953" y="7431"/>
                    <a:pt x="953" y="7383"/>
                  </a:cubicBezTo>
                  <a:lnTo>
                    <a:pt x="953" y="406"/>
                  </a:lnTo>
                  <a:cubicBezTo>
                    <a:pt x="953" y="144"/>
                    <a:pt x="834" y="1"/>
                    <a:pt x="668"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95"/>
            <p:cNvSpPr/>
            <p:nvPr/>
          </p:nvSpPr>
          <p:spPr>
            <a:xfrm>
              <a:off x="2066973" y="4171557"/>
              <a:ext cx="31184" cy="39748"/>
            </a:xfrm>
            <a:custGeom>
              <a:rect b="b" l="l" r="r" t="t"/>
              <a:pathLst>
                <a:path extrusionOk="0" h="1216" w="954">
                  <a:moveTo>
                    <a:pt x="1" y="1"/>
                  </a:moveTo>
                  <a:cubicBezTo>
                    <a:pt x="191" y="1"/>
                    <a:pt x="310" y="143"/>
                    <a:pt x="310" y="286"/>
                  </a:cubicBezTo>
                  <a:lnTo>
                    <a:pt x="310" y="1215"/>
                  </a:lnTo>
                  <a:lnTo>
                    <a:pt x="953" y="1215"/>
                  </a:lnTo>
                  <a:lnTo>
                    <a:pt x="953" y="286"/>
                  </a:lnTo>
                  <a:cubicBezTo>
                    <a:pt x="953" y="120"/>
                    <a:pt x="810" y="1"/>
                    <a:pt x="66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95"/>
            <p:cNvSpPr/>
            <p:nvPr/>
          </p:nvSpPr>
          <p:spPr>
            <a:xfrm>
              <a:off x="1899613" y="4408966"/>
              <a:ext cx="38963" cy="63414"/>
            </a:xfrm>
            <a:custGeom>
              <a:rect b="b" l="l" r="r" t="t"/>
              <a:pathLst>
                <a:path extrusionOk="0" h="1940" w="1192">
                  <a:moveTo>
                    <a:pt x="1" y="1"/>
                  </a:moveTo>
                  <a:lnTo>
                    <a:pt x="1" y="1882"/>
                  </a:lnTo>
                  <a:cubicBezTo>
                    <a:pt x="1" y="1917"/>
                    <a:pt x="39" y="1939"/>
                    <a:pt x="69" y="1939"/>
                  </a:cubicBezTo>
                  <a:cubicBezTo>
                    <a:pt x="80" y="1939"/>
                    <a:pt x="90" y="1936"/>
                    <a:pt x="96" y="1930"/>
                  </a:cubicBezTo>
                  <a:lnTo>
                    <a:pt x="572" y="1692"/>
                  </a:lnTo>
                  <a:lnTo>
                    <a:pt x="644" y="1692"/>
                  </a:lnTo>
                  <a:lnTo>
                    <a:pt x="1120" y="1930"/>
                  </a:lnTo>
                  <a:cubicBezTo>
                    <a:pt x="1144" y="1930"/>
                    <a:pt x="1191" y="1930"/>
                    <a:pt x="1168" y="1882"/>
                  </a:cubicBezTo>
                  <a:lnTo>
                    <a:pt x="1168" y="1"/>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95"/>
            <p:cNvSpPr/>
            <p:nvPr/>
          </p:nvSpPr>
          <p:spPr>
            <a:xfrm>
              <a:off x="1873136" y="4346696"/>
              <a:ext cx="94238" cy="93454"/>
            </a:xfrm>
            <a:custGeom>
              <a:rect b="b" l="l" r="r" t="t"/>
              <a:pathLst>
                <a:path extrusionOk="0" h="2859" w="2883">
                  <a:moveTo>
                    <a:pt x="1454" y="1"/>
                  </a:moveTo>
                  <a:cubicBezTo>
                    <a:pt x="1263" y="1"/>
                    <a:pt x="1120" y="215"/>
                    <a:pt x="977" y="263"/>
                  </a:cubicBezTo>
                  <a:cubicBezTo>
                    <a:pt x="787" y="334"/>
                    <a:pt x="549" y="287"/>
                    <a:pt x="430" y="406"/>
                  </a:cubicBezTo>
                  <a:cubicBezTo>
                    <a:pt x="311" y="525"/>
                    <a:pt x="334" y="763"/>
                    <a:pt x="287" y="953"/>
                  </a:cubicBezTo>
                  <a:cubicBezTo>
                    <a:pt x="215" y="1096"/>
                    <a:pt x="1" y="1239"/>
                    <a:pt x="1" y="1430"/>
                  </a:cubicBezTo>
                  <a:cubicBezTo>
                    <a:pt x="1" y="1596"/>
                    <a:pt x="215" y="1763"/>
                    <a:pt x="287" y="1906"/>
                  </a:cubicBezTo>
                  <a:cubicBezTo>
                    <a:pt x="334" y="2073"/>
                    <a:pt x="311" y="2311"/>
                    <a:pt x="430" y="2430"/>
                  </a:cubicBezTo>
                  <a:cubicBezTo>
                    <a:pt x="549" y="2549"/>
                    <a:pt x="787" y="2525"/>
                    <a:pt x="977" y="2597"/>
                  </a:cubicBezTo>
                  <a:cubicBezTo>
                    <a:pt x="1120" y="2644"/>
                    <a:pt x="1263" y="2858"/>
                    <a:pt x="1454" y="2858"/>
                  </a:cubicBezTo>
                  <a:cubicBezTo>
                    <a:pt x="1620" y="2858"/>
                    <a:pt x="1763" y="2644"/>
                    <a:pt x="1906" y="2597"/>
                  </a:cubicBezTo>
                  <a:cubicBezTo>
                    <a:pt x="2097" y="2525"/>
                    <a:pt x="2335" y="2549"/>
                    <a:pt x="2454" y="2430"/>
                  </a:cubicBezTo>
                  <a:cubicBezTo>
                    <a:pt x="2573" y="2311"/>
                    <a:pt x="2549" y="2073"/>
                    <a:pt x="2597" y="1906"/>
                  </a:cubicBezTo>
                  <a:cubicBezTo>
                    <a:pt x="2668" y="1763"/>
                    <a:pt x="2883" y="1596"/>
                    <a:pt x="2883" y="1430"/>
                  </a:cubicBezTo>
                  <a:cubicBezTo>
                    <a:pt x="2883" y="1239"/>
                    <a:pt x="2668" y="1096"/>
                    <a:pt x="2597" y="953"/>
                  </a:cubicBezTo>
                  <a:cubicBezTo>
                    <a:pt x="2549" y="763"/>
                    <a:pt x="2573" y="525"/>
                    <a:pt x="2454" y="406"/>
                  </a:cubicBezTo>
                  <a:cubicBezTo>
                    <a:pt x="2335" y="287"/>
                    <a:pt x="2097" y="334"/>
                    <a:pt x="1906" y="263"/>
                  </a:cubicBezTo>
                  <a:cubicBezTo>
                    <a:pt x="1763" y="215"/>
                    <a:pt x="1620" y="1"/>
                    <a:pt x="145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95"/>
            <p:cNvSpPr/>
            <p:nvPr/>
          </p:nvSpPr>
          <p:spPr>
            <a:xfrm>
              <a:off x="1899613" y="4373958"/>
              <a:ext cx="38963" cy="38931"/>
            </a:xfrm>
            <a:custGeom>
              <a:rect b="b" l="l" r="r" t="t"/>
              <a:pathLst>
                <a:path extrusionOk="0" h="1191" w="1192">
                  <a:moveTo>
                    <a:pt x="596" y="0"/>
                  </a:moveTo>
                  <a:cubicBezTo>
                    <a:pt x="263" y="0"/>
                    <a:pt x="1" y="262"/>
                    <a:pt x="1" y="596"/>
                  </a:cubicBezTo>
                  <a:cubicBezTo>
                    <a:pt x="1" y="929"/>
                    <a:pt x="263" y="1191"/>
                    <a:pt x="596" y="1191"/>
                  </a:cubicBezTo>
                  <a:cubicBezTo>
                    <a:pt x="929" y="1191"/>
                    <a:pt x="1191" y="929"/>
                    <a:pt x="1191" y="596"/>
                  </a:cubicBezTo>
                  <a:cubicBezTo>
                    <a:pt x="1191" y="262"/>
                    <a:pt x="929" y="0"/>
                    <a:pt x="596"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95"/>
            <p:cNvSpPr/>
            <p:nvPr/>
          </p:nvSpPr>
          <p:spPr>
            <a:xfrm>
              <a:off x="2010162" y="4184011"/>
              <a:ext cx="11702" cy="11702"/>
            </a:xfrm>
            <a:custGeom>
              <a:rect b="b" l="l" r="r" t="t"/>
              <a:pathLst>
                <a:path extrusionOk="0" h="358" w="358">
                  <a:moveTo>
                    <a:pt x="167" y="1"/>
                  </a:moveTo>
                  <a:cubicBezTo>
                    <a:pt x="72" y="1"/>
                    <a:pt x="0" y="72"/>
                    <a:pt x="0" y="191"/>
                  </a:cubicBezTo>
                  <a:cubicBezTo>
                    <a:pt x="0" y="286"/>
                    <a:pt x="72" y="358"/>
                    <a:pt x="167" y="358"/>
                  </a:cubicBezTo>
                  <a:cubicBezTo>
                    <a:pt x="262" y="358"/>
                    <a:pt x="358" y="286"/>
                    <a:pt x="358" y="191"/>
                  </a:cubicBezTo>
                  <a:cubicBezTo>
                    <a:pt x="358" y="72"/>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95"/>
            <p:cNvSpPr/>
            <p:nvPr/>
          </p:nvSpPr>
          <p:spPr>
            <a:xfrm>
              <a:off x="2035070" y="4184011"/>
              <a:ext cx="11702" cy="11702"/>
            </a:xfrm>
            <a:custGeom>
              <a:rect b="b" l="l" r="r" t="t"/>
              <a:pathLst>
                <a:path extrusionOk="0" h="358" w="358">
                  <a:moveTo>
                    <a:pt x="167" y="1"/>
                  </a:moveTo>
                  <a:cubicBezTo>
                    <a:pt x="72" y="1"/>
                    <a:pt x="0" y="72"/>
                    <a:pt x="0" y="191"/>
                  </a:cubicBezTo>
                  <a:cubicBezTo>
                    <a:pt x="0" y="286"/>
                    <a:pt x="72" y="358"/>
                    <a:pt x="167" y="358"/>
                  </a:cubicBezTo>
                  <a:cubicBezTo>
                    <a:pt x="286" y="358"/>
                    <a:pt x="358" y="286"/>
                    <a:pt x="358" y="191"/>
                  </a:cubicBezTo>
                  <a:cubicBezTo>
                    <a:pt x="358" y="72"/>
                    <a:pt x="286"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95"/>
            <p:cNvSpPr/>
            <p:nvPr/>
          </p:nvSpPr>
          <p:spPr>
            <a:xfrm>
              <a:off x="2061547" y="4184011"/>
              <a:ext cx="11702" cy="11702"/>
            </a:xfrm>
            <a:custGeom>
              <a:rect b="b" l="l" r="r" t="t"/>
              <a:pathLst>
                <a:path extrusionOk="0" h="358" w="358">
                  <a:moveTo>
                    <a:pt x="167" y="1"/>
                  </a:moveTo>
                  <a:cubicBezTo>
                    <a:pt x="72" y="1"/>
                    <a:pt x="0" y="72"/>
                    <a:pt x="0" y="191"/>
                  </a:cubicBezTo>
                  <a:cubicBezTo>
                    <a:pt x="0" y="286"/>
                    <a:pt x="72" y="358"/>
                    <a:pt x="167" y="358"/>
                  </a:cubicBezTo>
                  <a:cubicBezTo>
                    <a:pt x="262" y="358"/>
                    <a:pt x="357" y="286"/>
                    <a:pt x="357" y="191"/>
                  </a:cubicBezTo>
                  <a:cubicBezTo>
                    <a:pt x="357" y="72"/>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95"/>
            <p:cNvSpPr/>
            <p:nvPr/>
          </p:nvSpPr>
          <p:spPr>
            <a:xfrm>
              <a:off x="1894938" y="4369283"/>
              <a:ext cx="49848" cy="48279"/>
            </a:xfrm>
            <a:custGeom>
              <a:rect b="b" l="l" r="r" t="t"/>
              <a:pathLst>
                <a:path extrusionOk="0" h="1477" w="1525">
                  <a:moveTo>
                    <a:pt x="739" y="310"/>
                  </a:moveTo>
                  <a:cubicBezTo>
                    <a:pt x="977" y="310"/>
                    <a:pt x="1168" y="500"/>
                    <a:pt x="1168" y="739"/>
                  </a:cubicBezTo>
                  <a:cubicBezTo>
                    <a:pt x="1168" y="977"/>
                    <a:pt x="977" y="1143"/>
                    <a:pt x="739" y="1143"/>
                  </a:cubicBezTo>
                  <a:cubicBezTo>
                    <a:pt x="501" y="1143"/>
                    <a:pt x="334" y="977"/>
                    <a:pt x="334" y="739"/>
                  </a:cubicBezTo>
                  <a:cubicBezTo>
                    <a:pt x="334" y="500"/>
                    <a:pt x="501" y="310"/>
                    <a:pt x="739" y="310"/>
                  </a:cubicBezTo>
                  <a:close/>
                  <a:moveTo>
                    <a:pt x="739" y="0"/>
                  </a:moveTo>
                  <a:cubicBezTo>
                    <a:pt x="334" y="0"/>
                    <a:pt x="1" y="310"/>
                    <a:pt x="1" y="739"/>
                  </a:cubicBezTo>
                  <a:cubicBezTo>
                    <a:pt x="1" y="1143"/>
                    <a:pt x="334" y="1477"/>
                    <a:pt x="739" y="1477"/>
                  </a:cubicBezTo>
                  <a:cubicBezTo>
                    <a:pt x="1168" y="1477"/>
                    <a:pt x="1501" y="1143"/>
                    <a:pt x="1501" y="739"/>
                  </a:cubicBezTo>
                  <a:cubicBezTo>
                    <a:pt x="1525" y="310"/>
                    <a:pt x="1168"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95"/>
            <p:cNvSpPr/>
            <p:nvPr/>
          </p:nvSpPr>
          <p:spPr>
            <a:xfrm>
              <a:off x="1735358" y="4164562"/>
              <a:ext cx="368257" cy="310727"/>
            </a:xfrm>
            <a:custGeom>
              <a:rect b="b" l="l" r="r" t="t"/>
              <a:pathLst>
                <a:path extrusionOk="0" h="9506" w="11266">
                  <a:moveTo>
                    <a:pt x="5669" y="5739"/>
                  </a:moveTo>
                  <a:cubicBezTo>
                    <a:pt x="5716" y="5739"/>
                    <a:pt x="5788" y="5811"/>
                    <a:pt x="5859" y="5859"/>
                  </a:cubicBezTo>
                  <a:cubicBezTo>
                    <a:pt x="5931" y="5930"/>
                    <a:pt x="6026" y="5978"/>
                    <a:pt x="6074" y="6025"/>
                  </a:cubicBezTo>
                  <a:cubicBezTo>
                    <a:pt x="6169" y="6049"/>
                    <a:pt x="6264" y="6073"/>
                    <a:pt x="6335" y="6073"/>
                  </a:cubicBezTo>
                  <a:cubicBezTo>
                    <a:pt x="6431" y="6073"/>
                    <a:pt x="6526" y="6097"/>
                    <a:pt x="6550" y="6144"/>
                  </a:cubicBezTo>
                  <a:cubicBezTo>
                    <a:pt x="6574" y="6168"/>
                    <a:pt x="6621" y="6263"/>
                    <a:pt x="6621" y="6335"/>
                  </a:cubicBezTo>
                  <a:cubicBezTo>
                    <a:pt x="6621" y="6430"/>
                    <a:pt x="6645" y="6525"/>
                    <a:pt x="6669" y="6621"/>
                  </a:cubicBezTo>
                  <a:cubicBezTo>
                    <a:pt x="6693" y="6692"/>
                    <a:pt x="6764" y="6763"/>
                    <a:pt x="6812" y="6811"/>
                  </a:cubicBezTo>
                  <a:cubicBezTo>
                    <a:pt x="6883" y="6883"/>
                    <a:pt x="6931" y="6978"/>
                    <a:pt x="6931" y="7025"/>
                  </a:cubicBezTo>
                  <a:cubicBezTo>
                    <a:pt x="6931" y="7097"/>
                    <a:pt x="6883" y="7145"/>
                    <a:pt x="6812" y="7240"/>
                  </a:cubicBezTo>
                  <a:cubicBezTo>
                    <a:pt x="6764" y="7287"/>
                    <a:pt x="6693" y="7383"/>
                    <a:pt x="6669" y="7454"/>
                  </a:cubicBezTo>
                  <a:cubicBezTo>
                    <a:pt x="6645" y="7526"/>
                    <a:pt x="6621" y="7621"/>
                    <a:pt x="6621" y="7716"/>
                  </a:cubicBezTo>
                  <a:cubicBezTo>
                    <a:pt x="6621" y="7787"/>
                    <a:pt x="6574" y="7883"/>
                    <a:pt x="6550" y="7930"/>
                  </a:cubicBezTo>
                  <a:cubicBezTo>
                    <a:pt x="6526" y="7954"/>
                    <a:pt x="6431" y="7978"/>
                    <a:pt x="6335" y="7978"/>
                  </a:cubicBezTo>
                  <a:cubicBezTo>
                    <a:pt x="6264" y="7978"/>
                    <a:pt x="6169" y="8002"/>
                    <a:pt x="6074" y="8049"/>
                  </a:cubicBezTo>
                  <a:cubicBezTo>
                    <a:pt x="5978" y="8073"/>
                    <a:pt x="5931" y="8121"/>
                    <a:pt x="5859" y="8192"/>
                  </a:cubicBezTo>
                  <a:cubicBezTo>
                    <a:pt x="5812" y="8240"/>
                    <a:pt x="5716" y="8311"/>
                    <a:pt x="5669" y="8311"/>
                  </a:cubicBezTo>
                  <a:cubicBezTo>
                    <a:pt x="5597" y="8311"/>
                    <a:pt x="5550" y="8240"/>
                    <a:pt x="5454" y="8192"/>
                  </a:cubicBezTo>
                  <a:cubicBezTo>
                    <a:pt x="5383" y="8121"/>
                    <a:pt x="5311" y="8073"/>
                    <a:pt x="5240" y="8049"/>
                  </a:cubicBezTo>
                  <a:cubicBezTo>
                    <a:pt x="5145" y="8002"/>
                    <a:pt x="5073" y="7978"/>
                    <a:pt x="4978" y="7978"/>
                  </a:cubicBezTo>
                  <a:cubicBezTo>
                    <a:pt x="4883" y="7978"/>
                    <a:pt x="4788" y="7954"/>
                    <a:pt x="4764" y="7930"/>
                  </a:cubicBezTo>
                  <a:cubicBezTo>
                    <a:pt x="4740" y="7883"/>
                    <a:pt x="4716" y="7811"/>
                    <a:pt x="4716" y="7716"/>
                  </a:cubicBezTo>
                  <a:cubicBezTo>
                    <a:pt x="4716" y="7621"/>
                    <a:pt x="4668" y="7526"/>
                    <a:pt x="4645" y="7454"/>
                  </a:cubicBezTo>
                  <a:cubicBezTo>
                    <a:pt x="4621" y="7359"/>
                    <a:pt x="4549" y="7287"/>
                    <a:pt x="4502" y="7240"/>
                  </a:cubicBezTo>
                  <a:cubicBezTo>
                    <a:pt x="4430" y="7168"/>
                    <a:pt x="4383" y="7097"/>
                    <a:pt x="4383" y="7025"/>
                  </a:cubicBezTo>
                  <a:cubicBezTo>
                    <a:pt x="4383" y="6978"/>
                    <a:pt x="4430" y="6906"/>
                    <a:pt x="4502" y="6811"/>
                  </a:cubicBezTo>
                  <a:cubicBezTo>
                    <a:pt x="4549" y="6763"/>
                    <a:pt x="4621" y="6668"/>
                    <a:pt x="4645" y="6621"/>
                  </a:cubicBezTo>
                  <a:cubicBezTo>
                    <a:pt x="4668" y="6525"/>
                    <a:pt x="4716" y="6430"/>
                    <a:pt x="4716" y="6335"/>
                  </a:cubicBezTo>
                  <a:cubicBezTo>
                    <a:pt x="4716" y="6263"/>
                    <a:pt x="4740" y="6168"/>
                    <a:pt x="4764" y="6144"/>
                  </a:cubicBezTo>
                  <a:cubicBezTo>
                    <a:pt x="4788" y="6097"/>
                    <a:pt x="4883" y="6073"/>
                    <a:pt x="4978" y="6073"/>
                  </a:cubicBezTo>
                  <a:cubicBezTo>
                    <a:pt x="5073" y="6073"/>
                    <a:pt x="5145" y="6049"/>
                    <a:pt x="5240" y="6025"/>
                  </a:cubicBezTo>
                  <a:cubicBezTo>
                    <a:pt x="5335" y="5978"/>
                    <a:pt x="5383" y="5930"/>
                    <a:pt x="5454" y="5859"/>
                  </a:cubicBezTo>
                  <a:cubicBezTo>
                    <a:pt x="5502" y="5811"/>
                    <a:pt x="5597" y="5739"/>
                    <a:pt x="5669" y="5739"/>
                  </a:cubicBezTo>
                  <a:close/>
                  <a:moveTo>
                    <a:pt x="6074" y="8430"/>
                  </a:moveTo>
                  <a:lnTo>
                    <a:pt x="6074" y="9169"/>
                  </a:lnTo>
                  <a:lnTo>
                    <a:pt x="5740" y="9026"/>
                  </a:lnTo>
                  <a:cubicBezTo>
                    <a:pt x="5716" y="9002"/>
                    <a:pt x="5687" y="8990"/>
                    <a:pt x="5657" y="8990"/>
                  </a:cubicBezTo>
                  <a:cubicBezTo>
                    <a:pt x="5627" y="8990"/>
                    <a:pt x="5597" y="9002"/>
                    <a:pt x="5573" y="9026"/>
                  </a:cubicBezTo>
                  <a:lnTo>
                    <a:pt x="5240" y="9169"/>
                  </a:lnTo>
                  <a:lnTo>
                    <a:pt x="5240" y="8430"/>
                  </a:lnTo>
                  <a:cubicBezTo>
                    <a:pt x="5359" y="8526"/>
                    <a:pt x="5478" y="8645"/>
                    <a:pt x="5669" y="8645"/>
                  </a:cubicBezTo>
                  <a:cubicBezTo>
                    <a:pt x="5835" y="8645"/>
                    <a:pt x="5954" y="8526"/>
                    <a:pt x="6074" y="8430"/>
                  </a:cubicBezTo>
                  <a:close/>
                  <a:moveTo>
                    <a:pt x="477" y="0"/>
                  </a:moveTo>
                  <a:cubicBezTo>
                    <a:pt x="215" y="0"/>
                    <a:pt x="1" y="238"/>
                    <a:pt x="1" y="572"/>
                  </a:cubicBezTo>
                  <a:lnTo>
                    <a:pt x="1" y="7573"/>
                  </a:lnTo>
                  <a:cubicBezTo>
                    <a:pt x="1" y="7740"/>
                    <a:pt x="239" y="7954"/>
                    <a:pt x="477" y="7954"/>
                  </a:cubicBezTo>
                  <a:lnTo>
                    <a:pt x="2406" y="7954"/>
                  </a:lnTo>
                  <a:cubicBezTo>
                    <a:pt x="2501" y="7954"/>
                    <a:pt x="2549" y="7883"/>
                    <a:pt x="2597" y="7811"/>
                  </a:cubicBezTo>
                  <a:cubicBezTo>
                    <a:pt x="2597" y="7716"/>
                    <a:pt x="2525" y="7621"/>
                    <a:pt x="2430" y="7621"/>
                  </a:cubicBezTo>
                  <a:lnTo>
                    <a:pt x="501" y="7621"/>
                  </a:lnTo>
                  <a:cubicBezTo>
                    <a:pt x="453" y="7621"/>
                    <a:pt x="382" y="7597"/>
                    <a:pt x="358" y="7573"/>
                  </a:cubicBezTo>
                  <a:lnTo>
                    <a:pt x="358" y="1620"/>
                  </a:lnTo>
                  <a:lnTo>
                    <a:pt x="5931" y="1620"/>
                  </a:lnTo>
                  <a:cubicBezTo>
                    <a:pt x="5978" y="1620"/>
                    <a:pt x="6074" y="1548"/>
                    <a:pt x="6074" y="1501"/>
                  </a:cubicBezTo>
                  <a:cubicBezTo>
                    <a:pt x="6097" y="1381"/>
                    <a:pt x="6002" y="1262"/>
                    <a:pt x="5931" y="1262"/>
                  </a:cubicBezTo>
                  <a:lnTo>
                    <a:pt x="334" y="1262"/>
                  </a:lnTo>
                  <a:lnTo>
                    <a:pt x="334" y="572"/>
                  </a:lnTo>
                  <a:cubicBezTo>
                    <a:pt x="334" y="500"/>
                    <a:pt x="334" y="334"/>
                    <a:pt x="477" y="334"/>
                  </a:cubicBezTo>
                  <a:lnTo>
                    <a:pt x="10813" y="334"/>
                  </a:lnTo>
                  <a:cubicBezTo>
                    <a:pt x="10932" y="334"/>
                    <a:pt x="10955" y="500"/>
                    <a:pt x="10955" y="572"/>
                  </a:cubicBezTo>
                  <a:lnTo>
                    <a:pt x="10955" y="1262"/>
                  </a:lnTo>
                  <a:lnTo>
                    <a:pt x="6621" y="1262"/>
                  </a:lnTo>
                  <a:cubicBezTo>
                    <a:pt x="6526" y="1262"/>
                    <a:pt x="6455" y="1310"/>
                    <a:pt x="6431" y="1405"/>
                  </a:cubicBezTo>
                  <a:cubicBezTo>
                    <a:pt x="6431" y="1501"/>
                    <a:pt x="6502" y="1572"/>
                    <a:pt x="6574" y="1572"/>
                  </a:cubicBezTo>
                  <a:lnTo>
                    <a:pt x="10932" y="1572"/>
                  </a:lnTo>
                  <a:lnTo>
                    <a:pt x="10932" y="7526"/>
                  </a:lnTo>
                  <a:cubicBezTo>
                    <a:pt x="10908" y="7573"/>
                    <a:pt x="10860" y="7597"/>
                    <a:pt x="10789" y="7597"/>
                  </a:cubicBezTo>
                  <a:lnTo>
                    <a:pt x="6931" y="7597"/>
                  </a:lnTo>
                  <a:cubicBezTo>
                    <a:pt x="6931" y="7597"/>
                    <a:pt x="6931" y="7526"/>
                    <a:pt x="6978" y="7526"/>
                  </a:cubicBezTo>
                  <a:cubicBezTo>
                    <a:pt x="7002" y="7502"/>
                    <a:pt x="7026" y="7454"/>
                    <a:pt x="7050" y="7383"/>
                  </a:cubicBezTo>
                  <a:cubicBezTo>
                    <a:pt x="7145" y="7264"/>
                    <a:pt x="7240" y="7145"/>
                    <a:pt x="7240" y="6978"/>
                  </a:cubicBezTo>
                  <a:cubicBezTo>
                    <a:pt x="7240" y="6787"/>
                    <a:pt x="7145" y="6668"/>
                    <a:pt x="7050" y="6549"/>
                  </a:cubicBezTo>
                  <a:cubicBezTo>
                    <a:pt x="7026" y="6502"/>
                    <a:pt x="6978" y="6454"/>
                    <a:pt x="6978" y="6406"/>
                  </a:cubicBezTo>
                  <a:cubicBezTo>
                    <a:pt x="6931" y="6335"/>
                    <a:pt x="6931" y="6287"/>
                    <a:pt x="6931" y="6216"/>
                  </a:cubicBezTo>
                  <a:cubicBezTo>
                    <a:pt x="6907" y="6073"/>
                    <a:pt x="6907" y="5930"/>
                    <a:pt x="6788" y="5811"/>
                  </a:cubicBezTo>
                  <a:cubicBezTo>
                    <a:pt x="6669" y="5692"/>
                    <a:pt x="6526" y="5668"/>
                    <a:pt x="6383" y="5668"/>
                  </a:cubicBezTo>
                  <a:cubicBezTo>
                    <a:pt x="6312" y="5668"/>
                    <a:pt x="6216" y="5620"/>
                    <a:pt x="6193" y="5620"/>
                  </a:cubicBezTo>
                  <a:cubicBezTo>
                    <a:pt x="6169" y="5597"/>
                    <a:pt x="6097" y="5573"/>
                    <a:pt x="6050" y="5549"/>
                  </a:cubicBezTo>
                  <a:cubicBezTo>
                    <a:pt x="5931" y="5454"/>
                    <a:pt x="5812" y="5358"/>
                    <a:pt x="5621" y="5358"/>
                  </a:cubicBezTo>
                  <a:cubicBezTo>
                    <a:pt x="5454" y="5358"/>
                    <a:pt x="5335" y="5454"/>
                    <a:pt x="5216" y="5549"/>
                  </a:cubicBezTo>
                  <a:cubicBezTo>
                    <a:pt x="5145" y="5573"/>
                    <a:pt x="5121" y="5620"/>
                    <a:pt x="5073" y="5620"/>
                  </a:cubicBezTo>
                  <a:cubicBezTo>
                    <a:pt x="5002" y="5668"/>
                    <a:pt x="4930" y="5668"/>
                    <a:pt x="4883" y="5668"/>
                  </a:cubicBezTo>
                  <a:cubicBezTo>
                    <a:pt x="4740" y="5692"/>
                    <a:pt x="4597" y="5692"/>
                    <a:pt x="4478" y="5811"/>
                  </a:cubicBezTo>
                  <a:cubicBezTo>
                    <a:pt x="4335" y="5930"/>
                    <a:pt x="4311" y="6073"/>
                    <a:pt x="4311" y="6216"/>
                  </a:cubicBezTo>
                  <a:cubicBezTo>
                    <a:pt x="4311" y="6287"/>
                    <a:pt x="4287" y="6382"/>
                    <a:pt x="4287" y="6406"/>
                  </a:cubicBezTo>
                  <a:cubicBezTo>
                    <a:pt x="4264" y="6430"/>
                    <a:pt x="4240" y="6502"/>
                    <a:pt x="4192" y="6549"/>
                  </a:cubicBezTo>
                  <a:cubicBezTo>
                    <a:pt x="4097" y="6668"/>
                    <a:pt x="4025" y="6787"/>
                    <a:pt x="4025" y="6978"/>
                  </a:cubicBezTo>
                  <a:cubicBezTo>
                    <a:pt x="4025" y="7145"/>
                    <a:pt x="4121" y="7264"/>
                    <a:pt x="4192" y="7383"/>
                  </a:cubicBezTo>
                  <a:cubicBezTo>
                    <a:pt x="4216" y="7454"/>
                    <a:pt x="4287" y="7478"/>
                    <a:pt x="4287" y="7526"/>
                  </a:cubicBezTo>
                  <a:cubicBezTo>
                    <a:pt x="4287" y="7573"/>
                    <a:pt x="4287" y="7573"/>
                    <a:pt x="4311" y="7597"/>
                  </a:cubicBezTo>
                  <a:lnTo>
                    <a:pt x="3073" y="7597"/>
                  </a:lnTo>
                  <a:cubicBezTo>
                    <a:pt x="2978" y="7597"/>
                    <a:pt x="2882" y="7645"/>
                    <a:pt x="2882" y="7740"/>
                  </a:cubicBezTo>
                  <a:cubicBezTo>
                    <a:pt x="2882" y="7818"/>
                    <a:pt x="2930" y="7895"/>
                    <a:pt x="3012" y="7895"/>
                  </a:cubicBezTo>
                  <a:cubicBezTo>
                    <a:pt x="3031" y="7895"/>
                    <a:pt x="3051" y="7891"/>
                    <a:pt x="3073" y="7883"/>
                  </a:cubicBezTo>
                  <a:lnTo>
                    <a:pt x="4383" y="7883"/>
                  </a:lnTo>
                  <a:cubicBezTo>
                    <a:pt x="4407" y="7978"/>
                    <a:pt x="4430" y="8049"/>
                    <a:pt x="4502" y="8097"/>
                  </a:cubicBezTo>
                  <a:cubicBezTo>
                    <a:pt x="4621" y="8216"/>
                    <a:pt x="4764" y="8216"/>
                    <a:pt x="4883" y="8240"/>
                  </a:cubicBezTo>
                  <a:lnTo>
                    <a:pt x="4883" y="9288"/>
                  </a:lnTo>
                  <a:cubicBezTo>
                    <a:pt x="4883" y="9383"/>
                    <a:pt x="4907" y="9431"/>
                    <a:pt x="4978" y="9478"/>
                  </a:cubicBezTo>
                  <a:cubicBezTo>
                    <a:pt x="5006" y="9492"/>
                    <a:pt x="5049" y="9506"/>
                    <a:pt x="5094" y="9506"/>
                  </a:cubicBezTo>
                  <a:cubicBezTo>
                    <a:pt x="5128" y="9506"/>
                    <a:pt x="5162" y="9498"/>
                    <a:pt x="5192" y="9478"/>
                  </a:cubicBezTo>
                  <a:lnTo>
                    <a:pt x="5621" y="9264"/>
                  </a:lnTo>
                  <a:lnTo>
                    <a:pt x="6074" y="9478"/>
                  </a:lnTo>
                  <a:cubicBezTo>
                    <a:pt x="6097" y="9478"/>
                    <a:pt x="6145" y="9502"/>
                    <a:pt x="6169" y="9502"/>
                  </a:cubicBezTo>
                  <a:cubicBezTo>
                    <a:pt x="6193" y="9502"/>
                    <a:pt x="6264" y="9502"/>
                    <a:pt x="6288" y="9478"/>
                  </a:cubicBezTo>
                  <a:cubicBezTo>
                    <a:pt x="6335" y="9431"/>
                    <a:pt x="6383" y="9359"/>
                    <a:pt x="6383" y="9288"/>
                  </a:cubicBezTo>
                  <a:lnTo>
                    <a:pt x="6383" y="8240"/>
                  </a:lnTo>
                  <a:cubicBezTo>
                    <a:pt x="6526" y="8216"/>
                    <a:pt x="6669" y="8216"/>
                    <a:pt x="6764" y="8097"/>
                  </a:cubicBezTo>
                  <a:cubicBezTo>
                    <a:pt x="6812" y="8049"/>
                    <a:pt x="6883" y="7883"/>
                    <a:pt x="6883" y="7883"/>
                  </a:cubicBezTo>
                  <a:lnTo>
                    <a:pt x="10789" y="7883"/>
                  </a:lnTo>
                  <a:cubicBezTo>
                    <a:pt x="11027" y="7883"/>
                    <a:pt x="11265" y="7716"/>
                    <a:pt x="11265" y="7502"/>
                  </a:cubicBezTo>
                  <a:lnTo>
                    <a:pt x="11265" y="500"/>
                  </a:lnTo>
                  <a:cubicBezTo>
                    <a:pt x="11265" y="238"/>
                    <a:pt x="11075" y="0"/>
                    <a:pt x="10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95"/>
            <p:cNvSpPr/>
            <p:nvPr/>
          </p:nvSpPr>
          <p:spPr>
            <a:xfrm>
              <a:off x="1859930" y="4249386"/>
              <a:ext cx="119113" cy="10950"/>
            </a:xfrm>
            <a:custGeom>
              <a:rect b="b" l="l" r="r" t="t"/>
              <a:pathLst>
                <a:path extrusionOk="0" h="335" w="3644">
                  <a:moveTo>
                    <a:pt x="191" y="1"/>
                  </a:moveTo>
                  <a:cubicBezTo>
                    <a:pt x="95" y="1"/>
                    <a:pt x="24" y="49"/>
                    <a:pt x="0" y="144"/>
                  </a:cubicBezTo>
                  <a:cubicBezTo>
                    <a:pt x="0" y="239"/>
                    <a:pt x="72" y="334"/>
                    <a:pt x="143" y="334"/>
                  </a:cubicBezTo>
                  <a:lnTo>
                    <a:pt x="3453" y="334"/>
                  </a:lnTo>
                  <a:cubicBezTo>
                    <a:pt x="3549" y="334"/>
                    <a:pt x="3644" y="239"/>
                    <a:pt x="3596" y="144"/>
                  </a:cubicBezTo>
                  <a:cubicBezTo>
                    <a:pt x="3596" y="49"/>
                    <a:pt x="3501" y="1"/>
                    <a:pt x="3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95"/>
            <p:cNvSpPr/>
            <p:nvPr/>
          </p:nvSpPr>
          <p:spPr>
            <a:xfrm>
              <a:off x="1860682" y="4303124"/>
              <a:ext cx="119146" cy="10133"/>
            </a:xfrm>
            <a:custGeom>
              <a:rect b="b" l="l" r="r" t="t"/>
              <a:pathLst>
                <a:path extrusionOk="0" h="310" w="3645">
                  <a:moveTo>
                    <a:pt x="191" y="0"/>
                  </a:moveTo>
                  <a:cubicBezTo>
                    <a:pt x="96" y="0"/>
                    <a:pt x="1" y="72"/>
                    <a:pt x="49" y="167"/>
                  </a:cubicBezTo>
                  <a:cubicBezTo>
                    <a:pt x="49" y="262"/>
                    <a:pt x="120" y="310"/>
                    <a:pt x="215" y="310"/>
                  </a:cubicBezTo>
                  <a:lnTo>
                    <a:pt x="3454" y="310"/>
                  </a:lnTo>
                  <a:cubicBezTo>
                    <a:pt x="3549" y="310"/>
                    <a:pt x="3621" y="262"/>
                    <a:pt x="3645" y="167"/>
                  </a:cubicBezTo>
                  <a:cubicBezTo>
                    <a:pt x="3645" y="72"/>
                    <a:pt x="3573" y="0"/>
                    <a:pt x="35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95"/>
            <p:cNvSpPr/>
            <p:nvPr/>
          </p:nvSpPr>
          <p:spPr>
            <a:xfrm>
              <a:off x="1813220" y="4274326"/>
              <a:ext cx="213319" cy="10918"/>
            </a:xfrm>
            <a:custGeom>
              <a:rect b="b" l="l" r="r" t="t"/>
              <a:pathLst>
                <a:path extrusionOk="0" h="334" w="6526">
                  <a:moveTo>
                    <a:pt x="191" y="0"/>
                  </a:moveTo>
                  <a:cubicBezTo>
                    <a:pt x="96" y="0"/>
                    <a:pt x="0" y="95"/>
                    <a:pt x="24" y="191"/>
                  </a:cubicBezTo>
                  <a:cubicBezTo>
                    <a:pt x="0" y="286"/>
                    <a:pt x="96" y="333"/>
                    <a:pt x="143" y="333"/>
                  </a:cubicBezTo>
                  <a:lnTo>
                    <a:pt x="6335" y="333"/>
                  </a:lnTo>
                  <a:cubicBezTo>
                    <a:pt x="6430" y="333"/>
                    <a:pt x="6502" y="286"/>
                    <a:pt x="6525" y="191"/>
                  </a:cubicBezTo>
                  <a:cubicBezTo>
                    <a:pt x="6525" y="95"/>
                    <a:pt x="6454" y="0"/>
                    <a:pt x="63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95"/>
            <p:cNvSpPr/>
            <p:nvPr/>
          </p:nvSpPr>
          <p:spPr>
            <a:xfrm>
              <a:off x="2000029" y="4349148"/>
              <a:ext cx="54523" cy="36512"/>
            </a:xfrm>
            <a:custGeom>
              <a:rect b="b" l="l" r="r" t="t"/>
              <a:pathLst>
                <a:path extrusionOk="0" h="1117" w="1668">
                  <a:moveTo>
                    <a:pt x="736" y="1"/>
                  </a:moveTo>
                  <a:cubicBezTo>
                    <a:pt x="721" y="1"/>
                    <a:pt x="706" y="6"/>
                    <a:pt x="691" y="21"/>
                  </a:cubicBezTo>
                  <a:cubicBezTo>
                    <a:pt x="501" y="45"/>
                    <a:pt x="239" y="354"/>
                    <a:pt x="72" y="640"/>
                  </a:cubicBezTo>
                  <a:cubicBezTo>
                    <a:pt x="1" y="735"/>
                    <a:pt x="25" y="807"/>
                    <a:pt x="96" y="878"/>
                  </a:cubicBezTo>
                  <a:cubicBezTo>
                    <a:pt x="132" y="897"/>
                    <a:pt x="165" y="904"/>
                    <a:pt x="196" y="904"/>
                  </a:cubicBezTo>
                  <a:cubicBezTo>
                    <a:pt x="246" y="904"/>
                    <a:pt x="290" y="884"/>
                    <a:pt x="334" y="855"/>
                  </a:cubicBezTo>
                  <a:cubicBezTo>
                    <a:pt x="429" y="735"/>
                    <a:pt x="501" y="569"/>
                    <a:pt x="596" y="497"/>
                  </a:cubicBezTo>
                  <a:lnTo>
                    <a:pt x="596" y="616"/>
                  </a:lnTo>
                  <a:cubicBezTo>
                    <a:pt x="572" y="855"/>
                    <a:pt x="572" y="997"/>
                    <a:pt x="691" y="1093"/>
                  </a:cubicBezTo>
                  <a:cubicBezTo>
                    <a:pt x="715" y="1116"/>
                    <a:pt x="739" y="1116"/>
                    <a:pt x="787" y="1116"/>
                  </a:cubicBezTo>
                  <a:cubicBezTo>
                    <a:pt x="810" y="1116"/>
                    <a:pt x="834" y="1116"/>
                    <a:pt x="858" y="1093"/>
                  </a:cubicBezTo>
                  <a:cubicBezTo>
                    <a:pt x="930" y="1045"/>
                    <a:pt x="953" y="1021"/>
                    <a:pt x="1025" y="974"/>
                  </a:cubicBezTo>
                  <a:cubicBezTo>
                    <a:pt x="1168" y="855"/>
                    <a:pt x="1263" y="783"/>
                    <a:pt x="1287" y="783"/>
                  </a:cubicBezTo>
                  <a:lnTo>
                    <a:pt x="1311" y="807"/>
                  </a:lnTo>
                  <a:cubicBezTo>
                    <a:pt x="1326" y="870"/>
                    <a:pt x="1385" y="902"/>
                    <a:pt x="1450" y="902"/>
                  </a:cubicBezTo>
                  <a:cubicBezTo>
                    <a:pt x="1483" y="902"/>
                    <a:pt x="1517" y="894"/>
                    <a:pt x="1549" y="878"/>
                  </a:cubicBezTo>
                  <a:cubicBezTo>
                    <a:pt x="1644" y="855"/>
                    <a:pt x="1668" y="735"/>
                    <a:pt x="1620" y="640"/>
                  </a:cubicBezTo>
                  <a:cubicBezTo>
                    <a:pt x="1525" y="497"/>
                    <a:pt x="1430" y="450"/>
                    <a:pt x="1382" y="426"/>
                  </a:cubicBezTo>
                  <a:cubicBezTo>
                    <a:pt x="1364" y="423"/>
                    <a:pt x="1347" y="422"/>
                    <a:pt x="1329" y="422"/>
                  </a:cubicBezTo>
                  <a:cubicBezTo>
                    <a:pt x="1185" y="422"/>
                    <a:pt x="1057" y="505"/>
                    <a:pt x="930" y="569"/>
                  </a:cubicBezTo>
                  <a:cubicBezTo>
                    <a:pt x="953" y="331"/>
                    <a:pt x="953" y="140"/>
                    <a:pt x="834" y="45"/>
                  </a:cubicBezTo>
                  <a:cubicBezTo>
                    <a:pt x="801" y="28"/>
                    <a:pt x="769"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95"/>
            <p:cNvSpPr/>
            <p:nvPr/>
          </p:nvSpPr>
          <p:spPr>
            <a:xfrm>
              <a:off x="1785958" y="4361504"/>
              <a:ext cx="43638" cy="10133"/>
            </a:xfrm>
            <a:custGeom>
              <a:rect b="b" l="l" r="r" t="t"/>
              <a:pathLst>
                <a:path extrusionOk="0" h="310" w="1335">
                  <a:moveTo>
                    <a:pt x="191" y="0"/>
                  </a:moveTo>
                  <a:cubicBezTo>
                    <a:pt x="96" y="0"/>
                    <a:pt x="25" y="48"/>
                    <a:pt x="1" y="143"/>
                  </a:cubicBezTo>
                  <a:cubicBezTo>
                    <a:pt x="1" y="238"/>
                    <a:pt x="72" y="310"/>
                    <a:pt x="144" y="310"/>
                  </a:cubicBezTo>
                  <a:lnTo>
                    <a:pt x="1144" y="310"/>
                  </a:lnTo>
                  <a:cubicBezTo>
                    <a:pt x="1215" y="310"/>
                    <a:pt x="1287" y="262"/>
                    <a:pt x="1311" y="167"/>
                  </a:cubicBezTo>
                  <a:cubicBezTo>
                    <a:pt x="1334" y="72"/>
                    <a:pt x="1263" y="0"/>
                    <a:pt x="1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1" name="Google Shape;20361;p95"/>
          <p:cNvGrpSpPr/>
          <p:nvPr/>
        </p:nvGrpSpPr>
        <p:grpSpPr>
          <a:xfrm>
            <a:off x="3262062" y="4012162"/>
            <a:ext cx="366688" cy="314519"/>
            <a:chOff x="3249410" y="4164562"/>
            <a:chExt cx="366688" cy="314519"/>
          </a:xfrm>
        </p:grpSpPr>
        <p:sp>
          <p:nvSpPr>
            <p:cNvPr id="20362" name="Google Shape;20362;p95"/>
            <p:cNvSpPr/>
            <p:nvPr/>
          </p:nvSpPr>
          <p:spPr>
            <a:xfrm>
              <a:off x="3253333" y="4169236"/>
              <a:ext cx="127677" cy="32720"/>
            </a:xfrm>
            <a:custGeom>
              <a:rect b="b" l="l" r="r" t="t"/>
              <a:pathLst>
                <a:path extrusionOk="0" h="1001" w="3906">
                  <a:moveTo>
                    <a:pt x="381" y="0"/>
                  </a:moveTo>
                  <a:cubicBezTo>
                    <a:pt x="191" y="0"/>
                    <a:pt x="0" y="191"/>
                    <a:pt x="0" y="405"/>
                  </a:cubicBezTo>
                  <a:lnTo>
                    <a:pt x="0" y="1000"/>
                  </a:lnTo>
                  <a:lnTo>
                    <a:pt x="3906" y="1000"/>
                  </a:lnTo>
                  <a:lnTo>
                    <a:pt x="3906" y="405"/>
                  </a:lnTo>
                  <a:cubicBezTo>
                    <a:pt x="3906" y="191"/>
                    <a:pt x="3763" y="0"/>
                    <a:pt x="354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95"/>
            <p:cNvSpPr/>
            <p:nvPr/>
          </p:nvSpPr>
          <p:spPr>
            <a:xfrm>
              <a:off x="3347505" y="4169236"/>
              <a:ext cx="34289" cy="32720"/>
            </a:xfrm>
            <a:custGeom>
              <a:rect b="b" l="l" r="r" t="t"/>
              <a:pathLst>
                <a:path extrusionOk="0" h="1001" w="1049">
                  <a:moveTo>
                    <a:pt x="1" y="0"/>
                  </a:moveTo>
                  <a:cubicBezTo>
                    <a:pt x="215" y="0"/>
                    <a:pt x="405" y="191"/>
                    <a:pt x="405" y="405"/>
                  </a:cubicBezTo>
                  <a:lnTo>
                    <a:pt x="405" y="1000"/>
                  </a:lnTo>
                  <a:lnTo>
                    <a:pt x="1048" y="1000"/>
                  </a:lnTo>
                  <a:lnTo>
                    <a:pt x="1048" y="405"/>
                  </a:lnTo>
                  <a:cubicBezTo>
                    <a:pt x="1025" y="191"/>
                    <a:pt x="882" y="0"/>
                    <a:pt x="667"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95"/>
            <p:cNvSpPr/>
            <p:nvPr/>
          </p:nvSpPr>
          <p:spPr>
            <a:xfrm>
              <a:off x="3253333" y="4200354"/>
              <a:ext cx="358092" cy="271699"/>
            </a:xfrm>
            <a:custGeom>
              <a:rect b="b" l="l" r="r" t="t"/>
              <a:pathLst>
                <a:path extrusionOk="0" h="8312" w="10955">
                  <a:moveTo>
                    <a:pt x="0" y="1"/>
                  </a:moveTo>
                  <a:lnTo>
                    <a:pt x="0" y="8145"/>
                  </a:lnTo>
                  <a:cubicBezTo>
                    <a:pt x="0" y="8217"/>
                    <a:pt x="95" y="8312"/>
                    <a:pt x="191" y="8312"/>
                  </a:cubicBezTo>
                  <a:lnTo>
                    <a:pt x="10788" y="8312"/>
                  </a:lnTo>
                  <a:cubicBezTo>
                    <a:pt x="10859" y="8312"/>
                    <a:pt x="10955" y="8264"/>
                    <a:pt x="10955" y="8169"/>
                  </a:cubicBezTo>
                  <a:lnTo>
                    <a:pt x="10955" y="191"/>
                  </a:lnTo>
                  <a:cubicBezTo>
                    <a:pt x="10955" y="96"/>
                    <a:pt x="10859" y="1"/>
                    <a:pt x="10788"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95"/>
            <p:cNvSpPr/>
            <p:nvPr/>
          </p:nvSpPr>
          <p:spPr>
            <a:xfrm>
              <a:off x="3288341" y="4276647"/>
              <a:ext cx="286506" cy="160398"/>
            </a:xfrm>
            <a:custGeom>
              <a:rect b="b" l="l" r="r" t="t"/>
              <a:pathLst>
                <a:path extrusionOk="0" h="4907" w="8765">
                  <a:moveTo>
                    <a:pt x="191" y="0"/>
                  </a:moveTo>
                  <a:cubicBezTo>
                    <a:pt x="96" y="0"/>
                    <a:pt x="1" y="96"/>
                    <a:pt x="1" y="167"/>
                  </a:cubicBezTo>
                  <a:lnTo>
                    <a:pt x="1" y="4740"/>
                  </a:lnTo>
                  <a:cubicBezTo>
                    <a:pt x="1" y="4811"/>
                    <a:pt x="96" y="4906"/>
                    <a:pt x="191" y="4906"/>
                  </a:cubicBezTo>
                  <a:lnTo>
                    <a:pt x="8574" y="4906"/>
                  </a:lnTo>
                  <a:cubicBezTo>
                    <a:pt x="8693" y="4906"/>
                    <a:pt x="8764" y="4811"/>
                    <a:pt x="8764" y="4740"/>
                  </a:cubicBezTo>
                  <a:lnTo>
                    <a:pt x="8764" y="167"/>
                  </a:lnTo>
                  <a:cubicBezTo>
                    <a:pt x="8764" y="96"/>
                    <a:pt x="8669" y="0"/>
                    <a:pt x="857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95"/>
            <p:cNvSpPr/>
            <p:nvPr/>
          </p:nvSpPr>
          <p:spPr>
            <a:xfrm>
              <a:off x="3584163" y="4200354"/>
              <a:ext cx="27261" cy="272483"/>
            </a:xfrm>
            <a:custGeom>
              <a:rect b="b" l="l" r="r" t="t"/>
              <a:pathLst>
                <a:path extrusionOk="0" h="8336" w="834">
                  <a:moveTo>
                    <a:pt x="0" y="1"/>
                  </a:moveTo>
                  <a:cubicBezTo>
                    <a:pt x="95" y="1"/>
                    <a:pt x="191" y="96"/>
                    <a:pt x="191" y="191"/>
                  </a:cubicBezTo>
                  <a:lnTo>
                    <a:pt x="191" y="8169"/>
                  </a:lnTo>
                  <a:cubicBezTo>
                    <a:pt x="191" y="8264"/>
                    <a:pt x="95" y="8336"/>
                    <a:pt x="0" y="8336"/>
                  </a:cubicBezTo>
                  <a:lnTo>
                    <a:pt x="667" y="8336"/>
                  </a:lnTo>
                  <a:cubicBezTo>
                    <a:pt x="738" y="8336"/>
                    <a:pt x="834" y="8264"/>
                    <a:pt x="834" y="8169"/>
                  </a:cubicBezTo>
                  <a:lnTo>
                    <a:pt x="834" y="191"/>
                  </a:lnTo>
                  <a:cubicBezTo>
                    <a:pt x="834" y="96"/>
                    <a:pt x="738"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95"/>
            <p:cNvSpPr/>
            <p:nvPr/>
          </p:nvSpPr>
          <p:spPr>
            <a:xfrm>
              <a:off x="3547553" y="4276647"/>
              <a:ext cx="27294" cy="160398"/>
            </a:xfrm>
            <a:custGeom>
              <a:rect b="b" l="l" r="r" t="t"/>
              <a:pathLst>
                <a:path extrusionOk="0" h="4907" w="835">
                  <a:moveTo>
                    <a:pt x="1" y="0"/>
                  </a:moveTo>
                  <a:cubicBezTo>
                    <a:pt x="72" y="0"/>
                    <a:pt x="168" y="96"/>
                    <a:pt x="168" y="167"/>
                  </a:cubicBezTo>
                  <a:lnTo>
                    <a:pt x="168" y="4740"/>
                  </a:lnTo>
                  <a:cubicBezTo>
                    <a:pt x="168" y="4811"/>
                    <a:pt x="72" y="4906"/>
                    <a:pt x="1" y="4906"/>
                  </a:cubicBezTo>
                  <a:lnTo>
                    <a:pt x="644" y="4906"/>
                  </a:lnTo>
                  <a:cubicBezTo>
                    <a:pt x="739" y="4906"/>
                    <a:pt x="834" y="4811"/>
                    <a:pt x="834" y="4740"/>
                  </a:cubicBezTo>
                  <a:lnTo>
                    <a:pt x="834" y="167"/>
                  </a:lnTo>
                  <a:cubicBezTo>
                    <a:pt x="834" y="96"/>
                    <a:pt x="739"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95"/>
            <p:cNvSpPr/>
            <p:nvPr/>
          </p:nvSpPr>
          <p:spPr>
            <a:xfrm>
              <a:off x="3254085" y="4200354"/>
              <a:ext cx="357340" cy="44422"/>
            </a:xfrm>
            <a:custGeom>
              <a:rect b="b" l="l" r="r" t="t"/>
              <a:pathLst>
                <a:path extrusionOk="0" h="1359" w="10932">
                  <a:moveTo>
                    <a:pt x="1" y="1"/>
                  </a:moveTo>
                  <a:lnTo>
                    <a:pt x="1" y="1358"/>
                  </a:lnTo>
                  <a:lnTo>
                    <a:pt x="10932" y="1358"/>
                  </a:lnTo>
                  <a:lnTo>
                    <a:pt x="10932" y="191"/>
                  </a:lnTo>
                  <a:cubicBezTo>
                    <a:pt x="10932" y="96"/>
                    <a:pt x="10836" y="1"/>
                    <a:pt x="10765"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95"/>
            <p:cNvSpPr/>
            <p:nvPr/>
          </p:nvSpPr>
          <p:spPr>
            <a:xfrm>
              <a:off x="3289126" y="4408966"/>
              <a:ext cx="286506" cy="27294"/>
            </a:xfrm>
            <a:custGeom>
              <a:rect b="b" l="l" r="r" t="t"/>
              <a:pathLst>
                <a:path extrusionOk="0" h="835" w="8765">
                  <a:moveTo>
                    <a:pt x="1" y="1"/>
                  </a:moveTo>
                  <a:lnTo>
                    <a:pt x="1" y="644"/>
                  </a:lnTo>
                  <a:cubicBezTo>
                    <a:pt x="1" y="739"/>
                    <a:pt x="96" y="834"/>
                    <a:pt x="191" y="834"/>
                  </a:cubicBezTo>
                  <a:lnTo>
                    <a:pt x="8574" y="834"/>
                  </a:lnTo>
                  <a:cubicBezTo>
                    <a:pt x="8669" y="834"/>
                    <a:pt x="8764" y="739"/>
                    <a:pt x="8764" y="644"/>
                  </a:cubicBezTo>
                  <a:lnTo>
                    <a:pt x="8764" y="1"/>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95"/>
            <p:cNvSpPr/>
            <p:nvPr/>
          </p:nvSpPr>
          <p:spPr>
            <a:xfrm>
              <a:off x="3584163" y="4200354"/>
              <a:ext cx="27261" cy="43638"/>
            </a:xfrm>
            <a:custGeom>
              <a:rect b="b" l="l" r="r" t="t"/>
              <a:pathLst>
                <a:path extrusionOk="0" h="1335" w="834">
                  <a:moveTo>
                    <a:pt x="0" y="1"/>
                  </a:moveTo>
                  <a:cubicBezTo>
                    <a:pt x="95" y="1"/>
                    <a:pt x="191" y="96"/>
                    <a:pt x="191" y="191"/>
                  </a:cubicBezTo>
                  <a:lnTo>
                    <a:pt x="191" y="1334"/>
                  </a:lnTo>
                  <a:lnTo>
                    <a:pt x="834" y="1334"/>
                  </a:lnTo>
                  <a:lnTo>
                    <a:pt x="834" y="191"/>
                  </a:lnTo>
                  <a:cubicBezTo>
                    <a:pt x="834" y="96"/>
                    <a:pt x="738" y="1"/>
                    <a:pt x="66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95"/>
            <p:cNvSpPr/>
            <p:nvPr/>
          </p:nvSpPr>
          <p:spPr>
            <a:xfrm>
              <a:off x="3547553" y="4408966"/>
              <a:ext cx="27294" cy="27294"/>
            </a:xfrm>
            <a:custGeom>
              <a:rect b="b" l="l" r="r" t="t"/>
              <a:pathLst>
                <a:path extrusionOk="0" h="835" w="835">
                  <a:moveTo>
                    <a:pt x="168" y="1"/>
                  </a:moveTo>
                  <a:lnTo>
                    <a:pt x="168" y="644"/>
                  </a:lnTo>
                  <a:cubicBezTo>
                    <a:pt x="168" y="739"/>
                    <a:pt x="72" y="834"/>
                    <a:pt x="1" y="834"/>
                  </a:cubicBezTo>
                  <a:lnTo>
                    <a:pt x="644" y="834"/>
                  </a:lnTo>
                  <a:cubicBezTo>
                    <a:pt x="739" y="834"/>
                    <a:pt x="834" y="739"/>
                    <a:pt x="834" y="644"/>
                  </a:cubicBezTo>
                  <a:lnTo>
                    <a:pt x="834" y="1"/>
                  </a:ln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95"/>
            <p:cNvSpPr/>
            <p:nvPr/>
          </p:nvSpPr>
          <p:spPr>
            <a:xfrm>
              <a:off x="3404349" y="4314172"/>
              <a:ext cx="56059" cy="62335"/>
            </a:xfrm>
            <a:custGeom>
              <a:rect b="b" l="l" r="r" t="t"/>
              <a:pathLst>
                <a:path extrusionOk="0" h="1907" w="1715">
                  <a:moveTo>
                    <a:pt x="104" y="0"/>
                  </a:moveTo>
                  <a:cubicBezTo>
                    <a:pt x="50" y="0"/>
                    <a:pt x="0" y="39"/>
                    <a:pt x="0" y="91"/>
                  </a:cubicBezTo>
                  <a:lnTo>
                    <a:pt x="0" y="1805"/>
                  </a:lnTo>
                  <a:cubicBezTo>
                    <a:pt x="0" y="1856"/>
                    <a:pt x="48" y="1906"/>
                    <a:pt x="101" y="1906"/>
                  </a:cubicBezTo>
                  <a:cubicBezTo>
                    <a:pt x="123" y="1906"/>
                    <a:pt x="146" y="1898"/>
                    <a:pt x="167" y="1877"/>
                  </a:cubicBezTo>
                  <a:lnTo>
                    <a:pt x="1643" y="1020"/>
                  </a:lnTo>
                  <a:cubicBezTo>
                    <a:pt x="1715" y="1020"/>
                    <a:pt x="1715" y="924"/>
                    <a:pt x="1643" y="877"/>
                  </a:cubicBezTo>
                  <a:lnTo>
                    <a:pt x="167" y="19"/>
                  </a:lnTo>
                  <a:cubicBezTo>
                    <a:pt x="147" y="6"/>
                    <a:pt x="125" y="0"/>
                    <a:pt x="104"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95"/>
            <p:cNvSpPr/>
            <p:nvPr/>
          </p:nvSpPr>
          <p:spPr>
            <a:xfrm>
              <a:off x="3283667" y="4271973"/>
              <a:ext cx="295855" cy="169746"/>
            </a:xfrm>
            <a:custGeom>
              <a:rect b="b" l="l" r="r" t="t"/>
              <a:pathLst>
                <a:path extrusionOk="0" h="5193" w="9051">
                  <a:moveTo>
                    <a:pt x="8717" y="4359"/>
                  </a:moveTo>
                  <a:lnTo>
                    <a:pt x="8717" y="4906"/>
                  </a:lnTo>
                  <a:lnTo>
                    <a:pt x="334" y="4906"/>
                  </a:lnTo>
                  <a:lnTo>
                    <a:pt x="334" y="4359"/>
                  </a:lnTo>
                  <a:lnTo>
                    <a:pt x="1239" y="4359"/>
                  </a:lnTo>
                  <a:cubicBezTo>
                    <a:pt x="1239" y="4454"/>
                    <a:pt x="1311" y="4525"/>
                    <a:pt x="1406" y="4549"/>
                  </a:cubicBezTo>
                  <a:cubicBezTo>
                    <a:pt x="1477" y="4549"/>
                    <a:pt x="1573" y="4478"/>
                    <a:pt x="1573" y="4406"/>
                  </a:cubicBezTo>
                  <a:lnTo>
                    <a:pt x="1573" y="4359"/>
                  </a:lnTo>
                  <a:close/>
                  <a:moveTo>
                    <a:pt x="334" y="1"/>
                  </a:moveTo>
                  <a:cubicBezTo>
                    <a:pt x="144" y="1"/>
                    <a:pt x="1" y="143"/>
                    <a:pt x="1" y="310"/>
                  </a:cubicBezTo>
                  <a:lnTo>
                    <a:pt x="1" y="4883"/>
                  </a:lnTo>
                  <a:cubicBezTo>
                    <a:pt x="1" y="5049"/>
                    <a:pt x="144" y="5192"/>
                    <a:pt x="334" y="5192"/>
                  </a:cubicBezTo>
                  <a:lnTo>
                    <a:pt x="8717" y="5192"/>
                  </a:lnTo>
                  <a:cubicBezTo>
                    <a:pt x="8907" y="5192"/>
                    <a:pt x="9050" y="5049"/>
                    <a:pt x="9050" y="4883"/>
                  </a:cubicBezTo>
                  <a:lnTo>
                    <a:pt x="9050" y="167"/>
                  </a:lnTo>
                  <a:cubicBezTo>
                    <a:pt x="9050" y="72"/>
                    <a:pt x="8955" y="1"/>
                    <a:pt x="8860" y="1"/>
                  </a:cubicBezTo>
                  <a:lnTo>
                    <a:pt x="2549" y="1"/>
                  </a:lnTo>
                  <a:cubicBezTo>
                    <a:pt x="2525" y="1"/>
                    <a:pt x="2501" y="1"/>
                    <a:pt x="2501" y="24"/>
                  </a:cubicBezTo>
                  <a:cubicBezTo>
                    <a:pt x="2382" y="167"/>
                    <a:pt x="2478" y="310"/>
                    <a:pt x="2620" y="310"/>
                  </a:cubicBezTo>
                  <a:lnTo>
                    <a:pt x="8741" y="310"/>
                  </a:lnTo>
                  <a:lnTo>
                    <a:pt x="8741" y="3978"/>
                  </a:lnTo>
                  <a:lnTo>
                    <a:pt x="1573" y="3978"/>
                  </a:lnTo>
                  <a:lnTo>
                    <a:pt x="1573" y="3859"/>
                  </a:lnTo>
                  <a:cubicBezTo>
                    <a:pt x="1573" y="3763"/>
                    <a:pt x="1525" y="3716"/>
                    <a:pt x="1454" y="3716"/>
                  </a:cubicBezTo>
                  <a:cubicBezTo>
                    <a:pt x="1438" y="3712"/>
                    <a:pt x="1422" y="3711"/>
                    <a:pt x="1407" y="3711"/>
                  </a:cubicBezTo>
                  <a:cubicBezTo>
                    <a:pt x="1305" y="3711"/>
                    <a:pt x="1215" y="3776"/>
                    <a:pt x="1215" y="3859"/>
                  </a:cubicBezTo>
                  <a:lnTo>
                    <a:pt x="1215" y="4001"/>
                  </a:lnTo>
                  <a:lnTo>
                    <a:pt x="334" y="4001"/>
                  </a:lnTo>
                  <a:lnTo>
                    <a:pt x="334" y="310"/>
                  </a:lnTo>
                  <a:lnTo>
                    <a:pt x="1954" y="310"/>
                  </a:lnTo>
                  <a:cubicBezTo>
                    <a:pt x="2049" y="310"/>
                    <a:pt x="2120" y="263"/>
                    <a:pt x="2144" y="167"/>
                  </a:cubicBezTo>
                  <a:cubicBezTo>
                    <a:pt x="2144" y="72"/>
                    <a:pt x="2073" y="1"/>
                    <a:pt x="20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95"/>
            <p:cNvSpPr/>
            <p:nvPr/>
          </p:nvSpPr>
          <p:spPr>
            <a:xfrm>
              <a:off x="3399675" y="4309236"/>
              <a:ext cx="66192" cy="75639"/>
            </a:xfrm>
            <a:custGeom>
              <a:rect b="b" l="l" r="r" t="t"/>
              <a:pathLst>
                <a:path extrusionOk="0" h="2314" w="2025">
                  <a:moveTo>
                    <a:pt x="310" y="361"/>
                  </a:moveTo>
                  <a:lnTo>
                    <a:pt x="1620" y="1147"/>
                  </a:lnTo>
                  <a:lnTo>
                    <a:pt x="310" y="1885"/>
                  </a:lnTo>
                  <a:lnTo>
                    <a:pt x="310" y="361"/>
                  </a:lnTo>
                  <a:close/>
                  <a:moveTo>
                    <a:pt x="264" y="0"/>
                  </a:moveTo>
                  <a:cubicBezTo>
                    <a:pt x="210" y="0"/>
                    <a:pt x="158" y="24"/>
                    <a:pt x="119" y="75"/>
                  </a:cubicBezTo>
                  <a:cubicBezTo>
                    <a:pt x="48" y="123"/>
                    <a:pt x="0" y="218"/>
                    <a:pt x="0" y="313"/>
                  </a:cubicBezTo>
                  <a:lnTo>
                    <a:pt x="0" y="2004"/>
                  </a:lnTo>
                  <a:cubicBezTo>
                    <a:pt x="0" y="2099"/>
                    <a:pt x="24" y="2195"/>
                    <a:pt x="119" y="2242"/>
                  </a:cubicBezTo>
                  <a:cubicBezTo>
                    <a:pt x="167" y="2266"/>
                    <a:pt x="238" y="2314"/>
                    <a:pt x="262" y="2314"/>
                  </a:cubicBezTo>
                  <a:cubicBezTo>
                    <a:pt x="310" y="2314"/>
                    <a:pt x="357" y="2314"/>
                    <a:pt x="405" y="2266"/>
                  </a:cubicBezTo>
                  <a:lnTo>
                    <a:pt x="1858" y="1409"/>
                  </a:lnTo>
                  <a:cubicBezTo>
                    <a:pt x="1953" y="1361"/>
                    <a:pt x="2024" y="1266"/>
                    <a:pt x="2024" y="1171"/>
                  </a:cubicBezTo>
                  <a:cubicBezTo>
                    <a:pt x="2024" y="1075"/>
                    <a:pt x="1953" y="1004"/>
                    <a:pt x="1858" y="932"/>
                  </a:cubicBezTo>
                  <a:lnTo>
                    <a:pt x="405" y="51"/>
                  </a:lnTo>
                  <a:cubicBezTo>
                    <a:pt x="361" y="18"/>
                    <a:pt x="311" y="0"/>
                    <a:pt x="2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95"/>
            <p:cNvSpPr/>
            <p:nvPr/>
          </p:nvSpPr>
          <p:spPr>
            <a:xfrm>
              <a:off x="3249410" y="4164562"/>
              <a:ext cx="366688" cy="314519"/>
            </a:xfrm>
            <a:custGeom>
              <a:rect b="b" l="l" r="r" t="t"/>
              <a:pathLst>
                <a:path extrusionOk="0" h="9622" w="11218">
                  <a:moveTo>
                    <a:pt x="3668" y="334"/>
                  </a:moveTo>
                  <a:cubicBezTo>
                    <a:pt x="3788" y="334"/>
                    <a:pt x="3883" y="429"/>
                    <a:pt x="3883" y="548"/>
                  </a:cubicBezTo>
                  <a:lnTo>
                    <a:pt x="3883" y="929"/>
                  </a:lnTo>
                  <a:lnTo>
                    <a:pt x="311" y="929"/>
                  </a:lnTo>
                  <a:lnTo>
                    <a:pt x="311" y="548"/>
                  </a:lnTo>
                  <a:cubicBezTo>
                    <a:pt x="311" y="429"/>
                    <a:pt x="382" y="334"/>
                    <a:pt x="501" y="334"/>
                  </a:cubicBezTo>
                  <a:close/>
                  <a:moveTo>
                    <a:pt x="10908" y="1286"/>
                  </a:moveTo>
                  <a:lnTo>
                    <a:pt x="10908" y="2286"/>
                  </a:lnTo>
                  <a:lnTo>
                    <a:pt x="311" y="2286"/>
                  </a:lnTo>
                  <a:lnTo>
                    <a:pt x="311" y="1286"/>
                  </a:lnTo>
                  <a:close/>
                  <a:moveTo>
                    <a:pt x="549" y="0"/>
                  </a:moveTo>
                  <a:cubicBezTo>
                    <a:pt x="239" y="0"/>
                    <a:pt x="1" y="238"/>
                    <a:pt x="1" y="548"/>
                  </a:cubicBezTo>
                  <a:lnTo>
                    <a:pt x="1" y="9431"/>
                  </a:lnTo>
                  <a:cubicBezTo>
                    <a:pt x="1" y="9526"/>
                    <a:pt x="96" y="9621"/>
                    <a:pt x="192" y="9621"/>
                  </a:cubicBezTo>
                  <a:lnTo>
                    <a:pt x="7574" y="9621"/>
                  </a:lnTo>
                  <a:cubicBezTo>
                    <a:pt x="7598" y="9621"/>
                    <a:pt x="7622" y="9621"/>
                    <a:pt x="7622" y="9574"/>
                  </a:cubicBezTo>
                  <a:cubicBezTo>
                    <a:pt x="7741" y="9431"/>
                    <a:pt x="7645" y="9288"/>
                    <a:pt x="7503" y="9288"/>
                  </a:cubicBezTo>
                  <a:lnTo>
                    <a:pt x="311" y="9288"/>
                  </a:lnTo>
                  <a:lnTo>
                    <a:pt x="311" y="2644"/>
                  </a:lnTo>
                  <a:lnTo>
                    <a:pt x="10908" y="2644"/>
                  </a:lnTo>
                  <a:lnTo>
                    <a:pt x="10908" y="9288"/>
                  </a:lnTo>
                  <a:lnTo>
                    <a:pt x="8169" y="9288"/>
                  </a:lnTo>
                  <a:cubicBezTo>
                    <a:pt x="8074" y="9288"/>
                    <a:pt x="8003" y="9335"/>
                    <a:pt x="7979" y="9431"/>
                  </a:cubicBezTo>
                  <a:cubicBezTo>
                    <a:pt x="7979" y="9526"/>
                    <a:pt x="8050" y="9621"/>
                    <a:pt x="8122" y="9621"/>
                  </a:cubicBezTo>
                  <a:lnTo>
                    <a:pt x="10860" y="9621"/>
                  </a:lnTo>
                  <a:cubicBezTo>
                    <a:pt x="11051" y="9621"/>
                    <a:pt x="11194" y="9478"/>
                    <a:pt x="11194" y="9288"/>
                  </a:cubicBezTo>
                  <a:lnTo>
                    <a:pt x="11194" y="1286"/>
                  </a:lnTo>
                  <a:cubicBezTo>
                    <a:pt x="11218" y="1072"/>
                    <a:pt x="11075" y="929"/>
                    <a:pt x="10908" y="929"/>
                  </a:cubicBezTo>
                  <a:lnTo>
                    <a:pt x="4240" y="929"/>
                  </a:lnTo>
                  <a:lnTo>
                    <a:pt x="4240" y="548"/>
                  </a:lnTo>
                  <a:cubicBezTo>
                    <a:pt x="4240" y="238"/>
                    <a:pt x="4002" y="0"/>
                    <a:pt x="3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95"/>
            <p:cNvSpPr/>
            <p:nvPr/>
          </p:nvSpPr>
          <p:spPr>
            <a:xfrm>
              <a:off x="3528888" y="4217483"/>
              <a:ext cx="11702" cy="11702"/>
            </a:xfrm>
            <a:custGeom>
              <a:rect b="b" l="l" r="r" t="t"/>
              <a:pathLst>
                <a:path extrusionOk="0" h="358" w="358">
                  <a:moveTo>
                    <a:pt x="167" y="1"/>
                  </a:moveTo>
                  <a:cubicBezTo>
                    <a:pt x="72" y="1"/>
                    <a:pt x="0" y="72"/>
                    <a:pt x="0" y="167"/>
                  </a:cubicBezTo>
                  <a:cubicBezTo>
                    <a:pt x="0" y="263"/>
                    <a:pt x="72" y="358"/>
                    <a:pt x="167" y="358"/>
                  </a:cubicBezTo>
                  <a:cubicBezTo>
                    <a:pt x="262" y="358"/>
                    <a:pt x="358" y="263"/>
                    <a:pt x="358" y="167"/>
                  </a:cubicBezTo>
                  <a:cubicBezTo>
                    <a:pt x="358" y="72"/>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95"/>
            <p:cNvSpPr/>
            <p:nvPr/>
          </p:nvSpPr>
          <p:spPr>
            <a:xfrm>
              <a:off x="3550691" y="4217483"/>
              <a:ext cx="12487" cy="11702"/>
            </a:xfrm>
            <a:custGeom>
              <a:rect b="b" l="l" r="r" t="t"/>
              <a:pathLst>
                <a:path extrusionOk="0" h="358" w="382">
                  <a:moveTo>
                    <a:pt x="191" y="1"/>
                  </a:moveTo>
                  <a:cubicBezTo>
                    <a:pt x="95" y="1"/>
                    <a:pt x="0" y="72"/>
                    <a:pt x="0" y="167"/>
                  </a:cubicBezTo>
                  <a:cubicBezTo>
                    <a:pt x="0" y="263"/>
                    <a:pt x="95" y="358"/>
                    <a:pt x="191" y="358"/>
                  </a:cubicBezTo>
                  <a:cubicBezTo>
                    <a:pt x="286" y="358"/>
                    <a:pt x="381" y="263"/>
                    <a:pt x="381" y="167"/>
                  </a:cubicBezTo>
                  <a:cubicBezTo>
                    <a:pt x="381"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95"/>
            <p:cNvSpPr/>
            <p:nvPr/>
          </p:nvSpPr>
          <p:spPr>
            <a:xfrm>
              <a:off x="3573245" y="4217483"/>
              <a:ext cx="11735" cy="11702"/>
            </a:xfrm>
            <a:custGeom>
              <a:rect b="b" l="l" r="r" t="t"/>
              <a:pathLst>
                <a:path extrusionOk="0" h="358" w="359">
                  <a:moveTo>
                    <a:pt x="191" y="1"/>
                  </a:moveTo>
                  <a:cubicBezTo>
                    <a:pt x="96" y="1"/>
                    <a:pt x="1" y="72"/>
                    <a:pt x="1" y="167"/>
                  </a:cubicBezTo>
                  <a:cubicBezTo>
                    <a:pt x="1" y="263"/>
                    <a:pt x="96" y="358"/>
                    <a:pt x="191" y="358"/>
                  </a:cubicBezTo>
                  <a:cubicBezTo>
                    <a:pt x="287" y="358"/>
                    <a:pt x="358" y="263"/>
                    <a:pt x="358" y="167"/>
                  </a:cubicBezTo>
                  <a:cubicBezTo>
                    <a:pt x="358" y="72"/>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9" name="Google Shape;20379;p95"/>
          <p:cNvGrpSpPr/>
          <p:nvPr/>
        </p:nvGrpSpPr>
        <p:grpSpPr>
          <a:xfrm>
            <a:off x="4768898" y="4016836"/>
            <a:ext cx="367473" cy="300496"/>
            <a:chOff x="4765816" y="4169236"/>
            <a:chExt cx="367473" cy="300496"/>
          </a:xfrm>
        </p:grpSpPr>
        <p:sp>
          <p:nvSpPr>
            <p:cNvPr id="20380" name="Google Shape;20380;p95"/>
            <p:cNvSpPr/>
            <p:nvPr/>
          </p:nvSpPr>
          <p:spPr>
            <a:xfrm>
              <a:off x="4770490" y="4176231"/>
              <a:ext cx="358124" cy="238226"/>
            </a:xfrm>
            <a:custGeom>
              <a:rect b="b" l="l" r="r" t="t"/>
              <a:pathLst>
                <a:path extrusionOk="0" h="7288" w="10956">
                  <a:moveTo>
                    <a:pt x="453" y="0"/>
                  </a:moveTo>
                  <a:cubicBezTo>
                    <a:pt x="215" y="0"/>
                    <a:pt x="1" y="215"/>
                    <a:pt x="1" y="453"/>
                  </a:cubicBezTo>
                  <a:lnTo>
                    <a:pt x="1" y="6859"/>
                  </a:lnTo>
                  <a:cubicBezTo>
                    <a:pt x="1" y="7097"/>
                    <a:pt x="215" y="7288"/>
                    <a:pt x="453" y="7288"/>
                  </a:cubicBezTo>
                  <a:lnTo>
                    <a:pt x="10503" y="7288"/>
                  </a:lnTo>
                  <a:cubicBezTo>
                    <a:pt x="10741" y="7288"/>
                    <a:pt x="10931" y="7097"/>
                    <a:pt x="10955" y="6859"/>
                  </a:cubicBezTo>
                  <a:lnTo>
                    <a:pt x="10955" y="453"/>
                  </a:lnTo>
                  <a:cubicBezTo>
                    <a:pt x="10955" y="215"/>
                    <a:pt x="10741" y="0"/>
                    <a:pt x="10503"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95"/>
            <p:cNvSpPr/>
            <p:nvPr/>
          </p:nvSpPr>
          <p:spPr>
            <a:xfrm>
              <a:off x="5091972" y="4176231"/>
              <a:ext cx="36643" cy="238226"/>
            </a:xfrm>
            <a:custGeom>
              <a:rect b="b" l="l" r="r" t="t"/>
              <a:pathLst>
                <a:path extrusionOk="0" h="7288" w="1121">
                  <a:moveTo>
                    <a:pt x="1" y="0"/>
                  </a:moveTo>
                  <a:cubicBezTo>
                    <a:pt x="239" y="0"/>
                    <a:pt x="453" y="215"/>
                    <a:pt x="453" y="453"/>
                  </a:cubicBezTo>
                  <a:lnTo>
                    <a:pt x="453" y="6859"/>
                  </a:lnTo>
                  <a:cubicBezTo>
                    <a:pt x="453" y="7097"/>
                    <a:pt x="239" y="7288"/>
                    <a:pt x="1" y="7288"/>
                  </a:cubicBezTo>
                  <a:lnTo>
                    <a:pt x="668" y="7288"/>
                  </a:lnTo>
                  <a:cubicBezTo>
                    <a:pt x="906" y="7288"/>
                    <a:pt x="1120" y="7097"/>
                    <a:pt x="1120" y="6859"/>
                  </a:cubicBezTo>
                  <a:lnTo>
                    <a:pt x="1120" y="453"/>
                  </a:lnTo>
                  <a:cubicBezTo>
                    <a:pt x="1096" y="215"/>
                    <a:pt x="906" y="0"/>
                    <a:pt x="66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95"/>
            <p:cNvSpPr/>
            <p:nvPr/>
          </p:nvSpPr>
          <p:spPr>
            <a:xfrm>
              <a:off x="4770490" y="4375494"/>
              <a:ext cx="358124" cy="38964"/>
            </a:xfrm>
            <a:custGeom>
              <a:rect b="b" l="l" r="r" t="t"/>
              <a:pathLst>
                <a:path extrusionOk="0" h="1192" w="10956">
                  <a:moveTo>
                    <a:pt x="1" y="1"/>
                  </a:moveTo>
                  <a:lnTo>
                    <a:pt x="1" y="763"/>
                  </a:lnTo>
                  <a:cubicBezTo>
                    <a:pt x="1" y="1001"/>
                    <a:pt x="215" y="1192"/>
                    <a:pt x="453" y="1192"/>
                  </a:cubicBezTo>
                  <a:lnTo>
                    <a:pt x="10503" y="1192"/>
                  </a:lnTo>
                  <a:cubicBezTo>
                    <a:pt x="10741" y="1192"/>
                    <a:pt x="10955" y="1001"/>
                    <a:pt x="10955" y="763"/>
                  </a:cubicBezTo>
                  <a:lnTo>
                    <a:pt x="10955"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95"/>
            <p:cNvSpPr/>
            <p:nvPr/>
          </p:nvSpPr>
          <p:spPr>
            <a:xfrm>
              <a:off x="4902809" y="4414425"/>
              <a:ext cx="91917" cy="52954"/>
            </a:xfrm>
            <a:custGeom>
              <a:rect b="b" l="l" r="r" t="t"/>
              <a:pathLst>
                <a:path extrusionOk="0" h="1620" w="2812">
                  <a:moveTo>
                    <a:pt x="215" y="1"/>
                  </a:moveTo>
                  <a:lnTo>
                    <a:pt x="1" y="1620"/>
                  </a:lnTo>
                  <a:lnTo>
                    <a:pt x="2811" y="1620"/>
                  </a:lnTo>
                  <a:lnTo>
                    <a:pt x="25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95"/>
            <p:cNvSpPr/>
            <p:nvPr/>
          </p:nvSpPr>
          <p:spPr>
            <a:xfrm>
              <a:off x="4965864" y="4414425"/>
              <a:ext cx="28079" cy="52954"/>
            </a:xfrm>
            <a:custGeom>
              <a:rect b="b" l="l" r="r" t="t"/>
              <a:pathLst>
                <a:path extrusionOk="0" h="1620" w="859">
                  <a:moveTo>
                    <a:pt x="1" y="1"/>
                  </a:moveTo>
                  <a:lnTo>
                    <a:pt x="215" y="1620"/>
                  </a:lnTo>
                  <a:lnTo>
                    <a:pt x="858" y="1620"/>
                  </a:lnTo>
                  <a:lnTo>
                    <a:pt x="668"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95"/>
            <p:cNvSpPr/>
            <p:nvPr/>
          </p:nvSpPr>
          <p:spPr>
            <a:xfrm>
              <a:off x="5091220" y="4375494"/>
              <a:ext cx="36610" cy="38964"/>
            </a:xfrm>
            <a:custGeom>
              <a:rect b="b" l="l" r="r" t="t"/>
              <a:pathLst>
                <a:path extrusionOk="0" h="1192" w="1120">
                  <a:moveTo>
                    <a:pt x="453" y="1"/>
                  </a:moveTo>
                  <a:lnTo>
                    <a:pt x="453" y="763"/>
                  </a:lnTo>
                  <a:cubicBezTo>
                    <a:pt x="453" y="1001"/>
                    <a:pt x="238" y="1192"/>
                    <a:pt x="0" y="1192"/>
                  </a:cubicBezTo>
                  <a:lnTo>
                    <a:pt x="667" y="1192"/>
                  </a:lnTo>
                  <a:cubicBezTo>
                    <a:pt x="905" y="1192"/>
                    <a:pt x="1119" y="1001"/>
                    <a:pt x="1119" y="763"/>
                  </a:cubicBezTo>
                  <a:lnTo>
                    <a:pt x="1119"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95"/>
            <p:cNvSpPr/>
            <p:nvPr/>
          </p:nvSpPr>
          <p:spPr>
            <a:xfrm>
              <a:off x="4805531" y="4215162"/>
              <a:ext cx="121467" cy="121467"/>
            </a:xfrm>
            <a:custGeom>
              <a:rect b="b" l="l" r="r" t="t"/>
              <a:pathLst>
                <a:path extrusionOk="0" h="3716" w="3716">
                  <a:moveTo>
                    <a:pt x="143" y="0"/>
                  </a:moveTo>
                  <a:cubicBezTo>
                    <a:pt x="48" y="0"/>
                    <a:pt x="0" y="72"/>
                    <a:pt x="0" y="143"/>
                  </a:cubicBezTo>
                  <a:lnTo>
                    <a:pt x="0" y="3572"/>
                  </a:lnTo>
                  <a:cubicBezTo>
                    <a:pt x="0" y="3668"/>
                    <a:pt x="48" y="3715"/>
                    <a:pt x="143" y="3715"/>
                  </a:cubicBezTo>
                  <a:lnTo>
                    <a:pt x="3572" y="3715"/>
                  </a:lnTo>
                  <a:cubicBezTo>
                    <a:pt x="3668" y="3715"/>
                    <a:pt x="3715" y="3668"/>
                    <a:pt x="3715" y="3572"/>
                  </a:cubicBezTo>
                  <a:lnTo>
                    <a:pt x="3715" y="143"/>
                  </a:lnTo>
                  <a:cubicBezTo>
                    <a:pt x="3715" y="72"/>
                    <a:pt x="3644" y="0"/>
                    <a:pt x="3572"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95"/>
            <p:cNvSpPr/>
            <p:nvPr/>
          </p:nvSpPr>
          <p:spPr>
            <a:xfrm>
              <a:off x="4900489" y="4215162"/>
              <a:ext cx="26510" cy="121467"/>
            </a:xfrm>
            <a:custGeom>
              <a:rect b="b" l="l" r="r" t="t"/>
              <a:pathLst>
                <a:path extrusionOk="0" h="3716" w="811">
                  <a:moveTo>
                    <a:pt x="1" y="0"/>
                  </a:moveTo>
                  <a:cubicBezTo>
                    <a:pt x="96" y="0"/>
                    <a:pt x="143" y="72"/>
                    <a:pt x="143" y="143"/>
                  </a:cubicBezTo>
                  <a:lnTo>
                    <a:pt x="143" y="3572"/>
                  </a:lnTo>
                  <a:cubicBezTo>
                    <a:pt x="143" y="3668"/>
                    <a:pt x="96" y="3715"/>
                    <a:pt x="1" y="3715"/>
                  </a:cubicBezTo>
                  <a:lnTo>
                    <a:pt x="667" y="3715"/>
                  </a:lnTo>
                  <a:cubicBezTo>
                    <a:pt x="739" y="3715"/>
                    <a:pt x="810" y="3668"/>
                    <a:pt x="810" y="3572"/>
                  </a:cubicBezTo>
                  <a:lnTo>
                    <a:pt x="810" y="143"/>
                  </a:lnTo>
                  <a:cubicBezTo>
                    <a:pt x="810" y="72"/>
                    <a:pt x="763" y="0"/>
                    <a:pt x="667"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95"/>
            <p:cNvSpPr/>
            <p:nvPr/>
          </p:nvSpPr>
          <p:spPr>
            <a:xfrm>
              <a:off x="4848319" y="4236932"/>
              <a:ext cx="36643" cy="48312"/>
            </a:xfrm>
            <a:custGeom>
              <a:rect b="b" l="l" r="r" t="t"/>
              <a:pathLst>
                <a:path extrusionOk="0" h="1478" w="1121">
                  <a:moveTo>
                    <a:pt x="573" y="1"/>
                  </a:moveTo>
                  <a:cubicBezTo>
                    <a:pt x="239" y="1"/>
                    <a:pt x="1" y="311"/>
                    <a:pt x="1" y="739"/>
                  </a:cubicBezTo>
                  <a:cubicBezTo>
                    <a:pt x="1" y="1144"/>
                    <a:pt x="239" y="1477"/>
                    <a:pt x="573" y="1477"/>
                  </a:cubicBezTo>
                  <a:cubicBezTo>
                    <a:pt x="882" y="1477"/>
                    <a:pt x="1120" y="1144"/>
                    <a:pt x="1120" y="739"/>
                  </a:cubicBezTo>
                  <a:cubicBezTo>
                    <a:pt x="1120" y="311"/>
                    <a:pt x="882" y="1"/>
                    <a:pt x="57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95"/>
            <p:cNvSpPr/>
            <p:nvPr/>
          </p:nvSpPr>
          <p:spPr>
            <a:xfrm>
              <a:off x="4825765" y="4304660"/>
              <a:ext cx="81000" cy="31968"/>
            </a:xfrm>
            <a:custGeom>
              <a:rect b="b" l="l" r="r" t="t"/>
              <a:pathLst>
                <a:path extrusionOk="0" h="978" w="2478">
                  <a:moveTo>
                    <a:pt x="1215" y="1"/>
                  </a:moveTo>
                  <a:cubicBezTo>
                    <a:pt x="596" y="1"/>
                    <a:pt x="143" y="429"/>
                    <a:pt x="0" y="977"/>
                  </a:cubicBezTo>
                  <a:lnTo>
                    <a:pt x="2477" y="977"/>
                  </a:lnTo>
                  <a:cubicBezTo>
                    <a:pt x="2358" y="429"/>
                    <a:pt x="1834" y="1"/>
                    <a:pt x="121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95"/>
            <p:cNvSpPr/>
            <p:nvPr/>
          </p:nvSpPr>
          <p:spPr>
            <a:xfrm>
              <a:off x="4988451" y="4211272"/>
              <a:ext cx="103554" cy="23372"/>
            </a:xfrm>
            <a:custGeom>
              <a:rect b="b" l="l" r="r" t="t"/>
              <a:pathLst>
                <a:path extrusionOk="0" h="715" w="3168">
                  <a:moveTo>
                    <a:pt x="120" y="0"/>
                  </a:moveTo>
                  <a:cubicBezTo>
                    <a:pt x="48" y="0"/>
                    <a:pt x="1" y="72"/>
                    <a:pt x="1" y="119"/>
                  </a:cubicBezTo>
                  <a:lnTo>
                    <a:pt x="1" y="595"/>
                  </a:lnTo>
                  <a:cubicBezTo>
                    <a:pt x="1" y="667"/>
                    <a:pt x="48" y="714"/>
                    <a:pt x="120" y="714"/>
                  </a:cubicBezTo>
                  <a:lnTo>
                    <a:pt x="3073" y="714"/>
                  </a:lnTo>
                  <a:cubicBezTo>
                    <a:pt x="3144" y="714"/>
                    <a:pt x="3168" y="667"/>
                    <a:pt x="3168" y="595"/>
                  </a:cubicBezTo>
                  <a:lnTo>
                    <a:pt x="3168" y="119"/>
                  </a:lnTo>
                  <a:cubicBezTo>
                    <a:pt x="3168" y="72"/>
                    <a:pt x="3120" y="0"/>
                    <a:pt x="3073"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95"/>
            <p:cNvSpPr/>
            <p:nvPr/>
          </p:nvSpPr>
          <p:spPr>
            <a:xfrm>
              <a:off x="4988451" y="4262624"/>
              <a:ext cx="103554" cy="23404"/>
            </a:xfrm>
            <a:custGeom>
              <a:rect b="b" l="l" r="r" t="t"/>
              <a:pathLst>
                <a:path extrusionOk="0" h="716" w="3168">
                  <a:moveTo>
                    <a:pt x="120" y="1"/>
                  </a:moveTo>
                  <a:cubicBezTo>
                    <a:pt x="48" y="1"/>
                    <a:pt x="1" y="72"/>
                    <a:pt x="1" y="120"/>
                  </a:cubicBezTo>
                  <a:lnTo>
                    <a:pt x="1" y="596"/>
                  </a:lnTo>
                  <a:cubicBezTo>
                    <a:pt x="1" y="668"/>
                    <a:pt x="48" y="715"/>
                    <a:pt x="120" y="715"/>
                  </a:cubicBezTo>
                  <a:lnTo>
                    <a:pt x="3073" y="715"/>
                  </a:lnTo>
                  <a:cubicBezTo>
                    <a:pt x="3144" y="715"/>
                    <a:pt x="3168" y="668"/>
                    <a:pt x="3168" y="596"/>
                  </a:cubicBezTo>
                  <a:lnTo>
                    <a:pt x="3168" y="120"/>
                  </a:lnTo>
                  <a:cubicBezTo>
                    <a:pt x="3168" y="72"/>
                    <a:pt x="3120" y="1"/>
                    <a:pt x="307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95"/>
            <p:cNvSpPr/>
            <p:nvPr/>
          </p:nvSpPr>
          <p:spPr>
            <a:xfrm>
              <a:off x="4988451" y="4314793"/>
              <a:ext cx="103554" cy="23372"/>
            </a:xfrm>
            <a:custGeom>
              <a:rect b="b" l="l" r="r" t="t"/>
              <a:pathLst>
                <a:path extrusionOk="0" h="715" w="3168">
                  <a:moveTo>
                    <a:pt x="120" y="0"/>
                  </a:moveTo>
                  <a:cubicBezTo>
                    <a:pt x="48" y="0"/>
                    <a:pt x="1" y="48"/>
                    <a:pt x="1" y="119"/>
                  </a:cubicBezTo>
                  <a:lnTo>
                    <a:pt x="1" y="596"/>
                  </a:lnTo>
                  <a:cubicBezTo>
                    <a:pt x="1" y="643"/>
                    <a:pt x="48" y="715"/>
                    <a:pt x="120" y="715"/>
                  </a:cubicBezTo>
                  <a:lnTo>
                    <a:pt x="3073" y="715"/>
                  </a:lnTo>
                  <a:cubicBezTo>
                    <a:pt x="3144" y="715"/>
                    <a:pt x="3168" y="667"/>
                    <a:pt x="3168" y="596"/>
                  </a:cubicBezTo>
                  <a:lnTo>
                    <a:pt x="3168" y="119"/>
                  </a:lnTo>
                  <a:cubicBezTo>
                    <a:pt x="3168" y="48"/>
                    <a:pt x="3120" y="0"/>
                    <a:pt x="3073"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95"/>
            <p:cNvSpPr/>
            <p:nvPr/>
          </p:nvSpPr>
          <p:spPr>
            <a:xfrm>
              <a:off x="5067064" y="4211272"/>
              <a:ext cx="24941" cy="23372"/>
            </a:xfrm>
            <a:custGeom>
              <a:rect b="b" l="l" r="r" t="t"/>
              <a:pathLst>
                <a:path extrusionOk="0" h="715" w="763">
                  <a:moveTo>
                    <a:pt x="1" y="0"/>
                  </a:moveTo>
                  <a:cubicBezTo>
                    <a:pt x="72" y="0"/>
                    <a:pt x="120" y="72"/>
                    <a:pt x="120" y="119"/>
                  </a:cubicBezTo>
                  <a:lnTo>
                    <a:pt x="120" y="595"/>
                  </a:lnTo>
                  <a:cubicBezTo>
                    <a:pt x="120" y="667"/>
                    <a:pt x="48" y="714"/>
                    <a:pt x="1" y="714"/>
                  </a:cubicBezTo>
                  <a:lnTo>
                    <a:pt x="668" y="714"/>
                  </a:lnTo>
                  <a:cubicBezTo>
                    <a:pt x="715" y="714"/>
                    <a:pt x="763" y="667"/>
                    <a:pt x="763" y="595"/>
                  </a:cubicBezTo>
                  <a:lnTo>
                    <a:pt x="763" y="119"/>
                  </a:lnTo>
                  <a:cubicBezTo>
                    <a:pt x="763" y="72"/>
                    <a:pt x="715" y="0"/>
                    <a:pt x="668" y="0"/>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95"/>
            <p:cNvSpPr/>
            <p:nvPr/>
          </p:nvSpPr>
          <p:spPr>
            <a:xfrm>
              <a:off x="5067064" y="4262624"/>
              <a:ext cx="24941" cy="23404"/>
            </a:xfrm>
            <a:custGeom>
              <a:rect b="b" l="l" r="r" t="t"/>
              <a:pathLst>
                <a:path extrusionOk="0" h="716" w="763">
                  <a:moveTo>
                    <a:pt x="1" y="1"/>
                  </a:moveTo>
                  <a:cubicBezTo>
                    <a:pt x="72" y="1"/>
                    <a:pt x="120" y="72"/>
                    <a:pt x="120" y="120"/>
                  </a:cubicBezTo>
                  <a:lnTo>
                    <a:pt x="120" y="596"/>
                  </a:lnTo>
                  <a:cubicBezTo>
                    <a:pt x="120" y="668"/>
                    <a:pt x="48" y="715"/>
                    <a:pt x="1" y="715"/>
                  </a:cubicBezTo>
                  <a:lnTo>
                    <a:pt x="668" y="715"/>
                  </a:lnTo>
                  <a:cubicBezTo>
                    <a:pt x="715" y="715"/>
                    <a:pt x="763" y="668"/>
                    <a:pt x="763" y="596"/>
                  </a:cubicBezTo>
                  <a:lnTo>
                    <a:pt x="763" y="120"/>
                  </a:lnTo>
                  <a:cubicBezTo>
                    <a:pt x="763" y="72"/>
                    <a:pt x="715" y="1"/>
                    <a:pt x="66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95"/>
            <p:cNvSpPr/>
            <p:nvPr/>
          </p:nvSpPr>
          <p:spPr>
            <a:xfrm>
              <a:off x="5067064" y="4314793"/>
              <a:ext cx="24941" cy="23372"/>
            </a:xfrm>
            <a:custGeom>
              <a:rect b="b" l="l" r="r" t="t"/>
              <a:pathLst>
                <a:path extrusionOk="0" h="715" w="763">
                  <a:moveTo>
                    <a:pt x="1" y="0"/>
                  </a:moveTo>
                  <a:cubicBezTo>
                    <a:pt x="72" y="0"/>
                    <a:pt x="120" y="48"/>
                    <a:pt x="120" y="119"/>
                  </a:cubicBezTo>
                  <a:lnTo>
                    <a:pt x="120" y="596"/>
                  </a:lnTo>
                  <a:cubicBezTo>
                    <a:pt x="120" y="643"/>
                    <a:pt x="48" y="715"/>
                    <a:pt x="1" y="715"/>
                  </a:cubicBezTo>
                  <a:lnTo>
                    <a:pt x="668" y="715"/>
                  </a:lnTo>
                  <a:cubicBezTo>
                    <a:pt x="715" y="715"/>
                    <a:pt x="763" y="643"/>
                    <a:pt x="763" y="596"/>
                  </a:cubicBezTo>
                  <a:lnTo>
                    <a:pt x="763" y="119"/>
                  </a:lnTo>
                  <a:cubicBezTo>
                    <a:pt x="763" y="48"/>
                    <a:pt x="715" y="0"/>
                    <a:pt x="668" y="0"/>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95"/>
            <p:cNvSpPr/>
            <p:nvPr/>
          </p:nvSpPr>
          <p:spPr>
            <a:xfrm>
              <a:off x="4765816" y="4169236"/>
              <a:ext cx="367473" cy="300496"/>
            </a:xfrm>
            <a:custGeom>
              <a:rect b="b" l="l" r="r" t="t"/>
              <a:pathLst>
                <a:path extrusionOk="0" h="9193" w="11242">
                  <a:moveTo>
                    <a:pt x="6669" y="7668"/>
                  </a:moveTo>
                  <a:lnTo>
                    <a:pt x="6835" y="8930"/>
                  </a:lnTo>
                  <a:lnTo>
                    <a:pt x="4406" y="8930"/>
                  </a:lnTo>
                  <a:lnTo>
                    <a:pt x="4573" y="7668"/>
                  </a:lnTo>
                  <a:close/>
                  <a:moveTo>
                    <a:pt x="596" y="0"/>
                  </a:moveTo>
                  <a:cubicBezTo>
                    <a:pt x="263" y="0"/>
                    <a:pt x="1" y="262"/>
                    <a:pt x="1" y="595"/>
                  </a:cubicBezTo>
                  <a:lnTo>
                    <a:pt x="1" y="7002"/>
                  </a:lnTo>
                  <a:cubicBezTo>
                    <a:pt x="1" y="7335"/>
                    <a:pt x="263" y="7597"/>
                    <a:pt x="596" y="7597"/>
                  </a:cubicBezTo>
                  <a:lnTo>
                    <a:pt x="4287" y="7597"/>
                  </a:lnTo>
                  <a:lnTo>
                    <a:pt x="4097" y="8883"/>
                  </a:lnTo>
                  <a:lnTo>
                    <a:pt x="3525" y="8883"/>
                  </a:lnTo>
                  <a:cubicBezTo>
                    <a:pt x="3454" y="8883"/>
                    <a:pt x="3382" y="8930"/>
                    <a:pt x="3358" y="9026"/>
                  </a:cubicBezTo>
                  <a:cubicBezTo>
                    <a:pt x="3358" y="9121"/>
                    <a:pt x="3406" y="9192"/>
                    <a:pt x="3501" y="9192"/>
                  </a:cubicBezTo>
                  <a:lnTo>
                    <a:pt x="7669" y="9192"/>
                  </a:lnTo>
                  <a:cubicBezTo>
                    <a:pt x="7764" y="9192"/>
                    <a:pt x="7812" y="9145"/>
                    <a:pt x="7859" y="9050"/>
                  </a:cubicBezTo>
                  <a:cubicBezTo>
                    <a:pt x="7859" y="8954"/>
                    <a:pt x="7788" y="8883"/>
                    <a:pt x="7693" y="8883"/>
                  </a:cubicBezTo>
                  <a:lnTo>
                    <a:pt x="7145" y="8883"/>
                  </a:lnTo>
                  <a:lnTo>
                    <a:pt x="6954" y="7597"/>
                  </a:lnTo>
                  <a:lnTo>
                    <a:pt x="10646" y="7597"/>
                  </a:lnTo>
                  <a:cubicBezTo>
                    <a:pt x="10979" y="7597"/>
                    <a:pt x="11241" y="7335"/>
                    <a:pt x="11241" y="7002"/>
                  </a:cubicBezTo>
                  <a:lnTo>
                    <a:pt x="11241" y="595"/>
                  </a:lnTo>
                  <a:cubicBezTo>
                    <a:pt x="11241" y="310"/>
                    <a:pt x="10979" y="48"/>
                    <a:pt x="10622" y="48"/>
                  </a:cubicBezTo>
                  <a:lnTo>
                    <a:pt x="3120" y="48"/>
                  </a:lnTo>
                  <a:cubicBezTo>
                    <a:pt x="3025" y="48"/>
                    <a:pt x="2977" y="95"/>
                    <a:pt x="2930" y="191"/>
                  </a:cubicBezTo>
                  <a:cubicBezTo>
                    <a:pt x="2930" y="286"/>
                    <a:pt x="3001" y="357"/>
                    <a:pt x="3097" y="357"/>
                  </a:cubicBezTo>
                  <a:lnTo>
                    <a:pt x="10574" y="357"/>
                  </a:lnTo>
                  <a:cubicBezTo>
                    <a:pt x="10741" y="357"/>
                    <a:pt x="10860" y="476"/>
                    <a:pt x="10860" y="643"/>
                  </a:cubicBezTo>
                  <a:lnTo>
                    <a:pt x="10860" y="6120"/>
                  </a:lnTo>
                  <a:lnTo>
                    <a:pt x="8383" y="6120"/>
                  </a:lnTo>
                  <a:cubicBezTo>
                    <a:pt x="8288" y="6120"/>
                    <a:pt x="8240" y="6168"/>
                    <a:pt x="8193" y="6263"/>
                  </a:cubicBezTo>
                  <a:cubicBezTo>
                    <a:pt x="8193" y="6359"/>
                    <a:pt x="8264" y="6430"/>
                    <a:pt x="8360" y="6430"/>
                  </a:cubicBezTo>
                  <a:lnTo>
                    <a:pt x="10860" y="6430"/>
                  </a:lnTo>
                  <a:lnTo>
                    <a:pt x="10860" y="7025"/>
                  </a:lnTo>
                  <a:cubicBezTo>
                    <a:pt x="10860" y="7192"/>
                    <a:pt x="10741" y="7311"/>
                    <a:pt x="10574" y="7311"/>
                  </a:cubicBezTo>
                  <a:lnTo>
                    <a:pt x="525" y="7311"/>
                  </a:lnTo>
                  <a:cubicBezTo>
                    <a:pt x="382" y="7311"/>
                    <a:pt x="263" y="7192"/>
                    <a:pt x="263" y="7025"/>
                  </a:cubicBezTo>
                  <a:lnTo>
                    <a:pt x="263" y="6430"/>
                  </a:lnTo>
                  <a:lnTo>
                    <a:pt x="7693" y="6430"/>
                  </a:lnTo>
                  <a:cubicBezTo>
                    <a:pt x="7788" y="6430"/>
                    <a:pt x="7859" y="6382"/>
                    <a:pt x="7883" y="6287"/>
                  </a:cubicBezTo>
                  <a:cubicBezTo>
                    <a:pt x="7883" y="6192"/>
                    <a:pt x="7812" y="6120"/>
                    <a:pt x="7740" y="6120"/>
                  </a:cubicBezTo>
                  <a:lnTo>
                    <a:pt x="286" y="6120"/>
                  </a:lnTo>
                  <a:lnTo>
                    <a:pt x="286" y="500"/>
                  </a:lnTo>
                  <a:cubicBezTo>
                    <a:pt x="286" y="429"/>
                    <a:pt x="382" y="333"/>
                    <a:pt x="477" y="333"/>
                  </a:cubicBezTo>
                  <a:lnTo>
                    <a:pt x="2501" y="333"/>
                  </a:lnTo>
                  <a:cubicBezTo>
                    <a:pt x="2525" y="333"/>
                    <a:pt x="2549" y="333"/>
                    <a:pt x="2573" y="310"/>
                  </a:cubicBezTo>
                  <a:cubicBezTo>
                    <a:pt x="2692" y="143"/>
                    <a:pt x="2573" y="0"/>
                    <a:pt x="2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95"/>
            <p:cNvSpPr/>
            <p:nvPr/>
          </p:nvSpPr>
          <p:spPr>
            <a:xfrm>
              <a:off x="4948768" y="4202708"/>
              <a:ext cx="10133" cy="147257"/>
            </a:xfrm>
            <a:custGeom>
              <a:rect b="b" l="l" r="r" t="t"/>
              <a:pathLst>
                <a:path extrusionOk="0" h="4505" w="310">
                  <a:moveTo>
                    <a:pt x="167" y="0"/>
                  </a:moveTo>
                  <a:cubicBezTo>
                    <a:pt x="71" y="0"/>
                    <a:pt x="0" y="48"/>
                    <a:pt x="0" y="143"/>
                  </a:cubicBezTo>
                  <a:lnTo>
                    <a:pt x="0" y="4310"/>
                  </a:lnTo>
                  <a:cubicBezTo>
                    <a:pt x="0" y="4406"/>
                    <a:pt x="48" y="4453"/>
                    <a:pt x="143" y="4501"/>
                  </a:cubicBezTo>
                  <a:cubicBezTo>
                    <a:pt x="150" y="4504"/>
                    <a:pt x="158" y="4505"/>
                    <a:pt x="166" y="4505"/>
                  </a:cubicBezTo>
                  <a:cubicBezTo>
                    <a:pt x="233" y="4505"/>
                    <a:pt x="310" y="4420"/>
                    <a:pt x="310" y="4334"/>
                  </a:cubicBezTo>
                  <a:lnTo>
                    <a:pt x="310" y="167"/>
                  </a:lnTo>
                  <a:cubicBezTo>
                    <a:pt x="310" y="95"/>
                    <a:pt x="262" y="24"/>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95"/>
            <p:cNvSpPr/>
            <p:nvPr/>
          </p:nvSpPr>
          <p:spPr>
            <a:xfrm>
              <a:off x="4800857" y="4210488"/>
              <a:ext cx="130815" cy="131567"/>
            </a:xfrm>
            <a:custGeom>
              <a:rect b="b" l="l" r="r" t="t"/>
              <a:pathLst>
                <a:path extrusionOk="0" h="4025" w="4002">
                  <a:moveTo>
                    <a:pt x="2025" y="3072"/>
                  </a:moveTo>
                  <a:cubicBezTo>
                    <a:pt x="2453" y="3072"/>
                    <a:pt x="2858" y="3334"/>
                    <a:pt x="3025" y="3715"/>
                  </a:cubicBezTo>
                  <a:lnTo>
                    <a:pt x="1000" y="3715"/>
                  </a:lnTo>
                  <a:cubicBezTo>
                    <a:pt x="1191" y="3334"/>
                    <a:pt x="1572" y="3072"/>
                    <a:pt x="2025" y="3072"/>
                  </a:cubicBezTo>
                  <a:close/>
                  <a:moveTo>
                    <a:pt x="3715" y="334"/>
                  </a:moveTo>
                  <a:lnTo>
                    <a:pt x="3715" y="3715"/>
                  </a:lnTo>
                  <a:lnTo>
                    <a:pt x="3382" y="3715"/>
                  </a:lnTo>
                  <a:cubicBezTo>
                    <a:pt x="3287" y="3453"/>
                    <a:pt x="3144" y="3215"/>
                    <a:pt x="2929" y="3025"/>
                  </a:cubicBezTo>
                  <a:cubicBezTo>
                    <a:pt x="2667" y="2810"/>
                    <a:pt x="2358" y="2691"/>
                    <a:pt x="2048" y="2691"/>
                  </a:cubicBezTo>
                  <a:cubicBezTo>
                    <a:pt x="1715" y="2691"/>
                    <a:pt x="1382" y="2810"/>
                    <a:pt x="1143" y="3025"/>
                  </a:cubicBezTo>
                  <a:cubicBezTo>
                    <a:pt x="929" y="3215"/>
                    <a:pt x="762" y="3453"/>
                    <a:pt x="691" y="3715"/>
                  </a:cubicBezTo>
                  <a:lnTo>
                    <a:pt x="381" y="3715"/>
                  </a:lnTo>
                  <a:lnTo>
                    <a:pt x="381" y="334"/>
                  </a:lnTo>
                  <a:close/>
                  <a:moveTo>
                    <a:pt x="286" y="0"/>
                  </a:moveTo>
                  <a:cubicBezTo>
                    <a:pt x="119" y="0"/>
                    <a:pt x="0" y="143"/>
                    <a:pt x="0" y="286"/>
                  </a:cubicBezTo>
                  <a:lnTo>
                    <a:pt x="0" y="3715"/>
                  </a:lnTo>
                  <a:cubicBezTo>
                    <a:pt x="0" y="3906"/>
                    <a:pt x="143" y="4025"/>
                    <a:pt x="286" y="4025"/>
                  </a:cubicBezTo>
                  <a:lnTo>
                    <a:pt x="3715" y="4025"/>
                  </a:lnTo>
                  <a:cubicBezTo>
                    <a:pt x="3882" y="4025"/>
                    <a:pt x="4001" y="3858"/>
                    <a:pt x="4001" y="3715"/>
                  </a:cubicBezTo>
                  <a:lnTo>
                    <a:pt x="4001" y="286"/>
                  </a:lnTo>
                  <a:cubicBezTo>
                    <a:pt x="4001" y="119"/>
                    <a:pt x="3858" y="0"/>
                    <a:pt x="3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95"/>
            <p:cNvSpPr/>
            <p:nvPr/>
          </p:nvSpPr>
          <p:spPr>
            <a:xfrm>
              <a:off x="4843678" y="4229937"/>
              <a:ext cx="46710" cy="59982"/>
            </a:xfrm>
            <a:custGeom>
              <a:rect b="b" l="l" r="r" t="t"/>
              <a:pathLst>
                <a:path extrusionOk="0" h="1835" w="1429">
                  <a:moveTo>
                    <a:pt x="715" y="358"/>
                  </a:moveTo>
                  <a:cubicBezTo>
                    <a:pt x="905" y="358"/>
                    <a:pt x="1096" y="620"/>
                    <a:pt x="1096" y="929"/>
                  </a:cubicBezTo>
                  <a:cubicBezTo>
                    <a:pt x="1096" y="1215"/>
                    <a:pt x="905" y="1477"/>
                    <a:pt x="715" y="1477"/>
                  </a:cubicBezTo>
                  <a:cubicBezTo>
                    <a:pt x="500" y="1477"/>
                    <a:pt x="310" y="1215"/>
                    <a:pt x="310" y="929"/>
                  </a:cubicBezTo>
                  <a:cubicBezTo>
                    <a:pt x="310" y="620"/>
                    <a:pt x="500" y="358"/>
                    <a:pt x="715" y="358"/>
                  </a:cubicBezTo>
                  <a:close/>
                  <a:moveTo>
                    <a:pt x="715" y="1"/>
                  </a:moveTo>
                  <a:cubicBezTo>
                    <a:pt x="310" y="1"/>
                    <a:pt x="0" y="405"/>
                    <a:pt x="0" y="929"/>
                  </a:cubicBezTo>
                  <a:cubicBezTo>
                    <a:pt x="0" y="1429"/>
                    <a:pt x="286" y="1834"/>
                    <a:pt x="715" y="1834"/>
                  </a:cubicBezTo>
                  <a:cubicBezTo>
                    <a:pt x="1096" y="1834"/>
                    <a:pt x="1429" y="1429"/>
                    <a:pt x="1429" y="929"/>
                  </a:cubicBezTo>
                  <a:cubicBezTo>
                    <a:pt x="1429" y="405"/>
                    <a:pt x="1096" y="1"/>
                    <a:pt x="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95"/>
            <p:cNvSpPr/>
            <p:nvPr/>
          </p:nvSpPr>
          <p:spPr>
            <a:xfrm>
              <a:off x="4983776" y="4207350"/>
              <a:ext cx="113687" cy="33505"/>
            </a:xfrm>
            <a:custGeom>
              <a:rect b="b" l="l" r="r" t="t"/>
              <a:pathLst>
                <a:path extrusionOk="0" h="1025" w="3478">
                  <a:moveTo>
                    <a:pt x="3144" y="311"/>
                  </a:moveTo>
                  <a:lnTo>
                    <a:pt x="3144" y="692"/>
                  </a:lnTo>
                  <a:lnTo>
                    <a:pt x="310" y="692"/>
                  </a:lnTo>
                  <a:lnTo>
                    <a:pt x="310" y="311"/>
                  </a:lnTo>
                  <a:close/>
                  <a:moveTo>
                    <a:pt x="263" y="1"/>
                  </a:moveTo>
                  <a:cubicBezTo>
                    <a:pt x="120" y="1"/>
                    <a:pt x="1" y="120"/>
                    <a:pt x="1" y="263"/>
                  </a:cubicBezTo>
                  <a:lnTo>
                    <a:pt x="1" y="739"/>
                  </a:lnTo>
                  <a:cubicBezTo>
                    <a:pt x="1" y="906"/>
                    <a:pt x="120" y="1025"/>
                    <a:pt x="263" y="1025"/>
                  </a:cubicBezTo>
                  <a:lnTo>
                    <a:pt x="3216" y="1025"/>
                  </a:lnTo>
                  <a:cubicBezTo>
                    <a:pt x="3359" y="1025"/>
                    <a:pt x="3478" y="906"/>
                    <a:pt x="3478" y="739"/>
                  </a:cubicBezTo>
                  <a:lnTo>
                    <a:pt x="3478" y="263"/>
                  </a:lnTo>
                  <a:cubicBezTo>
                    <a:pt x="3478" y="120"/>
                    <a:pt x="3359" y="1"/>
                    <a:pt x="3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95"/>
            <p:cNvSpPr/>
            <p:nvPr/>
          </p:nvSpPr>
          <p:spPr>
            <a:xfrm>
              <a:off x="4983776" y="4258734"/>
              <a:ext cx="114472" cy="33505"/>
            </a:xfrm>
            <a:custGeom>
              <a:rect b="b" l="l" r="r" t="t"/>
              <a:pathLst>
                <a:path extrusionOk="0" h="1025" w="3502">
                  <a:moveTo>
                    <a:pt x="3144" y="310"/>
                  </a:moveTo>
                  <a:lnTo>
                    <a:pt x="3144" y="691"/>
                  </a:lnTo>
                  <a:lnTo>
                    <a:pt x="310" y="691"/>
                  </a:lnTo>
                  <a:lnTo>
                    <a:pt x="310" y="310"/>
                  </a:lnTo>
                  <a:close/>
                  <a:moveTo>
                    <a:pt x="286" y="1"/>
                  </a:moveTo>
                  <a:cubicBezTo>
                    <a:pt x="144" y="1"/>
                    <a:pt x="24" y="120"/>
                    <a:pt x="24" y="287"/>
                  </a:cubicBezTo>
                  <a:lnTo>
                    <a:pt x="1" y="715"/>
                  </a:lnTo>
                  <a:cubicBezTo>
                    <a:pt x="1" y="882"/>
                    <a:pt x="120" y="1025"/>
                    <a:pt x="286" y="1025"/>
                  </a:cubicBezTo>
                  <a:lnTo>
                    <a:pt x="3239" y="1025"/>
                  </a:lnTo>
                  <a:cubicBezTo>
                    <a:pt x="3382" y="1025"/>
                    <a:pt x="3501" y="906"/>
                    <a:pt x="3501" y="763"/>
                  </a:cubicBezTo>
                  <a:lnTo>
                    <a:pt x="3501" y="287"/>
                  </a:lnTo>
                  <a:cubicBezTo>
                    <a:pt x="3501" y="120"/>
                    <a:pt x="3382"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95"/>
            <p:cNvSpPr/>
            <p:nvPr/>
          </p:nvSpPr>
          <p:spPr>
            <a:xfrm>
              <a:off x="4983776" y="4310904"/>
              <a:ext cx="114472" cy="32720"/>
            </a:xfrm>
            <a:custGeom>
              <a:rect b="b" l="l" r="r" t="t"/>
              <a:pathLst>
                <a:path extrusionOk="0" h="1001" w="3502">
                  <a:moveTo>
                    <a:pt x="3144" y="286"/>
                  </a:moveTo>
                  <a:lnTo>
                    <a:pt x="3144" y="667"/>
                  </a:lnTo>
                  <a:lnTo>
                    <a:pt x="310" y="667"/>
                  </a:lnTo>
                  <a:lnTo>
                    <a:pt x="310" y="286"/>
                  </a:lnTo>
                  <a:close/>
                  <a:moveTo>
                    <a:pt x="286" y="0"/>
                  </a:moveTo>
                  <a:cubicBezTo>
                    <a:pt x="144" y="0"/>
                    <a:pt x="24" y="119"/>
                    <a:pt x="24" y="262"/>
                  </a:cubicBezTo>
                  <a:lnTo>
                    <a:pt x="1" y="715"/>
                  </a:lnTo>
                  <a:cubicBezTo>
                    <a:pt x="1" y="858"/>
                    <a:pt x="120" y="1000"/>
                    <a:pt x="286" y="1000"/>
                  </a:cubicBezTo>
                  <a:lnTo>
                    <a:pt x="3239" y="1000"/>
                  </a:lnTo>
                  <a:cubicBezTo>
                    <a:pt x="3382" y="1000"/>
                    <a:pt x="3501" y="881"/>
                    <a:pt x="3501" y="739"/>
                  </a:cubicBezTo>
                  <a:lnTo>
                    <a:pt x="3501" y="262"/>
                  </a:lnTo>
                  <a:cubicBezTo>
                    <a:pt x="3501" y="119"/>
                    <a:pt x="3382" y="0"/>
                    <a:pt x="3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3" name="Google Shape;20403;p95"/>
          <p:cNvGrpSpPr/>
          <p:nvPr/>
        </p:nvGrpSpPr>
        <p:grpSpPr>
          <a:xfrm>
            <a:off x="5529438" y="4007455"/>
            <a:ext cx="368225" cy="323214"/>
            <a:chOff x="5526356" y="4159855"/>
            <a:chExt cx="368225" cy="323214"/>
          </a:xfrm>
        </p:grpSpPr>
        <p:sp>
          <p:nvSpPr>
            <p:cNvPr id="20404" name="Google Shape;20404;p95"/>
            <p:cNvSpPr/>
            <p:nvPr/>
          </p:nvSpPr>
          <p:spPr>
            <a:xfrm>
              <a:off x="5532567" y="4456461"/>
              <a:ext cx="356555" cy="21835"/>
            </a:xfrm>
            <a:custGeom>
              <a:rect b="b" l="l" r="r" t="t"/>
              <a:pathLst>
                <a:path extrusionOk="0" h="668" w="10908">
                  <a:moveTo>
                    <a:pt x="120" y="1"/>
                  </a:moveTo>
                  <a:cubicBezTo>
                    <a:pt x="49" y="1"/>
                    <a:pt x="1" y="72"/>
                    <a:pt x="1" y="120"/>
                  </a:cubicBezTo>
                  <a:lnTo>
                    <a:pt x="1" y="548"/>
                  </a:lnTo>
                  <a:cubicBezTo>
                    <a:pt x="1" y="596"/>
                    <a:pt x="49" y="667"/>
                    <a:pt x="120" y="667"/>
                  </a:cubicBezTo>
                  <a:lnTo>
                    <a:pt x="10789" y="667"/>
                  </a:lnTo>
                  <a:cubicBezTo>
                    <a:pt x="10860" y="667"/>
                    <a:pt x="10908" y="620"/>
                    <a:pt x="10908" y="548"/>
                  </a:cubicBezTo>
                  <a:lnTo>
                    <a:pt x="10908" y="120"/>
                  </a:lnTo>
                  <a:cubicBezTo>
                    <a:pt x="10908" y="72"/>
                    <a:pt x="10860" y="1"/>
                    <a:pt x="10789"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95"/>
            <p:cNvSpPr/>
            <p:nvPr/>
          </p:nvSpPr>
          <p:spPr>
            <a:xfrm>
              <a:off x="5864181" y="4456461"/>
              <a:ext cx="24941" cy="21051"/>
            </a:xfrm>
            <a:custGeom>
              <a:rect b="b" l="l" r="r" t="t"/>
              <a:pathLst>
                <a:path extrusionOk="0" h="644" w="763">
                  <a:moveTo>
                    <a:pt x="1" y="1"/>
                  </a:moveTo>
                  <a:cubicBezTo>
                    <a:pt x="48" y="1"/>
                    <a:pt x="120" y="72"/>
                    <a:pt x="120" y="120"/>
                  </a:cubicBezTo>
                  <a:lnTo>
                    <a:pt x="120" y="548"/>
                  </a:lnTo>
                  <a:cubicBezTo>
                    <a:pt x="120" y="596"/>
                    <a:pt x="48" y="644"/>
                    <a:pt x="1" y="644"/>
                  </a:cubicBezTo>
                  <a:lnTo>
                    <a:pt x="644" y="644"/>
                  </a:lnTo>
                  <a:cubicBezTo>
                    <a:pt x="715" y="644"/>
                    <a:pt x="763" y="596"/>
                    <a:pt x="763" y="548"/>
                  </a:cubicBezTo>
                  <a:lnTo>
                    <a:pt x="763" y="120"/>
                  </a:lnTo>
                  <a:cubicBezTo>
                    <a:pt x="763" y="72"/>
                    <a:pt x="715" y="1"/>
                    <a:pt x="644"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95"/>
            <p:cNvSpPr/>
            <p:nvPr/>
          </p:nvSpPr>
          <p:spPr>
            <a:xfrm>
              <a:off x="5566039" y="4233042"/>
              <a:ext cx="290396" cy="181416"/>
            </a:xfrm>
            <a:custGeom>
              <a:rect b="b" l="l" r="r" t="t"/>
              <a:pathLst>
                <a:path extrusionOk="0" h="5550" w="8884">
                  <a:moveTo>
                    <a:pt x="453" y="1"/>
                  </a:moveTo>
                  <a:cubicBezTo>
                    <a:pt x="215" y="1"/>
                    <a:pt x="1" y="191"/>
                    <a:pt x="1" y="430"/>
                  </a:cubicBezTo>
                  <a:lnTo>
                    <a:pt x="1" y="5121"/>
                  </a:lnTo>
                  <a:cubicBezTo>
                    <a:pt x="1" y="5359"/>
                    <a:pt x="215" y="5550"/>
                    <a:pt x="453" y="5550"/>
                  </a:cubicBezTo>
                  <a:lnTo>
                    <a:pt x="8431" y="5550"/>
                  </a:lnTo>
                  <a:cubicBezTo>
                    <a:pt x="8669" y="5550"/>
                    <a:pt x="8860" y="5359"/>
                    <a:pt x="8884" y="5121"/>
                  </a:cubicBezTo>
                  <a:lnTo>
                    <a:pt x="8884" y="430"/>
                  </a:lnTo>
                  <a:cubicBezTo>
                    <a:pt x="8884" y="191"/>
                    <a:pt x="8669" y="1"/>
                    <a:pt x="8431"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95"/>
            <p:cNvSpPr/>
            <p:nvPr/>
          </p:nvSpPr>
          <p:spPr>
            <a:xfrm>
              <a:off x="5826820" y="4233042"/>
              <a:ext cx="29615" cy="180631"/>
            </a:xfrm>
            <a:custGeom>
              <a:rect b="b" l="l" r="r" t="t"/>
              <a:pathLst>
                <a:path extrusionOk="0" h="5526" w="906">
                  <a:moveTo>
                    <a:pt x="1" y="1"/>
                  </a:moveTo>
                  <a:cubicBezTo>
                    <a:pt x="191" y="1"/>
                    <a:pt x="358" y="144"/>
                    <a:pt x="358" y="358"/>
                  </a:cubicBezTo>
                  <a:lnTo>
                    <a:pt x="358" y="5169"/>
                  </a:lnTo>
                  <a:cubicBezTo>
                    <a:pt x="358" y="5383"/>
                    <a:pt x="215" y="5526"/>
                    <a:pt x="1" y="5526"/>
                  </a:cubicBezTo>
                  <a:lnTo>
                    <a:pt x="548" y="5526"/>
                  </a:lnTo>
                  <a:cubicBezTo>
                    <a:pt x="763" y="5526"/>
                    <a:pt x="906" y="5383"/>
                    <a:pt x="906" y="5169"/>
                  </a:cubicBezTo>
                  <a:lnTo>
                    <a:pt x="906" y="358"/>
                  </a:lnTo>
                  <a:cubicBezTo>
                    <a:pt x="882" y="168"/>
                    <a:pt x="715" y="1"/>
                    <a:pt x="548"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95"/>
            <p:cNvSpPr/>
            <p:nvPr/>
          </p:nvSpPr>
          <p:spPr>
            <a:xfrm>
              <a:off x="5566039" y="4383306"/>
              <a:ext cx="289611" cy="31151"/>
            </a:xfrm>
            <a:custGeom>
              <a:rect b="b" l="l" r="r" t="t"/>
              <a:pathLst>
                <a:path extrusionOk="0" h="953" w="8860">
                  <a:moveTo>
                    <a:pt x="1" y="0"/>
                  </a:moveTo>
                  <a:lnTo>
                    <a:pt x="1" y="595"/>
                  </a:lnTo>
                  <a:cubicBezTo>
                    <a:pt x="1" y="810"/>
                    <a:pt x="168" y="953"/>
                    <a:pt x="358" y="953"/>
                  </a:cubicBezTo>
                  <a:lnTo>
                    <a:pt x="8503" y="953"/>
                  </a:lnTo>
                  <a:cubicBezTo>
                    <a:pt x="8693" y="953"/>
                    <a:pt x="8860" y="810"/>
                    <a:pt x="8860" y="595"/>
                  </a:cubicBezTo>
                  <a:lnTo>
                    <a:pt x="8860"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95"/>
            <p:cNvSpPr/>
            <p:nvPr/>
          </p:nvSpPr>
          <p:spPr>
            <a:xfrm>
              <a:off x="5673483" y="4413640"/>
              <a:ext cx="74756" cy="42853"/>
            </a:xfrm>
            <a:custGeom>
              <a:rect b="b" l="l" r="r" t="t"/>
              <a:pathLst>
                <a:path extrusionOk="0" h="1311" w="2287">
                  <a:moveTo>
                    <a:pt x="167" y="1"/>
                  </a:moveTo>
                  <a:lnTo>
                    <a:pt x="0" y="1311"/>
                  </a:lnTo>
                  <a:lnTo>
                    <a:pt x="2286" y="1311"/>
                  </a:lnTo>
                  <a:lnTo>
                    <a:pt x="21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95"/>
            <p:cNvSpPr/>
            <p:nvPr/>
          </p:nvSpPr>
          <p:spPr>
            <a:xfrm>
              <a:off x="5724867" y="4414425"/>
              <a:ext cx="23372" cy="42853"/>
            </a:xfrm>
            <a:custGeom>
              <a:rect b="b" l="l" r="r" t="t"/>
              <a:pathLst>
                <a:path extrusionOk="0" h="1311" w="715">
                  <a:moveTo>
                    <a:pt x="0" y="1"/>
                  </a:moveTo>
                  <a:lnTo>
                    <a:pt x="191" y="1310"/>
                  </a:lnTo>
                  <a:lnTo>
                    <a:pt x="714" y="1310"/>
                  </a:lnTo>
                  <a:lnTo>
                    <a:pt x="548"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95"/>
            <p:cNvSpPr/>
            <p:nvPr/>
          </p:nvSpPr>
          <p:spPr>
            <a:xfrm>
              <a:off x="5826820" y="4383306"/>
              <a:ext cx="29615" cy="31151"/>
            </a:xfrm>
            <a:custGeom>
              <a:rect b="b" l="l" r="r" t="t"/>
              <a:pathLst>
                <a:path extrusionOk="0" h="953" w="906">
                  <a:moveTo>
                    <a:pt x="358" y="0"/>
                  </a:moveTo>
                  <a:lnTo>
                    <a:pt x="358" y="595"/>
                  </a:lnTo>
                  <a:cubicBezTo>
                    <a:pt x="358" y="786"/>
                    <a:pt x="215" y="953"/>
                    <a:pt x="1" y="953"/>
                  </a:cubicBezTo>
                  <a:lnTo>
                    <a:pt x="548" y="953"/>
                  </a:lnTo>
                  <a:cubicBezTo>
                    <a:pt x="739" y="953"/>
                    <a:pt x="906" y="810"/>
                    <a:pt x="906" y="595"/>
                  </a:cubicBezTo>
                  <a:lnTo>
                    <a:pt x="906"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95"/>
            <p:cNvSpPr/>
            <p:nvPr/>
          </p:nvSpPr>
          <p:spPr>
            <a:xfrm>
              <a:off x="5595621" y="4261840"/>
              <a:ext cx="94238" cy="94238"/>
            </a:xfrm>
            <a:custGeom>
              <a:rect b="b" l="l" r="r" t="t"/>
              <a:pathLst>
                <a:path extrusionOk="0" h="2883" w="2883">
                  <a:moveTo>
                    <a:pt x="144" y="1"/>
                  </a:moveTo>
                  <a:cubicBezTo>
                    <a:pt x="48" y="1"/>
                    <a:pt x="1" y="72"/>
                    <a:pt x="1" y="144"/>
                  </a:cubicBezTo>
                  <a:lnTo>
                    <a:pt x="1" y="2740"/>
                  </a:lnTo>
                  <a:cubicBezTo>
                    <a:pt x="1" y="2835"/>
                    <a:pt x="48" y="2883"/>
                    <a:pt x="144" y="2883"/>
                  </a:cubicBezTo>
                  <a:lnTo>
                    <a:pt x="2740" y="2883"/>
                  </a:lnTo>
                  <a:cubicBezTo>
                    <a:pt x="2835" y="2883"/>
                    <a:pt x="2882" y="2835"/>
                    <a:pt x="2882" y="2740"/>
                  </a:cubicBezTo>
                  <a:lnTo>
                    <a:pt x="2882" y="144"/>
                  </a:lnTo>
                  <a:cubicBezTo>
                    <a:pt x="2882" y="72"/>
                    <a:pt x="2835" y="1"/>
                    <a:pt x="2740"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95"/>
            <p:cNvSpPr/>
            <p:nvPr/>
          </p:nvSpPr>
          <p:spPr>
            <a:xfrm>
              <a:off x="5631446" y="4282106"/>
              <a:ext cx="23372" cy="31151"/>
            </a:xfrm>
            <a:custGeom>
              <a:rect b="b" l="l" r="r" t="t"/>
              <a:pathLst>
                <a:path extrusionOk="0" h="953" w="715">
                  <a:moveTo>
                    <a:pt x="358" y="0"/>
                  </a:moveTo>
                  <a:cubicBezTo>
                    <a:pt x="167" y="0"/>
                    <a:pt x="0" y="214"/>
                    <a:pt x="0" y="476"/>
                  </a:cubicBezTo>
                  <a:cubicBezTo>
                    <a:pt x="0" y="738"/>
                    <a:pt x="167" y="953"/>
                    <a:pt x="358" y="953"/>
                  </a:cubicBezTo>
                  <a:cubicBezTo>
                    <a:pt x="548" y="953"/>
                    <a:pt x="715" y="738"/>
                    <a:pt x="715" y="476"/>
                  </a:cubicBezTo>
                  <a:cubicBezTo>
                    <a:pt x="715" y="214"/>
                    <a:pt x="548" y="0"/>
                    <a:pt x="358"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95"/>
            <p:cNvSpPr/>
            <p:nvPr/>
          </p:nvSpPr>
          <p:spPr>
            <a:xfrm>
              <a:off x="5617424" y="4332706"/>
              <a:ext cx="52202" cy="23372"/>
            </a:xfrm>
            <a:custGeom>
              <a:rect b="b" l="l" r="r" t="t"/>
              <a:pathLst>
                <a:path extrusionOk="0" h="715" w="1597">
                  <a:moveTo>
                    <a:pt x="596" y="0"/>
                  </a:moveTo>
                  <a:cubicBezTo>
                    <a:pt x="286" y="0"/>
                    <a:pt x="1" y="286"/>
                    <a:pt x="1" y="595"/>
                  </a:cubicBezTo>
                  <a:lnTo>
                    <a:pt x="1" y="715"/>
                  </a:lnTo>
                  <a:lnTo>
                    <a:pt x="1572" y="715"/>
                  </a:lnTo>
                  <a:lnTo>
                    <a:pt x="1596" y="595"/>
                  </a:lnTo>
                  <a:cubicBezTo>
                    <a:pt x="1596" y="286"/>
                    <a:pt x="1310" y="0"/>
                    <a:pt x="1001"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95"/>
            <p:cNvSpPr/>
            <p:nvPr/>
          </p:nvSpPr>
          <p:spPr>
            <a:xfrm>
              <a:off x="5731078" y="4261840"/>
              <a:ext cx="94238" cy="94238"/>
            </a:xfrm>
            <a:custGeom>
              <a:rect b="b" l="l" r="r" t="t"/>
              <a:pathLst>
                <a:path extrusionOk="0" h="2883" w="2883">
                  <a:moveTo>
                    <a:pt x="143" y="1"/>
                  </a:moveTo>
                  <a:cubicBezTo>
                    <a:pt x="48" y="1"/>
                    <a:pt x="1" y="72"/>
                    <a:pt x="1" y="144"/>
                  </a:cubicBezTo>
                  <a:lnTo>
                    <a:pt x="1" y="2740"/>
                  </a:lnTo>
                  <a:cubicBezTo>
                    <a:pt x="1" y="2835"/>
                    <a:pt x="48" y="2883"/>
                    <a:pt x="143" y="2883"/>
                  </a:cubicBezTo>
                  <a:lnTo>
                    <a:pt x="2739" y="2883"/>
                  </a:lnTo>
                  <a:cubicBezTo>
                    <a:pt x="2787" y="2883"/>
                    <a:pt x="2858" y="2835"/>
                    <a:pt x="2882" y="2740"/>
                  </a:cubicBezTo>
                  <a:lnTo>
                    <a:pt x="2882" y="144"/>
                  </a:lnTo>
                  <a:cubicBezTo>
                    <a:pt x="2882" y="72"/>
                    <a:pt x="2811" y="1"/>
                    <a:pt x="2739" y="1"/>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95"/>
            <p:cNvSpPr/>
            <p:nvPr/>
          </p:nvSpPr>
          <p:spPr>
            <a:xfrm>
              <a:off x="5663349" y="4261840"/>
              <a:ext cx="26510" cy="94238"/>
            </a:xfrm>
            <a:custGeom>
              <a:rect b="b" l="l" r="r" t="t"/>
              <a:pathLst>
                <a:path extrusionOk="0" h="2883" w="811">
                  <a:moveTo>
                    <a:pt x="1" y="1"/>
                  </a:moveTo>
                  <a:cubicBezTo>
                    <a:pt x="96" y="1"/>
                    <a:pt x="167" y="72"/>
                    <a:pt x="167" y="144"/>
                  </a:cubicBezTo>
                  <a:lnTo>
                    <a:pt x="167" y="2740"/>
                  </a:lnTo>
                  <a:cubicBezTo>
                    <a:pt x="167" y="2835"/>
                    <a:pt x="96" y="2883"/>
                    <a:pt x="1" y="2883"/>
                  </a:cubicBezTo>
                  <a:lnTo>
                    <a:pt x="668" y="2883"/>
                  </a:lnTo>
                  <a:cubicBezTo>
                    <a:pt x="763" y="2883"/>
                    <a:pt x="810" y="2835"/>
                    <a:pt x="810" y="2740"/>
                  </a:cubicBezTo>
                  <a:lnTo>
                    <a:pt x="810" y="144"/>
                  </a:lnTo>
                  <a:cubicBezTo>
                    <a:pt x="810" y="72"/>
                    <a:pt x="763" y="1"/>
                    <a:pt x="668"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95"/>
            <p:cNvSpPr/>
            <p:nvPr/>
          </p:nvSpPr>
          <p:spPr>
            <a:xfrm>
              <a:off x="5798806" y="4261840"/>
              <a:ext cx="26510" cy="94238"/>
            </a:xfrm>
            <a:custGeom>
              <a:rect b="b" l="l" r="r" t="t"/>
              <a:pathLst>
                <a:path extrusionOk="0" h="2883" w="811">
                  <a:moveTo>
                    <a:pt x="0" y="1"/>
                  </a:moveTo>
                  <a:cubicBezTo>
                    <a:pt x="96" y="1"/>
                    <a:pt x="143" y="72"/>
                    <a:pt x="143" y="144"/>
                  </a:cubicBezTo>
                  <a:lnTo>
                    <a:pt x="143" y="2740"/>
                  </a:lnTo>
                  <a:cubicBezTo>
                    <a:pt x="143" y="2835"/>
                    <a:pt x="96" y="2883"/>
                    <a:pt x="0" y="2883"/>
                  </a:cubicBezTo>
                  <a:lnTo>
                    <a:pt x="667" y="2883"/>
                  </a:lnTo>
                  <a:cubicBezTo>
                    <a:pt x="739" y="2883"/>
                    <a:pt x="810" y="2835"/>
                    <a:pt x="810" y="2740"/>
                  </a:cubicBezTo>
                  <a:lnTo>
                    <a:pt x="810" y="144"/>
                  </a:lnTo>
                  <a:cubicBezTo>
                    <a:pt x="786" y="72"/>
                    <a:pt x="715" y="1"/>
                    <a:pt x="667" y="1"/>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95"/>
            <p:cNvSpPr/>
            <p:nvPr/>
          </p:nvSpPr>
          <p:spPr>
            <a:xfrm>
              <a:off x="5766119" y="4282106"/>
              <a:ext cx="23372" cy="31151"/>
            </a:xfrm>
            <a:custGeom>
              <a:rect b="b" l="l" r="r" t="t"/>
              <a:pathLst>
                <a:path extrusionOk="0" h="953" w="715">
                  <a:moveTo>
                    <a:pt x="357" y="0"/>
                  </a:moveTo>
                  <a:cubicBezTo>
                    <a:pt x="143" y="0"/>
                    <a:pt x="0" y="214"/>
                    <a:pt x="0" y="476"/>
                  </a:cubicBezTo>
                  <a:cubicBezTo>
                    <a:pt x="0" y="738"/>
                    <a:pt x="143" y="953"/>
                    <a:pt x="357" y="953"/>
                  </a:cubicBezTo>
                  <a:cubicBezTo>
                    <a:pt x="548" y="953"/>
                    <a:pt x="715" y="738"/>
                    <a:pt x="715" y="476"/>
                  </a:cubicBezTo>
                  <a:cubicBezTo>
                    <a:pt x="715" y="214"/>
                    <a:pt x="548" y="0"/>
                    <a:pt x="35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95"/>
            <p:cNvSpPr/>
            <p:nvPr/>
          </p:nvSpPr>
          <p:spPr>
            <a:xfrm>
              <a:off x="5752096" y="4332706"/>
              <a:ext cx="51417" cy="23372"/>
            </a:xfrm>
            <a:custGeom>
              <a:rect b="b" l="l" r="r" t="t"/>
              <a:pathLst>
                <a:path extrusionOk="0" h="715" w="1573">
                  <a:moveTo>
                    <a:pt x="596" y="0"/>
                  </a:moveTo>
                  <a:cubicBezTo>
                    <a:pt x="263" y="0"/>
                    <a:pt x="1" y="286"/>
                    <a:pt x="1" y="595"/>
                  </a:cubicBezTo>
                  <a:lnTo>
                    <a:pt x="1" y="715"/>
                  </a:lnTo>
                  <a:lnTo>
                    <a:pt x="1549" y="715"/>
                  </a:lnTo>
                  <a:lnTo>
                    <a:pt x="1572" y="595"/>
                  </a:lnTo>
                  <a:cubicBezTo>
                    <a:pt x="1572" y="286"/>
                    <a:pt x="1310" y="0"/>
                    <a:pt x="97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95"/>
            <p:cNvSpPr/>
            <p:nvPr/>
          </p:nvSpPr>
          <p:spPr>
            <a:xfrm>
              <a:off x="5684368" y="4199570"/>
              <a:ext cx="54523" cy="33505"/>
            </a:xfrm>
            <a:custGeom>
              <a:rect b="b" l="l" r="r" t="t"/>
              <a:pathLst>
                <a:path extrusionOk="0" h="1025" w="1668">
                  <a:moveTo>
                    <a:pt x="191" y="1"/>
                  </a:moveTo>
                  <a:lnTo>
                    <a:pt x="1" y="1025"/>
                  </a:lnTo>
                  <a:lnTo>
                    <a:pt x="1668" y="1025"/>
                  </a:lnTo>
                  <a:lnTo>
                    <a:pt x="1453" y="1"/>
                  </a:ln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95"/>
            <p:cNvSpPr/>
            <p:nvPr/>
          </p:nvSpPr>
          <p:spPr>
            <a:xfrm>
              <a:off x="5685937" y="4164562"/>
              <a:ext cx="50633" cy="50633"/>
            </a:xfrm>
            <a:custGeom>
              <a:rect b="b" l="l" r="r" t="t"/>
              <a:pathLst>
                <a:path extrusionOk="0" h="1549" w="1549">
                  <a:moveTo>
                    <a:pt x="786" y="0"/>
                  </a:moveTo>
                  <a:cubicBezTo>
                    <a:pt x="358" y="0"/>
                    <a:pt x="0" y="357"/>
                    <a:pt x="0" y="786"/>
                  </a:cubicBezTo>
                  <a:cubicBezTo>
                    <a:pt x="0" y="1191"/>
                    <a:pt x="358" y="1548"/>
                    <a:pt x="786" y="1548"/>
                  </a:cubicBezTo>
                  <a:cubicBezTo>
                    <a:pt x="1191" y="1548"/>
                    <a:pt x="1548" y="1191"/>
                    <a:pt x="1548" y="786"/>
                  </a:cubicBezTo>
                  <a:cubicBezTo>
                    <a:pt x="1548" y="357"/>
                    <a:pt x="1191" y="0"/>
                    <a:pt x="786"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95"/>
            <p:cNvSpPr/>
            <p:nvPr/>
          </p:nvSpPr>
          <p:spPr>
            <a:xfrm>
              <a:off x="5700711" y="4164562"/>
              <a:ext cx="35858" cy="50633"/>
            </a:xfrm>
            <a:custGeom>
              <a:rect b="b" l="l" r="r" t="t"/>
              <a:pathLst>
                <a:path extrusionOk="0" h="1549" w="1097">
                  <a:moveTo>
                    <a:pt x="334" y="0"/>
                  </a:moveTo>
                  <a:cubicBezTo>
                    <a:pt x="215" y="0"/>
                    <a:pt x="96" y="24"/>
                    <a:pt x="1" y="72"/>
                  </a:cubicBezTo>
                  <a:cubicBezTo>
                    <a:pt x="263" y="191"/>
                    <a:pt x="429" y="453"/>
                    <a:pt x="429" y="786"/>
                  </a:cubicBezTo>
                  <a:cubicBezTo>
                    <a:pt x="429" y="1096"/>
                    <a:pt x="263" y="1381"/>
                    <a:pt x="1" y="1501"/>
                  </a:cubicBezTo>
                  <a:cubicBezTo>
                    <a:pt x="72" y="1548"/>
                    <a:pt x="215" y="1548"/>
                    <a:pt x="334" y="1548"/>
                  </a:cubicBezTo>
                  <a:cubicBezTo>
                    <a:pt x="739" y="1548"/>
                    <a:pt x="1096" y="1191"/>
                    <a:pt x="1096" y="762"/>
                  </a:cubicBezTo>
                  <a:cubicBezTo>
                    <a:pt x="1096" y="357"/>
                    <a:pt x="739" y="0"/>
                    <a:pt x="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95"/>
            <p:cNvSpPr/>
            <p:nvPr/>
          </p:nvSpPr>
          <p:spPr>
            <a:xfrm>
              <a:off x="5705386" y="4184011"/>
              <a:ext cx="11702" cy="11702"/>
            </a:xfrm>
            <a:custGeom>
              <a:rect b="b" l="l" r="r" t="t"/>
              <a:pathLst>
                <a:path extrusionOk="0" h="358" w="358">
                  <a:moveTo>
                    <a:pt x="191" y="1"/>
                  </a:moveTo>
                  <a:cubicBezTo>
                    <a:pt x="72" y="1"/>
                    <a:pt x="1" y="72"/>
                    <a:pt x="1" y="191"/>
                  </a:cubicBezTo>
                  <a:cubicBezTo>
                    <a:pt x="1" y="286"/>
                    <a:pt x="72" y="358"/>
                    <a:pt x="191" y="358"/>
                  </a:cubicBezTo>
                  <a:cubicBezTo>
                    <a:pt x="286" y="358"/>
                    <a:pt x="358" y="286"/>
                    <a:pt x="358" y="191"/>
                  </a:cubicBezTo>
                  <a:cubicBezTo>
                    <a:pt x="358"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95"/>
            <p:cNvSpPr/>
            <p:nvPr/>
          </p:nvSpPr>
          <p:spPr>
            <a:xfrm>
              <a:off x="5526356" y="4159855"/>
              <a:ext cx="368225" cy="323214"/>
            </a:xfrm>
            <a:custGeom>
              <a:rect b="b" l="l" r="r" t="t"/>
              <a:pathLst>
                <a:path extrusionOk="0" h="9888" w="11265">
                  <a:moveTo>
                    <a:pt x="5668" y="287"/>
                  </a:moveTo>
                  <a:cubicBezTo>
                    <a:pt x="5978" y="287"/>
                    <a:pt x="6287" y="573"/>
                    <a:pt x="6287" y="930"/>
                  </a:cubicBezTo>
                  <a:cubicBezTo>
                    <a:pt x="6287" y="1240"/>
                    <a:pt x="6025" y="1549"/>
                    <a:pt x="5668" y="1549"/>
                  </a:cubicBezTo>
                  <a:cubicBezTo>
                    <a:pt x="5335" y="1549"/>
                    <a:pt x="5025" y="1287"/>
                    <a:pt x="5025" y="930"/>
                  </a:cubicBezTo>
                  <a:cubicBezTo>
                    <a:pt x="5025" y="597"/>
                    <a:pt x="5311" y="287"/>
                    <a:pt x="5668" y="287"/>
                  </a:cubicBezTo>
                  <a:close/>
                  <a:moveTo>
                    <a:pt x="6216" y="1692"/>
                  </a:moveTo>
                  <a:lnTo>
                    <a:pt x="6311" y="2073"/>
                  </a:lnTo>
                  <a:lnTo>
                    <a:pt x="5001" y="2073"/>
                  </a:lnTo>
                  <a:lnTo>
                    <a:pt x="5097" y="1692"/>
                  </a:lnTo>
                  <a:cubicBezTo>
                    <a:pt x="5240" y="1811"/>
                    <a:pt x="5454" y="1883"/>
                    <a:pt x="5668" y="1883"/>
                  </a:cubicBezTo>
                  <a:cubicBezTo>
                    <a:pt x="5859" y="1883"/>
                    <a:pt x="6049" y="1811"/>
                    <a:pt x="6216" y="1692"/>
                  </a:cubicBezTo>
                  <a:close/>
                  <a:moveTo>
                    <a:pt x="9883" y="7003"/>
                  </a:moveTo>
                  <a:lnTo>
                    <a:pt x="9883" y="7360"/>
                  </a:lnTo>
                  <a:cubicBezTo>
                    <a:pt x="9883" y="7503"/>
                    <a:pt x="9764" y="7622"/>
                    <a:pt x="9621" y="7622"/>
                  </a:cubicBezTo>
                  <a:lnTo>
                    <a:pt x="1667" y="7622"/>
                  </a:lnTo>
                  <a:cubicBezTo>
                    <a:pt x="1524" y="7622"/>
                    <a:pt x="1382" y="7503"/>
                    <a:pt x="1382" y="7360"/>
                  </a:cubicBezTo>
                  <a:lnTo>
                    <a:pt x="1382" y="7003"/>
                  </a:lnTo>
                  <a:close/>
                  <a:moveTo>
                    <a:pt x="6454" y="7979"/>
                  </a:moveTo>
                  <a:lnTo>
                    <a:pt x="6573" y="8932"/>
                  </a:lnTo>
                  <a:lnTo>
                    <a:pt x="4668" y="8932"/>
                  </a:lnTo>
                  <a:lnTo>
                    <a:pt x="4835" y="7979"/>
                  </a:lnTo>
                  <a:close/>
                  <a:moveTo>
                    <a:pt x="5692" y="0"/>
                  </a:moveTo>
                  <a:cubicBezTo>
                    <a:pt x="5144" y="0"/>
                    <a:pt x="4739" y="398"/>
                    <a:pt x="4739" y="954"/>
                  </a:cubicBezTo>
                  <a:cubicBezTo>
                    <a:pt x="4739" y="1121"/>
                    <a:pt x="4763" y="1287"/>
                    <a:pt x="4859" y="1406"/>
                  </a:cubicBezTo>
                  <a:lnTo>
                    <a:pt x="4692" y="2121"/>
                  </a:lnTo>
                  <a:lnTo>
                    <a:pt x="3930" y="2121"/>
                  </a:lnTo>
                  <a:cubicBezTo>
                    <a:pt x="3835" y="2121"/>
                    <a:pt x="3787" y="2168"/>
                    <a:pt x="3739" y="2264"/>
                  </a:cubicBezTo>
                  <a:cubicBezTo>
                    <a:pt x="3739" y="2359"/>
                    <a:pt x="3811" y="2430"/>
                    <a:pt x="3906" y="2430"/>
                  </a:cubicBezTo>
                  <a:lnTo>
                    <a:pt x="9645" y="2430"/>
                  </a:lnTo>
                  <a:cubicBezTo>
                    <a:pt x="9788" y="2430"/>
                    <a:pt x="9907" y="2549"/>
                    <a:pt x="9907" y="2716"/>
                  </a:cubicBezTo>
                  <a:lnTo>
                    <a:pt x="9907" y="6669"/>
                  </a:lnTo>
                  <a:lnTo>
                    <a:pt x="1382" y="6669"/>
                  </a:lnTo>
                  <a:lnTo>
                    <a:pt x="1382" y="2502"/>
                  </a:lnTo>
                  <a:cubicBezTo>
                    <a:pt x="1382" y="2478"/>
                    <a:pt x="1405" y="2407"/>
                    <a:pt x="1453" y="2407"/>
                  </a:cubicBezTo>
                  <a:lnTo>
                    <a:pt x="3311" y="2407"/>
                  </a:lnTo>
                  <a:cubicBezTo>
                    <a:pt x="3453" y="2264"/>
                    <a:pt x="3358" y="2073"/>
                    <a:pt x="3215" y="2073"/>
                  </a:cubicBezTo>
                  <a:lnTo>
                    <a:pt x="1215" y="2073"/>
                  </a:lnTo>
                  <a:cubicBezTo>
                    <a:pt x="1143" y="2073"/>
                    <a:pt x="1048" y="2168"/>
                    <a:pt x="1048" y="2264"/>
                  </a:cubicBezTo>
                  <a:lnTo>
                    <a:pt x="1048" y="7360"/>
                  </a:lnTo>
                  <a:cubicBezTo>
                    <a:pt x="1048" y="7670"/>
                    <a:pt x="1310" y="7955"/>
                    <a:pt x="1644" y="7955"/>
                  </a:cubicBezTo>
                  <a:lnTo>
                    <a:pt x="4430" y="7955"/>
                  </a:lnTo>
                  <a:lnTo>
                    <a:pt x="4311" y="8908"/>
                  </a:lnTo>
                  <a:lnTo>
                    <a:pt x="310" y="8908"/>
                  </a:lnTo>
                  <a:cubicBezTo>
                    <a:pt x="143" y="8908"/>
                    <a:pt x="0" y="9027"/>
                    <a:pt x="0" y="9194"/>
                  </a:cubicBezTo>
                  <a:lnTo>
                    <a:pt x="0" y="9694"/>
                  </a:lnTo>
                  <a:cubicBezTo>
                    <a:pt x="0" y="9789"/>
                    <a:pt x="96" y="9884"/>
                    <a:pt x="191" y="9884"/>
                  </a:cubicBezTo>
                  <a:lnTo>
                    <a:pt x="8526" y="9884"/>
                  </a:lnTo>
                  <a:cubicBezTo>
                    <a:pt x="8550" y="9884"/>
                    <a:pt x="8574" y="9884"/>
                    <a:pt x="8597" y="9860"/>
                  </a:cubicBezTo>
                  <a:cubicBezTo>
                    <a:pt x="8716" y="9694"/>
                    <a:pt x="8645" y="9551"/>
                    <a:pt x="8478" y="9551"/>
                  </a:cubicBezTo>
                  <a:lnTo>
                    <a:pt x="358" y="9551"/>
                  </a:lnTo>
                  <a:lnTo>
                    <a:pt x="358" y="9217"/>
                  </a:lnTo>
                  <a:lnTo>
                    <a:pt x="10955" y="9217"/>
                  </a:lnTo>
                  <a:lnTo>
                    <a:pt x="10955" y="9551"/>
                  </a:lnTo>
                  <a:lnTo>
                    <a:pt x="9121" y="9551"/>
                  </a:lnTo>
                  <a:cubicBezTo>
                    <a:pt x="9026" y="9551"/>
                    <a:pt x="8931" y="9646"/>
                    <a:pt x="8931" y="9741"/>
                  </a:cubicBezTo>
                  <a:cubicBezTo>
                    <a:pt x="8931" y="9805"/>
                    <a:pt x="8988" y="9888"/>
                    <a:pt x="9085" y="9888"/>
                  </a:cubicBezTo>
                  <a:cubicBezTo>
                    <a:pt x="9096" y="9888"/>
                    <a:pt x="9109" y="9887"/>
                    <a:pt x="9121" y="9884"/>
                  </a:cubicBezTo>
                  <a:lnTo>
                    <a:pt x="10979" y="9884"/>
                  </a:lnTo>
                  <a:cubicBezTo>
                    <a:pt x="11122" y="9884"/>
                    <a:pt x="11241" y="9622"/>
                    <a:pt x="11241" y="9622"/>
                  </a:cubicBezTo>
                  <a:lnTo>
                    <a:pt x="11241" y="9217"/>
                  </a:lnTo>
                  <a:cubicBezTo>
                    <a:pt x="11265" y="9051"/>
                    <a:pt x="11122" y="8932"/>
                    <a:pt x="10979" y="8932"/>
                  </a:cubicBezTo>
                  <a:lnTo>
                    <a:pt x="6954" y="8932"/>
                  </a:lnTo>
                  <a:lnTo>
                    <a:pt x="6859" y="7979"/>
                  </a:lnTo>
                  <a:lnTo>
                    <a:pt x="9645" y="7979"/>
                  </a:lnTo>
                  <a:cubicBezTo>
                    <a:pt x="9979" y="7979"/>
                    <a:pt x="10241" y="7717"/>
                    <a:pt x="10241" y="7384"/>
                  </a:cubicBezTo>
                  <a:lnTo>
                    <a:pt x="10241" y="2716"/>
                  </a:lnTo>
                  <a:cubicBezTo>
                    <a:pt x="10241" y="2383"/>
                    <a:pt x="9979" y="2121"/>
                    <a:pt x="9645" y="2121"/>
                  </a:cubicBezTo>
                  <a:lnTo>
                    <a:pt x="6645" y="2121"/>
                  </a:lnTo>
                  <a:lnTo>
                    <a:pt x="6478" y="1406"/>
                  </a:lnTo>
                  <a:cubicBezTo>
                    <a:pt x="6573" y="1240"/>
                    <a:pt x="6645" y="1049"/>
                    <a:pt x="6597" y="859"/>
                  </a:cubicBezTo>
                  <a:cubicBezTo>
                    <a:pt x="6573" y="406"/>
                    <a:pt x="6192" y="25"/>
                    <a:pt x="5740" y="1"/>
                  </a:cubicBezTo>
                  <a:cubicBezTo>
                    <a:pt x="5724" y="1"/>
                    <a:pt x="5708" y="0"/>
                    <a:pt x="5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95"/>
            <p:cNvSpPr/>
            <p:nvPr/>
          </p:nvSpPr>
          <p:spPr>
            <a:xfrm>
              <a:off x="5590947" y="4257198"/>
              <a:ext cx="103587" cy="104339"/>
            </a:xfrm>
            <a:custGeom>
              <a:rect b="b" l="l" r="r" t="t"/>
              <a:pathLst>
                <a:path extrusionOk="0" h="3192" w="3169">
                  <a:moveTo>
                    <a:pt x="1811" y="2501"/>
                  </a:moveTo>
                  <a:cubicBezTo>
                    <a:pt x="2001" y="2501"/>
                    <a:pt x="2192" y="2667"/>
                    <a:pt x="2216" y="2882"/>
                  </a:cubicBezTo>
                  <a:lnTo>
                    <a:pt x="1001" y="2882"/>
                  </a:lnTo>
                  <a:cubicBezTo>
                    <a:pt x="1025" y="2667"/>
                    <a:pt x="1216" y="2501"/>
                    <a:pt x="1406" y="2501"/>
                  </a:cubicBezTo>
                  <a:close/>
                  <a:moveTo>
                    <a:pt x="2906" y="334"/>
                  </a:moveTo>
                  <a:lnTo>
                    <a:pt x="2906" y="2882"/>
                  </a:lnTo>
                  <a:lnTo>
                    <a:pt x="2573" y="2882"/>
                  </a:lnTo>
                  <a:cubicBezTo>
                    <a:pt x="2549" y="2501"/>
                    <a:pt x="2216" y="2167"/>
                    <a:pt x="1835" y="2167"/>
                  </a:cubicBezTo>
                  <a:lnTo>
                    <a:pt x="1454" y="2167"/>
                  </a:lnTo>
                  <a:cubicBezTo>
                    <a:pt x="1073" y="2167"/>
                    <a:pt x="739" y="2477"/>
                    <a:pt x="715" y="2882"/>
                  </a:cubicBezTo>
                  <a:lnTo>
                    <a:pt x="382" y="2882"/>
                  </a:lnTo>
                  <a:lnTo>
                    <a:pt x="382" y="334"/>
                  </a:lnTo>
                  <a:close/>
                  <a:moveTo>
                    <a:pt x="287" y="0"/>
                  </a:moveTo>
                  <a:cubicBezTo>
                    <a:pt x="144" y="0"/>
                    <a:pt x="1" y="143"/>
                    <a:pt x="1" y="286"/>
                  </a:cubicBezTo>
                  <a:lnTo>
                    <a:pt x="1" y="2882"/>
                  </a:lnTo>
                  <a:cubicBezTo>
                    <a:pt x="1" y="3072"/>
                    <a:pt x="144" y="3191"/>
                    <a:pt x="287" y="3191"/>
                  </a:cubicBezTo>
                  <a:lnTo>
                    <a:pt x="2883" y="3191"/>
                  </a:lnTo>
                  <a:cubicBezTo>
                    <a:pt x="3049" y="3191"/>
                    <a:pt x="3168" y="3025"/>
                    <a:pt x="3168" y="2882"/>
                  </a:cubicBezTo>
                  <a:lnTo>
                    <a:pt x="3168" y="286"/>
                  </a:lnTo>
                  <a:cubicBezTo>
                    <a:pt x="3168" y="119"/>
                    <a:pt x="3025" y="0"/>
                    <a:pt x="28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95"/>
            <p:cNvSpPr/>
            <p:nvPr/>
          </p:nvSpPr>
          <p:spPr>
            <a:xfrm>
              <a:off x="5625988" y="4275863"/>
              <a:ext cx="33505" cy="42853"/>
            </a:xfrm>
            <a:custGeom>
              <a:rect b="b" l="l" r="r" t="t"/>
              <a:pathLst>
                <a:path extrusionOk="0" h="1311" w="1025">
                  <a:moveTo>
                    <a:pt x="525" y="358"/>
                  </a:moveTo>
                  <a:cubicBezTo>
                    <a:pt x="620" y="358"/>
                    <a:pt x="715" y="477"/>
                    <a:pt x="715" y="644"/>
                  </a:cubicBezTo>
                  <a:cubicBezTo>
                    <a:pt x="715" y="834"/>
                    <a:pt x="620" y="953"/>
                    <a:pt x="525" y="953"/>
                  </a:cubicBezTo>
                  <a:cubicBezTo>
                    <a:pt x="429" y="953"/>
                    <a:pt x="334" y="834"/>
                    <a:pt x="334" y="644"/>
                  </a:cubicBezTo>
                  <a:cubicBezTo>
                    <a:pt x="334" y="477"/>
                    <a:pt x="429" y="358"/>
                    <a:pt x="525" y="358"/>
                  </a:cubicBezTo>
                  <a:close/>
                  <a:moveTo>
                    <a:pt x="525" y="1"/>
                  </a:moveTo>
                  <a:cubicBezTo>
                    <a:pt x="239" y="1"/>
                    <a:pt x="1" y="263"/>
                    <a:pt x="1" y="644"/>
                  </a:cubicBezTo>
                  <a:cubicBezTo>
                    <a:pt x="1" y="1025"/>
                    <a:pt x="239" y="1310"/>
                    <a:pt x="525" y="1310"/>
                  </a:cubicBezTo>
                  <a:cubicBezTo>
                    <a:pt x="834" y="1310"/>
                    <a:pt x="1025" y="1025"/>
                    <a:pt x="1025" y="644"/>
                  </a:cubicBezTo>
                  <a:cubicBezTo>
                    <a:pt x="1025" y="263"/>
                    <a:pt x="787" y="1"/>
                    <a:pt x="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95"/>
            <p:cNvSpPr/>
            <p:nvPr/>
          </p:nvSpPr>
          <p:spPr>
            <a:xfrm>
              <a:off x="5724867" y="4257950"/>
              <a:ext cx="104339" cy="104371"/>
            </a:xfrm>
            <a:custGeom>
              <a:rect b="b" l="l" r="r" t="t"/>
              <a:pathLst>
                <a:path extrusionOk="0" h="3193" w="3192">
                  <a:moveTo>
                    <a:pt x="1810" y="2478"/>
                  </a:moveTo>
                  <a:cubicBezTo>
                    <a:pt x="2024" y="2478"/>
                    <a:pt x="2191" y="2644"/>
                    <a:pt x="2239" y="2859"/>
                  </a:cubicBezTo>
                  <a:lnTo>
                    <a:pt x="1024" y="2859"/>
                  </a:lnTo>
                  <a:cubicBezTo>
                    <a:pt x="1048" y="2644"/>
                    <a:pt x="1215" y="2478"/>
                    <a:pt x="1429" y="2478"/>
                  </a:cubicBezTo>
                  <a:close/>
                  <a:moveTo>
                    <a:pt x="2882" y="311"/>
                  </a:moveTo>
                  <a:lnTo>
                    <a:pt x="2882" y="2859"/>
                  </a:lnTo>
                  <a:lnTo>
                    <a:pt x="2572" y="2859"/>
                  </a:lnTo>
                  <a:cubicBezTo>
                    <a:pt x="2524" y="2478"/>
                    <a:pt x="2191" y="2144"/>
                    <a:pt x="1810" y="2144"/>
                  </a:cubicBezTo>
                  <a:lnTo>
                    <a:pt x="1429" y="2144"/>
                  </a:lnTo>
                  <a:cubicBezTo>
                    <a:pt x="1048" y="2144"/>
                    <a:pt x="714" y="2454"/>
                    <a:pt x="691" y="2859"/>
                  </a:cubicBezTo>
                  <a:lnTo>
                    <a:pt x="357" y="2859"/>
                  </a:lnTo>
                  <a:lnTo>
                    <a:pt x="333" y="311"/>
                  </a:lnTo>
                  <a:close/>
                  <a:moveTo>
                    <a:pt x="286" y="1"/>
                  </a:moveTo>
                  <a:cubicBezTo>
                    <a:pt x="119" y="1"/>
                    <a:pt x="0" y="144"/>
                    <a:pt x="0" y="311"/>
                  </a:cubicBezTo>
                  <a:lnTo>
                    <a:pt x="0" y="2882"/>
                  </a:lnTo>
                  <a:cubicBezTo>
                    <a:pt x="0" y="3073"/>
                    <a:pt x="143" y="3192"/>
                    <a:pt x="286" y="3192"/>
                  </a:cubicBezTo>
                  <a:lnTo>
                    <a:pt x="2882" y="3192"/>
                  </a:lnTo>
                  <a:cubicBezTo>
                    <a:pt x="3072" y="3192"/>
                    <a:pt x="3191" y="3049"/>
                    <a:pt x="3191" y="2882"/>
                  </a:cubicBezTo>
                  <a:lnTo>
                    <a:pt x="3191" y="311"/>
                  </a:lnTo>
                  <a:cubicBezTo>
                    <a:pt x="3191" y="120"/>
                    <a:pt x="3048" y="1"/>
                    <a:pt x="28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95"/>
            <p:cNvSpPr/>
            <p:nvPr/>
          </p:nvSpPr>
          <p:spPr>
            <a:xfrm>
              <a:off x="5760660" y="4275863"/>
              <a:ext cx="34289" cy="42853"/>
            </a:xfrm>
            <a:custGeom>
              <a:rect b="b" l="l" r="r" t="t"/>
              <a:pathLst>
                <a:path extrusionOk="0" h="1311" w="1049">
                  <a:moveTo>
                    <a:pt x="524" y="358"/>
                  </a:moveTo>
                  <a:cubicBezTo>
                    <a:pt x="596" y="358"/>
                    <a:pt x="691" y="477"/>
                    <a:pt x="691" y="644"/>
                  </a:cubicBezTo>
                  <a:cubicBezTo>
                    <a:pt x="691" y="834"/>
                    <a:pt x="596" y="953"/>
                    <a:pt x="524" y="953"/>
                  </a:cubicBezTo>
                  <a:cubicBezTo>
                    <a:pt x="429" y="953"/>
                    <a:pt x="334" y="834"/>
                    <a:pt x="334" y="644"/>
                  </a:cubicBezTo>
                  <a:cubicBezTo>
                    <a:pt x="334" y="477"/>
                    <a:pt x="429" y="358"/>
                    <a:pt x="524" y="358"/>
                  </a:cubicBezTo>
                  <a:close/>
                  <a:moveTo>
                    <a:pt x="524" y="1"/>
                  </a:moveTo>
                  <a:cubicBezTo>
                    <a:pt x="215" y="1"/>
                    <a:pt x="1" y="263"/>
                    <a:pt x="1" y="644"/>
                  </a:cubicBezTo>
                  <a:cubicBezTo>
                    <a:pt x="1" y="1025"/>
                    <a:pt x="215" y="1310"/>
                    <a:pt x="524" y="1310"/>
                  </a:cubicBezTo>
                  <a:cubicBezTo>
                    <a:pt x="810" y="1310"/>
                    <a:pt x="1048" y="1025"/>
                    <a:pt x="1048" y="644"/>
                  </a:cubicBezTo>
                  <a:cubicBezTo>
                    <a:pt x="1048" y="263"/>
                    <a:pt x="810" y="1"/>
                    <a:pt x="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9" name="Google Shape;20429;p95"/>
          <p:cNvGrpSpPr/>
          <p:nvPr/>
        </p:nvGrpSpPr>
        <p:grpSpPr>
          <a:xfrm>
            <a:off x="6278840" y="4027721"/>
            <a:ext cx="369009" cy="282616"/>
            <a:chOff x="6285327" y="4180121"/>
            <a:chExt cx="369009" cy="282616"/>
          </a:xfrm>
        </p:grpSpPr>
        <p:sp>
          <p:nvSpPr>
            <p:cNvPr id="20430" name="Google Shape;20430;p95"/>
            <p:cNvSpPr/>
            <p:nvPr/>
          </p:nvSpPr>
          <p:spPr>
            <a:xfrm>
              <a:off x="6291571" y="4184011"/>
              <a:ext cx="358092" cy="272483"/>
            </a:xfrm>
            <a:custGeom>
              <a:rect b="b" l="l" r="r" t="t"/>
              <a:pathLst>
                <a:path extrusionOk="0" h="8336" w="10955">
                  <a:moveTo>
                    <a:pt x="167" y="1"/>
                  </a:moveTo>
                  <a:cubicBezTo>
                    <a:pt x="71" y="1"/>
                    <a:pt x="0" y="96"/>
                    <a:pt x="0" y="191"/>
                  </a:cubicBezTo>
                  <a:lnTo>
                    <a:pt x="0" y="8169"/>
                  </a:lnTo>
                  <a:cubicBezTo>
                    <a:pt x="0" y="8240"/>
                    <a:pt x="71" y="8336"/>
                    <a:pt x="167" y="8336"/>
                  </a:cubicBezTo>
                  <a:lnTo>
                    <a:pt x="10764" y="8336"/>
                  </a:lnTo>
                  <a:cubicBezTo>
                    <a:pt x="10859" y="8336"/>
                    <a:pt x="10907" y="8288"/>
                    <a:pt x="10955" y="8169"/>
                  </a:cubicBezTo>
                  <a:lnTo>
                    <a:pt x="10955" y="191"/>
                  </a:lnTo>
                  <a:cubicBezTo>
                    <a:pt x="10955" y="96"/>
                    <a:pt x="10859" y="1"/>
                    <a:pt x="1076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95"/>
            <p:cNvSpPr/>
            <p:nvPr/>
          </p:nvSpPr>
          <p:spPr>
            <a:xfrm>
              <a:off x="6622401" y="4184795"/>
              <a:ext cx="27261" cy="271699"/>
            </a:xfrm>
            <a:custGeom>
              <a:rect b="b" l="l" r="r" t="t"/>
              <a:pathLst>
                <a:path extrusionOk="0" h="8312" w="834">
                  <a:moveTo>
                    <a:pt x="0" y="0"/>
                  </a:moveTo>
                  <a:cubicBezTo>
                    <a:pt x="72" y="0"/>
                    <a:pt x="167" y="96"/>
                    <a:pt x="167" y="191"/>
                  </a:cubicBezTo>
                  <a:lnTo>
                    <a:pt x="167" y="8145"/>
                  </a:lnTo>
                  <a:cubicBezTo>
                    <a:pt x="167" y="8216"/>
                    <a:pt x="72" y="8312"/>
                    <a:pt x="0" y="8312"/>
                  </a:cubicBezTo>
                  <a:lnTo>
                    <a:pt x="643" y="8312"/>
                  </a:lnTo>
                  <a:cubicBezTo>
                    <a:pt x="738" y="8312"/>
                    <a:pt x="834" y="8216"/>
                    <a:pt x="834" y="8145"/>
                  </a:cubicBezTo>
                  <a:lnTo>
                    <a:pt x="834" y="191"/>
                  </a:lnTo>
                  <a:cubicBezTo>
                    <a:pt x="834" y="96"/>
                    <a:pt x="738" y="0"/>
                    <a:pt x="64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95"/>
            <p:cNvSpPr/>
            <p:nvPr/>
          </p:nvSpPr>
          <p:spPr>
            <a:xfrm>
              <a:off x="6292322" y="4184795"/>
              <a:ext cx="201649" cy="271699"/>
            </a:xfrm>
            <a:custGeom>
              <a:rect b="b" l="l" r="r" t="t"/>
              <a:pathLst>
                <a:path extrusionOk="0" h="8312" w="6169">
                  <a:moveTo>
                    <a:pt x="168" y="0"/>
                  </a:moveTo>
                  <a:cubicBezTo>
                    <a:pt x="96" y="0"/>
                    <a:pt x="1" y="96"/>
                    <a:pt x="1" y="191"/>
                  </a:cubicBezTo>
                  <a:lnTo>
                    <a:pt x="1" y="8145"/>
                  </a:lnTo>
                  <a:cubicBezTo>
                    <a:pt x="1" y="8216"/>
                    <a:pt x="72" y="8312"/>
                    <a:pt x="168" y="8312"/>
                  </a:cubicBezTo>
                  <a:lnTo>
                    <a:pt x="6169" y="8312"/>
                  </a:lnTo>
                  <a:lnTo>
                    <a:pt x="616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95"/>
            <p:cNvSpPr/>
            <p:nvPr/>
          </p:nvSpPr>
          <p:spPr>
            <a:xfrm>
              <a:off x="6472136" y="4219052"/>
              <a:ext cx="21835" cy="237442"/>
            </a:xfrm>
            <a:custGeom>
              <a:rect b="b" l="l" r="r" t="t"/>
              <a:pathLst>
                <a:path extrusionOk="0" h="7264" w="668">
                  <a:moveTo>
                    <a:pt x="1" y="0"/>
                  </a:moveTo>
                  <a:lnTo>
                    <a:pt x="1" y="7264"/>
                  </a:lnTo>
                  <a:lnTo>
                    <a:pt x="668" y="7264"/>
                  </a:lnTo>
                  <a:lnTo>
                    <a:pt x="668"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95"/>
            <p:cNvSpPr/>
            <p:nvPr/>
          </p:nvSpPr>
          <p:spPr>
            <a:xfrm>
              <a:off x="6290786" y="4184795"/>
              <a:ext cx="358876" cy="44390"/>
            </a:xfrm>
            <a:custGeom>
              <a:rect b="b" l="l" r="r" t="t"/>
              <a:pathLst>
                <a:path extrusionOk="0" h="1358" w="10979">
                  <a:moveTo>
                    <a:pt x="191" y="0"/>
                  </a:moveTo>
                  <a:cubicBezTo>
                    <a:pt x="95" y="0"/>
                    <a:pt x="0" y="96"/>
                    <a:pt x="0" y="191"/>
                  </a:cubicBezTo>
                  <a:lnTo>
                    <a:pt x="0" y="1358"/>
                  </a:lnTo>
                  <a:lnTo>
                    <a:pt x="10979" y="1358"/>
                  </a:lnTo>
                  <a:lnTo>
                    <a:pt x="10979" y="191"/>
                  </a:lnTo>
                  <a:cubicBezTo>
                    <a:pt x="10979" y="96"/>
                    <a:pt x="10883" y="0"/>
                    <a:pt x="10788"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95"/>
            <p:cNvSpPr/>
            <p:nvPr/>
          </p:nvSpPr>
          <p:spPr>
            <a:xfrm>
              <a:off x="6622401" y="4184795"/>
              <a:ext cx="27261" cy="44390"/>
            </a:xfrm>
            <a:custGeom>
              <a:rect b="b" l="l" r="r" t="t"/>
              <a:pathLst>
                <a:path extrusionOk="0" h="1358" w="834">
                  <a:moveTo>
                    <a:pt x="0" y="0"/>
                  </a:moveTo>
                  <a:cubicBezTo>
                    <a:pt x="72" y="0"/>
                    <a:pt x="167" y="96"/>
                    <a:pt x="167" y="191"/>
                  </a:cubicBezTo>
                  <a:lnTo>
                    <a:pt x="167" y="1358"/>
                  </a:lnTo>
                  <a:lnTo>
                    <a:pt x="834" y="1358"/>
                  </a:lnTo>
                  <a:lnTo>
                    <a:pt x="834" y="191"/>
                  </a:lnTo>
                  <a:cubicBezTo>
                    <a:pt x="834" y="96"/>
                    <a:pt x="738" y="0"/>
                    <a:pt x="643"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95"/>
            <p:cNvSpPr/>
            <p:nvPr/>
          </p:nvSpPr>
          <p:spPr>
            <a:xfrm>
              <a:off x="6332822" y="4306229"/>
              <a:ext cx="21803" cy="21835"/>
            </a:xfrm>
            <a:custGeom>
              <a:rect b="b" l="l" r="r" t="t"/>
              <a:pathLst>
                <a:path extrusionOk="0" h="668" w="667">
                  <a:moveTo>
                    <a:pt x="334" y="0"/>
                  </a:moveTo>
                  <a:cubicBezTo>
                    <a:pt x="143" y="0"/>
                    <a:pt x="0" y="167"/>
                    <a:pt x="0" y="334"/>
                  </a:cubicBezTo>
                  <a:cubicBezTo>
                    <a:pt x="0" y="524"/>
                    <a:pt x="143" y="667"/>
                    <a:pt x="334" y="667"/>
                  </a:cubicBezTo>
                  <a:cubicBezTo>
                    <a:pt x="524" y="667"/>
                    <a:pt x="667" y="524"/>
                    <a:pt x="667" y="334"/>
                  </a:cubicBezTo>
                  <a:cubicBezTo>
                    <a:pt x="667" y="167"/>
                    <a:pt x="524" y="0"/>
                    <a:pt x="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95"/>
            <p:cNvSpPr/>
            <p:nvPr/>
          </p:nvSpPr>
          <p:spPr>
            <a:xfrm>
              <a:off x="6382638" y="4306229"/>
              <a:ext cx="21835" cy="21835"/>
            </a:xfrm>
            <a:custGeom>
              <a:rect b="b" l="l" r="r" t="t"/>
              <a:pathLst>
                <a:path extrusionOk="0" h="668" w="668">
                  <a:moveTo>
                    <a:pt x="334" y="0"/>
                  </a:moveTo>
                  <a:cubicBezTo>
                    <a:pt x="143" y="0"/>
                    <a:pt x="0" y="167"/>
                    <a:pt x="0" y="334"/>
                  </a:cubicBezTo>
                  <a:cubicBezTo>
                    <a:pt x="0" y="524"/>
                    <a:pt x="143" y="667"/>
                    <a:pt x="334" y="667"/>
                  </a:cubicBezTo>
                  <a:cubicBezTo>
                    <a:pt x="500" y="667"/>
                    <a:pt x="667" y="524"/>
                    <a:pt x="667" y="334"/>
                  </a:cubicBezTo>
                  <a:cubicBezTo>
                    <a:pt x="667" y="167"/>
                    <a:pt x="500" y="0"/>
                    <a:pt x="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95"/>
            <p:cNvSpPr/>
            <p:nvPr/>
          </p:nvSpPr>
          <p:spPr>
            <a:xfrm>
              <a:off x="6432454" y="4306229"/>
              <a:ext cx="21051" cy="21835"/>
            </a:xfrm>
            <a:custGeom>
              <a:rect b="b" l="l" r="r" t="t"/>
              <a:pathLst>
                <a:path extrusionOk="0" h="668" w="644">
                  <a:moveTo>
                    <a:pt x="310" y="0"/>
                  </a:moveTo>
                  <a:cubicBezTo>
                    <a:pt x="143" y="0"/>
                    <a:pt x="0" y="167"/>
                    <a:pt x="0" y="334"/>
                  </a:cubicBezTo>
                  <a:cubicBezTo>
                    <a:pt x="0" y="524"/>
                    <a:pt x="143" y="667"/>
                    <a:pt x="310" y="667"/>
                  </a:cubicBezTo>
                  <a:cubicBezTo>
                    <a:pt x="501" y="667"/>
                    <a:pt x="643" y="524"/>
                    <a:pt x="643" y="334"/>
                  </a:cubicBezTo>
                  <a:cubicBezTo>
                    <a:pt x="643" y="167"/>
                    <a:pt x="501"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95"/>
            <p:cNvSpPr/>
            <p:nvPr/>
          </p:nvSpPr>
          <p:spPr>
            <a:xfrm>
              <a:off x="6332822" y="4401186"/>
              <a:ext cx="21803" cy="21051"/>
            </a:xfrm>
            <a:custGeom>
              <a:rect b="b" l="l" r="r" t="t"/>
              <a:pathLst>
                <a:path extrusionOk="0" h="644" w="667">
                  <a:moveTo>
                    <a:pt x="334" y="1"/>
                  </a:moveTo>
                  <a:cubicBezTo>
                    <a:pt x="143" y="1"/>
                    <a:pt x="0" y="144"/>
                    <a:pt x="0" y="334"/>
                  </a:cubicBezTo>
                  <a:cubicBezTo>
                    <a:pt x="0" y="501"/>
                    <a:pt x="143" y="644"/>
                    <a:pt x="334" y="644"/>
                  </a:cubicBezTo>
                  <a:cubicBezTo>
                    <a:pt x="524" y="644"/>
                    <a:pt x="667" y="501"/>
                    <a:pt x="667" y="334"/>
                  </a:cubicBezTo>
                  <a:cubicBezTo>
                    <a:pt x="667" y="144"/>
                    <a:pt x="524" y="1"/>
                    <a:pt x="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95"/>
            <p:cNvSpPr/>
            <p:nvPr/>
          </p:nvSpPr>
          <p:spPr>
            <a:xfrm>
              <a:off x="6382638" y="4401186"/>
              <a:ext cx="21835" cy="21051"/>
            </a:xfrm>
            <a:custGeom>
              <a:rect b="b" l="l" r="r" t="t"/>
              <a:pathLst>
                <a:path extrusionOk="0" h="644" w="668">
                  <a:moveTo>
                    <a:pt x="334" y="1"/>
                  </a:moveTo>
                  <a:cubicBezTo>
                    <a:pt x="143" y="1"/>
                    <a:pt x="0" y="144"/>
                    <a:pt x="0" y="334"/>
                  </a:cubicBezTo>
                  <a:cubicBezTo>
                    <a:pt x="0" y="501"/>
                    <a:pt x="143" y="644"/>
                    <a:pt x="334" y="644"/>
                  </a:cubicBezTo>
                  <a:cubicBezTo>
                    <a:pt x="500" y="644"/>
                    <a:pt x="667" y="501"/>
                    <a:pt x="667" y="334"/>
                  </a:cubicBezTo>
                  <a:cubicBezTo>
                    <a:pt x="667" y="144"/>
                    <a:pt x="500" y="1"/>
                    <a:pt x="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95"/>
            <p:cNvSpPr/>
            <p:nvPr/>
          </p:nvSpPr>
          <p:spPr>
            <a:xfrm>
              <a:off x="6432454" y="4401186"/>
              <a:ext cx="21051" cy="21051"/>
            </a:xfrm>
            <a:custGeom>
              <a:rect b="b" l="l" r="r" t="t"/>
              <a:pathLst>
                <a:path extrusionOk="0" h="644" w="644">
                  <a:moveTo>
                    <a:pt x="310" y="1"/>
                  </a:moveTo>
                  <a:cubicBezTo>
                    <a:pt x="143" y="1"/>
                    <a:pt x="0" y="144"/>
                    <a:pt x="0" y="334"/>
                  </a:cubicBezTo>
                  <a:cubicBezTo>
                    <a:pt x="0" y="501"/>
                    <a:pt x="143" y="644"/>
                    <a:pt x="310" y="644"/>
                  </a:cubicBezTo>
                  <a:cubicBezTo>
                    <a:pt x="501" y="644"/>
                    <a:pt x="643" y="501"/>
                    <a:pt x="643" y="334"/>
                  </a:cubicBezTo>
                  <a:cubicBezTo>
                    <a:pt x="643" y="144"/>
                    <a:pt x="501" y="1"/>
                    <a:pt x="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95"/>
            <p:cNvSpPr/>
            <p:nvPr/>
          </p:nvSpPr>
          <p:spPr>
            <a:xfrm>
              <a:off x="6527411" y="4256740"/>
              <a:ext cx="88779" cy="173930"/>
            </a:xfrm>
            <a:custGeom>
              <a:rect b="b" l="l" r="r" t="t"/>
              <a:pathLst>
                <a:path extrusionOk="0" h="5321" w="2716">
                  <a:moveTo>
                    <a:pt x="2302" y="1"/>
                  </a:moveTo>
                  <a:cubicBezTo>
                    <a:pt x="2168" y="1"/>
                    <a:pt x="2047" y="89"/>
                    <a:pt x="1977" y="228"/>
                  </a:cubicBezTo>
                  <a:lnTo>
                    <a:pt x="72" y="4658"/>
                  </a:lnTo>
                  <a:cubicBezTo>
                    <a:pt x="1" y="4777"/>
                    <a:pt x="1" y="4896"/>
                    <a:pt x="48" y="5015"/>
                  </a:cubicBezTo>
                  <a:lnTo>
                    <a:pt x="96" y="5253"/>
                  </a:lnTo>
                  <a:cubicBezTo>
                    <a:pt x="96" y="5287"/>
                    <a:pt x="144" y="5321"/>
                    <a:pt x="188" y="5321"/>
                  </a:cubicBezTo>
                  <a:cubicBezTo>
                    <a:pt x="207" y="5321"/>
                    <a:pt x="225" y="5315"/>
                    <a:pt x="239" y="5301"/>
                  </a:cubicBezTo>
                  <a:lnTo>
                    <a:pt x="477" y="5182"/>
                  </a:lnTo>
                  <a:cubicBezTo>
                    <a:pt x="596" y="5134"/>
                    <a:pt x="668" y="5039"/>
                    <a:pt x="715" y="4944"/>
                  </a:cubicBezTo>
                  <a:lnTo>
                    <a:pt x="2620" y="514"/>
                  </a:lnTo>
                  <a:cubicBezTo>
                    <a:pt x="2716" y="348"/>
                    <a:pt x="2620" y="133"/>
                    <a:pt x="2454" y="38"/>
                  </a:cubicBezTo>
                  <a:cubicBezTo>
                    <a:pt x="2403" y="12"/>
                    <a:pt x="2352" y="1"/>
                    <a:pt x="2302"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95"/>
            <p:cNvSpPr/>
            <p:nvPr/>
          </p:nvSpPr>
          <p:spPr>
            <a:xfrm>
              <a:off x="6566342" y="4201139"/>
              <a:ext cx="11702" cy="12487"/>
            </a:xfrm>
            <a:custGeom>
              <a:rect b="b" l="l" r="r" t="t"/>
              <a:pathLst>
                <a:path extrusionOk="0" h="382" w="358">
                  <a:moveTo>
                    <a:pt x="191" y="0"/>
                  </a:moveTo>
                  <a:cubicBezTo>
                    <a:pt x="96" y="0"/>
                    <a:pt x="1" y="96"/>
                    <a:pt x="1" y="191"/>
                  </a:cubicBezTo>
                  <a:cubicBezTo>
                    <a:pt x="1" y="286"/>
                    <a:pt x="96" y="382"/>
                    <a:pt x="191" y="382"/>
                  </a:cubicBezTo>
                  <a:cubicBezTo>
                    <a:pt x="286" y="382"/>
                    <a:pt x="358" y="286"/>
                    <a:pt x="358" y="191"/>
                  </a:cubicBezTo>
                  <a:cubicBezTo>
                    <a:pt x="358" y="96"/>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95"/>
            <p:cNvSpPr/>
            <p:nvPr/>
          </p:nvSpPr>
          <p:spPr>
            <a:xfrm>
              <a:off x="6588929" y="4201139"/>
              <a:ext cx="11702" cy="12487"/>
            </a:xfrm>
            <a:custGeom>
              <a:rect b="b" l="l" r="r" t="t"/>
              <a:pathLst>
                <a:path extrusionOk="0" h="382" w="358">
                  <a:moveTo>
                    <a:pt x="191" y="0"/>
                  </a:moveTo>
                  <a:cubicBezTo>
                    <a:pt x="72" y="0"/>
                    <a:pt x="0" y="96"/>
                    <a:pt x="0" y="191"/>
                  </a:cubicBezTo>
                  <a:cubicBezTo>
                    <a:pt x="0" y="286"/>
                    <a:pt x="72" y="382"/>
                    <a:pt x="191" y="382"/>
                  </a:cubicBezTo>
                  <a:cubicBezTo>
                    <a:pt x="286" y="382"/>
                    <a:pt x="357" y="286"/>
                    <a:pt x="357" y="191"/>
                  </a:cubicBezTo>
                  <a:cubicBezTo>
                    <a:pt x="357" y="96"/>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95"/>
            <p:cNvSpPr/>
            <p:nvPr/>
          </p:nvSpPr>
          <p:spPr>
            <a:xfrm>
              <a:off x="6611483" y="4201139"/>
              <a:ext cx="11702" cy="12487"/>
            </a:xfrm>
            <a:custGeom>
              <a:rect b="b" l="l" r="r" t="t"/>
              <a:pathLst>
                <a:path extrusionOk="0" h="382" w="358">
                  <a:moveTo>
                    <a:pt x="167" y="0"/>
                  </a:moveTo>
                  <a:cubicBezTo>
                    <a:pt x="72" y="0"/>
                    <a:pt x="1" y="96"/>
                    <a:pt x="1" y="191"/>
                  </a:cubicBezTo>
                  <a:cubicBezTo>
                    <a:pt x="1" y="286"/>
                    <a:pt x="72" y="382"/>
                    <a:pt x="167" y="382"/>
                  </a:cubicBezTo>
                  <a:cubicBezTo>
                    <a:pt x="263" y="382"/>
                    <a:pt x="358" y="286"/>
                    <a:pt x="358" y="191"/>
                  </a:cubicBezTo>
                  <a:cubicBezTo>
                    <a:pt x="358" y="96"/>
                    <a:pt x="263" y="0"/>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95"/>
            <p:cNvSpPr/>
            <p:nvPr/>
          </p:nvSpPr>
          <p:spPr>
            <a:xfrm>
              <a:off x="6327363" y="4257950"/>
              <a:ext cx="11702" cy="11735"/>
            </a:xfrm>
            <a:custGeom>
              <a:rect b="b" l="l" r="r" t="t"/>
              <a:pathLst>
                <a:path extrusionOk="0" h="359" w="358">
                  <a:moveTo>
                    <a:pt x="167" y="1"/>
                  </a:moveTo>
                  <a:cubicBezTo>
                    <a:pt x="72" y="1"/>
                    <a:pt x="0" y="72"/>
                    <a:pt x="0" y="168"/>
                  </a:cubicBezTo>
                  <a:cubicBezTo>
                    <a:pt x="0" y="287"/>
                    <a:pt x="72" y="358"/>
                    <a:pt x="167" y="358"/>
                  </a:cubicBezTo>
                  <a:cubicBezTo>
                    <a:pt x="262" y="358"/>
                    <a:pt x="358" y="287"/>
                    <a:pt x="358" y="168"/>
                  </a:cubicBezTo>
                  <a:cubicBezTo>
                    <a:pt x="358" y="72"/>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95"/>
            <p:cNvSpPr/>
            <p:nvPr/>
          </p:nvSpPr>
          <p:spPr>
            <a:xfrm>
              <a:off x="6327363" y="4353724"/>
              <a:ext cx="11702" cy="11702"/>
            </a:xfrm>
            <a:custGeom>
              <a:rect b="b" l="l" r="r" t="t"/>
              <a:pathLst>
                <a:path extrusionOk="0" h="358" w="358">
                  <a:moveTo>
                    <a:pt x="167" y="0"/>
                  </a:moveTo>
                  <a:cubicBezTo>
                    <a:pt x="72" y="0"/>
                    <a:pt x="0" y="72"/>
                    <a:pt x="0" y="167"/>
                  </a:cubicBezTo>
                  <a:cubicBezTo>
                    <a:pt x="0" y="262"/>
                    <a:pt x="72" y="357"/>
                    <a:pt x="167" y="357"/>
                  </a:cubicBezTo>
                  <a:cubicBezTo>
                    <a:pt x="262" y="357"/>
                    <a:pt x="358" y="262"/>
                    <a:pt x="358" y="167"/>
                  </a:cubicBezTo>
                  <a:cubicBezTo>
                    <a:pt x="358" y="72"/>
                    <a:pt x="262" y="0"/>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95"/>
            <p:cNvSpPr/>
            <p:nvPr/>
          </p:nvSpPr>
          <p:spPr>
            <a:xfrm>
              <a:off x="6285327" y="4180121"/>
              <a:ext cx="369009" cy="282616"/>
            </a:xfrm>
            <a:custGeom>
              <a:rect b="b" l="l" r="r" t="t"/>
              <a:pathLst>
                <a:path extrusionOk="0" h="8646" w="11289">
                  <a:moveTo>
                    <a:pt x="6192" y="1667"/>
                  </a:moveTo>
                  <a:lnTo>
                    <a:pt x="6192" y="8312"/>
                  </a:lnTo>
                  <a:lnTo>
                    <a:pt x="358" y="8312"/>
                  </a:lnTo>
                  <a:lnTo>
                    <a:pt x="358" y="1667"/>
                  </a:lnTo>
                  <a:close/>
                  <a:moveTo>
                    <a:pt x="334" y="0"/>
                  </a:moveTo>
                  <a:cubicBezTo>
                    <a:pt x="143" y="0"/>
                    <a:pt x="0" y="143"/>
                    <a:pt x="0" y="334"/>
                  </a:cubicBezTo>
                  <a:lnTo>
                    <a:pt x="0" y="8455"/>
                  </a:lnTo>
                  <a:cubicBezTo>
                    <a:pt x="0" y="8550"/>
                    <a:pt x="96" y="8645"/>
                    <a:pt x="191" y="8645"/>
                  </a:cubicBezTo>
                  <a:lnTo>
                    <a:pt x="9050" y="8645"/>
                  </a:lnTo>
                  <a:cubicBezTo>
                    <a:pt x="9074" y="8645"/>
                    <a:pt x="9121" y="8645"/>
                    <a:pt x="9121" y="8597"/>
                  </a:cubicBezTo>
                  <a:cubicBezTo>
                    <a:pt x="9241" y="8455"/>
                    <a:pt x="9145" y="8312"/>
                    <a:pt x="9002" y="8312"/>
                  </a:cubicBezTo>
                  <a:lnTo>
                    <a:pt x="6502" y="8312"/>
                  </a:lnTo>
                  <a:lnTo>
                    <a:pt x="6502" y="1667"/>
                  </a:lnTo>
                  <a:lnTo>
                    <a:pt x="10931" y="1667"/>
                  </a:lnTo>
                  <a:lnTo>
                    <a:pt x="10931" y="8312"/>
                  </a:lnTo>
                  <a:lnTo>
                    <a:pt x="9622" y="8312"/>
                  </a:lnTo>
                  <a:cubicBezTo>
                    <a:pt x="9598" y="8312"/>
                    <a:pt x="9550" y="8312"/>
                    <a:pt x="9550" y="8336"/>
                  </a:cubicBezTo>
                  <a:cubicBezTo>
                    <a:pt x="9431" y="8478"/>
                    <a:pt x="9526" y="8645"/>
                    <a:pt x="9669" y="8645"/>
                  </a:cubicBezTo>
                  <a:lnTo>
                    <a:pt x="11098" y="8645"/>
                  </a:lnTo>
                  <a:cubicBezTo>
                    <a:pt x="11193" y="8645"/>
                    <a:pt x="11289" y="8550"/>
                    <a:pt x="11289" y="8455"/>
                  </a:cubicBezTo>
                  <a:lnTo>
                    <a:pt x="11289" y="334"/>
                  </a:lnTo>
                  <a:cubicBezTo>
                    <a:pt x="11289" y="143"/>
                    <a:pt x="11146" y="0"/>
                    <a:pt x="10955" y="0"/>
                  </a:cubicBezTo>
                  <a:lnTo>
                    <a:pt x="2763" y="0"/>
                  </a:lnTo>
                  <a:cubicBezTo>
                    <a:pt x="2692" y="0"/>
                    <a:pt x="2620" y="72"/>
                    <a:pt x="2596" y="143"/>
                  </a:cubicBezTo>
                  <a:cubicBezTo>
                    <a:pt x="2596" y="239"/>
                    <a:pt x="2644" y="334"/>
                    <a:pt x="2739" y="334"/>
                  </a:cubicBezTo>
                  <a:lnTo>
                    <a:pt x="10931" y="334"/>
                  </a:lnTo>
                  <a:lnTo>
                    <a:pt x="10931" y="1334"/>
                  </a:lnTo>
                  <a:lnTo>
                    <a:pt x="334" y="1334"/>
                  </a:lnTo>
                  <a:lnTo>
                    <a:pt x="334" y="334"/>
                  </a:lnTo>
                  <a:lnTo>
                    <a:pt x="2049" y="334"/>
                  </a:lnTo>
                  <a:cubicBezTo>
                    <a:pt x="2144" y="334"/>
                    <a:pt x="2215" y="262"/>
                    <a:pt x="2239" y="191"/>
                  </a:cubicBezTo>
                  <a:cubicBezTo>
                    <a:pt x="2239" y="96"/>
                    <a:pt x="2168" y="0"/>
                    <a:pt x="20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95"/>
            <p:cNvSpPr/>
            <p:nvPr/>
          </p:nvSpPr>
          <p:spPr>
            <a:xfrm>
              <a:off x="6327363" y="4281321"/>
              <a:ext cx="75541" cy="10918"/>
            </a:xfrm>
            <a:custGeom>
              <a:rect b="b" l="l" r="r" t="t"/>
              <a:pathLst>
                <a:path extrusionOk="0" h="334" w="2311">
                  <a:moveTo>
                    <a:pt x="215" y="0"/>
                  </a:moveTo>
                  <a:cubicBezTo>
                    <a:pt x="120" y="0"/>
                    <a:pt x="48" y="48"/>
                    <a:pt x="24" y="143"/>
                  </a:cubicBezTo>
                  <a:cubicBezTo>
                    <a:pt x="0" y="238"/>
                    <a:pt x="96" y="334"/>
                    <a:pt x="167" y="334"/>
                  </a:cubicBezTo>
                  <a:lnTo>
                    <a:pt x="2144" y="334"/>
                  </a:lnTo>
                  <a:cubicBezTo>
                    <a:pt x="2239" y="334"/>
                    <a:pt x="2287" y="262"/>
                    <a:pt x="2310" y="191"/>
                  </a:cubicBezTo>
                  <a:cubicBezTo>
                    <a:pt x="2310" y="96"/>
                    <a:pt x="2263" y="0"/>
                    <a:pt x="2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95"/>
            <p:cNvSpPr/>
            <p:nvPr/>
          </p:nvSpPr>
          <p:spPr>
            <a:xfrm>
              <a:off x="6346061" y="4258734"/>
              <a:ext cx="113654" cy="10950"/>
            </a:xfrm>
            <a:custGeom>
              <a:rect b="b" l="l" r="r" t="t"/>
              <a:pathLst>
                <a:path extrusionOk="0" h="335" w="3477">
                  <a:moveTo>
                    <a:pt x="191" y="1"/>
                  </a:moveTo>
                  <a:cubicBezTo>
                    <a:pt x="119" y="1"/>
                    <a:pt x="48" y="72"/>
                    <a:pt x="24" y="144"/>
                  </a:cubicBezTo>
                  <a:cubicBezTo>
                    <a:pt x="0" y="239"/>
                    <a:pt x="71" y="334"/>
                    <a:pt x="167" y="334"/>
                  </a:cubicBezTo>
                  <a:lnTo>
                    <a:pt x="3286" y="334"/>
                  </a:lnTo>
                  <a:cubicBezTo>
                    <a:pt x="3382" y="334"/>
                    <a:pt x="3453" y="287"/>
                    <a:pt x="3477" y="191"/>
                  </a:cubicBezTo>
                  <a:cubicBezTo>
                    <a:pt x="3477" y="96"/>
                    <a:pt x="3405" y="1"/>
                    <a:pt x="3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95"/>
            <p:cNvSpPr/>
            <p:nvPr/>
          </p:nvSpPr>
          <p:spPr>
            <a:xfrm>
              <a:off x="6327363" y="4300770"/>
              <a:ext cx="32720" cy="33505"/>
            </a:xfrm>
            <a:custGeom>
              <a:rect b="b" l="l" r="r" t="t"/>
              <a:pathLst>
                <a:path extrusionOk="0" h="1025" w="1001">
                  <a:moveTo>
                    <a:pt x="501" y="358"/>
                  </a:moveTo>
                  <a:cubicBezTo>
                    <a:pt x="596" y="358"/>
                    <a:pt x="691" y="429"/>
                    <a:pt x="691" y="501"/>
                  </a:cubicBezTo>
                  <a:cubicBezTo>
                    <a:pt x="691" y="596"/>
                    <a:pt x="620" y="668"/>
                    <a:pt x="501" y="668"/>
                  </a:cubicBezTo>
                  <a:cubicBezTo>
                    <a:pt x="382" y="668"/>
                    <a:pt x="334" y="596"/>
                    <a:pt x="334" y="501"/>
                  </a:cubicBezTo>
                  <a:cubicBezTo>
                    <a:pt x="334" y="429"/>
                    <a:pt x="405" y="358"/>
                    <a:pt x="501" y="358"/>
                  </a:cubicBezTo>
                  <a:close/>
                  <a:moveTo>
                    <a:pt x="501" y="1"/>
                  </a:moveTo>
                  <a:cubicBezTo>
                    <a:pt x="239" y="1"/>
                    <a:pt x="0" y="215"/>
                    <a:pt x="0" y="501"/>
                  </a:cubicBezTo>
                  <a:cubicBezTo>
                    <a:pt x="0" y="787"/>
                    <a:pt x="239" y="1025"/>
                    <a:pt x="501" y="1025"/>
                  </a:cubicBezTo>
                  <a:cubicBezTo>
                    <a:pt x="763" y="1025"/>
                    <a:pt x="1001" y="810"/>
                    <a:pt x="1001" y="501"/>
                  </a:cubicBezTo>
                  <a:cubicBezTo>
                    <a:pt x="1001" y="239"/>
                    <a:pt x="810" y="1"/>
                    <a:pt x="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95"/>
            <p:cNvSpPr/>
            <p:nvPr/>
          </p:nvSpPr>
          <p:spPr>
            <a:xfrm>
              <a:off x="6377179" y="4300770"/>
              <a:ext cx="32720" cy="33505"/>
            </a:xfrm>
            <a:custGeom>
              <a:rect b="b" l="l" r="r" t="t"/>
              <a:pathLst>
                <a:path extrusionOk="0" h="1025" w="1001">
                  <a:moveTo>
                    <a:pt x="501" y="358"/>
                  </a:moveTo>
                  <a:cubicBezTo>
                    <a:pt x="596" y="358"/>
                    <a:pt x="667" y="429"/>
                    <a:pt x="667" y="501"/>
                  </a:cubicBezTo>
                  <a:cubicBezTo>
                    <a:pt x="667" y="596"/>
                    <a:pt x="620" y="668"/>
                    <a:pt x="501" y="668"/>
                  </a:cubicBezTo>
                  <a:cubicBezTo>
                    <a:pt x="405" y="668"/>
                    <a:pt x="310" y="596"/>
                    <a:pt x="310" y="501"/>
                  </a:cubicBezTo>
                  <a:cubicBezTo>
                    <a:pt x="310" y="429"/>
                    <a:pt x="382" y="358"/>
                    <a:pt x="501" y="358"/>
                  </a:cubicBezTo>
                  <a:close/>
                  <a:moveTo>
                    <a:pt x="501" y="1"/>
                  </a:moveTo>
                  <a:cubicBezTo>
                    <a:pt x="239" y="1"/>
                    <a:pt x="1" y="215"/>
                    <a:pt x="1" y="501"/>
                  </a:cubicBezTo>
                  <a:cubicBezTo>
                    <a:pt x="1" y="787"/>
                    <a:pt x="191" y="1025"/>
                    <a:pt x="501" y="1025"/>
                  </a:cubicBezTo>
                  <a:cubicBezTo>
                    <a:pt x="763" y="1025"/>
                    <a:pt x="1001" y="787"/>
                    <a:pt x="1001" y="501"/>
                  </a:cubicBezTo>
                  <a:cubicBezTo>
                    <a:pt x="1001" y="239"/>
                    <a:pt x="786" y="1"/>
                    <a:pt x="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95"/>
            <p:cNvSpPr/>
            <p:nvPr/>
          </p:nvSpPr>
          <p:spPr>
            <a:xfrm>
              <a:off x="6426210" y="4300770"/>
              <a:ext cx="33505" cy="33505"/>
            </a:xfrm>
            <a:custGeom>
              <a:rect b="b" l="l" r="r" t="t"/>
              <a:pathLst>
                <a:path extrusionOk="0" h="1025" w="1025">
                  <a:moveTo>
                    <a:pt x="525" y="358"/>
                  </a:moveTo>
                  <a:cubicBezTo>
                    <a:pt x="596" y="358"/>
                    <a:pt x="692" y="429"/>
                    <a:pt x="692" y="501"/>
                  </a:cubicBezTo>
                  <a:cubicBezTo>
                    <a:pt x="692" y="596"/>
                    <a:pt x="596" y="668"/>
                    <a:pt x="525" y="668"/>
                  </a:cubicBezTo>
                  <a:cubicBezTo>
                    <a:pt x="430" y="668"/>
                    <a:pt x="334" y="596"/>
                    <a:pt x="334" y="501"/>
                  </a:cubicBezTo>
                  <a:cubicBezTo>
                    <a:pt x="334" y="429"/>
                    <a:pt x="406" y="358"/>
                    <a:pt x="525" y="358"/>
                  </a:cubicBezTo>
                  <a:close/>
                  <a:moveTo>
                    <a:pt x="525" y="1"/>
                  </a:moveTo>
                  <a:cubicBezTo>
                    <a:pt x="239" y="1"/>
                    <a:pt x="1" y="215"/>
                    <a:pt x="1" y="501"/>
                  </a:cubicBezTo>
                  <a:cubicBezTo>
                    <a:pt x="1" y="787"/>
                    <a:pt x="215" y="1025"/>
                    <a:pt x="525" y="1025"/>
                  </a:cubicBezTo>
                  <a:cubicBezTo>
                    <a:pt x="787" y="1025"/>
                    <a:pt x="1025" y="810"/>
                    <a:pt x="1025" y="501"/>
                  </a:cubicBezTo>
                  <a:cubicBezTo>
                    <a:pt x="1025" y="239"/>
                    <a:pt x="787" y="1"/>
                    <a:pt x="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95"/>
            <p:cNvSpPr/>
            <p:nvPr/>
          </p:nvSpPr>
          <p:spPr>
            <a:xfrm>
              <a:off x="6327363" y="4377063"/>
              <a:ext cx="75541" cy="10166"/>
            </a:xfrm>
            <a:custGeom>
              <a:rect b="b" l="l" r="r" t="t"/>
              <a:pathLst>
                <a:path extrusionOk="0" h="311" w="2311">
                  <a:moveTo>
                    <a:pt x="215" y="1"/>
                  </a:moveTo>
                  <a:cubicBezTo>
                    <a:pt x="120" y="1"/>
                    <a:pt x="48" y="48"/>
                    <a:pt x="24" y="143"/>
                  </a:cubicBezTo>
                  <a:cubicBezTo>
                    <a:pt x="0" y="239"/>
                    <a:pt x="96" y="310"/>
                    <a:pt x="167" y="310"/>
                  </a:cubicBezTo>
                  <a:lnTo>
                    <a:pt x="2144" y="310"/>
                  </a:lnTo>
                  <a:cubicBezTo>
                    <a:pt x="2239" y="310"/>
                    <a:pt x="2287" y="262"/>
                    <a:pt x="2310" y="167"/>
                  </a:cubicBezTo>
                  <a:cubicBezTo>
                    <a:pt x="2310" y="72"/>
                    <a:pt x="2263" y="1"/>
                    <a:pt x="2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95"/>
            <p:cNvSpPr/>
            <p:nvPr/>
          </p:nvSpPr>
          <p:spPr>
            <a:xfrm>
              <a:off x="6346061" y="4353724"/>
              <a:ext cx="112903" cy="10133"/>
            </a:xfrm>
            <a:custGeom>
              <a:rect b="b" l="l" r="r" t="t"/>
              <a:pathLst>
                <a:path extrusionOk="0" h="310" w="3454">
                  <a:moveTo>
                    <a:pt x="167" y="0"/>
                  </a:moveTo>
                  <a:cubicBezTo>
                    <a:pt x="71" y="0"/>
                    <a:pt x="0" y="72"/>
                    <a:pt x="24" y="167"/>
                  </a:cubicBezTo>
                  <a:cubicBezTo>
                    <a:pt x="24" y="262"/>
                    <a:pt x="71" y="310"/>
                    <a:pt x="167" y="310"/>
                  </a:cubicBezTo>
                  <a:lnTo>
                    <a:pt x="3263" y="310"/>
                  </a:lnTo>
                  <a:cubicBezTo>
                    <a:pt x="3358" y="310"/>
                    <a:pt x="3405" y="262"/>
                    <a:pt x="3453" y="167"/>
                  </a:cubicBezTo>
                  <a:cubicBezTo>
                    <a:pt x="3453" y="72"/>
                    <a:pt x="3382" y="0"/>
                    <a:pt x="3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95"/>
            <p:cNvSpPr/>
            <p:nvPr/>
          </p:nvSpPr>
          <p:spPr>
            <a:xfrm>
              <a:off x="6327363" y="4394976"/>
              <a:ext cx="32720" cy="33505"/>
            </a:xfrm>
            <a:custGeom>
              <a:rect b="b" l="l" r="r" t="t"/>
              <a:pathLst>
                <a:path extrusionOk="0" h="1025" w="1001">
                  <a:moveTo>
                    <a:pt x="501" y="357"/>
                  </a:moveTo>
                  <a:cubicBezTo>
                    <a:pt x="596" y="357"/>
                    <a:pt x="691" y="429"/>
                    <a:pt x="691" y="524"/>
                  </a:cubicBezTo>
                  <a:cubicBezTo>
                    <a:pt x="691" y="596"/>
                    <a:pt x="620" y="667"/>
                    <a:pt x="501" y="667"/>
                  </a:cubicBezTo>
                  <a:cubicBezTo>
                    <a:pt x="382" y="667"/>
                    <a:pt x="334" y="596"/>
                    <a:pt x="334" y="524"/>
                  </a:cubicBezTo>
                  <a:cubicBezTo>
                    <a:pt x="334" y="429"/>
                    <a:pt x="405" y="357"/>
                    <a:pt x="501" y="357"/>
                  </a:cubicBezTo>
                  <a:close/>
                  <a:moveTo>
                    <a:pt x="501" y="0"/>
                  </a:moveTo>
                  <a:cubicBezTo>
                    <a:pt x="239" y="0"/>
                    <a:pt x="0" y="215"/>
                    <a:pt x="0" y="524"/>
                  </a:cubicBezTo>
                  <a:cubicBezTo>
                    <a:pt x="0" y="810"/>
                    <a:pt x="239" y="1024"/>
                    <a:pt x="501" y="1024"/>
                  </a:cubicBezTo>
                  <a:cubicBezTo>
                    <a:pt x="763" y="1024"/>
                    <a:pt x="1001" y="810"/>
                    <a:pt x="1001" y="524"/>
                  </a:cubicBezTo>
                  <a:cubicBezTo>
                    <a:pt x="1001" y="215"/>
                    <a:pt x="810" y="0"/>
                    <a:pt x="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95"/>
            <p:cNvSpPr/>
            <p:nvPr/>
          </p:nvSpPr>
          <p:spPr>
            <a:xfrm>
              <a:off x="6377179" y="4396512"/>
              <a:ext cx="32720" cy="32753"/>
            </a:xfrm>
            <a:custGeom>
              <a:rect b="b" l="l" r="r" t="t"/>
              <a:pathLst>
                <a:path extrusionOk="0" h="1002" w="1001">
                  <a:moveTo>
                    <a:pt x="501" y="358"/>
                  </a:moveTo>
                  <a:cubicBezTo>
                    <a:pt x="596" y="358"/>
                    <a:pt x="667" y="406"/>
                    <a:pt x="667" y="501"/>
                  </a:cubicBezTo>
                  <a:cubicBezTo>
                    <a:pt x="667" y="549"/>
                    <a:pt x="596" y="644"/>
                    <a:pt x="501" y="644"/>
                  </a:cubicBezTo>
                  <a:cubicBezTo>
                    <a:pt x="405" y="644"/>
                    <a:pt x="310" y="596"/>
                    <a:pt x="310" y="501"/>
                  </a:cubicBezTo>
                  <a:cubicBezTo>
                    <a:pt x="310" y="406"/>
                    <a:pt x="382" y="358"/>
                    <a:pt x="501" y="358"/>
                  </a:cubicBezTo>
                  <a:close/>
                  <a:moveTo>
                    <a:pt x="501" y="1"/>
                  </a:moveTo>
                  <a:cubicBezTo>
                    <a:pt x="239" y="1"/>
                    <a:pt x="1" y="191"/>
                    <a:pt x="1" y="501"/>
                  </a:cubicBezTo>
                  <a:cubicBezTo>
                    <a:pt x="1" y="763"/>
                    <a:pt x="191" y="1001"/>
                    <a:pt x="501" y="1001"/>
                  </a:cubicBezTo>
                  <a:cubicBezTo>
                    <a:pt x="763" y="1001"/>
                    <a:pt x="1001" y="787"/>
                    <a:pt x="1001" y="501"/>
                  </a:cubicBezTo>
                  <a:cubicBezTo>
                    <a:pt x="1001" y="191"/>
                    <a:pt x="763" y="1"/>
                    <a:pt x="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95"/>
            <p:cNvSpPr/>
            <p:nvPr/>
          </p:nvSpPr>
          <p:spPr>
            <a:xfrm>
              <a:off x="6426210" y="4396512"/>
              <a:ext cx="33505" cy="32753"/>
            </a:xfrm>
            <a:custGeom>
              <a:rect b="b" l="l" r="r" t="t"/>
              <a:pathLst>
                <a:path extrusionOk="0" h="1002" w="1025">
                  <a:moveTo>
                    <a:pt x="525" y="358"/>
                  </a:moveTo>
                  <a:cubicBezTo>
                    <a:pt x="596" y="358"/>
                    <a:pt x="692" y="406"/>
                    <a:pt x="692" y="501"/>
                  </a:cubicBezTo>
                  <a:cubicBezTo>
                    <a:pt x="692" y="549"/>
                    <a:pt x="596" y="644"/>
                    <a:pt x="525" y="644"/>
                  </a:cubicBezTo>
                  <a:cubicBezTo>
                    <a:pt x="430" y="644"/>
                    <a:pt x="334" y="596"/>
                    <a:pt x="334" y="501"/>
                  </a:cubicBezTo>
                  <a:cubicBezTo>
                    <a:pt x="334" y="406"/>
                    <a:pt x="406" y="358"/>
                    <a:pt x="525" y="358"/>
                  </a:cubicBezTo>
                  <a:close/>
                  <a:moveTo>
                    <a:pt x="525" y="1"/>
                  </a:moveTo>
                  <a:cubicBezTo>
                    <a:pt x="239" y="1"/>
                    <a:pt x="1" y="191"/>
                    <a:pt x="1" y="501"/>
                  </a:cubicBezTo>
                  <a:cubicBezTo>
                    <a:pt x="1" y="763"/>
                    <a:pt x="215" y="1001"/>
                    <a:pt x="525" y="1001"/>
                  </a:cubicBezTo>
                  <a:cubicBezTo>
                    <a:pt x="787" y="1001"/>
                    <a:pt x="1025" y="787"/>
                    <a:pt x="1025" y="501"/>
                  </a:cubicBezTo>
                  <a:cubicBezTo>
                    <a:pt x="1025" y="191"/>
                    <a:pt x="787" y="1"/>
                    <a:pt x="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95"/>
            <p:cNvSpPr/>
            <p:nvPr/>
          </p:nvSpPr>
          <p:spPr>
            <a:xfrm>
              <a:off x="6521985" y="4250759"/>
              <a:ext cx="98095" cy="185502"/>
            </a:xfrm>
            <a:custGeom>
              <a:rect b="b" l="l" r="r" t="t"/>
              <a:pathLst>
                <a:path extrusionOk="0" h="5675" w="3001">
                  <a:moveTo>
                    <a:pt x="2477" y="340"/>
                  </a:moveTo>
                  <a:cubicBezTo>
                    <a:pt x="2501" y="340"/>
                    <a:pt x="2524" y="340"/>
                    <a:pt x="2548" y="364"/>
                  </a:cubicBezTo>
                  <a:cubicBezTo>
                    <a:pt x="2620" y="411"/>
                    <a:pt x="2644" y="435"/>
                    <a:pt x="2667" y="483"/>
                  </a:cubicBezTo>
                  <a:cubicBezTo>
                    <a:pt x="2667" y="531"/>
                    <a:pt x="2667" y="578"/>
                    <a:pt x="2644" y="602"/>
                  </a:cubicBezTo>
                  <a:lnTo>
                    <a:pt x="2358" y="1316"/>
                  </a:lnTo>
                  <a:lnTo>
                    <a:pt x="2001" y="1173"/>
                  </a:lnTo>
                  <a:lnTo>
                    <a:pt x="2286" y="459"/>
                  </a:lnTo>
                  <a:cubicBezTo>
                    <a:pt x="2310" y="411"/>
                    <a:pt x="2358" y="364"/>
                    <a:pt x="2405" y="340"/>
                  </a:cubicBezTo>
                  <a:close/>
                  <a:moveTo>
                    <a:pt x="1881" y="1507"/>
                  </a:moveTo>
                  <a:lnTo>
                    <a:pt x="2239" y="1650"/>
                  </a:lnTo>
                  <a:lnTo>
                    <a:pt x="2048" y="2031"/>
                  </a:lnTo>
                  <a:lnTo>
                    <a:pt x="1691" y="1888"/>
                  </a:lnTo>
                  <a:lnTo>
                    <a:pt x="1881" y="1507"/>
                  </a:lnTo>
                  <a:close/>
                  <a:moveTo>
                    <a:pt x="1524" y="2174"/>
                  </a:moveTo>
                  <a:lnTo>
                    <a:pt x="1881" y="2340"/>
                  </a:lnTo>
                  <a:lnTo>
                    <a:pt x="738" y="5055"/>
                  </a:lnTo>
                  <a:cubicBezTo>
                    <a:pt x="715" y="5127"/>
                    <a:pt x="643" y="5198"/>
                    <a:pt x="572" y="5222"/>
                  </a:cubicBezTo>
                  <a:lnTo>
                    <a:pt x="381" y="5317"/>
                  </a:lnTo>
                  <a:lnTo>
                    <a:pt x="333" y="5127"/>
                  </a:lnTo>
                  <a:cubicBezTo>
                    <a:pt x="286" y="5055"/>
                    <a:pt x="286" y="4960"/>
                    <a:pt x="357" y="4889"/>
                  </a:cubicBezTo>
                  <a:lnTo>
                    <a:pt x="1524" y="2174"/>
                  </a:lnTo>
                  <a:close/>
                  <a:moveTo>
                    <a:pt x="2510" y="1"/>
                  </a:moveTo>
                  <a:cubicBezTo>
                    <a:pt x="2435" y="1"/>
                    <a:pt x="2358" y="18"/>
                    <a:pt x="2286" y="54"/>
                  </a:cubicBezTo>
                  <a:cubicBezTo>
                    <a:pt x="2167" y="102"/>
                    <a:pt x="2048" y="197"/>
                    <a:pt x="2001" y="316"/>
                  </a:cubicBezTo>
                  <a:lnTo>
                    <a:pt x="95" y="4746"/>
                  </a:lnTo>
                  <a:cubicBezTo>
                    <a:pt x="24" y="4889"/>
                    <a:pt x="0" y="5055"/>
                    <a:pt x="48" y="5222"/>
                  </a:cubicBezTo>
                  <a:lnTo>
                    <a:pt x="119" y="5460"/>
                  </a:lnTo>
                  <a:cubicBezTo>
                    <a:pt x="143" y="5555"/>
                    <a:pt x="214" y="5603"/>
                    <a:pt x="262" y="5651"/>
                  </a:cubicBezTo>
                  <a:cubicBezTo>
                    <a:pt x="286" y="5674"/>
                    <a:pt x="333" y="5674"/>
                    <a:pt x="381" y="5674"/>
                  </a:cubicBezTo>
                  <a:cubicBezTo>
                    <a:pt x="405" y="5674"/>
                    <a:pt x="476" y="5674"/>
                    <a:pt x="500" y="5651"/>
                  </a:cubicBezTo>
                  <a:lnTo>
                    <a:pt x="738" y="5532"/>
                  </a:lnTo>
                  <a:cubicBezTo>
                    <a:pt x="881" y="5460"/>
                    <a:pt x="976" y="5317"/>
                    <a:pt x="1072" y="5198"/>
                  </a:cubicBezTo>
                  <a:lnTo>
                    <a:pt x="2977" y="769"/>
                  </a:lnTo>
                  <a:cubicBezTo>
                    <a:pt x="3001" y="602"/>
                    <a:pt x="3001" y="483"/>
                    <a:pt x="2977" y="340"/>
                  </a:cubicBezTo>
                  <a:cubicBezTo>
                    <a:pt x="2905" y="221"/>
                    <a:pt x="2834" y="102"/>
                    <a:pt x="2715" y="54"/>
                  </a:cubicBezTo>
                  <a:cubicBezTo>
                    <a:pt x="2655" y="18"/>
                    <a:pt x="2584" y="1"/>
                    <a:pt x="25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0" name="Google Shape;20460;p95"/>
          <p:cNvGrpSpPr/>
          <p:nvPr/>
        </p:nvGrpSpPr>
        <p:grpSpPr>
          <a:xfrm>
            <a:off x="7027568" y="4027721"/>
            <a:ext cx="367473" cy="283368"/>
            <a:chOff x="7038839" y="4180121"/>
            <a:chExt cx="367473" cy="283368"/>
          </a:xfrm>
        </p:grpSpPr>
        <p:sp>
          <p:nvSpPr>
            <p:cNvPr id="20461" name="Google Shape;20461;p95"/>
            <p:cNvSpPr/>
            <p:nvPr/>
          </p:nvSpPr>
          <p:spPr>
            <a:xfrm>
              <a:off x="7066885" y="4230721"/>
              <a:ext cx="312166" cy="203186"/>
            </a:xfrm>
            <a:custGeom>
              <a:rect b="b" l="l" r="r" t="t"/>
              <a:pathLst>
                <a:path extrusionOk="0" h="6216" w="9550">
                  <a:moveTo>
                    <a:pt x="524" y="0"/>
                  </a:moveTo>
                  <a:cubicBezTo>
                    <a:pt x="238" y="0"/>
                    <a:pt x="0" y="239"/>
                    <a:pt x="0" y="548"/>
                  </a:cubicBezTo>
                  <a:lnTo>
                    <a:pt x="0" y="6216"/>
                  </a:lnTo>
                  <a:lnTo>
                    <a:pt x="9550" y="6216"/>
                  </a:lnTo>
                  <a:lnTo>
                    <a:pt x="9550" y="548"/>
                  </a:lnTo>
                  <a:cubicBezTo>
                    <a:pt x="9550" y="215"/>
                    <a:pt x="9312" y="0"/>
                    <a:pt x="9026"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95"/>
            <p:cNvSpPr/>
            <p:nvPr/>
          </p:nvSpPr>
          <p:spPr>
            <a:xfrm>
              <a:off x="7044298" y="4433122"/>
              <a:ext cx="358124" cy="25725"/>
            </a:xfrm>
            <a:custGeom>
              <a:rect b="b" l="l" r="r" t="t"/>
              <a:pathLst>
                <a:path extrusionOk="0" h="787" w="10956">
                  <a:moveTo>
                    <a:pt x="10908" y="0"/>
                  </a:moveTo>
                  <a:lnTo>
                    <a:pt x="10812" y="24"/>
                  </a:lnTo>
                  <a:lnTo>
                    <a:pt x="72" y="24"/>
                  </a:lnTo>
                  <a:cubicBezTo>
                    <a:pt x="24" y="24"/>
                    <a:pt x="1" y="72"/>
                    <a:pt x="1" y="95"/>
                  </a:cubicBezTo>
                  <a:lnTo>
                    <a:pt x="1" y="453"/>
                  </a:lnTo>
                  <a:cubicBezTo>
                    <a:pt x="1" y="619"/>
                    <a:pt x="144" y="786"/>
                    <a:pt x="334" y="786"/>
                  </a:cubicBezTo>
                  <a:lnTo>
                    <a:pt x="10812" y="786"/>
                  </a:lnTo>
                  <a:cubicBezTo>
                    <a:pt x="10908" y="786"/>
                    <a:pt x="10955" y="715"/>
                    <a:pt x="10955" y="619"/>
                  </a:cubicBezTo>
                  <a:lnTo>
                    <a:pt x="10955" y="72"/>
                  </a:lnTo>
                  <a:cubicBezTo>
                    <a:pt x="10955" y="24"/>
                    <a:pt x="10931" y="0"/>
                    <a:pt x="1090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95"/>
            <p:cNvSpPr/>
            <p:nvPr/>
          </p:nvSpPr>
          <p:spPr>
            <a:xfrm>
              <a:off x="7369702" y="4433122"/>
              <a:ext cx="31936" cy="25725"/>
            </a:xfrm>
            <a:custGeom>
              <a:rect b="b" l="l" r="r" t="t"/>
              <a:pathLst>
                <a:path extrusionOk="0" h="787" w="977">
                  <a:moveTo>
                    <a:pt x="167" y="0"/>
                  </a:moveTo>
                  <a:cubicBezTo>
                    <a:pt x="262" y="0"/>
                    <a:pt x="310" y="72"/>
                    <a:pt x="310" y="143"/>
                  </a:cubicBezTo>
                  <a:lnTo>
                    <a:pt x="310" y="453"/>
                  </a:lnTo>
                  <a:cubicBezTo>
                    <a:pt x="310" y="619"/>
                    <a:pt x="167" y="786"/>
                    <a:pt x="0" y="786"/>
                  </a:cubicBezTo>
                  <a:lnTo>
                    <a:pt x="643" y="786"/>
                  </a:lnTo>
                  <a:cubicBezTo>
                    <a:pt x="834" y="786"/>
                    <a:pt x="976" y="619"/>
                    <a:pt x="976" y="453"/>
                  </a:cubicBezTo>
                  <a:lnTo>
                    <a:pt x="976" y="143"/>
                  </a:lnTo>
                  <a:cubicBezTo>
                    <a:pt x="976" y="72"/>
                    <a:pt x="905" y="0"/>
                    <a:pt x="83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95"/>
            <p:cNvSpPr/>
            <p:nvPr/>
          </p:nvSpPr>
          <p:spPr>
            <a:xfrm>
              <a:off x="7344010" y="4229937"/>
              <a:ext cx="35041" cy="202434"/>
            </a:xfrm>
            <a:custGeom>
              <a:rect b="b" l="l" r="r" t="t"/>
              <a:pathLst>
                <a:path extrusionOk="0" h="6193" w="1072">
                  <a:moveTo>
                    <a:pt x="0" y="1"/>
                  </a:moveTo>
                  <a:cubicBezTo>
                    <a:pt x="215" y="1"/>
                    <a:pt x="429" y="167"/>
                    <a:pt x="429" y="382"/>
                  </a:cubicBezTo>
                  <a:lnTo>
                    <a:pt x="429" y="6192"/>
                  </a:lnTo>
                  <a:lnTo>
                    <a:pt x="1072" y="6192"/>
                  </a:lnTo>
                  <a:lnTo>
                    <a:pt x="1072" y="525"/>
                  </a:lnTo>
                  <a:cubicBezTo>
                    <a:pt x="1072" y="239"/>
                    <a:pt x="834" y="1"/>
                    <a:pt x="548"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95"/>
            <p:cNvSpPr/>
            <p:nvPr/>
          </p:nvSpPr>
          <p:spPr>
            <a:xfrm>
              <a:off x="7090224" y="4254060"/>
              <a:ext cx="265488" cy="179095"/>
            </a:xfrm>
            <a:custGeom>
              <a:rect b="b" l="l" r="r" t="t"/>
              <a:pathLst>
                <a:path extrusionOk="0" h="5479" w="8122">
                  <a:moveTo>
                    <a:pt x="167" y="1"/>
                  </a:moveTo>
                  <a:cubicBezTo>
                    <a:pt x="96" y="1"/>
                    <a:pt x="1" y="96"/>
                    <a:pt x="1" y="191"/>
                  </a:cubicBezTo>
                  <a:lnTo>
                    <a:pt x="1" y="5478"/>
                  </a:lnTo>
                  <a:lnTo>
                    <a:pt x="8121" y="5478"/>
                  </a:lnTo>
                  <a:lnTo>
                    <a:pt x="8121" y="191"/>
                  </a:lnTo>
                  <a:cubicBezTo>
                    <a:pt x="8121" y="96"/>
                    <a:pt x="8026" y="1"/>
                    <a:pt x="7955" y="1"/>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95"/>
            <p:cNvSpPr/>
            <p:nvPr/>
          </p:nvSpPr>
          <p:spPr>
            <a:xfrm>
              <a:off x="7191425" y="4433874"/>
              <a:ext cx="63087" cy="24973"/>
            </a:xfrm>
            <a:custGeom>
              <a:rect b="b" l="l" r="r" t="t"/>
              <a:pathLst>
                <a:path extrusionOk="0" h="764" w="1930">
                  <a:moveTo>
                    <a:pt x="1" y="1"/>
                  </a:moveTo>
                  <a:lnTo>
                    <a:pt x="1" y="763"/>
                  </a:lnTo>
                  <a:lnTo>
                    <a:pt x="1930" y="763"/>
                  </a:lnTo>
                  <a:lnTo>
                    <a:pt x="19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95"/>
            <p:cNvSpPr/>
            <p:nvPr/>
          </p:nvSpPr>
          <p:spPr>
            <a:xfrm>
              <a:off x="7233461" y="4433874"/>
              <a:ext cx="21051" cy="24973"/>
            </a:xfrm>
            <a:custGeom>
              <a:rect b="b" l="l" r="r" t="t"/>
              <a:pathLst>
                <a:path extrusionOk="0" h="764" w="644">
                  <a:moveTo>
                    <a:pt x="1" y="1"/>
                  </a:moveTo>
                  <a:lnTo>
                    <a:pt x="1" y="763"/>
                  </a:lnTo>
                  <a:lnTo>
                    <a:pt x="644" y="763"/>
                  </a:lnTo>
                  <a:lnTo>
                    <a:pt x="644"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95"/>
            <p:cNvSpPr/>
            <p:nvPr/>
          </p:nvSpPr>
          <p:spPr>
            <a:xfrm>
              <a:off x="7156384" y="4375494"/>
              <a:ext cx="129279" cy="22620"/>
            </a:xfrm>
            <a:custGeom>
              <a:rect b="b" l="l" r="r" t="t"/>
              <a:pathLst>
                <a:path extrusionOk="0" h="692" w="3955">
                  <a:moveTo>
                    <a:pt x="334" y="1"/>
                  </a:moveTo>
                  <a:cubicBezTo>
                    <a:pt x="144" y="1"/>
                    <a:pt x="1" y="191"/>
                    <a:pt x="1" y="358"/>
                  </a:cubicBezTo>
                  <a:cubicBezTo>
                    <a:pt x="1" y="549"/>
                    <a:pt x="144" y="692"/>
                    <a:pt x="334" y="692"/>
                  </a:cubicBezTo>
                  <a:lnTo>
                    <a:pt x="3621" y="692"/>
                  </a:lnTo>
                  <a:cubicBezTo>
                    <a:pt x="3811" y="692"/>
                    <a:pt x="3954" y="549"/>
                    <a:pt x="3930" y="334"/>
                  </a:cubicBezTo>
                  <a:cubicBezTo>
                    <a:pt x="3930" y="168"/>
                    <a:pt x="3787" y="1"/>
                    <a:pt x="3597"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95"/>
            <p:cNvSpPr/>
            <p:nvPr/>
          </p:nvSpPr>
          <p:spPr>
            <a:xfrm>
              <a:off x="7137719" y="4184011"/>
              <a:ext cx="162718" cy="154154"/>
            </a:xfrm>
            <a:custGeom>
              <a:rect b="b" l="l" r="r" t="t"/>
              <a:pathLst>
                <a:path extrusionOk="0" h="4716" w="4978">
                  <a:moveTo>
                    <a:pt x="1501" y="1"/>
                  </a:moveTo>
                  <a:cubicBezTo>
                    <a:pt x="667" y="1"/>
                    <a:pt x="0" y="691"/>
                    <a:pt x="0" y="1501"/>
                  </a:cubicBezTo>
                  <a:lnTo>
                    <a:pt x="0" y="2287"/>
                  </a:lnTo>
                  <a:cubicBezTo>
                    <a:pt x="0" y="3073"/>
                    <a:pt x="620" y="3716"/>
                    <a:pt x="1429" y="3716"/>
                  </a:cubicBezTo>
                  <a:cubicBezTo>
                    <a:pt x="1501" y="3716"/>
                    <a:pt x="1524" y="3763"/>
                    <a:pt x="1572" y="3787"/>
                  </a:cubicBezTo>
                  <a:lnTo>
                    <a:pt x="2263" y="4644"/>
                  </a:lnTo>
                  <a:cubicBezTo>
                    <a:pt x="2298" y="4692"/>
                    <a:pt x="2352" y="4716"/>
                    <a:pt x="2403" y="4716"/>
                  </a:cubicBezTo>
                  <a:cubicBezTo>
                    <a:pt x="2453" y="4716"/>
                    <a:pt x="2501" y="4692"/>
                    <a:pt x="2525" y="4644"/>
                  </a:cubicBezTo>
                  <a:lnTo>
                    <a:pt x="3215" y="3787"/>
                  </a:lnTo>
                  <a:cubicBezTo>
                    <a:pt x="3239" y="3763"/>
                    <a:pt x="3311" y="3716"/>
                    <a:pt x="3358" y="3716"/>
                  </a:cubicBezTo>
                  <a:lnTo>
                    <a:pt x="3477" y="3716"/>
                  </a:lnTo>
                  <a:cubicBezTo>
                    <a:pt x="4311" y="3716"/>
                    <a:pt x="4978" y="3049"/>
                    <a:pt x="4978" y="2239"/>
                  </a:cubicBezTo>
                  <a:lnTo>
                    <a:pt x="4978" y="1501"/>
                  </a:lnTo>
                  <a:cubicBezTo>
                    <a:pt x="4954" y="691"/>
                    <a:pt x="4287" y="1"/>
                    <a:pt x="345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95"/>
            <p:cNvSpPr/>
            <p:nvPr/>
          </p:nvSpPr>
          <p:spPr>
            <a:xfrm>
              <a:off x="7245915" y="4184011"/>
              <a:ext cx="53738" cy="121467"/>
            </a:xfrm>
            <a:custGeom>
              <a:rect b="b" l="l" r="r" t="t"/>
              <a:pathLst>
                <a:path extrusionOk="0" h="3716" w="1644">
                  <a:moveTo>
                    <a:pt x="167" y="1"/>
                  </a:moveTo>
                  <a:lnTo>
                    <a:pt x="167" y="1"/>
                  </a:lnTo>
                  <a:cubicBezTo>
                    <a:pt x="644" y="263"/>
                    <a:pt x="977" y="810"/>
                    <a:pt x="977" y="1429"/>
                  </a:cubicBezTo>
                  <a:lnTo>
                    <a:pt x="977" y="2215"/>
                  </a:lnTo>
                  <a:cubicBezTo>
                    <a:pt x="977" y="2882"/>
                    <a:pt x="572" y="3477"/>
                    <a:pt x="1" y="3716"/>
                  </a:cubicBezTo>
                  <a:lnTo>
                    <a:pt x="120" y="3716"/>
                  </a:lnTo>
                  <a:cubicBezTo>
                    <a:pt x="953" y="3716"/>
                    <a:pt x="1596" y="3049"/>
                    <a:pt x="1596" y="2239"/>
                  </a:cubicBezTo>
                  <a:lnTo>
                    <a:pt x="1596" y="1501"/>
                  </a:lnTo>
                  <a:cubicBezTo>
                    <a:pt x="1644" y="691"/>
                    <a:pt x="977" y="24"/>
                    <a:pt x="16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95"/>
            <p:cNvSpPr/>
            <p:nvPr/>
          </p:nvSpPr>
          <p:spPr>
            <a:xfrm>
              <a:off x="7328418" y="4253308"/>
              <a:ext cx="27294" cy="179062"/>
            </a:xfrm>
            <a:custGeom>
              <a:rect b="b" l="l" r="r" t="t"/>
              <a:pathLst>
                <a:path extrusionOk="0" h="5478" w="835">
                  <a:moveTo>
                    <a:pt x="1" y="0"/>
                  </a:moveTo>
                  <a:cubicBezTo>
                    <a:pt x="96" y="0"/>
                    <a:pt x="191" y="95"/>
                    <a:pt x="191" y="167"/>
                  </a:cubicBezTo>
                  <a:lnTo>
                    <a:pt x="191" y="5477"/>
                  </a:lnTo>
                  <a:lnTo>
                    <a:pt x="834" y="5477"/>
                  </a:lnTo>
                  <a:lnTo>
                    <a:pt x="834" y="167"/>
                  </a:lnTo>
                  <a:cubicBezTo>
                    <a:pt x="834" y="95"/>
                    <a:pt x="739" y="0"/>
                    <a:pt x="668" y="0"/>
                  </a:cubicBez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95"/>
            <p:cNvSpPr/>
            <p:nvPr/>
          </p:nvSpPr>
          <p:spPr>
            <a:xfrm>
              <a:off x="7254479" y="4377063"/>
              <a:ext cx="31936" cy="21051"/>
            </a:xfrm>
            <a:custGeom>
              <a:rect b="b" l="l" r="r" t="t"/>
              <a:pathLst>
                <a:path extrusionOk="0" h="644" w="977">
                  <a:moveTo>
                    <a:pt x="1" y="1"/>
                  </a:moveTo>
                  <a:cubicBezTo>
                    <a:pt x="191" y="1"/>
                    <a:pt x="334" y="143"/>
                    <a:pt x="334" y="310"/>
                  </a:cubicBezTo>
                  <a:cubicBezTo>
                    <a:pt x="334" y="501"/>
                    <a:pt x="191" y="644"/>
                    <a:pt x="1" y="644"/>
                  </a:cubicBezTo>
                  <a:lnTo>
                    <a:pt x="667" y="644"/>
                  </a:lnTo>
                  <a:cubicBezTo>
                    <a:pt x="834" y="644"/>
                    <a:pt x="977" y="501"/>
                    <a:pt x="977" y="310"/>
                  </a:cubicBezTo>
                  <a:cubicBezTo>
                    <a:pt x="977" y="143"/>
                    <a:pt x="834" y="1"/>
                    <a:pt x="667" y="1"/>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95"/>
            <p:cNvSpPr/>
            <p:nvPr/>
          </p:nvSpPr>
          <p:spPr>
            <a:xfrm>
              <a:off x="7182861" y="4222941"/>
              <a:ext cx="71651" cy="33"/>
            </a:xfrm>
            <a:custGeom>
              <a:rect b="b" l="l" r="r" t="t"/>
              <a:pathLst>
                <a:path extrusionOk="0" h="1" w="2192">
                  <a:moveTo>
                    <a:pt x="1" y="0"/>
                  </a:moveTo>
                  <a:lnTo>
                    <a:pt x="2192" y="0"/>
                  </a:lnTo>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95"/>
            <p:cNvSpPr/>
            <p:nvPr/>
          </p:nvSpPr>
          <p:spPr>
            <a:xfrm>
              <a:off x="7182861" y="4247065"/>
              <a:ext cx="71651" cy="33"/>
            </a:xfrm>
            <a:custGeom>
              <a:rect b="b" l="l" r="r" t="t"/>
              <a:pathLst>
                <a:path extrusionOk="0" h="1" w="2192">
                  <a:moveTo>
                    <a:pt x="1" y="1"/>
                  </a:moveTo>
                  <a:lnTo>
                    <a:pt x="2192" y="1"/>
                  </a:lnTo>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95"/>
            <p:cNvSpPr/>
            <p:nvPr/>
          </p:nvSpPr>
          <p:spPr>
            <a:xfrm>
              <a:off x="7182861" y="4270404"/>
              <a:ext cx="71651" cy="33"/>
            </a:xfrm>
            <a:custGeom>
              <a:rect b="b" l="l" r="r" t="t"/>
              <a:pathLst>
                <a:path extrusionOk="0" h="1" w="2192">
                  <a:moveTo>
                    <a:pt x="1" y="1"/>
                  </a:moveTo>
                  <a:lnTo>
                    <a:pt x="2192" y="1"/>
                  </a:lnTo>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95"/>
            <p:cNvSpPr/>
            <p:nvPr/>
          </p:nvSpPr>
          <p:spPr>
            <a:xfrm>
              <a:off x="7176650" y="4218267"/>
              <a:ext cx="84105" cy="10918"/>
            </a:xfrm>
            <a:custGeom>
              <a:rect b="b" l="l" r="r" t="t"/>
              <a:pathLst>
                <a:path extrusionOk="0" h="334" w="2573">
                  <a:moveTo>
                    <a:pt x="214" y="0"/>
                  </a:moveTo>
                  <a:cubicBezTo>
                    <a:pt x="119" y="0"/>
                    <a:pt x="72" y="48"/>
                    <a:pt x="24" y="143"/>
                  </a:cubicBezTo>
                  <a:cubicBezTo>
                    <a:pt x="0" y="239"/>
                    <a:pt x="95" y="334"/>
                    <a:pt x="191" y="334"/>
                  </a:cubicBezTo>
                  <a:lnTo>
                    <a:pt x="2382" y="334"/>
                  </a:lnTo>
                  <a:cubicBezTo>
                    <a:pt x="2477" y="334"/>
                    <a:pt x="2524" y="262"/>
                    <a:pt x="2572" y="167"/>
                  </a:cubicBezTo>
                  <a:cubicBezTo>
                    <a:pt x="2572" y="96"/>
                    <a:pt x="2501" y="0"/>
                    <a:pt x="2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95"/>
            <p:cNvSpPr/>
            <p:nvPr/>
          </p:nvSpPr>
          <p:spPr>
            <a:xfrm>
              <a:off x="7176650" y="4241606"/>
              <a:ext cx="84105" cy="10950"/>
            </a:xfrm>
            <a:custGeom>
              <a:rect b="b" l="l" r="r" t="t"/>
              <a:pathLst>
                <a:path extrusionOk="0" h="335" w="2573">
                  <a:moveTo>
                    <a:pt x="214" y="1"/>
                  </a:moveTo>
                  <a:cubicBezTo>
                    <a:pt x="119" y="1"/>
                    <a:pt x="72" y="48"/>
                    <a:pt x="24" y="144"/>
                  </a:cubicBezTo>
                  <a:cubicBezTo>
                    <a:pt x="0" y="239"/>
                    <a:pt x="95" y="334"/>
                    <a:pt x="191" y="334"/>
                  </a:cubicBezTo>
                  <a:lnTo>
                    <a:pt x="2382" y="334"/>
                  </a:lnTo>
                  <a:cubicBezTo>
                    <a:pt x="2477" y="334"/>
                    <a:pt x="2524" y="263"/>
                    <a:pt x="2572" y="168"/>
                  </a:cubicBezTo>
                  <a:cubicBezTo>
                    <a:pt x="2572" y="96"/>
                    <a:pt x="2501" y="1"/>
                    <a:pt x="2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95"/>
            <p:cNvSpPr/>
            <p:nvPr/>
          </p:nvSpPr>
          <p:spPr>
            <a:xfrm>
              <a:off x="7176650" y="4264978"/>
              <a:ext cx="84105" cy="10918"/>
            </a:xfrm>
            <a:custGeom>
              <a:rect b="b" l="l" r="r" t="t"/>
              <a:pathLst>
                <a:path extrusionOk="0" h="334" w="2573">
                  <a:moveTo>
                    <a:pt x="214" y="0"/>
                  </a:moveTo>
                  <a:cubicBezTo>
                    <a:pt x="119" y="0"/>
                    <a:pt x="72" y="48"/>
                    <a:pt x="24" y="143"/>
                  </a:cubicBezTo>
                  <a:cubicBezTo>
                    <a:pt x="0" y="238"/>
                    <a:pt x="95" y="334"/>
                    <a:pt x="191" y="334"/>
                  </a:cubicBezTo>
                  <a:lnTo>
                    <a:pt x="2382" y="334"/>
                  </a:lnTo>
                  <a:cubicBezTo>
                    <a:pt x="2477" y="334"/>
                    <a:pt x="2524" y="262"/>
                    <a:pt x="2572" y="167"/>
                  </a:cubicBezTo>
                  <a:cubicBezTo>
                    <a:pt x="2572" y="96"/>
                    <a:pt x="2501" y="0"/>
                    <a:pt x="2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95"/>
            <p:cNvSpPr/>
            <p:nvPr/>
          </p:nvSpPr>
          <p:spPr>
            <a:xfrm>
              <a:off x="7038839" y="4180121"/>
              <a:ext cx="367473" cy="283368"/>
            </a:xfrm>
            <a:custGeom>
              <a:rect b="b" l="l" r="r" t="t"/>
              <a:pathLst>
                <a:path extrusionOk="0" h="8669" w="11242">
                  <a:moveTo>
                    <a:pt x="6478" y="310"/>
                  </a:moveTo>
                  <a:cubicBezTo>
                    <a:pt x="7217" y="310"/>
                    <a:pt x="7812" y="905"/>
                    <a:pt x="7812" y="1644"/>
                  </a:cubicBezTo>
                  <a:lnTo>
                    <a:pt x="7812" y="2382"/>
                  </a:lnTo>
                  <a:cubicBezTo>
                    <a:pt x="7812" y="3120"/>
                    <a:pt x="7217" y="3716"/>
                    <a:pt x="6478" y="3716"/>
                  </a:cubicBezTo>
                  <a:lnTo>
                    <a:pt x="6359" y="3716"/>
                  </a:lnTo>
                  <a:cubicBezTo>
                    <a:pt x="6264" y="3716"/>
                    <a:pt x="6145" y="3787"/>
                    <a:pt x="6097" y="3835"/>
                  </a:cubicBezTo>
                  <a:lnTo>
                    <a:pt x="5407" y="4716"/>
                  </a:lnTo>
                  <a:lnTo>
                    <a:pt x="4716" y="3835"/>
                  </a:lnTo>
                  <a:cubicBezTo>
                    <a:pt x="4669" y="3763"/>
                    <a:pt x="4573" y="3716"/>
                    <a:pt x="4454" y="3716"/>
                  </a:cubicBezTo>
                  <a:cubicBezTo>
                    <a:pt x="3764" y="3716"/>
                    <a:pt x="3216" y="3168"/>
                    <a:pt x="3216" y="2477"/>
                  </a:cubicBezTo>
                  <a:lnTo>
                    <a:pt x="3168" y="1644"/>
                  </a:lnTo>
                  <a:cubicBezTo>
                    <a:pt x="3168" y="905"/>
                    <a:pt x="3764" y="310"/>
                    <a:pt x="4526" y="310"/>
                  </a:cubicBezTo>
                  <a:close/>
                  <a:moveTo>
                    <a:pt x="9455" y="2382"/>
                  </a:moveTo>
                  <a:cubicBezTo>
                    <a:pt x="9455" y="2382"/>
                    <a:pt x="9479" y="2382"/>
                    <a:pt x="9479" y="2406"/>
                  </a:cubicBezTo>
                  <a:lnTo>
                    <a:pt x="9479" y="7573"/>
                  </a:lnTo>
                  <a:lnTo>
                    <a:pt x="1692" y="7573"/>
                  </a:lnTo>
                  <a:lnTo>
                    <a:pt x="1692" y="2453"/>
                  </a:lnTo>
                  <a:lnTo>
                    <a:pt x="1716" y="2453"/>
                  </a:lnTo>
                  <a:lnTo>
                    <a:pt x="2859" y="2406"/>
                  </a:lnTo>
                  <a:lnTo>
                    <a:pt x="2859" y="2453"/>
                  </a:lnTo>
                  <a:cubicBezTo>
                    <a:pt x="2859" y="3311"/>
                    <a:pt x="3573" y="4025"/>
                    <a:pt x="4430" y="4025"/>
                  </a:cubicBezTo>
                  <a:lnTo>
                    <a:pt x="5097" y="4859"/>
                  </a:lnTo>
                  <a:cubicBezTo>
                    <a:pt x="5169" y="4954"/>
                    <a:pt x="5264" y="4978"/>
                    <a:pt x="5383" y="4978"/>
                  </a:cubicBezTo>
                  <a:cubicBezTo>
                    <a:pt x="5502" y="4978"/>
                    <a:pt x="5574" y="4906"/>
                    <a:pt x="5645" y="4859"/>
                  </a:cubicBezTo>
                  <a:lnTo>
                    <a:pt x="6336" y="4025"/>
                  </a:lnTo>
                  <a:lnTo>
                    <a:pt x="6455" y="4025"/>
                  </a:lnTo>
                  <a:cubicBezTo>
                    <a:pt x="7336" y="4025"/>
                    <a:pt x="8074" y="3311"/>
                    <a:pt x="8122" y="2382"/>
                  </a:cubicBezTo>
                  <a:close/>
                  <a:moveTo>
                    <a:pt x="9860" y="1691"/>
                  </a:moveTo>
                  <a:cubicBezTo>
                    <a:pt x="10074" y="1691"/>
                    <a:pt x="10241" y="1882"/>
                    <a:pt x="10241" y="2096"/>
                  </a:cubicBezTo>
                  <a:lnTo>
                    <a:pt x="10241" y="7597"/>
                  </a:lnTo>
                  <a:lnTo>
                    <a:pt x="9884" y="7597"/>
                  </a:lnTo>
                  <a:lnTo>
                    <a:pt x="9884" y="2453"/>
                  </a:lnTo>
                  <a:cubicBezTo>
                    <a:pt x="9884" y="2263"/>
                    <a:pt x="9717" y="2096"/>
                    <a:pt x="9527" y="2096"/>
                  </a:cubicBezTo>
                  <a:lnTo>
                    <a:pt x="8145" y="2096"/>
                  </a:lnTo>
                  <a:lnTo>
                    <a:pt x="8145" y="1691"/>
                  </a:lnTo>
                  <a:close/>
                  <a:moveTo>
                    <a:pt x="4478" y="7883"/>
                  </a:moveTo>
                  <a:lnTo>
                    <a:pt x="4478" y="8312"/>
                  </a:lnTo>
                  <a:lnTo>
                    <a:pt x="477" y="8312"/>
                  </a:lnTo>
                  <a:cubicBezTo>
                    <a:pt x="470" y="8314"/>
                    <a:pt x="462" y="8315"/>
                    <a:pt x="454" y="8315"/>
                  </a:cubicBezTo>
                  <a:cubicBezTo>
                    <a:pt x="386" y="8315"/>
                    <a:pt x="311" y="8233"/>
                    <a:pt x="311" y="8169"/>
                  </a:cubicBezTo>
                  <a:lnTo>
                    <a:pt x="311" y="7883"/>
                  </a:lnTo>
                  <a:close/>
                  <a:moveTo>
                    <a:pt x="6455" y="7931"/>
                  </a:moveTo>
                  <a:lnTo>
                    <a:pt x="6455" y="8336"/>
                  </a:lnTo>
                  <a:lnTo>
                    <a:pt x="4835" y="8336"/>
                  </a:lnTo>
                  <a:lnTo>
                    <a:pt x="4835" y="7931"/>
                  </a:lnTo>
                  <a:close/>
                  <a:moveTo>
                    <a:pt x="4526" y="0"/>
                  </a:moveTo>
                  <a:cubicBezTo>
                    <a:pt x="3692" y="0"/>
                    <a:pt x="3002" y="596"/>
                    <a:pt x="2882" y="1406"/>
                  </a:cubicBezTo>
                  <a:lnTo>
                    <a:pt x="1382" y="1406"/>
                  </a:lnTo>
                  <a:cubicBezTo>
                    <a:pt x="1001" y="1406"/>
                    <a:pt x="715" y="1691"/>
                    <a:pt x="668" y="2096"/>
                  </a:cubicBezTo>
                  <a:lnTo>
                    <a:pt x="668" y="5121"/>
                  </a:lnTo>
                  <a:cubicBezTo>
                    <a:pt x="668" y="5216"/>
                    <a:pt x="763" y="5311"/>
                    <a:pt x="858" y="5311"/>
                  </a:cubicBezTo>
                  <a:cubicBezTo>
                    <a:pt x="953" y="5311"/>
                    <a:pt x="1025" y="5121"/>
                    <a:pt x="1025" y="5121"/>
                  </a:cubicBezTo>
                  <a:lnTo>
                    <a:pt x="1025" y="2096"/>
                  </a:lnTo>
                  <a:cubicBezTo>
                    <a:pt x="1025" y="1882"/>
                    <a:pt x="1192" y="1739"/>
                    <a:pt x="1382" y="1739"/>
                  </a:cubicBezTo>
                  <a:lnTo>
                    <a:pt x="2859" y="1739"/>
                  </a:lnTo>
                  <a:lnTo>
                    <a:pt x="2859" y="2120"/>
                  </a:lnTo>
                  <a:lnTo>
                    <a:pt x="1739" y="2120"/>
                  </a:lnTo>
                  <a:cubicBezTo>
                    <a:pt x="1573" y="2120"/>
                    <a:pt x="1382" y="2263"/>
                    <a:pt x="1382" y="2477"/>
                  </a:cubicBezTo>
                  <a:lnTo>
                    <a:pt x="1382" y="7621"/>
                  </a:lnTo>
                  <a:lnTo>
                    <a:pt x="1001" y="7621"/>
                  </a:lnTo>
                  <a:lnTo>
                    <a:pt x="1001" y="5811"/>
                  </a:lnTo>
                  <a:cubicBezTo>
                    <a:pt x="1001" y="5716"/>
                    <a:pt x="953" y="5668"/>
                    <a:pt x="858" y="5621"/>
                  </a:cubicBezTo>
                  <a:cubicBezTo>
                    <a:pt x="763" y="5621"/>
                    <a:pt x="668" y="5692"/>
                    <a:pt x="668" y="5787"/>
                  </a:cubicBezTo>
                  <a:lnTo>
                    <a:pt x="668" y="7597"/>
                  </a:lnTo>
                  <a:lnTo>
                    <a:pt x="287" y="7597"/>
                  </a:lnTo>
                  <a:cubicBezTo>
                    <a:pt x="120" y="7597"/>
                    <a:pt x="1" y="7740"/>
                    <a:pt x="1" y="7883"/>
                  </a:cubicBezTo>
                  <a:lnTo>
                    <a:pt x="1" y="8478"/>
                  </a:lnTo>
                  <a:cubicBezTo>
                    <a:pt x="1" y="8574"/>
                    <a:pt x="72" y="8669"/>
                    <a:pt x="168" y="8669"/>
                  </a:cubicBezTo>
                  <a:lnTo>
                    <a:pt x="7860" y="8669"/>
                  </a:lnTo>
                  <a:cubicBezTo>
                    <a:pt x="7884" y="8669"/>
                    <a:pt x="7884" y="8669"/>
                    <a:pt x="7884" y="8645"/>
                  </a:cubicBezTo>
                  <a:cubicBezTo>
                    <a:pt x="8026" y="8478"/>
                    <a:pt x="7907" y="8336"/>
                    <a:pt x="7788" y="8336"/>
                  </a:cubicBezTo>
                  <a:lnTo>
                    <a:pt x="6740" y="8336"/>
                  </a:lnTo>
                  <a:lnTo>
                    <a:pt x="6740" y="7931"/>
                  </a:lnTo>
                  <a:lnTo>
                    <a:pt x="10908" y="7931"/>
                  </a:lnTo>
                  <a:lnTo>
                    <a:pt x="10908" y="8288"/>
                  </a:lnTo>
                  <a:cubicBezTo>
                    <a:pt x="10908" y="8312"/>
                    <a:pt x="10884" y="8336"/>
                    <a:pt x="10860" y="8336"/>
                  </a:cubicBezTo>
                  <a:lnTo>
                    <a:pt x="8384" y="8336"/>
                  </a:lnTo>
                  <a:cubicBezTo>
                    <a:pt x="8360" y="8336"/>
                    <a:pt x="8360" y="8336"/>
                    <a:pt x="8360" y="8359"/>
                  </a:cubicBezTo>
                  <a:cubicBezTo>
                    <a:pt x="8217" y="8526"/>
                    <a:pt x="8336" y="8669"/>
                    <a:pt x="8455" y="8669"/>
                  </a:cubicBezTo>
                  <a:lnTo>
                    <a:pt x="11051" y="8669"/>
                  </a:lnTo>
                  <a:cubicBezTo>
                    <a:pt x="11146" y="8669"/>
                    <a:pt x="11241" y="8574"/>
                    <a:pt x="11241" y="8478"/>
                  </a:cubicBezTo>
                  <a:lnTo>
                    <a:pt x="11241" y="7883"/>
                  </a:lnTo>
                  <a:cubicBezTo>
                    <a:pt x="11241" y="7716"/>
                    <a:pt x="11122" y="7597"/>
                    <a:pt x="10956" y="7597"/>
                  </a:cubicBezTo>
                  <a:lnTo>
                    <a:pt x="10551" y="7597"/>
                  </a:lnTo>
                  <a:lnTo>
                    <a:pt x="10551" y="2096"/>
                  </a:lnTo>
                  <a:cubicBezTo>
                    <a:pt x="10551" y="1691"/>
                    <a:pt x="10265" y="1406"/>
                    <a:pt x="9884" y="1406"/>
                  </a:cubicBezTo>
                  <a:lnTo>
                    <a:pt x="8122" y="1406"/>
                  </a:lnTo>
                  <a:cubicBezTo>
                    <a:pt x="8122" y="1406"/>
                    <a:pt x="7312" y="0"/>
                    <a:pt x="64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95"/>
            <p:cNvSpPr/>
            <p:nvPr/>
          </p:nvSpPr>
          <p:spPr>
            <a:xfrm>
              <a:off x="7150173" y="4371604"/>
              <a:ext cx="142485" cy="32753"/>
            </a:xfrm>
            <a:custGeom>
              <a:rect b="b" l="l" r="r" t="t"/>
              <a:pathLst>
                <a:path extrusionOk="0" h="1002" w="4359">
                  <a:moveTo>
                    <a:pt x="3858" y="334"/>
                  </a:moveTo>
                  <a:cubicBezTo>
                    <a:pt x="3930" y="334"/>
                    <a:pt x="4001" y="406"/>
                    <a:pt x="4025" y="477"/>
                  </a:cubicBezTo>
                  <a:cubicBezTo>
                    <a:pt x="4025" y="572"/>
                    <a:pt x="3930" y="668"/>
                    <a:pt x="3858" y="668"/>
                  </a:cubicBezTo>
                  <a:lnTo>
                    <a:pt x="477" y="668"/>
                  </a:lnTo>
                  <a:cubicBezTo>
                    <a:pt x="405" y="668"/>
                    <a:pt x="334" y="596"/>
                    <a:pt x="310" y="525"/>
                  </a:cubicBezTo>
                  <a:cubicBezTo>
                    <a:pt x="310" y="429"/>
                    <a:pt x="358" y="334"/>
                    <a:pt x="477" y="334"/>
                  </a:cubicBezTo>
                  <a:close/>
                  <a:moveTo>
                    <a:pt x="524" y="1"/>
                  </a:moveTo>
                  <a:cubicBezTo>
                    <a:pt x="239" y="1"/>
                    <a:pt x="0" y="215"/>
                    <a:pt x="0" y="477"/>
                  </a:cubicBezTo>
                  <a:cubicBezTo>
                    <a:pt x="0" y="763"/>
                    <a:pt x="215" y="1001"/>
                    <a:pt x="524" y="1001"/>
                  </a:cubicBezTo>
                  <a:lnTo>
                    <a:pt x="3858" y="1001"/>
                  </a:lnTo>
                  <a:cubicBezTo>
                    <a:pt x="4120" y="1001"/>
                    <a:pt x="4358" y="787"/>
                    <a:pt x="4358" y="477"/>
                  </a:cubicBezTo>
                  <a:cubicBezTo>
                    <a:pt x="4335" y="239"/>
                    <a:pt x="4096" y="1"/>
                    <a:pt x="38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1" name="Google Shape;20481;p95"/>
          <p:cNvGrpSpPr/>
          <p:nvPr/>
        </p:nvGrpSpPr>
        <p:grpSpPr>
          <a:xfrm>
            <a:off x="7827149" y="3984900"/>
            <a:ext cx="289611" cy="368225"/>
            <a:chOff x="7833636" y="4137300"/>
            <a:chExt cx="289611" cy="368225"/>
          </a:xfrm>
        </p:grpSpPr>
        <p:sp>
          <p:nvSpPr>
            <p:cNvPr id="20482" name="Google Shape;20482;p95"/>
            <p:cNvSpPr/>
            <p:nvPr/>
          </p:nvSpPr>
          <p:spPr>
            <a:xfrm>
              <a:off x="7838310" y="4141975"/>
              <a:ext cx="280263" cy="280263"/>
            </a:xfrm>
            <a:custGeom>
              <a:rect b="b" l="l" r="r" t="t"/>
              <a:pathLst>
                <a:path extrusionOk="0" h="8574" w="8574">
                  <a:moveTo>
                    <a:pt x="4287" y="1"/>
                  </a:moveTo>
                  <a:cubicBezTo>
                    <a:pt x="1929" y="1"/>
                    <a:pt x="0" y="1930"/>
                    <a:pt x="0" y="4287"/>
                  </a:cubicBezTo>
                  <a:cubicBezTo>
                    <a:pt x="0" y="6669"/>
                    <a:pt x="1929" y="8574"/>
                    <a:pt x="4287" y="8574"/>
                  </a:cubicBezTo>
                  <a:cubicBezTo>
                    <a:pt x="6645" y="8574"/>
                    <a:pt x="8574" y="6669"/>
                    <a:pt x="8574" y="4287"/>
                  </a:cubicBezTo>
                  <a:cubicBezTo>
                    <a:pt x="8574" y="1930"/>
                    <a:pt x="6645" y="1"/>
                    <a:pt x="4287"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95"/>
            <p:cNvSpPr/>
            <p:nvPr/>
          </p:nvSpPr>
          <p:spPr>
            <a:xfrm>
              <a:off x="7967524" y="4141975"/>
              <a:ext cx="151049" cy="278726"/>
            </a:xfrm>
            <a:custGeom>
              <a:rect b="b" l="l" r="r" t="t"/>
              <a:pathLst>
                <a:path extrusionOk="0" h="8527" w="4621">
                  <a:moveTo>
                    <a:pt x="1" y="1"/>
                  </a:moveTo>
                  <a:cubicBezTo>
                    <a:pt x="2215" y="191"/>
                    <a:pt x="3930" y="2025"/>
                    <a:pt x="3930" y="4263"/>
                  </a:cubicBezTo>
                  <a:cubicBezTo>
                    <a:pt x="3930" y="6526"/>
                    <a:pt x="2215" y="8336"/>
                    <a:pt x="1" y="8526"/>
                  </a:cubicBezTo>
                  <a:lnTo>
                    <a:pt x="334" y="8526"/>
                  </a:lnTo>
                  <a:cubicBezTo>
                    <a:pt x="2692" y="8526"/>
                    <a:pt x="4621" y="6621"/>
                    <a:pt x="4621" y="4240"/>
                  </a:cubicBezTo>
                  <a:cubicBezTo>
                    <a:pt x="4621" y="1953"/>
                    <a:pt x="2715" y="1"/>
                    <a:pt x="33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95"/>
            <p:cNvSpPr/>
            <p:nvPr/>
          </p:nvSpPr>
          <p:spPr>
            <a:xfrm>
              <a:off x="7914603" y="4141975"/>
              <a:ext cx="128462" cy="280263"/>
            </a:xfrm>
            <a:custGeom>
              <a:rect b="b" l="l" r="r" t="t"/>
              <a:pathLst>
                <a:path extrusionOk="0" h="8574" w="3930">
                  <a:moveTo>
                    <a:pt x="1953" y="1"/>
                  </a:moveTo>
                  <a:cubicBezTo>
                    <a:pt x="858" y="1"/>
                    <a:pt x="0" y="1930"/>
                    <a:pt x="0" y="4287"/>
                  </a:cubicBezTo>
                  <a:cubicBezTo>
                    <a:pt x="0" y="6669"/>
                    <a:pt x="858" y="8574"/>
                    <a:pt x="1953" y="8574"/>
                  </a:cubicBezTo>
                  <a:cubicBezTo>
                    <a:pt x="3048" y="8574"/>
                    <a:pt x="3930" y="6669"/>
                    <a:pt x="3930" y="4287"/>
                  </a:cubicBezTo>
                  <a:cubicBezTo>
                    <a:pt x="3930" y="1930"/>
                    <a:pt x="3048" y="1"/>
                    <a:pt x="195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95"/>
            <p:cNvSpPr/>
            <p:nvPr/>
          </p:nvSpPr>
          <p:spPr>
            <a:xfrm>
              <a:off x="7967524" y="4141975"/>
              <a:ext cx="75541" cy="280263"/>
            </a:xfrm>
            <a:custGeom>
              <a:rect b="b" l="l" r="r" t="t"/>
              <a:pathLst>
                <a:path extrusionOk="0" h="8574" w="2311">
                  <a:moveTo>
                    <a:pt x="334" y="1"/>
                  </a:moveTo>
                  <a:cubicBezTo>
                    <a:pt x="215" y="1"/>
                    <a:pt x="120" y="48"/>
                    <a:pt x="1" y="72"/>
                  </a:cubicBezTo>
                  <a:cubicBezTo>
                    <a:pt x="929" y="429"/>
                    <a:pt x="1644" y="2144"/>
                    <a:pt x="1644" y="4287"/>
                  </a:cubicBezTo>
                  <a:cubicBezTo>
                    <a:pt x="1644" y="6430"/>
                    <a:pt x="929" y="8169"/>
                    <a:pt x="1" y="8526"/>
                  </a:cubicBezTo>
                  <a:cubicBezTo>
                    <a:pt x="120" y="8550"/>
                    <a:pt x="215" y="8574"/>
                    <a:pt x="334" y="8574"/>
                  </a:cubicBezTo>
                  <a:cubicBezTo>
                    <a:pt x="1406" y="8574"/>
                    <a:pt x="2311" y="6669"/>
                    <a:pt x="2311" y="4287"/>
                  </a:cubicBezTo>
                  <a:cubicBezTo>
                    <a:pt x="2311" y="1906"/>
                    <a:pt x="1429" y="1"/>
                    <a:pt x="33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95"/>
            <p:cNvSpPr/>
            <p:nvPr/>
          </p:nvSpPr>
          <p:spPr>
            <a:xfrm>
              <a:off x="7873351" y="4474112"/>
              <a:ext cx="24156" cy="22097"/>
            </a:xfrm>
            <a:custGeom>
              <a:rect b="b" l="l" r="r" t="t"/>
              <a:pathLst>
                <a:path extrusionOk="0" h="676" w="739">
                  <a:moveTo>
                    <a:pt x="321" y="1"/>
                  </a:moveTo>
                  <a:cubicBezTo>
                    <a:pt x="157" y="1"/>
                    <a:pt x="24" y="169"/>
                    <a:pt x="24" y="318"/>
                  </a:cubicBezTo>
                  <a:cubicBezTo>
                    <a:pt x="0" y="532"/>
                    <a:pt x="191" y="675"/>
                    <a:pt x="357" y="675"/>
                  </a:cubicBezTo>
                  <a:cubicBezTo>
                    <a:pt x="548" y="675"/>
                    <a:pt x="691" y="532"/>
                    <a:pt x="714" y="366"/>
                  </a:cubicBezTo>
                  <a:cubicBezTo>
                    <a:pt x="738" y="151"/>
                    <a:pt x="595" y="32"/>
                    <a:pt x="381" y="8"/>
                  </a:cubicBezTo>
                  <a:cubicBezTo>
                    <a:pt x="361" y="3"/>
                    <a:pt x="341" y="1"/>
                    <a:pt x="32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95"/>
            <p:cNvSpPr/>
            <p:nvPr/>
          </p:nvSpPr>
          <p:spPr>
            <a:xfrm>
              <a:off x="7916139" y="4427663"/>
              <a:ext cx="125357" cy="71651"/>
            </a:xfrm>
            <a:custGeom>
              <a:rect b="b" l="l" r="r" t="t"/>
              <a:pathLst>
                <a:path extrusionOk="0" h="2192" w="3835">
                  <a:moveTo>
                    <a:pt x="1" y="0"/>
                  </a:moveTo>
                  <a:lnTo>
                    <a:pt x="1" y="1691"/>
                  </a:lnTo>
                  <a:cubicBezTo>
                    <a:pt x="1" y="1715"/>
                    <a:pt x="25" y="1739"/>
                    <a:pt x="72" y="1787"/>
                  </a:cubicBezTo>
                  <a:lnTo>
                    <a:pt x="382" y="1906"/>
                  </a:lnTo>
                  <a:cubicBezTo>
                    <a:pt x="882" y="2096"/>
                    <a:pt x="1400" y="2191"/>
                    <a:pt x="1915" y="2191"/>
                  </a:cubicBezTo>
                  <a:cubicBezTo>
                    <a:pt x="2430" y="2191"/>
                    <a:pt x="2942" y="2096"/>
                    <a:pt x="3430" y="1906"/>
                  </a:cubicBezTo>
                  <a:lnTo>
                    <a:pt x="3764" y="1787"/>
                  </a:lnTo>
                  <a:cubicBezTo>
                    <a:pt x="3811" y="1739"/>
                    <a:pt x="3811" y="1715"/>
                    <a:pt x="3835" y="1691"/>
                  </a:cubicBezTo>
                  <a:lnTo>
                    <a:pt x="3835"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95"/>
            <p:cNvSpPr/>
            <p:nvPr/>
          </p:nvSpPr>
          <p:spPr>
            <a:xfrm>
              <a:off x="7967524" y="4425342"/>
              <a:ext cx="73220" cy="72370"/>
            </a:xfrm>
            <a:custGeom>
              <a:rect b="b" l="l" r="r" t="t"/>
              <a:pathLst>
                <a:path extrusionOk="0" h="2214" w="2240">
                  <a:moveTo>
                    <a:pt x="2239" y="0"/>
                  </a:moveTo>
                  <a:lnTo>
                    <a:pt x="1596" y="24"/>
                  </a:lnTo>
                  <a:lnTo>
                    <a:pt x="1596" y="1381"/>
                  </a:lnTo>
                  <a:cubicBezTo>
                    <a:pt x="1596" y="1643"/>
                    <a:pt x="1429" y="1858"/>
                    <a:pt x="1191" y="1929"/>
                  </a:cubicBezTo>
                  <a:cubicBezTo>
                    <a:pt x="810" y="2096"/>
                    <a:pt x="429" y="2167"/>
                    <a:pt x="1" y="2191"/>
                  </a:cubicBezTo>
                  <a:cubicBezTo>
                    <a:pt x="138" y="2206"/>
                    <a:pt x="275" y="2214"/>
                    <a:pt x="411" y="2214"/>
                  </a:cubicBezTo>
                  <a:cubicBezTo>
                    <a:pt x="908" y="2214"/>
                    <a:pt x="1390" y="2111"/>
                    <a:pt x="1858" y="1905"/>
                  </a:cubicBezTo>
                  <a:lnTo>
                    <a:pt x="2192" y="1786"/>
                  </a:lnTo>
                  <a:cubicBezTo>
                    <a:pt x="2215" y="1762"/>
                    <a:pt x="2239" y="1738"/>
                    <a:pt x="2239" y="1691"/>
                  </a:cubicBezTo>
                  <a:lnTo>
                    <a:pt x="2239" y="0"/>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95"/>
            <p:cNvSpPr/>
            <p:nvPr/>
          </p:nvSpPr>
          <p:spPr>
            <a:xfrm>
              <a:off x="7876457" y="4372389"/>
              <a:ext cx="206324" cy="96951"/>
            </a:xfrm>
            <a:custGeom>
              <a:rect b="b" l="l" r="r" t="t"/>
              <a:pathLst>
                <a:path extrusionOk="0" h="2966" w="6312">
                  <a:moveTo>
                    <a:pt x="3135" y="1"/>
                  </a:moveTo>
                  <a:cubicBezTo>
                    <a:pt x="3049" y="1"/>
                    <a:pt x="2965" y="24"/>
                    <a:pt x="2906" y="72"/>
                  </a:cubicBezTo>
                  <a:lnTo>
                    <a:pt x="119" y="1334"/>
                  </a:lnTo>
                  <a:cubicBezTo>
                    <a:pt x="0" y="1382"/>
                    <a:pt x="0" y="1572"/>
                    <a:pt x="119" y="1620"/>
                  </a:cubicBezTo>
                  <a:lnTo>
                    <a:pt x="2906" y="2930"/>
                  </a:lnTo>
                  <a:cubicBezTo>
                    <a:pt x="2989" y="2954"/>
                    <a:pt x="3072" y="2966"/>
                    <a:pt x="3153" y="2966"/>
                  </a:cubicBezTo>
                  <a:cubicBezTo>
                    <a:pt x="3233" y="2966"/>
                    <a:pt x="3311" y="2954"/>
                    <a:pt x="3382" y="2930"/>
                  </a:cubicBezTo>
                  <a:lnTo>
                    <a:pt x="6192" y="1620"/>
                  </a:lnTo>
                  <a:cubicBezTo>
                    <a:pt x="6311" y="1572"/>
                    <a:pt x="6311" y="1382"/>
                    <a:pt x="6192" y="1334"/>
                  </a:cubicBezTo>
                  <a:lnTo>
                    <a:pt x="3382" y="72"/>
                  </a:lnTo>
                  <a:cubicBezTo>
                    <a:pt x="3311" y="24"/>
                    <a:pt x="3221" y="1"/>
                    <a:pt x="3135"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95"/>
            <p:cNvSpPr/>
            <p:nvPr/>
          </p:nvSpPr>
          <p:spPr>
            <a:xfrm>
              <a:off x="7877993" y="4408214"/>
              <a:ext cx="204787" cy="61126"/>
            </a:xfrm>
            <a:custGeom>
              <a:rect b="b" l="l" r="r" t="t"/>
              <a:pathLst>
                <a:path extrusionOk="0" h="1870" w="6265">
                  <a:moveTo>
                    <a:pt x="1" y="500"/>
                  </a:moveTo>
                  <a:cubicBezTo>
                    <a:pt x="1" y="500"/>
                    <a:pt x="7" y="503"/>
                    <a:pt x="16" y="507"/>
                  </a:cubicBezTo>
                  <a:lnTo>
                    <a:pt x="16" y="507"/>
                  </a:lnTo>
                  <a:lnTo>
                    <a:pt x="1" y="500"/>
                  </a:lnTo>
                  <a:close/>
                  <a:moveTo>
                    <a:pt x="16" y="507"/>
                  </a:moveTo>
                  <a:lnTo>
                    <a:pt x="1585" y="1235"/>
                  </a:lnTo>
                  <a:lnTo>
                    <a:pt x="72" y="524"/>
                  </a:lnTo>
                  <a:cubicBezTo>
                    <a:pt x="57" y="524"/>
                    <a:pt x="32" y="514"/>
                    <a:pt x="16" y="507"/>
                  </a:cubicBezTo>
                  <a:close/>
                  <a:moveTo>
                    <a:pt x="5645" y="0"/>
                  </a:moveTo>
                  <a:lnTo>
                    <a:pt x="5645" y="0"/>
                  </a:lnTo>
                  <a:cubicBezTo>
                    <a:pt x="5693" y="72"/>
                    <a:pt x="5693" y="191"/>
                    <a:pt x="5574" y="262"/>
                  </a:cubicBezTo>
                  <a:lnTo>
                    <a:pt x="2787" y="1572"/>
                  </a:lnTo>
                  <a:cubicBezTo>
                    <a:pt x="2704" y="1596"/>
                    <a:pt x="2621" y="1608"/>
                    <a:pt x="2540" y="1608"/>
                  </a:cubicBezTo>
                  <a:cubicBezTo>
                    <a:pt x="2460" y="1608"/>
                    <a:pt x="2382" y="1596"/>
                    <a:pt x="2311" y="1572"/>
                  </a:cubicBezTo>
                  <a:lnTo>
                    <a:pt x="1585" y="1235"/>
                  </a:lnTo>
                  <a:lnTo>
                    <a:pt x="2859" y="1834"/>
                  </a:lnTo>
                  <a:cubicBezTo>
                    <a:pt x="2942" y="1858"/>
                    <a:pt x="3025" y="1870"/>
                    <a:pt x="3106" y="1870"/>
                  </a:cubicBezTo>
                  <a:cubicBezTo>
                    <a:pt x="3186" y="1870"/>
                    <a:pt x="3264" y="1858"/>
                    <a:pt x="3335" y="1834"/>
                  </a:cubicBezTo>
                  <a:lnTo>
                    <a:pt x="6145" y="524"/>
                  </a:lnTo>
                  <a:cubicBezTo>
                    <a:pt x="6264" y="476"/>
                    <a:pt x="6264" y="286"/>
                    <a:pt x="6145" y="238"/>
                  </a:cubicBezTo>
                  <a:lnTo>
                    <a:pt x="564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95"/>
            <p:cNvSpPr/>
            <p:nvPr/>
          </p:nvSpPr>
          <p:spPr>
            <a:xfrm>
              <a:off x="7833636" y="4137300"/>
              <a:ext cx="289611" cy="368225"/>
            </a:xfrm>
            <a:custGeom>
              <a:rect b="b" l="l" r="r" t="t"/>
              <a:pathLst>
                <a:path extrusionOk="0" h="11265" w="8860">
                  <a:moveTo>
                    <a:pt x="4430" y="334"/>
                  </a:moveTo>
                  <a:cubicBezTo>
                    <a:pt x="4882" y="334"/>
                    <a:pt x="5335" y="739"/>
                    <a:pt x="5645" y="1501"/>
                  </a:cubicBezTo>
                  <a:cubicBezTo>
                    <a:pt x="5835" y="1906"/>
                    <a:pt x="5978" y="2382"/>
                    <a:pt x="6073" y="2930"/>
                  </a:cubicBezTo>
                  <a:cubicBezTo>
                    <a:pt x="5573" y="2858"/>
                    <a:pt x="5002" y="2811"/>
                    <a:pt x="4406" y="2811"/>
                  </a:cubicBezTo>
                  <a:cubicBezTo>
                    <a:pt x="3811" y="2811"/>
                    <a:pt x="3263" y="2835"/>
                    <a:pt x="2739" y="2930"/>
                  </a:cubicBezTo>
                  <a:cubicBezTo>
                    <a:pt x="2882" y="2382"/>
                    <a:pt x="3025" y="1906"/>
                    <a:pt x="3215" y="1501"/>
                  </a:cubicBezTo>
                  <a:cubicBezTo>
                    <a:pt x="3549" y="739"/>
                    <a:pt x="3978" y="334"/>
                    <a:pt x="4430" y="334"/>
                  </a:cubicBezTo>
                  <a:close/>
                  <a:moveTo>
                    <a:pt x="5359" y="429"/>
                  </a:moveTo>
                  <a:lnTo>
                    <a:pt x="5359" y="429"/>
                  </a:lnTo>
                  <a:cubicBezTo>
                    <a:pt x="6954" y="810"/>
                    <a:pt x="8216" y="2120"/>
                    <a:pt x="8478" y="3763"/>
                  </a:cubicBezTo>
                  <a:cubicBezTo>
                    <a:pt x="8240" y="3573"/>
                    <a:pt x="7907" y="3406"/>
                    <a:pt x="7502" y="3239"/>
                  </a:cubicBezTo>
                  <a:cubicBezTo>
                    <a:pt x="7169" y="3120"/>
                    <a:pt x="6811" y="3049"/>
                    <a:pt x="6430" y="2977"/>
                  </a:cubicBezTo>
                  <a:cubicBezTo>
                    <a:pt x="6335" y="2382"/>
                    <a:pt x="6168" y="1811"/>
                    <a:pt x="5954" y="1334"/>
                  </a:cubicBezTo>
                  <a:cubicBezTo>
                    <a:pt x="5764" y="953"/>
                    <a:pt x="5573" y="667"/>
                    <a:pt x="5359" y="429"/>
                  </a:cubicBezTo>
                  <a:close/>
                  <a:moveTo>
                    <a:pt x="2406" y="3311"/>
                  </a:moveTo>
                  <a:lnTo>
                    <a:pt x="2406" y="3311"/>
                  </a:lnTo>
                  <a:cubicBezTo>
                    <a:pt x="2382" y="3668"/>
                    <a:pt x="2358" y="4049"/>
                    <a:pt x="2358" y="4430"/>
                  </a:cubicBezTo>
                  <a:cubicBezTo>
                    <a:pt x="2358" y="4835"/>
                    <a:pt x="2382" y="5192"/>
                    <a:pt x="2406" y="5573"/>
                  </a:cubicBezTo>
                  <a:cubicBezTo>
                    <a:pt x="1120" y="5335"/>
                    <a:pt x="358" y="4883"/>
                    <a:pt x="358" y="4430"/>
                  </a:cubicBezTo>
                  <a:cubicBezTo>
                    <a:pt x="334" y="4144"/>
                    <a:pt x="763" y="3811"/>
                    <a:pt x="1477" y="3549"/>
                  </a:cubicBezTo>
                  <a:cubicBezTo>
                    <a:pt x="1763" y="3454"/>
                    <a:pt x="2072" y="3359"/>
                    <a:pt x="2406" y="3311"/>
                  </a:cubicBezTo>
                  <a:close/>
                  <a:moveTo>
                    <a:pt x="6478" y="3311"/>
                  </a:moveTo>
                  <a:lnTo>
                    <a:pt x="6478" y="3311"/>
                  </a:lnTo>
                  <a:cubicBezTo>
                    <a:pt x="7764" y="3549"/>
                    <a:pt x="8550" y="4002"/>
                    <a:pt x="8550" y="4430"/>
                  </a:cubicBezTo>
                  <a:cubicBezTo>
                    <a:pt x="8550" y="4740"/>
                    <a:pt x="8121" y="5073"/>
                    <a:pt x="7407" y="5335"/>
                  </a:cubicBezTo>
                  <a:cubicBezTo>
                    <a:pt x="7145" y="5430"/>
                    <a:pt x="6811" y="5502"/>
                    <a:pt x="6478" y="5573"/>
                  </a:cubicBezTo>
                  <a:cubicBezTo>
                    <a:pt x="6526" y="5216"/>
                    <a:pt x="6549" y="4835"/>
                    <a:pt x="6549" y="4430"/>
                  </a:cubicBezTo>
                  <a:cubicBezTo>
                    <a:pt x="6549" y="4049"/>
                    <a:pt x="6526" y="3692"/>
                    <a:pt x="6478" y="3311"/>
                  </a:cubicBezTo>
                  <a:close/>
                  <a:moveTo>
                    <a:pt x="4430" y="3120"/>
                  </a:moveTo>
                  <a:cubicBezTo>
                    <a:pt x="5049" y="3120"/>
                    <a:pt x="5621" y="3192"/>
                    <a:pt x="6121" y="3239"/>
                  </a:cubicBezTo>
                  <a:cubicBezTo>
                    <a:pt x="6192" y="3644"/>
                    <a:pt x="6216" y="4025"/>
                    <a:pt x="6216" y="4430"/>
                  </a:cubicBezTo>
                  <a:cubicBezTo>
                    <a:pt x="6216" y="4859"/>
                    <a:pt x="6192" y="5240"/>
                    <a:pt x="6121" y="5621"/>
                  </a:cubicBezTo>
                  <a:cubicBezTo>
                    <a:pt x="5597" y="5716"/>
                    <a:pt x="5025" y="5740"/>
                    <a:pt x="4430" y="5740"/>
                  </a:cubicBezTo>
                  <a:cubicBezTo>
                    <a:pt x="3811" y="5740"/>
                    <a:pt x="3239" y="5692"/>
                    <a:pt x="2739" y="5621"/>
                  </a:cubicBezTo>
                  <a:cubicBezTo>
                    <a:pt x="2668" y="5240"/>
                    <a:pt x="2644" y="4859"/>
                    <a:pt x="2644" y="4430"/>
                  </a:cubicBezTo>
                  <a:cubicBezTo>
                    <a:pt x="2644" y="4025"/>
                    <a:pt x="2668" y="3644"/>
                    <a:pt x="2739" y="3239"/>
                  </a:cubicBezTo>
                  <a:cubicBezTo>
                    <a:pt x="3263" y="3168"/>
                    <a:pt x="3835" y="3120"/>
                    <a:pt x="4430" y="3120"/>
                  </a:cubicBezTo>
                  <a:close/>
                  <a:moveTo>
                    <a:pt x="2787" y="5954"/>
                  </a:moveTo>
                  <a:lnTo>
                    <a:pt x="2787" y="5954"/>
                  </a:lnTo>
                  <a:cubicBezTo>
                    <a:pt x="3311" y="6002"/>
                    <a:pt x="3858" y="6073"/>
                    <a:pt x="4454" y="6073"/>
                  </a:cubicBezTo>
                  <a:cubicBezTo>
                    <a:pt x="5025" y="6073"/>
                    <a:pt x="5597" y="6050"/>
                    <a:pt x="6121" y="5954"/>
                  </a:cubicBezTo>
                  <a:lnTo>
                    <a:pt x="6121" y="5954"/>
                  </a:lnTo>
                  <a:cubicBezTo>
                    <a:pt x="6002" y="6526"/>
                    <a:pt x="5835" y="7050"/>
                    <a:pt x="5621" y="7478"/>
                  </a:cubicBezTo>
                  <a:lnTo>
                    <a:pt x="4787" y="7097"/>
                  </a:lnTo>
                  <a:cubicBezTo>
                    <a:pt x="4680" y="7038"/>
                    <a:pt x="4561" y="7008"/>
                    <a:pt x="4442" y="7008"/>
                  </a:cubicBezTo>
                  <a:cubicBezTo>
                    <a:pt x="4323" y="7008"/>
                    <a:pt x="4204" y="7038"/>
                    <a:pt x="4097" y="7097"/>
                  </a:cubicBezTo>
                  <a:lnTo>
                    <a:pt x="3263" y="7478"/>
                  </a:lnTo>
                  <a:cubicBezTo>
                    <a:pt x="3073" y="7050"/>
                    <a:pt x="2906" y="6526"/>
                    <a:pt x="2787" y="5954"/>
                  </a:cubicBezTo>
                  <a:close/>
                  <a:moveTo>
                    <a:pt x="382" y="5121"/>
                  </a:moveTo>
                  <a:cubicBezTo>
                    <a:pt x="620" y="5311"/>
                    <a:pt x="953" y="5478"/>
                    <a:pt x="1358" y="5621"/>
                  </a:cubicBezTo>
                  <a:cubicBezTo>
                    <a:pt x="1691" y="5740"/>
                    <a:pt x="2049" y="5835"/>
                    <a:pt x="2430" y="5907"/>
                  </a:cubicBezTo>
                  <a:cubicBezTo>
                    <a:pt x="2549" y="6550"/>
                    <a:pt x="2692" y="7145"/>
                    <a:pt x="2953" y="7621"/>
                  </a:cubicBezTo>
                  <a:lnTo>
                    <a:pt x="2239" y="7931"/>
                  </a:lnTo>
                  <a:cubicBezTo>
                    <a:pt x="1215" y="7288"/>
                    <a:pt x="572" y="6288"/>
                    <a:pt x="382" y="5121"/>
                  </a:cubicBezTo>
                  <a:close/>
                  <a:moveTo>
                    <a:pt x="4454" y="7347"/>
                  </a:moveTo>
                  <a:cubicBezTo>
                    <a:pt x="4519" y="7347"/>
                    <a:pt x="4585" y="7359"/>
                    <a:pt x="4644" y="7383"/>
                  </a:cubicBezTo>
                  <a:lnTo>
                    <a:pt x="7407" y="8645"/>
                  </a:lnTo>
                  <a:lnTo>
                    <a:pt x="4621" y="9955"/>
                  </a:lnTo>
                  <a:cubicBezTo>
                    <a:pt x="4561" y="9979"/>
                    <a:pt x="4501" y="9991"/>
                    <a:pt x="4445" y="9991"/>
                  </a:cubicBezTo>
                  <a:cubicBezTo>
                    <a:pt x="4388" y="9991"/>
                    <a:pt x="4335" y="9979"/>
                    <a:pt x="4287" y="9955"/>
                  </a:cubicBezTo>
                  <a:lnTo>
                    <a:pt x="1477" y="8645"/>
                  </a:lnTo>
                  <a:lnTo>
                    <a:pt x="4263" y="7383"/>
                  </a:lnTo>
                  <a:cubicBezTo>
                    <a:pt x="4323" y="7359"/>
                    <a:pt x="4388" y="7347"/>
                    <a:pt x="4454" y="7347"/>
                  </a:cubicBezTo>
                  <a:close/>
                  <a:moveTo>
                    <a:pt x="1572" y="10479"/>
                  </a:moveTo>
                  <a:cubicBezTo>
                    <a:pt x="1596" y="10479"/>
                    <a:pt x="1644" y="10479"/>
                    <a:pt x="1668" y="10503"/>
                  </a:cubicBezTo>
                  <a:cubicBezTo>
                    <a:pt x="1691" y="10550"/>
                    <a:pt x="1763" y="10574"/>
                    <a:pt x="1763" y="10670"/>
                  </a:cubicBezTo>
                  <a:cubicBezTo>
                    <a:pt x="1763" y="10717"/>
                    <a:pt x="1715" y="10789"/>
                    <a:pt x="1668" y="10812"/>
                  </a:cubicBezTo>
                  <a:cubicBezTo>
                    <a:pt x="1644" y="10812"/>
                    <a:pt x="1596" y="10836"/>
                    <a:pt x="1572" y="10836"/>
                  </a:cubicBezTo>
                  <a:cubicBezTo>
                    <a:pt x="1477" y="10836"/>
                    <a:pt x="1406" y="10789"/>
                    <a:pt x="1406" y="10693"/>
                  </a:cubicBezTo>
                  <a:lnTo>
                    <a:pt x="1406" y="10670"/>
                  </a:lnTo>
                  <a:cubicBezTo>
                    <a:pt x="1406" y="10574"/>
                    <a:pt x="1477" y="10479"/>
                    <a:pt x="1572" y="10479"/>
                  </a:cubicBezTo>
                  <a:close/>
                  <a:moveTo>
                    <a:pt x="6121" y="9598"/>
                  </a:moveTo>
                  <a:lnTo>
                    <a:pt x="6121" y="10503"/>
                  </a:lnTo>
                  <a:lnTo>
                    <a:pt x="6192" y="10503"/>
                  </a:lnTo>
                  <a:lnTo>
                    <a:pt x="5883" y="10622"/>
                  </a:lnTo>
                  <a:cubicBezTo>
                    <a:pt x="5406" y="10824"/>
                    <a:pt x="4918" y="10926"/>
                    <a:pt x="4430" y="10926"/>
                  </a:cubicBezTo>
                  <a:cubicBezTo>
                    <a:pt x="3942" y="10926"/>
                    <a:pt x="3454" y="10824"/>
                    <a:pt x="2977" y="10622"/>
                  </a:cubicBezTo>
                  <a:lnTo>
                    <a:pt x="2668" y="10503"/>
                  </a:lnTo>
                  <a:lnTo>
                    <a:pt x="2668" y="9598"/>
                  </a:lnTo>
                  <a:lnTo>
                    <a:pt x="4097" y="10241"/>
                  </a:lnTo>
                  <a:cubicBezTo>
                    <a:pt x="4192" y="10312"/>
                    <a:pt x="4311" y="10312"/>
                    <a:pt x="4406" y="10312"/>
                  </a:cubicBezTo>
                  <a:cubicBezTo>
                    <a:pt x="4478" y="10312"/>
                    <a:pt x="4621" y="10265"/>
                    <a:pt x="4692" y="10241"/>
                  </a:cubicBezTo>
                  <a:lnTo>
                    <a:pt x="6121" y="9598"/>
                  </a:lnTo>
                  <a:close/>
                  <a:moveTo>
                    <a:pt x="4430" y="1"/>
                  </a:moveTo>
                  <a:cubicBezTo>
                    <a:pt x="3263" y="1"/>
                    <a:pt x="2168" y="453"/>
                    <a:pt x="1334" y="1263"/>
                  </a:cubicBezTo>
                  <a:cubicBezTo>
                    <a:pt x="1286" y="1310"/>
                    <a:pt x="1286" y="1430"/>
                    <a:pt x="1334" y="1501"/>
                  </a:cubicBezTo>
                  <a:cubicBezTo>
                    <a:pt x="1370" y="1525"/>
                    <a:pt x="1417" y="1537"/>
                    <a:pt x="1462" y="1537"/>
                  </a:cubicBezTo>
                  <a:cubicBezTo>
                    <a:pt x="1507" y="1537"/>
                    <a:pt x="1548" y="1525"/>
                    <a:pt x="1572" y="1501"/>
                  </a:cubicBezTo>
                  <a:cubicBezTo>
                    <a:pt x="2096" y="953"/>
                    <a:pt x="2787" y="596"/>
                    <a:pt x="3501" y="429"/>
                  </a:cubicBezTo>
                  <a:lnTo>
                    <a:pt x="3501" y="429"/>
                  </a:lnTo>
                  <a:cubicBezTo>
                    <a:pt x="3287" y="667"/>
                    <a:pt x="3096" y="953"/>
                    <a:pt x="2906" y="1334"/>
                  </a:cubicBezTo>
                  <a:cubicBezTo>
                    <a:pt x="2692" y="1811"/>
                    <a:pt x="2525" y="2358"/>
                    <a:pt x="2430" y="2977"/>
                  </a:cubicBezTo>
                  <a:cubicBezTo>
                    <a:pt x="2049" y="3049"/>
                    <a:pt x="1691" y="3120"/>
                    <a:pt x="1358" y="3239"/>
                  </a:cubicBezTo>
                  <a:cubicBezTo>
                    <a:pt x="953" y="3406"/>
                    <a:pt x="620" y="3573"/>
                    <a:pt x="382" y="3763"/>
                  </a:cubicBezTo>
                  <a:cubicBezTo>
                    <a:pt x="477" y="3120"/>
                    <a:pt x="715" y="2573"/>
                    <a:pt x="1096" y="2049"/>
                  </a:cubicBezTo>
                  <a:cubicBezTo>
                    <a:pt x="1167" y="2001"/>
                    <a:pt x="1120" y="1906"/>
                    <a:pt x="1072" y="1858"/>
                  </a:cubicBezTo>
                  <a:cubicBezTo>
                    <a:pt x="1039" y="1825"/>
                    <a:pt x="996" y="1807"/>
                    <a:pt x="954" y="1807"/>
                  </a:cubicBezTo>
                  <a:cubicBezTo>
                    <a:pt x="906" y="1807"/>
                    <a:pt x="860" y="1831"/>
                    <a:pt x="834" y="1882"/>
                  </a:cubicBezTo>
                  <a:cubicBezTo>
                    <a:pt x="286" y="2620"/>
                    <a:pt x="1" y="3525"/>
                    <a:pt x="1" y="4478"/>
                  </a:cubicBezTo>
                  <a:cubicBezTo>
                    <a:pt x="1" y="5930"/>
                    <a:pt x="715" y="7288"/>
                    <a:pt x="1906" y="8121"/>
                  </a:cubicBezTo>
                  <a:lnTo>
                    <a:pt x="1310" y="8407"/>
                  </a:lnTo>
                  <a:cubicBezTo>
                    <a:pt x="1191" y="8455"/>
                    <a:pt x="1120" y="8598"/>
                    <a:pt x="1120" y="8764"/>
                  </a:cubicBezTo>
                  <a:cubicBezTo>
                    <a:pt x="1167" y="8883"/>
                    <a:pt x="1215" y="8955"/>
                    <a:pt x="1334" y="9003"/>
                  </a:cubicBezTo>
                  <a:lnTo>
                    <a:pt x="1406" y="9026"/>
                  </a:lnTo>
                  <a:lnTo>
                    <a:pt x="1406" y="10217"/>
                  </a:lnTo>
                  <a:cubicBezTo>
                    <a:pt x="1215" y="10265"/>
                    <a:pt x="1072" y="10455"/>
                    <a:pt x="1072" y="10670"/>
                  </a:cubicBezTo>
                  <a:lnTo>
                    <a:pt x="1072" y="10693"/>
                  </a:lnTo>
                  <a:cubicBezTo>
                    <a:pt x="1072" y="10955"/>
                    <a:pt x="1310" y="11193"/>
                    <a:pt x="1572" y="11193"/>
                  </a:cubicBezTo>
                  <a:cubicBezTo>
                    <a:pt x="1668" y="11193"/>
                    <a:pt x="1715" y="11170"/>
                    <a:pt x="1810" y="11146"/>
                  </a:cubicBezTo>
                  <a:cubicBezTo>
                    <a:pt x="2001" y="11051"/>
                    <a:pt x="2072" y="10908"/>
                    <a:pt x="2072" y="10717"/>
                  </a:cubicBezTo>
                  <a:lnTo>
                    <a:pt x="2072" y="10693"/>
                  </a:lnTo>
                  <a:cubicBezTo>
                    <a:pt x="2072" y="10550"/>
                    <a:pt x="2025" y="10431"/>
                    <a:pt x="1929" y="10336"/>
                  </a:cubicBezTo>
                  <a:cubicBezTo>
                    <a:pt x="1882" y="10265"/>
                    <a:pt x="1810" y="10241"/>
                    <a:pt x="1715" y="10217"/>
                  </a:cubicBezTo>
                  <a:lnTo>
                    <a:pt x="1715" y="9169"/>
                  </a:lnTo>
                  <a:lnTo>
                    <a:pt x="2358" y="9479"/>
                  </a:lnTo>
                  <a:lnTo>
                    <a:pt x="2358" y="10598"/>
                  </a:lnTo>
                  <a:cubicBezTo>
                    <a:pt x="2358" y="10717"/>
                    <a:pt x="2406" y="10812"/>
                    <a:pt x="2525" y="10836"/>
                  </a:cubicBezTo>
                  <a:lnTo>
                    <a:pt x="2858" y="10955"/>
                  </a:lnTo>
                  <a:cubicBezTo>
                    <a:pt x="3358" y="11170"/>
                    <a:pt x="3906" y="11265"/>
                    <a:pt x="4430" y="11265"/>
                  </a:cubicBezTo>
                  <a:cubicBezTo>
                    <a:pt x="4978" y="11265"/>
                    <a:pt x="5502" y="11170"/>
                    <a:pt x="6002" y="10955"/>
                  </a:cubicBezTo>
                  <a:lnTo>
                    <a:pt x="6335" y="10836"/>
                  </a:lnTo>
                  <a:cubicBezTo>
                    <a:pt x="6430" y="10812"/>
                    <a:pt x="6478" y="10693"/>
                    <a:pt x="6478" y="10598"/>
                  </a:cubicBezTo>
                  <a:lnTo>
                    <a:pt x="6478" y="9479"/>
                  </a:lnTo>
                  <a:lnTo>
                    <a:pt x="7526" y="9003"/>
                  </a:lnTo>
                  <a:cubicBezTo>
                    <a:pt x="7645" y="8931"/>
                    <a:pt x="7716" y="8836"/>
                    <a:pt x="7716" y="8693"/>
                  </a:cubicBezTo>
                  <a:cubicBezTo>
                    <a:pt x="7716" y="8574"/>
                    <a:pt x="7645" y="8455"/>
                    <a:pt x="7526" y="8407"/>
                  </a:cubicBezTo>
                  <a:lnTo>
                    <a:pt x="6931" y="8121"/>
                  </a:lnTo>
                  <a:cubicBezTo>
                    <a:pt x="7240" y="7931"/>
                    <a:pt x="7526" y="7693"/>
                    <a:pt x="7764" y="7383"/>
                  </a:cubicBezTo>
                  <a:cubicBezTo>
                    <a:pt x="7835" y="7336"/>
                    <a:pt x="7835" y="7240"/>
                    <a:pt x="7764" y="7169"/>
                  </a:cubicBezTo>
                  <a:cubicBezTo>
                    <a:pt x="7728" y="7133"/>
                    <a:pt x="7681" y="7115"/>
                    <a:pt x="7633" y="7115"/>
                  </a:cubicBezTo>
                  <a:cubicBezTo>
                    <a:pt x="7585" y="7115"/>
                    <a:pt x="7538" y="7133"/>
                    <a:pt x="7502" y="7169"/>
                  </a:cubicBezTo>
                  <a:cubicBezTo>
                    <a:pt x="7240" y="7478"/>
                    <a:pt x="6931" y="7740"/>
                    <a:pt x="6597" y="7955"/>
                  </a:cubicBezTo>
                  <a:cubicBezTo>
                    <a:pt x="6573" y="7955"/>
                    <a:pt x="6573" y="7979"/>
                    <a:pt x="6573" y="7979"/>
                  </a:cubicBezTo>
                  <a:lnTo>
                    <a:pt x="5883" y="7693"/>
                  </a:lnTo>
                  <a:cubicBezTo>
                    <a:pt x="6121" y="7216"/>
                    <a:pt x="6311" y="6621"/>
                    <a:pt x="6407" y="5954"/>
                  </a:cubicBezTo>
                  <a:cubicBezTo>
                    <a:pt x="6788" y="5907"/>
                    <a:pt x="7145" y="5811"/>
                    <a:pt x="7478" y="5692"/>
                  </a:cubicBezTo>
                  <a:cubicBezTo>
                    <a:pt x="7883" y="5549"/>
                    <a:pt x="8216" y="5359"/>
                    <a:pt x="8455" y="5192"/>
                  </a:cubicBezTo>
                  <a:lnTo>
                    <a:pt x="8455" y="5192"/>
                  </a:lnTo>
                  <a:cubicBezTo>
                    <a:pt x="8359" y="5692"/>
                    <a:pt x="8193" y="6169"/>
                    <a:pt x="7907" y="6621"/>
                  </a:cubicBezTo>
                  <a:cubicBezTo>
                    <a:pt x="7859" y="6693"/>
                    <a:pt x="7883" y="6788"/>
                    <a:pt x="7978" y="6859"/>
                  </a:cubicBezTo>
                  <a:cubicBezTo>
                    <a:pt x="8002" y="6883"/>
                    <a:pt x="8026" y="6883"/>
                    <a:pt x="8074" y="6883"/>
                  </a:cubicBezTo>
                  <a:cubicBezTo>
                    <a:pt x="8121" y="6883"/>
                    <a:pt x="8193" y="6859"/>
                    <a:pt x="8216" y="6788"/>
                  </a:cubicBezTo>
                  <a:cubicBezTo>
                    <a:pt x="8621" y="6097"/>
                    <a:pt x="8836" y="5311"/>
                    <a:pt x="8836" y="4502"/>
                  </a:cubicBezTo>
                  <a:cubicBezTo>
                    <a:pt x="8859" y="2001"/>
                    <a:pt x="6883" y="1"/>
                    <a:pt x="4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2" name="Google Shape;20492;p95"/>
          <p:cNvGrpSpPr/>
          <p:nvPr/>
        </p:nvGrpSpPr>
        <p:grpSpPr>
          <a:xfrm>
            <a:off x="997713" y="1722103"/>
            <a:ext cx="368257" cy="329425"/>
            <a:chOff x="994631" y="1874503"/>
            <a:chExt cx="368257" cy="329425"/>
          </a:xfrm>
        </p:grpSpPr>
        <p:sp>
          <p:nvSpPr>
            <p:cNvPr id="20493" name="Google Shape;20493;p95"/>
            <p:cNvSpPr/>
            <p:nvPr/>
          </p:nvSpPr>
          <p:spPr>
            <a:xfrm>
              <a:off x="1000874" y="2172645"/>
              <a:ext cx="356555" cy="24941"/>
            </a:xfrm>
            <a:custGeom>
              <a:rect b="b" l="l" r="r" t="t"/>
              <a:pathLst>
                <a:path extrusionOk="0" h="763" w="10908">
                  <a:moveTo>
                    <a:pt x="143" y="0"/>
                  </a:moveTo>
                  <a:cubicBezTo>
                    <a:pt x="48" y="0"/>
                    <a:pt x="0" y="48"/>
                    <a:pt x="0" y="143"/>
                  </a:cubicBezTo>
                  <a:lnTo>
                    <a:pt x="0" y="453"/>
                  </a:lnTo>
                  <a:cubicBezTo>
                    <a:pt x="0" y="619"/>
                    <a:pt x="143" y="762"/>
                    <a:pt x="310" y="762"/>
                  </a:cubicBezTo>
                  <a:lnTo>
                    <a:pt x="10598" y="762"/>
                  </a:lnTo>
                  <a:cubicBezTo>
                    <a:pt x="10764" y="762"/>
                    <a:pt x="10907" y="619"/>
                    <a:pt x="10907" y="453"/>
                  </a:cubicBezTo>
                  <a:lnTo>
                    <a:pt x="10907" y="143"/>
                  </a:lnTo>
                  <a:cubicBezTo>
                    <a:pt x="10907" y="48"/>
                    <a:pt x="10860" y="0"/>
                    <a:pt x="10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95"/>
            <p:cNvSpPr/>
            <p:nvPr/>
          </p:nvSpPr>
          <p:spPr>
            <a:xfrm>
              <a:off x="1021892" y="1970244"/>
              <a:ext cx="312950" cy="203185"/>
            </a:xfrm>
            <a:custGeom>
              <a:rect b="b" l="l" r="r" t="t"/>
              <a:pathLst>
                <a:path extrusionOk="0" h="6216" w="9574">
                  <a:moveTo>
                    <a:pt x="429" y="0"/>
                  </a:moveTo>
                  <a:cubicBezTo>
                    <a:pt x="215" y="0"/>
                    <a:pt x="0" y="167"/>
                    <a:pt x="0" y="405"/>
                  </a:cubicBezTo>
                  <a:lnTo>
                    <a:pt x="0" y="6216"/>
                  </a:lnTo>
                  <a:lnTo>
                    <a:pt x="9550" y="6216"/>
                  </a:lnTo>
                  <a:lnTo>
                    <a:pt x="9550" y="405"/>
                  </a:lnTo>
                  <a:cubicBezTo>
                    <a:pt x="9574" y="167"/>
                    <a:pt x="9407" y="0"/>
                    <a:pt x="9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95"/>
            <p:cNvSpPr/>
            <p:nvPr/>
          </p:nvSpPr>
          <p:spPr>
            <a:xfrm>
              <a:off x="1046015" y="1994368"/>
              <a:ext cx="265488" cy="179062"/>
            </a:xfrm>
            <a:custGeom>
              <a:rect b="b" l="l" r="r" t="t"/>
              <a:pathLst>
                <a:path extrusionOk="0" h="5478" w="8122">
                  <a:moveTo>
                    <a:pt x="191" y="1"/>
                  </a:moveTo>
                  <a:cubicBezTo>
                    <a:pt x="96" y="1"/>
                    <a:pt x="1" y="96"/>
                    <a:pt x="1" y="191"/>
                  </a:cubicBezTo>
                  <a:lnTo>
                    <a:pt x="1" y="5478"/>
                  </a:lnTo>
                  <a:lnTo>
                    <a:pt x="8121" y="5478"/>
                  </a:lnTo>
                  <a:lnTo>
                    <a:pt x="8121" y="191"/>
                  </a:lnTo>
                  <a:cubicBezTo>
                    <a:pt x="8121" y="96"/>
                    <a:pt x="8050" y="1"/>
                    <a:pt x="7955"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95"/>
            <p:cNvSpPr/>
            <p:nvPr/>
          </p:nvSpPr>
          <p:spPr>
            <a:xfrm>
              <a:off x="1284994" y="1993583"/>
              <a:ext cx="27294" cy="179095"/>
            </a:xfrm>
            <a:custGeom>
              <a:rect b="b" l="l" r="r" t="t"/>
              <a:pathLst>
                <a:path extrusionOk="0" h="5479" w="835">
                  <a:moveTo>
                    <a:pt x="1" y="1"/>
                  </a:moveTo>
                  <a:cubicBezTo>
                    <a:pt x="72" y="1"/>
                    <a:pt x="167" y="96"/>
                    <a:pt x="167" y="167"/>
                  </a:cubicBezTo>
                  <a:lnTo>
                    <a:pt x="167" y="5478"/>
                  </a:lnTo>
                  <a:lnTo>
                    <a:pt x="810" y="5478"/>
                  </a:lnTo>
                  <a:lnTo>
                    <a:pt x="810" y="167"/>
                  </a:lnTo>
                  <a:cubicBezTo>
                    <a:pt x="834" y="96"/>
                    <a:pt x="763" y="1"/>
                    <a:pt x="64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95"/>
            <p:cNvSpPr/>
            <p:nvPr/>
          </p:nvSpPr>
          <p:spPr>
            <a:xfrm>
              <a:off x="1325461" y="2172645"/>
              <a:ext cx="31968" cy="24941"/>
            </a:xfrm>
            <a:custGeom>
              <a:rect b="b" l="l" r="r" t="t"/>
              <a:pathLst>
                <a:path extrusionOk="0" h="763" w="978">
                  <a:moveTo>
                    <a:pt x="191" y="0"/>
                  </a:moveTo>
                  <a:cubicBezTo>
                    <a:pt x="263" y="0"/>
                    <a:pt x="334" y="48"/>
                    <a:pt x="334" y="143"/>
                  </a:cubicBezTo>
                  <a:lnTo>
                    <a:pt x="334" y="453"/>
                  </a:lnTo>
                  <a:cubicBezTo>
                    <a:pt x="334" y="619"/>
                    <a:pt x="191" y="762"/>
                    <a:pt x="1" y="762"/>
                  </a:cubicBezTo>
                  <a:lnTo>
                    <a:pt x="668" y="762"/>
                  </a:lnTo>
                  <a:cubicBezTo>
                    <a:pt x="834" y="762"/>
                    <a:pt x="977" y="619"/>
                    <a:pt x="977" y="453"/>
                  </a:cubicBezTo>
                  <a:lnTo>
                    <a:pt x="977" y="143"/>
                  </a:lnTo>
                  <a:cubicBezTo>
                    <a:pt x="977" y="48"/>
                    <a:pt x="930" y="0"/>
                    <a:pt x="834"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95"/>
            <p:cNvSpPr/>
            <p:nvPr/>
          </p:nvSpPr>
          <p:spPr>
            <a:xfrm>
              <a:off x="1300553" y="1970244"/>
              <a:ext cx="35074" cy="202434"/>
            </a:xfrm>
            <a:custGeom>
              <a:rect b="b" l="l" r="r" t="t"/>
              <a:pathLst>
                <a:path extrusionOk="0" h="6193" w="1073">
                  <a:moveTo>
                    <a:pt x="1" y="0"/>
                  </a:moveTo>
                  <a:cubicBezTo>
                    <a:pt x="191" y="0"/>
                    <a:pt x="406" y="167"/>
                    <a:pt x="406" y="381"/>
                  </a:cubicBezTo>
                  <a:lnTo>
                    <a:pt x="406" y="6192"/>
                  </a:lnTo>
                  <a:lnTo>
                    <a:pt x="1073" y="6192"/>
                  </a:lnTo>
                  <a:lnTo>
                    <a:pt x="1073" y="381"/>
                  </a:lnTo>
                  <a:cubicBezTo>
                    <a:pt x="1049" y="167"/>
                    <a:pt x="882" y="0"/>
                    <a:pt x="644"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95"/>
            <p:cNvSpPr/>
            <p:nvPr/>
          </p:nvSpPr>
          <p:spPr>
            <a:xfrm>
              <a:off x="1147216" y="2173397"/>
              <a:ext cx="63871" cy="24189"/>
            </a:xfrm>
            <a:custGeom>
              <a:rect b="b" l="l" r="r" t="t"/>
              <a:pathLst>
                <a:path extrusionOk="0" h="740" w="1954">
                  <a:moveTo>
                    <a:pt x="0" y="1"/>
                  </a:moveTo>
                  <a:lnTo>
                    <a:pt x="0" y="739"/>
                  </a:lnTo>
                  <a:lnTo>
                    <a:pt x="1953" y="739"/>
                  </a:lnTo>
                  <a:lnTo>
                    <a:pt x="1953" y="1"/>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95"/>
            <p:cNvSpPr/>
            <p:nvPr/>
          </p:nvSpPr>
          <p:spPr>
            <a:xfrm>
              <a:off x="1189252" y="2173397"/>
              <a:ext cx="21051" cy="24189"/>
            </a:xfrm>
            <a:custGeom>
              <a:rect b="b" l="l" r="r" t="t"/>
              <a:pathLst>
                <a:path extrusionOk="0" h="740" w="644">
                  <a:moveTo>
                    <a:pt x="0" y="1"/>
                  </a:moveTo>
                  <a:lnTo>
                    <a:pt x="0" y="739"/>
                  </a:lnTo>
                  <a:lnTo>
                    <a:pt x="643" y="739"/>
                  </a:lnTo>
                  <a:lnTo>
                    <a:pt x="64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95"/>
            <p:cNvSpPr/>
            <p:nvPr/>
          </p:nvSpPr>
          <p:spPr>
            <a:xfrm>
              <a:off x="1049905" y="1880713"/>
              <a:ext cx="155723" cy="155723"/>
            </a:xfrm>
            <a:custGeom>
              <a:rect b="b" l="l" r="r" t="t"/>
              <a:pathLst>
                <a:path extrusionOk="0" h="4764" w="4764">
                  <a:moveTo>
                    <a:pt x="2382" y="1"/>
                  </a:moveTo>
                  <a:cubicBezTo>
                    <a:pt x="1072" y="1"/>
                    <a:pt x="1" y="1072"/>
                    <a:pt x="1" y="2382"/>
                  </a:cubicBezTo>
                  <a:cubicBezTo>
                    <a:pt x="1" y="3692"/>
                    <a:pt x="1072" y="4764"/>
                    <a:pt x="2382" y="4764"/>
                  </a:cubicBezTo>
                  <a:cubicBezTo>
                    <a:pt x="3692" y="4764"/>
                    <a:pt x="4763" y="3692"/>
                    <a:pt x="4763" y="2382"/>
                  </a:cubicBezTo>
                  <a:cubicBezTo>
                    <a:pt x="4763" y="1072"/>
                    <a:pt x="3692" y="1"/>
                    <a:pt x="2382"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95"/>
            <p:cNvSpPr/>
            <p:nvPr/>
          </p:nvSpPr>
          <p:spPr>
            <a:xfrm>
              <a:off x="1117634" y="1879929"/>
              <a:ext cx="89564" cy="157292"/>
            </a:xfrm>
            <a:custGeom>
              <a:rect b="b" l="l" r="r" t="t"/>
              <a:pathLst>
                <a:path extrusionOk="0" h="4812" w="2740">
                  <a:moveTo>
                    <a:pt x="310" y="1"/>
                  </a:moveTo>
                  <a:cubicBezTo>
                    <a:pt x="191" y="1"/>
                    <a:pt x="120" y="1"/>
                    <a:pt x="0" y="25"/>
                  </a:cubicBezTo>
                  <a:cubicBezTo>
                    <a:pt x="1144" y="168"/>
                    <a:pt x="2049" y="1192"/>
                    <a:pt x="2049" y="2406"/>
                  </a:cubicBezTo>
                  <a:cubicBezTo>
                    <a:pt x="2049" y="3621"/>
                    <a:pt x="1144" y="4597"/>
                    <a:pt x="0" y="4788"/>
                  </a:cubicBezTo>
                  <a:cubicBezTo>
                    <a:pt x="120" y="4788"/>
                    <a:pt x="191" y="4811"/>
                    <a:pt x="310" y="4811"/>
                  </a:cubicBezTo>
                  <a:cubicBezTo>
                    <a:pt x="1620" y="4811"/>
                    <a:pt x="2691" y="3740"/>
                    <a:pt x="2691" y="2430"/>
                  </a:cubicBezTo>
                  <a:cubicBezTo>
                    <a:pt x="2739" y="1073"/>
                    <a:pt x="1667" y="1"/>
                    <a:pt x="310" y="1"/>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95"/>
            <p:cNvSpPr/>
            <p:nvPr/>
          </p:nvSpPr>
          <p:spPr>
            <a:xfrm>
              <a:off x="1091941" y="1880713"/>
              <a:ext cx="72435" cy="155723"/>
            </a:xfrm>
            <a:custGeom>
              <a:rect b="b" l="l" r="r" t="t"/>
              <a:pathLst>
                <a:path extrusionOk="0" h="4764" w="2216">
                  <a:moveTo>
                    <a:pt x="1096" y="1"/>
                  </a:moveTo>
                  <a:cubicBezTo>
                    <a:pt x="501" y="1"/>
                    <a:pt x="1" y="1072"/>
                    <a:pt x="1" y="2382"/>
                  </a:cubicBezTo>
                  <a:cubicBezTo>
                    <a:pt x="1" y="3692"/>
                    <a:pt x="501" y="4764"/>
                    <a:pt x="1096" y="4764"/>
                  </a:cubicBezTo>
                  <a:cubicBezTo>
                    <a:pt x="1715" y="4764"/>
                    <a:pt x="2215" y="3692"/>
                    <a:pt x="2215" y="2382"/>
                  </a:cubicBezTo>
                  <a:cubicBezTo>
                    <a:pt x="2215" y="1072"/>
                    <a:pt x="1715" y="1"/>
                    <a:pt x="1096"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95"/>
            <p:cNvSpPr/>
            <p:nvPr/>
          </p:nvSpPr>
          <p:spPr>
            <a:xfrm>
              <a:off x="1117634" y="1879929"/>
              <a:ext cx="46743" cy="157292"/>
            </a:xfrm>
            <a:custGeom>
              <a:rect b="b" l="l" r="r" t="t"/>
              <a:pathLst>
                <a:path extrusionOk="0" h="4812" w="1430">
                  <a:moveTo>
                    <a:pt x="310" y="1"/>
                  </a:moveTo>
                  <a:cubicBezTo>
                    <a:pt x="191" y="1"/>
                    <a:pt x="72" y="25"/>
                    <a:pt x="0" y="120"/>
                  </a:cubicBezTo>
                  <a:cubicBezTo>
                    <a:pt x="429" y="406"/>
                    <a:pt x="763" y="1334"/>
                    <a:pt x="763" y="2406"/>
                  </a:cubicBezTo>
                  <a:cubicBezTo>
                    <a:pt x="763" y="3478"/>
                    <a:pt x="429" y="4359"/>
                    <a:pt x="0" y="4692"/>
                  </a:cubicBezTo>
                  <a:cubicBezTo>
                    <a:pt x="72" y="4740"/>
                    <a:pt x="191" y="4811"/>
                    <a:pt x="310" y="4811"/>
                  </a:cubicBezTo>
                  <a:cubicBezTo>
                    <a:pt x="905" y="4811"/>
                    <a:pt x="1429" y="3740"/>
                    <a:pt x="1429" y="2430"/>
                  </a:cubicBezTo>
                  <a:cubicBezTo>
                    <a:pt x="1429" y="1073"/>
                    <a:pt x="953" y="1"/>
                    <a:pt x="310" y="1"/>
                  </a:cubicBezTo>
                  <a:close/>
                </a:path>
              </a:pathLst>
            </a:custGeom>
            <a:solidFill>
              <a:srgbClr val="D6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95"/>
            <p:cNvSpPr/>
            <p:nvPr/>
          </p:nvSpPr>
          <p:spPr>
            <a:xfrm>
              <a:off x="1190037" y="2074550"/>
              <a:ext cx="47495" cy="70867"/>
            </a:xfrm>
            <a:custGeom>
              <a:rect b="b" l="l" r="r" t="t"/>
              <a:pathLst>
                <a:path extrusionOk="0" h="2168" w="1453">
                  <a:moveTo>
                    <a:pt x="715" y="0"/>
                  </a:moveTo>
                  <a:cubicBezTo>
                    <a:pt x="334" y="0"/>
                    <a:pt x="0" y="310"/>
                    <a:pt x="0" y="715"/>
                  </a:cubicBezTo>
                  <a:lnTo>
                    <a:pt x="0" y="2168"/>
                  </a:lnTo>
                  <a:lnTo>
                    <a:pt x="1453" y="2168"/>
                  </a:lnTo>
                  <a:lnTo>
                    <a:pt x="1453" y="715"/>
                  </a:lnTo>
                  <a:cubicBezTo>
                    <a:pt x="1453" y="310"/>
                    <a:pt x="1143" y="0"/>
                    <a:pt x="73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95"/>
            <p:cNvSpPr/>
            <p:nvPr/>
          </p:nvSpPr>
          <p:spPr>
            <a:xfrm>
              <a:off x="1189252" y="2123581"/>
              <a:ext cx="47528" cy="21835"/>
            </a:xfrm>
            <a:custGeom>
              <a:rect b="b" l="l" r="r" t="t"/>
              <a:pathLst>
                <a:path extrusionOk="0" h="668" w="1454">
                  <a:moveTo>
                    <a:pt x="739" y="1"/>
                  </a:moveTo>
                  <a:cubicBezTo>
                    <a:pt x="358" y="1"/>
                    <a:pt x="48" y="310"/>
                    <a:pt x="0" y="668"/>
                  </a:cubicBezTo>
                  <a:lnTo>
                    <a:pt x="1453" y="668"/>
                  </a:lnTo>
                  <a:cubicBezTo>
                    <a:pt x="1453" y="310"/>
                    <a:pt x="1143" y="1"/>
                    <a:pt x="73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95"/>
            <p:cNvSpPr/>
            <p:nvPr/>
          </p:nvSpPr>
          <p:spPr>
            <a:xfrm>
              <a:off x="1237499" y="2074550"/>
              <a:ext cx="48312" cy="70867"/>
            </a:xfrm>
            <a:custGeom>
              <a:rect b="b" l="l" r="r" t="t"/>
              <a:pathLst>
                <a:path extrusionOk="0" h="2168" w="1478">
                  <a:moveTo>
                    <a:pt x="739" y="0"/>
                  </a:moveTo>
                  <a:cubicBezTo>
                    <a:pt x="334" y="0"/>
                    <a:pt x="1" y="310"/>
                    <a:pt x="1" y="715"/>
                  </a:cubicBezTo>
                  <a:lnTo>
                    <a:pt x="1" y="2168"/>
                  </a:lnTo>
                  <a:lnTo>
                    <a:pt x="1477" y="2168"/>
                  </a:lnTo>
                  <a:lnTo>
                    <a:pt x="1477" y="715"/>
                  </a:lnTo>
                  <a:cubicBezTo>
                    <a:pt x="1477" y="310"/>
                    <a:pt x="1144" y="0"/>
                    <a:pt x="76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95"/>
            <p:cNvSpPr/>
            <p:nvPr/>
          </p:nvSpPr>
          <p:spPr>
            <a:xfrm>
              <a:off x="1239068" y="2123581"/>
              <a:ext cx="47528" cy="21835"/>
            </a:xfrm>
            <a:custGeom>
              <a:rect b="b" l="l" r="r" t="t"/>
              <a:pathLst>
                <a:path extrusionOk="0" h="668" w="1454">
                  <a:moveTo>
                    <a:pt x="715" y="1"/>
                  </a:moveTo>
                  <a:cubicBezTo>
                    <a:pt x="334" y="1"/>
                    <a:pt x="1" y="310"/>
                    <a:pt x="1" y="668"/>
                  </a:cubicBezTo>
                  <a:lnTo>
                    <a:pt x="1453" y="668"/>
                  </a:lnTo>
                  <a:cubicBezTo>
                    <a:pt x="1406" y="310"/>
                    <a:pt x="1096" y="1"/>
                    <a:pt x="71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95"/>
            <p:cNvSpPr/>
            <p:nvPr/>
          </p:nvSpPr>
          <p:spPr>
            <a:xfrm>
              <a:off x="1183793" y="2068307"/>
              <a:ext cx="106692" cy="82569"/>
            </a:xfrm>
            <a:custGeom>
              <a:rect b="b" l="l" r="r" t="t"/>
              <a:pathLst>
                <a:path extrusionOk="0" h="2526" w="3264">
                  <a:moveTo>
                    <a:pt x="906" y="358"/>
                  </a:moveTo>
                  <a:cubicBezTo>
                    <a:pt x="1215" y="358"/>
                    <a:pt x="1477" y="596"/>
                    <a:pt x="1477" y="930"/>
                  </a:cubicBezTo>
                  <a:lnTo>
                    <a:pt x="1477" y="1763"/>
                  </a:lnTo>
                  <a:cubicBezTo>
                    <a:pt x="1334" y="1644"/>
                    <a:pt x="1120" y="1549"/>
                    <a:pt x="906" y="1549"/>
                  </a:cubicBezTo>
                  <a:cubicBezTo>
                    <a:pt x="691" y="1549"/>
                    <a:pt x="501" y="1644"/>
                    <a:pt x="334" y="1763"/>
                  </a:cubicBezTo>
                  <a:lnTo>
                    <a:pt x="334" y="930"/>
                  </a:lnTo>
                  <a:cubicBezTo>
                    <a:pt x="358" y="620"/>
                    <a:pt x="596" y="358"/>
                    <a:pt x="882" y="358"/>
                  </a:cubicBezTo>
                  <a:close/>
                  <a:moveTo>
                    <a:pt x="2406" y="358"/>
                  </a:moveTo>
                  <a:cubicBezTo>
                    <a:pt x="2692" y="358"/>
                    <a:pt x="2978" y="596"/>
                    <a:pt x="2978" y="930"/>
                  </a:cubicBezTo>
                  <a:lnTo>
                    <a:pt x="2978" y="1763"/>
                  </a:lnTo>
                  <a:cubicBezTo>
                    <a:pt x="2811" y="1644"/>
                    <a:pt x="2620" y="1549"/>
                    <a:pt x="2406" y="1549"/>
                  </a:cubicBezTo>
                  <a:cubicBezTo>
                    <a:pt x="2192" y="1549"/>
                    <a:pt x="1977" y="1644"/>
                    <a:pt x="1834" y="1763"/>
                  </a:cubicBezTo>
                  <a:lnTo>
                    <a:pt x="1834" y="930"/>
                  </a:lnTo>
                  <a:cubicBezTo>
                    <a:pt x="1811" y="620"/>
                    <a:pt x="2073" y="358"/>
                    <a:pt x="2382" y="358"/>
                  </a:cubicBezTo>
                  <a:close/>
                  <a:moveTo>
                    <a:pt x="906" y="1882"/>
                  </a:moveTo>
                  <a:cubicBezTo>
                    <a:pt x="1144" y="1882"/>
                    <a:pt x="1334" y="2001"/>
                    <a:pt x="1406" y="2216"/>
                  </a:cubicBezTo>
                  <a:lnTo>
                    <a:pt x="406" y="2216"/>
                  </a:lnTo>
                  <a:cubicBezTo>
                    <a:pt x="501" y="2001"/>
                    <a:pt x="715" y="1882"/>
                    <a:pt x="906" y="1882"/>
                  </a:cubicBezTo>
                  <a:close/>
                  <a:moveTo>
                    <a:pt x="2382" y="1882"/>
                  </a:moveTo>
                  <a:cubicBezTo>
                    <a:pt x="2620" y="1882"/>
                    <a:pt x="2787" y="2025"/>
                    <a:pt x="2882" y="2216"/>
                  </a:cubicBezTo>
                  <a:lnTo>
                    <a:pt x="1858" y="2216"/>
                  </a:lnTo>
                  <a:cubicBezTo>
                    <a:pt x="1953" y="2001"/>
                    <a:pt x="2168" y="1882"/>
                    <a:pt x="2382" y="1882"/>
                  </a:cubicBezTo>
                  <a:close/>
                  <a:moveTo>
                    <a:pt x="882" y="1"/>
                  </a:moveTo>
                  <a:cubicBezTo>
                    <a:pt x="406" y="1"/>
                    <a:pt x="1" y="382"/>
                    <a:pt x="1" y="906"/>
                  </a:cubicBezTo>
                  <a:lnTo>
                    <a:pt x="1" y="2359"/>
                  </a:lnTo>
                  <a:cubicBezTo>
                    <a:pt x="25" y="2478"/>
                    <a:pt x="72" y="2525"/>
                    <a:pt x="167" y="2525"/>
                  </a:cubicBezTo>
                  <a:lnTo>
                    <a:pt x="3097" y="2525"/>
                  </a:lnTo>
                  <a:cubicBezTo>
                    <a:pt x="3168" y="2525"/>
                    <a:pt x="3263" y="2478"/>
                    <a:pt x="3263" y="2359"/>
                  </a:cubicBezTo>
                  <a:lnTo>
                    <a:pt x="3263" y="906"/>
                  </a:lnTo>
                  <a:cubicBezTo>
                    <a:pt x="3263" y="430"/>
                    <a:pt x="2882" y="1"/>
                    <a:pt x="2382" y="1"/>
                  </a:cubicBezTo>
                  <a:lnTo>
                    <a:pt x="2335" y="1"/>
                  </a:lnTo>
                  <a:cubicBezTo>
                    <a:pt x="2049" y="1"/>
                    <a:pt x="1787" y="144"/>
                    <a:pt x="1620" y="358"/>
                  </a:cubicBezTo>
                  <a:cubicBezTo>
                    <a:pt x="1477" y="144"/>
                    <a:pt x="1215"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95"/>
            <p:cNvSpPr/>
            <p:nvPr/>
          </p:nvSpPr>
          <p:spPr>
            <a:xfrm>
              <a:off x="1123844" y="2093509"/>
              <a:ext cx="13271" cy="10656"/>
            </a:xfrm>
            <a:custGeom>
              <a:rect b="b" l="l" r="r" t="t"/>
              <a:pathLst>
                <a:path extrusionOk="0" h="326" w="406">
                  <a:moveTo>
                    <a:pt x="217" y="1"/>
                  </a:moveTo>
                  <a:cubicBezTo>
                    <a:pt x="200" y="1"/>
                    <a:pt x="183" y="5"/>
                    <a:pt x="168" y="16"/>
                  </a:cubicBezTo>
                  <a:cubicBezTo>
                    <a:pt x="72" y="40"/>
                    <a:pt x="1" y="135"/>
                    <a:pt x="49" y="206"/>
                  </a:cubicBezTo>
                  <a:cubicBezTo>
                    <a:pt x="72" y="278"/>
                    <a:pt x="120" y="325"/>
                    <a:pt x="191" y="325"/>
                  </a:cubicBezTo>
                  <a:lnTo>
                    <a:pt x="239" y="325"/>
                  </a:lnTo>
                  <a:cubicBezTo>
                    <a:pt x="334" y="302"/>
                    <a:pt x="406" y="206"/>
                    <a:pt x="358" y="135"/>
                  </a:cubicBezTo>
                  <a:cubicBezTo>
                    <a:pt x="340" y="61"/>
                    <a:pt x="277"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95"/>
            <p:cNvSpPr/>
            <p:nvPr/>
          </p:nvSpPr>
          <p:spPr>
            <a:xfrm>
              <a:off x="1123093" y="2072229"/>
              <a:ext cx="11702" cy="11702"/>
            </a:xfrm>
            <a:custGeom>
              <a:rect b="b" l="l" r="r" t="t"/>
              <a:pathLst>
                <a:path extrusionOk="0" h="358" w="358">
                  <a:moveTo>
                    <a:pt x="191" y="0"/>
                  </a:moveTo>
                  <a:cubicBezTo>
                    <a:pt x="72" y="0"/>
                    <a:pt x="0" y="71"/>
                    <a:pt x="0" y="191"/>
                  </a:cubicBezTo>
                  <a:cubicBezTo>
                    <a:pt x="0" y="286"/>
                    <a:pt x="72" y="357"/>
                    <a:pt x="191" y="357"/>
                  </a:cubicBezTo>
                  <a:cubicBezTo>
                    <a:pt x="286" y="357"/>
                    <a:pt x="357" y="286"/>
                    <a:pt x="357" y="191"/>
                  </a:cubicBezTo>
                  <a:cubicBezTo>
                    <a:pt x="357" y="71"/>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95"/>
            <p:cNvSpPr/>
            <p:nvPr/>
          </p:nvSpPr>
          <p:spPr>
            <a:xfrm>
              <a:off x="1123093" y="2051963"/>
              <a:ext cx="11702" cy="11735"/>
            </a:xfrm>
            <a:custGeom>
              <a:rect b="b" l="l" r="r" t="t"/>
              <a:pathLst>
                <a:path extrusionOk="0" h="359" w="358">
                  <a:moveTo>
                    <a:pt x="191" y="1"/>
                  </a:moveTo>
                  <a:cubicBezTo>
                    <a:pt x="72" y="1"/>
                    <a:pt x="0" y="72"/>
                    <a:pt x="0" y="168"/>
                  </a:cubicBezTo>
                  <a:cubicBezTo>
                    <a:pt x="0" y="263"/>
                    <a:pt x="72" y="358"/>
                    <a:pt x="191" y="358"/>
                  </a:cubicBezTo>
                  <a:cubicBezTo>
                    <a:pt x="286" y="358"/>
                    <a:pt x="357" y="263"/>
                    <a:pt x="357" y="168"/>
                  </a:cubicBezTo>
                  <a:cubicBezTo>
                    <a:pt x="357"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95"/>
            <p:cNvSpPr/>
            <p:nvPr/>
          </p:nvSpPr>
          <p:spPr>
            <a:xfrm>
              <a:off x="1138652" y="2107041"/>
              <a:ext cx="12487" cy="11146"/>
            </a:xfrm>
            <a:custGeom>
              <a:rect b="b" l="l" r="r" t="t"/>
              <a:pathLst>
                <a:path extrusionOk="0" h="341" w="382">
                  <a:moveTo>
                    <a:pt x="192" y="1"/>
                  </a:moveTo>
                  <a:cubicBezTo>
                    <a:pt x="120" y="1"/>
                    <a:pt x="64" y="47"/>
                    <a:pt x="24" y="126"/>
                  </a:cubicBezTo>
                  <a:cubicBezTo>
                    <a:pt x="0" y="221"/>
                    <a:pt x="48" y="316"/>
                    <a:pt x="143" y="340"/>
                  </a:cubicBezTo>
                  <a:lnTo>
                    <a:pt x="191" y="340"/>
                  </a:lnTo>
                  <a:cubicBezTo>
                    <a:pt x="262" y="340"/>
                    <a:pt x="334" y="269"/>
                    <a:pt x="358" y="221"/>
                  </a:cubicBezTo>
                  <a:cubicBezTo>
                    <a:pt x="381" y="126"/>
                    <a:pt x="334" y="30"/>
                    <a:pt x="239" y="7"/>
                  </a:cubicBezTo>
                  <a:cubicBezTo>
                    <a:pt x="222" y="3"/>
                    <a:pt x="207"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95"/>
            <p:cNvSpPr/>
            <p:nvPr/>
          </p:nvSpPr>
          <p:spPr>
            <a:xfrm>
              <a:off x="1158885" y="2107041"/>
              <a:ext cx="13271" cy="11146"/>
            </a:xfrm>
            <a:custGeom>
              <a:rect b="b" l="l" r="r" t="t"/>
              <a:pathLst>
                <a:path extrusionOk="0" h="341" w="406">
                  <a:moveTo>
                    <a:pt x="200" y="1"/>
                  </a:moveTo>
                  <a:cubicBezTo>
                    <a:pt x="136" y="1"/>
                    <a:pt x="64" y="47"/>
                    <a:pt x="24" y="126"/>
                  </a:cubicBezTo>
                  <a:cubicBezTo>
                    <a:pt x="1" y="221"/>
                    <a:pt x="72" y="316"/>
                    <a:pt x="167" y="340"/>
                  </a:cubicBezTo>
                  <a:lnTo>
                    <a:pt x="191" y="340"/>
                  </a:lnTo>
                  <a:cubicBezTo>
                    <a:pt x="286" y="340"/>
                    <a:pt x="334" y="316"/>
                    <a:pt x="358" y="221"/>
                  </a:cubicBezTo>
                  <a:cubicBezTo>
                    <a:pt x="405" y="126"/>
                    <a:pt x="334" y="30"/>
                    <a:pt x="239" y="7"/>
                  </a:cubicBezTo>
                  <a:cubicBezTo>
                    <a:pt x="227" y="3"/>
                    <a:pt x="214" y="1"/>
                    <a:pt x="2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95"/>
            <p:cNvSpPr/>
            <p:nvPr/>
          </p:nvSpPr>
          <p:spPr>
            <a:xfrm>
              <a:off x="994631" y="1874503"/>
              <a:ext cx="368257" cy="329425"/>
            </a:xfrm>
            <a:custGeom>
              <a:rect b="b" l="l" r="r" t="t"/>
              <a:pathLst>
                <a:path extrusionOk="0" h="10078" w="11266">
                  <a:moveTo>
                    <a:pt x="4073" y="334"/>
                  </a:moveTo>
                  <a:cubicBezTo>
                    <a:pt x="4287" y="334"/>
                    <a:pt x="4526" y="548"/>
                    <a:pt x="4716" y="929"/>
                  </a:cubicBezTo>
                  <a:cubicBezTo>
                    <a:pt x="4787" y="1143"/>
                    <a:pt x="4883" y="1381"/>
                    <a:pt x="4907" y="1620"/>
                  </a:cubicBezTo>
                  <a:cubicBezTo>
                    <a:pt x="4645" y="1596"/>
                    <a:pt x="4383" y="1548"/>
                    <a:pt x="4073" y="1548"/>
                  </a:cubicBezTo>
                  <a:cubicBezTo>
                    <a:pt x="3787" y="1548"/>
                    <a:pt x="3525" y="1596"/>
                    <a:pt x="3240" y="1620"/>
                  </a:cubicBezTo>
                  <a:cubicBezTo>
                    <a:pt x="3311" y="1358"/>
                    <a:pt x="3359" y="1143"/>
                    <a:pt x="3454" y="929"/>
                  </a:cubicBezTo>
                  <a:cubicBezTo>
                    <a:pt x="3644" y="548"/>
                    <a:pt x="3883" y="334"/>
                    <a:pt x="4073" y="334"/>
                  </a:cubicBezTo>
                  <a:close/>
                  <a:moveTo>
                    <a:pt x="4787" y="429"/>
                  </a:moveTo>
                  <a:lnTo>
                    <a:pt x="4787" y="429"/>
                  </a:lnTo>
                  <a:cubicBezTo>
                    <a:pt x="5502" y="691"/>
                    <a:pt x="6073" y="1286"/>
                    <a:pt x="6240" y="2001"/>
                  </a:cubicBezTo>
                  <a:cubicBezTo>
                    <a:pt x="6121" y="1953"/>
                    <a:pt x="6002" y="1881"/>
                    <a:pt x="5835" y="1834"/>
                  </a:cubicBezTo>
                  <a:cubicBezTo>
                    <a:pt x="5645" y="1762"/>
                    <a:pt x="5478" y="1715"/>
                    <a:pt x="5264" y="1667"/>
                  </a:cubicBezTo>
                  <a:cubicBezTo>
                    <a:pt x="5216" y="1358"/>
                    <a:pt x="5121" y="1048"/>
                    <a:pt x="5002" y="786"/>
                  </a:cubicBezTo>
                  <a:cubicBezTo>
                    <a:pt x="4930" y="667"/>
                    <a:pt x="4883" y="548"/>
                    <a:pt x="4787" y="429"/>
                  </a:cubicBezTo>
                  <a:close/>
                  <a:moveTo>
                    <a:pt x="3359" y="453"/>
                  </a:moveTo>
                  <a:lnTo>
                    <a:pt x="3359" y="453"/>
                  </a:lnTo>
                  <a:cubicBezTo>
                    <a:pt x="3311" y="548"/>
                    <a:pt x="3216" y="667"/>
                    <a:pt x="3168" y="810"/>
                  </a:cubicBezTo>
                  <a:cubicBezTo>
                    <a:pt x="3049" y="1072"/>
                    <a:pt x="2954" y="1381"/>
                    <a:pt x="2882" y="1715"/>
                  </a:cubicBezTo>
                  <a:cubicBezTo>
                    <a:pt x="2668" y="1739"/>
                    <a:pt x="2501" y="1786"/>
                    <a:pt x="2311" y="1858"/>
                  </a:cubicBezTo>
                  <a:cubicBezTo>
                    <a:pt x="2144" y="1905"/>
                    <a:pt x="2025" y="1977"/>
                    <a:pt x="1906" y="2024"/>
                  </a:cubicBezTo>
                  <a:cubicBezTo>
                    <a:pt x="2120" y="1286"/>
                    <a:pt x="2644" y="691"/>
                    <a:pt x="3359" y="453"/>
                  </a:cubicBezTo>
                  <a:close/>
                  <a:moveTo>
                    <a:pt x="2859" y="2024"/>
                  </a:moveTo>
                  <a:lnTo>
                    <a:pt x="2859" y="2024"/>
                  </a:lnTo>
                  <a:cubicBezTo>
                    <a:pt x="2835" y="2215"/>
                    <a:pt x="2835" y="2382"/>
                    <a:pt x="2835" y="2572"/>
                  </a:cubicBezTo>
                  <a:cubicBezTo>
                    <a:pt x="2835" y="2739"/>
                    <a:pt x="2835" y="2929"/>
                    <a:pt x="2859" y="3096"/>
                  </a:cubicBezTo>
                  <a:cubicBezTo>
                    <a:pt x="2239" y="2953"/>
                    <a:pt x="1858" y="2739"/>
                    <a:pt x="1858" y="2572"/>
                  </a:cubicBezTo>
                  <a:cubicBezTo>
                    <a:pt x="1858" y="2382"/>
                    <a:pt x="2216" y="2167"/>
                    <a:pt x="2859" y="2024"/>
                  </a:cubicBezTo>
                  <a:close/>
                  <a:moveTo>
                    <a:pt x="5335" y="2024"/>
                  </a:moveTo>
                  <a:cubicBezTo>
                    <a:pt x="5954" y="2191"/>
                    <a:pt x="6335" y="2382"/>
                    <a:pt x="6335" y="2572"/>
                  </a:cubicBezTo>
                  <a:cubicBezTo>
                    <a:pt x="6335" y="2739"/>
                    <a:pt x="5978" y="2953"/>
                    <a:pt x="5335" y="3096"/>
                  </a:cubicBezTo>
                  <a:cubicBezTo>
                    <a:pt x="5359" y="2929"/>
                    <a:pt x="5359" y="2739"/>
                    <a:pt x="5359" y="2572"/>
                  </a:cubicBezTo>
                  <a:cubicBezTo>
                    <a:pt x="5359" y="2382"/>
                    <a:pt x="5335" y="2215"/>
                    <a:pt x="5335" y="2024"/>
                  </a:cubicBezTo>
                  <a:close/>
                  <a:moveTo>
                    <a:pt x="4073" y="1905"/>
                  </a:moveTo>
                  <a:cubicBezTo>
                    <a:pt x="4406" y="1905"/>
                    <a:pt x="4716" y="1953"/>
                    <a:pt x="4978" y="1977"/>
                  </a:cubicBezTo>
                  <a:cubicBezTo>
                    <a:pt x="5002" y="2143"/>
                    <a:pt x="5002" y="2358"/>
                    <a:pt x="5002" y="2572"/>
                  </a:cubicBezTo>
                  <a:cubicBezTo>
                    <a:pt x="5002" y="2763"/>
                    <a:pt x="5002" y="2977"/>
                    <a:pt x="4978" y="3167"/>
                  </a:cubicBezTo>
                  <a:cubicBezTo>
                    <a:pt x="4716" y="3191"/>
                    <a:pt x="4406" y="3215"/>
                    <a:pt x="4073" y="3215"/>
                  </a:cubicBezTo>
                  <a:cubicBezTo>
                    <a:pt x="3763" y="3215"/>
                    <a:pt x="3454" y="3191"/>
                    <a:pt x="3192" y="3167"/>
                  </a:cubicBezTo>
                  <a:cubicBezTo>
                    <a:pt x="3168" y="2977"/>
                    <a:pt x="3168" y="2763"/>
                    <a:pt x="3168" y="2572"/>
                  </a:cubicBezTo>
                  <a:cubicBezTo>
                    <a:pt x="3168" y="2358"/>
                    <a:pt x="3168" y="2143"/>
                    <a:pt x="3192" y="1977"/>
                  </a:cubicBezTo>
                  <a:cubicBezTo>
                    <a:pt x="3454" y="1953"/>
                    <a:pt x="3763" y="1905"/>
                    <a:pt x="4073" y="1905"/>
                  </a:cubicBezTo>
                  <a:close/>
                  <a:moveTo>
                    <a:pt x="6264" y="3096"/>
                  </a:moveTo>
                  <a:lnTo>
                    <a:pt x="6264" y="3096"/>
                  </a:lnTo>
                  <a:cubicBezTo>
                    <a:pt x="6073" y="3810"/>
                    <a:pt x="5502" y="4406"/>
                    <a:pt x="4835" y="4644"/>
                  </a:cubicBezTo>
                  <a:cubicBezTo>
                    <a:pt x="4883" y="4573"/>
                    <a:pt x="4954" y="4453"/>
                    <a:pt x="5002" y="4334"/>
                  </a:cubicBezTo>
                  <a:cubicBezTo>
                    <a:pt x="5121" y="4049"/>
                    <a:pt x="5216" y="3763"/>
                    <a:pt x="5264" y="3429"/>
                  </a:cubicBezTo>
                  <a:cubicBezTo>
                    <a:pt x="5478" y="3406"/>
                    <a:pt x="5669" y="3334"/>
                    <a:pt x="5835" y="3287"/>
                  </a:cubicBezTo>
                  <a:cubicBezTo>
                    <a:pt x="6026" y="3215"/>
                    <a:pt x="6145" y="3167"/>
                    <a:pt x="6264" y="3096"/>
                  </a:cubicBezTo>
                  <a:close/>
                  <a:moveTo>
                    <a:pt x="1930" y="3096"/>
                  </a:moveTo>
                  <a:lnTo>
                    <a:pt x="1930" y="3096"/>
                  </a:lnTo>
                  <a:cubicBezTo>
                    <a:pt x="2049" y="3167"/>
                    <a:pt x="2168" y="3215"/>
                    <a:pt x="2358" y="3287"/>
                  </a:cubicBezTo>
                  <a:cubicBezTo>
                    <a:pt x="2525" y="3334"/>
                    <a:pt x="2716" y="3406"/>
                    <a:pt x="2930" y="3429"/>
                  </a:cubicBezTo>
                  <a:cubicBezTo>
                    <a:pt x="2978" y="3763"/>
                    <a:pt x="3073" y="4049"/>
                    <a:pt x="3192" y="4334"/>
                  </a:cubicBezTo>
                  <a:cubicBezTo>
                    <a:pt x="3240" y="4453"/>
                    <a:pt x="3311" y="4573"/>
                    <a:pt x="3406" y="4692"/>
                  </a:cubicBezTo>
                  <a:cubicBezTo>
                    <a:pt x="2644" y="4453"/>
                    <a:pt x="2120" y="3858"/>
                    <a:pt x="1930" y="3096"/>
                  </a:cubicBezTo>
                  <a:close/>
                  <a:moveTo>
                    <a:pt x="3240" y="3501"/>
                  </a:moveTo>
                  <a:cubicBezTo>
                    <a:pt x="3525" y="3525"/>
                    <a:pt x="3787" y="3548"/>
                    <a:pt x="4073" y="3548"/>
                  </a:cubicBezTo>
                  <a:cubicBezTo>
                    <a:pt x="4383" y="3548"/>
                    <a:pt x="4645" y="3525"/>
                    <a:pt x="4907" y="3501"/>
                  </a:cubicBezTo>
                  <a:lnTo>
                    <a:pt x="4907" y="3501"/>
                  </a:lnTo>
                  <a:cubicBezTo>
                    <a:pt x="4859" y="3763"/>
                    <a:pt x="4787" y="3953"/>
                    <a:pt x="4692" y="4168"/>
                  </a:cubicBezTo>
                  <a:cubicBezTo>
                    <a:pt x="4526" y="4573"/>
                    <a:pt x="4287" y="4763"/>
                    <a:pt x="4073" y="4763"/>
                  </a:cubicBezTo>
                  <a:cubicBezTo>
                    <a:pt x="4057" y="4767"/>
                    <a:pt x="4040" y="4769"/>
                    <a:pt x="4024" y="4769"/>
                  </a:cubicBezTo>
                  <a:cubicBezTo>
                    <a:pt x="3842" y="4769"/>
                    <a:pt x="3628" y="4538"/>
                    <a:pt x="3454" y="4168"/>
                  </a:cubicBezTo>
                  <a:cubicBezTo>
                    <a:pt x="3359" y="3977"/>
                    <a:pt x="3287" y="3739"/>
                    <a:pt x="3240" y="3501"/>
                  </a:cubicBezTo>
                  <a:close/>
                  <a:moveTo>
                    <a:pt x="10003" y="3048"/>
                  </a:moveTo>
                  <a:lnTo>
                    <a:pt x="10003" y="3072"/>
                  </a:lnTo>
                  <a:cubicBezTo>
                    <a:pt x="10122" y="3072"/>
                    <a:pt x="10241" y="3191"/>
                    <a:pt x="10241" y="3310"/>
                  </a:cubicBezTo>
                  <a:lnTo>
                    <a:pt x="10241" y="8931"/>
                  </a:lnTo>
                  <a:lnTo>
                    <a:pt x="9860" y="8931"/>
                  </a:lnTo>
                  <a:lnTo>
                    <a:pt x="9860" y="3787"/>
                  </a:lnTo>
                  <a:cubicBezTo>
                    <a:pt x="9860" y="3620"/>
                    <a:pt x="9717" y="3429"/>
                    <a:pt x="9503" y="3429"/>
                  </a:cubicBezTo>
                  <a:lnTo>
                    <a:pt x="6502" y="3429"/>
                  </a:lnTo>
                  <a:cubicBezTo>
                    <a:pt x="6550" y="3310"/>
                    <a:pt x="6574" y="3191"/>
                    <a:pt x="6621" y="3048"/>
                  </a:cubicBezTo>
                  <a:close/>
                  <a:moveTo>
                    <a:pt x="9527" y="3787"/>
                  </a:moveTo>
                  <a:cubicBezTo>
                    <a:pt x="9527" y="3787"/>
                    <a:pt x="9550" y="3787"/>
                    <a:pt x="9550" y="3810"/>
                  </a:cubicBezTo>
                  <a:lnTo>
                    <a:pt x="9550" y="8978"/>
                  </a:lnTo>
                  <a:lnTo>
                    <a:pt x="1739" y="8978"/>
                  </a:lnTo>
                  <a:lnTo>
                    <a:pt x="1763" y="3787"/>
                  </a:lnTo>
                  <a:lnTo>
                    <a:pt x="1858" y="3787"/>
                  </a:lnTo>
                  <a:cubicBezTo>
                    <a:pt x="2287" y="4596"/>
                    <a:pt x="3120" y="5120"/>
                    <a:pt x="4073" y="5120"/>
                  </a:cubicBezTo>
                  <a:cubicBezTo>
                    <a:pt x="5026" y="5120"/>
                    <a:pt x="5907" y="4596"/>
                    <a:pt x="6312" y="3787"/>
                  </a:cubicBezTo>
                  <a:close/>
                  <a:moveTo>
                    <a:pt x="4502" y="9264"/>
                  </a:moveTo>
                  <a:lnTo>
                    <a:pt x="4502" y="9693"/>
                  </a:lnTo>
                  <a:lnTo>
                    <a:pt x="477" y="9693"/>
                  </a:lnTo>
                  <a:cubicBezTo>
                    <a:pt x="467" y="9695"/>
                    <a:pt x="457" y="9696"/>
                    <a:pt x="448" y="9696"/>
                  </a:cubicBezTo>
                  <a:cubicBezTo>
                    <a:pt x="372" y="9696"/>
                    <a:pt x="334" y="9611"/>
                    <a:pt x="334" y="9526"/>
                  </a:cubicBezTo>
                  <a:lnTo>
                    <a:pt x="334" y="9264"/>
                  </a:lnTo>
                  <a:close/>
                  <a:moveTo>
                    <a:pt x="6431" y="9288"/>
                  </a:moveTo>
                  <a:lnTo>
                    <a:pt x="6431" y="9716"/>
                  </a:lnTo>
                  <a:lnTo>
                    <a:pt x="4835" y="9716"/>
                  </a:lnTo>
                  <a:lnTo>
                    <a:pt x="4835" y="9288"/>
                  </a:lnTo>
                  <a:close/>
                  <a:moveTo>
                    <a:pt x="4073" y="0"/>
                  </a:moveTo>
                  <a:cubicBezTo>
                    <a:pt x="2668" y="0"/>
                    <a:pt x="1525" y="1167"/>
                    <a:pt x="1525" y="2572"/>
                  </a:cubicBezTo>
                  <a:lnTo>
                    <a:pt x="1525" y="2763"/>
                  </a:lnTo>
                  <a:lnTo>
                    <a:pt x="858" y="2763"/>
                  </a:lnTo>
                  <a:cubicBezTo>
                    <a:pt x="763" y="2763"/>
                    <a:pt x="691" y="2858"/>
                    <a:pt x="691" y="2953"/>
                  </a:cubicBezTo>
                  <a:lnTo>
                    <a:pt x="691" y="6573"/>
                  </a:lnTo>
                  <a:cubicBezTo>
                    <a:pt x="691" y="6573"/>
                    <a:pt x="691" y="6621"/>
                    <a:pt x="715" y="6621"/>
                  </a:cubicBezTo>
                  <a:cubicBezTo>
                    <a:pt x="762" y="6667"/>
                    <a:pt x="813" y="6686"/>
                    <a:pt x="862" y="6686"/>
                  </a:cubicBezTo>
                  <a:cubicBezTo>
                    <a:pt x="962" y="6686"/>
                    <a:pt x="1049" y="6606"/>
                    <a:pt x="1049" y="6525"/>
                  </a:cubicBezTo>
                  <a:lnTo>
                    <a:pt x="1049" y="3358"/>
                  </a:lnTo>
                  <a:cubicBezTo>
                    <a:pt x="1049" y="3239"/>
                    <a:pt x="1168" y="3120"/>
                    <a:pt x="1287" y="3120"/>
                  </a:cubicBezTo>
                  <a:lnTo>
                    <a:pt x="1573" y="3120"/>
                  </a:lnTo>
                  <a:cubicBezTo>
                    <a:pt x="1596" y="3239"/>
                    <a:pt x="1644" y="3406"/>
                    <a:pt x="1692" y="3525"/>
                  </a:cubicBezTo>
                  <a:cubicBezTo>
                    <a:pt x="1549" y="3548"/>
                    <a:pt x="1406" y="3691"/>
                    <a:pt x="1406" y="3882"/>
                  </a:cubicBezTo>
                  <a:lnTo>
                    <a:pt x="1406" y="9026"/>
                  </a:lnTo>
                  <a:lnTo>
                    <a:pt x="1001" y="9026"/>
                  </a:lnTo>
                  <a:lnTo>
                    <a:pt x="1001" y="7216"/>
                  </a:lnTo>
                  <a:cubicBezTo>
                    <a:pt x="1001" y="7121"/>
                    <a:pt x="953" y="7049"/>
                    <a:pt x="858" y="7025"/>
                  </a:cubicBezTo>
                  <a:cubicBezTo>
                    <a:pt x="763" y="7025"/>
                    <a:pt x="691" y="7097"/>
                    <a:pt x="691" y="7168"/>
                  </a:cubicBezTo>
                  <a:lnTo>
                    <a:pt x="691" y="9002"/>
                  </a:lnTo>
                  <a:lnTo>
                    <a:pt x="287" y="9002"/>
                  </a:lnTo>
                  <a:cubicBezTo>
                    <a:pt x="120" y="9002"/>
                    <a:pt x="1" y="9145"/>
                    <a:pt x="1" y="9288"/>
                  </a:cubicBezTo>
                  <a:lnTo>
                    <a:pt x="1" y="9883"/>
                  </a:lnTo>
                  <a:cubicBezTo>
                    <a:pt x="1" y="9978"/>
                    <a:pt x="96" y="10074"/>
                    <a:pt x="167" y="10074"/>
                  </a:cubicBezTo>
                  <a:lnTo>
                    <a:pt x="7860" y="10074"/>
                  </a:lnTo>
                  <a:cubicBezTo>
                    <a:pt x="7883" y="10074"/>
                    <a:pt x="7883" y="10074"/>
                    <a:pt x="7883" y="10026"/>
                  </a:cubicBezTo>
                  <a:cubicBezTo>
                    <a:pt x="8026" y="9883"/>
                    <a:pt x="7907" y="9740"/>
                    <a:pt x="7788" y="9740"/>
                  </a:cubicBezTo>
                  <a:lnTo>
                    <a:pt x="6764" y="9740"/>
                  </a:lnTo>
                  <a:lnTo>
                    <a:pt x="6764" y="9312"/>
                  </a:lnTo>
                  <a:lnTo>
                    <a:pt x="10932" y="9312"/>
                  </a:lnTo>
                  <a:lnTo>
                    <a:pt x="10932" y="9597"/>
                  </a:lnTo>
                  <a:cubicBezTo>
                    <a:pt x="10932" y="9597"/>
                    <a:pt x="10836" y="9740"/>
                    <a:pt x="10741" y="9740"/>
                  </a:cubicBezTo>
                  <a:lnTo>
                    <a:pt x="8431" y="9740"/>
                  </a:lnTo>
                  <a:cubicBezTo>
                    <a:pt x="8336" y="9740"/>
                    <a:pt x="8241" y="9835"/>
                    <a:pt x="8241" y="9907"/>
                  </a:cubicBezTo>
                  <a:cubicBezTo>
                    <a:pt x="8241" y="9992"/>
                    <a:pt x="8298" y="10077"/>
                    <a:pt x="8395" y="10077"/>
                  </a:cubicBezTo>
                  <a:cubicBezTo>
                    <a:pt x="8406" y="10077"/>
                    <a:pt x="8419" y="10076"/>
                    <a:pt x="8431" y="10074"/>
                  </a:cubicBezTo>
                  <a:lnTo>
                    <a:pt x="10741" y="10074"/>
                  </a:lnTo>
                  <a:cubicBezTo>
                    <a:pt x="11003" y="10074"/>
                    <a:pt x="11217" y="9597"/>
                    <a:pt x="11217" y="9597"/>
                  </a:cubicBezTo>
                  <a:lnTo>
                    <a:pt x="11217" y="9288"/>
                  </a:lnTo>
                  <a:cubicBezTo>
                    <a:pt x="11265" y="9097"/>
                    <a:pt x="11146" y="8978"/>
                    <a:pt x="10955" y="8978"/>
                  </a:cubicBezTo>
                  <a:lnTo>
                    <a:pt x="10574" y="8978"/>
                  </a:lnTo>
                  <a:lnTo>
                    <a:pt x="10574" y="3334"/>
                  </a:lnTo>
                  <a:cubicBezTo>
                    <a:pt x="10574" y="3025"/>
                    <a:pt x="10289" y="2763"/>
                    <a:pt x="10003" y="2763"/>
                  </a:cubicBezTo>
                  <a:lnTo>
                    <a:pt x="6645" y="2763"/>
                  </a:lnTo>
                  <a:lnTo>
                    <a:pt x="6645" y="2572"/>
                  </a:lnTo>
                  <a:cubicBezTo>
                    <a:pt x="6645" y="1167"/>
                    <a:pt x="5478" y="0"/>
                    <a:pt x="4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6" name="Google Shape;20516;p95"/>
          <p:cNvGrpSpPr/>
          <p:nvPr/>
        </p:nvGrpSpPr>
        <p:grpSpPr>
          <a:xfrm>
            <a:off x="7873075" y="2316543"/>
            <a:ext cx="195406" cy="369303"/>
            <a:chOff x="7869993" y="2468943"/>
            <a:chExt cx="195406" cy="369303"/>
          </a:xfrm>
        </p:grpSpPr>
        <p:sp>
          <p:nvSpPr>
            <p:cNvPr id="20517" name="Google Shape;20517;p95"/>
            <p:cNvSpPr/>
            <p:nvPr/>
          </p:nvSpPr>
          <p:spPr>
            <a:xfrm>
              <a:off x="7876236" y="2476232"/>
              <a:ext cx="186057" cy="357340"/>
            </a:xfrm>
            <a:custGeom>
              <a:rect b="b" l="l" r="r" t="t"/>
              <a:pathLst>
                <a:path extrusionOk="0" h="10932" w="5692">
                  <a:moveTo>
                    <a:pt x="357" y="1"/>
                  </a:moveTo>
                  <a:cubicBezTo>
                    <a:pt x="143" y="1"/>
                    <a:pt x="0" y="144"/>
                    <a:pt x="0" y="358"/>
                  </a:cubicBezTo>
                  <a:lnTo>
                    <a:pt x="0" y="10575"/>
                  </a:lnTo>
                  <a:cubicBezTo>
                    <a:pt x="0" y="10789"/>
                    <a:pt x="143" y="10932"/>
                    <a:pt x="357" y="10932"/>
                  </a:cubicBezTo>
                  <a:lnTo>
                    <a:pt x="5335" y="10932"/>
                  </a:lnTo>
                  <a:cubicBezTo>
                    <a:pt x="5525" y="10932"/>
                    <a:pt x="5692" y="10789"/>
                    <a:pt x="5692" y="10575"/>
                  </a:cubicBezTo>
                  <a:lnTo>
                    <a:pt x="5692" y="358"/>
                  </a:lnTo>
                  <a:cubicBezTo>
                    <a:pt x="5692" y="144"/>
                    <a:pt x="5549" y="1"/>
                    <a:pt x="533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95"/>
            <p:cNvSpPr/>
            <p:nvPr/>
          </p:nvSpPr>
          <p:spPr>
            <a:xfrm>
              <a:off x="8028789" y="2476232"/>
              <a:ext cx="33505" cy="357340"/>
            </a:xfrm>
            <a:custGeom>
              <a:rect b="b" l="l" r="r" t="t"/>
              <a:pathLst>
                <a:path extrusionOk="0" h="10932" w="1025">
                  <a:moveTo>
                    <a:pt x="1" y="1"/>
                  </a:moveTo>
                  <a:cubicBezTo>
                    <a:pt x="215" y="1"/>
                    <a:pt x="382" y="144"/>
                    <a:pt x="382" y="358"/>
                  </a:cubicBezTo>
                  <a:lnTo>
                    <a:pt x="382" y="10575"/>
                  </a:lnTo>
                  <a:cubicBezTo>
                    <a:pt x="382" y="10789"/>
                    <a:pt x="215" y="10932"/>
                    <a:pt x="1" y="10932"/>
                  </a:cubicBezTo>
                  <a:lnTo>
                    <a:pt x="668" y="10932"/>
                  </a:lnTo>
                  <a:cubicBezTo>
                    <a:pt x="882" y="10932"/>
                    <a:pt x="1025" y="10789"/>
                    <a:pt x="1025" y="10575"/>
                  </a:cubicBezTo>
                  <a:lnTo>
                    <a:pt x="1025" y="358"/>
                  </a:lnTo>
                  <a:cubicBezTo>
                    <a:pt x="1025" y="144"/>
                    <a:pt x="882" y="1"/>
                    <a:pt x="668"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95"/>
            <p:cNvSpPr/>
            <p:nvPr/>
          </p:nvSpPr>
          <p:spPr>
            <a:xfrm>
              <a:off x="7876236" y="2476232"/>
              <a:ext cx="186057" cy="36643"/>
            </a:xfrm>
            <a:custGeom>
              <a:rect b="b" l="l" r="r" t="t"/>
              <a:pathLst>
                <a:path extrusionOk="0" h="1121" w="5692">
                  <a:moveTo>
                    <a:pt x="357" y="1"/>
                  </a:moveTo>
                  <a:cubicBezTo>
                    <a:pt x="143" y="1"/>
                    <a:pt x="0" y="144"/>
                    <a:pt x="0" y="358"/>
                  </a:cubicBezTo>
                  <a:lnTo>
                    <a:pt x="0" y="1120"/>
                  </a:lnTo>
                  <a:lnTo>
                    <a:pt x="5692" y="1120"/>
                  </a:lnTo>
                  <a:lnTo>
                    <a:pt x="5692" y="358"/>
                  </a:lnTo>
                  <a:cubicBezTo>
                    <a:pt x="5692" y="144"/>
                    <a:pt x="5549"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95"/>
            <p:cNvSpPr/>
            <p:nvPr/>
          </p:nvSpPr>
          <p:spPr>
            <a:xfrm>
              <a:off x="7876236" y="2795393"/>
              <a:ext cx="186057" cy="37394"/>
            </a:xfrm>
            <a:custGeom>
              <a:rect b="b" l="l" r="r" t="t"/>
              <a:pathLst>
                <a:path extrusionOk="0" h="1144" w="5692">
                  <a:moveTo>
                    <a:pt x="0" y="1"/>
                  </a:moveTo>
                  <a:lnTo>
                    <a:pt x="0" y="787"/>
                  </a:lnTo>
                  <a:cubicBezTo>
                    <a:pt x="0" y="977"/>
                    <a:pt x="167" y="1144"/>
                    <a:pt x="357" y="1144"/>
                  </a:cubicBezTo>
                  <a:lnTo>
                    <a:pt x="5335" y="1144"/>
                  </a:lnTo>
                  <a:cubicBezTo>
                    <a:pt x="5549" y="1144"/>
                    <a:pt x="5692" y="977"/>
                    <a:pt x="5692" y="787"/>
                  </a:cubicBezTo>
                  <a:lnTo>
                    <a:pt x="5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95"/>
            <p:cNvSpPr/>
            <p:nvPr/>
          </p:nvSpPr>
          <p:spPr>
            <a:xfrm>
              <a:off x="8028789" y="2476232"/>
              <a:ext cx="33505" cy="38179"/>
            </a:xfrm>
            <a:custGeom>
              <a:rect b="b" l="l" r="r" t="t"/>
              <a:pathLst>
                <a:path extrusionOk="0" h="1168" w="1025">
                  <a:moveTo>
                    <a:pt x="1" y="1"/>
                  </a:moveTo>
                  <a:cubicBezTo>
                    <a:pt x="215" y="1"/>
                    <a:pt x="382" y="144"/>
                    <a:pt x="382" y="358"/>
                  </a:cubicBezTo>
                  <a:lnTo>
                    <a:pt x="382" y="1168"/>
                  </a:lnTo>
                  <a:lnTo>
                    <a:pt x="1025" y="1168"/>
                  </a:lnTo>
                  <a:lnTo>
                    <a:pt x="1025" y="358"/>
                  </a:lnTo>
                  <a:cubicBezTo>
                    <a:pt x="1025" y="144"/>
                    <a:pt x="882" y="1"/>
                    <a:pt x="668"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95"/>
            <p:cNvSpPr/>
            <p:nvPr/>
          </p:nvSpPr>
          <p:spPr>
            <a:xfrm>
              <a:off x="8028004" y="2796177"/>
              <a:ext cx="33505" cy="37394"/>
            </a:xfrm>
            <a:custGeom>
              <a:rect b="b" l="l" r="r" t="t"/>
              <a:pathLst>
                <a:path extrusionOk="0" h="1144" w="1025">
                  <a:moveTo>
                    <a:pt x="358" y="1"/>
                  </a:moveTo>
                  <a:lnTo>
                    <a:pt x="358" y="787"/>
                  </a:lnTo>
                  <a:cubicBezTo>
                    <a:pt x="358" y="977"/>
                    <a:pt x="215" y="1144"/>
                    <a:pt x="1" y="1144"/>
                  </a:cubicBezTo>
                  <a:lnTo>
                    <a:pt x="668" y="1144"/>
                  </a:lnTo>
                  <a:cubicBezTo>
                    <a:pt x="882" y="1144"/>
                    <a:pt x="1025" y="977"/>
                    <a:pt x="1025" y="787"/>
                  </a:cubicBezTo>
                  <a:lnTo>
                    <a:pt x="1025"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95"/>
            <p:cNvSpPr/>
            <p:nvPr/>
          </p:nvSpPr>
          <p:spPr>
            <a:xfrm>
              <a:off x="7907355" y="2547850"/>
              <a:ext cx="123036" cy="179095"/>
            </a:xfrm>
            <a:custGeom>
              <a:rect b="b" l="l" r="r" t="t"/>
              <a:pathLst>
                <a:path extrusionOk="0" h="5479" w="3764">
                  <a:moveTo>
                    <a:pt x="191" y="1"/>
                  </a:moveTo>
                  <a:cubicBezTo>
                    <a:pt x="96" y="1"/>
                    <a:pt x="1" y="96"/>
                    <a:pt x="1" y="191"/>
                  </a:cubicBezTo>
                  <a:lnTo>
                    <a:pt x="1" y="5311"/>
                  </a:lnTo>
                  <a:cubicBezTo>
                    <a:pt x="1" y="5407"/>
                    <a:pt x="96" y="5478"/>
                    <a:pt x="191" y="5478"/>
                  </a:cubicBezTo>
                  <a:lnTo>
                    <a:pt x="3573" y="5478"/>
                  </a:lnTo>
                  <a:cubicBezTo>
                    <a:pt x="3668" y="5478"/>
                    <a:pt x="3763" y="5431"/>
                    <a:pt x="3763" y="5311"/>
                  </a:cubicBezTo>
                  <a:lnTo>
                    <a:pt x="3763" y="191"/>
                  </a:lnTo>
                  <a:cubicBezTo>
                    <a:pt x="3763" y="96"/>
                    <a:pt x="3668" y="1"/>
                    <a:pt x="3573" y="1"/>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95"/>
            <p:cNvSpPr/>
            <p:nvPr/>
          </p:nvSpPr>
          <p:spPr>
            <a:xfrm>
              <a:off x="8003096" y="2548635"/>
              <a:ext cx="27294" cy="179062"/>
            </a:xfrm>
            <a:custGeom>
              <a:rect b="b" l="l" r="r" t="t"/>
              <a:pathLst>
                <a:path extrusionOk="0" h="5478" w="835">
                  <a:moveTo>
                    <a:pt x="1" y="1"/>
                  </a:moveTo>
                  <a:cubicBezTo>
                    <a:pt x="96" y="1"/>
                    <a:pt x="168" y="72"/>
                    <a:pt x="168" y="167"/>
                  </a:cubicBezTo>
                  <a:lnTo>
                    <a:pt x="168" y="5287"/>
                  </a:lnTo>
                  <a:cubicBezTo>
                    <a:pt x="168" y="5383"/>
                    <a:pt x="96" y="5478"/>
                    <a:pt x="1" y="5478"/>
                  </a:cubicBezTo>
                  <a:lnTo>
                    <a:pt x="644" y="5478"/>
                  </a:lnTo>
                  <a:cubicBezTo>
                    <a:pt x="739" y="5478"/>
                    <a:pt x="834" y="5383"/>
                    <a:pt x="834" y="5287"/>
                  </a:cubicBezTo>
                  <a:lnTo>
                    <a:pt x="834" y="167"/>
                  </a:lnTo>
                  <a:cubicBezTo>
                    <a:pt x="834" y="72"/>
                    <a:pt x="739" y="1"/>
                    <a:pt x="644"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95"/>
            <p:cNvSpPr/>
            <p:nvPr/>
          </p:nvSpPr>
          <p:spPr>
            <a:xfrm>
              <a:off x="7944716" y="2706679"/>
              <a:ext cx="55307" cy="58772"/>
            </a:xfrm>
            <a:custGeom>
              <a:rect b="b" l="l" r="r" t="t"/>
              <a:pathLst>
                <a:path extrusionOk="0" h="1798" w="1692">
                  <a:moveTo>
                    <a:pt x="382" y="0"/>
                  </a:moveTo>
                  <a:cubicBezTo>
                    <a:pt x="358" y="0"/>
                    <a:pt x="310" y="48"/>
                    <a:pt x="310" y="71"/>
                  </a:cubicBezTo>
                  <a:lnTo>
                    <a:pt x="310" y="619"/>
                  </a:lnTo>
                  <a:lnTo>
                    <a:pt x="48" y="619"/>
                  </a:lnTo>
                  <a:cubicBezTo>
                    <a:pt x="25" y="619"/>
                    <a:pt x="1" y="691"/>
                    <a:pt x="25" y="714"/>
                  </a:cubicBezTo>
                  <a:lnTo>
                    <a:pt x="763" y="1762"/>
                  </a:lnTo>
                  <a:cubicBezTo>
                    <a:pt x="775" y="1786"/>
                    <a:pt x="804" y="1798"/>
                    <a:pt x="834" y="1798"/>
                  </a:cubicBezTo>
                  <a:cubicBezTo>
                    <a:pt x="864" y="1798"/>
                    <a:pt x="894" y="1786"/>
                    <a:pt x="906" y="1762"/>
                  </a:cubicBezTo>
                  <a:lnTo>
                    <a:pt x="1668" y="714"/>
                  </a:lnTo>
                  <a:cubicBezTo>
                    <a:pt x="1692" y="691"/>
                    <a:pt x="1668" y="619"/>
                    <a:pt x="1620" y="619"/>
                  </a:cubicBezTo>
                  <a:lnTo>
                    <a:pt x="1239" y="595"/>
                  </a:lnTo>
                  <a:lnTo>
                    <a:pt x="1239" y="71"/>
                  </a:lnTo>
                  <a:cubicBezTo>
                    <a:pt x="1239" y="24"/>
                    <a:pt x="1215" y="0"/>
                    <a:pt x="1191"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95"/>
            <p:cNvSpPr/>
            <p:nvPr/>
          </p:nvSpPr>
          <p:spPr>
            <a:xfrm>
              <a:off x="7902680" y="2542424"/>
              <a:ext cx="134705" cy="229662"/>
            </a:xfrm>
            <a:custGeom>
              <a:rect b="b" l="l" r="r" t="t"/>
              <a:pathLst>
                <a:path extrusionOk="0" h="7026" w="4121">
                  <a:moveTo>
                    <a:pt x="3763" y="357"/>
                  </a:moveTo>
                  <a:cubicBezTo>
                    <a:pt x="3763" y="357"/>
                    <a:pt x="3787" y="357"/>
                    <a:pt x="3787" y="381"/>
                  </a:cubicBezTo>
                  <a:lnTo>
                    <a:pt x="3787" y="5501"/>
                  </a:lnTo>
                  <a:cubicBezTo>
                    <a:pt x="3787" y="5501"/>
                    <a:pt x="3787" y="5549"/>
                    <a:pt x="3763" y="5549"/>
                  </a:cubicBezTo>
                  <a:lnTo>
                    <a:pt x="2716" y="5549"/>
                  </a:lnTo>
                  <a:lnTo>
                    <a:pt x="2716" y="5144"/>
                  </a:lnTo>
                  <a:cubicBezTo>
                    <a:pt x="2716" y="5001"/>
                    <a:pt x="2597" y="4882"/>
                    <a:pt x="2454" y="4882"/>
                  </a:cubicBezTo>
                  <a:lnTo>
                    <a:pt x="1692" y="4882"/>
                  </a:lnTo>
                  <a:cubicBezTo>
                    <a:pt x="1549" y="4882"/>
                    <a:pt x="1430" y="5001"/>
                    <a:pt x="1430" y="5144"/>
                  </a:cubicBezTo>
                  <a:lnTo>
                    <a:pt x="1430" y="5549"/>
                  </a:lnTo>
                  <a:lnTo>
                    <a:pt x="334" y="5501"/>
                  </a:lnTo>
                  <a:lnTo>
                    <a:pt x="334" y="381"/>
                  </a:lnTo>
                  <a:cubicBezTo>
                    <a:pt x="334" y="381"/>
                    <a:pt x="334" y="357"/>
                    <a:pt x="358" y="357"/>
                  </a:cubicBezTo>
                  <a:close/>
                  <a:moveTo>
                    <a:pt x="2358" y="5216"/>
                  </a:moveTo>
                  <a:lnTo>
                    <a:pt x="2358" y="5644"/>
                  </a:lnTo>
                  <a:cubicBezTo>
                    <a:pt x="2358" y="5739"/>
                    <a:pt x="2454" y="5835"/>
                    <a:pt x="2525" y="5835"/>
                  </a:cubicBezTo>
                  <a:lnTo>
                    <a:pt x="2597" y="5835"/>
                  </a:lnTo>
                  <a:lnTo>
                    <a:pt x="2049" y="6621"/>
                  </a:lnTo>
                  <a:lnTo>
                    <a:pt x="1501" y="5835"/>
                  </a:lnTo>
                  <a:lnTo>
                    <a:pt x="1549" y="5835"/>
                  </a:lnTo>
                  <a:cubicBezTo>
                    <a:pt x="1644" y="5835"/>
                    <a:pt x="1739" y="5739"/>
                    <a:pt x="1739" y="5644"/>
                  </a:cubicBezTo>
                  <a:lnTo>
                    <a:pt x="1739" y="5216"/>
                  </a:lnTo>
                  <a:close/>
                  <a:moveTo>
                    <a:pt x="358" y="0"/>
                  </a:moveTo>
                  <a:cubicBezTo>
                    <a:pt x="191" y="0"/>
                    <a:pt x="1" y="143"/>
                    <a:pt x="1" y="357"/>
                  </a:cubicBezTo>
                  <a:lnTo>
                    <a:pt x="1" y="5477"/>
                  </a:lnTo>
                  <a:cubicBezTo>
                    <a:pt x="1" y="5477"/>
                    <a:pt x="135" y="5812"/>
                    <a:pt x="316" y="5812"/>
                  </a:cubicBezTo>
                  <a:cubicBezTo>
                    <a:pt x="322" y="5812"/>
                    <a:pt x="328" y="5812"/>
                    <a:pt x="334" y="5811"/>
                  </a:cubicBezTo>
                  <a:lnTo>
                    <a:pt x="1096" y="5835"/>
                  </a:lnTo>
                  <a:cubicBezTo>
                    <a:pt x="1096" y="5859"/>
                    <a:pt x="1144" y="5859"/>
                    <a:pt x="1144" y="5906"/>
                  </a:cubicBezTo>
                  <a:lnTo>
                    <a:pt x="1858" y="6906"/>
                  </a:lnTo>
                  <a:cubicBezTo>
                    <a:pt x="1906" y="6954"/>
                    <a:pt x="1977" y="7025"/>
                    <a:pt x="2049" y="7025"/>
                  </a:cubicBezTo>
                  <a:cubicBezTo>
                    <a:pt x="2144" y="7025"/>
                    <a:pt x="2239" y="7002"/>
                    <a:pt x="2263" y="6906"/>
                  </a:cubicBezTo>
                  <a:lnTo>
                    <a:pt x="2978" y="5906"/>
                  </a:lnTo>
                  <a:cubicBezTo>
                    <a:pt x="2978" y="5859"/>
                    <a:pt x="3001" y="5835"/>
                    <a:pt x="3001" y="5835"/>
                  </a:cubicBezTo>
                  <a:lnTo>
                    <a:pt x="3763" y="5835"/>
                  </a:lnTo>
                  <a:cubicBezTo>
                    <a:pt x="3930" y="5835"/>
                    <a:pt x="4121" y="5692"/>
                    <a:pt x="4121" y="5477"/>
                  </a:cubicBezTo>
                  <a:lnTo>
                    <a:pt x="4121" y="357"/>
                  </a:lnTo>
                  <a:cubicBezTo>
                    <a:pt x="4121" y="191"/>
                    <a:pt x="3954" y="0"/>
                    <a:pt x="3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95"/>
            <p:cNvSpPr/>
            <p:nvPr/>
          </p:nvSpPr>
          <p:spPr>
            <a:xfrm>
              <a:off x="7929942" y="2573543"/>
              <a:ext cx="38931" cy="10950"/>
            </a:xfrm>
            <a:custGeom>
              <a:rect b="b" l="l" r="r" t="t"/>
              <a:pathLst>
                <a:path extrusionOk="0" h="335" w="1191">
                  <a:moveTo>
                    <a:pt x="191" y="1"/>
                  </a:moveTo>
                  <a:cubicBezTo>
                    <a:pt x="96" y="1"/>
                    <a:pt x="24" y="48"/>
                    <a:pt x="0" y="144"/>
                  </a:cubicBezTo>
                  <a:cubicBezTo>
                    <a:pt x="0" y="239"/>
                    <a:pt x="72" y="334"/>
                    <a:pt x="191" y="334"/>
                  </a:cubicBezTo>
                  <a:lnTo>
                    <a:pt x="1024" y="334"/>
                  </a:lnTo>
                  <a:cubicBezTo>
                    <a:pt x="1096" y="334"/>
                    <a:pt x="1167" y="263"/>
                    <a:pt x="1191" y="191"/>
                  </a:cubicBezTo>
                  <a:cubicBezTo>
                    <a:pt x="1191" y="96"/>
                    <a:pt x="1143" y="1"/>
                    <a:pt x="1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95"/>
            <p:cNvSpPr/>
            <p:nvPr/>
          </p:nvSpPr>
          <p:spPr>
            <a:xfrm>
              <a:off x="7929942" y="2597699"/>
              <a:ext cx="78646" cy="10918"/>
            </a:xfrm>
            <a:custGeom>
              <a:rect b="b" l="l" r="r" t="t"/>
              <a:pathLst>
                <a:path extrusionOk="0" h="334" w="2406">
                  <a:moveTo>
                    <a:pt x="191" y="0"/>
                  </a:moveTo>
                  <a:cubicBezTo>
                    <a:pt x="96" y="0"/>
                    <a:pt x="24" y="71"/>
                    <a:pt x="0" y="143"/>
                  </a:cubicBezTo>
                  <a:cubicBezTo>
                    <a:pt x="0" y="238"/>
                    <a:pt x="72" y="333"/>
                    <a:pt x="191" y="333"/>
                  </a:cubicBezTo>
                  <a:lnTo>
                    <a:pt x="2239" y="333"/>
                  </a:lnTo>
                  <a:cubicBezTo>
                    <a:pt x="2334" y="333"/>
                    <a:pt x="2382" y="286"/>
                    <a:pt x="2406" y="191"/>
                  </a:cubicBezTo>
                  <a:cubicBezTo>
                    <a:pt x="2406" y="95"/>
                    <a:pt x="2358"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95"/>
            <p:cNvSpPr/>
            <p:nvPr/>
          </p:nvSpPr>
          <p:spPr>
            <a:xfrm>
              <a:off x="7929942" y="2621037"/>
              <a:ext cx="78646" cy="10918"/>
            </a:xfrm>
            <a:custGeom>
              <a:rect b="b" l="l" r="r" t="t"/>
              <a:pathLst>
                <a:path extrusionOk="0" h="334" w="2406">
                  <a:moveTo>
                    <a:pt x="191" y="0"/>
                  </a:moveTo>
                  <a:cubicBezTo>
                    <a:pt x="96" y="0"/>
                    <a:pt x="24" y="72"/>
                    <a:pt x="0" y="167"/>
                  </a:cubicBezTo>
                  <a:cubicBezTo>
                    <a:pt x="0" y="239"/>
                    <a:pt x="72" y="334"/>
                    <a:pt x="191" y="334"/>
                  </a:cubicBezTo>
                  <a:lnTo>
                    <a:pt x="2239" y="334"/>
                  </a:lnTo>
                  <a:cubicBezTo>
                    <a:pt x="2334" y="334"/>
                    <a:pt x="2382" y="286"/>
                    <a:pt x="2406" y="191"/>
                  </a:cubicBezTo>
                  <a:cubicBezTo>
                    <a:pt x="2406" y="96"/>
                    <a:pt x="2358"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95"/>
            <p:cNvSpPr/>
            <p:nvPr/>
          </p:nvSpPr>
          <p:spPr>
            <a:xfrm>
              <a:off x="7929942" y="2645945"/>
              <a:ext cx="78646" cy="10166"/>
            </a:xfrm>
            <a:custGeom>
              <a:rect b="b" l="l" r="r" t="t"/>
              <a:pathLst>
                <a:path extrusionOk="0" h="311" w="2406">
                  <a:moveTo>
                    <a:pt x="191" y="0"/>
                  </a:moveTo>
                  <a:cubicBezTo>
                    <a:pt x="96" y="0"/>
                    <a:pt x="24" y="48"/>
                    <a:pt x="0" y="143"/>
                  </a:cubicBezTo>
                  <a:cubicBezTo>
                    <a:pt x="0" y="239"/>
                    <a:pt x="72" y="310"/>
                    <a:pt x="191" y="310"/>
                  </a:cubicBezTo>
                  <a:lnTo>
                    <a:pt x="2239" y="310"/>
                  </a:lnTo>
                  <a:cubicBezTo>
                    <a:pt x="2334" y="310"/>
                    <a:pt x="2382" y="262"/>
                    <a:pt x="2406" y="167"/>
                  </a:cubicBezTo>
                  <a:cubicBezTo>
                    <a:pt x="2406" y="72"/>
                    <a:pt x="2358"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95"/>
            <p:cNvSpPr/>
            <p:nvPr/>
          </p:nvSpPr>
          <p:spPr>
            <a:xfrm>
              <a:off x="7929942" y="2670069"/>
              <a:ext cx="78646" cy="10950"/>
            </a:xfrm>
            <a:custGeom>
              <a:rect b="b" l="l" r="r" t="t"/>
              <a:pathLst>
                <a:path extrusionOk="0" h="335" w="2406">
                  <a:moveTo>
                    <a:pt x="191" y="1"/>
                  </a:moveTo>
                  <a:cubicBezTo>
                    <a:pt x="96" y="1"/>
                    <a:pt x="24" y="48"/>
                    <a:pt x="0" y="144"/>
                  </a:cubicBezTo>
                  <a:cubicBezTo>
                    <a:pt x="0" y="239"/>
                    <a:pt x="72" y="334"/>
                    <a:pt x="191" y="334"/>
                  </a:cubicBezTo>
                  <a:lnTo>
                    <a:pt x="2239" y="334"/>
                  </a:lnTo>
                  <a:cubicBezTo>
                    <a:pt x="2334" y="334"/>
                    <a:pt x="2382" y="263"/>
                    <a:pt x="2406" y="167"/>
                  </a:cubicBezTo>
                  <a:cubicBezTo>
                    <a:pt x="2406" y="96"/>
                    <a:pt x="2358"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95"/>
            <p:cNvSpPr/>
            <p:nvPr/>
          </p:nvSpPr>
          <p:spPr>
            <a:xfrm>
              <a:off x="7869993" y="2468943"/>
              <a:ext cx="195406" cy="369303"/>
            </a:xfrm>
            <a:custGeom>
              <a:rect b="b" l="l" r="r" t="t"/>
              <a:pathLst>
                <a:path extrusionOk="0" h="11298" w="5978">
                  <a:moveTo>
                    <a:pt x="5502" y="367"/>
                  </a:moveTo>
                  <a:cubicBezTo>
                    <a:pt x="5621" y="367"/>
                    <a:pt x="5668" y="462"/>
                    <a:pt x="5668" y="557"/>
                  </a:cubicBezTo>
                  <a:lnTo>
                    <a:pt x="5668" y="1177"/>
                  </a:lnTo>
                  <a:lnTo>
                    <a:pt x="358" y="1177"/>
                  </a:lnTo>
                  <a:lnTo>
                    <a:pt x="358" y="557"/>
                  </a:lnTo>
                  <a:cubicBezTo>
                    <a:pt x="358" y="438"/>
                    <a:pt x="429" y="367"/>
                    <a:pt x="524" y="367"/>
                  </a:cubicBezTo>
                  <a:close/>
                  <a:moveTo>
                    <a:pt x="5639" y="1"/>
                  </a:moveTo>
                  <a:cubicBezTo>
                    <a:pt x="5610" y="1"/>
                    <a:pt x="5580" y="3"/>
                    <a:pt x="5549" y="10"/>
                  </a:cubicBezTo>
                  <a:lnTo>
                    <a:pt x="5502" y="57"/>
                  </a:lnTo>
                  <a:lnTo>
                    <a:pt x="191" y="57"/>
                  </a:lnTo>
                  <a:cubicBezTo>
                    <a:pt x="120" y="57"/>
                    <a:pt x="24" y="129"/>
                    <a:pt x="24" y="224"/>
                  </a:cubicBezTo>
                  <a:lnTo>
                    <a:pt x="24" y="2820"/>
                  </a:lnTo>
                  <a:cubicBezTo>
                    <a:pt x="24" y="2844"/>
                    <a:pt x="24" y="2844"/>
                    <a:pt x="48" y="2844"/>
                  </a:cubicBezTo>
                  <a:cubicBezTo>
                    <a:pt x="95" y="2890"/>
                    <a:pt x="144" y="2909"/>
                    <a:pt x="189" y="2909"/>
                  </a:cubicBezTo>
                  <a:cubicBezTo>
                    <a:pt x="282" y="2909"/>
                    <a:pt x="358" y="2829"/>
                    <a:pt x="358" y="2748"/>
                  </a:cubicBezTo>
                  <a:lnTo>
                    <a:pt x="358" y="1534"/>
                  </a:lnTo>
                  <a:lnTo>
                    <a:pt x="5668" y="1534"/>
                  </a:lnTo>
                  <a:lnTo>
                    <a:pt x="5668" y="9845"/>
                  </a:lnTo>
                  <a:lnTo>
                    <a:pt x="3692" y="9845"/>
                  </a:lnTo>
                  <a:cubicBezTo>
                    <a:pt x="3597" y="9845"/>
                    <a:pt x="3525" y="9893"/>
                    <a:pt x="3501" y="9988"/>
                  </a:cubicBezTo>
                  <a:cubicBezTo>
                    <a:pt x="3501" y="10083"/>
                    <a:pt x="3573" y="10178"/>
                    <a:pt x="3644" y="10178"/>
                  </a:cubicBezTo>
                  <a:lnTo>
                    <a:pt x="5645" y="10178"/>
                  </a:lnTo>
                  <a:lnTo>
                    <a:pt x="5645" y="10798"/>
                  </a:lnTo>
                  <a:cubicBezTo>
                    <a:pt x="5645" y="10917"/>
                    <a:pt x="5549" y="10964"/>
                    <a:pt x="5478" y="10964"/>
                  </a:cubicBezTo>
                  <a:lnTo>
                    <a:pt x="501" y="10964"/>
                  </a:lnTo>
                  <a:cubicBezTo>
                    <a:pt x="382" y="10964"/>
                    <a:pt x="310" y="10893"/>
                    <a:pt x="310" y="10798"/>
                  </a:cubicBezTo>
                  <a:lnTo>
                    <a:pt x="310" y="10178"/>
                  </a:lnTo>
                  <a:lnTo>
                    <a:pt x="3001" y="10178"/>
                  </a:lnTo>
                  <a:cubicBezTo>
                    <a:pt x="3073" y="10178"/>
                    <a:pt x="3144" y="10107"/>
                    <a:pt x="3168" y="10012"/>
                  </a:cubicBezTo>
                  <a:cubicBezTo>
                    <a:pt x="3168" y="9940"/>
                    <a:pt x="3120" y="9845"/>
                    <a:pt x="3025" y="9845"/>
                  </a:cubicBezTo>
                  <a:lnTo>
                    <a:pt x="310" y="9845"/>
                  </a:lnTo>
                  <a:lnTo>
                    <a:pt x="310" y="3439"/>
                  </a:lnTo>
                  <a:cubicBezTo>
                    <a:pt x="310" y="3344"/>
                    <a:pt x="263" y="3296"/>
                    <a:pt x="167" y="3248"/>
                  </a:cubicBezTo>
                  <a:cubicBezTo>
                    <a:pt x="72" y="3248"/>
                    <a:pt x="1" y="3320"/>
                    <a:pt x="1" y="3415"/>
                  </a:cubicBezTo>
                  <a:lnTo>
                    <a:pt x="1" y="10869"/>
                  </a:lnTo>
                  <a:cubicBezTo>
                    <a:pt x="1" y="11131"/>
                    <a:pt x="167" y="11298"/>
                    <a:pt x="405" y="11298"/>
                  </a:cubicBezTo>
                  <a:lnTo>
                    <a:pt x="5549" y="11298"/>
                  </a:lnTo>
                  <a:cubicBezTo>
                    <a:pt x="5787" y="11298"/>
                    <a:pt x="5978" y="11107"/>
                    <a:pt x="5978" y="10869"/>
                  </a:cubicBezTo>
                  <a:lnTo>
                    <a:pt x="5978" y="343"/>
                  </a:lnTo>
                  <a:cubicBezTo>
                    <a:pt x="5978" y="136"/>
                    <a:pt x="5834" y="1"/>
                    <a:pt x="56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3" name="Google Shape;20533;p95"/>
          <p:cNvGrpSpPr/>
          <p:nvPr/>
        </p:nvGrpSpPr>
        <p:grpSpPr>
          <a:xfrm>
            <a:off x="7027568" y="2351093"/>
            <a:ext cx="367473" cy="302065"/>
            <a:chOff x="7024486" y="2503493"/>
            <a:chExt cx="367473" cy="302065"/>
          </a:xfrm>
        </p:grpSpPr>
        <p:sp>
          <p:nvSpPr>
            <p:cNvPr id="20534" name="Google Shape;20534;p95"/>
            <p:cNvSpPr/>
            <p:nvPr/>
          </p:nvSpPr>
          <p:spPr>
            <a:xfrm>
              <a:off x="7029944" y="2508168"/>
              <a:ext cx="358124" cy="238226"/>
            </a:xfrm>
            <a:custGeom>
              <a:rect b="b" l="l" r="r" t="t"/>
              <a:pathLst>
                <a:path extrusionOk="0" h="7288" w="10956">
                  <a:moveTo>
                    <a:pt x="453" y="0"/>
                  </a:moveTo>
                  <a:cubicBezTo>
                    <a:pt x="215" y="0"/>
                    <a:pt x="1" y="215"/>
                    <a:pt x="1" y="453"/>
                  </a:cubicBezTo>
                  <a:lnTo>
                    <a:pt x="1" y="6859"/>
                  </a:lnTo>
                  <a:cubicBezTo>
                    <a:pt x="1" y="7097"/>
                    <a:pt x="215" y="7288"/>
                    <a:pt x="453" y="7288"/>
                  </a:cubicBezTo>
                  <a:lnTo>
                    <a:pt x="10503" y="7288"/>
                  </a:lnTo>
                  <a:cubicBezTo>
                    <a:pt x="10741" y="7288"/>
                    <a:pt x="10931" y="7097"/>
                    <a:pt x="10955" y="6859"/>
                  </a:cubicBezTo>
                  <a:lnTo>
                    <a:pt x="10955" y="453"/>
                  </a:lnTo>
                  <a:cubicBezTo>
                    <a:pt x="10955" y="215"/>
                    <a:pt x="10741" y="0"/>
                    <a:pt x="10503"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95"/>
            <p:cNvSpPr/>
            <p:nvPr/>
          </p:nvSpPr>
          <p:spPr>
            <a:xfrm>
              <a:off x="7351426" y="2508168"/>
              <a:ext cx="35858" cy="238226"/>
            </a:xfrm>
            <a:custGeom>
              <a:rect b="b" l="l" r="r" t="t"/>
              <a:pathLst>
                <a:path extrusionOk="0" h="7288" w="1097">
                  <a:moveTo>
                    <a:pt x="1" y="0"/>
                  </a:moveTo>
                  <a:cubicBezTo>
                    <a:pt x="239" y="0"/>
                    <a:pt x="430" y="215"/>
                    <a:pt x="430" y="453"/>
                  </a:cubicBezTo>
                  <a:lnTo>
                    <a:pt x="430" y="6859"/>
                  </a:lnTo>
                  <a:cubicBezTo>
                    <a:pt x="430" y="7097"/>
                    <a:pt x="239" y="7288"/>
                    <a:pt x="1" y="7288"/>
                  </a:cubicBezTo>
                  <a:lnTo>
                    <a:pt x="644" y="7288"/>
                  </a:lnTo>
                  <a:cubicBezTo>
                    <a:pt x="882" y="7288"/>
                    <a:pt x="1096" y="7097"/>
                    <a:pt x="1096" y="6859"/>
                  </a:cubicBezTo>
                  <a:lnTo>
                    <a:pt x="1096" y="453"/>
                  </a:lnTo>
                  <a:cubicBezTo>
                    <a:pt x="1096" y="215"/>
                    <a:pt x="882" y="0"/>
                    <a:pt x="64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95"/>
            <p:cNvSpPr/>
            <p:nvPr/>
          </p:nvSpPr>
          <p:spPr>
            <a:xfrm>
              <a:off x="7029160" y="2508168"/>
              <a:ext cx="358124" cy="116792"/>
            </a:xfrm>
            <a:custGeom>
              <a:rect b="b" l="l" r="r" t="t"/>
              <a:pathLst>
                <a:path extrusionOk="0" h="3573" w="10956">
                  <a:moveTo>
                    <a:pt x="453" y="0"/>
                  </a:moveTo>
                  <a:cubicBezTo>
                    <a:pt x="215" y="0"/>
                    <a:pt x="1" y="215"/>
                    <a:pt x="1" y="453"/>
                  </a:cubicBezTo>
                  <a:lnTo>
                    <a:pt x="1" y="3573"/>
                  </a:lnTo>
                  <a:lnTo>
                    <a:pt x="10955" y="3573"/>
                  </a:lnTo>
                  <a:lnTo>
                    <a:pt x="10955" y="453"/>
                  </a:lnTo>
                  <a:cubicBezTo>
                    <a:pt x="10955" y="215"/>
                    <a:pt x="10741" y="0"/>
                    <a:pt x="1050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95"/>
            <p:cNvSpPr/>
            <p:nvPr/>
          </p:nvSpPr>
          <p:spPr>
            <a:xfrm>
              <a:off x="7351426" y="2508168"/>
              <a:ext cx="35858" cy="116792"/>
            </a:xfrm>
            <a:custGeom>
              <a:rect b="b" l="l" r="r" t="t"/>
              <a:pathLst>
                <a:path extrusionOk="0" h="3573" w="1097">
                  <a:moveTo>
                    <a:pt x="1" y="0"/>
                  </a:moveTo>
                  <a:cubicBezTo>
                    <a:pt x="239" y="0"/>
                    <a:pt x="430" y="215"/>
                    <a:pt x="430" y="453"/>
                  </a:cubicBezTo>
                  <a:lnTo>
                    <a:pt x="430" y="3573"/>
                  </a:lnTo>
                  <a:lnTo>
                    <a:pt x="1096" y="3573"/>
                  </a:lnTo>
                  <a:lnTo>
                    <a:pt x="1096" y="453"/>
                  </a:lnTo>
                  <a:cubicBezTo>
                    <a:pt x="1096" y="215"/>
                    <a:pt x="882" y="0"/>
                    <a:pt x="644"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95"/>
            <p:cNvSpPr/>
            <p:nvPr/>
          </p:nvSpPr>
          <p:spPr>
            <a:xfrm>
              <a:off x="7029944" y="2508168"/>
              <a:ext cx="111366" cy="116792"/>
            </a:xfrm>
            <a:custGeom>
              <a:rect b="b" l="l" r="r" t="t"/>
              <a:pathLst>
                <a:path extrusionOk="0" h="3573" w="3407">
                  <a:moveTo>
                    <a:pt x="453" y="0"/>
                  </a:moveTo>
                  <a:cubicBezTo>
                    <a:pt x="215" y="0"/>
                    <a:pt x="1" y="215"/>
                    <a:pt x="1" y="453"/>
                  </a:cubicBezTo>
                  <a:lnTo>
                    <a:pt x="1" y="3573"/>
                  </a:lnTo>
                  <a:lnTo>
                    <a:pt x="3406" y="3573"/>
                  </a:lnTo>
                  <a:lnTo>
                    <a:pt x="3406" y="0"/>
                  </a:ln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95"/>
            <p:cNvSpPr/>
            <p:nvPr/>
          </p:nvSpPr>
          <p:spPr>
            <a:xfrm>
              <a:off x="7029944" y="2707431"/>
              <a:ext cx="358124" cy="38963"/>
            </a:xfrm>
            <a:custGeom>
              <a:rect b="b" l="l" r="r" t="t"/>
              <a:pathLst>
                <a:path extrusionOk="0" h="1192" w="10956">
                  <a:moveTo>
                    <a:pt x="1" y="1"/>
                  </a:moveTo>
                  <a:lnTo>
                    <a:pt x="1" y="763"/>
                  </a:lnTo>
                  <a:cubicBezTo>
                    <a:pt x="1" y="1001"/>
                    <a:pt x="215" y="1192"/>
                    <a:pt x="453" y="1192"/>
                  </a:cubicBezTo>
                  <a:lnTo>
                    <a:pt x="10503" y="1192"/>
                  </a:lnTo>
                  <a:cubicBezTo>
                    <a:pt x="10741" y="1192"/>
                    <a:pt x="10955" y="1001"/>
                    <a:pt x="10955" y="763"/>
                  </a:cubicBezTo>
                  <a:lnTo>
                    <a:pt x="1095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95"/>
            <p:cNvSpPr/>
            <p:nvPr/>
          </p:nvSpPr>
          <p:spPr>
            <a:xfrm>
              <a:off x="7162296" y="2747146"/>
              <a:ext cx="92636" cy="52169"/>
            </a:xfrm>
            <a:custGeom>
              <a:rect b="b" l="l" r="r" t="t"/>
              <a:pathLst>
                <a:path extrusionOk="0" h="1596" w="2834">
                  <a:moveTo>
                    <a:pt x="214" y="0"/>
                  </a:moveTo>
                  <a:lnTo>
                    <a:pt x="0" y="1596"/>
                  </a:lnTo>
                  <a:lnTo>
                    <a:pt x="2834" y="1596"/>
                  </a:lnTo>
                  <a:lnTo>
                    <a:pt x="25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95"/>
            <p:cNvSpPr/>
            <p:nvPr/>
          </p:nvSpPr>
          <p:spPr>
            <a:xfrm>
              <a:off x="7225350" y="2746361"/>
              <a:ext cx="28830" cy="52954"/>
            </a:xfrm>
            <a:custGeom>
              <a:rect b="b" l="l" r="r" t="t"/>
              <a:pathLst>
                <a:path extrusionOk="0" h="1620" w="882">
                  <a:moveTo>
                    <a:pt x="0" y="1"/>
                  </a:moveTo>
                  <a:lnTo>
                    <a:pt x="214" y="1620"/>
                  </a:lnTo>
                  <a:lnTo>
                    <a:pt x="881" y="1620"/>
                  </a:lnTo>
                  <a:lnTo>
                    <a:pt x="667"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95"/>
            <p:cNvSpPr/>
            <p:nvPr/>
          </p:nvSpPr>
          <p:spPr>
            <a:xfrm>
              <a:off x="7351426" y="2707431"/>
              <a:ext cx="35858" cy="38963"/>
            </a:xfrm>
            <a:custGeom>
              <a:rect b="b" l="l" r="r" t="t"/>
              <a:pathLst>
                <a:path extrusionOk="0" h="1192" w="1097">
                  <a:moveTo>
                    <a:pt x="430" y="1"/>
                  </a:moveTo>
                  <a:lnTo>
                    <a:pt x="430" y="763"/>
                  </a:lnTo>
                  <a:cubicBezTo>
                    <a:pt x="430" y="1001"/>
                    <a:pt x="239" y="1192"/>
                    <a:pt x="1" y="1192"/>
                  </a:cubicBezTo>
                  <a:lnTo>
                    <a:pt x="644" y="1192"/>
                  </a:lnTo>
                  <a:cubicBezTo>
                    <a:pt x="882" y="1192"/>
                    <a:pt x="1096" y="1001"/>
                    <a:pt x="1096" y="763"/>
                  </a:cubicBezTo>
                  <a:lnTo>
                    <a:pt x="1096"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95"/>
            <p:cNvSpPr/>
            <p:nvPr/>
          </p:nvSpPr>
          <p:spPr>
            <a:xfrm>
              <a:off x="7069660" y="2653725"/>
              <a:ext cx="50633" cy="24941"/>
            </a:xfrm>
            <a:custGeom>
              <a:rect b="b" l="l" r="r" t="t"/>
              <a:pathLst>
                <a:path extrusionOk="0" h="763" w="1549">
                  <a:moveTo>
                    <a:pt x="429" y="1"/>
                  </a:moveTo>
                  <a:cubicBezTo>
                    <a:pt x="214" y="1"/>
                    <a:pt x="72" y="144"/>
                    <a:pt x="48" y="358"/>
                  </a:cubicBezTo>
                  <a:cubicBezTo>
                    <a:pt x="0" y="572"/>
                    <a:pt x="191" y="763"/>
                    <a:pt x="429" y="763"/>
                  </a:cubicBezTo>
                  <a:lnTo>
                    <a:pt x="1143" y="763"/>
                  </a:lnTo>
                  <a:cubicBezTo>
                    <a:pt x="1358" y="763"/>
                    <a:pt x="1500" y="620"/>
                    <a:pt x="1524" y="405"/>
                  </a:cubicBezTo>
                  <a:cubicBezTo>
                    <a:pt x="1548" y="167"/>
                    <a:pt x="1381" y="1"/>
                    <a:pt x="114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95"/>
            <p:cNvSpPr/>
            <p:nvPr/>
          </p:nvSpPr>
          <p:spPr>
            <a:xfrm>
              <a:off x="7145920" y="2653725"/>
              <a:ext cx="50633" cy="24941"/>
            </a:xfrm>
            <a:custGeom>
              <a:rect b="b" l="l" r="r" t="t"/>
              <a:pathLst>
                <a:path extrusionOk="0" h="763" w="1549">
                  <a:moveTo>
                    <a:pt x="406" y="1"/>
                  </a:moveTo>
                  <a:cubicBezTo>
                    <a:pt x="215" y="1"/>
                    <a:pt x="49" y="144"/>
                    <a:pt x="25" y="358"/>
                  </a:cubicBezTo>
                  <a:cubicBezTo>
                    <a:pt x="1" y="572"/>
                    <a:pt x="168" y="763"/>
                    <a:pt x="406" y="763"/>
                  </a:cubicBezTo>
                  <a:lnTo>
                    <a:pt x="1120" y="763"/>
                  </a:lnTo>
                  <a:cubicBezTo>
                    <a:pt x="1335" y="763"/>
                    <a:pt x="1477" y="620"/>
                    <a:pt x="1525" y="405"/>
                  </a:cubicBezTo>
                  <a:cubicBezTo>
                    <a:pt x="1549" y="167"/>
                    <a:pt x="1358" y="1"/>
                    <a:pt x="1120"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95"/>
            <p:cNvSpPr/>
            <p:nvPr/>
          </p:nvSpPr>
          <p:spPr>
            <a:xfrm>
              <a:off x="7221428" y="2653725"/>
              <a:ext cx="50633" cy="24941"/>
            </a:xfrm>
            <a:custGeom>
              <a:rect b="b" l="l" r="r" t="t"/>
              <a:pathLst>
                <a:path extrusionOk="0" h="763" w="1549">
                  <a:moveTo>
                    <a:pt x="430" y="1"/>
                  </a:moveTo>
                  <a:cubicBezTo>
                    <a:pt x="215" y="1"/>
                    <a:pt x="72" y="144"/>
                    <a:pt x="49" y="358"/>
                  </a:cubicBezTo>
                  <a:cubicBezTo>
                    <a:pt x="1" y="572"/>
                    <a:pt x="191" y="763"/>
                    <a:pt x="430" y="763"/>
                  </a:cubicBezTo>
                  <a:lnTo>
                    <a:pt x="1144" y="763"/>
                  </a:lnTo>
                  <a:cubicBezTo>
                    <a:pt x="1311" y="763"/>
                    <a:pt x="1501" y="620"/>
                    <a:pt x="1525" y="405"/>
                  </a:cubicBezTo>
                  <a:cubicBezTo>
                    <a:pt x="1549" y="167"/>
                    <a:pt x="1382" y="1"/>
                    <a:pt x="1144"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95"/>
            <p:cNvSpPr/>
            <p:nvPr/>
          </p:nvSpPr>
          <p:spPr>
            <a:xfrm>
              <a:off x="7296936" y="2653725"/>
              <a:ext cx="50633" cy="24941"/>
            </a:xfrm>
            <a:custGeom>
              <a:rect b="b" l="l" r="r" t="t"/>
              <a:pathLst>
                <a:path extrusionOk="0" h="763" w="1549">
                  <a:moveTo>
                    <a:pt x="406" y="1"/>
                  </a:moveTo>
                  <a:cubicBezTo>
                    <a:pt x="191" y="1"/>
                    <a:pt x="49" y="144"/>
                    <a:pt x="25" y="358"/>
                  </a:cubicBezTo>
                  <a:cubicBezTo>
                    <a:pt x="1" y="572"/>
                    <a:pt x="168" y="763"/>
                    <a:pt x="406" y="763"/>
                  </a:cubicBezTo>
                  <a:lnTo>
                    <a:pt x="1120" y="763"/>
                  </a:lnTo>
                  <a:cubicBezTo>
                    <a:pt x="1335" y="763"/>
                    <a:pt x="1501" y="620"/>
                    <a:pt x="1501" y="405"/>
                  </a:cubicBezTo>
                  <a:cubicBezTo>
                    <a:pt x="1549" y="167"/>
                    <a:pt x="1358" y="1"/>
                    <a:pt x="1120"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95"/>
            <p:cNvSpPr/>
            <p:nvPr/>
          </p:nvSpPr>
          <p:spPr>
            <a:xfrm>
              <a:off x="7318738" y="2671638"/>
              <a:ext cx="49848" cy="50437"/>
            </a:xfrm>
            <a:custGeom>
              <a:rect b="b" l="l" r="r" t="t"/>
              <a:pathLst>
                <a:path extrusionOk="0" h="1543" w="1525">
                  <a:moveTo>
                    <a:pt x="120" y="0"/>
                  </a:moveTo>
                  <a:cubicBezTo>
                    <a:pt x="72" y="0"/>
                    <a:pt x="1" y="24"/>
                    <a:pt x="48" y="96"/>
                  </a:cubicBezTo>
                  <a:lnTo>
                    <a:pt x="215" y="1096"/>
                  </a:lnTo>
                  <a:cubicBezTo>
                    <a:pt x="230" y="1171"/>
                    <a:pt x="283" y="1218"/>
                    <a:pt x="345" y="1218"/>
                  </a:cubicBezTo>
                  <a:cubicBezTo>
                    <a:pt x="380" y="1218"/>
                    <a:pt x="418" y="1202"/>
                    <a:pt x="453" y="1167"/>
                  </a:cubicBezTo>
                  <a:lnTo>
                    <a:pt x="572" y="1072"/>
                  </a:lnTo>
                  <a:lnTo>
                    <a:pt x="1025" y="1524"/>
                  </a:lnTo>
                  <a:cubicBezTo>
                    <a:pt x="1037" y="1536"/>
                    <a:pt x="1061" y="1542"/>
                    <a:pt x="1087" y="1542"/>
                  </a:cubicBezTo>
                  <a:cubicBezTo>
                    <a:pt x="1114" y="1542"/>
                    <a:pt x="1144" y="1536"/>
                    <a:pt x="1168" y="1524"/>
                  </a:cubicBezTo>
                  <a:lnTo>
                    <a:pt x="1501" y="1191"/>
                  </a:lnTo>
                  <a:cubicBezTo>
                    <a:pt x="1525" y="1167"/>
                    <a:pt x="1525" y="1096"/>
                    <a:pt x="1501" y="1048"/>
                  </a:cubicBezTo>
                  <a:lnTo>
                    <a:pt x="1049" y="596"/>
                  </a:lnTo>
                  <a:lnTo>
                    <a:pt x="1049" y="572"/>
                  </a:lnTo>
                  <a:lnTo>
                    <a:pt x="1192" y="429"/>
                  </a:lnTo>
                  <a:cubicBezTo>
                    <a:pt x="1287" y="334"/>
                    <a:pt x="1239" y="215"/>
                    <a:pt x="1144" y="191"/>
                  </a:cubicBezTo>
                  <a:lnTo>
                    <a:pt x="120"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95"/>
            <p:cNvSpPr/>
            <p:nvPr/>
          </p:nvSpPr>
          <p:spPr>
            <a:xfrm>
              <a:off x="7064201" y="2543176"/>
              <a:ext cx="47528" cy="46743"/>
            </a:xfrm>
            <a:custGeom>
              <a:rect b="b" l="l" r="r" t="t"/>
              <a:pathLst>
                <a:path extrusionOk="0" h="1430" w="1454">
                  <a:moveTo>
                    <a:pt x="715" y="334"/>
                  </a:moveTo>
                  <a:cubicBezTo>
                    <a:pt x="929" y="334"/>
                    <a:pt x="1096" y="525"/>
                    <a:pt x="1096" y="715"/>
                  </a:cubicBezTo>
                  <a:cubicBezTo>
                    <a:pt x="1096" y="763"/>
                    <a:pt x="1096" y="811"/>
                    <a:pt x="1072" y="834"/>
                  </a:cubicBezTo>
                  <a:lnTo>
                    <a:pt x="882" y="668"/>
                  </a:lnTo>
                  <a:cubicBezTo>
                    <a:pt x="858" y="632"/>
                    <a:pt x="816" y="614"/>
                    <a:pt x="771" y="614"/>
                  </a:cubicBezTo>
                  <a:cubicBezTo>
                    <a:pt x="727" y="614"/>
                    <a:pt x="679" y="632"/>
                    <a:pt x="643" y="668"/>
                  </a:cubicBezTo>
                  <a:cubicBezTo>
                    <a:pt x="596" y="715"/>
                    <a:pt x="596" y="834"/>
                    <a:pt x="643" y="906"/>
                  </a:cubicBezTo>
                  <a:lnTo>
                    <a:pt x="834" y="1073"/>
                  </a:lnTo>
                  <a:cubicBezTo>
                    <a:pt x="786" y="1120"/>
                    <a:pt x="739" y="1120"/>
                    <a:pt x="691" y="1120"/>
                  </a:cubicBezTo>
                  <a:cubicBezTo>
                    <a:pt x="477" y="1120"/>
                    <a:pt x="286" y="930"/>
                    <a:pt x="286" y="715"/>
                  </a:cubicBezTo>
                  <a:cubicBezTo>
                    <a:pt x="286" y="525"/>
                    <a:pt x="501" y="334"/>
                    <a:pt x="715" y="334"/>
                  </a:cubicBezTo>
                  <a:close/>
                  <a:moveTo>
                    <a:pt x="715" y="1"/>
                  </a:moveTo>
                  <a:cubicBezTo>
                    <a:pt x="310" y="1"/>
                    <a:pt x="0" y="334"/>
                    <a:pt x="0" y="715"/>
                  </a:cubicBezTo>
                  <a:cubicBezTo>
                    <a:pt x="0" y="1120"/>
                    <a:pt x="334" y="1430"/>
                    <a:pt x="715" y="1430"/>
                  </a:cubicBezTo>
                  <a:cubicBezTo>
                    <a:pt x="858" y="1430"/>
                    <a:pt x="977" y="1406"/>
                    <a:pt x="1096" y="1311"/>
                  </a:cubicBezTo>
                  <a:lnTo>
                    <a:pt x="1167" y="1382"/>
                  </a:lnTo>
                  <a:cubicBezTo>
                    <a:pt x="1191" y="1406"/>
                    <a:pt x="1239" y="1430"/>
                    <a:pt x="1286" y="1430"/>
                  </a:cubicBezTo>
                  <a:cubicBezTo>
                    <a:pt x="1310" y="1430"/>
                    <a:pt x="1358" y="1406"/>
                    <a:pt x="1382" y="1382"/>
                  </a:cubicBezTo>
                  <a:cubicBezTo>
                    <a:pt x="1453" y="1311"/>
                    <a:pt x="1453" y="1192"/>
                    <a:pt x="1382" y="1144"/>
                  </a:cubicBezTo>
                  <a:lnTo>
                    <a:pt x="1334" y="1073"/>
                  </a:lnTo>
                  <a:cubicBezTo>
                    <a:pt x="1382" y="954"/>
                    <a:pt x="1429" y="834"/>
                    <a:pt x="1429" y="715"/>
                  </a:cubicBezTo>
                  <a:cubicBezTo>
                    <a:pt x="1429" y="334"/>
                    <a:pt x="1096" y="1"/>
                    <a:pt x="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95"/>
            <p:cNvSpPr/>
            <p:nvPr/>
          </p:nvSpPr>
          <p:spPr>
            <a:xfrm>
              <a:off x="7064201" y="2648266"/>
              <a:ext cx="61518" cy="36643"/>
            </a:xfrm>
            <a:custGeom>
              <a:rect b="b" l="l" r="r" t="t"/>
              <a:pathLst>
                <a:path extrusionOk="0" h="1121" w="1882">
                  <a:moveTo>
                    <a:pt x="1286" y="358"/>
                  </a:moveTo>
                  <a:cubicBezTo>
                    <a:pt x="1406" y="358"/>
                    <a:pt x="1477" y="453"/>
                    <a:pt x="1525" y="549"/>
                  </a:cubicBezTo>
                  <a:cubicBezTo>
                    <a:pt x="1548" y="668"/>
                    <a:pt x="1429" y="787"/>
                    <a:pt x="1310" y="787"/>
                  </a:cubicBezTo>
                  <a:lnTo>
                    <a:pt x="596" y="787"/>
                  </a:lnTo>
                  <a:cubicBezTo>
                    <a:pt x="477" y="787"/>
                    <a:pt x="381" y="692"/>
                    <a:pt x="358" y="596"/>
                  </a:cubicBezTo>
                  <a:cubicBezTo>
                    <a:pt x="334" y="453"/>
                    <a:pt x="453" y="358"/>
                    <a:pt x="572" y="358"/>
                  </a:cubicBezTo>
                  <a:close/>
                  <a:moveTo>
                    <a:pt x="596" y="1"/>
                  </a:moveTo>
                  <a:cubicBezTo>
                    <a:pt x="262" y="1"/>
                    <a:pt x="0" y="287"/>
                    <a:pt x="24" y="596"/>
                  </a:cubicBezTo>
                  <a:cubicBezTo>
                    <a:pt x="48" y="906"/>
                    <a:pt x="286" y="1120"/>
                    <a:pt x="572" y="1120"/>
                  </a:cubicBezTo>
                  <a:lnTo>
                    <a:pt x="1310" y="1120"/>
                  </a:lnTo>
                  <a:cubicBezTo>
                    <a:pt x="1596" y="1120"/>
                    <a:pt x="1834" y="882"/>
                    <a:pt x="1834" y="572"/>
                  </a:cubicBezTo>
                  <a:cubicBezTo>
                    <a:pt x="1882" y="239"/>
                    <a:pt x="159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95"/>
            <p:cNvSpPr/>
            <p:nvPr/>
          </p:nvSpPr>
          <p:spPr>
            <a:xfrm>
              <a:off x="7139709" y="2648266"/>
              <a:ext cx="61518" cy="36643"/>
            </a:xfrm>
            <a:custGeom>
              <a:rect b="b" l="l" r="r" t="t"/>
              <a:pathLst>
                <a:path extrusionOk="0" h="1121" w="1882">
                  <a:moveTo>
                    <a:pt x="1286" y="358"/>
                  </a:moveTo>
                  <a:cubicBezTo>
                    <a:pt x="1406" y="358"/>
                    <a:pt x="1501" y="453"/>
                    <a:pt x="1525" y="549"/>
                  </a:cubicBezTo>
                  <a:cubicBezTo>
                    <a:pt x="1548" y="668"/>
                    <a:pt x="1429" y="787"/>
                    <a:pt x="1310" y="787"/>
                  </a:cubicBezTo>
                  <a:lnTo>
                    <a:pt x="596" y="787"/>
                  </a:lnTo>
                  <a:cubicBezTo>
                    <a:pt x="477" y="787"/>
                    <a:pt x="405" y="692"/>
                    <a:pt x="358" y="596"/>
                  </a:cubicBezTo>
                  <a:cubicBezTo>
                    <a:pt x="334" y="453"/>
                    <a:pt x="453" y="358"/>
                    <a:pt x="572" y="358"/>
                  </a:cubicBezTo>
                  <a:close/>
                  <a:moveTo>
                    <a:pt x="596" y="1"/>
                  </a:moveTo>
                  <a:cubicBezTo>
                    <a:pt x="286" y="1"/>
                    <a:pt x="0" y="287"/>
                    <a:pt x="48" y="596"/>
                  </a:cubicBezTo>
                  <a:cubicBezTo>
                    <a:pt x="72" y="906"/>
                    <a:pt x="310" y="1120"/>
                    <a:pt x="572" y="1120"/>
                  </a:cubicBezTo>
                  <a:lnTo>
                    <a:pt x="1286" y="1120"/>
                  </a:lnTo>
                  <a:cubicBezTo>
                    <a:pt x="1620" y="1120"/>
                    <a:pt x="1882" y="834"/>
                    <a:pt x="1858" y="525"/>
                  </a:cubicBezTo>
                  <a:cubicBezTo>
                    <a:pt x="1858" y="215"/>
                    <a:pt x="1620"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95"/>
            <p:cNvSpPr/>
            <p:nvPr/>
          </p:nvSpPr>
          <p:spPr>
            <a:xfrm>
              <a:off x="7216002" y="2648266"/>
              <a:ext cx="61518" cy="36643"/>
            </a:xfrm>
            <a:custGeom>
              <a:rect b="b" l="l" r="r" t="t"/>
              <a:pathLst>
                <a:path extrusionOk="0" h="1121" w="1882">
                  <a:moveTo>
                    <a:pt x="1286" y="358"/>
                  </a:moveTo>
                  <a:cubicBezTo>
                    <a:pt x="1405" y="358"/>
                    <a:pt x="1477" y="453"/>
                    <a:pt x="1524" y="549"/>
                  </a:cubicBezTo>
                  <a:cubicBezTo>
                    <a:pt x="1548" y="668"/>
                    <a:pt x="1429" y="787"/>
                    <a:pt x="1310" y="787"/>
                  </a:cubicBezTo>
                  <a:lnTo>
                    <a:pt x="596" y="787"/>
                  </a:lnTo>
                  <a:cubicBezTo>
                    <a:pt x="477" y="787"/>
                    <a:pt x="381" y="692"/>
                    <a:pt x="357" y="596"/>
                  </a:cubicBezTo>
                  <a:cubicBezTo>
                    <a:pt x="334" y="453"/>
                    <a:pt x="453" y="358"/>
                    <a:pt x="572" y="358"/>
                  </a:cubicBezTo>
                  <a:close/>
                  <a:moveTo>
                    <a:pt x="596" y="1"/>
                  </a:moveTo>
                  <a:cubicBezTo>
                    <a:pt x="262" y="1"/>
                    <a:pt x="0" y="287"/>
                    <a:pt x="24" y="596"/>
                  </a:cubicBezTo>
                  <a:cubicBezTo>
                    <a:pt x="48" y="906"/>
                    <a:pt x="286" y="1120"/>
                    <a:pt x="572" y="1120"/>
                  </a:cubicBezTo>
                  <a:lnTo>
                    <a:pt x="1286" y="1120"/>
                  </a:lnTo>
                  <a:cubicBezTo>
                    <a:pt x="1596" y="1120"/>
                    <a:pt x="1882" y="834"/>
                    <a:pt x="1834" y="525"/>
                  </a:cubicBezTo>
                  <a:cubicBezTo>
                    <a:pt x="1810" y="215"/>
                    <a:pt x="1572"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95"/>
            <p:cNvSpPr/>
            <p:nvPr/>
          </p:nvSpPr>
          <p:spPr>
            <a:xfrm>
              <a:off x="7174750" y="2536181"/>
              <a:ext cx="181383" cy="10950"/>
            </a:xfrm>
            <a:custGeom>
              <a:rect b="b" l="l" r="r" t="t"/>
              <a:pathLst>
                <a:path extrusionOk="0" h="335" w="5549">
                  <a:moveTo>
                    <a:pt x="214" y="1"/>
                  </a:moveTo>
                  <a:cubicBezTo>
                    <a:pt x="119" y="1"/>
                    <a:pt x="72" y="72"/>
                    <a:pt x="48" y="167"/>
                  </a:cubicBezTo>
                  <a:cubicBezTo>
                    <a:pt x="0" y="286"/>
                    <a:pt x="95" y="334"/>
                    <a:pt x="191" y="334"/>
                  </a:cubicBezTo>
                  <a:lnTo>
                    <a:pt x="5358" y="334"/>
                  </a:lnTo>
                  <a:cubicBezTo>
                    <a:pt x="5454" y="334"/>
                    <a:pt x="5525" y="286"/>
                    <a:pt x="5549" y="191"/>
                  </a:cubicBezTo>
                  <a:cubicBezTo>
                    <a:pt x="5549" y="96"/>
                    <a:pt x="5477" y="1"/>
                    <a:pt x="5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95"/>
            <p:cNvSpPr/>
            <p:nvPr/>
          </p:nvSpPr>
          <p:spPr>
            <a:xfrm>
              <a:off x="7176286" y="2561873"/>
              <a:ext cx="179847" cy="10918"/>
            </a:xfrm>
            <a:custGeom>
              <a:rect b="b" l="l" r="r" t="t"/>
              <a:pathLst>
                <a:path extrusionOk="0" h="334" w="5502">
                  <a:moveTo>
                    <a:pt x="167" y="1"/>
                  </a:moveTo>
                  <a:cubicBezTo>
                    <a:pt x="72" y="1"/>
                    <a:pt x="25" y="48"/>
                    <a:pt x="1" y="143"/>
                  </a:cubicBezTo>
                  <a:cubicBezTo>
                    <a:pt x="1" y="239"/>
                    <a:pt x="48" y="334"/>
                    <a:pt x="144" y="334"/>
                  </a:cubicBezTo>
                  <a:lnTo>
                    <a:pt x="5311" y="334"/>
                  </a:lnTo>
                  <a:cubicBezTo>
                    <a:pt x="5407" y="334"/>
                    <a:pt x="5502" y="239"/>
                    <a:pt x="5478" y="143"/>
                  </a:cubicBezTo>
                  <a:cubicBezTo>
                    <a:pt x="5478" y="72"/>
                    <a:pt x="5383" y="1"/>
                    <a:pt x="53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95"/>
            <p:cNvSpPr/>
            <p:nvPr/>
          </p:nvSpPr>
          <p:spPr>
            <a:xfrm>
              <a:off x="7174750" y="2587565"/>
              <a:ext cx="60733" cy="10133"/>
            </a:xfrm>
            <a:custGeom>
              <a:rect b="b" l="l" r="r" t="t"/>
              <a:pathLst>
                <a:path extrusionOk="0" h="310" w="1858">
                  <a:moveTo>
                    <a:pt x="191" y="0"/>
                  </a:moveTo>
                  <a:cubicBezTo>
                    <a:pt x="95" y="0"/>
                    <a:pt x="48" y="48"/>
                    <a:pt x="0" y="143"/>
                  </a:cubicBezTo>
                  <a:cubicBezTo>
                    <a:pt x="0" y="239"/>
                    <a:pt x="72" y="310"/>
                    <a:pt x="167" y="310"/>
                  </a:cubicBezTo>
                  <a:lnTo>
                    <a:pt x="1643" y="310"/>
                  </a:lnTo>
                  <a:cubicBezTo>
                    <a:pt x="1739" y="310"/>
                    <a:pt x="1786" y="262"/>
                    <a:pt x="1834" y="167"/>
                  </a:cubicBezTo>
                  <a:cubicBezTo>
                    <a:pt x="1858" y="72"/>
                    <a:pt x="1762" y="0"/>
                    <a:pt x="1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95"/>
            <p:cNvSpPr/>
            <p:nvPr/>
          </p:nvSpPr>
          <p:spPr>
            <a:xfrm>
              <a:off x="7024486" y="2503493"/>
              <a:ext cx="367473" cy="302065"/>
            </a:xfrm>
            <a:custGeom>
              <a:rect b="b" l="l" r="r" t="t"/>
              <a:pathLst>
                <a:path extrusionOk="0" h="9241" w="11242">
                  <a:moveTo>
                    <a:pt x="3383" y="334"/>
                  </a:moveTo>
                  <a:lnTo>
                    <a:pt x="3383" y="3573"/>
                  </a:lnTo>
                  <a:lnTo>
                    <a:pt x="311" y="3573"/>
                  </a:lnTo>
                  <a:lnTo>
                    <a:pt x="311" y="620"/>
                  </a:lnTo>
                  <a:cubicBezTo>
                    <a:pt x="311" y="453"/>
                    <a:pt x="430" y="334"/>
                    <a:pt x="596" y="334"/>
                  </a:cubicBezTo>
                  <a:close/>
                  <a:moveTo>
                    <a:pt x="9479" y="4787"/>
                  </a:moveTo>
                  <a:cubicBezTo>
                    <a:pt x="9598" y="4787"/>
                    <a:pt x="9717" y="4882"/>
                    <a:pt x="9717" y="5025"/>
                  </a:cubicBezTo>
                  <a:cubicBezTo>
                    <a:pt x="9717" y="5097"/>
                    <a:pt x="9693" y="5121"/>
                    <a:pt x="9670" y="5144"/>
                  </a:cubicBezTo>
                  <a:lnTo>
                    <a:pt x="9146" y="5049"/>
                  </a:lnTo>
                  <a:cubicBezTo>
                    <a:pt x="9074" y="5049"/>
                    <a:pt x="8979" y="5049"/>
                    <a:pt x="8955" y="5121"/>
                  </a:cubicBezTo>
                  <a:cubicBezTo>
                    <a:pt x="8908" y="5144"/>
                    <a:pt x="8884" y="5168"/>
                    <a:pt x="8884" y="5216"/>
                  </a:cubicBezTo>
                  <a:lnTo>
                    <a:pt x="8741" y="5216"/>
                  </a:lnTo>
                  <a:cubicBezTo>
                    <a:pt x="8622" y="5216"/>
                    <a:pt x="8503" y="5097"/>
                    <a:pt x="8526" y="4978"/>
                  </a:cubicBezTo>
                  <a:cubicBezTo>
                    <a:pt x="8550" y="4859"/>
                    <a:pt x="8646" y="4787"/>
                    <a:pt x="8765" y="4787"/>
                  </a:cubicBezTo>
                  <a:close/>
                  <a:moveTo>
                    <a:pt x="10622" y="286"/>
                  </a:moveTo>
                  <a:cubicBezTo>
                    <a:pt x="10765" y="286"/>
                    <a:pt x="10884" y="405"/>
                    <a:pt x="10884" y="572"/>
                  </a:cubicBezTo>
                  <a:lnTo>
                    <a:pt x="10884" y="3501"/>
                  </a:lnTo>
                  <a:lnTo>
                    <a:pt x="7193" y="3501"/>
                  </a:lnTo>
                  <a:cubicBezTo>
                    <a:pt x="7098" y="3501"/>
                    <a:pt x="7050" y="3573"/>
                    <a:pt x="7026" y="3668"/>
                  </a:cubicBezTo>
                  <a:cubicBezTo>
                    <a:pt x="7026" y="3739"/>
                    <a:pt x="7074" y="3835"/>
                    <a:pt x="7169" y="3835"/>
                  </a:cubicBezTo>
                  <a:lnTo>
                    <a:pt x="10908" y="3835"/>
                  </a:lnTo>
                  <a:lnTo>
                    <a:pt x="10908" y="6073"/>
                  </a:lnTo>
                  <a:lnTo>
                    <a:pt x="10598" y="6097"/>
                  </a:lnTo>
                  <a:lnTo>
                    <a:pt x="10265" y="5764"/>
                  </a:lnTo>
                  <a:lnTo>
                    <a:pt x="10289" y="5740"/>
                  </a:lnTo>
                  <a:cubicBezTo>
                    <a:pt x="10360" y="5692"/>
                    <a:pt x="10384" y="5597"/>
                    <a:pt x="10384" y="5502"/>
                  </a:cubicBezTo>
                  <a:cubicBezTo>
                    <a:pt x="10384" y="5359"/>
                    <a:pt x="10265" y="5263"/>
                    <a:pt x="10146" y="5240"/>
                  </a:cubicBezTo>
                  <a:lnTo>
                    <a:pt x="9955" y="5216"/>
                  </a:lnTo>
                  <a:cubicBezTo>
                    <a:pt x="10003" y="5144"/>
                    <a:pt x="10003" y="5049"/>
                    <a:pt x="10003" y="5001"/>
                  </a:cubicBezTo>
                  <a:cubicBezTo>
                    <a:pt x="10003" y="4692"/>
                    <a:pt x="9765" y="4430"/>
                    <a:pt x="9431" y="4430"/>
                  </a:cubicBezTo>
                  <a:lnTo>
                    <a:pt x="8717" y="4430"/>
                  </a:lnTo>
                  <a:cubicBezTo>
                    <a:pt x="8384" y="4430"/>
                    <a:pt x="8122" y="4692"/>
                    <a:pt x="8145" y="5025"/>
                  </a:cubicBezTo>
                  <a:cubicBezTo>
                    <a:pt x="8169" y="5335"/>
                    <a:pt x="8407" y="5525"/>
                    <a:pt x="8693" y="5525"/>
                  </a:cubicBezTo>
                  <a:lnTo>
                    <a:pt x="8836" y="5525"/>
                  </a:lnTo>
                  <a:lnTo>
                    <a:pt x="8931" y="6097"/>
                  </a:lnTo>
                  <a:lnTo>
                    <a:pt x="287" y="6097"/>
                  </a:lnTo>
                  <a:lnTo>
                    <a:pt x="287" y="3858"/>
                  </a:lnTo>
                  <a:lnTo>
                    <a:pt x="6478" y="3858"/>
                  </a:lnTo>
                  <a:cubicBezTo>
                    <a:pt x="6574" y="3858"/>
                    <a:pt x="6621" y="3811"/>
                    <a:pt x="6669" y="3716"/>
                  </a:cubicBezTo>
                  <a:cubicBezTo>
                    <a:pt x="6669" y="3620"/>
                    <a:pt x="6598" y="3549"/>
                    <a:pt x="6502" y="3549"/>
                  </a:cubicBezTo>
                  <a:lnTo>
                    <a:pt x="3692" y="3549"/>
                  </a:lnTo>
                  <a:lnTo>
                    <a:pt x="3692" y="286"/>
                  </a:lnTo>
                  <a:close/>
                  <a:moveTo>
                    <a:pt x="9217" y="5383"/>
                  </a:moveTo>
                  <a:lnTo>
                    <a:pt x="10074" y="5549"/>
                  </a:lnTo>
                  <a:lnTo>
                    <a:pt x="9955" y="5644"/>
                  </a:lnTo>
                  <a:cubicBezTo>
                    <a:pt x="9908" y="5716"/>
                    <a:pt x="9908" y="5835"/>
                    <a:pt x="9955" y="5930"/>
                  </a:cubicBezTo>
                  <a:lnTo>
                    <a:pt x="10360" y="6311"/>
                  </a:lnTo>
                  <a:lnTo>
                    <a:pt x="10122" y="6526"/>
                  </a:lnTo>
                  <a:lnTo>
                    <a:pt x="9717" y="6145"/>
                  </a:lnTo>
                  <a:cubicBezTo>
                    <a:pt x="9693" y="6097"/>
                    <a:pt x="9646" y="6073"/>
                    <a:pt x="9598" y="6073"/>
                  </a:cubicBezTo>
                  <a:cubicBezTo>
                    <a:pt x="9574" y="6073"/>
                    <a:pt x="9527" y="6097"/>
                    <a:pt x="9479" y="6145"/>
                  </a:cubicBezTo>
                  <a:lnTo>
                    <a:pt x="9360" y="6240"/>
                  </a:lnTo>
                  <a:lnTo>
                    <a:pt x="9217" y="5383"/>
                  </a:lnTo>
                  <a:close/>
                  <a:moveTo>
                    <a:pt x="6669" y="7597"/>
                  </a:moveTo>
                  <a:lnTo>
                    <a:pt x="6836" y="8883"/>
                  </a:lnTo>
                  <a:lnTo>
                    <a:pt x="4383" y="8883"/>
                  </a:lnTo>
                  <a:lnTo>
                    <a:pt x="4573" y="7597"/>
                  </a:lnTo>
                  <a:close/>
                  <a:moveTo>
                    <a:pt x="596" y="0"/>
                  </a:moveTo>
                  <a:cubicBezTo>
                    <a:pt x="263" y="0"/>
                    <a:pt x="1" y="262"/>
                    <a:pt x="1" y="596"/>
                  </a:cubicBezTo>
                  <a:lnTo>
                    <a:pt x="1" y="7431"/>
                  </a:lnTo>
                  <a:cubicBezTo>
                    <a:pt x="1" y="7526"/>
                    <a:pt x="49" y="7621"/>
                    <a:pt x="168" y="7621"/>
                  </a:cubicBezTo>
                  <a:lnTo>
                    <a:pt x="1930" y="7621"/>
                  </a:lnTo>
                  <a:cubicBezTo>
                    <a:pt x="2073" y="7502"/>
                    <a:pt x="1978" y="7335"/>
                    <a:pt x="1835" y="7335"/>
                  </a:cubicBezTo>
                  <a:lnTo>
                    <a:pt x="620" y="7335"/>
                  </a:lnTo>
                  <a:cubicBezTo>
                    <a:pt x="477" y="7335"/>
                    <a:pt x="358" y="7216"/>
                    <a:pt x="358" y="7050"/>
                  </a:cubicBezTo>
                  <a:lnTo>
                    <a:pt x="358" y="6454"/>
                  </a:lnTo>
                  <a:lnTo>
                    <a:pt x="9074" y="6454"/>
                  </a:lnTo>
                  <a:cubicBezTo>
                    <a:pt x="9098" y="6549"/>
                    <a:pt x="9193" y="6621"/>
                    <a:pt x="9289" y="6621"/>
                  </a:cubicBezTo>
                  <a:cubicBezTo>
                    <a:pt x="9305" y="6626"/>
                    <a:pt x="9325" y="6629"/>
                    <a:pt x="9346" y="6629"/>
                  </a:cubicBezTo>
                  <a:cubicBezTo>
                    <a:pt x="9414" y="6629"/>
                    <a:pt x="9496" y="6598"/>
                    <a:pt x="9551" y="6526"/>
                  </a:cubicBezTo>
                  <a:lnTo>
                    <a:pt x="9574" y="6502"/>
                  </a:lnTo>
                  <a:lnTo>
                    <a:pt x="9932" y="6835"/>
                  </a:lnTo>
                  <a:cubicBezTo>
                    <a:pt x="10003" y="6907"/>
                    <a:pt x="10074" y="6930"/>
                    <a:pt x="10146" y="6930"/>
                  </a:cubicBezTo>
                  <a:cubicBezTo>
                    <a:pt x="10194" y="6930"/>
                    <a:pt x="10265" y="6907"/>
                    <a:pt x="10289" y="6835"/>
                  </a:cubicBezTo>
                  <a:lnTo>
                    <a:pt x="10598" y="6526"/>
                  </a:lnTo>
                  <a:cubicBezTo>
                    <a:pt x="10622" y="6478"/>
                    <a:pt x="10622" y="6478"/>
                    <a:pt x="10622" y="6454"/>
                  </a:cubicBezTo>
                  <a:lnTo>
                    <a:pt x="10884" y="6454"/>
                  </a:lnTo>
                  <a:lnTo>
                    <a:pt x="10884" y="7121"/>
                  </a:lnTo>
                  <a:cubicBezTo>
                    <a:pt x="10884" y="7192"/>
                    <a:pt x="10789" y="7288"/>
                    <a:pt x="10717" y="7288"/>
                  </a:cubicBezTo>
                  <a:lnTo>
                    <a:pt x="2406" y="7288"/>
                  </a:lnTo>
                  <a:cubicBezTo>
                    <a:pt x="2382" y="7288"/>
                    <a:pt x="2335" y="7288"/>
                    <a:pt x="2311" y="7335"/>
                  </a:cubicBezTo>
                  <a:cubicBezTo>
                    <a:pt x="2192" y="7478"/>
                    <a:pt x="2311" y="7621"/>
                    <a:pt x="2430" y="7621"/>
                  </a:cubicBezTo>
                  <a:lnTo>
                    <a:pt x="4192" y="7621"/>
                  </a:lnTo>
                  <a:lnTo>
                    <a:pt x="4002" y="8907"/>
                  </a:lnTo>
                  <a:lnTo>
                    <a:pt x="3478" y="8907"/>
                  </a:lnTo>
                  <a:cubicBezTo>
                    <a:pt x="3383" y="8907"/>
                    <a:pt x="3335" y="8955"/>
                    <a:pt x="3287" y="9050"/>
                  </a:cubicBezTo>
                  <a:cubicBezTo>
                    <a:pt x="3287" y="9145"/>
                    <a:pt x="3359" y="9240"/>
                    <a:pt x="3454" y="9240"/>
                  </a:cubicBezTo>
                  <a:lnTo>
                    <a:pt x="7622" y="9240"/>
                  </a:lnTo>
                  <a:cubicBezTo>
                    <a:pt x="7693" y="9240"/>
                    <a:pt x="7764" y="9169"/>
                    <a:pt x="7788" y="9074"/>
                  </a:cubicBezTo>
                  <a:cubicBezTo>
                    <a:pt x="7788" y="9002"/>
                    <a:pt x="7741" y="8907"/>
                    <a:pt x="7645" y="8907"/>
                  </a:cubicBezTo>
                  <a:lnTo>
                    <a:pt x="7098" y="8907"/>
                  </a:lnTo>
                  <a:lnTo>
                    <a:pt x="6931" y="7621"/>
                  </a:lnTo>
                  <a:lnTo>
                    <a:pt x="10598" y="7621"/>
                  </a:lnTo>
                  <a:cubicBezTo>
                    <a:pt x="10908" y="7621"/>
                    <a:pt x="11194" y="7359"/>
                    <a:pt x="11194" y="7026"/>
                  </a:cubicBezTo>
                  <a:lnTo>
                    <a:pt x="11194" y="620"/>
                  </a:lnTo>
                  <a:cubicBezTo>
                    <a:pt x="11241" y="262"/>
                    <a:pt x="10979" y="0"/>
                    <a:pt x="106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6" name="Google Shape;20556;p95"/>
          <p:cNvGrpSpPr/>
          <p:nvPr/>
        </p:nvGrpSpPr>
        <p:grpSpPr>
          <a:xfrm>
            <a:off x="2537908" y="2881697"/>
            <a:ext cx="379927" cy="347370"/>
            <a:chOff x="2534826" y="3034097"/>
            <a:chExt cx="379927" cy="347370"/>
          </a:xfrm>
        </p:grpSpPr>
        <p:sp>
          <p:nvSpPr>
            <p:cNvPr id="20557" name="Google Shape;20557;p95"/>
            <p:cNvSpPr/>
            <p:nvPr/>
          </p:nvSpPr>
          <p:spPr>
            <a:xfrm>
              <a:off x="2541821" y="3347211"/>
              <a:ext cx="357340" cy="25692"/>
            </a:xfrm>
            <a:custGeom>
              <a:rect b="b" l="l" r="r" t="t"/>
              <a:pathLst>
                <a:path extrusionOk="0" h="786" w="10932">
                  <a:moveTo>
                    <a:pt x="144" y="0"/>
                  </a:moveTo>
                  <a:cubicBezTo>
                    <a:pt x="49" y="0"/>
                    <a:pt x="1" y="48"/>
                    <a:pt x="1" y="143"/>
                  </a:cubicBezTo>
                  <a:lnTo>
                    <a:pt x="1" y="453"/>
                  </a:lnTo>
                  <a:cubicBezTo>
                    <a:pt x="1" y="619"/>
                    <a:pt x="144" y="786"/>
                    <a:pt x="334" y="786"/>
                  </a:cubicBezTo>
                  <a:lnTo>
                    <a:pt x="10598" y="786"/>
                  </a:lnTo>
                  <a:cubicBezTo>
                    <a:pt x="10789" y="786"/>
                    <a:pt x="10932" y="619"/>
                    <a:pt x="10932" y="453"/>
                  </a:cubicBezTo>
                  <a:lnTo>
                    <a:pt x="10932" y="143"/>
                  </a:lnTo>
                  <a:cubicBezTo>
                    <a:pt x="10932" y="48"/>
                    <a:pt x="10860" y="0"/>
                    <a:pt x="107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95"/>
            <p:cNvSpPr/>
            <p:nvPr/>
          </p:nvSpPr>
          <p:spPr>
            <a:xfrm>
              <a:off x="2563624" y="3144810"/>
              <a:ext cx="312198" cy="203185"/>
            </a:xfrm>
            <a:custGeom>
              <a:rect b="b" l="l" r="r" t="t"/>
              <a:pathLst>
                <a:path extrusionOk="0" h="6216" w="9551">
                  <a:moveTo>
                    <a:pt x="406" y="0"/>
                  </a:moveTo>
                  <a:cubicBezTo>
                    <a:pt x="191" y="0"/>
                    <a:pt x="1" y="191"/>
                    <a:pt x="1" y="429"/>
                  </a:cubicBezTo>
                  <a:lnTo>
                    <a:pt x="1" y="6216"/>
                  </a:lnTo>
                  <a:lnTo>
                    <a:pt x="9550" y="6216"/>
                  </a:lnTo>
                  <a:lnTo>
                    <a:pt x="9550" y="429"/>
                  </a:lnTo>
                  <a:cubicBezTo>
                    <a:pt x="9550" y="191"/>
                    <a:pt x="9360" y="0"/>
                    <a:pt x="9169"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95"/>
            <p:cNvSpPr/>
            <p:nvPr/>
          </p:nvSpPr>
          <p:spPr>
            <a:xfrm>
              <a:off x="2586211" y="3168933"/>
              <a:ext cx="266240" cy="179062"/>
            </a:xfrm>
            <a:custGeom>
              <a:rect b="b" l="l" r="r" t="t"/>
              <a:pathLst>
                <a:path extrusionOk="0" h="5478" w="8145">
                  <a:moveTo>
                    <a:pt x="191" y="1"/>
                  </a:moveTo>
                  <a:cubicBezTo>
                    <a:pt x="96" y="1"/>
                    <a:pt x="0" y="96"/>
                    <a:pt x="0" y="191"/>
                  </a:cubicBezTo>
                  <a:lnTo>
                    <a:pt x="0" y="5478"/>
                  </a:lnTo>
                  <a:lnTo>
                    <a:pt x="8145" y="5478"/>
                  </a:lnTo>
                  <a:lnTo>
                    <a:pt x="8145" y="191"/>
                  </a:lnTo>
                  <a:cubicBezTo>
                    <a:pt x="8145" y="96"/>
                    <a:pt x="8050" y="1"/>
                    <a:pt x="795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95"/>
            <p:cNvSpPr/>
            <p:nvPr/>
          </p:nvSpPr>
          <p:spPr>
            <a:xfrm>
              <a:off x="2825974" y="3168149"/>
              <a:ext cx="27261" cy="179095"/>
            </a:xfrm>
            <a:custGeom>
              <a:rect b="b" l="l" r="r" t="t"/>
              <a:pathLst>
                <a:path extrusionOk="0" h="5479" w="834">
                  <a:moveTo>
                    <a:pt x="0" y="1"/>
                  </a:moveTo>
                  <a:cubicBezTo>
                    <a:pt x="95" y="1"/>
                    <a:pt x="191" y="96"/>
                    <a:pt x="191" y="191"/>
                  </a:cubicBezTo>
                  <a:lnTo>
                    <a:pt x="191" y="5478"/>
                  </a:lnTo>
                  <a:lnTo>
                    <a:pt x="834" y="5478"/>
                  </a:lnTo>
                  <a:lnTo>
                    <a:pt x="834" y="191"/>
                  </a:lnTo>
                  <a:cubicBezTo>
                    <a:pt x="834" y="96"/>
                    <a:pt x="738" y="1"/>
                    <a:pt x="66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95"/>
            <p:cNvSpPr/>
            <p:nvPr/>
          </p:nvSpPr>
          <p:spPr>
            <a:xfrm>
              <a:off x="2867225" y="3347211"/>
              <a:ext cx="31936" cy="25692"/>
            </a:xfrm>
            <a:custGeom>
              <a:rect b="b" l="l" r="r" t="t"/>
              <a:pathLst>
                <a:path extrusionOk="0" h="786" w="977">
                  <a:moveTo>
                    <a:pt x="167" y="0"/>
                  </a:moveTo>
                  <a:cubicBezTo>
                    <a:pt x="262" y="0"/>
                    <a:pt x="310" y="72"/>
                    <a:pt x="310" y="143"/>
                  </a:cubicBezTo>
                  <a:lnTo>
                    <a:pt x="310" y="453"/>
                  </a:lnTo>
                  <a:cubicBezTo>
                    <a:pt x="310" y="619"/>
                    <a:pt x="167" y="786"/>
                    <a:pt x="0" y="786"/>
                  </a:cubicBezTo>
                  <a:lnTo>
                    <a:pt x="643" y="786"/>
                  </a:lnTo>
                  <a:cubicBezTo>
                    <a:pt x="834" y="786"/>
                    <a:pt x="977" y="619"/>
                    <a:pt x="977" y="453"/>
                  </a:cubicBezTo>
                  <a:lnTo>
                    <a:pt x="977" y="143"/>
                  </a:lnTo>
                  <a:cubicBezTo>
                    <a:pt x="977" y="72"/>
                    <a:pt x="905" y="0"/>
                    <a:pt x="834"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95"/>
            <p:cNvSpPr/>
            <p:nvPr/>
          </p:nvSpPr>
          <p:spPr>
            <a:xfrm>
              <a:off x="2840748" y="3144810"/>
              <a:ext cx="35074" cy="202434"/>
            </a:xfrm>
            <a:custGeom>
              <a:rect b="b" l="l" r="r" t="t"/>
              <a:pathLst>
                <a:path extrusionOk="0" h="6193" w="1073">
                  <a:moveTo>
                    <a:pt x="1" y="0"/>
                  </a:moveTo>
                  <a:cubicBezTo>
                    <a:pt x="215" y="0"/>
                    <a:pt x="406" y="191"/>
                    <a:pt x="406" y="381"/>
                  </a:cubicBezTo>
                  <a:lnTo>
                    <a:pt x="406" y="6192"/>
                  </a:lnTo>
                  <a:lnTo>
                    <a:pt x="1072" y="6192"/>
                  </a:lnTo>
                  <a:lnTo>
                    <a:pt x="1072" y="429"/>
                  </a:lnTo>
                  <a:cubicBezTo>
                    <a:pt x="1072" y="215"/>
                    <a:pt x="882" y="0"/>
                    <a:pt x="644"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95"/>
            <p:cNvSpPr/>
            <p:nvPr/>
          </p:nvSpPr>
          <p:spPr>
            <a:xfrm>
              <a:off x="2688196" y="3347962"/>
              <a:ext cx="63087" cy="24941"/>
            </a:xfrm>
            <a:custGeom>
              <a:rect b="b" l="l" r="r" t="t"/>
              <a:pathLst>
                <a:path extrusionOk="0" h="763" w="1930">
                  <a:moveTo>
                    <a:pt x="0" y="1"/>
                  </a:moveTo>
                  <a:lnTo>
                    <a:pt x="0" y="763"/>
                  </a:lnTo>
                  <a:lnTo>
                    <a:pt x="1929" y="763"/>
                  </a:lnTo>
                  <a:lnTo>
                    <a:pt x="1929" y="1"/>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95"/>
            <p:cNvSpPr/>
            <p:nvPr/>
          </p:nvSpPr>
          <p:spPr>
            <a:xfrm>
              <a:off x="2729447" y="3347962"/>
              <a:ext cx="21835" cy="24941"/>
            </a:xfrm>
            <a:custGeom>
              <a:rect b="b" l="l" r="r" t="t"/>
              <a:pathLst>
                <a:path extrusionOk="0" h="763" w="668">
                  <a:moveTo>
                    <a:pt x="0" y="1"/>
                  </a:moveTo>
                  <a:lnTo>
                    <a:pt x="0" y="763"/>
                  </a:lnTo>
                  <a:lnTo>
                    <a:pt x="667" y="763"/>
                  </a:lnTo>
                  <a:lnTo>
                    <a:pt x="66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95"/>
            <p:cNvSpPr/>
            <p:nvPr/>
          </p:nvSpPr>
          <p:spPr>
            <a:xfrm>
              <a:off x="2644591" y="3038968"/>
              <a:ext cx="270162" cy="247412"/>
            </a:xfrm>
            <a:custGeom>
              <a:rect b="b" l="l" r="r" t="t"/>
              <a:pathLst>
                <a:path extrusionOk="0" h="7569" w="8265">
                  <a:moveTo>
                    <a:pt x="4084" y="1"/>
                  </a:moveTo>
                  <a:cubicBezTo>
                    <a:pt x="2700" y="1"/>
                    <a:pt x="1395" y="781"/>
                    <a:pt x="786" y="2119"/>
                  </a:cubicBezTo>
                  <a:cubicBezTo>
                    <a:pt x="0" y="3810"/>
                    <a:pt x="643" y="5763"/>
                    <a:pt x="2191" y="6715"/>
                  </a:cubicBezTo>
                  <a:lnTo>
                    <a:pt x="2239" y="7501"/>
                  </a:lnTo>
                  <a:cubicBezTo>
                    <a:pt x="2239" y="7535"/>
                    <a:pt x="2275" y="7569"/>
                    <a:pt x="2313" y="7569"/>
                  </a:cubicBezTo>
                  <a:cubicBezTo>
                    <a:pt x="2328" y="7569"/>
                    <a:pt x="2344" y="7563"/>
                    <a:pt x="2358" y="7549"/>
                  </a:cubicBezTo>
                  <a:lnTo>
                    <a:pt x="2977" y="7120"/>
                  </a:lnTo>
                  <a:cubicBezTo>
                    <a:pt x="3351" y="7236"/>
                    <a:pt x="3732" y="7293"/>
                    <a:pt x="4106" y="7293"/>
                  </a:cubicBezTo>
                  <a:cubicBezTo>
                    <a:pt x="5498" y="7293"/>
                    <a:pt x="6811" y="6518"/>
                    <a:pt x="7431" y="5167"/>
                  </a:cubicBezTo>
                  <a:cubicBezTo>
                    <a:pt x="8264" y="3334"/>
                    <a:pt x="7454" y="1167"/>
                    <a:pt x="5621" y="333"/>
                  </a:cubicBezTo>
                  <a:cubicBezTo>
                    <a:pt x="5119" y="108"/>
                    <a:pt x="4596" y="1"/>
                    <a:pt x="408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95"/>
            <p:cNvSpPr/>
            <p:nvPr/>
          </p:nvSpPr>
          <p:spPr>
            <a:xfrm>
              <a:off x="2716993" y="3272454"/>
              <a:ext cx="20266" cy="15919"/>
            </a:xfrm>
            <a:custGeom>
              <a:rect b="b" l="l" r="r" t="t"/>
              <a:pathLst>
                <a:path extrusionOk="0" h="487" w="620">
                  <a:moveTo>
                    <a:pt x="119" y="1"/>
                  </a:moveTo>
                  <a:lnTo>
                    <a:pt x="0" y="96"/>
                  </a:lnTo>
                  <a:lnTo>
                    <a:pt x="24" y="406"/>
                  </a:lnTo>
                  <a:cubicBezTo>
                    <a:pt x="24" y="459"/>
                    <a:pt x="64" y="486"/>
                    <a:pt x="104" y="486"/>
                  </a:cubicBezTo>
                  <a:cubicBezTo>
                    <a:pt x="118" y="486"/>
                    <a:pt x="131" y="483"/>
                    <a:pt x="143" y="477"/>
                  </a:cubicBezTo>
                  <a:lnTo>
                    <a:pt x="619" y="144"/>
                  </a:lnTo>
                  <a:cubicBezTo>
                    <a:pt x="453" y="96"/>
                    <a:pt x="310" y="25"/>
                    <a:pt x="119" y="1"/>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95"/>
            <p:cNvSpPr/>
            <p:nvPr/>
          </p:nvSpPr>
          <p:spPr>
            <a:xfrm>
              <a:off x="2768346" y="3038281"/>
              <a:ext cx="146407" cy="239436"/>
            </a:xfrm>
            <a:custGeom>
              <a:rect b="b" l="l" r="r" t="t"/>
              <a:pathLst>
                <a:path extrusionOk="0" h="7325" w="4479">
                  <a:moveTo>
                    <a:pt x="347" y="0"/>
                  </a:moveTo>
                  <a:cubicBezTo>
                    <a:pt x="229" y="0"/>
                    <a:pt x="114" y="7"/>
                    <a:pt x="1" y="21"/>
                  </a:cubicBezTo>
                  <a:cubicBezTo>
                    <a:pt x="406" y="44"/>
                    <a:pt x="811" y="164"/>
                    <a:pt x="1192" y="354"/>
                  </a:cubicBezTo>
                  <a:cubicBezTo>
                    <a:pt x="3049" y="1188"/>
                    <a:pt x="3859" y="3355"/>
                    <a:pt x="3025" y="5188"/>
                  </a:cubicBezTo>
                  <a:cubicBezTo>
                    <a:pt x="2454" y="6427"/>
                    <a:pt x="1287" y="7189"/>
                    <a:pt x="49" y="7308"/>
                  </a:cubicBezTo>
                  <a:cubicBezTo>
                    <a:pt x="163" y="7319"/>
                    <a:pt x="278" y="7324"/>
                    <a:pt x="393" y="7324"/>
                  </a:cubicBezTo>
                  <a:cubicBezTo>
                    <a:pt x="1753" y="7324"/>
                    <a:pt x="3077" y="6550"/>
                    <a:pt x="3692" y="5188"/>
                  </a:cubicBezTo>
                  <a:cubicBezTo>
                    <a:pt x="4478" y="3355"/>
                    <a:pt x="3668" y="1188"/>
                    <a:pt x="1858" y="354"/>
                  </a:cubicBezTo>
                  <a:cubicBezTo>
                    <a:pt x="1376" y="122"/>
                    <a:pt x="847" y="0"/>
                    <a:pt x="347" y="0"/>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95"/>
            <p:cNvSpPr/>
            <p:nvPr/>
          </p:nvSpPr>
          <p:spPr>
            <a:xfrm>
              <a:off x="2692837" y="3070871"/>
              <a:ext cx="172851" cy="173603"/>
            </a:xfrm>
            <a:custGeom>
              <a:rect b="b" l="l" r="r" t="t"/>
              <a:pathLst>
                <a:path extrusionOk="0" h="5311" w="5288">
                  <a:moveTo>
                    <a:pt x="2644" y="0"/>
                  </a:moveTo>
                  <a:cubicBezTo>
                    <a:pt x="1192" y="0"/>
                    <a:pt x="1" y="1191"/>
                    <a:pt x="1" y="2643"/>
                  </a:cubicBezTo>
                  <a:cubicBezTo>
                    <a:pt x="1" y="4120"/>
                    <a:pt x="1192" y="5311"/>
                    <a:pt x="2644" y="5311"/>
                  </a:cubicBezTo>
                  <a:cubicBezTo>
                    <a:pt x="4097" y="5311"/>
                    <a:pt x="5288" y="4120"/>
                    <a:pt x="5288" y="2643"/>
                  </a:cubicBezTo>
                  <a:cubicBezTo>
                    <a:pt x="5288" y="1191"/>
                    <a:pt x="4097" y="0"/>
                    <a:pt x="2644"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95"/>
            <p:cNvSpPr/>
            <p:nvPr/>
          </p:nvSpPr>
          <p:spPr>
            <a:xfrm>
              <a:off x="2696760" y="3186846"/>
              <a:ext cx="66977" cy="56059"/>
            </a:xfrm>
            <a:custGeom>
              <a:rect b="b" l="l" r="r" t="t"/>
              <a:pathLst>
                <a:path extrusionOk="0" h="1715" w="2049">
                  <a:moveTo>
                    <a:pt x="0" y="0"/>
                  </a:moveTo>
                  <a:cubicBezTo>
                    <a:pt x="286" y="858"/>
                    <a:pt x="1048" y="1524"/>
                    <a:pt x="1953" y="1715"/>
                  </a:cubicBezTo>
                  <a:cubicBezTo>
                    <a:pt x="2024" y="1572"/>
                    <a:pt x="2048" y="1429"/>
                    <a:pt x="2048" y="1239"/>
                  </a:cubicBezTo>
                  <a:lnTo>
                    <a:pt x="2048" y="620"/>
                  </a:lnTo>
                  <a:cubicBezTo>
                    <a:pt x="2048" y="286"/>
                    <a:pt x="1786" y="0"/>
                    <a:pt x="1429"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95"/>
            <p:cNvSpPr/>
            <p:nvPr/>
          </p:nvSpPr>
          <p:spPr>
            <a:xfrm>
              <a:off x="2692086" y="3075512"/>
              <a:ext cx="59197" cy="83353"/>
            </a:xfrm>
            <a:custGeom>
              <a:rect b="b" l="l" r="r" t="t"/>
              <a:pathLst>
                <a:path extrusionOk="0" h="2550" w="1811">
                  <a:moveTo>
                    <a:pt x="1810" y="1"/>
                  </a:moveTo>
                  <a:cubicBezTo>
                    <a:pt x="738" y="334"/>
                    <a:pt x="0" y="1358"/>
                    <a:pt x="0" y="2549"/>
                  </a:cubicBezTo>
                  <a:lnTo>
                    <a:pt x="429" y="2549"/>
                  </a:lnTo>
                  <a:cubicBezTo>
                    <a:pt x="1191" y="2549"/>
                    <a:pt x="1810" y="1906"/>
                    <a:pt x="1810" y="1168"/>
                  </a:cubicBezTo>
                  <a:lnTo>
                    <a:pt x="1810"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95"/>
            <p:cNvSpPr/>
            <p:nvPr/>
          </p:nvSpPr>
          <p:spPr>
            <a:xfrm>
              <a:off x="2791717" y="3179851"/>
              <a:ext cx="70082" cy="63054"/>
            </a:xfrm>
            <a:custGeom>
              <a:rect b="b" l="l" r="r" t="t"/>
              <a:pathLst>
                <a:path extrusionOk="0" h="1929" w="2144">
                  <a:moveTo>
                    <a:pt x="1191" y="0"/>
                  </a:moveTo>
                  <a:cubicBezTo>
                    <a:pt x="548" y="24"/>
                    <a:pt x="0" y="572"/>
                    <a:pt x="0" y="1215"/>
                  </a:cubicBezTo>
                  <a:lnTo>
                    <a:pt x="0" y="1929"/>
                  </a:lnTo>
                  <a:cubicBezTo>
                    <a:pt x="1048" y="1786"/>
                    <a:pt x="1882" y="1048"/>
                    <a:pt x="2144" y="71"/>
                  </a:cubicBezTo>
                  <a:lnTo>
                    <a:pt x="2144"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95"/>
            <p:cNvSpPr/>
            <p:nvPr/>
          </p:nvSpPr>
          <p:spPr>
            <a:xfrm>
              <a:off x="2768346" y="3070871"/>
              <a:ext cx="97343" cy="175172"/>
            </a:xfrm>
            <a:custGeom>
              <a:rect b="b" l="l" r="r" t="t"/>
              <a:pathLst>
                <a:path extrusionOk="0" h="5359" w="2978">
                  <a:moveTo>
                    <a:pt x="334" y="0"/>
                  </a:moveTo>
                  <a:cubicBezTo>
                    <a:pt x="215" y="0"/>
                    <a:pt x="120" y="0"/>
                    <a:pt x="1" y="24"/>
                  </a:cubicBezTo>
                  <a:cubicBezTo>
                    <a:pt x="1311" y="191"/>
                    <a:pt x="2335" y="1310"/>
                    <a:pt x="2335" y="2691"/>
                  </a:cubicBezTo>
                  <a:cubicBezTo>
                    <a:pt x="2335" y="4048"/>
                    <a:pt x="1311" y="5144"/>
                    <a:pt x="1" y="5334"/>
                  </a:cubicBezTo>
                  <a:cubicBezTo>
                    <a:pt x="120" y="5334"/>
                    <a:pt x="215" y="5358"/>
                    <a:pt x="334" y="5358"/>
                  </a:cubicBezTo>
                  <a:cubicBezTo>
                    <a:pt x="1787" y="5358"/>
                    <a:pt x="2978" y="4168"/>
                    <a:pt x="2978" y="2715"/>
                  </a:cubicBezTo>
                  <a:cubicBezTo>
                    <a:pt x="2978" y="1191"/>
                    <a:pt x="1787" y="0"/>
                    <a:pt x="334"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95"/>
            <p:cNvSpPr/>
            <p:nvPr/>
          </p:nvSpPr>
          <p:spPr>
            <a:xfrm>
              <a:off x="2779263" y="3071622"/>
              <a:ext cx="86426" cy="80215"/>
            </a:xfrm>
            <a:custGeom>
              <a:rect b="b" l="l" r="r" t="t"/>
              <a:pathLst>
                <a:path extrusionOk="0" h="2454" w="2644">
                  <a:moveTo>
                    <a:pt x="500" y="1"/>
                  </a:moveTo>
                  <a:lnTo>
                    <a:pt x="500" y="1311"/>
                  </a:lnTo>
                  <a:cubicBezTo>
                    <a:pt x="500" y="1477"/>
                    <a:pt x="381" y="1596"/>
                    <a:pt x="262" y="1596"/>
                  </a:cubicBezTo>
                  <a:cubicBezTo>
                    <a:pt x="119" y="1596"/>
                    <a:pt x="0" y="1692"/>
                    <a:pt x="0" y="1835"/>
                  </a:cubicBezTo>
                  <a:lnTo>
                    <a:pt x="0" y="2216"/>
                  </a:lnTo>
                  <a:cubicBezTo>
                    <a:pt x="0" y="2358"/>
                    <a:pt x="119" y="2454"/>
                    <a:pt x="239" y="2454"/>
                  </a:cubicBezTo>
                  <a:lnTo>
                    <a:pt x="2644" y="2454"/>
                  </a:lnTo>
                  <a:cubicBezTo>
                    <a:pt x="2596" y="1263"/>
                    <a:pt x="1691" y="239"/>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95"/>
            <p:cNvSpPr/>
            <p:nvPr/>
          </p:nvSpPr>
          <p:spPr>
            <a:xfrm>
              <a:off x="2791717" y="3180602"/>
              <a:ext cx="70082" cy="63871"/>
            </a:xfrm>
            <a:custGeom>
              <a:rect b="b" l="l" r="r" t="t"/>
              <a:pathLst>
                <a:path extrusionOk="0" h="1954" w="2144">
                  <a:moveTo>
                    <a:pt x="1501" y="1"/>
                  </a:moveTo>
                  <a:lnTo>
                    <a:pt x="1501" y="72"/>
                  </a:lnTo>
                  <a:cubicBezTo>
                    <a:pt x="1263" y="834"/>
                    <a:pt x="715" y="1430"/>
                    <a:pt x="0" y="1763"/>
                  </a:cubicBezTo>
                  <a:lnTo>
                    <a:pt x="0" y="1954"/>
                  </a:lnTo>
                  <a:cubicBezTo>
                    <a:pt x="1048" y="1787"/>
                    <a:pt x="1882" y="1049"/>
                    <a:pt x="2144" y="72"/>
                  </a:cubicBezTo>
                  <a:lnTo>
                    <a:pt x="2144" y="1"/>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95"/>
            <p:cNvSpPr/>
            <p:nvPr/>
          </p:nvSpPr>
          <p:spPr>
            <a:xfrm>
              <a:off x="2795607" y="3071622"/>
              <a:ext cx="69297" cy="81000"/>
            </a:xfrm>
            <a:custGeom>
              <a:rect b="b" l="l" r="r" t="t"/>
              <a:pathLst>
                <a:path extrusionOk="0" h="2478" w="2120">
                  <a:moveTo>
                    <a:pt x="0" y="1"/>
                  </a:moveTo>
                  <a:lnTo>
                    <a:pt x="0" y="239"/>
                  </a:lnTo>
                  <a:cubicBezTo>
                    <a:pt x="834" y="668"/>
                    <a:pt x="1429" y="1501"/>
                    <a:pt x="1453" y="2478"/>
                  </a:cubicBezTo>
                  <a:lnTo>
                    <a:pt x="2120" y="2478"/>
                  </a:lnTo>
                  <a:cubicBezTo>
                    <a:pt x="2096" y="1263"/>
                    <a:pt x="1191" y="239"/>
                    <a:pt x="0" y="1"/>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95"/>
            <p:cNvSpPr/>
            <p:nvPr/>
          </p:nvSpPr>
          <p:spPr>
            <a:xfrm>
              <a:off x="2686627" y="3065412"/>
              <a:ext cx="185305" cy="184521"/>
            </a:xfrm>
            <a:custGeom>
              <a:rect b="b" l="l" r="r" t="t"/>
              <a:pathLst>
                <a:path extrusionOk="0" h="5645" w="5669">
                  <a:moveTo>
                    <a:pt x="3525" y="429"/>
                  </a:moveTo>
                  <a:cubicBezTo>
                    <a:pt x="4478" y="715"/>
                    <a:pt x="5216" y="1501"/>
                    <a:pt x="5335" y="2525"/>
                  </a:cubicBezTo>
                  <a:lnTo>
                    <a:pt x="3096" y="2525"/>
                  </a:lnTo>
                  <a:cubicBezTo>
                    <a:pt x="3049" y="2525"/>
                    <a:pt x="3025" y="2501"/>
                    <a:pt x="3025" y="2429"/>
                  </a:cubicBezTo>
                  <a:lnTo>
                    <a:pt x="3025" y="2048"/>
                  </a:lnTo>
                  <a:cubicBezTo>
                    <a:pt x="3025" y="1977"/>
                    <a:pt x="3049" y="1953"/>
                    <a:pt x="3096" y="1953"/>
                  </a:cubicBezTo>
                  <a:cubicBezTo>
                    <a:pt x="3334" y="1953"/>
                    <a:pt x="3525" y="1786"/>
                    <a:pt x="3525" y="1548"/>
                  </a:cubicBezTo>
                  <a:lnTo>
                    <a:pt x="3525" y="429"/>
                  </a:lnTo>
                  <a:close/>
                  <a:moveTo>
                    <a:pt x="1834" y="548"/>
                  </a:moveTo>
                  <a:lnTo>
                    <a:pt x="1834" y="1477"/>
                  </a:lnTo>
                  <a:cubicBezTo>
                    <a:pt x="1834" y="2144"/>
                    <a:pt x="1286" y="2691"/>
                    <a:pt x="596" y="2691"/>
                  </a:cubicBezTo>
                  <a:lnTo>
                    <a:pt x="334" y="2691"/>
                  </a:lnTo>
                  <a:cubicBezTo>
                    <a:pt x="405" y="1715"/>
                    <a:pt x="1001" y="905"/>
                    <a:pt x="1834" y="548"/>
                  </a:cubicBezTo>
                  <a:close/>
                  <a:moveTo>
                    <a:pt x="1763" y="3858"/>
                  </a:moveTo>
                  <a:cubicBezTo>
                    <a:pt x="2001" y="3858"/>
                    <a:pt x="2215" y="4073"/>
                    <a:pt x="2215" y="4311"/>
                  </a:cubicBezTo>
                  <a:lnTo>
                    <a:pt x="2215" y="4930"/>
                  </a:lnTo>
                  <a:cubicBezTo>
                    <a:pt x="2215" y="5025"/>
                    <a:pt x="2215" y="5120"/>
                    <a:pt x="2191" y="5192"/>
                  </a:cubicBezTo>
                  <a:cubicBezTo>
                    <a:pt x="1477" y="5025"/>
                    <a:pt x="882" y="4525"/>
                    <a:pt x="572" y="3858"/>
                  </a:cubicBezTo>
                  <a:close/>
                  <a:moveTo>
                    <a:pt x="5168" y="3692"/>
                  </a:moveTo>
                  <a:cubicBezTo>
                    <a:pt x="4859" y="4477"/>
                    <a:pt x="4216" y="5073"/>
                    <a:pt x="3382" y="5263"/>
                  </a:cubicBezTo>
                  <a:lnTo>
                    <a:pt x="3382" y="4716"/>
                  </a:lnTo>
                  <a:cubicBezTo>
                    <a:pt x="3382" y="4168"/>
                    <a:pt x="3858" y="3692"/>
                    <a:pt x="4406" y="3692"/>
                  </a:cubicBezTo>
                  <a:close/>
                  <a:moveTo>
                    <a:pt x="2834" y="381"/>
                  </a:moveTo>
                  <a:cubicBezTo>
                    <a:pt x="2953" y="381"/>
                    <a:pt x="3073" y="381"/>
                    <a:pt x="3192" y="405"/>
                  </a:cubicBezTo>
                  <a:lnTo>
                    <a:pt x="3192" y="1548"/>
                  </a:lnTo>
                  <a:cubicBezTo>
                    <a:pt x="3192" y="1596"/>
                    <a:pt x="3168" y="1620"/>
                    <a:pt x="3096" y="1620"/>
                  </a:cubicBezTo>
                  <a:cubicBezTo>
                    <a:pt x="2858" y="1620"/>
                    <a:pt x="2691" y="1810"/>
                    <a:pt x="2691" y="2048"/>
                  </a:cubicBezTo>
                  <a:lnTo>
                    <a:pt x="2691" y="2429"/>
                  </a:lnTo>
                  <a:cubicBezTo>
                    <a:pt x="2691" y="2668"/>
                    <a:pt x="2858" y="2858"/>
                    <a:pt x="3096" y="2858"/>
                  </a:cubicBezTo>
                  <a:lnTo>
                    <a:pt x="5359" y="2858"/>
                  </a:lnTo>
                  <a:cubicBezTo>
                    <a:pt x="5359" y="3025"/>
                    <a:pt x="5335" y="3215"/>
                    <a:pt x="5311" y="3382"/>
                  </a:cubicBezTo>
                  <a:lnTo>
                    <a:pt x="4406" y="3382"/>
                  </a:lnTo>
                  <a:cubicBezTo>
                    <a:pt x="3668" y="3382"/>
                    <a:pt x="3049" y="3977"/>
                    <a:pt x="3049" y="4763"/>
                  </a:cubicBezTo>
                  <a:lnTo>
                    <a:pt x="3049" y="5287"/>
                  </a:lnTo>
                  <a:lnTo>
                    <a:pt x="2834" y="5287"/>
                  </a:lnTo>
                  <a:cubicBezTo>
                    <a:pt x="2715" y="5287"/>
                    <a:pt x="2620" y="5287"/>
                    <a:pt x="2501" y="5263"/>
                  </a:cubicBezTo>
                  <a:cubicBezTo>
                    <a:pt x="2549" y="5144"/>
                    <a:pt x="2549" y="5049"/>
                    <a:pt x="2549" y="4930"/>
                  </a:cubicBezTo>
                  <a:lnTo>
                    <a:pt x="2549" y="4335"/>
                  </a:lnTo>
                  <a:cubicBezTo>
                    <a:pt x="2549" y="3882"/>
                    <a:pt x="2191" y="3572"/>
                    <a:pt x="1763" y="3572"/>
                  </a:cubicBezTo>
                  <a:lnTo>
                    <a:pt x="429" y="3572"/>
                  </a:lnTo>
                  <a:cubicBezTo>
                    <a:pt x="358" y="3382"/>
                    <a:pt x="334" y="3215"/>
                    <a:pt x="334" y="3025"/>
                  </a:cubicBezTo>
                  <a:lnTo>
                    <a:pt x="596" y="3025"/>
                  </a:lnTo>
                  <a:cubicBezTo>
                    <a:pt x="1453" y="3025"/>
                    <a:pt x="2144" y="2334"/>
                    <a:pt x="2144" y="1477"/>
                  </a:cubicBezTo>
                  <a:lnTo>
                    <a:pt x="2144" y="477"/>
                  </a:lnTo>
                  <a:cubicBezTo>
                    <a:pt x="2358" y="405"/>
                    <a:pt x="2596" y="381"/>
                    <a:pt x="2834" y="381"/>
                  </a:cubicBezTo>
                  <a:close/>
                  <a:moveTo>
                    <a:pt x="2834" y="0"/>
                  </a:moveTo>
                  <a:cubicBezTo>
                    <a:pt x="1286" y="0"/>
                    <a:pt x="0" y="1262"/>
                    <a:pt x="0" y="2810"/>
                  </a:cubicBezTo>
                  <a:cubicBezTo>
                    <a:pt x="0" y="4358"/>
                    <a:pt x="1263" y="5644"/>
                    <a:pt x="2834" y="5644"/>
                  </a:cubicBezTo>
                  <a:cubicBezTo>
                    <a:pt x="4382" y="5644"/>
                    <a:pt x="5668" y="4358"/>
                    <a:pt x="5668" y="2810"/>
                  </a:cubicBezTo>
                  <a:cubicBezTo>
                    <a:pt x="5668" y="1262"/>
                    <a:pt x="4382"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95"/>
            <p:cNvSpPr/>
            <p:nvPr/>
          </p:nvSpPr>
          <p:spPr>
            <a:xfrm>
              <a:off x="2534826" y="3034097"/>
              <a:ext cx="372115" cy="347370"/>
            </a:xfrm>
            <a:custGeom>
              <a:rect b="b" l="l" r="r" t="t"/>
              <a:pathLst>
                <a:path extrusionOk="0" h="10627" w="11384">
                  <a:moveTo>
                    <a:pt x="3692" y="4269"/>
                  </a:moveTo>
                  <a:cubicBezTo>
                    <a:pt x="3859" y="5364"/>
                    <a:pt x="4454" y="6364"/>
                    <a:pt x="5407" y="6983"/>
                  </a:cubicBezTo>
                  <a:lnTo>
                    <a:pt x="5454" y="7674"/>
                  </a:lnTo>
                  <a:cubicBezTo>
                    <a:pt x="5454" y="7769"/>
                    <a:pt x="5502" y="7817"/>
                    <a:pt x="5597" y="7864"/>
                  </a:cubicBezTo>
                  <a:cubicBezTo>
                    <a:pt x="5645" y="7864"/>
                    <a:pt x="5668" y="7888"/>
                    <a:pt x="5692" y="7888"/>
                  </a:cubicBezTo>
                  <a:cubicBezTo>
                    <a:pt x="5740" y="7888"/>
                    <a:pt x="5788" y="7888"/>
                    <a:pt x="5835" y="7864"/>
                  </a:cubicBezTo>
                  <a:lnTo>
                    <a:pt x="6407" y="7436"/>
                  </a:lnTo>
                  <a:cubicBezTo>
                    <a:pt x="6764" y="7531"/>
                    <a:pt x="7121" y="7579"/>
                    <a:pt x="7478" y="7579"/>
                  </a:cubicBezTo>
                  <a:cubicBezTo>
                    <a:pt x="8217" y="7579"/>
                    <a:pt x="8979" y="7341"/>
                    <a:pt x="9598" y="6960"/>
                  </a:cubicBezTo>
                  <a:lnTo>
                    <a:pt x="9598" y="9436"/>
                  </a:lnTo>
                  <a:lnTo>
                    <a:pt x="1763" y="9436"/>
                  </a:lnTo>
                  <a:lnTo>
                    <a:pt x="1763" y="4316"/>
                  </a:lnTo>
                  <a:cubicBezTo>
                    <a:pt x="1763" y="4316"/>
                    <a:pt x="1763" y="4269"/>
                    <a:pt x="1787" y="4269"/>
                  </a:cubicBezTo>
                  <a:close/>
                  <a:moveTo>
                    <a:pt x="10288" y="6388"/>
                  </a:moveTo>
                  <a:lnTo>
                    <a:pt x="10288" y="9460"/>
                  </a:lnTo>
                  <a:lnTo>
                    <a:pt x="9884" y="9460"/>
                  </a:lnTo>
                  <a:lnTo>
                    <a:pt x="9884" y="6793"/>
                  </a:lnTo>
                  <a:lnTo>
                    <a:pt x="9884" y="6745"/>
                  </a:lnTo>
                  <a:cubicBezTo>
                    <a:pt x="10050" y="6626"/>
                    <a:pt x="10169" y="6507"/>
                    <a:pt x="10288" y="6388"/>
                  </a:cubicBezTo>
                  <a:close/>
                  <a:moveTo>
                    <a:pt x="4525" y="9770"/>
                  </a:moveTo>
                  <a:lnTo>
                    <a:pt x="4525" y="10174"/>
                  </a:lnTo>
                  <a:lnTo>
                    <a:pt x="525" y="10174"/>
                  </a:lnTo>
                  <a:cubicBezTo>
                    <a:pt x="512" y="10178"/>
                    <a:pt x="500" y="10179"/>
                    <a:pt x="488" y="10179"/>
                  </a:cubicBezTo>
                  <a:cubicBezTo>
                    <a:pt x="412" y="10179"/>
                    <a:pt x="358" y="10114"/>
                    <a:pt x="358" y="10032"/>
                  </a:cubicBezTo>
                  <a:lnTo>
                    <a:pt x="358" y="9770"/>
                  </a:lnTo>
                  <a:close/>
                  <a:moveTo>
                    <a:pt x="6478" y="9793"/>
                  </a:moveTo>
                  <a:lnTo>
                    <a:pt x="6478" y="10198"/>
                  </a:lnTo>
                  <a:lnTo>
                    <a:pt x="4859" y="10198"/>
                  </a:lnTo>
                  <a:lnTo>
                    <a:pt x="4859" y="9793"/>
                  </a:lnTo>
                  <a:close/>
                  <a:moveTo>
                    <a:pt x="7469" y="0"/>
                  </a:moveTo>
                  <a:cubicBezTo>
                    <a:pt x="6850" y="0"/>
                    <a:pt x="6235" y="151"/>
                    <a:pt x="5668" y="434"/>
                  </a:cubicBezTo>
                  <a:cubicBezTo>
                    <a:pt x="5573" y="482"/>
                    <a:pt x="5549" y="553"/>
                    <a:pt x="5573" y="649"/>
                  </a:cubicBezTo>
                  <a:cubicBezTo>
                    <a:pt x="5591" y="722"/>
                    <a:pt x="5665" y="753"/>
                    <a:pt x="5741" y="753"/>
                  </a:cubicBezTo>
                  <a:cubicBezTo>
                    <a:pt x="5765" y="753"/>
                    <a:pt x="5789" y="750"/>
                    <a:pt x="5811" y="744"/>
                  </a:cubicBezTo>
                  <a:cubicBezTo>
                    <a:pt x="6323" y="475"/>
                    <a:pt x="6890" y="337"/>
                    <a:pt x="7461" y="337"/>
                  </a:cubicBezTo>
                  <a:cubicBezTo>
                    <a:pt x="7951" y="337"/>
                    <a:pt x="8445" y="439"/>
                    <a:pt x="8907" y="649"/>
                  </a:cubicBezTo>
                  <a:cubicBezTo>
                    <a:pt x="9765" y="1030"/>
                    <a:pt x="10408" y="1720"/>
                    <a:pt x="10717" y="2625"/>
                  </a:cubicBezTo>
                  <a:cubicBezTo>
                    <a:pt x="11051" y="3483"/>
                    <a:pt x="11027" y="4435"/>
                    <a:pt x="10646" y="5293"/>
                  </a:cubicBezTo>
                  <a:cubicBezTo>
                    <a:pt x="10042" y="6575"/>
                    <a:pt x="8781" y="7335"/>
                    <a:pt x="7454" y="7335"/>
                  </a:cubicBezTo>
                  <a:cubicBezTo>
                    <a:pt x="7106" y="7335"/>
                    <a:pt x="6753" y="7283"/>
                    <a:pt x="6407" y="7174"/>
                  </a:cubicBezTo>
                  <a:cubicBezTo>
                    <a:pt x="6393" y="7167"/>
                    <a:pt x="6379" y="7164"/>
                    <a:pt x="6365" y="7164"/>
                  </a:cubicBezTo>
                  <a:cubicBezTo>
                    <a:pt x="6331" y="7164"/>
                    <a:pt x="6298" y="7181"/>
                    <a:pt x="6264" y="7198"/>
                  </a:cubicBezTo>
                  <a:lnTo>
                    <a:pt x="5764" y="7555"/>
                  </a:lnTo>
                  <a:lnTo>
                    <a:pt x="5692" y="6936"/>
                  </a:lnTo>
                  <a:cubicBezTo>
                    <a:pt x="5692" y="6864"/>
                    <a:pt x="5668" y="6840"/>
                    <a:pt x="5597" y="6817"/>
                  </a:cubicBezTo>
                  <a:cubicBezTo>
                    <a:pt x="4121" y="5888"/>
                    <a:pt x="3549" y="3983"/>
                    <a:pt x="4263" y="2411"/>
                  </a:cubicBezTo>
                  <a:cubicBezTo>
                    <a:pt x="4502" y="1863"/>
                    <a:pt x="4859" y="1435"/>
                    <a:pt x="5335" y="1101"/>
                  </a:cubicBezTo>
                  <a:cubicBezTo>
                    <a:pt x="5430" y="1030"/>
                    <a:pt x="5430" y="911"/>
                    <a:pt x="5335" y="839"/>
                  </a:cubicBezTo>
                  <a:cubicBezTo>
                    <a:pt x="5311" y="804"/>
                    <a:pt x="5276" y="786"/>
                    <a:pt x="5237" y="786"/>
                  </a:cubicBezTo>
                  <a:cubicBezTo>
                    <a:pt x="5198" y="786"/>
                    <a:pt x="5156" y="804"/>
                    <a:pt x="5121" y="839"/>
                  </a:cubicBezTo>
                  <a:cubicBezTo>
                    <a:pt x="4621" y="1220"/>
                    <a:pt x="4240" y="1697"/>
                    <a:pt x="3978" y="2292"/>
                  </a:cubicBezTo>
                  <a:cubicBezTo>
                    <a:pt x="3811" y="2625"/>
                    <a:pt x="3692" y="2983"/>
                    <a:pt x="3668" y="3340"/>
                  </a:cubicBezTo>
                  <a:lnTo>
                    <a:pt x="1263" y="3340"/>
                  </a:lnTo>
                  <a:cubicBezTo>
                    <a:pt x="929" y="3340"/>
                    <a:pt x="691" y="3602"/>
                    <a:pt x="691" y="3887"/>
                  </a:cubicBezTo>
                  <a:lnTo>
                    <a:pt x="691" y="7055"/>
                  </a:lnTo>
                  <a:cubicBezTo>
                    <a:pt x="691" y="7150"/>
                    <a:pt x="763" y="7198"/>
                    <a:pt x="834" y="7221"/>
                  </a:cubicBezTo>
                  <a:cubicBezTo>
                    <a:pt x="929" y="7221"/>
                    <a:pt x="1025" y="7174"/>
                    <a:pt x="1025" y="7079"/>
                  </a:cubicBezTo>
                  <a:lnTo>
                    <a:pt x="1025" y="3935"/>
                  </a:lnTo>
                  <a:cubicBezTo>
                    <a:pt x="1025" y="3816"/>
                    <a:pt x="1144" y="3697"/>
                    <a:pt x="1263" y="3697"/>
                  </a:cubicBezTo>
                  <a:lnTo>
                    <a:pt x="3620" y="3697"/>
                  </a:lnTo>
                  <a:lnTo>
                    <a:pt x="3620" y="4078"/>
                  </a:lnTo>
                  <a:lnTo>
                    <a:pt x="1763" y="4078"/>
                  </a:lnTo>
                  <a:cubicBezTo>
                    <a:pt x="1572" y="4078"/>
                    <a:pt x="1406" y="4221"/>
                    <a:pt x="1406" y="4435"/>
                  </a:cubicBezTo>
                  <a:lnTo>
                    <a:pt x="1406" y="9579"/>
                  </a:lnTo>
                  <a:lnTo>
                    <a:pt x="1025" y="9579"/>
                  </a:lnTo>
                  <a:lnTo>
                    <a:pt x="1025" y="7769"/>
                  </a:lnTo>
                  <a:cubicBezTo>
                    <a:pt x="1025" y="7674"/>
                    <a:pt x="953" y="7626"/>
                    <a:pt x="882" y="7579"/>
                  </a:cubicBezTo>
                  <a:cubicBezTo>
                    <a:pt x="786" y="7579"/>
                    <a:pt x="691" y="7650"/>
                    <a:pt x="691" y="7745"/>
                  </a:cubicBezTo>
                  <a:lnTo>
                    <a:pt x="691" y="9555"/>
                  </a:lnTo>
                  <a:lnTo>
                    <a:pt x="310" y="9555"/>
                  </a:lnTo>
                  <a:cubicBezTo>
                    <a:pt x="120" y="9555"/>
                    <a:pt x="1" y="9698"/>
                    <a:pt x="1" y="9841"/>
                  </a:cubicBezTo>
                  <a:lnTo>
                    <a:pt x="1" y="10436"/>
                  </a:lnTo>
                  <a:cubicBezTo>
                    <a:pt x="1" y="10532"/>
                    <a:pt x="96" y="10627"/>
                    <a:pt x="191" y="10627"/>
                  </a:cubicBezTo>
                  <a:lnTo>
                    <a:pt x="7859" y="10627"/>
                  </a:lnTo>
                  <a:cubicBezTo>
                    <a:pt x="7907" y="10627"/>
                    <a:pt x="7907" y="10627"/>
                    <a:pt x="7907" y="10603"/>
                  </a:cubicBezTo>
                  <a:cubicBezTo>
                    <a:pt x="8050" y="10436"/>
                    <a:pt x="7931" y="10294"/>
                    <a:pt x="7812" y="10294"/>
                  </a:cubicBezTo>
                  <a:lnTo>
                    <a:pt x="6764" y="10294"/>
                  </a:lnTo>
                  <a:lnTo>
                    <a:pt x="6764" y="9889"/>
                  </a:lnTo>
                  <a:lnTo>
                    <a:pt x="10931" y="9889"/>
                  </a:lnTo>
                  <a:lnTo>
                    <a:pt x="10931" y="10151"/>
                  </a:lnTo>
                  <a:cubicBezTo>
                    <a:pt x="10931" y="10246"/>
                    <a:pt x="10884" y="10294"/>
                    <a:pt x="10789" y="10294"/>
                  </a:cubicBezTo>
                  <a:lnTo>
                    <a:pt x="8502" y="10294"/>
                  </a:lnTo>
                  <a:cubicBezTo>
                    <a:pt x="8407" y="10294"/>
                    <a:pt x="8336" y="10365"/>
                    <a:pt x="8312" y="10436"/>
                  </a:cubicBezTo>
                  <a:cubicBezTo>
                    <a:pt x="8312" y="10532"/>
                    <a:pt x="8383" y="10627"/>
                    <a:pt x="8455" y="10627"/>
                  </a:cubicBezTo>
                  <a:lnTo>
                    <a:pt x="10955" y="10627"/>
                  </a:lnTo>
                  <a:cubicBezTo>
                    <a:pt x="11146" y="10627"/>
                    <a:pt x="11265" y="10484"/>
                    <a:pt x="11265" y="10317"/>
                  </a:cubicBezTo>
                  <a:lnTo>
                    <a:pt x="11265" y="9722"/>
                  </a:lnTo>
                  <a:cubicBezTo>
                    <a:pt x="11265" y="9651"/>
                    <a:pt x="11170" y="9555"/>
                    <a:pt x="11074" y="9555"/>
                  </a:cubicBezTo>
                  <a:lnTo>
                    <a:pt x="11003" y="9555"/>
                  </a:lnTo>
                  <a:lnTo>
                    <a:pt x="11003" y="9460"/>
                  </a:lnTo>
                  <a:lnTo>
                    <a:pt x="10574" y="9460"/>
                  </a:lnTo>
                  <a:lnTo>
                    <a:pt x="10574" y="6031"/>
                  </a:lnTo>
                  <a:lnTo>
                    <a:pt x="10574" y="6007"/>
                  </a:lnTo>
                  <a:cubicBezTo>
                    <a:pt x="10693" y="5816"/>
                    <a:pt x="10812" y="5626"/>
                    <a:pt x="10908" y="5412"/>
                  </a:cubicBezTo>
                  <a:cubicBezTo>
                    <a:pt x="11312" y="4483"/>
                    <a:pt x="11384" y="3435"/>
                    <a:pt x="11027" y="2482"/>
                  </a:cubicBezTo>
                  <a:cubicBezTo>
                    <a:pt x="10670" y="1530"/>
                    <a:pt x="9955" y="768"/>
                    <a:pt x="9026" y="339"/>
                  </a:cubicBezTo>
                  <a:cubicBezTo>
                    <a:pt x="8523" y="109"/>
                    <a:pt x="7994" y="0"/>
                    <a:pt x="74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8" name="Google Shape;20578;p95"/>
          <p:cNvGrpSpPr/>
          <p:nvPr/>
        </p:nvGrpSpPr>
        <p:grpSpPr>
          <a:xfrm>
            <a:off x="7112424" y="2868328"/>
            <a:ext cx="196190" cy="369303"/>
            <a:chOff x="7109342" y="3020728"/>
            <a:chExt cx="196190" cy="369303"/>
          </a:xfrm>
        </p:grpSpPr>
        <p:sp>
          <p:nvSpPr>
            <p:cNvPr id="20579" name="Google Shape;20579;p95"/>
            <p:cNvSpPr/>
            <p:nvPr/>
          </p:nvSpPr>
          <p:spPr>
            <a:xfrm>
              <a:off x="7115586" y="3027265"/>
              <a:ext cx="186057" cy="357340"/>
            </a:xfrm>
            <a:custGeom>
              <a:rect b="b" l="l" r="r" t="t"/>
              <a:pathLst>
                <a:path extrusionOk="0" h="10932" w="5692">
                  <a:moveTo>
                    <a:pt x="357" y="0"/>
                  </a:moveTo>
                  <a:cubicBezTo>
                    <a:pt x="143" y="0"/>
                    <a:pt x="0" y="143"/>
                    <a:pt x="0" y="358"/>
                  </a:cubicBezTo>
                  <a:lnTo>
                    <a:pt x="0" y="10574"/>
                  </a:lnTo>
                  <a:cubicBezTo>
                    <a:pt x="0" y="10765"/>
                    <a:pt x="143" y="10931"/>
                    <a:pt x="357" y="10931"/>
                  </a:cubicBezTo>
                  <a:lnTo>
                    <a:pt x="5335" y="10931"/>
                  </a:lnTo>
                  <a:cubicBezTo>
                    <a:pt x="5549" y="10931"/>
                    <a:pt x="5692" y="10765"/>
                    <a:pt x="5692" y="10574"/>
                  </a:cubicBezTo>
                  <a:lnTo>
                    <a:pt x="5692" y="358"/>
                  </a:lnTo>
                  <a:cubicBezTo>
                    <a:pt x="5692" y="143"/>
                    <a:pt x="5549" y="0"/>
                    <a:pt x="533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95"/>
            <p:cNvSpPr/>
            <p:nvPr/>
          </p:nvSpPr>
          <p:spPr>
            <a:xfrm>
              <a:off x="7268138" y="3027265"/>
              <a:ext cx="33505" cy="357340"/>
            </a:xfrm>
            <a:custGeom>
              <a:rect b="b" l="l" r="r" t="t"/>
              <a:pathLst>
                <a:path extrusionOk="0" h="10932" w="1025">
                  <a:moveTo>
                    <a:pt x="1" y="0"/>
                  </a:moveTo>
                  <a:cubicBezTo>
                    <a:pt x="215" y="0"/>
                    <a:pt x="358" y="143"/>
                    <a:pt x="358" y="358"/>
                  </a:cubicBezTo>
                  <a:lnTo>
                    <a:pt x="358" y="10574"/>
                  </a:lnTo>
                  <a:cubicBezTo>
                    <a:pt x="358" y="10765"/>
                    <a:pt x="215" y="10931"/>
                    <a:pt x="1" y="10931"/>
                  </a:cubicBezTo>
                  <a:lnTo>
                    <a:pt x="668" y="10931"/>
                  </a:lnTo>
                  <a:cubicBezTo>
                    <a:pt x="882" y="10931"/>
                    <a:pt x="1025" y="10765"/>
                    <a:pt x="1025" y="10574"/>
                  </a:cubicBezTo>
                  <a:lnTo>
                    <a:pt x="1025" y="358"/>
                  </a:lnTo>
                  <a:cubicBezTo>
                    <a:pt x="1025" y="143"/>
                    <a:pt x="882" y="0"/>
                    <a:pt x="66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95"/>
            <p:cNvSpPr/>
            <p:nvPr/>
          </p:nvSpPr>
          <p:spPr>
            <a:xfrm>
              <a:off x="7115586" y="3028050"/>
              <a:ext cx="186057" cy="37394"/>
            </a:xfrm>
            <a:custGeom>
              <a:rect b="b" l="l" r="r" t="t"/>
              <a:pathLst>
                <a:path extrusionOk="0" h="1144" w="5692">
                  <a:moveTo>
                    <a:pt x="357" y="0"/>
                  </a:moveTo>
                  <a:cubicBezTo>
                    <a:pt x="143" y="0"/>
                    <a:pt x="0" y="143"/>
                    <a:pt x="0" y="357"/>
                  </a:cubicBezTo>
                  <a:lnTo>
                    <a:pt x="0" y="1143"/>
                  </a:lnTo>
                  <a:lnTo>
                    <a:pt x="5692" y="1143"/>
                  </a:lnTo>
                  <a:lnTo>
                    <a:pt x="5692" y="357"/>
                  </a:lnTo>
                  <a:cubicBezTo>
                    <a:pt x="5692" y="143"/>
                    <a:pt x="5549" y="0"/>
                    <a:pt x="5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95"/>
            <p:cNvSpPr/>
            <p:nvPr/>
          </p:nvSpPr>
          <p:spPr>
            <a:xfrm>
              <a:off x="7115586" y="3347211"/>
              <a:ext cx="186057" cy="37394"/>
            </a:xfrm>
            <a:custGeom>
              <a:rect b="b" l="l" r="r" t="t"/>
              <a:pathLst>
                <a:path extrusionOk="0" h="1144" w="5692">
                  <a:moveTo>
                    <a:pt x="0" y="0"/>
                  </a:moveTo>
                  <a:lnTo>
                    <a:pt x="0" y="786"/>
                  </a:lnTo>
                  <a:cubicBezTo>
                    <a:pt x="0" y="977"/>
                    <a:pt x="143" y="1143"/>
                    <a:pt x="357" y="1143"/>
                  </a:cubicBezTo>
                  <a:lnTo>
                    <a:pt x="5335" y="1143"/>
                  </a:lnTo>
                  <a:cubicBezTo>
                    <a:pt x="5549" y="1143"/>
                    <a:pt x="5692" y="977"/>
                    <a:pt x="5692" y="786"/>
                  </a:cubicBezTo>
                  <a:lnTo>
                    <a:pt x="56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95"/>
            <p:cNvSpPr/>
            <p:nvPr/>
          </p:nvSpPr>
          <p:spPr>
            <a:xfrm>
              <a:off x="7268138" y="3028050"/>
              <a:ext cx="33505" cy="38179"/>
            </a:xfrm>
            <a:custGeom>
              <a:rect b="b" l="l" r="r" t="t"/>
              <a:pathLst>
                <a:path extrusionOk="0" h="1168" w="1025">
                  <a:moveTo>
                    <a:pt x="1" y="0"/>
                  </a:moveTo>
                  <a:cubicBezTo>
                    <a:pt x="215" y="0"/>
                    <a:pt x="358" y="143"/>
                    <a:pt x="358" y="357"/>
                  </a:cubicBezTo>
                  <a:lnTo>
                    <a:pt x="358" y="1167"/>
                  </a:lnTo>
                  <a:lnTo>
                    <a:pt x="1025" y="1167"/>
                  </a:lnTo>
                  <a:lnTo>
                    <a:pt x="1025" y="357"/>
                  </a:lnTo>
                  <a:cubicBezTo>
                    <a:pt x="1025" y="143"/>
                    <a:pt x="882" y="0"/>
                    <a:pt x="668"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95"/>
            <p:cNvSpPr/>
            <p:nvPr/>
          </p:nvSpPr>
          <p:spPr>
            <a:xfrm>
              <a:off x="7268138" y="3347962"/>
              <a:ext cx="33505" cy="37427"/>
            </a:xfrm>
            <a:custGeom>
              <a:rect b="b" l="l" r="r" t="t"/>
              <a:pathLst>
                <a:path extrusionOk="0" h="1145" w="1025">
                  <a:moveTo>
                    <a:pt x="358" y="1"/>
                  </a:moveTo>
                  <a:lnTo>
                    <a:pt x="358" y="787"/>
                  </a:lnTo>
                  <a:cubicBezTo>
                    <a:pt x="358" y="1001"/>
                    <a:pt x="215" y="1144"/>
                    <a:pt x="1" y="1144"/>
                  </a:cubicBezTo>
                  <a:lnTo>
                    <a:pt x="668" y="1144"/>
                  </a:lnTo>
                  <a:cubicBezTo>
                    <a:pt x="882" y="1144"/>
                    <a:pt x="1025" y="1001"/>
                    <a:pt x="1025" y="787"/>
                  </a:cubicBezTo>
                  <a:lnTo>
                    <a:pt x="1025"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95"/>
            <p:cNvSpPr/>
            <p:nvPr/>
          </p:nvSpPr>
          <p:spPr>
            <a:xfrm>
              <a:off x="7147489" y="3091889"/>
              <a:ext cx="123036" cy="157260"/>
            </a:xfrm>
            <a:custGeom>
              <a:rect b="b" l="l" r="r" t="t"/>
              <a:pathLst>
                <a:path extrusionOk="0" h="4811" w="3764">
                  <a:moveTo>
                    <a:pt x="191" y="0"/>
                  </a:moveTo>
                  <a:cubicBezTo>
                    <a:pt x="96" y="0"/>
                    <a:pt x="1" y="95"/>
                    <a:pt x="1" y="191"/>
                  </a:cubicBezTo>
                  <a:lnTo>
                    <a:pt x="1" y="4620"/>
                  </a:lnTo>
                  <a:cubicBezTo>
                    <a:pt x="1" y="4715"/>
                    <a:pt x="96" y="4811"/>
                    <a:pt x="191" y="4811"/>
                  </a:cubicBezTo>
                  <a:lnTo>
                    <a:pt x="3573" y="4811"/>
                  </a:lnTo>
                  <a:cubicBezTo>
                    <a:pt x="3668" y="4811"/>
                    <a:pt x="3763" y="4715"/>
                    <a:pt x="3763" y="4620"/>
                  </a:cubicBezTo>
                  <a:lnTo>
                    <a:pt x="3763" y="191"/>
                  </a:lnTo>
                  <a:cubicBezTo>
                    <a:pt x="3763" y="95"/>
                    <a:pt x="3668" y="0"/>
                    <a:pt x="3573"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95"/>
            <p:cNvSpPr/>
            <p:nvPr/>
          </p:nvSpPr>
          <p:spPr>
            <a:xfrm>
              <a:off x="7243230" y="3091104"/>
              <a:ext cx="27294" cy="157260"/>
            </a:xfrm>
            <a:custGeom>
              <a:rect b="b" l="l" r="r" t="t"/>
              <a:pathLst>
                <a:path extrusionOk="0" h="4811" w="835">
                  <a:moveTo>
                    <a:pt x="1" y="0"/>
                  </a:moveTo>
                  <a:cubicBezTo>
                    <a:pt x="72" y="0"/>
                    <a:pt x="167" y="95"/>
                    <a:pt x="167" y="191"/>
                  </a:cubicBezTo>
                  <a:lnTo>
                    <a:pt x="167" y="4620"/>
                  </a:lnTo>
                  <a:cubicBezTo>
                    <a:pt x="167" y="4715"/>
                    <a:pt x="96" y="4811"/>
                    <a:pt x="1" y="4811"/>
                  </a:cubicBezTo>
                  <a:lnTo>
                    <a:pt x="644" y="4811"/>
                  </a:lnTo>
                  <a:cubicBezTo>
                    <a:pt x="739" y="4811"/>
                    <a:pt x="834" y="4715"/>
                    <a:pt x="834" y="4620"/>
                  </a:cubicBezTo>
                  <a:lnTo>
                    <a:pt x="834" y="191"/>
                  </a:lnTo>
                  <a:cubicBezTo>
                    <a:pt x="834" y="95"/>
                    <a:pt x="739" y="0"/>
                    <a:pt x="644"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95"/>
            <p:cNvSpPr/>
            <p:nvPr/>
          </p:nvSpPr>
          <p:spPr>
            <a:xfrm>
              <a:off x="7147489" y="3272454"/>
              <a:ext cx="50633" cy="50633"/>
            </a:xfrm>
            <a:custGeom>
              <a:rect b="b" l="l" r="r" t="t"/>
              <a:pathLst>
                <a:path extrusionOk="0" h="1549" w="1549">
                  <a:moveTo>
                    <a:pt x="786" y="1"/>
                  </a:moveTo>
                  <a:cubicBezTo>
                    <a:pt x="358" y="1"/>
                    <a:pt x="1" y="334"/>
                    <a:pt x="1" y="763"/>
                  </a:cubicBezTo>
                  <a:cubicBezTo>
                    <a:pt x="1" y="1192"/>
                    <a:pt x="358" y="1549"/>
                    <a:pt x="786" y="1549"/>
                  </a:cubicBezTo>
                  <a:cubicBezTo>
                    <a:pt x="1215" y="1549"/>
                    <a:pt x="1549" y="1192"/>
                    <a:pt x="1549" y="763"/>
                  </a:cubicBezTo>
                  <a:cubicBezTo>
                    <a:pt x="1549" y="334"/>
                    <a:pt x="1215" y="1"/>
                    <a:pt x="786"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95"/>
            <p:cNvSpPr/>
            <p:nvPr/>
          </p:nvSpPr>
          <p:spPr>
            <a:xfrm>
              <a:off x="7219107" y="3272454"/>
              <a:ext cx="50633" cy="50633"/>
            </a:xfrm>
            <a:custGeom>
              <a:rect b="b" l="l" r="r" t="t"/>
              <a:pathLst>
                <a:path extrusionOk="0" h="1549" w="1549">
                  <a:moveTo>
                    <a:pt x="763" y="1"/>
                  </a:moveTo>
                  <a:cubicBezTo>
                    <a:pt x="334" y="1"/>
                    <a:pt x="1" y="334"/>
                    <a:pt x="1" y="763"/>
                  </a:cubicBezTo>
                  <a:cubicBezTo>
                    <a:pt x="1" y="1192"/>
                    <a:pt x="334" y="1549"/>
                    <a:pt x="763" y="1549"/>
                  </a:cubicBezTo>
                  <a:cubicBezTo>
                    <a:pt x="1191" y="1549"/>
                    <a:pt x="1548" y="1192"/>
                    <a:pt x="1548" y="763"/>
                  </a:cubicBezTo>
                  <a:cubicBezTo>
                    <a:pt x="1548" y="334"/>
                    <a:pt x="1191" y="1"/>
                    <a:pt x="763"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95"/>
            <p:cNvSpPr/>
            <p:nvPr/>
          </p:nvSpPr>
          <p:spPr>
            <a:xfrm>
              <a:off x="7142030" y="3086430"/>
              <a:ext cx="133921" cy="168177"/>
            </a:xfrm>
            <a:custGeom>
              <a:rect b="b" l="l" r="r" t="t"/>
              <a:pathLst>
                <a:path extrusionOk="0" h="5145" w="4097">
                  <a:moveTo>
                    <a:pt x="3787" y="334"/>
                  </a:moveTo>
                  <a:cubicBezTo>
                    <a:pt x="3787" y="334"/>
                    <a:pt x="3811" y="334"/>
                    <a:pt x="3811" y="358"/>
                  </a:cubicBezTo>
                  <a:lnTo>
                    <a:pt x="3811" y="4787"/>
                  </a:lnTo>
                  <a:cubicBezTo>
                    <a:pt x="3811" y="4787"/>
                    <a:pt x="3811" y="4835"/>
                    <a:pt x="3787" y="4835"/>
                  </a:cubicBezTo>
                  <a:lnTo>
                    <a:pt x="358" y="4787"/>
                  </a:lnTo>
                  <a:lnTo>
                    <a:pt x="358" y="358"/>
                  </a:lnTo>
                  <a:cubicBezTo>
                    <a:pt x="358" y="358"/>
                    <a:pt x="358" y="334"/>
                    <a:pt x="382" y="334"/>
                  </a:cubicBezTo>
                  <a:close/>
                  <a:moveTo>
                    <a:pt x="358" y="0"/>
                  </a:moveTo>
                  <a:cubicBezTo>
                    <a:pt x="168" y="0"/>
                    <a:pt x="1" y="143"/>
                    <a:pt x="1" y="358"/>
                  </a:cubicBezTo>
                  <a:lnTo>
                    <a:pt x="1" y="4787"/>
                  </a:lnTo>
                  <a:cubicBezTo>
                    <a:pt x="1" y="4978"/>
                    <a:pt x="144" y="5144"/>
                    <a:pt x="358" y="5144"/>
                  </a:cubicBezTo>
                  <a:lnTo>
                    <a:pt x="3740" y="5144"/>
                  </a:lnTo>
                  <a:cubicBezTo>
                    <a:pt x="3954" y="5144"/>
                    <a:pt x="4097" y="5001"/>
                    <a:pt x="4097" y="4787"/>
                  </a:cubicBezTo>
                  <a:lnTo>
                    <a:pt x="4097" y="358"/>
                  </a:lnTo>
                  <a:cubicBezTo>
                    <a:pt x="4097" y="167"/>
                    <a:pt x="3954" y="0"/>
                    <a:pt x="37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95"/>
            <p:cNvSpPr/>
            <p:nvPr/>
          </p:nvSpPr>
          <p:spPr>
            <a:xfrm>
              <a:off x="7170076" y="3116796"/>
              <a:ext cx="38931" cy="10918"/>
            </a:xfrm>
            <a:custGeom>
              <a:rect b="b" l="l" r="r" t="t"/>
              <a:pathLst>
                <a:path extrusionOk="0" h="334" w="1191">
                  <a:moveTo>
                    <a:pt x="215" y="0"/>
                  </a:moveTo>
                  <a:cubicBezTo>
                    <a:pt x="119" y="0"/>
                    <a:pt x="72" y="48"/>
                    <a:pt x="24" y="143"/>
                  </a:cubicBezTo>
                  <a:cubicBezTo>
                    <a:pt x="0" y="238"/>
                    <a:pt x="95" y="333"/>
                    <a:pt x="191" y="333"/>
                  </a:cubicBezTo>
                  <a:lnTo>
                    <a:pt x="1024" y="333"/>
                  </a:lnTo>
                  <a:cubicBezTo>
                    <a:pt x="1096" y="333"/>
                    <a:pt x="1167" y="262"/>
                    <a:pt x="1191" y="167"/>
                  </a:cubicBezTo>
                  <a:cubicBezTo>
                    <a:pt x="1191" y="95"/>
                    <a:pt x="1120"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95"/>
            <p:cNvSpPr/>
            <p:nvPr/>
          </p:nvSpPr>
          <p:spPr>
            <a:xfrm>
              <a:off x="7170076" y="3140135"/>
              <a:ext cx="78646" cy="10918"/>
            </a:xfrm>
            <a:custGeom>
              <a:rect b="b" l="l" r="r" t="t"/>
              <a:pathLst>
                <a:path extrusionOk="0" h="334" w="2406">
                  <a:moveTo>
                    <a:pt x="215" y="0"/>
                  </a:moveTo>
                  <a:cubicBezTo>
                    <a:pt x="119" y="0"/>
                    <a:pt x="72" y="48"/>
                    <a:pt x="24" y="143"/>
                  </a:cubicBezTo>
                  <a:cubicBezTo>
                    <a:pt x="0" y="262"/>
                    <a:pt x="95" y="334"/>
                    <a:pt x="191" y="334"/>
                  </a:cubicBezTo>
                  <a:lnTo>
                    <a:pt x="2239" y="334"/>
                  </a:lnTo>
                  <a:cubicBezTo>
                    <a:pt x="2310" y="334"/>
                    <a:pt x="2382" y="262"/>
                    <a:pt x="2405" y="167"/>
                  </a:cubicBezTo>
                  <a:cubicBezTo>
                    <a:pt x="2405" y="96"/>
                    <a:pt x="2358"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95"/>
            <p:cNvSpPr/>
            <p:nvPr/>
          </p:nvSpPr>
          <p:spPr>
            <a:xfrm>
              <a:off x="7170076" y="3165043"/>
              <a:ext cx="78646" cy="10918"/>
            </a:xfrm>
            <a:custGeom>
              <a:rect b="b" l="l" r="r" t="t"/>
              <a:pathLst>
                <a:path extrusionOk="0" h="334" w="2406">
                  <a:moveTo>
                    <a:pt x="215" y="1"/>
                  </a:moveTo>
                  <a:cubicBezTo>
                    <a:pt x="119" y="1"/>
                    <a:pt x="72" y="72"/>
                    <a:pt x="24" y="167"/>
                  </a:cubicBezTo>
                  <a:cubicBezTo>
                    <a:pt x="0" y="239"/>
                    <a:pt x="95" y="334"/>
                    <a:pt x="191" y="334"/>
                  </a:cubicBezTo>
                  <a:lnTo>
                    <a:pt x="2239" y="334"/>
                  </a:lnTo>
                  <a:cubicBezTo>
                    <a:pt x="2310" y="334"/>
                    <a:pt x="2382" y="286"/>
                    <a:pt x="2405" y="191"/>
                  </a:cubicBezTo>
                  <a:cubicBezTo>
                    <a:pt x="2405" y="96"/>
                    <a:pt x="2358"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95"/>
            <p:cNvSpPr/>
            <p:nvPr/>
          </p:nvSpPr>
          <p:spPr>
            <a:xfrm>
              <a:off x="7170076" y="3188382"/>
              <a:ext cx="78646" cy="10950"/>
            </a:xfrm>
            <a:custGeom>
              <a:rect b="b" l="l" r="r" t="t"/>
              <a:pathLst>
                <a:path extrusionOk="0" h="335" w="2406">
                  <a:moveTo>
                    <a:pt x="215" y="1"/>
                  </a:moveTo>
                  <a:cubicBezTo>
                    <a:pt x="119" y="1"/>
                    <a:pt x="72" y="72"/>
                    <a:pt x="24" y="144"/>
                  </a:cubicBezTo>
                  <a:cubicBezTo>
                    <a:pt x="0" y="239"/>
                    <a:pt x="95" y="334"/>
                    <a:pt x="191" y="334"/>
                  </a:cubicBezTo>
                  <a:lnTo>
                    <a:pt x="2239" y="334"/>
                  </a:lnTo>
                  <a:cubicBezTo>
                    <a:pt x="2310" y="334"/>
                    <a:pt x="2382" y="287"/>
                    <a:pt x="2405" y="192"/>
                  </a:cubicBezTo>
                  <a:cubicBezTo>
                    <a:pt x="2405" y="96"/>
                    <a:pt x="2358"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95"/>
            <p:cNvSpPr/>
            <p:nvPr/>
          </p:nvSpPr>
          <p:spPr>
            <a:xfrm>
              <a:off x="7170076" y="3211754"/>
              <a:ext cx="78646" cy="10918"/>
            </a:xfrm>
            <a:custGeom>
              <a:rect b="b" l="l" r="r" t="t"/>
              <a:pathLst>
                <a:path extrusionOk="0" h="334" w="2406">
                  <a:moveTo>
                    <a:pt x="215" y="0"/>
                  </a:moveTo>
                  <a:cubicBezTo>
                    <a:pt x="119" y="0"/>
                    <a:pt x="72" y="72"/>
                    <a:pt x="24" y="167"/>
                  </a:cubicBezTo>
                  <a:cubicBezTo>
                    <a:pt x="0" y="239"/>
                    <a:pt x="95" y="334"/>
                    <a:pt x="191" y="334"/>
                  </a:cubicBezTo>
                  <a:lnTo>
                    <a:pt x="2239" y="334"/>
                  </a:lnTo>
                  <a:cubicBezTo>
                    <a:pt x="2310" y="334"/>
                    <a:pt x="2382" y="286"/>
                    <a:pt x="2405" y="191"/>
                  </a:cubicBezTo>
                  <a:cubicBezTo>
                    <a:pt x="2405" y="96"/>
                    <a:pt x="2358"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95"/>
            <p:cNvSpPr/>
            <p:nvPr/>
          </p:nvSpPr>
          <p:spPr>
            <a:xfrm>
              <a:off x="7134250" y="3267813"/>
              <a:ext cx="148728" cy="60210"/>
            </a:xfrm>
            <a:custGeom>
              <a:rect b="b" l="l" r="r" t="t"/>
              <a:pathLst>
                <a:path extrusionOk="0" h="1842" w="4550">
                  <a:moveTo>
                    <a:pt x="1191" y="286"/>
                  </a:moveTo>
                  <a:cubicBezTo>
                    <a:pt x="1525" y="286"/>
                    <a:pt x="1787" y="548"/>
                    <a:pt x="1787" y="881"/>
                  </a:cubicBezTo>
                  <a:cubicBezTo>
                    <a:pt x="1787" y="1215"/>
                    <a:pt x="1525" y="1477"/>
                    <a:pt x="1191" y="1477"/>
                  </a:cubicBezTo>
                  <a:cubicBezTo>
                    <a:pt x="858" y="1477"/>
                    <a:pt x="596" y="1215"/>
                    <a:pt x="596" y="881"/>
                  </a:cubicBezTo>
                  <a:cubicBezTo>
                    <a:pt x="596" y="595"/>
                    <a:pt x="858" y="286"/>
                    <a:pt x="1191" y="286"/>
                  </a:cubicBezTo>
                  <a:close/>
                  <a:moveTo>
                    <a:pt x="3359" y="286"/>
                  </a:moveTo>
                  <a:cubicBezTo>
                    <a:pt x="3692" y="286"/>
                    <a:pt x="3954" y="548"/>
                    <a:pt x="3954" y="881"/>
                  </a:cubicBezTo>
                  <a:cubicBezTo>
                    <a:pt x="3954" y="1215"/>
                    <a:pt x="3692" y="1477"/>
                    <a:pt x="3359" y="1477"/>
                  </a:cubicBezTo>
                  <a:cubicBezTo>
                    <a:pt x="3025" y="1477"/>
                    <a:pt x="2763" y="1215"/>
                    <a:pt x="2763" y="881"/>
                  </a:cubicBezTo>
                  <a:cubicBezTo>
                    <a:pt x="2763" y="595"/>
                    <a:pt x="3025" y="286"/>
                    <a:pt x="3359" y="286"/>
                  </a:cubicBezTo>
                  <a:close/>
                  <a:moveTo>
                    <a:pt x="1215" y="0"/>
                  </a:moveTo>
                  <a:cubicBezTo>
                    <a:pt x="882" y="0"/>
                    <a:pt x="620" y="143"/>
                    <a:pt x="429" y="381"/>
                  </a:cubicBezTo>
                  <a:lnTo>
                    <a:pt x="167" y="381"/>
                  </a:lnTo>
                  <a:cubicBezTo>
                    <a:pt x="96" y="381"/>
                    <a:pt x="1" y="429"/>
                    <a:pt x="1" y="524"/>
                  </a:cubicBezTo>
                  <a:cubicBezTo>
                    <a:pt x="1" y="619"/>
                    <a:pt x="48" y="714"/>
                    <a:pt x="167" y="714"/>
                  </a:cubicBezTo>
                  <a:lnTo>
                    <a:pt x="287" y="714"/>
                  </a:lnTo>
                  <a:cubicBezTo>
                    <a:pt x="263" y="762"/>
                    <a:pt x="263" y="857"/>
                    <a:pt x="263" y="905"/>
                  </a:cubicBezTo>
                  <a:cubicBezTo>
                    <a:pt x="263" y="1414"/>
                    <a:pt x="654" y="1841"/>
                    <a:pt x="1168" y="1841"/>
                  </a:cubicBezTo>
                  <a:cubicBezTo>
                    <a:pt x="1207" y="1841"/>
                    <a:pt x="1247" y="1839"/>
                    <a:pt x="1287" y="1834"/>
                  </a:cubicBezTo>
                  <a:cubicBezTo>
                    <a:pt x="1715" y="1810"/>
                    <a:pt x="2120" y="1453"/>
                    <a:pt x="2144" y="976"/>
                  </a:cubicBezTo>
                  <a:cubicBezTo>
                    <a:pt x="2168" y="786"/>
                    <a:pt x="2120" y="643"/>
                    <a:pt x="2049" y="500"/>
                  </a:cubicBezTo>
                  <a:cubicBezTo>
                    <a:pt x="2120" y="476"/>
                    <a:pt x="2192" y="429"/>
                    <a:pt x="2287" y="429"/>
                  </a:cubicBezTo>
                  <a:cubicBezTo>
                    <a:pt x="2382" y="429"/>
                    <a:pt x="2477" y="476"/>
                    <a:pt x="2525" y="500"/>
                  </a:cubicBezTo>
                  <a:cubicBezTo>
                    <a:pt x="2454" y="643"/>
                    <a:pt x="2430" y="786"/>
                    <a:pt x="2430" y="976"/>
                  </a:cubicBezTo>
                  <a:cubicBezTo>
                    <a:pt x="2477" y="1429"/>
                    <a:pt x="2858" y="1786"/>
                    <a:pt x="3311" y="1834"/>
                  </a:cubicBezTo>
                  <a:cubicBezTo>
                    <a:pt x="3326" y="1834"/>
                    <a:pt x="3340" y="1835"/>
                    <a:pt x="3355" y="1835"/>
                  </a:cubicBezTo>
                  <a:cubicBezTo>
                    <a:pt x="3861" y="1835"/>
                    <a:pt x="4311" y="1437"/>
                    <a:pt x="4311" y="905"/>
                  </a:cubicBezTo>
                  <a:cubicBezTo>
                    <a:pt x="4311" y="857"/>
                    <a:pt x="4311" y="762"/>
                    <a:pt x="4287" y="714"/>
                  </a:cubicBezTo>
                  <a:lnTo>
                    <a:pt x="4359" y="714"/>
                  </a:lnTo>
                  <a:cubicBezTo>
                    <a:pt x="4454" y="714"/>
                    <a:pt x="4526" y="643"/>
                    <a:pt x="4549" y="548"/>
                  </a:cubicBezTo>
                  <a:cubicBezTo>
                    <a:pt x="4549" y="476"/>
                    <a:pt x="4478" y="381"/>
                    <a:pt x="4406" y="381"/>
                  </a:cubicBezTo>
                  <a:lnTo>
                    <a:pt x="4144" y="381"/>
                  </a:lnTo>
                  <a:cubicBezTo>
                    <a:pt x="3954" y="143"/>
                    <a:pt x="3692" y="0"/>
                    <a:pt x="3359" y="0"/>
                  </a:cubicBezTo>
                  <a:cubicBezTo>
                    <a:pt x="3097" y="0"/>
                    <a:pt x="2882" y="71"/>
                    <a:pt x="2716" y="262"/>
                  </a:cubicBezTo>
                  <a:cubicBezTo>
                    <a:pt x="2597" y="167"/>
                    <a:pt x="2430" y="143"/>
                    <a:pt x="2287" y="143"/>
                  </a:cubicBezTo>
                  <a:cubicBezTo>
                    <a:pt x="2144" y="143"/>
                    <a:pt x="2001" y="167"/>
                    <a:pt x="1882" y="262"/>
                  </a:cubicBezTo>
                  <a:cubicBezTo>
                    <a:pt x="1692" y="71"/>
                    <a:pt x="1477"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95"/>
            <p:cNvSpPr/>
            <p:nvPr/>
          </p:nvSpPr>
          <p:spPr>
            <a:xfrm>
              <a:off x="7109342" y="3020728"/>
              <a:ext cx="196190" cy="369303"/>
            </a:xfrm>
            <a:custGeom>
              <a:rect b="b" l="l" r="r" t="t"/>
              <a:pathLst>
                <a:path extrusionOk="0" h="11298" w="6002">
                  <a:moveTo>
                    <a:pt x="5526" y="391"/>
                  </a:moveTo>
                  <a:cubicBezTo>
                    <a:pt x="5645" y="391"/>
                    <a:pt x="5692" y="486"/>
                    <a:pt x="5692" y="581"/>
                  </a:cubicBezTo>
                  <a:lnTo>
                    <a:pt x="5692" y="1201"/>
                  </a:lnTo>
                  <a:lnTo>
                    <a:pt x="382" y="1201"/>
                  </a:lnTo>
                  <a:lnTo>
                    <a:pt x="382" y="581"/>
                  </a:lnTo>
                  <a:cubicBezTo>
                    <a:pt x="382" y="462"/>
                    <a:pt x="453" y="391"/>
                    <a:pt x="548" y="391"/>
                  </a:cubicBezTo>
                  <a:close/>
                  <a:moveTo>
                    <a:pt x="5663" y="1"/>
                  </a:moveTo>
                  <a:cubicBezTo>
                    <a:pt x="5634" y="1"/>
                    <a:pt x="5604" y="4"/>
                    <a:pt x="5573" y="10"/>
                  </a:cubicBezTo>
                  <a:lnTo>
                    <a:pt x="5526" y="58"/>
                  </a:lnTo>
                  <a:lnTo>
                    <a:pt x="215" y="58"/>
                  </a:lnTo>
                  <a:cubicBezTo>
                    <a:pt x="144" y="58"/>
                    <a:pt x="48" y="129"/>
                    <a:pt x="48" y="224"/>
                  </a:cubicBezTo>
                  <a:lnTo>
                    <a:pt x="48" y="2820"/>
                  </a:lnTo>
                  <a:cubicBezTo>
                    <a:pt x="48" y="2844"/>
                    <a:pt x="48" y="2844"/>
                    <a:pt x="72" y="2844"/>
                  </a:cubicBezTo>
                  <a:cubicBezTo>
                    <a:pt x="119" y="2890"/>
                    <a:pt x="168" y="2909"/>
                    <a:pt x="213" y="2909"/>
                  </a:cubicBezTo>
                  <a:cubicBezTo>
                    <a:pt x="306" y="2909"/>
                    <a:pt x="382" y="2829"/>
                    <a:pt x="382" y="2749"/>
                  </a:cubicBezTo>
                  <a:lnTo>
                    <a:pt x="382" y="1534"/>
                  </a:lnTo>
                  <a:lnTo>
                    <a:pt x="5692" y="1534"/>
                  </a:lnTo>
                  <a:lnTo>
                    <a:pt x="5692" y="9845"/>
                  </a:lnTo>
                  <a:lnTo>
                    <a:pt x="3716" y="9845"/>
                  </a:lnTo>
                  <a:cubicBezTo>
                    <a:pt x="3620" y="9845"/>
                    <a:pt x="3549" y="9893"/>
                    <a:pt x="3525" y="9988"/>
                  </a:cubicBezTo>
                  <a:cubicBezTo>
                    <a:pt x="3525" y="10083"/>
                    <a:pt x="3597" y="10179"/>
                    <a:pt x="3668" y="10179"/>
                  </a:cubicBezTo>
                  <a:lnTo>
                    <a:pt x="5669" y="10179"/>
                  </a:lnTo>
                  <a:lnTo>
                    <a:pt x="5669" y="10798"/>
                  </a:lnTo>
                  <a:cubicBezTo>
                    <a:pt x="5669" y="10917"/>
                    <a:pt x="5573" y="10965"/>
                    <a:pt x="5502" y="10965"/>
                  </a:cubicBezTo>
                  <a:lnTo>
                    <a:pt x="525" y="10965"/>
                  </a:lnTo>
                  <a:cubicBezTo>
                    <a:pt x="406" y="10965"/>
                    <a:pt x="334" y="10893"/>
                    <a:pt x="334" y="10798"/>
                  </a:cubicBezTo>
                  <a:lnTo>
                    <a:pt x="334" y="10179"/>
                  </a:lnTo>
                  <a:lnTo>
                    <a:pt x="3025" y="10179"/>
                  </a:lnTo>
                  <a:cubicBezTo>
                    <a:pt x="3097" y="10179"/>
                    <a:pt x="3168" y="10107"/>
                    <a:pt x="3192" y="10012"/>
                  </a:cubicBezTo>
                  <a:cubicBezTo>
                    <a:pt x="3192" y="9940"/>
                    <a:pt x="3144" y="9845"/>
                    <a:pt x="3049" y="9845"/>
                  </a:cubicBezTo>
                  <a:lnTo>
                    <a:pt x="334" y="9845"/>
                  </a:lnTo>
                  <a:lnTo>
                    <a:pt x="334" y="3439"/>
                  </a:lnTo>
                  <a:cubicBezTo>
                    <a:pt x="334" y="3344"/>
                    <a:pt x="286" y="3296"/>
                    <a:pt x="191" y="3249"/>
                  </a:cubicBezTo>
                  <a:cubicBezTo>
                    <a:pt x="96" y="3249"/>
                    <a:pt x="1" y="3320"/>
                    <a:pt x="1" y="3415"/>
                  </a:cubicBezTo>
                  <a:lnTo>
                    <a:pt x="1" y="10893"/>
                  </a:lnTo>
                  <a:cubicBezTo>
                    <a:pt x="1" y="11131"/>
                    <a:pt x="191" y="11298"/>
                    <a:pt x="429" y="11298"/>
                  </a:cubicBezTo>
                  <a:lnTo>
                    <a:pt x="5573" y="11298"/>
                  </a:lnTo>
                  <a:cubicBezTo>
                    <a:pt x="5811" y="11298"/>
                    <a:pt x="6002" y="11107"/>
                    <a:pt x="6002" y="10893"/>
                  </a:cubicBezTo>
                  <a:lnTo>
                    <a:pt x="6002" y="343"/>
                  </a:lnTo>
                  <a:cubicBezTo>
                    <a:pt x="6002" y="136"/>
                    <a:pt x="5857" y="1"/>
                    <a:pt x="56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97" name="Google Shape;20597;p95"/>
          <p:cNvSpPr/>
          <p:nvPr/>
        </p:nvSpPr>
        <p:spPr>
          <a:xfrm>
            <a:off x="985988" y="4050308"/>
            <a:ext cx="368257" cy="236657"/>
          </a:xfrm>
          <a:custGeom>
            <a:rect b="b" l="l" r="r" t="t"/>
            <a:pathLst>
              <a:path extrusionOk="0" h="7240" w="11266">
                <a:moveTo>
                  <a:pt x="7717" y="2858"/>
                </a:moveTo>
                <a:cubicBezTo>
                  <a:pt x="7979" y="2858"/>
                  <a:pt x="8193" y="3072"/>
                  <a:pt x="8193" y="3310"/>
                </a:cubicBezTo>
                <a:cubicBezTo>
                  <a:pt x="8193" y="3572"/>
                  <a:pt x="7979" y="3810"/>
                  <a:pt x="7717" y="3810"/>
                </a:cubicBezTo>
                <a:cubicBezTo>
                  <a:pt x="7431" y="3810"/>
                  <a:pt x="7240" y="3596"/>
                  <a:pt x="7240" y="3334"/>
                </a:cubicBezTo>
                <a:lnTo>
                  <a:pt x="7240" y="3263"/>
                </a:lnTo>
                <a:lnTo>
                  <a:pt x="7240" y="3215"/>
                </a:lnTo>
                <a:cubicBezTo>
                  <a:pt x="7217" y="3120"/>
                  <a:pt x="7145" y="3072"/>
                  <a:pt x="7097" y="3072"/>
                </a:cubicBezTo>
                <a:lnTo>
                  <a:pt x="4121" y="3072"/>
                </a:lnTo>
                <a:cubicBezTo>
                  <a:pt x="4049" y="3096"/>
                  <a:pt x="4002" y="3144"/>
                  <a:pt x="4025" y="3239"/>
                </a:cubicBezTo>
                <a:lnTo>
                  <a:pt x="4025" y="3310"/>
                </a:lnTo>
                <a:cubicBezTo>
                  <a:pt x="4025" y="3560"/>
                  <a:pt x="3809" y="3788"/>
                  <a:pt x="3520" y="3788"/>
                </a:cubicBezTo>
                <a:cubicBezTo>
                  <a:pt x="3506" y="3788"/>
                  <a:pt x="3492" y="3788"/>
                  <a:pt x="3478" y="3787"/>
                </a:cubicBezTo>
                <a:cubicBezTo>
                  <a:pt x="3287" y="3739"/>
                  <a:pt x="3097" y="3572"/>
                  <a:pt x="3073" y="3358"/>
                </a:cubicBezTo>
                <a:cubicBezTo>
                  <a:pt x="3049" y="3120"/>
                  <a:pt x="3240" y="2858"/>
                  <a:pt x="3549" y="2858"/>
                </a:cubicBezTo>
                <a:close/>
                <a:moveTo>
                  <a:pt x="4997" y="4187"/>
                </a:moveTo>
                <a:cubicBezTo>
                  <a:pt x="5090" y="4187"/>
                  <a:pt x="5145" y="4257"/>
                  <a:pt x="5145" y="4382"/>
                </a:cubicBezTo>
                <a:lnTo>
                  <a:pt x="5145" y="6192"/>
                </a:lnTo>
                <a:lnTo>
                  <a:pt x="4787" y="6192"/>
                </a:lnTo>
                <a:lnTo>
                  <a:pt x="4787" y="4382"/>
                </a:lnTo>
                <a:cubicBezTo>
                  <a:pt x="4787" y="4287"/>
                  <a:pt x="4859" y="4191"/>
                  <a:pt x="4954" y="4191"/>
                </a:cubicBezTo>
                <a:cubicBezTo>
                  <a:pt x="4969" y="4188"/>
                  <a:pt x="4984" y="4187"/>
                  <a:pt x="4997" y="4187"/>
                </a:cubicBezTo>
                <a:close/>
                <a:moveTo>
                  <a:pt x="6356" y="4187"/>
                </a:moveTo>
                <a:cubicBezTo>
                  <a:pt x="6453" y="4187"/>
                  <a:pt x="6526" y="4257"/>
                  <a:pt x="6526" y="4382"/>
                </a:cubicBezTo>
                <a:lnTo>
                  <a:pt x="6526" y="6192"/>
                </a:lnTo>
                <a:lnTo>
                  <a:pt x="6169" y="6192"/>
                </a:lnTo>
                <a:lnTo>
                  <a:pt x="6169" y="4382"/>
                </a:lnTo>
                <a:cubicBezTo>
                  <a:pt x="6169" y="4287"/>
                  <a:pt x="6216" y="4191"/>
                  <a:pt x="6312" y="4191"/>
                </a:cubicBezTo>
                <a:cubicBezTo>
                  <a:pt x="6327" y="4188"/>
                  <a:pt x="6341" y="4187"/>
                  <a:pt x="6356" y="4187"/>
                </a:cubicBezTo>
                <a:close/>
                <a:moveTo>
                  <a:pt x="6883" y="3429"/>
                </a:moveTo>
                <a:cubicBezTo>
                  <a:pt x="6907" y="3620"/>
                  <a:pt x="7002" y="3810"/>
                  <a:pt x="7121" y="3929"/>
                </a:cubicBezTo>
                <a:lnTo>
                  <a:pt x="7121" y="6192"/>
                </a:lnTo>
                <a:lnTo>
                  <a:pt x="6788" y="6192"/>
                </a:lnTo>
                <a:lnTo>
                  <a:pt x="6788" y="4382"/>
                </a:lnTo>
                <a:cubicBezTo>
                  <a:pt x="6812" y="4072"/>
                  <a:pt x="6621" y="3858"/>
                  <a:pt x="6312" y="3858"/>
                </a:cubicBezTo>
                <a:cubicBezTo>
                  <a:pt x="6050" y="3858"/>
                  <a:pt x="5812" y="4096"/>
                  <a:pt x="5812" y="4382"/>
                </a:cubicBezTo>
                <a:lnTo>
                  <a:pt x="5812" y="6192"/>
                </a:lnTo>
                <a:lnTo>
                  <a:pt x="5454" y="6192"/>
                </a:lnTo>
                <a:lnTo>
                  <a:pt x="5454" y="4382"/>
                </a:lnTo>
                <a:cubicBezTo>
                  <a:pt x="5454" y="4096"/>
                  <a:pt x="5240" y="3858"/>
                  <a:pt x="5002" y="3858"/>
                </a:cubicBezTo>
                <a:cubicBezTo>
                  <a:pt x="4989" y="3857"/>
                  <a:pt x="4975" y="3856"/>
                  <a:pt x="4962" y="3856"/>
                </a:cubicBezTo>
                <a:cubicBezTo>
                  <a:pt x="4690" y="3856"/>
                  <a:pt x="4430" y="4087"/>
                  <a:pt x="4430" y="4382"/>
                </a:cubicBezTo>
                <a:lnTo>
                  <a:pt x="4430" y="6192"/>
                </a:lnTo>
                <a:lnTo>
                  <a:pt x="4049" y="6192"/>
                </a:lnTo>
                <a:lnTo>
                  <a:pt x="4049" y="3953"/>
                </a:lnTo>
                <a:lnTo>
                  <a:pt x="4049" y="3929"/>
                </a:lnTo>
                <a:cubicBezTo>
                  <a:pt x="4192" y="3810"/>
                  <a:pt x="4287" y="3620"/>
                  <a:pt x="4287" y="3429"/>
                </a:cubicBezTo>
                <a:close/>
                <a:moveTo>
                  <a:pt x="9527" y="1000"/>
                </a:moveTo>
                <a:cubicBezTo>
                  <a:pt x="9527" y="1000"/>
                  <a:pt x="9550" y="1000"/>
                  <a:pt x="9550" y="1048"/>
                </a:cubicBezTo>
                <a:lnTo>
                  <a:pt x="9550" y="6192"/>
                </a:lnTo>
                <a:lnTo>
                  <a:pt x="7526" y="6192"/>
                </a:lnTo>
                <a:lnTo>
                  <a:pt x="7526" y="4096"/>
                </a:lnTo>
                <a:cubicBezTo>
                  <a:pt x="7606" y="4120"/>
                  <a:pt x="7688" y="4133"/>
                  <a:pt x="7772" y="4133"/>
                </a:cubicBezTo>
                <a:cubicBezTo>
                  <a:pt x="7942" y="4133"/>
                  <a:pt x="8122" y="4080"/>
                  <a:pt x="8312" y="3953"/>
                </a:cubicBezTo>
                <a:lnTo>
                  <a:pt x="8383" y="3858"/>
                </a:lnTo>
                <a:cubicBezTo>
                  <a:pt x="8788" y="3263"/>
                  <a:pt x="8455" y="2667"/>
                  <a:pt x="7955" y="2548"/>
                </a:cubicBezTo>
                <a:lnTo>
                  <a:pt x="7955" y="2001"/>
                </a:lnTo>
                <a:cubicBezTo>
                  <a:pt x="7955" y="1905"/>
                  <a:pt x="7860" y="1810"/>
                  <a:pt x="7764" y="1810"/>
                </a:cubicBezTo>
                <a:lnTo>
                  <a:pt x="7240" y="1810"/>
                </a:lnTo>
                <a:cubicBezTo>
                  <a:pt x="7193" y="1810"/>
                  <a:pt x="7169" y="1810"/>
                  <a:pt x="7169" y="1834"/>
                </a:cubicBezTo>
                <a:cubicBezTo>
                  <a:pt x="7050" y="2001"/>
                  <a:pt x="7145" y="2143"/>
                  <a:pt x="7288" y="2143"/>
                </a:cubicBezTo>
                <a:lnTo>
                  <a:pt x="7598" y="2143"/>
                </a:lnTo>
                <a:cubicBezTo>
                  <a:pt x="7621" y="2143"/>
                  <a:pt x="7621" y="2143"/>
                  <a:pt x="7621" y="2167"/>
                </a:cubicBezTo>
                <a:lnTo>
                  <a:pt x="7621" y="2524"/>
                </a:lnTo>
                <a:lnTo>
                  <a:pt x="3692" y="2524"/>
                </a:lnTo>
                <a:lnTo>
                  <a:pt x="3692" y="2167"/>
                </a:lnTo>
                <a:cubicBezTo>
                  <a:pt x="3692" y="2143"/>
                  <a:pt x="3692" y="2143"/>
                  <a:pt x="3716" y="2143"/>
                </a:cubicBezTo>
                <a:lnTo>
                  <a:pt x="6574" y="2143"/>
                </a:lnTo>
                <a:cubicBezTo>
                  <a:pt x="6669" y="2143"/>
                  <a:pt x="6716" y="2072"/>
                  <a:pt x="6764" y="2001"/>
                </a:cubicBezTo>
                <a:cubicBezTo>
                  <a:pt x="6764" y="1905"/>
                  <a:pt x="6693" y="1810"/>
                  <a:pt x="6597" y="1810"/>
                </a:cubicBezTo>
                <a:lnTo>
                  <a:pt x="3716" y="1810"/>
                </a:lnTo>
                <a:cubicBezTo>
                  <a:pt x="3502" y="1810"/>
                  <a:pt x="3359" y="1953"/>
                  <a:pt x="3359" y="2167"/>
                </a:cubicBezTo>
                <a:lnTo>
                  <a:pt x="3359" y="2548"/>
                </a:lnTo>
                <a:cubicBezTo>
                  <a:pt x="2978" y="2643"/>
                  <a:pt x="2668" y="3025"/>
                  <a:pt x="2739" y="3453"/>
                </a:cubicBezTo>
                <a:cubicBezTo>
                  <a:pt x="2763" y="3810"/>
                  <a:pt x="3073" y="4096"/>
                  <a:pt x="3430" y="4168"/>
                </a:cubicBezTo>
                <a:cubicBezTo>
                  <a:pt x="3465" y="4175"/>
                  <a:pt x="3502" y="4177"/>
                  <a:pt x="3539" y="4177"/>
                </a:cubicBezTo>
                <a:cubicBezTo>
                  <a:pt x="3629" y="4177"/>
                  <a:pt x="3720" y="4161"/>
                  <a:pt x="3787" y="4144"/>
                </a:cubicBezTo>
                <a:lnTo>
                  <a:pt x="3787" y="6216"/>
                </a:lnTo>
                <a:lnTo>
                  <a:pt x="1739" y="6216"/>
                </a:lnTo>
                <a:lnTo>
                  <a:pt x="1739" y="1048"/>
                </a:lnTo>
                <a:lnTo>
                  <a:pt x="9527" y="1000"/>
                </a:lnTo>
                <a:close/>
                <a:moveTo>
                  <a:pt x="4502" y="6525"/>
                </a:moveTo>
                <a:lnTo>
                  <a:pt x="4502" y="6930"/>
                </a:lnTo>
                <a:lnTo>
                  <a:pt x="477" y="6930"/>
                </a:lnTo>
                <a:cubicBezTo>
                  <a:pt x="382" y="6930"/>
                  <a:pt x="334" y="6882"/>
                  <a:pt x="334" y="6787"/>
                </a:cubicBezTo>
                <a:lnTo>
                  <a:pt x="334" y="6525"/>
                </a:lnTo>
                <a:close/>
                <a:moveTo>
                  <a:pt x="6431" y="6525"/>
                </a:moveTo>
                <a:lnTo>
                  <a:pt x="6431" y="6930"/>
                </a:lnTo>
                <a:lnTo>
                  <a:pt x="4835" y="6930"/>
                </a:lnTo>
                <a:lnTo>
                  <a:pt x="4835" y="6525"/>
                </a:lnTo>
                <a:close/>
                <a:moveTo>
                  <a:pt x="858" y="0"/>
                </a:moveTo>
                <a:cubicBezTo>
                  <a:pt x="763" y="0"/>
                  <a:pt x="691" y="95"/>
                  <a:pt x="691" y="167"/>
                </a:cubicBezTo>
                <a:lnTo>
                  <a:pt x="691" y="3810"/>
                </a:lnTo>
                <a:cubicBezTo>
                  <a:pt x="691" y="3810"/>
                  <a:pt x="691" y="3834"/>
                  <a:pt x="715" y="3834"/>
                </a:cubicBezTo>
                <a:cubicBezTo>
                  <a:pt x="762" y="3881"/>
                  <a:pt x="813" y="3900"/>
                  <a:pt x="862" y="3900"/>
                </a:cubicBezTo>
                <a:cubicBezTo>
                  <a:pt x="962" y="3900"/>
                  <a:pt x="1049" y="3819"/>
                  <a:pt x="1049" y="3739"/>
                </a:cubicBezTo>
                <a:lnTo>
                  <a:pt x="1049" y="595"/>
                </a:lnTo>
                <a:cubicBezTo>
                  <a:pt x="1049" y="476"/>
                  <a:pt x="1168" y="357"/>
                  <a:pt x="1287" y="357"/>
                </a:cubicBezTo>
                <a:lnTo>
                  <a:pt x="10027" y="357"/>
                </a:lnTo>
                <a:cubicBezTo>
                  <a:pt x="10146" y="357"/>
                  <a:pt x="10265" y="476"/>
                  <a:pt x="10265" y="595"/>
                </a:cubicBezTo>
                <a:lnTo>
                  <a:pt x="10265" y="6216"/>
                </a:lnTo>
                <a:lnTo>
                  <a:pt x="9884" y="6216"/>
                </a:lnTo>
                <a:lnTo>
                  <a:pt x="9884" y="1048"/>
                </a:lnTo>
                <a:cubicBezTo>
                  <a:pt x="9884" y="857"/>
                  <a:pt x="9741" y="691"/>
                  <a:pt x="9527" y="691"/>
                </a:cubicBezTo>
                <a:lnTo>
                  <a:pt x="1763" y="691"/>
                </a:lnTo>
                <a:cubicBezTo>
                  <a:pt x="1573" y="691"/>
                  <a:pt x="1406" y="834"/>
                  <a:pt x="1406" y="1048"/>
                </a:cubicBezTo>
                <a:lnTo>
                  <a:pt x="1406" y="6192"/>
                </a:lnTo>
                <a:lnTo>
                  <a:pt x="1025" y="6192"/>
                </a:lnTo>
                <a:lnTo>
                  <a:pt x="1025" y="4382"/>
                </a:lnTo>
                <a:cubicBezTo>
                  <a:pt x="1025" y="4287"/>
                  <a:pt x="953" y="4215"/>
                  <a:pt x="858" y="4191"/>
                </a:cubicBezTo>
                <a:cubicBezTo>
                  <a:pt x="787" y="4191"/>
                  <a:pt x="691" y="4239"/>
                  <a:pt x="691" y="4334"/>
                </a:cubicBezTo>
                <a:lnTo>
                  <a:pt x="691" y="6168"/>
                </a:lnTo>
                <a:lnTo>
                  <a:pt x="310" y="6168"/>
                </a:lnTo>
                <a:cubicBezTo>
                  <a:pt x="120" y="6168"/>
                  <a:pt x="1" y="6311"/>
                  <a:pt x="1" y="6454"/>
                </a:cubicBezTo>
                <a:lnTo>
                  <a:pt x="1" y="7049"/>
                </a:lnTo>
                <a:cubicBezTo>
                  <a:pt x="1" y="7144"/>
                  <a:pt x="96" y="7240"/>
                  <a:pt x="191" y="7240"/>
                </a:cubicBezTo>
                <a:lnTo>
                  <a:pt x="7860" y="7240"/>
                </a:lnTo>
                <a:cubicBezTo>
                  <a:pt x="7883" y="7240"/>
                  <a:pt x="7883" y="7240"/>
                  <a:pt x="7883" y="7192"/>
                </a:cubicBezTo>
                <a:cubicBezTo>
                  <a:pt x="8026" y="7049"/>
                  <a:pt x="7907" y="6906"/>
                  <a:pt x="7788" y="6906"/>
                </a:cubicBezTo>
                <a:lnTo>
                  <a:pt x="6764" y="6906"/>
                </a:lnTo>
                <a:lnTo>
                  <a:pt x="6764" y="6478"/>
                </a:lnTo>
                <a:lnTo>
                  <a:pt x="10932" y="6478"/>
                </a:lnTo>
                <a:lnTo>
                  <a:pt x="10932" y="6763"/>
                </a:lnTo>
                <a:cubicBezTo>
                  <a:pt x="10932" y="6763"/>
                  <a:pt x="10836" y="6906"/>
                  <a:pt x="10741" y="6906"/>
                </a:cubicBezTo>
                <a:lnTo>
                  <a:pt x="8431" y="6906"/>
                </a:lnTo>
                <a:cubicBezTo>
                  <a:pt x="8336" y="6906"/>
                  <a:pt x="8241" y="6954"/>
                  <a:pt x="8241" y="7049"/>
                </a:cubicBezTo>
                <a:cubicBezTo>
                  <a:pt x="8241" y="7144"/>
                  <a:pt x="8312" y="7240"/>
                  <a:pt x="8431" y="7240"/>
                </a:cubicBezTo>
                <a:lnTo>
                  <a:pt x="10741" y="7240"/>
                </a:lnTo>
                <a:cubicBezTo>
                  <a:pt x="11003" y="7240"/>
                  <a:pt x="11217" y="6716"/>
                  <a:pt x="11217" y="6716"/>
                </a:cubicBezTo>
                <a:lnTo>
                  <a:pt x="11217" y="6430"/>
                </a:lnTo>
                <a:cubicBezTo>
                  <a:pt x="11265" y="6335"/>
                  <a:pt x="11098" y="6192"/>
                  <a:pt x="10955" y="6192"/>
                </a:cubicBezTo>
                <a:lnTo>
                  <a:pt x="10574" y="6192"/>
                </a:lnTo>
                <a:lnTo>
                  <a:pt x="10574" y="572"/>
                </a:lnTo>
                <a:cubicBezTo>
                  <a:pt x="10574" y="238"/>
                  <a:pt x="10289" y="0"/>
                  <a:pt x="10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8" name="Google Shape;20598;p95"/>
          <p:cNvGrpSpPr/>
          <p:nvPr/>
        </p:nvGrpSpPr>
        <p:grpSpPr>
          <a:xfrm>
            <a:off x="2539477" y="4006703"/>
            <a:ext cx="367440" cy="325404"/>
            <a:chOff x="2536395" y="4159103"/>
            <a:chExt cx="367440" cy="325404"/>
          </a:xfrm>
        </p:grpSpPr>
        <p:sp>
          <p:nvSpPr>
            <p:cNvPr id="20599" name="Google Shape;20599;p95"/>
            <p:cNvSpPr/>
            <p:nvPr/>
          </p:nvSpPr>
          <p:spPr>
            <a:xfrm>
              <a:off x="2541821" y="4453356"/>
              <a:ext cx="357340" cy="25725"/>
            </a:xfrm>
            <a:custGeom>
              <a:rect b="b" l="l" r="r" t="t"/>
              <a:pathLst>
                <a:path extrusionOk="0" h="787" w="10932">
                  <a:moveTo>
                    <a:pt x="144" y="0"/>
                  </a:moveTo>
                  <a:cubicBezTo>
                    <a:pt x="49" y="0"/>
                    <a:pt x="1" y="72"/>
                    <a:pt x="1" y="143"/>
                  </a:cubicBezTo>
                  <a:lnTo>
                    <a:pt x="1" y="453"/>
                  </a:lnTo>
                  <a:cubicBezTo>
                    <a:pt x="1" y="643"/>
                    <a:pt x="144" y="786"/>
                    <a:pt x="334" y="786"/>
                  </a:cubicBezTo>
                  <a:lnTo>
                    <a:pt x="10598" y="786"/>
                  </a:lnTo>
                  <a:cubicBezTo>
                    <a:pt x="10789" y="786"/>
                    <a:pt x="10932" y="643"/>
                    <a:pt x="10932" y="453"/>
                  </a:cubicBezTo>
                  <a:lnTo>
                    <a:pt x="10932" y="143"/>
                  </a:lnTo>
                  <a:cubicBezTo>
                    <a:pt x="10932" y="72"/>
                    <a:pt x="10860" y="0"/>
                    <a:pt x="107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95"/>
            <p:cNvSpPr/>
            <p:nvPr/>
          </p:nvSpPr>
          <p:spPr>
            <a:xfrm>
              <a:off x="2563624" y="4250955"/>
              <a:ext cx="312198" cy="203970"/>
            </a:xfrm>
            <a:custGeom>
              <a:rect b="b" l="l" r="r" t="t"/>
              <a:pathLst>
                <a:path extrusionOk="0" h="6240" w="9551">
                  <a:moveTo>
                    <a:pt x="406" y="1"/>
                  </a:moveTo>
                  <a:cubicBezTo>
                    <a:pt x="191" y="1"/>
                    <a:pt x="1" y="191"/>
                    <a:pt x="1" y="429"/>
                  </a:cubicBezTo>
                  <a:lnTo>
                    <a:pt x="1" y="6240"/>
                  </a:lnTo>
                  <a:lnTo>
                    <a:pt x="9550" y="6240"/>
                  </a:lnTo>
                  <a:lnTo>
                    <a:pt x="9550" y="429"/>
                  </a:lnTo>
                  <a:cubicBezTo>
                    <a:pt x="9550" y="191"/>
                    <a:pt x="9360" y="1"/>
                    <a:pt x="9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95"/>
            <p:cNvSpPr/>
            <p:nvPr/>
          </p:nvSpPr>
          <p:spPr>
            <a:xfrm>
              <a:off x="2586211" y="4275078"/>
              <a:ext cx="266240" cy="179847"/>
            </a:xfrm>
            <a:custGeom>
              <a:rect b="b" l="l" r="r" t="t"/>
              <a:pathLst>
                <a:path extrusionOk="0" h="5502" w="8145">
                  <a:moveTo>
                    <a:pt x="191" y="1"/>
                  </a:moveTo>
                  <a:cubicBezTo>
                    <a:pt x="96" y="1"/>
                    <a:pt x="0" y="96"/>
                    <a:pt x="0" y="191"/>
                  </a:cubicBezTo>
                  <a:lnTo>
                    <a:pt x="0" y="5502"/>
                  </a:lnTo>
                  <a:lnTo>
                    <a:pt x="8145" y="5502"/>
                  </a:lnTo>
                  <a:lnTo>
                    <a:pt x="8145" y="191"/>
                  </a:lnTo>
                  <a:cubicBezTo>
                    <a:pt x="8145" y="96"/>
                    <a:pt x="8050" y="1"/>
                    <a:pt x="795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95"/>
            <p:cNvSpPr/>
            <p:nvPr/>
          </p:nvSpPr>
          <p:spPr>
            <a:xfrm>
              <a:off x="2867225" y="4453356"/>
              <a:ext cx="31936" cy="25725"/>
            </a:xfrm>
            <a:custGeom>
              <a:rect b="b" l="l" r="r" t="t"/>
              <a:pathLst>
                <a:path extrusionOk="0" h="787" w="977">
                  <a:moveTo>
                    <a:pt x="167" y="0"/>
                  </a:moveTo>
                  <a:cubicBezTo>
                    <a:pt x="262" y="0"/>
                    <a:pt x="310" y="72"/>
                    <a:pt x="310" y="167"/>
                  </a:cubicBezTo>
                  <a:lnTo>
                    <a:pt x="310" y="453"/>
                  </a:lnTo>
                  <a:cubicBezTo>
                    <a:pt x="310" y="643"/>
                    <a:pt x="167" y="786"/>
                    <a:pt x="0" y="786"/>
                  </a:cubicBezTo>
                  <a:lnTo>
                    <a:pt x="643" y="786"/>
                  </a:lnTo>
                  <a:cubicBezTo>
                    <a:pt x="834" y="786"/>
                    <a:pt x="977" y="643"/>
                    <a:pt x="977" y="453"/>
                  </a:cubicBezTo>
                  <a:lnTo>
                    <a:pt x="977" y="167"/>
                  </a:lnTo>
                  <a:cubicBezTo>
                    <a:pt x="977" y="72"/>
                    <a:pt x="905" y="0"/>
                    <a:pt x="834"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95"/>
            <p:cNvSpPr/>
            <p:nvPr/>
          </p:nvSpPr>
          <p:spPr>
            <a:xfrm>
              <a:off x="2841533" y="4250955"/>
              <a:ext cx="35074" cy="202434"/>
            </a:xfrm>
            <a:custGeom>
              <a:rect b="b" l="l" r="r" t="t"/>
              <a:pathLst>
                <a:path extrusionOk="0" h="6193" w="1073">
                  <a:moveTo>
                    <a:pt x="1" y="1"/>
                  </a:moveTo>
                  <a:cubicBezTo>
                    <a:pt x="215" y="1"/>
                    <a:pt x="429" y="191"/>
                    <a:pt x="429" y="405"/>
                  </a:cubicBezTo>
                  <a:lnTo>
                    <a:pt x="429" y="6192"/>
                  </a:lnTo>
                  <a:lnTo>
                    <a:pt x="1072" y="6192"/>
                  </a:lnTo>
                  <a:lnTo>
                    <a:pt x="1072" y="405"/>
                  </a:lnTo>
                  <a:cubicBezTo>
                    <a:pt x="1048" y="191"/>
                    <a:pt x="858" y="1"/>
                    <a:pt x="667"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95"/>
            <p:cNvSpPr/>
            <p:nvPr/>
          </p:nvSpPr>
          <p:spPr>
            <a:xfrm>
              <a:off x="2688196" y="4454892"/>
              <a:ext cx="63087" cy="24189"/>
            </a:xfrm>
            <a:custGeom>
              <a:rect b="b" l="l" r="r" t="t"/>
              <a:pathLst>
                <a:path extrusionOk="0" h="740" w="1930">
                  <a:moveTo>
                    <a:pt x="0" y="1"/>
                  </a:moveTo>
                  <a:lnTo>
                    <a:pt x="0" y="739"/>
                  </a:lnTo>
                  <a:lnTo>
                    <a:pt x="1929" y="739"/>
                  </a:lnTo>
                  <a:lnTo>
                    <a:pt x="1929" y="1"/>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95"/>
            <p:cNvSpPr/>
            <p:nvPr/>
          </p:nvSpPr>
          <p:spPr>
            <a:xfrm>
              <a:off x="2729447" y="4454892"/>
              <a:ext cx="21835" cy="24189"/>
            </a:xfrm>
            <a:custGeom>
              <a:rect b="b" l="l" r="r" t="t"/>
              <a:pathLst>
                <a:path extrusionOk="0" h="740" w="668">
                  <a:moveTo>
                    <a:pt x="0" y="1"/>
                  </a:moveTo>
                  <a:lnTo>
                    <a:pt x="0" y="739"/>
                  </a:lnTo>
                  <a:lnTo>
                    <a:pt x="667" y="739"/>
                  </a:lnTo>
                  <a:lnTo>
                    <a:pt x="66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95"/>
            <p:cNvSpPr/>
            <p:nvPr/>
          </p:nvSpPr>
          <p:spPr>
            <a:xfrm>
              <a:off x="2681168" y="4358366"/>
              <a:ext cx="77110" cy="52594"/>
            </a:xfrm>
            <a:custGeom>
              <a:rect b="b" l="l" r="r" t="t"/>
              <a:pathLst>
                <a:path extrusionOk="0" h="1609" w="2359">
                  <a:moveTo>
                    <a:pt x="1" y="1"/>
                  </a:moveTo>
                  <a:lnTo>
                    <a:pt x="1" y="1287"/>
                  </a:lnTo>
                  <a:cubicBezTo>
                    <a:pt x="1" y="1311"/>
                    <a:pt x="1" y="1335"/>
                    <a:pt x="25" y="1335"/>
                  </a:cubicBezTo>
                  <a:lnTo>
                    <a:pt x="239" y="1430"/>
                  </a:lnTo>
                  <a:cubicBezTo>
                    <a:pt x="537" y="1549"/>
                    <a:pt x="858" y="1608"/>
                    <a:pt x="1180" y="1608"/>
                  </a:cubicBezTo>
                  <a:cubicBezTo>
                    <a:pt x="1501" y="1608"/>
                    <a:pt x="1823" y="1549"/>
                    <a:pt x="2120" y="1430"/>
                  </a:cubicBezTo>
                  <a:lnTo>
                    <a:pt x="2311" y="1335"/>
                  </a:lnTo>
                  <a:cubicBezTo>
                    <a:pt x="2358" y="1311"/>
                    <a:pt x="2358" y="1311"/>
                    <a:pt x="2335" y="1287"/>
                  </a:cubicBezTo>
                  <a:lnTo>
                    <a:pt x="2335"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95"/>
            <p:cNvSpPr/>
            <p:nvPr/>
          </p:nvSpPr>
          <p:spPr>
            <a:xfrm>
              <a:off x="2650049" y="4317703"/>
              <a:ext cx="140916" cy="67369"/>
            </a:xfrm>
            <a:custGeom>
              <a:rect b="b" l="l" r="r" t="t"/>
              <a:pathLst>
                <a:path extrusionOk="0" h="2061" w="4311">
                  <a:moveTo>
                    <a:pt x="2135" y="1"/>
                  </a:moveTo>
                  <a:cubicBezTo>
                    <a:pt x="2078" y="1"/>
                    <a:pt x="2024" y="19"/>
                    <a:pt x="1977" y="54"/>
                  </a:cubicBezTo>
                  <a:lnTo>
                    <a:pt x="95" y="912"/>
                  </a:lnTo>
                  <a:cubicBezTo>
                    <a:pt x="0" y="983"/>
                    <a:pt x="0" y="1078"/>
                    <a:pt x="95" y="1126"/>
                  </a:cubicBezTo>
                  <a:lnTo>
                    <a:pt x="1977" y="2007"/>
                  </a:lnTo>
                  <a:cubicBezTo>
                    <a:pt x="2048" y="2043"/>
                    <a:pt x="2108" y="2061"/>
                    <a:pt x="2161" y="2061"/>
                  </a:cubicBezTo>
                  <a:cubicBezTo>
                    <a:pt x="2215" y="2061"/>
                    <a:pt x="2263" y="2043"/>
                    <a:pt x="2310" y="2007"/>
                  </a:cubicBezTo>
                  <a:lnTo>
                    <a:pt x="4215" y="1126"/>
                  </a:lnTo>
                  <a:cubicBezTo>
                    <a:pt x="4311" y="1054"/>
                    <a:pt x="4311" y="935"/>
                    <a:pt x="4215" y="912"/>
                  </a:cubicBezTo>
                  <a:lnTo>
                    <a:pt x="2310" y="54"/>
                  </a:lnTo>
                  <a:cubicBezTo>
                    <a:pt x="2251" y="19"/>
                    <a:pt x="2191" y="1"/>
                    <a:pt x="2135"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95"/>
            <p:cNvSpPr/>
            <p:nvPr/>
          </p:nvSpPr>
          <p:spPr>
            <a:xfrm>
              <a:off x="2693622" y="4340486"/>
              <a:ext cx="97343" cy="45566"/>
            </a:xfrm>
            <a:custGeom>
              <a:rect b="b" l="l" r="r" t="t"/>
              <a:pathLst>
                <a:path extrusionOk="0" h="1394" w="2978">
                  <a:moveTo>
                    <a:pt x="2406" y="0"/>
                  </a:moveTo>
                  <a:cubicBezTo>
                    <a:pt x="2406" y="48"/>
                    <a:pt x="2382" y="48"/>
                    <a:pt x="2358" y="72"/>
                  </a:cubicBezTo>
                  <a:lnTo>
                    <a:pt x="310" y="1024"/>
                  </a:lnTo>
                  <a:cubicBezTo>
                    <a:pt x="243" y="1041"/>
                    <a:pt x="164" y="1058"/>
                    <a:pt x="89" y="1058"/>
                  </a:cubicBezTo>
                  <a:cubicBezTo>
                    <a:pt x="59" y="1058"/>
                    <a:pt x="29" y="1055"/>
                    <a:pt x="1" y="1048"/>
                  </a:cubicBezTo>
                  <a:lnTo>
                    <a:pt x="1" y="1048"/>
                  </a:lnTo>
                  <a:lnTo>
                    <a:pt x="620" y="1358"/>
                  </a:lnTo>
                  <a:cubicBezTo>
                    <a:pt x="668" y="1381"/>
                    <a:pt x="721" y="1393"/>
                    <a:pt x="778" y="1393"/>
                  </a:cubicBezTo>
                  <a:cubicBezTo>
                    <a:pt x="834" y="1393"/>
                    <a:pt x="894" y="1381"/>
                    <a:pt x="953" y="1358"/>
                  </a:cubicBezTo>
                  <a:lnTo>
                    <a:pt x="2859" y="453"/>
                  </a:lnTo>
                  <a:cubicBezTo>
                    <a:pt x="2978" y="405"/>
                    <a:pt x="2978" y="286"/>
                    <a:pt x="2882" y="215"/>
                  </a:cubicBezTo>
                  <a:lnTo>
                    <a:pt x="2406"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95"/>
            <p:cNvSpPr/>
            <p:nvPr/>
          </p:nvSpPr>
          <p:spPr>
            <a:xfrm>
              <a:off x="2541821" y="4328816"/>
              <a:ext cx="77894" cy="150264"/>
            </a:xfrm>
            <a:custGeom>
              <a:rect b="b" l="l" r="r" t="t"/>
              <a:pathLst>
                <a:path extrusionOk="0" h="4597" w="2383">
                  <a:moveTo>
                    <a:pt x="144" y="0"/>
                  </a:moveTo>
                  <a:cubicBezTo>
                    <a:pt x="72" y="0"/>
                    <a:pt x="1" y="71"/>
                    <a:pt x="1" y="167"/>
                  </a:cubicBezTo>
                  <a:lnTo>
                    <a:pt x="1" y="810"/>
                  </a:lnTo>
                  <a:lnTo>
                    <a:pt x="1" y="1357"/>
                  </a:lnTo>
                  <a:lnTo>
                    <a:pt x="1" y="4453"/>
                  </a:lnTo>
                  <a:cubicBezTo>
                    <a:pt x="1" y="4525"/>
                    <a:pt x="72" y="4596"/>
                    <a:pt x="144" y="4596"/>
                  </a:cubicBezTo>
                  <a:lnTo>
                    <a:pt x="2240" y="4596"/>
                  </a:lnTo>
                  <a:cubicBezTo>
                    <a:pt x="2335" y="4596"/>
                    <a:pt x="2382" y="4525"/>
                    <a:pt x="2382" y="4453"/>
                  </a:cubicBezTo>
                  <a:lnTo>
                    <a:pt x="2382" y="167"/>
                  </a:lnTo>
                  <a:cubicBezTo>
                    <a:pt x="2382" y="71"/>
                    <a:pt x="2335" y="0"/>
                    <a:pt x="2240"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95"/>
            <p:cNvSpPr/>
            <p:nvPr/>
          </p:nvSpPr>
          <p:spPr>
            <a:xfrm>
              <a:off x="2592421" y="4328816"/>
              <a:ext cx="27294" cy="150264"/>
            </a:xfrm>
            <a:custGeom>
              <a:rect b="b" l="l" r="r" t="t"/>
              <a:pathLst>
                <a:path extrusionOk="0" h="4597" w="835">
                  <a:moveTo>
                    <a:pt x="1" y="0"/>
                  </a:moveTo>
                  <a:cubicBezTo>
                    <a:pt x="96" y="0"/>
                    <a:pt x="144" y="71"/>
                    <a:pt x="144" y="167"/>
                  </a:cubicBezTo>
                  <a:lnTo>
                    <a:pt x="144" y="4453"/>
                  </a:lnTo>
                  <a:cubicBezTo>
                    <a:pt x="144" y="4525"/>
                    <a:pt x="96" y="4596"/>
                    <a:pt x="1" y="4596"/>
                  </a:cubicBezTo>
                  <a:lnTo>
                    <a:pt x="668" y="4596"/>
                  </a:lnTo>
                  <a:cubicBezTo>
                    <a:pt x="739" y="4596"/>
                    <a:pt x="811" y="4525"/>
                    <a:pt x="811" y="4453"/>
                  </a:cubicBezTo>
                  <a:lnTo>
                    <a:pt x="811" y="167"/>
                  </a:lnTo>
                  <a:cubicBezTo>
                    <a:pt x="834" y="71"/>
                    <a:pt x="739" y="0"/>
                    <a:pt x="692"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95"/>
            <p:cNvSpPr/>
            <p:nvPr/>
          </p:nvSpPr>
          <p:spPr>
            <a:xfrm>
              <a:off x="2573757" y="4453356"/>
              <a:ext cx="11702" cy="11702"/>
            </a:xfrm>
            <a:custGeom>
              <a:rect b="b" l="l" r="r" t="t"/>
              <a:pathLst>
                <a:path extrusionOk="0" h="358" w="358">
                  <a:moveTo>
                    <a:pt x="191" y="0"/>
                  </a:moveTo>
                  <a:cubicBezTo>
                    <a:pt x="96" y="0"/>
                    <a:pt x="0" y="96"/>
                    <a:pt x="0" y="191"/>
                  </a:cubicBezTo>
                  <a:cubicBezTo>
                    <a:pt x="0" y="286"/>
                    <a:pt x="96" y="358"/>
                    <a:pt x="191" y="358"/>
                  </a:cubicBezTo>
                  <a:cubicBezTo>
                    <a:pt x="286" y="358"/>
                    <a:pt x="358" y="286"/>
                    <a:pt x="358" y="191"/>
                  </a:cubicBezTo>
                  <a:cubicBezTo>
                    <a:pt x="358" y="96"/>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95"/>
            <p:cNvSpPr/>
            <p:nvPr/>
          </p:nvSpPr>
          <p:spPr>
            <a:xfrm>
              <a:off x="2643806" y="4312440"/>
              <a:ext cx="154154" cy="104371"/>
            </a:xfrm>
            <a:custGeom>
              <a:rect b="b" l="l" r="r" t="t"/>
              <a:pathLst>
                <a:path extrusionOk="0" h="3193" w="4716">
                  <a:moveTo>
                    <a:pt x="2329" y="364"/>
                  </a:moveTo>
                  <a:cubicBezTo>
                    <a:pt x="2358" y="364"/>
                    <a:pt x="2382" y="370"/>
                    <a:pt x="2406" y="382"/>
                  </a:cubicBezTo>
                  <a:lnTo>
                    <a:pt x="4192" y="1192"/>
                  </a:lnTo>
                  <a:lnTo>
                    <a:pt x="2382" y="2025"/>
                  </a:lnTo>
                  <a:cubicBezTo>
                    <a:pt x="2358" y="2037"/>
                    <a:pt x="2329" y="2043"/>
                    <a:pt x="2299" y="2043"/>
                  </a:cubicBezTo>
                  <a:cubicBezTo>
                    <a:pt x="2269" y="2043"/>
                    <a:pt x="2239" y="2037"/>
                    <a:pt x="2215" y="2025"/>
                  </a:cubicBezTo>
                  <a:lnTo>
                    <a:pt x="382" y="1192"/>
                  </a:lnTo>
                  <a:lnTo>
                    <a:pt x="2215" y="382"/>
                  </a:lnTo>
                  <a:cubicBezTo>
                    <a:pt x="2263" y="370"/>
                    <a:pt x="2299" y="364"/>
                    <a:pt x="2329" y="364"/>
                  </a:cubicBezTo>
                  <a:close/>
                  <a:moveTo>
                    <a:pt x="3311" y="1930"/>
                  </a:moveTo>
                  <a:lnTo>
                    <a:pt x="3335" y="2597"/>
                  </a:lnTo>
                  <a:lnTo>
                    <a:pt x="3192" y="2644"/>
                  </a:lnTo>
                  <a:cubicBezTo>
                    <a:pt x="2906" y="2763"/>
                    <a:pt x="2608" y="2823"/>
                    <a:pt x="2311" y="2823"/>
                  </a:cubicBezTo>
                  <a:cubicBezTo>
                    <a:pt x="2013" y="2823"/>
                    <a:pt x="1715" y="2763"/>
                    <a:pt x="1430" y="2644"/>
                  </a:cubicBezTo>
                  <a:lnTo>
                    <a:pt x="1287" y="2597"/>
                  </a:lnTo>
                  <a:lnTo>
                    <a:pt x="1287" y="1930"/>
                  </a:lnTo>
                  <a:lnTo>
                    <a:pt x="2073" y="2287"/>
                  </a:lnTo>
                  <a:cubicBezTo>
                    <a:pt x="2120" y="2335"/>
                    <a:pt x="2215" y="2359"/>
                    <a:pt x="2311" y="2359"/>
                  </a:cubicBezTo>
                  <a:cubicBezTo>
                    <a:pt x="2382" y="2359"/>
                    <a:pt x="2454" y="2335"/>
                    <a:pt x="2549" y="2287"/>
                  </a:cubicBezTo>
                  <a:lnTo>
                    <a:pt x="3311" y="1930"/>
                  </a:lnTo>
                  <a:close/>
                  <a:moveTo>
                    <a:pt x="2346" y="1"/>
                  </a:moveTo>
                  <a:cubicBezTo>
                    <a:pt x="2257" y="1"/>
                    <a:pt x="2168" y="25"/>
                    <a:pt x="2096" y="72"/>
                  </a:cubicBezTo>
                  <a:lnTo>
                    <a:pt x="191" y="930"/>
                  </a:lnTo>
                  <a:cubicBezTo>
                    <a:pt x="96" y="977"/>
                    <a:pt x="48" y="1073"/>
                    <a:pt x="48" y="1192"/>
                  </a:cubicBezTo>
                  <a:cubicBezTo>
                    <a:pt x="1" y="1287"/>
                    <a:pt x="72" y="1382"/>
                    <a:pt x="191" y="1430"/>
                  </a:cubicBezTo>
                  <a:lnTo>
                    <a:pt x="977" y="1811"/>
                  </a:lnTo>
                  <a:lnTo>
                    <a:pt x="977" y="2692"/>
                  </a:lnTo>
                  <a:cubicBezTo>
                    <a:pt x="977" y="2763"/>
                    <a:pt x="1048" y="2859"/>
                    <a:pt x="1144" y="2882"/>
                  </a:cubicBezTo>
                  <a:lnTo>
                    <a:pt x="1334" y="2978"/>
                  </a:lnTo>
                  <a:cubicBezTo>
                    <a:pt x="1668" y="3097"/>
                    <a:pt x="2001" y="3192"/>
                    <a:pt x="2358" y="3192"/>
                  </a:cubicBezTo>
                  <a:cubicBezTo>
                    <a:pt x="2692" y="3192"/>
                    <a:pt x="3049" y="3121"/>
                    <a:pt x="3358" y="2978"/>
                  </a:cubicBezTo>
                  <a:lnTo>
                    <a:pt x="3573" y="2882"/>
                  </a:lnTo>
                  <a:cubicBezTo>
                    <a:pt x="3668" y="2859"/>
                    <a:pt x="3716" y="2763"/>
                    <a:pt x="3716" y="2692"/>
                  </a:cubicBezTo>
                  <a:lnTo>
                    <a:pt x="3716" y="1811"/>
                  </a:lnTo>
                  <a:lnTo>
                    <a:pt x="4525" y="1430"/>
                  </a:lnTo>
                  <a:cubicBezTo>
                    <a:pt x="4644" y="1382"/>
                    <a:pt x="4716" y="1263"/>
                    <a:pt x="4668" y="1096"/>
                  </a:cubicBezTo>
                  <a:cubicBezTo>
                    <a:pt x="4644" y="1049"/>
                    <a:pt x="4621" y="953"/>
                    <a:pt x="4525" y="930"/>
                  </a:cubicBezTo>
                  <a:lnTo>
                    <a:pt x="2596" y="72"/>
                  </a:lnTo>
                  <a:cubicBezTo>
                    <a:pt x="2525" y="25"/>
                    <a:pt x="2436"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95"/>
            <p:cNvSpPr/>
            <p:nvPr/>
          </p:nvSpPr>
          <p:spPr>
            <a:xfrm>
              <a:off x="2698296" y="4207251"/>
              <a:ext cx="42853" cy="18043"/>
            </a:xfrm>
            <a:custGeom>
              <a:rect b="b" l="l" r="r" t="t"/>
              <a:pathLst>
                <a:path extrusionOk="0" h="552" w="1311">
                  <a:moveTo>
                    <a:pt x="595" y="0"/>
                  </a:moveTo>
                  <a:cubicBezTo>
                    <a:pt x="386" y="0"/>
                    <a:pt x="200" y="92"/>
                    <a:pt x="72" y="242"/>
                  </a:cubicBezTo>
                  <a:cubicBezTo>
                    <a:pt x="1" y="314"/>
                    <a:pt x="1" y="433"/>
                    <a:pt x="72" y="480"/>
                  </a:cubicBezTo>
                  <a:cubicBezTo>
                    <a:pt x="96" y="516"/>
                    <a:pt x="138" y="534"/>
                    <a:pt x="182" y="534"/>
                  </a:cubicBezTo>
                  <a:cubicBezTo>
                    <a:pt x="227" y="534"/>
                    <a:pt x="275" y="516"/>
                    <a:pt x="310" y="480"/>
                  </a:cubicBezTo>
                  <a:cubicBezTo>
                    <a:pt x="406" y="385"/>
                    <a:pt x="548" y="337"/>
                    <a:pt x="667" y="337"/>
                  </a:cubicBezTo>
                  <a:cubicBezTo>
                    <a:pt x="810" y="337"/>
                    <a:pt x="929" y="385"/>
                    <a:pt x="1025" y="480"/>
                  </a:cubicBezTo>
                  <a:cubicBezTo>
                    <a:pt x="1048" y="504"/>
                    <a:pt x="1072" y="552"/>
                    <a:pt x="1144" y="552"/>
                  </a:cubicBezTo>
                  <a:cubicBezTo>
                    <a:pt x="1168" y="552"/>
                    <a:pt x="1239" y="504"/>
                    <a:pt x="1263" y="480"/>
                  </a:cubicBezTo>
                  <a:cubicBezTo>
                    <a:pt x="1310" y="433"/>
                    <a:pt x="1310" y="314"/>
                    <a:pt x="1263" y="242"/>
                  </a:cubicBezTo>
                  <a:cubicBezTo>
                    <a:pt x="1096" y="99"/>
                    <a:pt x="906" y="4"/>
                    <a:pt x="667" y="4"/>
                  </a:cubicBezTo>
                  <a:cubicBezTo>
                    <a:pt x="643" y="2"/>
                    <a:pt x="619" y="0"/>
                    <a:pt x="59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95"/>
            <p:cNvSpPr/>
            <p:nvPr/>
          </p:nvSpPr>
          <p:spPr>
            <a:xfrm>
              <a:off x="2681952" y="4183226"/>
              <a:ext cx="75541" cy="24156"/>
            </a:xfrm>
            <a:custGeom>
              <a:rect b="b" l="l" r="r" t="t"/>
              <a:pathLst>
                <a:path extrusionOk="0" h="739" w="2311">
                  <a:moveTo>
                    <a:pt x="1167" y="1"/>
                  </a:moveTo>
                  <a:cubicBezTo>
                    <a:pt x="739" y="1"/>
                    <a:pt x="358" y="144"/>
                    <a:pt x="48" y="453"/>
                  </a:cubicBezTo>
                  <a:cubicBezTo>
                    <a:pt x="1" y="501"/>
                    <a:pt x="1" y="620"/>
                    <a:pt x="48" y="691"/>
                  </a:cubicBezTo>
                  <a:cubicBezTo>
                    <a:pt x="84" y="715"/>
                    <a:pt x="132" y="727"/>
                    <a:pt x="179" y="727"/>
                  </a:cubicBezTo>
                  <a:cubicBezTo>
                    <a:pt x="227" y="727"/>
                    <a:pt x="274" y="715"/>
                    <a:pt x="310" y="691"/>
                  </a:cubicBezTo>
                  <a:cubicBezTo>
                    <a:pt x="548" y="453"/>
                    <a:pt x="834" y="334"/>
                    <a:pt x="1167" y="334"/>
                  </a:cubicBezTo>
                  <a:cubicBezTo>
                    <a:pt x="1477" y="334"/>
                    <a:pt x="1787" y="453"/>
                    <a:pt x="2025" y="691"/>
                  </a:cubicBezTo>
                  <a:cubicBezTo>
                    <a:pt x="2049" y="715"/>
                    <a:pt x="2120" y="739"/>
                    <a:pt x="2144" y="739"/>
                  </a:cubicBezTo>
                  <a:cubicBezTo>
                    <a:pt x="2168" y="739"/>
                    <a:pt x="2239" y="715"/>
                    <a:pt x="2263" y="691"/>
                  </a:cubicBezTo>
                  <a:cubicBezTo>
                    <a:pt x="2311" y="620"/>
                    <a:pt x="2311" y="501"/>
                    <a:pt x="2263" y="453"/>
                  </a:cubicBezTo>
                  <a:cubicBezTo>
                    <a:pt x="1953" y="144"/>
                    <a:pt x="1572" y="1"/>
                    <a:pt x="11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95"/>
            <p:cNvSpPr/>
            <p:nvPr/>
          </p:nvSpPr>
          <p:spPr>
            <a:xfrm>
              <a:off x="2664040" y="4159103"/>
              <a:ext cx="111366" cy="31936"/>
            </a:xfrm>
            <a:custGeom>
              <a:rect b="b" l="l" r="r" t="t"/>
              <a:pathLst>
                <a:path extrusionOk="0" h="977" w="3407">
                  <a:moveTo>
                    <a:pt x="1715" y="0"/>
                  </a:moveTo>
                  <a:cubicBezTo>
                    <a:pt x="1072" y="0"/>
                    <a:pt x="525" y="239"/>
                    <a:pt x="72" y="667"/>
                  </a:cubicBezTo>
                  <a:cubicBezTo>
                    <a:pt x="1" y="739"/>
                    <a:pt x="1" y="858"/>
                    <a:pt x="72" y="905"/>
                  </a:cubicBezTo>
                  <a:cubicBezTo>
                    <a:pt x="108" y="941"/>
                    <a:pt x="156" y="959"/>
                    <a:pt x="200" y="959"/>
                  </a:cubicBezTo>
                  <a:cubicBezTo>
                    <a:pt x="245" y="959"/>
                    <a:pt x="287" y="941"/>
                    <a:pt x="310" y="905"/>
                  </a:cubicBezTo>
                  <a:cubicBezTo>
                    <a:pt x="691" y="524"/>
                    <a:pt x="1168" y="358"/>
                    <a:pt x="1715" y="358"/>
                  </a:cubicBezTo>
                  <a:cubicBezTo>
                    <a:pt x="2239" y="358"/>
                    <a:pt x="2716" y="548"/>
                    <a:pt x="3097" y="905"/>
                  </a:cubicBezTo>
                  <a:cubicBezTo>
                    <a:pt x="3144" y="953"/>
                    <a:pt x="3192" y="977"/>
                    <a:pt x="3216" y="977"/>
                  </a:cubicBezTo>
                  <a:cubicBezTo>
                    <a:pt x="3263" y="977"/>
                    <a:pt x="3311" y="953"/>
                    <a:pt x="3335" y="905"/>
                  </a:cubicBezTo>
                  <a:cubicBezTo>
                    <a:pt x="3406" y="858"/>
                    <a:pt x="3406" y="739"/>
                    <a:pt x="3335" y="667"/>
                  </a:cubicBezTo>
                  <a:cubicBezTo>
                    <a:pt x="2906" y="239"/>
                    <a:pt x="2335" y="0"/>
                    <a:pt x="171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95"/>
            <p:cNvSpPr/>
            <p:nvPr/>
          </p:nvSpPr>
          <p:spPr>
            <a:xfrm>
              <a:off x="2536395" y="4246280"/>
              <a:ext cx="367440" cy="238226"/>
            </a:xfrm>
            <a:custGeom>
              <a:rect b="b" l="l" r="r" t="t"/>
              <a:pathLst>
                <a:path extrusionOk="0" h="7288" w="11241">
                  <a:moveTo>
                    <a:pt x="9955" y="286"/>
                  </a:moveTo>
                  <a:cubicBezTo>
                    <a:pt x="10074" y="286"/>
                    <a:pt x="10193" y="406"/>
                    <a:pt x="10193" y="525"/>
                  </a:cubicBezTo>
                  <a:lnTo>
                    <a:pt x="10193" y="6169"/>
                  </a:lnTo>
                  <a:lnTo>
                    <a:pt x="9812" y="6169"/>
                  </a:lnTo>
                  <a:lnTo>
                    <a:pt x="9812" y="834"/>
                  </a:lnTo>
                  <a:cubicBezTo>
                    <a:pt x="9812" y="739"/>
                    <a:pt x="9717" y="644"/>
                    <a:pt x="9621" y="644"/>
                  </a:cubicBezTo>
                  <a:lnTo>
                    <a:pt x="5787" y="644"/>
                  </a:lnTo>
                  <a:cubicBezTo>
                    <a:pt x="5763" y="644"/>
                    <a:pt x="5740" y="644"/>
                    <a:pt x="5740" y="691"/>
                  </a:cubicBezTo>
                  <a:cubicBezTo>
                    <a:pt x="5620" y="834"/>
                    <a:pt x="5692" y="977"/>
                    <a:pt x="5859" y="977"/>
                  </a:cubicBezTo>
                  <a:lnTo>
                    <a:pt x="9478" y="977"/>
                  </a:lnTo>
                  <a:cubicBezTo>
                    <a:pt x="9478" y="977"/>
                    <a:pt x="9502" y="977"/>
                    <a:pt x="9502" y="1025"/>
                  </a:cubicBezTo>
                  <a:lnTo>
                    <a:pt x="9502" y="6192"/>
                  </a:lnTo>
                  <a:lnTo>
                    <a:pt x="2667" y="6192"/>
                  </a:lnTo>
                  <a:lnTo>
                    <a:pt x="2667" y="2692"/>
                  </a:lnTo>
                  <a:cubicBezTo>
                    <a:pt x="2667" y="2501"/>
                    <a:pt x="2525" y="2358"/>
                    <a:pt x="2334" y="2358"/>
                  </a:cubicBezTo>
                  <a:lnTo>
                    <a:pt x="1715" y="2358"/>
                  </a:lnTo>
                  <a:lnTo>
                    <a:pt x="1715" y="1025"/>
                  </a:lnTo>
                  <a:lnTo>
                    <a:pt x="5263" y="1025"/>
                  </a:lnTo>
                  <a:cubicBezTo>
                    <a:pt x="5287" y="1025"/>
                    <a:pt x="5311" y="1025"/>
                    <a:pt x="5311" y="977"/>
                  </a:cubicBezTo>
                  <a:cubicBezTo>
                    <a:pt x="5430" y="834"/>
                    <a:pt x="5359" y="691"/>
                    <a:pt x="5192" y="691"/>
                  </a:cubicBezTo>
                  <a:lnTo>
                    <a:pt x="1524" y="691"/>
                  </a:lnTo>
                  <a:cubicBezTo>
                    <a:pt x="1453" y="691"/>
                    <a:pt x="1358" y="787"/>
                    <a:pt x="1358" y="858"/>
                  </a:cubicBezTo>
                  <a:lnTo>
                    <a:pt x="1358" y="2358"/>
                  </a:lnTo>
                  <a:lnTo>
                    <a:pt x="977" y="2358"/>
                  </a:lnTo>
                  <a:lnTo>
                    <a:pt x="977" y="525"/>
                  </a:lnTo>
                  <a:cubicBezTo>
                    <a:pt x="977" y="429"/>
                    <a:pt x="1096" y="286"/>
                    <a:pt x="1215" y="286"/>
                  </a:cubicBezTo>
                  <a:close/>
                  <a:moveTo>
                    <a:pt x="4477" y="6526"/>
                  </a:moveTo>
                  <a:lnTo>
                    <a:pt x="4477" y="6931"/>
                  </a:lnTo>
                  <a:lnTo>
                    <a:pt x="2691" y="6931"/>
                  </a:lnTo>
                  <a:lnTo>
                    <a:pt x="2691" y="6526"/>
                  </a:lnTo>
                  <a:close/>
                  <a:moveTo>
                    <a:pt x="6430" y="6526"/>
                  </a:moveTo>
                  <a:lnTo>
                    <a:pt x="6430" y="6931"/>
                  </a:lnTo>
                  <a:lnTo>
                    <a:pt x="4811" y="6931"/>
                  </a:lnTo>
                  <a:lnTo>
                    <a:pt x="4811" y="6526"/>
                  </a:lnTo>
                  <a:close/>
                  <a:moveTo>
                    <a:pt x="1239" y="1"/>
                  </a:moveTo>
                  <a:cubicBezTo>
                    <a:pt x="905" y="1"/>
                    <a:pt x="667" y="263"/>
                    <a:pt x="667" y="572"/>
                  </a:cubicBezTo>
                  <a:lnTo>
                    <a:pt x="667" y="2382"/>
                  </a:lnTo>
                  <a:lnTo>
                    <a:pt x="167" y="2382"/>
                  </a:lnTo>
                  <a:cubicBezTo>
                    <a:pt x="72" y="2382"/>
                    <a:pt x="0" y="2477"/>
                    <a:pt x="0" y="2573"/>
                  </a:cubicBezTo>
                  <a:lnTo>
                    <a:pt x="0" y="3406"/>
                  </a:lnTo>
                  <a:cubicBezTo>
                    <a:pt x="0" y="3430"/>
                    <a:pt x="0" y="3454"/>
                    <a:pt x="24" y="3454"/>
                  </a:cubicBezTo>
                  <a:cubicBezTo>
                    <a:pt x="69" y="3492"/>
                    <a:pt x="115" y="3508"/>
                    <a:pt x="155" y="3508"/>
                  </a:cubicBezTo>
                  <a:cubicBezTo>
                    <a:pt x="243" y="3508"/>
                    <a:pt x="310" y="3432"/>
                    <a:pt x="310" y="3335"/>
                  </a:cubicBezTo>
                  <a:lnTo>
                    <a:pt x="310" y="2692"/>
                  </a:lnTo>
                  <a:lnTo>
                    <a:pt x="2382" y="2692"/>
                  </a:lnTo>
                  <a:lnTo>
                    <a:pt x="2382" y="6931"/>
                  </a:lnTo>
                  <a:lnTo>
                    <a:pt x="310" y="6931"/>
                  </a:lnTo>
                  <a:lnTo>
                    <a:pt x="310" y="3882"/>
                  </a:lnTo>
                  <a:cubicBezTo>
                    <a:pt x="310" y="3835"/>
                    <a:pt x="310" y="3811"/>
                    <a:pt x="286" y="3811"/>
                  </a:cubicBezTo>
                  <a:cubicBezTo>
                    <a:pt x="241" y="3773"/>
                    <a:pt x="195" y="3757"/>
                    <a:pt x="155" y="3757"/>
                  </a:cubicBezTo>
                  <a:cubicBezTo>
                    <a:pt x="67" y="3757"/>
                    <a:pt x="0" y="3832"/>
                    <a:pt x="0" y="3930"/>
                  </a:cubicBezTo>
                  <a:lnTo>
                    <a:pt x="0" y="7121"/>
                  </a:lnTo>
                  <a:cubicBezTo>
                    <a:pt x="0" y="7216"/>
                    <a:pt x="72" y="7288"/>
                    <a:pt x="167" y="7288"/>
                  </a:cubicBezTo>
                  <a:lnTo>
                    <a:pt x="7811" y="7288"/>
                  </a:lnTo>
                  <a:cubicBezTo>
                    <a:pt x="7859" y="7288"/>
                    <a:pt x="7883" y="7288"/>
                    <a:pt x="7883" y="7264"/>
                  </a:cubicBezTo>
                  <a:cubicBezTo>
                    <a:pt x="8002" y="7121"/>
                    <a:pt x="7907" y="6978"/>
                    <a:pt x="7764" y="6978"/>
                  </a:cubicBezTo>
                  <a:lnTo>
                    <a:pt x="6716" y="6978"/>
                  </a:lnTo>
                  <a:lnTo>
                    <a:pt x="6716" y="6550"/>
                  </a:lnTo>
                  <a:lnTo>
                    <a:pt x="10883" y="6550"/>
                  </a:lnTo>
                  <a:lnTo>
                    <a:pt x="10883" y="6812"/>
                  </a:lnTo>
                  <a:cubicBezTo>
                    <a:pt x="10883" y="6907"/>
                    <a:pt x="10836" y="6978"/>
                    <a:pt x="10741" y="6978"/>
                  </a:cubicBezTo>
                  <a:lnTo>
                    <a:pt x="8454" y="6978"/>
                  </a:lnTo>
                  <a:cubicBezTo>
                    <a:pt x="8359" y="6978"/>
                    <a:pt x="8288" y="7026"/>
                    <a:pt x="8264" y="7121"/>
                  </a:cubicBezTo>
                  <a:cubicBezTo>
                    <a:pt x="8264" y="7216"/>
                    <a:pt x="8335" y="7288"/>
                    <a:pt x="8407" y="7288"/>
                  </a:cubicBezTo>
                  <a:lnTo>
                    <a:pt x="10741" y="7288"/>
                  </a:lnTo>
                  <a:cubicBezTo>
                    <a:pt x="11003" y="7288"/>
                    <a:pt x="11217" y="7097"/>
                    <a:pt x="11217" y="6812"/>
                  </a:cubicBezTo>
                  <a:lnTo>
                    <a:pt x="11217" y="6526"/>
                  </a:lnTo>
                  <a:cubicBezTo>
                    <a:pt x="11241" y="6312"/>
                    <a:pt x="11098" y="6192"/>
                    <a:pt x="10955" y="6192"/>
                  </a:cubicBezTo>
                  <a:lnTo>
                    <a:pt x="10550" y="6192"/>
                  </a:lnTo>
                  <a:lnTo>
                    <a:pt x="10550" y="572"/>
                  </a:lnTo>
                  <a:cubicBezTo>
                    <a:pt x="10550" y="239"/>
                    <a:pt x="10288" y="1"/>
                    <a:pt x="100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7" name="Google Shape;20617;p95"/>
          <p:cNvGrpSpPr/>
          <p:nvPr/>
        </p:nvGrpSpPr>
        <p:grpSpPr>
          <a:xfrm>
            <a:off x="4020281" y="4022262"/>
            <a:ext cx="369009" cy="294286"/>
            <a:chOff x="4017199" y="4174662"/>
            <a:chExt cx="369009" cy="294286"/>
          </a:xfrm>
        </p:grpSpPr>
        <p:sp>
          <p:nvSpPr>
            <p:cNvPr id="20618" name="Google Shape;20618;p95"/>
            <p:cNvSpPr/>
            <p:nvPr/>
          </p:nvSpPr>
          <p:spPr>
            <a:xfrm>
              <a:off x="4022658" y="4179336"/>
              <a:ext cx="358092" cy="284152"/>
            </a:xfrm>
            <a:custGeom>
              <a:rect b="b" l="l" r="r" t="t"/>
              <a:pathLst>
                <a:path extrusionOk="0" h="8693" w="10955">
                  <a:moveTo>
                    <a:pt x="452" y="1"/>
                  </a:moveTo>
                  <a:cubicBezTo>
                    <a:pt x="214" y="1"/>
                    <a:pt x="0" y="191"/>
                    <a:pt x="0" y="453"/>
                  </a:cubicBezTo>
                  <a:lnTo>
                    <a:pt x="0" y="8502"/>
                  </a:lnTo>
                  <a:cubicBezTo>
                    <a:pt x="0" y="8598"/>
                    <a:pt x="95" y="8693"/>
                    <a:pt x="191" y="8693"/>
                  </a:cubicBezTo>
                  <a:lnTo>
                    <a:pt x="10788" y="8693"/>
                  </a:lnTo>
                  <a:cubicBezTo>
                    <a:pt x="10883" y="8693"/>
                    <a:pt x="10955" y="8621"/>
                    <a:pt x="10931" y="8502"/>
                  </a:cubicBezTo>
                  <a:lnTo>
                    <a:pt x="10931" y="453"/>
                  </a:lnTo>
                  <a:cubicBezTo>
                    <a:pt x="10931" y="191"/>
                    <a:pt x="10717" y="1"/>
                    <a:pt x="10478"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95"/>
            <p:cNvSpPr/>
            <p:nvPr/>
          </p:nvSpPr>
          <p:spPr>
            <a:xfrm>
              <a:off x="4024194" y="4180121"/>
              <a:ext cx="356555" cy="43638"/>
            </a:xfrm>
            <a:custGeom>
              <a:rect b="b" l="l" r="r" t="t"/>
              <a:pathLst>
                <a:path extrusionOk="0" h="1335" w="10908">
                  <a:moveTo>
                    <a:pt x="429" y="0"/>
                  </a:moveTo>
                  <a:cubicBezTo>
                    <a:pt x="191" y="0"/>
                    <a:pt x="1" y="215"/>
                    <a:pt x="1" y="453"/>
                  </a:cubicBezTo>
                  <a:lnTo>
                    <a:pt x="1" y="1334"/>
                  </a:lnTo>
                  <a:lnTo>
                    <a:pt x="10908" y="1334"/>
                  </a:lnTo>
                  <a:lnTo>
                    <a:pt x="10908" y="453"/>
                  </a:lnTo>
                  <a:cubicBezTo>
                    <a:pt x="10908" y="215"/>
                    <a:pt x="10717" y="0"/>
                    <a:pt x="10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95"/>
            <p:cNvSpPr/>
            <p:nvPr/>
          </p:nvSpPr>
          <p:spPr>
            <a:xfrm>
              <a:off x="4344924" y="4180121"/>
              <a:ext cx="35825" cy="284152"/>
            </a:xfrm>
            <a:custGeom>
              <a:rect b="b" l="l" r="r" t="t"/>
              <a:pathLst>
                <a:path extrusionOk="0" h="8693" w="1096">
                  <a:moveTo>
                    <a:pt x="0" y="0"/>
                  </a:moveTo>
                  <a:cubicBezTo>
                    <a:pt x="238" y="0"/>
                    <a:pt x="453" y="215"/>
                    <a:pt x="453" y="453"/>
                  </a:cubicBezTo>
                  <a:lnTo>
                    <a:pt x="453" y="8526"/>
                  </a:lnTo>
                  <a:cubicBezTo>
                    <a:pt x="453" y="8597"/>
                    <a:pt x="357" y="8693"/>
                    <a:pt x="262" y="8693"/>
                  </a:cubicBezTo>
                  <a:lnTo>
                    <a:pt x="929" y="8693"/>
                  </a:lnTo>
                  <a:cubicBezTo>
                    <a:pt x="1024" y="8693"/>
                    <a:pt x="1096" y="8597"/>
                    <a:pt x="1096" y="8526"/>
                  </a:cubicBezTo>
                  <a:lnTo>
                    <a:pt x="1096" y="453"/>
                  </a:lnTo>
                  <a:cubicBezTo>
                    <a:pt x="1096" y="215"/>
                    <a:pt x="905" y="0"/>
                    <a:pt x="667"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95"/>
            <p:cNvSpPr/>
            <p:nvPr/>
          </p:nvSpPr>
          <p:spPr>
            <a:xfrm>
              <a:off x="4344924" y="4180121"/>
              <a:ext cx="35825" cy="43638"/>
            </a:xfrm>
            <a:custGeom>
              <a:rect b="b" l="l" r="r" t="t"/>
              <a:pathLst>
                <a:path extrusionOk="0" h="1335" w="1096">
                  <a:moveTo>
                    <a:pt x="0" y="0"/>
                  </a:moveTo>
                  <a:cubicBezTo>
                    <a:pt x="238" y="0"/>
                    <a:pt x="453" y="215"/>
                    <a:pt x="453" y="453"/>
                  </a:cubicBezTo>
                  <a:lnTo>
                    <a:pt x="453" y="1334"/>
                  </a:lnTo>
                  <a:lnTo>
                    <a:pt x="1096" y="1334"/>
                  </a:lnTo>
                  <a:lnTo>
                    <a:pt x="1096" y="453"/>
                  </a:lnTo>
                  <a:cubicBezTo>
                    <a:pt x="1096" y="215"/>
                    <a:pt x="905" y="0"/>
                    <a:pt x="667"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95"/>
            <p:cNvSpPr/>
            <p:nvPr/>
          </p:nvSpPr>
          <p:spPr>
            <a:xfrm>
              <a:off x="4052207" y="4250955"/>
              <a:ext cx="296639" cy="181416"/>
            </a:xfrm>
            <a:custGeom>
              <a:rect b="b" l="l" r="r" t="t"/>
              <a:pathLst>
                <a:path extrusionOk="0" h="5550" w="9075">
                  <a:moveTo>
                    <a:pt x="215" y="1"/>
                  </a:moveTo>
                  <a:cubicBezTo>
                    <a:pt x="96" y="1"/>
                    <a:pt x="1" y="96"/>
                    <a:pt x="1" y="215"/>
                  </a:cubicBezTo>
                  <a:lnTo>
                    <a:pt x="1" y="5335"/>
                  </a:lnTo>
                  <a:cubicBezTo>
                    <a:pt x="1" y="5454"/>
                    <a:pt x="96" y="5549"/>
                    <a:pt x="215" y="5549"/>
                  </a:cubicBezTo>
                  <a:lnTo>
                    <a:pt x="8860" y="5549"/>
                  </a:lnTo>
                  <a:cubicBezTo>
                    <a:pt x="8979" y="5549"/>
                    <a:pt x="9074" y="5454"/>
                    <a:pt x="9074" y="5335"/>
                  </a:cubicBezTo>
                  <a:lnTo>
                    <a:pt x="9074" y="215"/>
                  </a:lnTo>
                  <a:cubicBezTo>
                    <a:pt x="9074" y="96"/>
                    <a:pt x="8979" y="1"/>
                    <a:pt x="8860"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95"/>
            <p:cNvSpPr/>
            <p:nvPr/>
          </p:nvSpPr>
          <p:spPr>
            <a:xfrm>
              <a:off x="4219600" y="4405076"/>
              <a:ext cx="67729" cy="24941"/>
            </a:xfrm>
            <a:custGeom>
              <a:rect b="b" l="l" r="r" t="t"/>
              <a:pathLst>
                <a:path extrusionOk="0" h="763" w="2072">
                  <a:moveTo>
                    <a:pt x="119" y="1"/>
                  </a:moveTo>
                  <a:cubicBezTo>
                    <a:pt x="48" y="1"/>
                    <a:pt x="0" y="48"/>
                    <a:pt x="0" y="120"/>
                  </a:cubicBezTo>
                  <a:lnTo>
                    <a:pt x="0" y="763"/>
                  </a:lnTo>
                  <a:lnTo>
                    <a:pt x="2072" y="763"/>
                  </a:lnTo>
                  <a:lnTo>
                    <a:pt x="2072" y="120"/>
                  </a:lnTo>
                  <a:cubicBezTo>
                    <a:pt x="2072" y="48"/>
                    <a:pt x="2024" y="1"/>
                    <a:pt x="195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95"/>
            <p:cNvSpPr/>
            <p:nvPr/>
          </p:nvSpPr>
          <p:spPr>
            <a:xfrm>
              <a:off x="4320768" y="4250955"/>
              <a:ext cx="28079" cy="181416"/>
            </a:xfrm>
            <a:custGeom>
              <a:rect b="b" l="l" r="r" t="t"/>
              <a:pathLst>
                <a:path extrusionOk="0" h="5550" w="859">
                  <a:moveTo>
                    <a:pt x="1" y="1"/>
                  </a:moveTo>
                  <a:cubicBezTo>
                    <a:pt x="120" y="1"/>
                    <a:pt x="215" y="96"/>
                    <a:pt x="215" y="215"/>
                  </a:cubicBezTo>
                  <a:lnTo>
                    <a:pt x="215" y="5335"/>
                  </a:lnTo>
                  <a:cubicBezTo>
                    <a:pt x="215" y="5454"/>
                    <a:pt x="120" y="5549"/>
                    <a:pt x="1" y="5549"/>
                  </a:cubicBezTo>
                  <a:lnTo>
                    <a:pt x="644" y="5549"/>
                  </a:lnTo>
                  <a:cubicBezTo>
                    <a:pt x="763" y="5549"/>
                    <a:pt x="858" y="5454"/>
                    <a:pt x="858" y="5335"/>
                  </a:cubicBezTo>
                  <a:lnTo>
                    <a:pt x="858" y="215"/>
                  </a:lnTo>
                  <a:cubicBezTo>
                    <a:pt x="858" y="96"/>
                    <a:pt x="763" y="1"/>
                    <a:pt x="64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95"/>
            <p:cNvSpPr/>
            <p:nvPr/>
          </p:nvSpPr>
          <p:spPr>
            <a:xfrm>
              <a:off x="4263172" y="4405861"/>
              <a:ext cx="25725" cy="25725"/>
            </a:xfrm>
            <a:custGeom>
              <a:rect b="b" l="l" r="r" t="t"/>
              <a:pathLst>
                <a:path extrusionOk="0" h="787" w="787">
                  <a:moveTo>
                    <a:pt x="1" y="1"/>
                  </a:moveTo>
                  <a:cubicBezTo>
                    <a:pt x="72" y="1"/>
                    <a:pt x="120" y="72"/>
                    <a:pt x="120" y="120"/>
                  </a:cubicBezTo>
                  <a:lnTo>
                    <a:pt x="120" y="787"/>
                  </a:lnTo>
                  <a:lnTo>
                    <a:pt x="787" y="787"/>
                  </a:lnTo>
                  <a:lnTo>
                    <a:pt x="787" y="120"/>
                  </a:lnTo>
                  <a:cubicBezTo>
                    <a:pt x="787" y="72"/>
                    <a:pt x="715" y="1"/>
                    <a:pt x="66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95"/>
            <p:cNvSpPr/>
            <p:nvPr/>
          </p:nvSpPr>
          <p:spPr>
            <a:xfrm>
              <a:off x="4298213" y="4195680"/>
              <a:ext cx="11702" cy="11702"/>
            </a:xfrm>
            <a:custGeom>
              <a:rect b="b" l="l" r="r" t="t"/>
              <a:pathLst>
                <a:path extrusionOk="0" h="358" w="358">
                  <a:moveTo>
                    <a:pt x="167" y="1"/>
                  </a:moveTo>
                  <a:cubicBezTo>
                    <a:pt x="72" y="1"/>
                    <a:pt x="0" y="72"/>
                    <a:pt x="0" y="167"/>
                  </a:cubicBezTo>
                  <a:cubicBezTo>
                    <a:pt x="0" y="287"/>
                    <a:pt x="72" y="358"/>
                    <a:pt x="167" y="358"/>
                  </a:cubicBezTo>
                  <a:cubicBezTo>
                    <a:pt x="286" y="358"/>
                    <a:pt x="358" y="287"/>
                    <a:pt x="358" y="167"/>
                  </a:cubicBezTo>
                  <a:cubicBezTo>
                    <a:pt x="358" y="72"/>
                    <a:pt x="286"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95"/>
            <p:cNvSpPr/>
            <p:nvPr/>
          </p:nvSpPr>
          <p:spPr>
            <a:xfrm>
              <a:off x="4320768" y="4195680"/>
              <a:ext cx="11735" cy="11702"/>
            </a:xfrm>
            <a:custGeom>
              <a:rect b="b" l="l" r="r" t="t"/>
              <a:pathLst>
                <a:path extrusionOk="0" h="358" w="359">
                  <a:moveTo>
                    <a:pt x="168" y="1"/>
                  </a:moveTo>
                  <a:cubicBezTo>
                    <a:pt x="72" y="1"/>
                    <a:pt x="1" y="72"/>
                    <a:pt x="1" y="167"/>
                  </a:cubicBezTo>
                  <a:cubicBezTo>
                    <a:pt x="1" y="287"/>
                    <a:pt x="72" y="358"/>
                    <a:pt x="168" y="358"/>
                  </a:cubicBezTo>
                  <a:cubicBezTo>
                    <a:pt x="263" y="358"/>
                    <a:pt x="358" y="287"/>
                    <a:pt x="358" y="167"/>
                  </a:cubicBezTo>
                  <a:cubicBezTo>
                    <a:pt x="358" y="72"/>
                    <a:pt x="263"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95"/>
            <p:cNvSpPr/>
            <p:nvPr/>
          </p:nvSpPr>
          <p:spPr>
            <a:xfrm>
              <a:off x="4342570" y="4195680"/>
              <a:ext cx="11702" cy="11702"/>
            </a:xfrm>
            <a:custGeom>
              <a:rect b="b" l="l" r="r" t="t"/>
              <a:pathLst>
                <a:path extrusionOk="0" h="358" w="358">
                  <a:moveTo>
                    <a:pt x="191" y="1"/>
                  </a:moveTo>
                  <a:cubicBezTo>
                    <a:pt x="96" y="1"/>
                    <a:pt x="1" y="72"/>
                    <a:pt x="1" y="167"/>
                  </a:cubicBezTo>
                  <a:cubicBezTo>
                    <a:pt x="1" y="287"/>
                    <a:pt x="96" y="358"/>
                    <a:pt x="191" y="358"/>
                  </a:cubicBezTo>
                  <a:cubicBezTo>
                    <a:pt x="287" y="358"/>
                    <a:pt x="358" y="287"/>
                    <a:pt x="358" y="167"/>
                  </a:cubicBezTo>
                  <a:cubicBezTo>
                    <a:pt x="358" y="72"/>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95"/>
            <p:cNvSpPr/>
            <p:nvPr/>
          </p:nvSpPr>
          <p:spPr>
            <a:xfrm>
              <a:off x="4047566" y="4246280"/>
              <a:ext cx="305955" cy="190764"/>
            </a:xfrm>
            <a:custGeom>
              <a:rect b="b" l="l" r="r" t="t"/>
              <a:pathLst>
                <a:path extrusionOk="0" h="5836" w="9360">
                  <a:moveTo>
                    <a:pt x="7192" y="5026"/>
                  </a:moveTo>
                  <a:lnTo>
                    <a:pt x="7192" y="5502"/>
                  </a:lnTo>
                  <a:lnTo>
                    <a:pt x="5430" y="5502"/>
                  </a:lnTo>
                  <a:lnTo>
                    <a:pt x="5430" y="5026"/>
                  </a:lnTo>
                  <a:close/>
                  <a:moveTo>
                    <a:pt x="357" y="1"/>
                  </a:moveTo>
                  <a:cubicBezTo>
                    <a:pt x="143" y="1"/>
                    <a:pt x="0" y="144"/>
                    <a:pt x="0" y="358"/>
                  </a:cubicBezTo>
                  <a:lnTo>
                    <a:pt x="0" y="5478"/>
                  </a:lnTo>
                  <a:cubicBezTo>
                    <a:pt x="0" y="5692"/>
                    <a:pt x="143" y="5835"/>
                    <a:pt x="357" y="5835"/>
                  </a:cubicBezTo>
                  <a:lnTo>
                    <a:pt x="9002" y="5835"/>
                  </a:lnTo>
                  <a:cubicBezTo>
                    <a:pt x="9216" y="5835"/>
                    <a:pt x="9359" y="5692"/>
                    <a:pt x="9359" y="5478"/>
                  </a:cubicBezTo>
                  <a:lnTo>
                    <a:pt x="9359" y="358"/>
                  </a:lnTo>
                  <a:cubicBezTo>
                    <a:pt x="9359" y="358"/>
                    <a:pt x="9192" y="1"/>
                    <a:pt x="8978" y="1"/>
                  </a:cubicBezTo>
                  <a:lnTo>
                    <a:pt x="4049" y="1"/>
                  </a:lnTo>
                  <a:cubicBezTo>
                    <a:pt x="3953" y="1"/>
                    <a:pt x="3858" y="96"/>
                    <a:pt x="3858" y="191"/>
                  </a:cubicBezTo>
                  <a:cubicBezTo>
                    <a:pt x="3858" y="255"/>
                    <a:pt x="3915" y="338"/>
                    <a:pt x="4012" y="338"/>
                  </a:cubicBezTo>
                  <a:cubicBezTo>
                    <a:pt x="4024" y="338"/>
                    <a:pt x="4036" y="337"/>
                    <a:pt x="4049" y="334"/>
                  </a:cubicBezTo>
                  <a:lnTo>
                    <a:pt x="9002" y="334"/>
                  </a:lnTo>
                  <a:cubicBezTo>
                    <a:pt x="9050" y="334"/>
                    <a:pt x="9050" y="358"/>
                    <a:pt x="9050" y="358"/>
                  </a:cubicBezTo>
                  <a:lnTo>
                    <a:pt x="9050" y="5478"/>
                  </a:lnTo>
                  <a:cubicBezTo>
                    <a:pt x="9050" y="5502"/>
                    <a:pt x="9050" y="5502"/>
                    <a:pt x="9002" y="5502"/>
                  </a:cubicBezTo>
                  <a:lnTo>
                    <a:pt x="7525" y="5502"/>
                  </a:lnTo>
                  <a:lnTo>
                    <a:pt x="7525" y="4978"/>
                  </a:lnTo>
                  <a:cubicBezTo>
                    <a:pt x="7525" y="4835"/>
                    <a:pt x="7406" y="4668"/>
                    <a:pt x="7216" y="4668"/>
                  </a:cubicBezTo>
                  <a:lnTo>
                    <a:pt x="5382" y="4668"/>
                  </a:lnTo>
                  <a:cubicBezTo>
                    <a:pt x="5239" y="4668"/>
                    <a:pt x="5073" y="4787"/>
                    <a:pt x="5073" y="4978"/>
                  </a:cubicBezTo>
                  <a:lnTo>
                    <a:pt x="5073" y="5502"/>
                  </a:lnTo>
                  <a:lnTo>
                    <a:pt x="357" y="5502"/>
                  </a:lnTo>
                  <a:cubicBezTo>
                    <a:pt x="310" y="5502"/>
                    <a:pt x="310" y="5502"/>
                    <a:pt x="310" y="5478"/>
                  </a:cubicBezTo>
                  <a:lnTo>
                    <a:pt x="310" y="358"/>
                  </a:lnTo>
                  <a:cubicBezTo>
                    <a:pt x="310" y="334"/>
                    <a:pt x="310" y="334"/>
                    <a:pt x="357" y="334"/>
                  </a:cubicBezTo>
                  <a:lnTo>
                    <a:pt x="3382" y="334"/>
                  </a:lnTo>
                  <a:cubicBezTo>
                    <a:pt x="3477" y="334"/>
                    <a:pt x="3525" y="263"/>
                    <a:pt x="3572" y="191"/>
                  </a:cubicBezTo>
                  <a:cubicBezTo>
                    <a:pt x="3572" y="96"/>
                    <a:pt x="3477" y="1"/>
                    <a:pt x="3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95"/>
            <p:cNvSpPr/>
            <p:nvPr/>
          </p:nvSpPr>
          <p:spPr>
            <a:xfrm>
              <a:off x="4105945" y="4307798"/>
              <a:ext cx="110549" cy="64623"/>
            </a:xfrm>
            <a:custGeom>
              <a:rect b="b" l="l" r="r" t="t"/>
              <a:pathLst>
                <a:path extrusionOk="0" h="1977" w="3382">
                  <a:moveTo>
                    <a:pt x="1477" y="0"/>
                  </a:moveTo>
                  <a:cubicBezTo>
                    <a:pt x="1358" y="0"/>
                    <a:pt x="1262" y="95"/>
                    <a:pt x="1239" y="167"/>
                  </a:cubicBezTo>
                  <a:lnTo>
                    <a:pt x="905" y="1548"/>
                  </a:lnTo>
                  <a:lnTo>
                    <a:pt x="643" y="1072"/>
                  </a:lnTo>
                  <a:cubicBezTo>
                    <a:pt x="619" y="1000"/>
                    <a:pt x="548" y="976"/>
                    <a:pt x="500" y="953"/>
                  </a:cubicBezTo>
                  <a:cubicBezTo>
                    <a:pt x="479" y="946"/>
                    <a:pt x="460" y="943"/>
                    <a:pt x="442" y="943"/>
                  </a:cubicBezTo>
                  <a:cubicBezTo>
                    <a:pt x="399" y="943"/>
                    <a:pt x="360" y="960"/>
                    <a:pt x="310" y="976"/>
                  </a:cubicBezTo>
                  <a:lnTo>
                    <a:pt x="95" y="1095"/>
                  </a:lnTo>
                  <a:cubicBezTo>
                    <a:pt x="48" y="1119"/>
                    <a:pt x="0" y="1238"/>
                    <a:pt x="48" y="1310"/>
                  </a:cubicBezTo>
                  <a:cubicBezTo>
                    <a:pt x="62" y="1368"/>
                    <a:pt x="112" y="1399"/>
                    <a:pt x="169" y="1399"/>
                  </a:cubicBezTo>
                  <a:cubicBezTo>
                    <a:pt x="207" y="1399"/>
                    <a:pt x="248" y="1386"/>
                    <a:pt x="286" y="1357"/>
                  </a:cubicBezTo>
                  <a:lnTo>
                    <a:pt x="429" y="1286"/>
                  </a:lnTo>
                  <a:lnTo>
                    <a:pt x="762" y="1881"/>
                  </a:lnTo>
                  <a:cubicBezTo>
                    <a:pt x="786" y="1953"/>
                    <a:pt x="881" y="1977"/>
                    <a:pt x="977" y="1977"/>
                  </a:cubicBezTo>
                  <a:lnTo>
                    <a:pt x="1000" y="1977"/>
                  </a:lnTo>
                  <a:cubicBezTo>
                    <a:pt x="1096" y="1977"/>
                    <a:pt x="1191" y="1905"/>
                    <a:pt x="1215" y="1810"/>
                  </a:cubicBezTo>
                  <a:lnTo>
                    <a:pt x="1572" y="262"/>
                  </a:lnTo>
                  <a:lnTo>
                    <a:pt x="3239" y="262"/>
                  </a:lnTo>
                  <a:cubicBezTo>
                    <a:pt x="3246" y="290"/>
                    <a:pt x="3259" y="301"/>
                    <a:pt x="3274" y="301"/>
                  </a:cubicBezTo>
                  <a:cubicBezTo>
                    <a:pt x="3310" y="301"/>
                    <a:pt x="3358" y="234"/>
                    <a:pt x="3358" y="167"/>
                  </a:cubicBezTo>
                  <a:cubicBezTo>
                    <a:pt x="3382" y="95"/>
                    <a:pt x="3334" y="0"/>
                    <a:pt x="3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95"/>
            <p:cNvSpPr/>
            <p:nvPr/>
          </p:nvSpPr>
          <p:spPr>
            <a:xfrm>
              <a:off x="4217246" y="4334242"/>
              <a:ext cx="29615" cy="10166"/>
            </a:xfrm>
            <a:custGeom>
              <a:rect b="b" l="l" r="r" t="t"/>
              <a:pathLst>
                <a:path extrusionOk="0" h="311" w="906">
                  <a:moveTo>
                    <a:pt x="215" y="1"/>
                  </a:moveTo>
                  <a:cubicBezTo>
                    <a:pt x="120" y="1"/>
                    <a:pt x="72" y="48"/>
                    <a:pt x="48" y="144"/>
                  </a:cubicBezTo>
                  <a:cubicBezTo>
                    <a:pt x="1" y="239"/>
                    <a:pt x="72" y="310"/>
                    <a:pt x="191" y="310"/>
                  </a:cubicBezTo>
                  <a:lnTo>
                    <a:pt x="715" y="310"/>
                  </a:lnTo>
                  <a:cubicBezTo>
                    <a:pt x="810" y="310"/>
                    <a:pt x="882" y="263"/>
                    <a:pt x="906" y="167"/>
                  </a:cubicBezTo>
                  <a:cubicBezTo>
                    <a:pt x="906" y="72"/>
                    <a:pt x="834" y="1"/>
                    <a:pt x="7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95"/>
            <p:cNvSpPr/>
            <p:nvPr/>
          </p:nvSpPr>
          <p:spPr>
            <a:xfrm>
              <a:off x="4217246" y="4353724"/>
              <a:ext cx="29615" cy="10133"/>
            </a:xfrm>
            <a:custGeom>
              <a:rect b="b" l="l" r="r" t="t"/>
              <a:pathLst>
                <a:path extrusionOk="0" h="310" w="906">
                  <a:moveTo>
                    <a:pt x="215" y="0"/>
                  </a:moveTo>
                  <a:cubicBezTo>
                    <a:pt x="120" y="0"/>
                    <a:pt x="72" y="48"/>
                    <a:pt x="48" y="143"/>
                  </a:cubicBezTo>
                  <a:cubicBezTo>
                    <a:pt x="1" y="238"/>
                    <a:pt x="72" y="310"/>
                    <a:pt x="191" y="310"/>
                  </a:cubicBezTo>
                  <a:lnTo>
                    <a:pt x="715" y="310"/>
                  </a:lnTo>
                  <a:cubicBezTo>
                    <a:pt x="810" y="310"/>
                    <a:pt x="882" y="262"/>
                    <a:pt x="906" y="167"/>
                  </a:cubicBezTo>
                  <a:cubicBezTo>
                    <a:pt x="906" y="72"/>
                    <a:pt x="834" y="0"/>
                    <a:pt x="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95"/>
            <p:cNvSpPr/>
            <p:nvPr/>
          </p:nvSpPr>
          <p:spPr>
            <a:xfrm>
              <a:off x="4164325" y="4334635"/>
              <a:ext cx="35041" cy="34681"/>
            </a:xfrm>
            <a:custGeom>
              <a:rect b="b" l="l" r="r" t="t"/>
              <a:pathLst>
                <a:path extrusionOk="0" h="1061" w="1072">
                  <a:moveTo>
                    <a:pt x="167" y="1"/>
                  </a:moveTo>
                  <a:cubicBezTo>
                    <a:pt x="119" y="1"/>
                    <a:pt x="72" y="13"/>
                    <a:pt x="48" y="36"/>
                  </a:cubicBezTo>
                  <a:cubicBezTo>
                    <a:pt x="0" y="108"/>
                    <a:pt x="0" y="227"/>
                    <a:pt x="48" y="274"/>
                  </a:cubicBezTo>
                  <a:lnTo>
                    <a:pt x="286" y="513"/>
                  </a:lnTo>
                  <a:lnTo>
                    <a:pt x="48" y="751"/>
                  </a:lnTo>
                  <a:cubicBezTo>
                    <a:pt x="0" y="822"/>
                    <a:pt x="0" y="941"/>
                    <a:pt x="48" y="989"/>
                  </a:cubicBezTo>
                  <a:cubicBezTo>
                    <a:pt x="72" y="1013"/>
                    <a:pt x="143" y="1060"/>
                    <a:pt x="167" y="1060"/>
                  </a:cubicBezTo>
                  <a:cubicBezTo>
                    <a:pt x="191" y="1060"/>
                    <a:pt x="262" y="1013"/>
                    <a:pt x="286" y="989"/>
                  </a:cubicBezTo>
                  <a:lnTo>
                    <a:pt x="524" y="751"/>
                  </a:lnTo>
                  <a:lnTo>
                    <a:pt x="762" y="989"/>
                  </a:lnTo>
                  <a:cubicBezTo>
                    <a:pt x="786" y="1013"/>
                    <a:pt x="858" y="1060"/>
                    <a:pt x="881" y="1060"/>
                  </a:cubicBezTo>
                  <a:cubicBezTo>
                    <a:pt x="905" y="1060"/>
                    <a:pt x="977" y="1013"/>
                    <a:pt x="1000" y="989"/>
                  </a:cubicBezTo>
                  <a:cubicBezTo>
                    <a:pt x="1048" y="941"/>
                    <a:pt x="1048" y="822"/>
                    <a:pt x="1000" y="751"/>
                  </a:cubicBezTo>
                  <a:lnTo>
                    <a:pt x="762" y="513"/>
                  </a:lnTo>
                  <a:lnTo>
                    <a:pt x="1000" y="274"/>
                  </a:lnTo>
                  <a:cubicBezTo>
                    <a:pt x="1072" y="227"/>
                    <a:pt x="1072" y="108"/>
                    <a:pt x="1000" y="36"/>
                  </a:cubicBezTo>
                  <a:cubicBezTo>
                    <a:pt x="977" y="13"/>
                    <a:pt x="935" y="1"/>
                    <a:pt x="890" y="1"/>
                  </a:cubicBezTo>
                  <a:cubicBezTo>
                    <a:pt x="846" y="1"/>
                    <a:pt x="798" y="13"/>
                    <a:pt x="762" y="36"/>
                  </a:cubicBezTo>
                  <a:lnTo>
                    <a:pt x="524" y="274"/>
                  </a:lnTo>
                  <a:lnTo>
                    <a:pt x="286" y="36"/>
                  </a:lnTo>
                  <a:cubicBezTo>
                    <a:pt x="262" y="13"/>
                    <a:pt x="215"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95"/>
            <p:cNvSpPr/>
            <p:nvPr/>
          </p:nvSpPr>
          <p:spPr>
            <a:xfrm>
              <a:off x="4260851" y="4334046"/>
              <a:ext cx="35041" cy="35270"/>
            </a:xfrm>
            <a:custGeom>
              <a:rect b="b" l="l" r="r" t="t"/>
              <a:pathLst>
                <a:path extrusionOk="0" h="1079" w="1072">
                  <a:moveTo>
                    <a:pt x="182" y="1"/>
                  </a:moveTo>
                  <a:cubicBezTo>
                    <a:pt x="137" y="1"/>
                    <a:pt x="96" y="19"/>
                    <a:pt x="72" y="54"/>
                  </a:cubicBezTo>
                  <a:cubicBezTo>
                    <a:pt x="0" y="102"/>
                    <a:pt x="0" y="221"/>
                    <a:pt x="72" y="292"/>
                  </a:cubicBezTo>
                  <a:lnTo>
                    <a:pt x="310" y="531"/>
                  </a:lnTo>
                  <a:lnTo>
                    <a:pt x="72" y="769"/>
                  </a:lnTo>
                  <a:cubicBezTo>
                    <a:pt x="24" y="840"/>
                    <a:pt x="24" y="959"/>
                    <a:pt x="72" y="1007"/>
                  </a:cubicBezTo>
                  <a:cubicBezTo>
                    <a:pt x="96" y="1031"/>
                    <a:pt x="167" y="1078"/>
                    <a:pt x="191" y="1078"/>
                  </a:cubicBezTo>
                  <a:cubicBezTo>
                    <a:pt x="215" y="1078"/>
                    <a:pt x="286" y="1031"/>
                    <a:pt x="310" y="1007"/>
                  </a:cubicBezTo>
                  <a:lnTo>
                    <a:pt x="548" y="769"/>
                  </a:lnTo>
                  <a:lnTo>
                    <a:pt x="786" y="1007"/>
                  </a:lnTo>
                  <a:cubicBezTo>
                    <a:pt x="810" y="1031"/>
                    <a:pt x="858" y="1078"/>
                    <a:pt x="905" y="1078"/>
                  </a:cubicBezTo>
                  <a:cubicBezTo>
                    <a:pt x="977" y="1078"/>
                    <a:pt x="1000" y="1031"/>
                    <a:pt x="1024" y="1007"/>
                  </a:cubicBezTo>
                  <a:cubicBezTo>
                    <a:pt x="1072" y="959"/>
                    <a:pt x="1072" y="816"/>
                    <a:pt x="1024" y="769"/>
                  </a:cubicBezTo>
                  <a:lnTo>
                    <a:pt x="786" y="531"/>
                  </a:lnTo>
                  <a:lnTo>
                    <a:pt x="1024" y="292"/>
                  </a:lnTo>
                  <a:cubicBezTo>
                    <a:pt x="1072" y="221"/>
                    <a:pt x="1072" y="102"/>
                    <a:pt x="1024" y="54"/>
                  </a:cubicBezTo>
                  <a:cubicBezTo>
                    <a:pt x="1000" y="19"/>
                    <a:pt x="953" y="1"/>
                    <a:pt x="905" y="1"/>
                  </a:cubicBezTo>
                  <a:cubicBezTo>
                    <a:pt x="858" y="1"/>
                    <a:pt x="810" y="19"/>
                    <a:pt x="786" y="54"/>
                  </a:cubicBezTo>
                  <a:lnTo>
                    <a:pt x="548" y="292"/>
                  </a:lnTo>
                  <a:lnTo>
                    <a:pt x="310" y="54"/>
                  </a:lnTo>
                  <a:cubicBezTo>
                    <a:pt x="274" y="19"/>
                    <a:pt x="226" y="1"/>
                    <a:pt x="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95"/>
            <p:cNvSpPr/>
            <p:nvPr/>
          </p:nvSpPr>
          <p:spPr>
            <a:xfrm>
              <a:off x="4017199" y="4174662"/>
              <a:ext cx="369009" cy="294286"/>
            </a:xfrm>
            <a:custGeom>
              <a:rect b="b" l="l" r="r" t="t"/>
              <a:pathLst>
                <a:path extrusionOk="0" h="9003" w="11289">
                  <a:moveTo>
                    <a:pt x="10693" y="310"/>
                  </a:moveTo>
                  <a:cubicBezTo>
                    <a:pt x="10836" y="310"/>
                    <a:pt x="10979" y="429"/>
                    <a:pt x="10979" y="620"/>
                  </a:cubicBezTo>
                  <a:lnTo>
                    <a:pt x="10979" y="1334"/>
                  </a:lnTo>
                  <a:lnTo>
                    <a:pt x="358" y="1334"/>
                  </a:lnTo>
                  <a:lnTo>
                    <a:pt x="358" y="620"/>
                  </a:lnTo>
                  <a:cubicBezTo>
                    <a:pt x="358" y="477"/>
                    <a:pt x="477" y="310"/>
                    <a:pt x="643" y="310"/>
                  </a:cubicBezTo>
                  <a:close/>
                  <a:moveTo>
                    <a:pt x="619" y="1"/>
                  </a:moveTo>
                  <a:cubicBezTo>
                    <a:pt x="286" y="1"/>
                    <a:pt x="0" y="263"/>
                    <a:pt x="0" y="620"/>
                  </a:cubicBezTo>
                  <a:lnTo>
                    <a:pt x="0" y="8836"/>
                  </a:lnTo>
                  <a:cubicBezTo>
                    <a:pt x="0" y="8931"/>
                    <a:pt x="96" y="9003"/>
                    <a:pt x="167" y="9003"/>
                  </a:cubicBezTo>
                  <a:lnTo>
                    <a:pt x="5144" y="9003"/>
                  </a:lnTo>
                  <a:cubicBezTo>
                    <a:pt x="5168" y="9003"/>
                    <a:pt x="5216" y="9003"/>
                    <a:pt x="5216" y="8979"/>
                  </a:cubicBezTo>
                  <a:cubicBezTo>
                    <a:pt x="5335" y="8836"/>
                    <a:pt x="5239" y="8693"/>
                    <a:pt x="5097" y="8693"/>
                  </a:cubicBezTo>
                  <a:lnTo>
                    <a:pt x="334" y="8693"/>
                  </a:lnTo>
                  <a:lnTo>
                    <a:pt x="334" y="1692"/>
                  </a:lnTo>
                  <a:lnTo>
                    <a:pt x="10931" y="1692"/>
                  </a:lnTo>
                  <a:lnTo>
                    <a:pt x="10931" y="8693"/>
                  </a:lnTo>
                  <a:lnTo>
                    <a:pt x="5763" y="8693"/>
                  </a:lnTo>
                  <a:cubicBezTo>
                    <a:pt x="5692" y="8693"/>
                    <a:pt x="5621" y="8741"/>
                    <a:pt x="5597" y="8836"/>
                  </a:cubicBezTo>
                  <a:cubicBezTo>
                    <a:pt x="5597" y="8931"/>
                    <a:pt x="5644" y="9003"/>
                    <a:pt x="5740" y="9003"/>
                  </a:cubicBezTo>
                  <a:lnTo>
                    <a:pt x="10931" y="9003"/>
                  </a:lnTo>
                  <a:cubicBezTo>
                    <a:pt x="11098" y="9003"/>
                    <a:pt x="11241" y="8860"/>
                    <a:pt x="11241" y="8693"/>
                  </a:cubicBezTo>
                  <a:lnTo>
                    <a:pt x="11241" y="620"/>
                  </a:lnTo>
                  <a:cubicBezTo>
                    <a:pt x="11288" y="263"/>
                    <a:pt x="11003" y="1"/>
                    <a:pt x="106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6" name="Google Shape;20636;p95"/>
          <p:cNvSpPr txBox="1"/>
          <p:nvPr/>
        </p:nvSpPr>
        <p:spPr>
          <a:xfrm>
            <a:off x="3125925" y="1188000"/>
            <a:ext cx="2892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Online Learning</a:t>
            </a:r>
            <a:endParaRPr sz="1600">
              <a:solidFill>
                <a:schemeClr val="lt1"/>
              </a:solidFill>
            </a:endParaRPr>
          </a:p>
        </p:txBody>
      </p:sp>
      <p:sp>
        <p:nvSpPr>
          <p:cNvPr id="20637" name="Google Shape;20637;p95"/>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41" name="Shape 20641"/>
        <p:cNvGrpSpPr/>
        <p:nvPr/>
      </p:nvGrpSpPr>
      <p:grpSpPr>
        <a:xfrm>
          <a:off x="0" y="0"/>
          <a:ext cx="0" cy="0"/>
          <a:chOff x="0" y="0"/>
          <a:chExt cx="0" cy="0"/>
        </a:xfrm>
      </p:grpSpPr>
      <p:grpSp>
        <p:nvGrpSpPr>
          <p:cNvPr id="20642" name="Google Shape;20642;p96"/>
          <p:cNvGrpSpPr/>
          <p:nvPr/>
        </p:nvGrpSpPr>
        <p:grpSpPr>
          <a:xfrm>
            <a:off x="1049049" y="1771760"/>
            <a:ext cx="328383" cy="352358"/>
            <a:chOff x="1019574" y="1924160"/>
            <a:chExt cx="328383" cy="352358"/>
          </a:xfrm>
        </p:grpSpPr>
        <p:sp>
          <p:nvSpPr>
            <p:cNvPr id="20643" name="Google Shape;20643;p96"/>
            <p:cNvSpPr/>
            <p:nvPr/>
          </p:nvSpPr>
          <p:spPr>
            <a:xfrm>
              <a:off x="1037320" y="2091823"/>
              <a:ext cx="121335" cy="166917"/>
            </a:xfrm>
            <a:custGeom>
              <a:rect b="b" l="l" r="r" t="t"/>
              <a:pathLst>
                <a:path extrusionOk="0" h="5145" w="3740">
                  <a:moveTo>
                    <a:pt x="120" y="1"/>
                  </a:moveTo>
                  <a:lnTo>
                    <a:pt x="120" y="620"/>
                  </a:lnTo>
                  <a:cubicBezTo>
                    <a:pt x="1" y="2715"/>
                    <a:pt x="1144" y="3573"/>
                    <a:pt x="1144" y="3573"/>
                  </a:cubicBezTo>
                  <a:cubicBezTo>
                    <a:pt x="1596" y="4001"/>
                    <a:pt x="977" y="4478"/>
                    <a:pt x="2096" y="5145"/>
                  </a:cubicBezTo>
                  <a:lnTo>
                    <a:pt x="3740" y="3335"/>
                  </a:lnTo>
                  <a:lnTo>
                    <a:pt x="1977"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96"/>
            <p:cNvSpPr/>
            <p:nvPr/>
          </p:nvSpPr>
          <p:spPr>
            <a:xfrm>
              <a:off x="1037320" y="2091044"/>
              <a:ext cx="79614" cy="166917"/>
            </a:xfrm>
            <a:custGeom>
              <a:rect b="b" l="l" r="r" t="t"/>
              <a:pathLst>
                <a:path extrusionOk="0" h="5145" w="2454">
                  <a:moveTo>
                    <a:pt x="120" y="1"/>
                  </a:moveTo>
                  <a:lnTo>
                    <a:pt x="120" y="620"/>
                  </a:lnTo>
                  <a:cubicBezTo>
                    <a:pt x="1" y="2716"/>
                    <a:pt x="1144" y="3573"/>
                    <a:pt x="1144" y="3573"/>
                  </a:cubicBezTo>
                  <a:cubicBezTo>
                    <a:pt x="1573" y="4025"/>
                    <a:pt x="977" y="4454"/>
                    <a:pt x="2096" y="5145"/>
                  </a:cubicBezTo>
                  <a:lnTo>
                    <a:pt x="2454" y="4764"/>
                  </a:lnTo>
                  <a:cubicBezTo>
                    <a:pt x="2049" y="4287"/>
                    <a:pt x="2382" y="3930"/>
                    <a:pt x="2025" y="3573"/>
                  </a:cubicBezTo>
                  <a:cubicBezTo>
                    <a:pt x="2025" y="3573"/>
                    <a:pt x="834" y="2716"/>
                    <a:pt x="977" y="620"/>
                  </a:cubicBezTo>
                  <a:lnTo>
                    <a:pt x="977"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96"/>
            <p:cNvSpPr/>
            <p:nvPr/>
          </p:nvSpPr>
          <p:spPr>
            <a:xfrm>
              <a:off x="1208843" y="2091823"/>
              <a:ext cx="122114" cy="166917"/>
            </a:xfrm>
            <a:custGeom>
              <a:rect b="b" l="l" r="r" t="t"/>
              <a:pathLst>
                <a:path extrusionOk="0" h="5145" w="3764">
                  <a:moveTo>
                    <a:pt x="1763" y="1"/>
                  </a:moveTo>
                  <a:lnTo>
                    <a:pt x="1" y="3335"/>
                  </a:lnTo>
                  <a:lnTo>
                    <a:pt x="1644" y="5145"/>
                  </a:lnTo>
                  <a:cubicBezTo>
                    <a:pt x="2763" y="4478"/>
                    <a:pt x="2144" y="4001"/>
                    <a:pt x="2596" y="3573"/>
                  </a:cubicBezTo>
                  <a:cubicBezTo>
                    <a:pt x="2596" y="3573"/>
                    <a:pt x="3763" y="2715"/>
                    <a:pt x="3644" y="620"/>
                  </a:cubicBezTo>
                  <a:lnTo>
                    <a:pt x="3644"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96"/>
            <p:cNvSpPr/>
            <p:nvPr/>
          </p:nvSpPr>
          <p:spPr>
            <a:xfrm>
              <a:off x="1134680" y="2199207"/>
              <a:ext cx="99696" cy="71114"/>
            </a:xfrm>
            <a:custGeom>
              <a:rect b="b" l="l" r="r" t="t"/>
              <a:pathLst>
                <a:path extrusionOk="0" h="2192" w="3073">
                  <a:moveTo>
                    <a:pt x="572" y="1"/>
                  </a:moveTo>
                  <a:lnTo>
                    <a:pt x="0" y="1096"/>
                  </a:lnTo>
                  <a:lnTo>
                    <a:pt x="572" y="2192"/>
                  </a:lnTo>
                  <a:lnTo>
                    <a:pt x="2477" y="2192"/>
                  </a:lnTo>
                  <a:lnTo>
                    <a:pt x="3072" y="1096"/>
                  </a:lnTo>
                  <a:lnTo>
                    <a:pt x="2477"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96"/>
            <p:cNvSpPr/>
            <p:nvPr/>
          </p:nvSpPr>
          <p:spPr>
            <a:xfrm>
              <a:off x="1034238" y="1928799"/>
              <a:ext cx="299023" cy="149917"/>
            </a:xfrm>
            <a:custGeom>
              <a:rect b="b" l="l" r="r" t="t"/>
              <a:pathLst>
                <a:path extrusionOk="0" h="4621" w="9217">
                  <a:moveTo>
                    <a:pt x="4621" y="1"/>
                  </a:moveTo>
                  <a:cubicBezTo>
                    <a:pt x="2072" y="1"/>
                    <a:pt x="1" y="2073"/>
                    <a:pt x="1" y="4621"/>
                  </a:cubicBezTo>
                  <a:lnTo>
                    <a:pt x="9217" y="4621"/>
                  </a:lnTo>
                  <a:cubicBezTo>
                    <a:pt x="9217" y="2073"/>
                    <a:pt x="7145" y="1"/>
                    <a:pt x="462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96"/>
            <p:cNvSpPr/>
            <p:nvPr/>
          </p:nvSpPr>
          <p:spPr>
            <a:xfrm>
              <a:off x="1034238" y="1928799"/>
              <a:ext cx="163056" cy="149917"/>
            </a:xfrm>
            <a:custGeom>
              <a:rect b="b" l="l" r="r" t="t"/>
              <a:pathLst>
                <a:path extrusionOk="0" h="4621" w="5026">
                  <a:moveTo>
                    <a:pt x="4597" y="1"/>
                  </a:moveTo>
                  <a:cubicBezTo>
                    <a:pt x="2072" y="1"/>
                    <a:pt x="1" y="2073"/>
                    <a:pt x="1" y="4621"/>
                  </a:cubicBezTo>
                  <a:lnTo>
                    <a:pt x="834" y="4621"/>
                  </a:lnTo>
                  <a:cubicBezTo>
                    <a:pt x="834" y="2192"/>
                    <a:pt x="2668" y="239"/>
                    <a:pt x="5025" y="25"/>
                  </a:cubicBezTo>
                  <a:cubicBezTo>
                    <a:pt x="4883" y="25"/>
                    <a:pt x="4763" y="1"/>
                    <a:pt x="459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96"/>
            <p:cNvSpPr/>
            <p:nvPr/>
          </p:nvSpPr>
          <p:spPr>
            <a:xfrm>
              <a:off x="1282228" y="2053930"/>
              <a:ext cx="59532" cy="60343"/>
            </a:xfrm>
            <a:custGeom>
              <a:rect b="b" l="l" r="r" t="t"/>
              <a:pathLst>
                <a:path extrusionOk="0" h="1860" w="1835">
                  <a:moveTo>
                    <a:pt x="968" y="1"/>
                  </a:moveTo>
                  <a:cubicBezTo>
                    <a:pt x="955" y="1"/>
                    <a:pt x="942" y="1"/>
                    <a:pt x="930" y="2"/>
                  </a:cubicBezTo>
                  <a:cubicBezTo>
                    <a:pt x="430" y="2"/>
                    <a:pt x="1" y="430"/>
                    <a:pt x="1" y="930"/>
                  </a:cubicBezTo>
                  <a:cubicBezTo>
                    <a:pt x="1" y="1431"/>
                    <a:pt x="430" y="1859"/>
                    <a:pt x="930" y="1859"/>
                  </a:cubicBezTo>
                  <a:cubicBezTo>
                    <a:pt x="1430" y="1859"/>
                    <a:pt x="1835" y="1431"/>
                    <a:pt x="1835" y="930"/>
                  </a:cubicBezTo>
                  <a:cubicBezTo>
                    <a:pt x="1835" y="443"/>
                    <a:pt x="1450" y="1"/>
                    <a:pt x="968"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96"/>
            <p:cNvSpPr/>
            <p:nvPr/>
          </p:nvSpPr>
          <p:spPr>
            <a:xfrm>
              <a:off x="1153204" y="2198461"/>
              <a:ext cx="61868" cy="33254"/>
            </a:xfrm>
            <a:custGeom>
              <a:rect b="b" l="l" r="r" t="t"/>
              <a:pathLst>
                <a:path extrusionOk="0" h="1025" w="1907">
                  <a:moveTo>
                    <a:pt x="1" y="0"/>
                  </a:moveTo>
                  <a:cubicBezTo>
                    <a:pt x="1" y="0"/>
                    <a:pt x="382" y="905"/>
                    <a:pt x="954" y="1024"/>
                  </a:cubicBezTo>
                  <a:cubicBezTo>
                    <a:pt x="1501" y="905"/>
                    <a:pt x="1906" y="0"/>
                    <a:pt x="1906" y="0"/>
                  </a:cubicBezTo>
                  <a:close/>
                </a:path>
              </a:pathLst>
            </a:custGeom>
            <a:solidFill>
              <a:srgbClr val="DD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96"/>
            <p:cNvSpPr/>
            <p:nvPr/>
          </p:nvSpPr>
          <p:spPr>
            <a:xfrm>
              <a:off x="1104541" y="2199207"/>
              <a:ext cx="46393" cy="71114"/>
            </a:xfrm>
            <a:custGeom>
              <a:rect b="b" l="l" r="r" t="t"/>
              <a:pathLst>
                <a:path extrusionOk="0" h="2192" w="1430">
                  <a:moveTo>
                    <a:pt x="1025" y="1"/>
                  </a:moveTo>
                  <a:cubicBezTo>
                    <a:pt x="1025" y="1"/>
                    <a:pt x="1" y="858"/>
                    <a:pt x="1" y="2192"/>
                  </a:cubicBezTo>
                  <a:lnTo>
                    <a:pt x="572" y="2192"/>
                  </a:lnTo>
                  <a:lnTo>
                    <a:pt x="715" y="2144"/>
                  </a:lnTo>
                  <a:lnTo>
                    <a:pt x="858" y="2192"/>
                  </a:lnTo>
                  <a:lnTo>
                    <a:pt x="1430" y="2192"/>
                  </a:lnTo>
                  <a:lnTo>
                    <a:pt x="1430" y="1"/>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96"/>
            <p:cNvSpPr/>
            <p:nvPr/>
          </p:nvSpPr>
          <p:spPr>
            <a:xfrm>
              <a:off x="1104541" y="2199207"/>
              <a:ext cx="46393" cy="71114"/>
            </a:xfrm>
            <a:custGeom>
              <a:rect b="b" l="l" r="r" t="t"/>
              <a:pathLst>
                <a:path extrusionOk="0" h="2192" w="1430">
                  <a:moveTo>
                    <a:pt x="1025" y="1"/>
                  </a:moveTo>
                  <a:cubicBezTo>
                    <a:pt x="1025" y="1"/>
                    <a:pt x="1" y="858"/>
                    <a:pt x="1" y="2192"/>
                  </a:cubicBezTo>
                  <a:lnTo>
                    <a:pt x="429" y="2192"/>
                  </a:lnTo>
                  <a:cubicBezTo>
                    <a:pt x="453" y="858"/>
                    <a:pt x="1430" y="1"/>
                    <a:pt x="143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96"/>
            <p:cNvSpPr/>
            <p:nvPr/>
          </p:nvSpPr>
          <p:spPr>
            <a:xfrm>
              <a:off x="1215040" y="2199207"/>
              <a:ext cx="47139" cy="71114"/>
            </a:xfrm>
            <a:custGeom>
              <a:rect b="b" l="l" r="r" t="t"/>
              <a:pathLst>
                <a:path extrusionOk="0" h="2192" w="1453">
                  <a:moveTo>
                    <a:pt x="0" y="1"/>
                  </a:moveTo>
                  <a:lnTo>
                    <a:pt x="0" y="2192"/>
                  </a:lnTo>
                  <a:lnTo>
                    <a:pt x="548" y="2192"/>
                  </a:lnTo>
                  <a:lnTo>
                    <a:pt x="715" y="2144"/>
                  </a:lnTo>
                  <a:lnTo>
                    <a:pt x="857" y="2192"/>
                  </a:lnTo>
                  <a:lnTo>
                    <a:pt x="1429" y="2192"/>
                  </a:lnTo>
                  <a:cubicBezTo>
                    <a:pt x="1453" y="858"/>
                    <a:pt x="429" y="1"/>
                    <a:pt x="429"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96"/>
            <p:cNvSpPr/>
            <p:nvPr/>
          </p:nvSpPr>
          <p:spPr>
            <a:xfrm>
              <a:off x="1055098" y="1973537"/>
              <a:ext cx="257301" cy="233424"/>
            </a:xfrm>
            <a:custGeom>
              <a:rect b="b" l="l" r="r" t="t"/>
              <a:pathLst>
                <a:path extrusionOk="0" h="7195" w="7931">
                  <a:moveTo>
                    <a:pt x="4749" y="0"/>
                  </a:moveTo>
                  <a:cubicBezTo>
                    <a:pt x="4665" y="0"/>
                    <a:pt x="4585" y="25"/>
                    <a:pt x="4525" y="74"/>
                  </a:cubicBezTo>
                  <a:cubicBezTo>
                    <a:pt x="3858" y="551"/>
                    <a:pt x="2144" y="1622"/>
                    <a:pt x="239" y="1861"/>
                  </a:cubicBezTo>
                  <a:cubicBezTo>
                    <a:pt x="96" y="2289"/>
                    <a:pt x="1" y="2766"/>
                    <a:pt x="1" y="3242"/>
                  </a:cubicBezTo>
                  <a:cubicBezTo>
                    <a:pt x="1" y="5409"/>
                    <a:pt x="1787" y="7195"/>
                    <a:pt x="3954" y="7195"/>
                  </a:cubicBezTo>
                  <a:cubicBezTo>
                    <a:pt x="6168" y="7195"/>
                    <a:pt x="7931" y="5409"/>
                    <a:pt x="7931" y="3242"/>
                  </a:cubicBezTo>
                  <a:cubicBezTo>
                    <a:pt x="7931" y="2766"/>
                    <a:pt x="7835" y="2289"/>
                    <a:pt x="7693" y="1861"/>
                  </a:cubicBezTo>
                  <a:cubicBezTo>
                    <a:pt x="6264" y="1384"/>
                    <a:pt x="5430" y="575"/>
                    <a:pt x="5073" y="146"/>
                  </a:cubicBezTo>
                  <a:cubicBezTo>
                    <a:pt x="4990" y="49"/>
                    <a:pt x="4866" y="0"/>
                    <a:pt x="4749" y="0"/>
                  </a:cubicBezTo>
                  <a:close/>
                </a:path>
              </a:pathLst>
            </a:custGeom>
            <a:solidFill>
              <a:srgbClr val="DD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96"/>
            <p:cNvSpPr/>
            <p:nvPr/>
          </p:nvSpPr>
          <p:spPr>
            <a:xfrm>
              <a:off x="1025738" y="2030798"/>
              <a:ext cx="168474" cy="175417"/>
            </a:xfrm>
            <a:custGeom>
              <a:rect b="b" l="l" r="r" t="t"/>
              <a:pathLst>
                <a:path extrusionOk="0" h="5407" w="5193">
                  <a:moveTo>
                    <a:pt x="1739" y="0"/>
                  </a:moveTo>
                  <a:lnTo>
                    <a:pt x="1739" y="0"/>
                  </a:lnTo>
                  <a:cubicBezTo>
                    <a:pt x="1549" y="48"/>
                    <a:pt x="1358" y="96"/>
                    <a:pt x="1144" y="96"/>
                  </a:cubicBezTo>
                  <a:cubicBezTo>
                    <a:pt x="1096" y="310"/>
                    <a:pt x="1025" y="477"/>
                    <a:pt x="977" y="691"/>
                  </a:cubicBezTo>
                  <a:lnTo>
                    <a:pt x="906" y="691"/>
                  </a:lnTo>
                  <a:cubicBezTo>
                    <a:pt x="405" y="691"/>
                    <a:pt x="1" y="1120"/>
                    <a:pt x="1" y="1620"/>
                  </a:cubicBezTo>
                  <a:cubicBezTo>
                    <a:pt x="1" y="2120"/>
                    <a:pt x="405" y="2548"/>
                    <a:pt x="906" y="2548"/>
                  </a:cubicBezTo>
                  <a:lnTo>
                    <a:pt x="1072" y="2548"/>
                  </a:lnTo>
                  <a:cubicBezTo>
                    <a:pt x="1549" y="4168"/>
                    <a:pt x="3049" y="5406"/>
                    <a:pt x="4883" y="5406"/>
                  </a:cubicBezTo>
                  <a:lnTo>
                    <a:pt x="5192" y="5406"/>
                  </a:lnTo>
                  <a:cubicBezTo>
                    <a:pt x="3358" y="5287"/>
                    <a:pt x="1834" y="3858"/>
                    <a:pt x="1596" y="2025"/>
                  </a:cubicBezTo>
                  <a:cubicBezTo>
                    <a:pt x="1620" y="1905"/>
                    <a:pt x="1668" y="1786"/>
                    <a:pt x="1668" y="1643"/>
                  </a:cubicBezTo>
                  <a:cubicBezTo>
                    <a:pt x="1668" y="1477"/>
                    <a:pt x="1620" y="1286"/>
                    <a:pt x="1572" y="1167"/>
                  </a:cubicBezTo>
                  <a:cubicBezTo>
                    <a:pt x="1596" y="786"/>
                    <a:pt x="1668" y="334"/>
                    <a:pt x="173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96"/>
            <p:cNvSpPr/>
            <p:nvPr/>
          </p:nvSpPr>
          <p:spPr>
            <a:xfrm>
              <a:off x="1051238" y="2046241"/>
              <a:ext cx="266580" cy="76045"/>
            </a:xfrm>
            <a:custGeom>
              <a:rect b="b" l="l" r="r" t="t"/>
              <a:pathLst>
                <a:path extrusionOk="0" h="2344" w="8217">
                  <a:moveTo>
                    <a:pt x="4144" y="1"/>
                  </a:moveTo>
                  <a:lnTo>
                    <a:pt x="0" y="358"/>
                  </a:lnTo>
                  <a:cubicBezTo>
                    <a:pt x="72" y="906"/>
                    <a:pt x="239" y="1287"/>
                    <a:pt x="429" y="1596"/>
                  </a:cubicBezTo>
                  <a:cubicBezTo>
                    <a:pt x="743" y="2087"/>
                    <a:pt x="1267" y="2344"/>
                    <a:pt x="1806" y="2344"/>
                  </a:cubicBezTo>
                  <a:cubicBezTo>
                    <a:pt x="2208" y="2344"/>
                    <a:pt x="2618" y="2201"/>
                    <a:pt x="2953" y="1906"/>
                  </a:cubicBezTo>
                  <a:cubicBezTo>
                    <a:pt x="3334" y="1549"/>
                    <a:pt x="3596" y="1167"/>
                    <a:pt x="4120" y="1167"/>
                  </a:cubicBezTo>
                  <a:cubicBezTo>
                    <a:pt x="4620" y="1167"/>
                    <a:pt x="4882" y="1596"/>
                    <a:pt x="5263" y="1906"/>
                  </a:cubicBezTo>
                  <a:cubicBezTo>
                    <a:pt x="5599" y="2201"/>
                    <a:pt x="6009" y="2344"/>
                    <a:pt x="6413" y="2344"/>
                  </a:cubicBezTo>
                  <a:cubicBezTo>
                    <a:pt x="6954" y="2344"/>
                    <a:pt x="7484" y="2087"/>
                    <a:pt x="7812" y="1596"/>
                  </a:cubicBezTo>
                  <a:cubicBezTo>
                    <a:pt x="7978" y="1287"/>
                    <a:pt x="8121" y="906"/>
                    <a:pt x="8216" y="358"/>
                  </a:cubicBezTo>
                  <a:lnTo>
                    <a:pt x="4144"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96"/>
            <p:cNvSpPr/>
            <p:nvPr/>
          </p:nvSpPr>
          <p:spPr>
            <a:xfrm>
              <a:off x="1049680" y="2046241"/>
              <a:ext cx="144531" cy="75948"/>
            </a:xfrm>
            <a:custGeom>
              <a:rect b="b" l="l" r="r" t="t"/>
              <a:pathLst>
                <a:path extrusionOk="0" h="2341" w="4455">
                  <a:moveTo>
                    <a:pt x="4145" y="1"/>
                  </a:moveTo>
                  <a:lnTo>
                    <a:pt x="1" y="358"/>
                  </a:lnTo>
                  <a:cubicBezTo>
                    <a:pt x="96" y="906"/>
                    <a:pt x="239" y="1287"/>
                    <a:pt x="406" y="1596"/>
                  </a:cubicBezTo>
                  <a:cubicBezTo>
                    <a:pt x="743" y="2092"/>
                    <a:pt x="1295" y="2340"/>
                    <a:pt x="1828" y="2340"/>
                  </a:cubicBezTo>
                  <a:cubicBezTo>
                    <a:pt x="1935" y="2340"/>
                    <a:pt x="2041" y="2330"/>
                    <a:pt x="2144" y="2311"/>
                  </a:cubicBezTo>
                  <a:cubicBezTo>
                    <a:pt x="1715" y="2239"/>
                    <a:pt x="1334" y="1977"/>
                    <a:pt x="1072" y="1596"/>
                  </a:cubicBezTo>
                  <a:cubicBezTo>
                    <a:pt x="882" y="1287"/>
                    <a:pt x="715" y="906"/>
                    <a:pt x="644" y="358"/>
                  </a:cubicBezTo>
                  <a:lnTo>
                    <a:pt x="4454" y="48"/>
                  </a:lnTo>
                  <a:lnTo>
                    <a:pt x="4145"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96"/>
            <p:cNvSpPr/>
            <p:nvPr/>
          </p:nvSpPr>
          <p:spPr>
            <a:xfrm>
              <a:off x="1046598" y="2033880"/>
              <a:ext cx="273523" cy="23975"/>
            </a:xfrm>
            <a:custGeom>
              <a:rect b="b" l="l" r="r" t="t"/>
              <a:pathLst>
                <a:path extrusionOk="0" h="739" w="8431">
                  <a:moveTo>
                    <a:pt x="429" y="1"/>
                  </a:moveTo>
                  <a:cubicBezTo>
                    <a:pt x="215" y="1"/>
                    <a:pt x="1" y="215"/>
                    <a:pt x="24" y="453"/>
                  </a:cubicBezTo>
                  <a:cubicBezTo>
                    <a:pt x="24" y="548"/>
                    <a:pt x="72" y="667"/>
                    <a:pt x="72" y="739"/>
                  </a:cubicBezTo>
                  <a:lnTo>
                    <a:pt x="8359" y="739"/>
                  </a:lnTo>
                  <a:cubicBezTo>
                    <a:pt x="8359" y="667"/>
                    <a:pt x="8407" y="572"/>
                    <a:pt x="8407" y="453"/>
                  </a:cubicBezTo>
                  <a:cubicBezTo>
                    <a:pt x="8431" y="215"/>
                    <a:pt x="8240" y="1"/>
                    <a:pt x="7978"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96"/>
            <p:cNvSpPr/>
            <p:nvPr/>
          </p:nvSpPr>
          <p:spPr>
            <a:xfrm>
              <a:off x="1048934" y="2033880"/>
              <a:ext cx="33254" cy="23975"/>
            </a:xfrm>
            <a:custGeom>
              <a:rect b="b" l="l" r="r" t="t"/>
              <a:pathLst>
                <a:path extrusionOk="0" h="739" w="1025">
                  <a:moveTo>
                    <a:pt x="405" y="1"/>
                  </a:moveTo>
                  <a:cubicBezTo>
                    <a:pt x="167" y="1"/>
                    <a:pt x="0" y="215"/>
                    <a:pt x="24" y="453"/>
                  </a:cubicBezTo>
                  <a:cubicBezTo>
                    <a:pt x="24" y="572"/>
                    <a:pt x="48" y="667"/>
                    <a:pt x="48" y="739"/>
                  </a:cubicBezTo>
                  <a:lnTo>
                    <a:pt x="667" y="739"/>
                  </a:lnTo>
                  <a:cubicBezTo>
                    <a:pt x="667" y="667"/>
                    <a:pt x="643" y="548"/>
                    <a:pt x="643" y="453"/>
                  </a:cubicBezTo>
                  <a:cubicBezTo>
                    <a:pt x="619" y="215"/>
                    <a:pt x="786" y="1"/>
                    <a:pt x="102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96"/>
            <p:cNvSpPr/>
            <p:nvPr/>
          </p:nvSpPr>
          <p:spPr>
            <a:xfrm>
              <a:off x="1243622" y="2072390"/>
              <a:ext cx="10836" cy="22677"/>
            </a:xfrm>
            <a:custGeom>
              <a:rect b="b" l="l" r="r" t="t"/>
              <a:pathLst>
                <a:path extrusionOk="0" h="699" w="334">
                  <a:moveTo>
                    <a:pt x="157" y="1"/>
                  </a:moveTo>
                  <a:cubicBezTo>
                    <a:pt x="145" y="1"/>
                    <a:pt x="132" y="2"/>
                    <a:pt x="119" y="4"/>
                  </a:cubicBezTo>
                  <a:cubicBezTo>
                    <a:pt x="48" y="4"/>
                    <a:pt x="0" y="76"/>
                    <a:pt x="0" y="147"/>
                  </a:cubicBezTo>
                  <a:lnTo>
                    <a:pt x="0" y="552"/>
                  </a:lnTo>
                  <a:cubicBezTo>
                    <a:pt x="0" y="623"/>
                    <a:pt x="48" y="695"/>
                    <a:pt x="119" y="695"/>
                  </a:cubicBezTo>
                  <a:cubicBezTo>
                    <a:pt x="130" y="697"/>
                    <a:pt x="140" y="699"/>
                    <a:pt x="151" y="699"/>
                  </a:cubicBezTo>
                  <a:cubicBezTo>
                    <a:pt x="239" y="699"/>
                    <a:pt x="334" y="616"/>
                    <a:pt x="334" y="552"/>
                  </a:cubicBezTo>
                  <a:lnTo>
                    <a:pt x="334" y="147"/>
                  </a:lnTo>
                  <a:cubicBezTo>
                    <a:pt x="334" y="83"/>
                    <a:pt x="258" y="1"/>
                    <a:pt x="1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96"/>
            <p:cNvSpPr/>
            <p:nvPr/>
          </p:nvSpPr>
          <p:spPr>
            <a:xfrm>
              <a:off x="1112262" y="2072390"/>
              <a:ext cx="10868" cy="22677"/>
            </a:xfrm>
            <a:custGeom>
              <a:rect b="b" l="l" r="r" t="t"/>
              <a:pathLst>
                <a:path extrusionOk="0" h="699" w="335">
                  <a:moveTo>
                    <a:pt x="157" y="1"/>
                  </a:moveTo>
                  <a:cubicBezTo>
                    <a:pt x="145" y="1"/>
                    <a:pt x="133" y="2"/>
                    <a:pt x="120" y="4"/>
                  </a:cubicBezTo>
                  <a:cubicBezTo>
                    <a:pt x="72" y="4"/>
                    <a:pt x="1" y="76"/>
                    <a:pt x="1" y="147"/>
                  </a:cubicBezTo>
                  <a:lnTo>
                    <a:pt x="1" y="552"/>
                  </a:lnTo>
                  <a:cubicBezTo>
                    <a:pt x="1" y="623"/>
                    <a:pt x="72" y="695"/>
                    <a:pt x="120" y="695"/>
                  </a:cubicBezTo>
                  <a:cubicBezTo>
                    <a:pt x="130" y="697"/>
                    <a:pt x="141" y="699"/>
                    <a:pt x="151" y="699"/>
                  </a:cubicBezTo>
                  <a:cubicBezTo>
                    <a:pt x="239" y="699"/>
                    <a:pt x="334" y="616"/>
                    <a:pt x="334" y="552"/>
                  </a:cubicBezTo>
                  <a:lnTo>
                    <a:pt x="334" y="147"/>
                  </a:lnTo>
                  <a:cubicBezTo>
                    <a:pt x="334" y="83"/>
                    <a:pt x="258" y="1"/>
                    <a:pt x="1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96"/>
            <p:cNvSpPr/>
            <p:nvPr/>
          </p:nvSpPr>
          <p:spPr>
            <a:xfrm>
              <a:off x="1166344" y="2104086"/>
              <a:ext cx="34811" cy="15572"/>
            </a:xfrm>
            <a:custGeom>
              <a:rect b="b" l="l" r="r" t="t"/>
              <a:pathLst>
                <a:path extrusionOk="0" h="480" w="1073">
                  <a:moveTo>
                    <a:pt x="906" y="0"/>
                  </a:moveTo>
                  <a:cubicBezTo>
                    <a:pt x="858" y="0"/>
                    <a:pt x="812" y="24"/>
                    <a:pt x="787" y="75"/>
                  </a:cubicBezTo>
                  <a:cubicBezTo>
                    <a:pt x="715" y="123"/>
                    <a:pt x="620" y="194"/>
                    <a:pt x="549" y="194"/>
                  </a:cubicBezTo>
                  <a:cubicBezTo>
                    <a:pt x="453" y="194"/>
                    <a:pt x="358" y="170"/>
                    <a:pt x="310" y="75"/>
                  </a:cubicBezTo>
                  <a:cubicBezTo>
                    <a:pt x="271" y="36"/>
                    <a:pt x="225" y="18"/>
                    <a:pt x="179" y="18"/>
                  </a:cubicBezTo>
                  <a:cubicBezTo>
                    <a:pt x="141" y="18"/>
                    <a:pt x="104" y="30"/>
                    <a:pt x="72" y="51"/>
                  </a:cubicBezTo>
                  <a:cubicBezTo>
                    <a:pt x="1" y="99"/>
                    <a:pt x="1" y="194"/>
                    <a:pt x="25" y="289"/>
                  </a:cubicBezTo>
                  <a:cubicBezTo>
                    <a:pt x="144" y="432"/>
                    <a:pt x="334" y="480"/>
                    <a:pt x="501" y="480"/>
                  </a:cubicBezTo>
                  <a:cubicBezTo>
                    <a:pt x="691" y="480"/>
                    <a:pt x="858" y="385"/>
                    <a:pt x="977" y="289"/>
                  </a:cubicBezTo>
                  <a:cubicBezTo>
                    <a:pt x="1072" y="218"/>
                    <a:pt x="1072" y="99"/>
                    <a:pt x="1025" y="51"/>
                  </a:cubicBezTo>
                  <a:cubicBezTo>
                    <a:pt x="992" y="18"/>
                    <a:pt x="94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96"/>
            <p:cNvSpPr/>
            <p:nvPr/>
          </p:nvSpPr>
          <p:spPr>
            <a:xfrm>
              <a:off x="1019574" y="1924160"/>
              <a:ext cx="328383" cy="352358"/>
            </a:xfrm>
            <a:custGeom>
              <a:rect b="b" l="l" r="r" t="t"/>
              <a:pathLst>
                <a:path extrusionOk="0" h="10861" w="10122">
                  <a:moveTo>
                    <a:pt x="5852" y="1708"/>
                  </a:moveTo>
                  <a:cubicBezTo>
                    <a:pt x="5921" y="1708"/>
                    <a:pt x="5993" y="1731"/>
                    <a:pt x="6049" y="1787"/>
                  </a:cubicBezTo>
                  <a:cubicBezTo>
                    <a:pt x="6335" y="2144"/>
                    <a:pt x="6954" y="2763"/>
                    <a:pt x="7978" y="3240"/>
                  </a:cubicBezTo>
                  <a:lnTo>
                    <a:pt x="2763" y="3240"/>
                  </a:lnTo>
                  <a:cubicBezTo>
                    <a:pt x="4120" y="2787"/>
                    <a:pt x="5215" y="2097"/>
                    <a:pt x="5716" y="1739"/>
                  </a:cubicBezTo>
                  <a:cubicBezTo>
                    <a:pt x="5755" y="1720"/>
                    <a:pt x="5803" y="1708"/>
                    <a:pt x="5852" y="1708"/>
                  </a:cubicBezTo>
                  <a:close/>
                  <a:moveTo>
                    <a:pt x="715" y="3802"/>
                  </a:moveTo>
                  <a:cubicBezTo>
                    <a:pt x="714" y="3831"/>
                    <a:pt x="714" y="3858"/>
                    <a:pt x="714" y="3883"/>
                  </a:cubicBezTo>
                  <a:cubicBezTo>
                    <a:pt x="714" y="3883"/>
                    <a:pt x="704" y="3883"/>
                    <a:pt x="697" y="3897"/>
                  </a:cubicBezTo>
                  <a:lnTo>
                    <a:pt x="697" y="3897"/>
                  </a:lnTo>
                  <a:cubicBezTo>
                    <a:pt x="702" y="3865"/>
                    <a:pt x="709" y="3833"/>
                    <a:pt x="715" y="3802"/>
                  </a:cubicBezTo>
                  <a:close/>
                  <a:moveTo>
                    <a:pt x="5073" y="311"/>
                  </a:moveTo>
                  <a:cubicBezTo>
                    <a:pt x="6168" y="311"/>
                    <a:pt x="7216" y="739"/>
                    <a:pt x="8049" y="1454"/>
                  </a:cubicBezTo>
                  <a:cubicBezTo>
                    <a:pt x="8764" y="2097"/>
                    <a:pt x="9264" y="2954"/>
                    <a:pt x="9431" y="3930"/>
                  </a:cubicBezTo>
                  <a:cubicBezTo>
                    <a:pt x="9407" y="3930"/>
                    <a:pt x="9407" y="3930"/>
                    <a:pt x="9383" y="3883"/>
                  </a:cubicBezTo>
                  <a:lnTo>
                    <a:pt x="9383" y="3835"/>
                  </a:lnTo>
                  <a:cubicBezTo>
                    <a:pt x="9407" y="3597"/>
                    <a:pt x="9264" y="3359"/>
                    <a:pt x="9026" y="3263"/>
                  </a:cubicBezTo>
                  <a:cubicBezTo>
                    <a:pt x="8930" y="3240"/>
                    <a:pt x="8883" y="3240"/>
                    <a:pt x="8788" y="3240"/>
                  </a:cubicBezTo>
                  <a:cubicBezTo>
                    <a:pt x="7406" y="2763"/>
                    <a:pt x="6620" y="1978"/>
                    <a:pt x="6263" y="1573"/>
                  </a:cubicBezTo>
                  <a:cubicBezTo>
                    <a:pt x="6150" y="1446"/>
                    <a:pt x="5987" y="1377"/>
                    <a:pt x="5824" y="1377"/>
                  </a:cubicBezTo>
                  <a:cubicBezTo>
                    <a:pt x="5711" y="1377"/>
                    <a:pt x="5598" y="1410"/>
                    <a:pt x="5501" y="1477"/>
                  </a:cubicBezTo>
                  <a:cubicBezTo>
                    <a:pt x="4882" y="1930"/>
                    <a:pt x="3191" y="3002"/>
                    <a:pt x="1310" y="3240"/>
                  </a:cubicBezTo>
                  <a:lnTo>
                    <a:pt x="1286" y="3240"/>
                  </a:lnTo>
                  <a:cubicBezTo>
                    <a:pt x="1086" y="3240"/>
                    <a:pt x="886" y="3357"/>
                    <a:pt x="785" y="3521"/>
                  </a:cubicBezTo>
                  <a:lnTo>
                    <a:pt x="785" y="3521"/>
                  </a:lnTo>
                  <a:cubicBezTo>
                    <a:pt x="1013" y="2727"/>
                    <a:pt x="1485" y="2003"/>
                    <a:pt x="2096" y="1454"/>
                  </a:cubicBezTo>
                  <a:cubicBezTo>
                    <a:pt x="2929" y="715"/>
                    <a:pt x="3953" y="311"/>
                    <a:pt x="5073" y="311"/>
                  </a:cubicBezTo>
                  <a:close/>
                  <a:moveTo>
                    <a:pt x="786" y="4216"/>
                  </a:moveTo>
                  <a:cubicBezTo>
                    <a:pt x="810" y="4430"/>
                    <a:pt x="857" y="4645"/>
                    <a:pt x="929" y="4811"/>
                  </a:cubicBezTo>
                  <a:lnTo>
                    <a:pt x="929" y="4835"/>
                  </a:lnTo>
                  <a:lnTo>
                    <a:pt x="929" y="4930"/>
                  </a:lnTo>
                  <a:cubicBezTo>
                    <a:pt x="929" y="5050"/>
                    <a:pt x="953" y="5145"/>
                    <a:pt x="953" y="5264"/>
                  </a:cubicBezTo>
                  <a:cubicBezTo>
                    <a:pt x="976" y="5407"/>
                    <a:pt x="976" y="5526"/>
                    <a:pt x="1048" y="5669"/>
                  </a:cubicBezTo>
                  <a:cubicBezTo>
                    <a:pt x="953" y="5669"/>
                    <a:pt x="834" y="5645"/>
                    <a:pt x="738" y="5597"/>
                  </a:cubicBezTo>
                  <a:cubicBezTo>
                    <a:pt x="500" y="5502"/>
                    <a:pt x="333" y="5240"/>
                    <a:pt x="333" y="4930"/>
                  </a:cubicBezTo>
                  <a:cubicBezTo>
                    <a:pt x="333" y="4692"/>
                    <a:pt x="429" y="4478"/>
                    <a:pt x="595" y="4335"/>
                  </a:cubicBezTo>
                  <a:cubicBezTo>
                    <a:pt x="667" y="4288"/>
                    <a:pt x="714" y="4240"/>
                    <a:pt x="786" y="4216"/>
                  </a:cubicBezTo>
                  <a:close/>
                  <a:moveTo>
                    <a:pt x="9335" y="4240"/>
                  </a:moveTo>
                  <a:cubicBezTo>
                    <a:pt x="9621" y="4359"/>
                    <a:pt x="9788" y="4669"/>
                    <a:pt x="9788" y="4954"/>
                  </a:cubicBezTo>
                  <a:cubicBezTo>
                    <a:pt x="9788" y="5240"/>
                    <a:pt x="9621" y="5502"/>
                    <a:pt x="9383" y="5621"/>
                  </a:cubicBezTo>
                  <a:cubicBezTo>
                    <a:pt x="9288" y="5669"/>
                    <a:pt x="9169" y="5716"/>
                    <a:pt x="9073" y="5716"/>
                  </a:cubicBezTo>
                  <a:cubicBezTo>
                    <a:pt x="9121" y="5597"/>
                    <a:pt x="9145" y="5478"/>
                    <a:pt x="9145" y="5359"/>
                  </a:cubicBezTo>
                  <a:cubicBezTo>
                    <a:pt x="9169" y="5192"/>
                    <a:pt x="9169" y="5050"/>
                    <a:pt x="9169" y="4883"/>
                  </a:cubicBezTo>
                  <a:cubicBezTo>
                    <a:pt x="9264" y="4669"/>
                    <a:pt x="9288" y="4454"/>
                    <a:pt x="9312" y="4240"/>
                  </a:cubicBezTo>
                  <a:close/>
                  <a:moveTo>
                    <a:pt x="8811" y="3549"/>
                  </a:moveTo>
                  <a:cubicBezTo>
                    <a:pt x="8954" y="3549"/>
                    <a:pt x="9050" y="3716"/>
                    <a:pt x="9050" y="3835"/>
                  </a:cubicBezTo>
                  <a:lnTo>
                    <a:pt x="9050" y="3978"/>
                  </a:lnTo>
                  <a:lnTo>
                    <a:pt x="2501" y="3978"/>
                  </a:lnTo>
                  <a:cubicBezTo>
                    <a:pt x="2405" y="3978"/>
                    <a:pt x="2358" y="4026"/>
                    <a:pt x="2358" y="4097"/>
                  </a:cubicBezTo>
                  <a:cubicBezTo>
                    <a:pt x="2334" y="4192"/>
                    <a:pt x="2405" y="4311"/>
                    <a:pt x="2501" y="4311"/>
                  </a:cubicBezTo>
                  <a:lnTo>
                    <a:pt x="9026" y="4311"/>
                  </a:lnTo>
                  <a:cubicBezTo>
                    <a:pt x="9002" y="4407"/>
                    <a:pt x="9002" y="4478"/>
                    <a:pt x="8954" y="4573"/>
                  </a:cubicBezTo>
                  <a:cubicBezTo>
                    <a:pt x="8930" y="4645"/>
                    <a:pt x="8907" y="4764"/>
                    <a:pt x="8883" y="4835"/>
                  </a:cubicBezTo>
                  <a:cubicBezTo>
                    <a:pt x="8716" y="5240"/>
                    <a:pt x="8478" y="5550"/>
                    <a:pt x="8121" y="5764"/>
                  </a:cubicBezTo>
                  <a:cubicBezTo>
                    <a:pt x="7885" y="5902"/>
                    <a:pt x="7625" y="5966"/>
                    <a:pt x="7366" y="5966"/>
                  </a:cubicBezTo>
                  <a:cubicBezTo>
                    <a:pt x="6996" y="5966"/>
                    <a:pt x="6629" y="5835"/>
                    <a:pt x="6335" y="5597"/>
                  </a:cubicBezTo>
                  <a:cubicBezTo>
                    <a:pt x="5954" y="5264"/>
                    <a:pt x="5620" y="4811"/>
                    <a:pt x="5073" y="4811"/>
                  </a:cubicBezTo>
                  <a:cubicBezTo>
                    <a:pt x="4501" y="4811"/>
                    <a:pt x="4168" y="5264"/>
                    <a:pt x="3787" y="5597"/>
                  </a:cubicBezTo>
                  <a:cubicBezTo>
                    <a:pt x="3503" y="5841"/>
                    <a:pt x="3127" y="5969"/>
                    <a:pt x="2750" y="5969"/>
                  </a:cubicBezTo>
                  <a:cubicBezTo>
                    <a:pt x="2463" y="5969"/>
                    <a:pt x="2176" y="5895"/>
                    <a:pt x="1929" y="5740"/>
                  </a:cubicBezTo>
                  <a:cubicBezTo>
                    <a:pt x="1524" y="5478"/>
                    <a:pt x="1286" y="5026"/>
                    <a:pt x="1167" y="4573"/>
                  </a:cubicBezTo>
                  <a:cubicBezTo>
                    <a:pt x="1143" y="4478"/>
                    <a:pt x="1143" y="4407"/>
                    <a:pt x="1096" y="4311"/>
                  </a:cubicBezTo>
                  <a:lnTo>
                    <a:pt x="1881" y="4311"/>
                  </a:lnTo>
                  <a:cubicBezTo>
                    <a:pt x="1977" y="4311"/>
                    <a:pt x="2024" y="4240"/>
                    <a:pt x="2024" y="4192"/>
                  </a:cubicBezTo>
                  <a:cubicBezTo>
                    <a:pt x="2048" y="4097"/>
                    <a:pt x="1977" y="3978"/>
                    <a:pt x="1881" y="3978"/>
                  </a:cubicBezTo>
                  <a:lnTo>
                    <a:pt x="1048" y="3978"/>
                  </a:lnTo>
                  <a:cubicBezTo>
                    <a:pt x="1048" y="3930"/>
                    <a:pt x="1048" y="3859"/>
                    <a:pt x="1024" y="3835"/>
                  </a:cubicBezTo>
                  <a:cubicBezTo>
                    <a:pt x="1024" y="3692"/>
                    <a:pt x="1096" y="3549"/>
                    <a:pt x="1262" y="3549"/>
                  </a:cubicBezTo>
                  <a:close/>
                  <a:moveTo>
                    <a:pt x="5620" y="8836"/>
                  </a:moveTo>
                  <a:cubicBezTo>
                    <a:pt x="5382" y="9193"/>
                    <a:pt x="5168" y="9312"/>
                    <a:pt x="5049" y="9336"/>
                  </a:cubicBezTo>
                  <a:cubicBezTo>
                    <a:pt x="4930" y="9312"/>
                    <a:pt x="4739" y="9193"/>
                    <a:pt x="4501" y="8836"/>
                  </a:cubicBezTo>
                  <a:cubicBezTo>
                    <a:pt x="4549" y="8836"/>
                    <a:pt x="4620" y="8860"/>
                    <a:pt x="4668" y="8860"/>
                  </a:cubicBezTo>
                  <a:cubicBezTo>
                    <a:pt x="4775" y="8872"/>
                    <a:pt x="4876" y="8878"/>
                    <a:pt x="4974" y="8878"/>
                  </a:cubicBezTo>
                  <a:cubicBezTo>
                    <a:pt x="5073" y="8878"/>
                    <a:pt x="5168" y="8872"/>
                    <a:pt x="5263" y="8860"/>
                  </a:cubicBezTo>
                  <a:cubicBezTo>
                    <a:pt x="5382" y="8860"/>
                    <a:pt x="5501" y="8836"/>
                    <a:pt x="5620" y="8836"/>
                  </a:cubicBezTo>
                  <a:close/>
                  <a:moveTo>
                    <a:pt x="857" y="6002"/>
                  </a:moveTo>
                  <a:cubicBezTo>
                    <a:pt x="953" y="6026"/>
                    <a:pt x="1024" y="6026"/>
                    <a:pt x="1096" y="6026"/>
                  </a:cubicBezTo>
                  <a:lnTo>
                    <a:pt x="1143" y="6026"/>
                  </a:lnTo>
                  <a:cubicBezTo>
                    <a:pt x="1334" y="6669"/>
                    <a:pt x="1691" y="7217"/>
                    <a:pt x="2167" y="7693"/>
                  </a:cubicBezTo>
                  <a:cubicBezTo>
                    <a:pt x="2524" y="8050"/>
                    <a:pt x="2929" y="8336"/>
                    <a:pt x="3358" y="8503"/>
                  </a:cubicBezTo>
                  <a:cubicBezTo>
                    <a:pt x="3120" y="8765"/>
                    <a:pt x="2715" y="9312"/>
                    <a:pt x="2572" y="10027"/>
                  </a:cubicBezTo>
                  <a:cubicBezTo>
                    <a:pt x="2120" y="9693"/>
                    <a:pt x="2096" y="9455"/>
                    <a:pt x="2048" y="9217"/>
                  </a:cubicBezTo>
                  <a:cubicBezTo>
                    <a:pt x="2024" y="9003"/>
                    <a:pt x="2000" y="8741"/>
                    <a:pt x="1810" y="8598"/>
                  </a:cubicBezTo>
                  <a:cubicBezTo>
                    <a:pt x="1810" y="8598"/>
                    <a:pt x="1548" y="8384"/>
                    <a:pt x="1286" y="7931"/>
                  </a:cubicBezTo>
                  <a:cubicBezTo>
                    <a:pt x="1072" y="7550"/>
                    <a:pt x="810" y="6931"/>
                    <a:pt x="834" y="6002"/>
                  </a:cubicBezTo>
                  <a:close/>
                  <a:moveTo>
                    <a:pt x="4977" y="5169"/>
                  </a:moveTo>
                  <a:cubicBezTo>
                    <a:pt x="5311" y="5169"/>
                    <a:pt x="5573" y="5407"/>
                    <a:pt x="5763" y="5621"/>
                  </a:cubicBezTo>
                  <a:cubicBezTo>
                    <a:pt x="6120" y="5978"/>
                    <a:pt x="6525" y="6240"/>
                    <a:pt x="7025" y="6312"/>
                  </a:cubicBezTo>
                  <a:cubicBezTo>
                    <a:pt x="7088" y="6318"/>
                    <a:pt x="7151" y="6321"/>
                    <a:pt x="7214" y="6321"/>
                  </a:cubicBezTo>
                  <a:cubicBezTo>
                    <a:pt x="7650" y="6321"/>
                    <a:pt x="8077" y="6177"/>
                    <a:pt x="8430" y="5907"/>
                  </a:cubicBezTo>
                  <a:cubicBezTo>
                    <a:pt x="8502" y="5859"/>
                    <a:pt x="8597" y="5764"/>
                    <a:pt x="8669" y="5669"/>
                  </a:cubicBezTo>
                  <a:lnTo>
                    <a:pt x="8669" y="5669"/>
                  </a:lnTo>
                  <a:cubicBezTo>
                    <a:pt x="8669" y="5716"/>
                    <a:pt x="8621" y="5764"/>
                    <a:pt x="8621" y="5788"/>
                  </a:cubicBezTo>
                  <a:cubicBezTo>
                    <a:pt x="8478" y="6383"/>
                    <a:pt x="8145" y="6955"/>
                    <a:pt x="7716" y="7431"/>
                  </a:cubicBezTo>
                  <a:cubicBezTo>
                    <a:pt x="7645" y="7502"/>
                    <a:pt x="7645" y="7622"/>
                    <a:pt x="7716" y="7669"/>
                  </a:cubicBezTo>
                  <a:cubicBezTo>
                    <a:pt x="7740" y="7705"/>
                    <a:pt x="7781" y="7723"/>
                    <a:pt x="7826" y="7723"/>
                  </a:cubicBezTo>
                  <a:cubicBezTo>
                    <a:pt x="7871" y="7723"/>
                    <a:pt x="7918" y="7705"/>
                    <a:pt x="7954" y="7669"/>
                  </a:cubicBezTo>
                  <a:cubicBezTo>
                    <a:pt x="8240" y="7383"/>
                    <a:pt x="8478" y="7026"/>
                    <a:pt x="8669" y="6621"/>
                  </a:cubicBezTo>
                  <a:cubicBezTo>
                    <a:pt x="8692" y="6550"/>
                    <a:pt x="8764" y="6455"/>
                    <a:pt x="8788" y="6359"/>
                  </a:cubicBezTo>
                  <a:lnTo>
                    <a:pt x="8883" y="6097"/>
                  </a:lnTo>
                  <a:lnTo>
                    <a:pt x="8907" y="6097"/>
                  </a:lnTo>
                  <a:cubicBezTo>
                    <a:pt x="9002" y="6097"/>
                    <a:pt x="9073" y="6097"/>
                    <a:pt x="9145" y="6074"/>
                  </a:cubicBezTo>
                  <a:lnTo>
                    <a:pt x="9169" y="6074"/>
                  </a:lnTo>
                  <a:cubicBezTo>
                    <a:pt x="9312" y="6907"/>
                    <a:pt x="9073" y="7550"/>
                    <a:pt x="8835" y="7931"/>
                  </a:cubicBezTo>
                  <a:cubicBezTo>
                    <a:pt x="8573" y="8384"/>
                    <a:pt x="8311" y="8598"/>
                    <a:pt x="8311" y="8598"/>
                  </a:cubicBezTo>
                  <a:cubicBezTo>
                    <a:pt x="8121" y="8741"/>
                    <a:pt x="8073" y="9003"/>
                    <a:pt x="8073" y="9217"/>
                  </a:cubicBezTo>
                  <a:cubicBezTo>
                    <a:pt x="8026" y="9455"/>
                    <a:pt x="8026" y="9717"/>
                    <a:pt x="7549" y="10051"/>
                  </a:cubicBezTo>
                  <a:cubicBezTo>
                    <a:pt x="7406" y="9312"/>
                    <a:pt x="7002" y="8765"/>
                    <a:pt x="6763" y="8526"/>
                  </a:cubicBezTo>
                  <a:cubicBezTo>
                    <a:pt x="7025" y="8407"/>
                    <a:pt x="7263" y="8265"/>
                    <a:pt x="7478" y="8122"/>
                  </a:cubicBezTo>
                  <a:cubicBezTo>
                    <a:pt x="7478" y="8122"/>
                    <a:pt x="7525" y="8050"/>
                    <a:pt x="7573" y="8050"/>
                  </a:cubicBezTo>
                  <a:cubicBezTo>
                    <a:pt x="7621" y="8003"/>
                    <a:pt x="7645" y="7907"/>
                    <a:pt x="7597" y="7860"/>
                  </a:cubicBezTo>
                  <a:cubicBezTo>
                    <a:pt x="7555" y="7804"/>
                    <a:pt x="7513" y="7781"/>
                    <a:pt x="7467" y="7781"/>
                  </a:cubicBezTo>
                  <a:cubicBezTo>
                    <a:pt x="7434" y="7781"/>
                    <a:pt x="7398" y="7792"/>
                    <a:pt x="7359" y="7812"/>
                  </a:cubicBezTo>
                  <a:cubicBezTo>
                    <a:pt x="7049" y="8050"/>
                    <a:pt x="6740" y="8241"/>
                    <a:pt x="6359" y="8360"/>
                  </a:cubicBezTo>
                  <a:cubicBezTo>
                    <a:pt x="5939" y="8517"/>
                    <a:pt x="5491" y="8588"/>
                    <a:pt x="5037" y="8588"/>
                  </a:cubicBezTo>
                  <a:cubicBezTo>
                    <a:pt x="4667" y="8588"/>
                    <a:pt x="4293" y="8541"/>
                    <a:pt x="3929" y="8455"/>
                  </a:cubicBezTo>
                  <a:cubicBezTo>
                    <a:pt x="2715" y="8122"/>
                    <a:pt x="1691" y="7074"/>
                    <a:pt x="1334" y="5859"/>
                  </a:cubicBezTo>
                  <a:cubicBezTo>
                    <a:pt x="1310" y="5788"/>
                    <a:pt x="1310" y="5740"/>
                    <a:pt x="1286" y="5669"/>
                  </a:cubicBezTo>
                  <a:lnTo>
                    <a:pt x="1286" y="5669"/>
                  </a:lnTo>
                  <a:cubicBezTo>
                    <a:pt x="1524" y="5955"/>
                    <a:pt x="1834" y="6145"/>
                    <a:pt x="2167" y="6240"/>
                  </a:cubicBezTo>
                  <a:cubicBezTo>
                    <a:pt x="2334" y="6288"/>
                    <a:pt x="2507" y="6312"/>
                    <a:pt x="2679" y="6312"/>
                  </a:cubicBezTo>
                  <a:cubicBezTo>
                    <a:pt x="2852" y="6312"/>
                    <a:pt x="3025" y="6288"/>
                    <a:pt x="3191" y="6240"/>
                  </a:cubicBezTo>
                  <a:cubicBezTo>
                    <a:pt x="3572" y="6121"/>
                    <a:pt x="3906" y="5883"/>
                    <a:pt x="4168" y="5621"/>
                  </a:cubicBezTo>
                  <a:cubicBezTo>
                    <a:pt x="4406" y="5407"/>
                    <a:pt x="4644" y="5169"/>
                    <a:pt x="4977" y="5169"/>
                  </a:cubicBezTo>
                  <a:close/>
                  <a:moveTo>
                    <a:pt x="3691" y="8622"/>
                  </a:moveTo>
                  <a:lnTo>
                    <a:pt x="3953" y="8717"/>
                  </a:lnTo>
                  <a:lnTo>
                    <a:pt x="3953" y="10503"/>
                  </a:lnTo>
                  <a:lnTo>
                    <a:pt x="3548" y="10503"/>
                  </a:lnTo>
                  <a:lnTo>
                    <a:pt x="3548" y="9908"/>
                  </a:lnTo>
                  <a:cubicBezTo>
                    <a:pt x="3548" y="9812"/>
                    <a:pt x="3477" y="9765"/>
                    <a:pt x="3429" y="9765"/>
                  </a:cubicBezTo>
                  <a:cubicBezTo>
                    <a:pt x="3412" y="9756"/>
                    <a:pt x="3394" y="9752"/>
                    <a:pt x="3375" y="9752"/>
                  </a:cubicBezTo>
                  <a:cubicBezTo>
                    <a:pt x="3294" y="9752"/>
                    <a:pt x="3215" y="9830"/>
                    <a:pt x="3215" y="9908"/>
                  </a:cubicBezTo>
                  <a:lnTo>
                    <a:pt x="3215" y="10503"/>
                  </a:lnTo>
                  <a:lnTo>
                    <a:pt x="2786" y="10503"/>
                  </a:lnTo>
                  <a:cubicBezTo>
                    <a:pt x="2858" y="9527"/>
                    <a:pt x="3477" y="8836"/>
                    <a:pt x="3691" y="8622"/>
                  </a:cubicBezTo>
                  <a:close/>
                  <a:moveTo>
                    <a:pt x="4263" y="9050"/>
                  </a:moveTo>
                  <a:cubicBezTo>
                    <a:pt x="4430" y="9312"/>
                    <a:pt x="4715" y="9574"/>
                    <a:pt x="5025" y="9670"/>
                  </a:cubicBezTo>
                  <a:lnTo>
                    <a:pt x="5096" y="9670"/>
                  </a:lnTo>
                  <a:cubicBezTo>
                    <a:pt x="5430" y="9598"/>
                    <a:pt x="5644" y="9336"/>
                    <a:pt x="5835" y="9074"/>
                  </a:cubicBezTo>
                  <a:lnTo>
                    <a:pt x="5835" y="10503"/>
                  </a:lnTo>
                  <a:lnTo>
                    <a:pt x="4239" y="10503"/>
                  </a:lnTo>
                  <a:lnTo>
                    <a:pt x="4239" y="9050"/>
                  </a:lnTo>
                  <a:close/>
                  <a:moveTo>
                    <a:pt x="6430" y="8622"/>
                  </a:moveTo>
                  <a:lnTo>
                    <a:pt x="6454" y="8646"/>
                  </a:lnTo>
                  <a:cubicBezTo>
                    <a:pt x="6644" y="8860"/>
                    <a:pt x="7121" y="9384"/>
                    <a:pt x="7263" y="10146"/>
                  </a:cubicBezTo>
                  <a:lnTo>
                    <a:pt x="7263" y="10193"/>
                  </a:lnTo>
                  <a:lnTo>
                    <a:pt x="7263" y="10217"/>
                  </a:lnTo>
                  <a:cubicBezTo>
                    <a:pt x="7263" y="10313"/>
                    <a:pt x="7287" y="10408"/>
                    <a:pt x="7287" y="10455"/>
                  </a:cubicBezTo>
                  <a:lnTo>
                    <a:pt x="6906" y="10503"/>
                  </a:lnTo>
                  <a:lnTo>
                    <a:pt x="6906" y="9908"/>
                  </a:lnTo>
                  <a:cubicBezTo>
                    <a:pt x="6906" y="9812"/>
                    <a:pt x="6859" y="9765"/>
                    <a:pt x="6787" y="9765"/>
                  </a:cubicBezTo>
                  <a:cubicBezTo>
                    <a:pt x="6770" y="9756"/>
                    <a:pt x="6751" y="9752"/>
                    <a:pt x="6733" y="9752"/>
                  </a:cubicBezTo>
                  <a:cubicBezTo>
                    <a:pt x="6652" y="9752"/>
                    <a:pt x="6573" y="9830"/>
                    <a:pt x="6573" y="9908"/>
                  </a:cubicBezTo>
                  <a:lnTo>
                    <a:pt x="6573" y="10503"/>
                  </a:lnTo>
                  <a:lnTo>
                    <a:pt x="6168" y="10503"/>
                  </a:lnTo>
                  <a:lnTo>
                    <a:pt x="6168" y="8717"/>
                  </a:lnTo>
                  <a:lnTo>
                    <a:pt x="6430" y="8622"/>
                  </a:lnTo>
                  <a:close/>
                  <a:moveTo>
                    <a:pt x="5073" y="1"/>
                  </a:moveTo>
                  <a:cubicBezTo>
                    <a:pt x="3882" y="1"/>
                    <a:pt x="2739" y="430"/>
                    <a:pt x="1881" y="1215"/>
                  </a:cubicBezTo>
                  <a:cubicBezTo>
                    <a:pt x="1024" y="1978"/>
                    <a:pt x="476" y="3025"/>
                    <a:pt x="333" y="4168"/>
                  </a:cubicBezTo>
                  <a:cubicBezTo>
                    <a:pt x="119" y="4359"/>
                    <a:pt x="0" y="4645"/>
                    <a:pt x="0" y="4930"/>
                  </a:cubicBezTo>
                  <a:cubicBezTo>
                    <a:pt x="0" y="5312"/>
                    <a:pt x="214" y="5645"/>
                    <a:pt x="500" y="5859"/>
                  </a:cubicBezTo>
                  <a:cubicBezTo>
                    <a:pt x="453" y="6931"/>
                    <a:pt x="738" y="7669"/>
                    <a:pt x="1024" y="8122"/>
                  </a:cubicBezTo>
                  <a:cubicBezTo>
                    <a:pt x="1286" y="8574"/>
                    <a:pt x="1548" y="8812"/>
                    <a:pt x="1619" y="8860"/>
                  </a:cubicBezTo>
                  <a:cubicBezTo>
                    <a:pt x="1739" y="8979"/>
                    <a:pt x="1739" y="9098"/>
                    <a:pt x="1762" y="9289"/>
                  </a:cubicBezTo>
                  <a:cubicBezTo>
                    <a:pt x="1786" y="9670"/>
                    <a:pt x="1881" y="10003"/>
                    <a:pt x="2501" y="10408"/>
                  </a:cubicBezTo>
                  <a:cubicBezTo>
                    <a:pt x="2501" y="10503"/>
                    <a:pt x="2477" y="10622"/>
                    <a:pt x="2477" y="10717"/>
                  </a:cubicBezTo>
                  <a:cubicBezTo>
                    <a:pt x="2477" y="10789"/>
                    <a:pt x="2524" y="10860"/>
                    <a:pt x="2620" y="10860"/>
                  </a:cubicBezTo>
                  <a:lnTo>
                    <a:pt x="7478" y="10860"/>
                  </a:lnTo>
                  <a:cubicBezTo>
                    <a:pt x="7573" y="10860"/>
                    <a:pt x="7621" y="10789"/>
                    <a:pt x="7621" y="10717"/>
                  </a:cubicBezTo>
                  <a:lnTo>
                    <a:pt x="7621" y="10408"/>
                  </a:lnTo>
                  <a:cubicBezTo>
                    <a:pt x="8288" y="10003"/>
                    <a:pt x="8335" y="9646"/>
                    <a:pt x="8359" y="9241"/>
                  </a:cubicBezTo>
                  <a:cubicBezTo>
                    <a:pt x="8359" y="9074"/>
                    <a:pt x="8407" y="8955"/>
                    <a:pt x="8526" y="8836"/>
                  </a:cubicBezTo>
                  <a:cubicBezTo>
                    <a:pt x="8573" y="8765"/>
                    <a:pt x="8835" y="8526"/>
                    <a:pt x="9121" y="8098"/>
                  </a:cubicBezTo>
                  <a:cubicBezTo>
                    <a:pt x="9383" y="7645"/>
                    <a:pt x="9645" y="6907"/>
                    <a:pt x="9621" y="5835"/>
                  </a:cubicBezTo>
                  <a:cubicBezTo>
                    <a:pt x="9907" y="5645"/>
                    <a:pt x="10121" y="5312"/>
                    <a:pt x="10121" y="4930"/>
                  </a:cubicBezTo>
                  <a:cubicBezTo>
                    <a:pt x="10121" y="4645"/>
                    <a:pt x="10002" y="4359"/>
                    <a:pt x="9788" y="4168"/>
                  </a:cubicBezTo>
                  <a:cubicBezTo>
                    <a:pt x="9645" y="3025"/>
                    <a:pt x="9121" y="1978"/>
                    <a:pt x="8240" y="1215"/>
                  </a:cubicBezTo>
                  <a:cubicBezTo>
                    <a:pt x="7383" y="406"/>
                    <a:pt x="6216" y="1"/>
                    <a:pt x="5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4" name="Google Shape;20664;p96"/>
          <p:cNvGrpSpPr/>
          <p:nvPr/>
        </p:nvGrpSpPr>
        <p:grpSpPr>
          <a:xfrm>
            <a:off x="1742315" y="1769456"/>
            <a:ext cx="353104" cy="353883"/>
            <a:chOff x="1744274" y="1921856"/>
            <a:chExt cx="353104" cy="353883"/>
          </a:xfrm>
        </p:grpSpPr>
        <p:sp>
          <p:nvSpPr>
            <p:cNvPr id="20665" name="Google Shape;20665;p96"/>
            <p:cNvSpPr/>
            <p:nvPr/>
          </p:nvSpPr>
          <p:spPr>
            <a:xfrm>
              <a:off x="1750438" y="1928799"/>
              <a:ext cx="342301" cy="341522"/>
            </a:xfrm>
            <a:custGeom>
              <a:rect b="b" l="l" r="r" t="t"/>
              <a:pathLst>
                <a:path extrusionOk="0" h="10527" w="10551">
                  <a:moveTo>
                    <a:pt x="5330" y="1"/>
                  </a:moveTo>
                  <a:cubicBezTo>
                    <a:pt x="5316" y="1"/>
                    <a:pt x="5302" y="1"/>
                    <a:pt x="5287" y="1"/>
                  </a:cubicBezTo>
                  <a:cubicBezTo>
                    <a:pt x="2358" y="1"/>
                    <a:pt x="1" y="2358"/>
                    <a:pt x="1" y="5264"/>
                  </a:cubicBezTo>
                  <a:cubicBezTo>
                    <a:pt x="1" y="8169"/>
                    <a:pt x="2358" y="10527"/>
                    <a:pt x="5287" y="10527"/>
                  </a:cubicBezTo>
                  <a:cubicBezTo>
                    <a:pt x="8193" y="10527"/>
                    <a:pt x="10550" y="8193"/>
                    <a:pt x="10550" y="5264"/>
                  </a:cubicBezTo>
                  <a:cubicBezTo>
                    <a:pt x="10550" y="2373"/>
                    <a:pt x="8193" y="1"/>
                    <a:pt x="5330"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96"/>
            <p:cNvSpPr/>
            <p:nvPr/>
          </p:nvSpPr>
          <p:spPr>
            <a:xfrm>
              <a:off x="1776717" y="1955856"/>
              <a:ext cx="288219" cy="287441"/>
            </a:xfrm>
            <a:custGeom>
              <a:rect b="b" l="l" r="r" t="t"/>
              <a:pathLst>
                <a:path extrusionOk="0" h="8860" w="8884">
                  <a:moveTo>
                    <a:pt x="4430" y="0"/>
                  </a:moveTo>
                  <a:cubicBezTo>
                    <a:pt x="2001" y="0"/>
                    <a:pt x="0" y="1977"/>
                    <a:pt x="0" y="4430"/>
                  </a:cubicBezTo>
                  <a:cubicBezTo>
                    <a:pt x="0" y="6883"/>
                    <a:pt x="2001" y="8859"/>
                    <a:pt x="4430" y="8859"/>
                  </a:cubicBezTo>
                  <a:cubicBezTo>
                    <a:pt x="6883" y="8859"/>
                    <a:pt x="8883" y="6883"/>
                    <a:pt x="8883" y="4430"/>
                  </a:cubicBezTo>
                  <a:cubicBezTo>
                    <a:pt x="8883" y="1977"/>
                    <a:pt x="6883" y="0"/>
                    <a:pt x="4430"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96"/>
            <p:cNvSpPr/>
            <p:nvPr/>
          </p:nvSpPr>
          <p:spPr>
            <a:xfrm>
              <a:off x="1776717" y="1956635"/>
              <a:ext cx="154556" cy="288187"/>
            </a:xfrm>
            <a:custGeom>
              <a:rect b="b" l="l" r="r" t="t"/>
              <a:pathLst>
                <a:path extrusionOk="0" h="8883" w="4764">
                  <a:moveTo>
                    <a:pt x="4430" y="0"/>
                  </a:moveTo>
                  <a:cubicBezTo>
                    <a:pt x="2001" y="0"/>
                    <a:pt x="0" y="2001"/>
                    <a:pt x="0" y="4430"/>
                  </a:cubicBezTo>
                  <a:cubicBezTo>
                    <a:pt x="0" y="6882"/>
                    <a:pt x="2001" y="8883"/>
                    <a:pt x="4430" y="8883"/>
                  </a:cubicBezTo>
                  <a:lnTo>
                    <a:pt x="4763" y="8883"/>
                  </a:lnTo>
                  <a:cubicBezTo>
                    <a:pt x="2477" y="8669"/>
                    <a:pt x="667" y="6740"/>
                    <a:pt x="667" y="4406"/>
                  </a:cubicBezTo>
                  <a:cubicBezTo>
                    <a:pt x="667" y="2096"/>
                    <a:pt x="2477" y="143"/>
                    <a:pt x="4763"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96"/>
            <p:cNvSpPr/>
            <p:nvPr/>
          </p:nvSpPr>
          <p:spPr>
            <a:xfrm>
              <a:off x="1900323" y="2080241"/>
              <a:ext cx="42532" cy="42532"/>
            </a:xfrm>
            <a:custGeom>
              <a:rect b="b" l="l" r="r" t="t"/>
              <a:pathLst>
                <a:path extrusionOk="0" h="1311" w="1311">
                  <a:moveTo>
                    <a:pt x="667" y="0"/>
                  </a:moveTo>
                  <a:cubicBezTo>
                    <a:pt x="310" y="0"/>
                    <a:pt x="1" y="310"/>
                    <a:pt x="1" y="667"/>
                  </a:cubicBezTo>
                  <a:cubicBezTo>
                    <a:pt x="1" y="1024"/>
                    <a:pt x="310" y="1310"/>
                    <a:pt x="667" y="1310"/>
                  </a:cubicBezTo>
                  <a:cubicBezTo>
                    <a:pt x="1025" y="1310"/>
                    <a:pt x="1310" y="1024"/>
                    <a:pt x="1310" y="667"/>
                  </a:cubicBezTo>
                  <a:cubicBezTo>
                    <a:pt x="1310" y="262"/>
                    <a:pt x="1025" y="0"/>
                    <a:pt x="667"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96"/>
            <p:cNvSpPr/>
            <p:nvPr/>
          </p:nvSpPr>
          <p:spPr>
            <a:xfrm>
              <a:off x="1869405" y="1992159"/>
              <a:ext cx="102810" cy="67253"/>
            </a:xfrm>
            <a:custGeom>
              <a:rect b="b" l="l" r="r" t="t"/>
              <a:pathLst>
                <a:path extrusionOk="0" h="2073" w="3169">
                  <a:moveTo>
                    <a:pt x="1573" y="1"/>
                  </a:moveTo>
                  <a:cubicBezTo>
                    <a:pt x="1144" y="1"/>
                    <a:pt x="739" y="96"/>
                    <a:pt x="358" y="239"/>
                  </a:cubicBezTo>
                  <a:cubicBezTo>
                    <a:pt x="120" y="334"/>
                    <a:pt x="1" y="596"/>
                    <a:pt x="120" y="810"/>
                  </a:cubicBezTo>
                  <a:lnTo>
                    <a:pt x="596" y="2072"/>
                  </a:lnTo>
                  <a:cubicBezTo>
                    <a:pt x="858" y="1858"/>
                    <a:pt x="1216" y="1739"/>
                    <a:pt x="1573" y="1739"/>
                  </a:cubicBezTo>
                  <a:cubicBezTo>
                    <a:pt x="1930" y="1739"/>
                    <a:pt x="2287" y="1858"/>
                    <a:pt x="2573" y="2072"/>
                  </a:cubicBezTo>
                  <a:lnTo>
                    <a:pt x="3049" y="810"/>
                  </a:lnTo>
                  <a:cubicBezTo>
                    <a:pt x="3168" y="596"/>
                    <a:pt x="3049" y="334"/>
                    <a:pt x="2811" y="239"/>
                  </a:cubicBezTo>
                  <a:cubicBezTo>
                    <a:pt x="2406" y="96"/>
                    <a:pt x="2025" y="1"/>
                    <a:pt x="1573"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96"/>
            <p:cNvSpPr/>
            <p:nvPr/>
          </p:nvSpPr>
          <p:spPr>
            <a:xfrm>
              <a:off x="1812241" y="2091823"/>
              <a:ext cx="84253" cy="93921"/>
            </a:xfrm>
            <a:custGeom>
              <a:rect b="b" l="l" r="r" t="t"/>
              <a:pathLst>
                <a:path extrusionOk="0" h="2895" w="2597">
                  <a:moveTo>
                    <a:pt x="1763" y="1"/>
                  </a:moveTo>
                  <a:lnTo>
                    <a:pt x="429" y="120"/>
                  </a:lnTo>
                  <a:cubicBezTo>
                    <a:pt x="191" y="144"/>
                    <a:pt x="1" y="358"/>
                    <a:pt x="1" y="596"/>
                  </a:cubicBezTo>
                  <a:cubicBezTo>
                    <a:pt x="48" y="1025"/>
                    <a:pt x="167" y="1406"/>
                    <a:pt x="334" y="1787"/>
                  </a:cubicBezTo>
                  <a:cubicBezTo>
                    <a:pt x="525" y="2168"/>
                    <a:pt x="787" y="2501"/>
                    <a:pt x="1072" y="2763"/>
                  </a:cubicBezTo>
                  <a:cubicBezTo>
                    <a:pt x="1162" y="2852"/>
                    <a:pt x="1272" y="2895"/>
                    <a:pt x="1381" y="2895"/>
                  </a:cubicBezTo>
                  <a:cubicBezTo>
                    <a:pt x="1505" y="2895"/>
                    <a:pt x="1627" y="2840"/>
                    <a:pt x="1715" y="2739"/>
                  </a:cubicBezTo>
                  <a:lnTo>
                    <a:pt x="2597" y="1763"/>
                  </a:lnTo>
                  <a:cubicBezTo>
                    <a:pt x="2335" y="1572"/>
                    <a:pt x="2073" y="1334"/>
                    <a:pt x="1906" y="1025"/>
                  </a:cubicBezTo>
                  <a:cubicBezTo>
                    <a:pt x="1739" y="691"/>
                    <a:pt x="1715" y="334"/>
                    <a:pt x="1763"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96"/>
            <p:cNvSpPr/>
            <p:nvPr/>
          </p:nvSpPr>
          <p:spPr>
            <a:xfrm>
              <a:off x="1943601" y="2091823"/>
              <a:ext cx="86557" cy="92883"/>
            </a:xfrm>
            <a:custGeom>
              <a:rect b="b" l="l" r="r" t="t"/>
              <a:pathLst>
                <a:path extrusionOk="0" h="2863" w="2668">
                  <a:moveTo>
                    <a:pt x="905" y="1"/>
                  </a:moveTo>
                  <a:lnTo>
                    <a:pt x="905" y="1"/>
                  </a:lnTo>
                  <a:cubicBezTo>
                    <a:pt x="953" y="334"/>
                    <a:pt x="929" y="691"/>
                    <a:pt x="762" y="1025"/>
                  </a:cubicBezTo>
                  <a:cubicBezTo>
                    <a:pt x="572" y="1334"/>
                    <a:pt x="334" y="1572"/>
                    <a:pt x="0" y="1739"/>
                  </a:cubicBezTo>
                  <a:lnTo>
                    <a:pt x="905" y="2715"/>
                  </a:lnTo>
                  <a:cubicBezTo>
                    <a:pt x="997" y="2807"/>
                    <a:pt x="1124" y="2863"/>
                    <a:pt x="1248" y="2863"/>
                  </a:cubicBezTo>
                  <a:cubicBezTo>
                    <a:pt x="1350" y="2863"/>
                    <a:pt x="1449" y="2825"/>
                    <a:pt x="1524" y="2739"/>
                  </a:cubicBezTo>
                  <a:cubicBezTo>
                    <a:pt x="1834" y="2477"/>
                    <a:pt x="2096" y="2144"/>
                    <a:pt x="2263" y="1763"/>
                  </a:cubicBezTo>
                  <a:cubicBezTo>
                    <a:pt x="2453" y="1358"/>
                    <a:pt x="2572" y="977"/>
                    <a:pt x="2596" y="572"/>
                  </a:cubicBezTo>
                  <a:cubicBezTo>
                    <a:pt x="2667" y="358"/>
                    <a:pt x="2477" y="120"/>
                    <a:pt x="2239" y="120"/>
                  </a:cubicBezTo>
                  <a:lnTo>
                    <a:pt x="905" y="1"/>
                  </a:ln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96"/>
            <p:cNvSpPr/>
            <p:nvPr/>
          </p:nvSpPr>
          <p:spPr>
            <a:xfrm>
              <a:off x="1893380" y="2074823"/>
              <a:ext cx="54114" cy="54114"/>
            </a:xfrm>
            <a:custGeom>
              <a:rect b="b" l="l" r="r" t="t"/>
              <a:pathLst>
                <a:path extrusionOk="0" h="1668" w="1668">
                  <a:moveTo>
                    <a:pt x="881" y="310"/>
                  </a:moveTo>
                  <a:cubicBezTo>
                    <a:pt x="1143" y="310"/>
                    <a:pt x="1381" y="548"/>
                    <a:pt x="1381" y="834"/>
                  </a:cubicBezTo>
                  <a:cubicBezTo>
                    <a:pt x="1381" y="1096"/>
                    <a:pt x="1143" y="1334"/>
                    <a:pt x="881" y="1334"/>
                  </a:cubicBezTo>
                  <a:cubicBezTo>
                    <a:pt x="596" y="1334"/>
                    <a:pt x="357" y="1096"/>
                    <a:pt x="357" y="834"/>
                  </a:cubicBezTo>
                  <a:cubicBezTo>
                    <a:pt x="357" y="548"/>
                    <a:pt x="596" y="310"/>
                    <a:pt x="881" y="310"/>
                  </a:cubicBezTo>
                  <a:close/>
                  <a:moveTo>
                    <a:pt x="834" y="1"/>
                  </a:moveTo>
                  <a:cubicBezTo>
                    <a:pt x="357" y="1"/>
                    <a:pt x="0" y="358"/>
                    <a:pt x="0" y="834"/>
                  </a:cubicBezTo>
                  <a:cubicBezTo>
                    <a:pt x="0" y="1263"/>
                    <a:pt x="357" y="1668"/>
                    <a:pt x="834" y="1668"/>
                  </a:cubicBezTo>
                  <a:cubicBezTo>
                    <a:pt x="1310" y="1668"/>
                    <a:pt x="1667" y="1263"/>
                    <a:pt x="1667" y="834"/>
                  </a:cubicBezTo>
                  <a:cubicBezTo>
                    <a:pt x="1667" y="382"/>
                    <a:pt x="1310"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96"/>
            <p:cNvSpPr/>
            <p:nvPr/>
          </p:nvSpPr>
          <p:spPr>
            <a:xfrm>
              <a:off x="1864020" y="1987520"/>
              <a:ext cx="113614" cy="76532"/>
            </a:xfrm>
            <a:custGeom>
              <a:rect b="b" l="l" r="r" t="t"/>
              <a:pathLst>
                <a:path extrusionOk="0" h="2359" w="3502">
                  <a:moveTo>
                    <a:pt x="1739" y="334"/>
                  </a:moveTo>
                  <a:cubicBezTo>
                    <a:pt x="2167" y="334"/>
                    <a:pt x="2548" y="382"/>
                    <a:pt x="2906" y="548"/>
                  </a:cubicBezTo>
                  <a:cubicBezTo>
                    <a:pt x="3049" y="596"/>
                    <a:pt x="3120" y="787"/>
                    <a:pt x="3049" y="906"/>
                  </a:cubicBezTo>
                  <a:lnTo>
                    <a:pt x="2644" y="1977"/>
                  </a:lnTo>
                  <a:cubicBezTo>
                    <a:pt x="2382" y="1811"/>
                    <a:pt x="2048" y="1739"/>
                    <a:pt x="1739" y="1739"/>
                  </a:cubicBezTo>
                  <a:cubicBezTo>
                    <a:pt x="1453" y="1739"/>
                    <a:pt x="1120" y="1811"/>
                    <a:pt x="858" y="1977"/>
                  </a:cubicBezTo>
                  <a:lnTo>
                    <a:pt x="429" y="906"/>
                  </a:lnTo>
                  <a:cubicBezTo>
                    <a:pt x="405" y="834"/>
                    <a:pt x="405" y="739"/>
                    <a:pt x="429" y="691"/>
                  </a:cubicBezTo>
                  <a:cubicBezTo>
                    <a:pt x="477" y="620"/>
                    <a:pt x="524" y="572"/>
                    <a:pt x="596" y="548"/>
                  </a:cubicBezTo>
                  <a:cubicBezTo>
                    <a:pt x="929" y="382"/>
                    <a:pt x="1334" y="334"/>
                    <a:pt x="1739" y="334"/>
                  </a:cubicBezTo>
                  <a:close/>
                  <a:moveTo>
                    <a:pt x="1739" y="1"/>
                  </a:moveTo>
                  <a:cubicBezTo>
                    <a:pt x="1310" y="1"/>
                    <a:pt x="881" y="96"/>
                    <a:pt x="477" y="239"/>
                  </a:cubicBezTo>
                  <a:cubicBezTo>
                    <a:pt x="167" y="358"/>
                    <a:pt x="0" y="715"/>
                    <a:pt x="119" y="1025"/>
                  </a:cubicBezTo>
                  <a:lnTo>
                    <a:pt x="596" y="2263"/>
                  </a:lnTo>
                  <a:cubicBezTo>
                    <a:pt x="643" y="2335"/>
                    <a:pt x="715" y="2358"/>
                    <a:pt x="739" y="2358"/>
                  </a:cubicBezTo>
                  <a:cubicBezTo>
                    <a:pt x="786" y="2358"/>
                    <a:pt x="834" y="2358"/>
                    <a:pt x="881" y="2335"/>
                  </a:cubicBezTo>
                  <a:cubicBezTo>
                    <a:pt x="1143" y="2120"/>
                    <a:pt x="1453" y="2025"/>
                    <a:pt x="1786" y="2025"/>
                  </a:cubicBezTo>
                  <a:cubicBezTo>
                    <a:pt x="2096" y="2025"/>
                    <a:pt x="2406" y="2120"/>
                    <a:pt x="2668" y="2335"/>
                  </a:cubicBezTo>
                  <a:cubicBezTo>
                    <a:pt x="2699" y="2350"/>
                    <a:pt x="2734" y="2358"/>
                    <a:pt x="2766" y="2358"/>
                  </a:cubicBezTo>
                  <a:cubicBezTo>
                    <a:pt x="2832" y="2358"/>
                    <a:pt x="2890" y="2327"/>
                    <a:pt x="2906" y="2263"/>
                  </a:cubicBezTo>
                  <a:lnTo>
                    <a:pt x="3382" y="1025"/>
                  </a:lnTo>
                  <a:cubicBezTo>
                    <a:pt x="3501" y="715"/>
                    <a:pt x="3358" y="358"/>
                    <a:pt x="3025" y="239"/>
                  </a:cubicBezTo>
                  <a:cubicBezTo>
                    <a:pt x="2620" y="96"/>
                    <a:pt x="2191" y="1"/>
                    <a:pt x="1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96"/>
            <p:cNvSpPr/>
            <p:nvPr/>
          </p:nvSpPr>
          <p:spPr>
            <a:xfrm>
              <a:off x="1807602" y="2087865"/>
              <a:ext cx="95835" cy="103394"/>
            </a:xfrm>
            <a:custGeom>
              <a:rect b="b" l="l" r="r" t="t"/>
              <a:pathLst>
                <a:path extrusionOk="0" h="3187" w="2954">
                  <a:moveTo>
                    <a:pt x="1739" y="266"/>
                  </a:moveTo>
                  <a:lnTo>
                    <a:pt x="1739" y="266"/>
                  </a:lnTo>
                  <a:cubicBezTo>
                    <a:pt x="1692" y="599"/>
                    <a:pt x="1763" y="909"/>
                    <a:pt x="1906" y="1194"/>
                  </a:cubicBezTo>
                  <a:cubicBezTo>
                    <a:pt x="2049" y="1504"/>
                    <a:pt x="2263" y="1742"/>
                    <a:pt x="2525" y="1885"/>
                  </a:cubicBezTo>
                  <a:cubicBezTo>
                    <a:pt x="2525" y="1885"/>
                    <a:pt x="1763" y="2718"/>
                    <a:pt x="1763" y="2742"/>
                  </a:cubicBezTo>
                  <a:cubicBezTo>
                    <a:pt x="1700" y="2805"/>
                    <a:pt x="1617" y="2835"/>
                    <a:pt x="1536" y="2835"/>
                  </a:cubicBezTo>
                  <a:cubicBezTo>
                    <a:pt x="1463" y="2835"/>
                    <a:pt x="1391" y="2811"/>
                    <a:pt x="1334" y="2766"/>
                  </a:cubicBezTo>
                  <a:cubicBezTo>
                    <a:pt x="1049" y="2504"/>
                    <a:pt x="811" y="2171"/>
                    <a:pt x="620" y="1813"/>
                  </a:cubicBezTo>
                  <a:cubicBezTo>
                    <a:pt x="453" y="1456"/>
                    <a:pt x="334" y="1075"/>
                    <a:pt x="287" y="694"/>
                  </a:cubicBezTo>
                  <a:cubicBezTo>
                    <a:pt x="287" y="551"/>
                    <a:pt x="382" y="385"/>
                    <a:pt x="572" y="385"/>
                  </a:cubicBezTo>
                  <a:lnTo>
                    <a:pt x="1739" y="266"/>
                  </a:lnTo>
                  <a:close/>
                  <a:moveTo>
                    <a:pt x="1913" y="0"/>
                  </a:moveTo>
                  <a:cubicBezTo>
                    <a:pt x="1903" y="0"/>
                    <a:pt x="1893" y="1"/>
                    <a:pt x="1882" y="4"/>
                  </a:cubicBezTo>
                  <a:lnTo>
                    <a:pt x="549" y="123"/>
                  </a:lnTo>
                  <a:cubicBezTo>
                    <a:pt x="531" y="120"/>
                    <a:pt x="514" y="119"/>
                    <a:pt x="497" y="119"/>
                  </a:cubicBezTo>
                  <a:cubicBezTo>
                    <a:pt x="353" y="119"/>
                    <a:pt x="229" y="207"/>
                    <a:pt x="144" y="313"/>
                  </a:cubicBezTo>
                  <a:cubicBezTo>
                    <a:pt x="72" y="432"/>
                    <a:pt x="1" y="575"/>
                    <a:pt x="1" y="742"/>
                  </a:cubicBezTo>
                  <a:cubicBezTo>
                    <a:pt x="25" y="1194"/>
                    <a:pt x="144" y="1623"/>
                    <a:pt x="358" y="2004"/>
                  </a:cubicBezTo>
                  <a:cubicBezTo>
                    <a:pt x="572" y="2385"/>
                    <a:pt x="811" y="2742"/>
                    <a:pt x="1144" y="3052"/>
                  </a:cubicBezTo>
                  <a:cubicBezTo>
                    <a:pt x="1254" y="3139"/>
                    <a:pt x="1393" y="3187"/>
                    <a:pt x="1536" y="3187"/>
                  </a:cubicBezTo>
                  <a:cubicBezTo>
                    <a:pt x="1703" y="3187"/>
                    <a:pt x="1873" y="3122"/>
                    <a:pt x="2001" y="2980"/>
                  </a:cubicBezTo>
                  <a:lnTo>
                    <a:pt x="2882" y="2004"/>
                  </a:lnTo>
                  <a:cubicBezTo>
                    <a:pt x="2954" y="1909"/>
                    <a:pt x="2954" y="1790"/>
                    <a:pt x="2835" y="1766"/>
                  </a:cubicBezTo>
                  <a:cubicBezTo>
                    <a:pt x="2525" y="1623"/>
                    <a:pt x="2335" y="1409"/>
                    <a:pt x="2168" y="1099"/>
                  </a:cubicBezTo>
                  <a:cubicBezTo>
                    <a:pt x="2025" y="813"/>
                    <a:pt x="2001" y="504"/>
                    <a:pt x="2049" y="194"/>
                  </a:cubicBezTo>
                  <a:cubicBezTo>
                    <a:pt x="2092" y="107"/>
                    <a:pt x="2017" y="0"/>
                    <a:pt x="1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96"/>
            <p:cNvSpPr/>
            <p:nvPr/>
          </p:nvSpPr>
          <p:spPr>
            <a:xfrm>
              <a:off x="1938183" y="2086405"/>
              <a:ext cx="96614" cy="103719"/>
            </a:xfrm>
            <a:custGeom>
              <a:rect b="b" l="l" r="r" t="t"/>
              <a:pathLst>
                <a:path extrusionOk="0" h="3197" w="2978">
                  <a:moveTo>
                    <a:pt x="1239" y="311"/>
                  </a:moveTo>
                  <a:lnTo>
                    <a:pt x="2382" y="406"/>
                  </a:lnTo>
                  <a:cubicBezTo>
                    <a:pt x="2525" y="406"/>
                    <a:pt x="2644" y="549"/>
                    <a:pt x="2644" y="715"/>
                  </a:cubicBezTo>
                  <a:cubicBezTo>
                    <a:pt x="2620" y="1096"/>
                    <a:pt x="2501" y="1477"/>
                    <a:pt x="2310" y="1835"/>
                  </a:cubicBezTo>
                  <a:cubicBezTo>
                    <a:pt x="2144" y="2192"/>
                    <a:pt x="1906" y="2525"/>
                    <a:pt x="1596" y="2787"/>
                  </a:cubicBezTo>
                  <a:cubicBezTo>
                    <a:pt x="1542" y="2841"/>
                    <a:pt x="1479" y="2866"/>
                    <a:pt x="1415" y="2866"/>
                  </a:cubicBezTo>
                  <a:cubicBezTo>
                    <a:pt x="1336" y="2866"/>
                    <a:pt x="1257" y="2829"/>
                    <a:pt x="1191" y="2763"/>
                  </a:cubicBezTo>
                  <a:lnTo>
                    <a:pt x="405" y="1906"/>
                  </a:lnTo>
                  <a:cubicBezTo>
                    <a:pt x="715" y="1787"/>
                    <a:pt x="929" y="1549"/>
                    <a:pt x="1072" y="1239"/>
                  </a:cubicBezTo>
                  <a:cubicBezTo>
                    <a:pt x="1215" y="954"/>
                    <a:pt x="1286" y="644"/>
                    <a:pt x="1239" y="311"/>
                  </a:cubicBezTo>
                  <a:close/>
                  <a:moveTo>
                    <a:pt x="1072" y="1"/>
                  </a:moveTo>
                  <a:cubicBezTo>
                    <a:pt x="977" y="1"/>
                    <a:pt x="882" y="72"/>
                    <a:pt x="882" y="168"/>
                  </a:cubicBezTo>
                  <a:cubicBezTo>
                    <a:pt x="953" y="501"/>
                    <a:pt x="882" y="787"/>
                    <a:pt x="763" y="1096"/>
                  </a:cubicBezTo>
                  <a:cubicBezTo>
                    <a:pt x="620" y="1382"/>
                    <a:pt x="382" y="1596"/>
                    <a:pt x="120" y="1739"/>
                  </a:cubicBezTo>
                  <a:cubicBezTo>
                    <a:pt x="24" y="1787"/>
                    <a:pt x="0" y="1930"/>
                    <a:pt x="48" y="1978"/>
                  </a:cubicBezTo>
                  <a:cubicBezTo>
                    <a:pt x="48" y="2025"/>
                    <a:pt x="953" y="3002"/>
                    <a:pt x="953" y="3002"/>
                  </a:cubicBezTo>
                  <a:cubicBezTo>
                    <a:pt x="1069" y="3130"/>
                    <a:pt x="1240" y="3196"/>
                    <a:pt x="1410" y="3196"/>
                  </a:cubicBezTo>
                  <a:cubicBezTo>
                    <a:pt x="1556" y="3196"/>
                    <a:pt x="1701" y="3148"/>
                    <a:pt x="1810" y="3049"/>
                  </a:cubicBezTo>
                  <a:cubicBezTo>
                    <a:pt x="2144" y="2763"/>
                    <a:pt x="2406" y="2430"/>
                    <a:pt x="2596" y="2025"/>
                  </a:cubicBezTo>
                  <a:cubicBezTo>
                    <a:pt x="2787" y="1620"/>
                    <a:pt x="2906" y="1215"/>
                    <a:pt x="2953" y="763"/>
                  </a:cubicBezTo>
                  <a:cubicBezTo>
                    <a:pt x="2977" y="430"/>
                    <a:pt x="2739" y="144"/>
                    <a:pt x="2406" y="120"/>
                  </a:cubicBezTo>
                  <a:lnTo>
                    <a:pt x="107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96"/>
            <p:cNvSpPr/>
            <p:nvPr/>
          </p:nvSpPr>
          <p:spPr>
            <a:xfrm>
              <a:off x="1744274" y="1921856"/>
              <a:ext cx="353104" cy="353883"/>
            </a:xfrm>
            <a:custGeom>
              <a:rect b="b" l="l" r="r" t="t"/>
              <a:pathLst>
                <a:path extrusionOk="0" h="10908" w="10884">
                  <a:moveTo>
                    <a:pt x="5430" y="0"/>
                  </a:moveTo>
                  <a:cubicBezTo>
                    <a:pt x="4072" y="0"/>
                    <a:pt x="2786" y="501"/>
                    <a:pt x="1786" y="1429"/>
                  </a:cubicBezTo>
                  <a:cubicBezTo>
                    <a:pt x="1715" y="1501"/>
                    <a:pt x="1715" y="1572"/>
                    <a:pt x="1786" y="1667"/>
                  </a:cubicBezTo>
                  <a:cubicBezTo>
                    <a:pt x="1810" y="1703"/>
                    <a:pt x="1846" y="1721"/>
                    <a:pt x="1887" y="1721"/>
                  </a:cubicBezTo>
                  <a:cubicBezTo>
                    <a:pt x="1929" y="1721"/>
                    <a:pt x="1977" y="1703"/>
                    <a:pt x="2024" y="1667"/>
                  </a:cubicBezTo>
                  <a:cubicBezTo>
                    <a:pt x="2977" y="810"/>
                    <a:pt x="4191" y="334"/>
                    <a:pt x="5477" y="334"/>
                  </a:cubicBezTo>
                  <a:cubicBezTo>
                    <a:pt x="6835" y="334"/>
                    <a:pt x="8121" y="858"/>
                    <a:pt x="9097" y="1810"/>
                  </a:cubicBezTo>
                  <a:cubicBezTo>
                    <a:pt x="10050" y="2763"/>
                    <a:pt x="10574" y="4073"/>
                    <a:pt x="10574" y="5454"/>
                  </a:cubicBezTo>
                  <a:cubicBezTo>
                    <a:pt x="10574" y="6811"/>
                    <a:pt x="10050" y="8097"/>
                    <a:pt x="9097" y="9074"/>
                  </a:cubicBezTo>
                  <a:cubicBezTo>
                    <a:pt x="8145" y="10026"/>
                    <a:pt x="6835" y="10574"/>
                    <a:pt x="5477" y="10574"/>
                  </a:cubicBezTo>
                  <a:cubicBezTo>
                    <a:pt x="4096" y="10574"/>
                    <a:pt x="2810" y="10026"/>
                    <a:pt x="1834" y="9074"/>
                  </a:cubicBezTo>
                  <a:cubicBezTo>
                    <a:pt x="881" y="8121"/>
                    <a:pt x="357" y="6811"/>
                    <a:pt x="357" y="5454"/>
                  </a:cubicBezTo>
                  <a:cubicBezTo>
                    <a:pt x="357" y="4192"/>
                    <a:pt x="786" y="3001"/>
                    <a:pt x="1596" y="2096"/>
                  </a:cubicBezTo>
                  <a:cubicBezTo>
                    <a:pt x="1643" y="2025"/>
                    <a:pt x="1643" y="1906"/>
                    <a:pt x="1572" y="1834"/>
                  </a:cubicBezTo>
                  <a:cubicBezTo>
                    <a:pt x="1542" y="1814"/>
                    <a:pt x="1504" y="1803"/>
                    <a:pt x="1467" y="1803"/>
                  </a:cubicBezTo>
                  <a:cubicBezTo>
                    <a:pt x="1414" y="1803"/>
                    <a:pt x="1362" y="1826"/>
                    <a:pt x="1334" y="1882"/>
                  </a:cubicBezTo>
                  <a:cubicBezTo>
                    <a:pt x="453" y="2858"/>
                    <a:pt x="0" y="4144"/>
                    <a:pt x="0" y="5454"/>
                  </a:cubicBezTo>
                  <a:cubicBezTo>
                    <a:pt x="0" y="6907"/>
                    <a:pt x="548" y="8264"/>
                    <a:pt x="1596" y="9288"/>
                  </a:cubicBezTo>
                  <a:cubicBezTo>
                    <a:pt x="2643" y="10336"/>
                    <a:pt x="4001" y="10907"/>
                    <a:pt x="5430" y="10907"/>
                  </a:cubicBezTo>
                  <a:cubicBezTo>
                    <a:pt x="6906" y="10907"/>
                    <a:pt x="8264" y="10336"/>
                    <a:pt x="9288" y="9288"/>
                  </a:cubicBezTo>
                  <a:cubicBezTo>
                    <a:pt x="10312" y="8240"/>
                    <a:pt x="10883" y="6907"/>
                    <a:pt x="10883" y="5454"/>
                  </a:cubicBezTo>
                  <a:cubicBezTo>
                    <a:pt x="10883" y="4001"/>
                    <a:pt x="10312" y="2620"/>
                    <a:pt x="9288" y="1620"/>
                  </a:cubicBezTo>
                  <a:cubicBezTo>
                    <a:pt x="8240" y="572"/>
                    <a:pt x="6906" y="0"/>
                    <a:pt x="5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96"/>
            <p:cNvSpPr/>
            <p:nvPr/>
          </p:nvSpPr>
          <p:spPr>
            <a:xfrm>
              <a:off x="1772856" y="1949660"/>
              <a:ext cx="297465" cy="297498"/>
            </a:xfrm>
            <a:custGeom>
              <a:rect b="b" l="l" r="r" t="t"/>
              <a:pathLst>
                <a:path extrusionOk="0" h="9170" w="9169">
                  <a:moveTo>
                    <a:pt x="4596" y="1"/>
                  </a:moveTo>
                  <a:cubicBezTo>
                    <a:pt x="2048" y="1"/>
                    <a:pt x="0" y="2073"/>
                    <a:pt x="0" y="4597"/>
                  </a:cubicBezTo>
                  <a:cubicBezTo>
                    <a:pt x="0" y="7121"/>
                    <a:pt x="2048" y="9169"/>
                    <a:pt x="4596" y="9169"/>
                  </a:cubicBezTo>
                  <a:cubicBezTo>
                    <a:pt x="5930" y="9169"/>
                    <a:pt x="7216" y="8574"/>
                    <a:pt x="8097" y="7550"/>
                  </a:cubicBezTo>
                  <a:cubicBezTo>
                    <a:pt x="8169" y="7479"/>
                    <a:pt x="8169" y="7359"/>
                    <a:pt x="8073" y="7312"/>
                  </a:cubicBezTo>
                  <a:cubicBezTo>
                    <a:pt x="8040" y="7279"/>
                    <a:pt x="7997" y="7261"/>
                    <a:pt x="7955" y="7261"/>
                  </a:cubicBezTo>
                  <a:cubicBezTo>
                    <a:pt x="7907" y="7261"/>
                    <a:pt x="7861" y="7285"/>
                    <a:pt x="7835" y="7336"/>
                  </a:cubicBezTo>
                  <a:cubicBezTo>
                    <a:pt x="7025" y="8288"/>
                    <a:pt x="5835" y="8860"/>
                    <a:pt x="4596" y="8860"/>
                  </a:cubicBezTo>
                  <a:cubicBezTo>
                    <a:pt x="2239" y="8860"/>
                    <a:pt x="334" y="6955"/>
                    <a:pt x="334" y="4597"/>
                  </a:cubicBezTo>
                  <a:cubicBezTo>
                    <a:pt x="334" y="2239"/>
                    <a:pt x="2239" y="334"/>
                    <a:pt x="4596" y="334"/>
                  </a:cubicBezTo>
                  <a:cubicBezTo>
                    <a:pt x="6930" y="334"/>
                    <a:pt x="8835" y="2239"/>
                    <a:pt x="8835" y="4597"/>
                  </a:cubicBezTo>
                  <a:cubicBezTo>
                    <a:pt x="8835" y="5407"/>
                    <a:pt x="8597" y="6169"/>
                    <a:pt x="8192" y="6859"/>
                  </a:cubicBezTo>
                  <a:cubicBezTo>
                    <a:pt x="8121" y="6955"/>
                    <a:pt x="8169" y="7074"/>
                    <a:pt x="8240" y="7097"/>
                  </a:cubicBezTo>
                  <a:cubicBezTo>
                    <a:pt x="8272" y="7113"/>
                    <a:pt x="8304" y="7121"/>
                    <a:pt x="8333" y="7121"/>
                  </a:cubicBezTo>
                  <a:cubicBezTo>
                    <a:pt x="8391" y="7121"/>
                    <a:pt x="8438" y="7090"/>
                    <a:pt x="8454" y="7026"/>
                  </a:cubicBezTo>
                  <a:cubicBezTo>
                    <a:pt x="8907" y="6288"/>
                    <a:pt x="9169" y="5454"/>
                    <a:pt x="9169" y="4597"/>
                  </a:cubicBezTo>
                  <a:cubicBezTo>
                    <a:pt x="9169" y="2073"/>
                    <a:pt x="7121" y="1"/>
                    <a:pt x="4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8" name="Google Shape;20678;p96"/>
          <p:cNvGrpSpPr/>
          <p:nvPr/>
        </p:nvGrpSpPr>
        <p:grpSpPr>
          <a:xfrm>
            <a:off x="2512597" y="1768678"/>
            <a:ext cx="355408" cy="355440"/>
            <a:chOff x="2514557" y="1921078"/>
            <a:chExt cx="355408" cy="355440"/>
          </a:xfrm>
        </p:grpSpPr>
        <p:sp>
          <p:nvSpPr>
            <p:cNvPr id="20679" name="Google Shape;20679;p96"/>
            <p:cNvSpPr/>
            <p:nvPr/>
          </p:nvSpPr>
          <p:spPr>
            <a:xfrm>
              <a:off x="2637384" y="1928799"/>
              <a:ext cx="112056" cy="64950"/>
            </a:xfrm>
            <a:custGeom>
              <a:rect b="b" l="l" r="r" t="t"/>
              <a:pathLst>
                <a:path extrusionOk="0" h="2002" w="3454">
                  <a:moveTo>
                    <a:pt x="1715" y="1"/>
                  </a:moveTo>
                  <a:cubicBezTo>
                    <a:pt x="1" y="1"/>
                    <a:pt x="1287" y="1668"/>
                    <a:pt x="1287" y="1668"/>
                  </a:cubicBezTo>
                  <a:lnTo>
                    <a:pt x="1715" y="2001"/>
                  </a:lnTo>
                  <a:lnTo>
                    <a:pt x="2168" y="1668"/>
                  </a:lnTo>
                  <a:cubicBezTo>
                    <a:pt x="2168" y="1668"/>
                    <a:pt x="3454" y="1"/>
                    <a:pt x="1715"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96"/>
            <p:cNvSpPr/>
            <p:nvPr/>
          </p:nvSpPr>
          <p:spPr>
            <a:xfrm>
              <a:off x="2546221" y="1987520"/>
              <a:ext cx="112056" cy="54114"/>
            </a:xfrm>
            <a:custGeom>
              <a:rect b="b" l="l" r="r" t="t"/>
              <a:pathLst>
                <a:path extrusionOk="0" h="1668" w="3454">
                  <a:moveTo>
                    <a:pt x="239" y="1"/>
                  </a:moveTo>
                  <a:cubicBezTo>
                    <a:pt x="96" y="1"/>
                    <a:pt x="0" y="144"/>
                    <a:pt x="48" y="310"/>
                  </a:cubicBezTo>
                  <a:cubicBezTo>
                    <a:pt x="334" y="1049"/>
                    <a:pt x="1286" y="1287"/>
                    <a:pt x="1286" y="1287"/>
                  </a:cubicBezTo>
                  <a:lnTo>
                    <a:pt x="1739" y="1668"/>
                  </a:lnTo>
                  <a:lnTo>
                    <a:pt x="2191" y="1287"/>
                  </a:lnTo>
                  <a:cubicBezTo>
                    <a:pt x="2144" y="1287"/>
                    <a:pt x="3096" y="1049"/>
                    <a:pt x="3406" y="310"/>
                  </a:cubicBezTo>
                  <a:cubicBezTo>
                    <a:pt x="3454" y="144"/>
                    <a:pt x="3335" y="1"/>
                    <a:pt x="3215"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96"/>
            <p:cNvSpPr/>
            <p:nvPr/>
          </p:nvSpPr>
          <p:spPr>
            <a:xfrm>
              <a:off x="2727769" y="2036216"/>
              <a:ext cx="112056" cy="54114"/>
            </a:xfrm>
            <a:custGeom>
              <a:rect b="b" l="l" r="r" t="t"/>
              <a:pathLst>
                <a:path extrusionOk="0" h="1668" w="3454">
                  <a:moveTo>
                    <a:pt x="239" y="0"/>
                  </a:moveTo>
                  <a:cubicBezTo>
                    <a:pt x="120" y="0"/>
                    <a:pt x="1" y="143"/>
                    <a:pt x="72" y="286"/>
                  </a:cubicBezTo>
                  <a:cubicBezTo>
                    <a:pt x="358" y="1024"/>
                    <a:pt x="1311" y="1262"/>
                    <a:pt x="1287" y="1262"/>
                  </a:cubicBezTo>
                  <a:lnTo>
                    <a:pt x="1739" y="1667"/>
                  </a:lnTo>
                  <a:lnTo>
                    <a:pt x="2192" y="1262"/>
                  </a:lnTo>
                  <a:cubicBezTo>
                    <a:pt x="2192" y="1262"/>
                    <a:pt x="3144" y="1024"/>
                    <a:pt x="3430" y="286"/>
                  </a:cubicBezTo>
                  <a:cubicBezTo>
                    <a:pt x="3454" y="143"/>
                    <a:pt x="3383" y="0"/>
                    <a:pt x="3216" y="0"/>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96"/>
            <p:cNvSpPr/>
            <p:nvPr/>
          </p:nvSpPr>
          <p:spPr>
            <a:xfrm>
              <a:off x="2587942" y="2029241"/>
              <a:ext cx="27836" cy="149917"/>
            </a:xfrm>
            <a:custGeom>
              <a:rect b="b" l="l" r="r" t="t"/>
              <a:pathLst>
                <a:path extrusionOk="0" h="4621" w="858">
                  <a:moveTo>
                    <a:pt x="0" y="1"/>
                  </a:moveTo>
                  <a:lnTo>
                    <a:pt x="0" y="4621"/>
                  </a:lnTo>
                  <a:lnTo>
                    <a:pt x="858" y="4621"/>
                  </a:lnTo>
                  <a:lnTo>
                    <a:pt x="858"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96"/>
            <p:cNvSpPr/>
            <p:nvPr/>
          </p:nvSpPr>
          <p:spPr>
            <a:xfrm>
              <a:off x="2679105" y="1982881"/>
              <a:ext cx="27836" cy="196277"/>
            </a:xfrm>
            <a:custGeom>
              <a:rect b="b" l="l" r="r" t="t"/>
              <a:pathLst>
                <a:path extrusionOk="0" h="6050" w="858">
                  <a:moveTo>
                    <a:pt x="1" y="1"/>
                  </a:moveTo>
                  <a:lnTo>
                    <a:pt x="1" y="6050"/>
                  </a:lnTo>
                  <a:lnTo>
                    <a:pt x="858" y="6050"/>
                  </a:lnTo>
                  <a:lnTo>
                    <a:pt x="858"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96"/>
            <p:cNvSpPr/>
            <p:nvPr/>
          </p:nvSpPr>
          <p:spPr>
            <a:xfrm>
              <a:off x="2769490" y="2077159"/>
              <a:ext cx="27868" cy="101999"/>
            </a:xfrm>
            <a:custGeom>
              <a:rect b="b" l="l" r="r" t="t"/>
              <a:pathLst>
                <a:path extrusionOk="0" h="3144" w="859">
                  <a:moveTo>
                    <a:pt x="1" y="0"/>
                  </a:moveTo>
                  <a:lnTo>
                    <a:pt x="1" y="3144"/>
                  </a:lnTo>
                  <a:lnTo>
                    <a:pt x="858" y="3144"/>
                  </a:lnTo>
                  <a:lnTo>
                    <a:pt x="858"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96"/>
            <p:cNvSpPr/>
            <p:nvPr/>
          </p:nvSpPr>
          <p:spPr>
            <a:xfrm>
              <a:off x="2769490" y="2118880"/>
              <a:ext cx="27868" cy="38639"/>
            </a:xfrm>
            <a:custGeom>
              <a:rect b="b" l="l" r="r" t="t"/>
              <a:pathLst>
                <a:path extrusionOk="0" h="1191" w="859">
                  <a:moveTo>
                    <a:pt x="1" y="0"/>
                  </a:moveTo>
                  <a:lnTo>
                    <a:pt x="1" y="977"/>
                  </a:lnTo>
                  <a:lnTo>
                    <a:pt x="811" y="1191"/>
                  </a:lnTo>
                  <a:lnTo>
                    <a:pt x="858" y="1191"/>
                  </a:lnTo>
                  <a:lnTo>
                    <a:pt x="858" y="214"/>
                  </a:lnTo>
                  <a:lnTo>
                    <a:pt x="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96"/>
            <p:cNvSpPr/>
            <p:nvPr/>
          </p:nvSpPr>
          <p:spPr>
            <a:xfrm>
              <a:off x="2679105" y="2094905"/>
              <a:ext cx="27836" cy="39450"/>
            </a:xfrm>
            <a:custGeom>
              <a:rect b="b" l="l" r="r" t="t"/>
              <a:pathLst>
                <a:path extrusionOk="0" h="1216" w="858">
                  <a:moveTo>
                    <a:pt x="1" y="1"/>
                  </a:moveTo>
                  <a:lnTo>
                    <a:pt x="1" y="977"/>
                  </a:lnTo>
                  <a:lnTo>
                    <a:pt x="858" y="1215"/>
                  </a:lnTo>
                  <a:lnTo>
                    <a:pt x="858" y="239"/>
                  </a:lnTo>
                  <a:lnTo>
                    <a:pt x="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96"/>
            <p:cNvSpPr/>
            <p:nvPr/>
          </p:nvSpPr>
          <p:spPr>
            <a:xfrm>
              <a:off x="2587942" y="2069437"/>
              <a:ext cx="27836" cy="40975"/>
            </a:xfrm>
            <a:custGeom>
              <a:rect b="b" l="l" r="r" t="t"/>
              <a:pathLst>
                <a:path extrusionOk="0" h="1263" w="858">
                  <a:moveTo>
                    <a:pt x="0" y="0"/>
                  </a:moveTo>
                  <a:lnTo>
                    <a:pt x="0" y="1024"/>
                  </a:lnTo>
                  <a:lnTo>
                    <a:pt x="858" y="1262"/>
                  </a:lnTo>
                  <a:lnTo>
                    <a:pt x="858" y="310"/>
                  </a:lnTo>
                  <a:lnTo>
                    <a:pt x="0"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96"/>
            <p:cNvSpPr/>
            <p:nvPr/>
          </p:nvSpPr>
          <p:spPr>
            <a:xfrm>
              <a:off x="2565524" y="2054838"/>
              <a:ext cx="253441" cy="87238"/>
            </a:xfrm>
            <a:custGeom>
              <a:rect b="b" l="l" r="r" t="t"/>
              <a:pathLst>
                <a:path extrusionOk="0" h="2689" w="7812">
                  <a:moveTo>
                    <a:pt x="446" y="1"/>
                  </a:moveTo>
                  <a:cubicBezTo>
                    <a:pt x="273" y="1"/>
                    <a:pt x="111" y="115"/>
                    <a:pt x="72" y="307"/>
                  </a:cubicBezTo>
                  <a:cubicBezTo>
                    <a:pt x="1" y="545"/>
                    <a:pt x="120" y="783"/>
                    <a:pt x="358" y="855"/>
                  </a:cubicBezTo>
                  <a:lnTo>
                    <a:pt x="7240" y="2689"/>
                  </a:lnTo>
                  <a:lnTo>
                    <a:pt x="7360" y="2689"/>
                  </a:lnTo>
                  <a:cubicBezTo>
                    <a:pt x="7550" y="2689"/>
                    <a:pt x="7717" y="2569"/>
                    <a:pt x="7741" y="2355"/>
                  </a:cubicBezTo>
                  <a:cubicBezTo>
                    <a:pt x="7812" y="2165"/>
                    <a:pt x="7693" y="1903"/>
                    <a:pt x="7455" y="1855"/>
                  </a:cubicBezTo>
                  <a:lnTo>
                    <a:pt x="572" y="21"/>
                  </a:lnTo>
                  <a:cubicBezTo>
                    <a:pt x="531" y="7"/>
                    <a:pt x="488" y="1"/>
                    <a:pt x="446"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96"/>
            <p:cNvSpPr/>
            <p:nvPr/>
          </p:nvSpPr>
          <p:spPr>
            <a:xfrm>
              <a:off x="2540803" y="2158265"/>
              <a:ext cx="305219" cy="93532"/>
            </a:xfrm>
            <a:custGeom>
              <a:rect b="b" l="l" r="r" t="t"/>
              <a:pathLst>
                <a:path extrusionOk="0" h="2883" w="9408">
                  <a:moveTo>
                    <a:pt x="1453" y="1"/>
                  </a:moveTo>
                  <a:cubicBezTo>
                    <a:pt x="1168" y="1"/>
                    <a:pt x="882" y="191"/>
                    <a:pt x="763" y="453"/>
                  </a:cubicBezTo>
                  <a:lnTo>
                    <a:pt x="1" y="2287"/>
                  </a:lnTo>
                  <a:lnTo>
                    <a:pt x="4692" y="2882"/>
                  </a:lnTo>
                  <a:lnTo>
                    <a:pt x="9408" y="2287"/>
                  </a:lnTo>
                  <a:lnTo>
                    <a:pt x="8622" y="453"/>
                  </a:lnTo>
                  <a:cubicBezTo>
                    <a:pt x="8503" y="191"/>
                    <a:pt x="8241" y="1"/>
                    <a:pt x="7955"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96"/>
            <p:cNvSpPr/>
            <p:nvPr/>
          </p:nvSpPr>
          <p:spPr>
            <a:xfrm>
              <a:off x="2540803" y="2157486"/>
              <a:ext cx="166138" cy="93532"/>
            </a:xfrm>
            <a:custGeom>
              <a:rect b="b" l="l" r="r" t="t"/>
              <a:pathLst>
                <a:path extrusionOk="0" h="2883" w="5121">
                  <a:moveTo>
                    <a:pt x="1453" y="1"/>
                  </a:moveTo>
                  <a:cubicBezTo>
                    <a:pt x="1168" y="1"/>
                    <a:pt x="882" y="191"/>
                    <a:pt x="763" y="453"/>
                  </a:cubicBezTo>
                  <a:lnTo>
                    <a:pt x="1" y="2287"/>
                  </a:lnTo>
                  <a:lnTo>
                    <a:pt x="4692" y="2882"/>
                  </a:lnTo>
                  <a:lnTo>
                    <a:pt x="5121" y="2835"/>
                  </a:lnTo>
                  <a:lnTo>
                    <a:pt x="858" y="2287"/>
                  </a:lnTo>
                  <a:lnTo>
                    <a:pt x="1644" y="453"/>
                  </a:lnTo>
                  <a:cubicBezTo>
                    <a:pt x="1763" y="191"/>
                    <a:pt x="2025" y="1"/>
                    <a:pt x="2311"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96"/>
            <p:cNvSpPr/>
            <p:nvPr/>
          </p:nvSpPr>
          <p:spPr>
            <a:xfrm>
              <a:off x="2522278" y="2231682"/>
              <a:ext cx="342301" cy="37860"/>
            </a:xfrm>
            <a:custGeom>
              <a:rect b="b" l="l" r="r" t="t"/>
              <a:pathLst>
                <a:path extrusionOk="0" h="1167" w="10551">
                  <a:moveTo>
                    <a:pt x="596" y="0"/>
                  </a:moveTo>
                  <a:cubicBezTo>
                    <a:pt x="262" y="0"/>
                    <a:pt x="0" y="238"/>
                    <a:pt x="0" y="572"/>
                  </a:cubicBezTo>
                  <a:cubicBezTo>
                    <a:pt x="0" y="905"/>
                    <a:pt x="262" y="1167"/>
                    <a:pt x="596" y="1167"/>
                  </a:cubicBezTo>
                  <a:lnTo>
                    <a:pt x="9955" y="1167"/>
                  </a:lnTo>
                  <a:cubicBezTo>
                    <a:pt x="10264" y="1167"/>
                    <a:pt x="10550" y="929"/>
                    <a:pt x="10550" y="595"/>
                  </a:cubicBezTo>
                  <a:cubicBezTo>
                    <a:pt x="10550" y="286"/>
                    <a:pt x="10264" y="0"/>
                    <a:pt x="9955"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96"/>
            <p:cNvSpPr/>
            <p:nvPr/>
          </p:nvSpPr>
          <p:spPr>
            <a:xfrm>
              <a:off x="2522278" y="2231682"/>
              <a:ext cx="46393" cy="37925"/>
            </a:xfrm>
            <a:custGeom>
              <a:rect b="b" l="l" r="r" t="t"/>
              <a:pathLst>
                <a:path extrusionOk="0" h="1169" w="1430">
                  <a:moveTo>
                    <a:pt x="596" y="0"/>
                  </a:moveTo>
                  <a:cubicBezTo>
                    <a:pt x="262" y="0"/>
                    <a:pt x="0" y="238"/>
                    <a:pt x="0" y="572"/>
                  </a:cubicBezTo>
                  <a:cubicBezTo>
                    <a:pt x="0" y="905"/>
                    <a:pt x="262" y="1167"/>
                    <a:pt x="596" y="1167"/>
                  </a:cubicBezTo>
                  <a:lnTo>
                    <a:pt x="1346" y="1167"/>
                  </a:lnTo>
                  <a:cubicBezTo>
                    <a:pt x="1053" y="1146"/>
                    <a:pt x="834" y="900"/>
                    <a:pt x="834" y="595"/>
                  </a:cubicBezTo>
                  <a:cubicBezTo>
                    <a:pt x="834" y="286"/>
                    <a:pt x="1096" y="0"/>
                    <a:pt x="1429" y="0"/>
                  </a:cubicBezTo>
                  <a:close/>
                  <a:moveTo>
                    <a:pt x="1346" y="1167"/>
                  </a:moveTo>
                  <a:lnTo>
                    <a:pt x="1346" y="1167"/>
                  </a:lnTo>
                  <a:cubicBezTo>
                    <a:pt x="1359" y="1168"/>
                    <a:pt x="1373" y="1168"/>
                    <a:pt x="1387" y="1168"/>
                  </a:cubicBezTo>
                  <a:cubicBezTo>
                    <a:pt x="1401" y="1168"/>
                    <a:pt x="1415" y="1168"/>
                    <a:pt x="1429" y="1167"/>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96"/>
            <p:cNvSpPr/>
            <p:nvPr/>
          </p:nvSpPr>
          <p:spPr>
            <a:xfrm>
              <a:off x="2628105" y="2189020"/>
              <a:ext cx="10868" cy="21055"/>
            </a:xfrm>
            <a:custGeom>
              <a:rect b="b" l="l" r="r" t="t"/>
              <a:pathLst>
                <a:path extrusionOk="0" h="649" w="335">
                  <a:moveTo>
                    <a:pt x="131" y="1"/>
                  </a:moveTo>
                  <a:cubicBezTo>
                    <a:pt x="54" y="1"/>
                    <a:pt x="1" y="62"/>
                    <a:pt x="1" y="124"/>
                  </a:cubicBezTo>
                  <a:lnTo>
                    <a:pt x="1" y="458"/>
                  </a:lnTo>
                  <a:cubicBezTo>
                    <a:pt x="1" y="553"/>
                    <a:pt x="72" y="601"/>
                    <a:pt x="168" y="648"/>
                  </a:cubicBezTo>
                  <a:cubicBezTo>
                    <a:pt x="263" y="648"/>
                    <a:pt x="334" y="577"/>
                    <a:pt x="334" y="482"/>
                  </a:cubicBezTo>
                  <a:lnTo>
                    <a:pt x="334" y="172"/>
                  </a:lnTo>
                  <a:cubicBezTo>
                    <a:pt x="334" y="87"/>
                    <a:pt x="277" y="2"/>
                    <a:pt x="197" y="2"/>
                  </a:cubicBezTo>
                  <a:cubicBezTo>
                    <a:pt x="187" y="2"/>
                    <a:pt x="178" y="3"/>
                    <a:pt x="168" y="5"/>
                  </a:cubicBezTo>
                  <a:cubicBezTo>
                    <a:pt x="155" y="2"/>
                    <a:pt x="142" y="1"/>
                    <a:pt x="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96"/>
            <p:cNvSpPr/>
            <p:nvPr/>
          </p:nvSpPr>
          <p:spPr>
            <a:xfrm>
              <a:off x="2747104" y="2188274"/>
              <a:ext cx="10836" cy="20666"/>
            </a:xfrm>
            <a:custGeom>
              <a:rect b="b" l="l" r="r" t="t"/>
              <a:pathLst>
                <a:path extrusionOk="0" h="637" w="334">
                  <a:moveTo>
                    <a:pt x="157" y="1"/>
                  </a:moveTo>
                  <a:cubicBezTo>
                    <a:pt x="144" y="1"/>
                    <a:pt x="132" y="2"/>
                    <a:pt x="119" y="4"/>
                  </a:cubicBezTo>
                  <a:cubicBezTo>
                    <a:pt x="72" y="4"/>
                    <a:pt x="0" y="76"/>
                    <a:pt x="0" y="147"/>
                  </a:cubicBezTo>
                  <a:lnTo>
                    <a:pt x="0" y="481"/>
                  </a:lnTo>
                  <a:cubicBezTo>
                    <a:pt x="0" y="576"/>
                    <a:pt x="72" y="624"/>
                    <a:pt x="119" y="624"/>
                  </a:cubicBezTo>
                  <a:cubicBezTo>
                    <a:pt x="137" y="632"/>
                    <a:pt x="155" y="636"/>
                    <a:pt x="173" y="636"/>
                  </a:cubicBezTo>
                  <a:cubicBezTo>
                    <a:pt x="254" y="636"/>
                    <a:pt x="334" y="558"/>
                    <a:pt x="334" y="481"/>
                  </a:cubicBezTo>
                  <a:lnTo>
                    <a:pt x="334" y="147"/>
                  </a:lnTo>
                  <a:cubicBezTo>
                    <a:pt x="334" y="84"/>
                    <a:pt x="258" y="1"/>
                    <a:pt x="1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96"/>
            <p:cNvSpPr/>
            <p:nvPr/>
          </p:nvSpPr>
          <p:spPr>
            <a:xfrm>
              <a:off x="2672162" y="2197553"/>
              <a:ext cx="41753" cy="17162"/>
            </a:xfrm>
            <a:custGeom>
              <a:rect b="b" l="l" r="r" t="t"/>
              <a:pathLst>
                <a:path extrusionOk="0" h="529" w="1287">
                  <a:moveTo>
                    <a:pt x="1073" y="1"/>
                  </a:moveTo>
                  <a:cubicBezTo>
                    <a:pt x="1024" y="1"/>
                    <a:pt x="978" y="25"/>
                    <a:pt x="953" y="76"/>
                  </a:cubicBezTo>
                  <a:cubicBezTo>
                    <a:pt x="858" y="171"/>
                    <a:pt x="738" y="219"/>
                    <a:pt x="619" y="219"/>
                  </a:cubicBezTo>
                  <a:cubicBezTo>
                    <a:pt x="500" y="219"/>
                    <a:pt x="381" y="171"/>
                    <a:pt x="286" y="76"/>
                  </a:cubicBezTo>
                  <a:cubicBezTo>
                    <a:pt x="258" y="48"/>
                    <a:pt x="214" y="36"/>
                    <a:pt x="163" y="36"/>
                  </a:cubicBezTo>
                  <a:cubicBezTo>
                    <a:pt x="127" y="36"/>
                    <a:pt x="87" y="42"/>
                    <a:pt x="48" y="52"/>
                  </a:cubicBezTo>
                  <a:cubicBezTo>
                    <a:pt x="0" y="99"/>
                    <a:pt x="0" y="195"/>
                    <a:pt x="24" y="290"/>
                  </a:cubicBezTo>
                  <a:cubicBezTo>
                    <a:pt x="167" y="433"/>
                    <a:pt x="381" y="528"/>
                    <a:pt x="596" y="528"/>
                  </a:cubicBezTo>
                  <a:cubicBezTo>
                    <a:pt x="786" y="528"/>
                    <a:pt x="1000" y="433"/>
                    <a:pt x="1143" y="290"/>
                  </a:cubicBezTo>
                  <a:cubicBezTo>
                    <a:pt x="1286" y="195"/>
                    <a:pt x="1286" y="99"/>
                    <a:pt x="1191" y="52"/>
                  </a:cubicBezTo>
                  <a:cubicBezTo>
                    <a:pt x="1158" y="19"/>
                    <a:pt x="1114" y="1"/>
                    <a:pt x="1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96"/>
            <p:cNvSpPr/>
            <p:nvPr/>
          </p:nvSpPr>
          <p:spPr>
            <a:xfrm>
              <a:off x="2514557" y="1921078"/>
              <a:ext cx="355408" cy="355440"/>
            </a:xfrm>
            <a:custGeom>
              <a:rect b="b" l="l" r="r" t="t"/>
              <a:pathLst>
                <a:path extrusionOk="0" h="10956" w="10955">
                  <a:moveTo>
                    <a:pt x="5501" y="406"/>
                  </a:moveTo>
                  <a:cubicBezTo>
                    <a:pt x="5739" y="406"/>
                    <a:pt x="6073" y="406"/>
                    <a:pt x="6192" y="644"/>
                  </a:cubicBezTo>
                  <a:cubicBezTo>
                    <a:pt x="6335" y="953"/>
                    <a:pt x="6025" y="1525"/>
                    <a:pt x="5858" y="1763"/>
                  </a:cubicBezTo>
                  <a:lnTo>
                    <a:pt x="5144" y="1763"/>
                  </a:lnTo>
                  <a:cubicBezTo>
                    <a:pt x="4977" y="1525"/>
                    <a:pt x="4668" y="953"/>
                    <a:pt x="4834" y="644"/>
                  </a:cubicBezTo>
                  <a:cubicBezTo>
                    <a:pt x="4954" y="406"/>
                    <a:pt x="5311" y="406"/>
                    <a:pt x="5501" y="406"/>
                  </a:cubicBezTo>
                  <a:close/>
                  <a:moveTo>
                    <a:pt x="4239" y="2239"/>
                  </a:moveTo>
                  <a:cubicBezTo>
                    <a:pt x="4263" y="2239"/>
                    <a:pt x="4287" y="2263"/>
                    <a:pt x="4287" y="2287"/>
                  </a:cubicBezTo>
                  <a:cubicBezTo>
                    <a:pt x="4049" y="2882"/>
                    <a:pt x="3286" y="3144"/>
                    <a:pt x="3167" y="3192"/>
                  </a:cubicBezTo>
                  <a:lnTo>
                    <a:pt x="2310" y="3192"/>
                  </a:lnTo>
                  <a:cubicBezTo>
                    <a:pt x="2262" y="3144"/>
                    <a:pt x="2072" y="3097"/>
                    <a:pt x="1834" y="2977"/>
                  </a:cubicBezTo>
                  <a:cubicBezTo>
                    <a:pt x="1572" y="2858"/>
                    <a:pt x="1286" y="2620"/>
                    <a:pt x="1167" y="2287"/>
                  </a:cubicBezTo>
                  <a:cubicBezTo>
                    <a:pt x="1167" y="2263"/>
                    <a:pt x="1167" y="2239"/>
                    <a:pt x="1215" y="2239"/>
                  </a:cubicBezTo>
                  <a:close/>
                  <a:moveTo>
                    <a:pt x="2977" y="3501"/>
                  </a:moveTo>
                  <a:lnTo>
                    <a:pt x="2977" y="4192"/>
                  </a:lnTo>
                  <a:lnTo>
                    <a:pt x="2405" y="4049"/>
                  </a:lnTo>
                  <a:lnTo>
                    <a:pt x="2405" y="3501"/>
                  </a:lnTo>
                  <a:close/>
                  <a:moveTo>
                    <a:pt x="9835" y="3716"/>
                  </a:moveTo>
                  <a:cubicBezTo>
                    <a:pt x="9859" y="3716"/>
                    <a:pt x="9883" y="3740"/>
                    <a:pt x="9883" y="3787"/>
                  </a:cubicBezTo>
                  <a:cubicBezTo>
                    <a:pt x="9645" y="4383"/>
                    <a:pt x="8883" y="4644"/>
                    <a:pt x="8764" y="4668"/>
                  </a:cubicBezTo>
                  <a:lnTo>
                    <a:pt x="7930" y="4668"/>
                  </a:lnTo>
                  <a:cubicBezTo>
                    <a:pt x="7859" y="4644"/>
                    <a:pt x="7668" y="4573"/>
                    <a:pt x="7430" y="4454"/>
                  </a:cubicBezTo>
                  <a:cubicBezTo>
                    <a:pt x="7216" y="4335"/>
                    <a:pt x="6906" y="4097"/>
                    <a:pt x="6763" y="3787"/>
                  </a:cubicBezTo>
                  <a:cubicBezTo>
                    <a:pt x="6763" y="3740"/>
                    <a:pt x="6763" y="3716"/>
                    <a:pt x="6811" y="3716"/>
                  </a:cubicBezTo>
                  <a:close/>
                  <a:moveTo>
                    <a:pt x="5787" y="2073"/>
                  </a:moveTo>
                  <a:lnTo>
                    <a:pt x="5787" y="4978"/>
                  </a:lnTo>
                  <a:lnTo>
                    <a:pt x="5215" y="4811"/>
                  </a:lnTo>
                  <a:lnTo>
                    <a:pt x="5215" y="2073"/>
                  </a:lnTo>
                  <a:close/>
                  <a:moveTo>
                    <a:pt x="8597" y="5002"/>
                  </a:moveTo>
                  <a:lnTo>
                    <a:pt x="8597" y="5716"/>
                  </a:lnTo>
                  <a:lnTo>
                    <a:pt x="8049" y="5573"/>
                  </a:lnTo>
                  <a:lnTo>
                    <a:pt x="8049" y="5002"/>
                  </a:lnTo>
                  <a:close/>
                  <a:moveTo>
                    <a:pt x="2405" y="5240"/>
                  </a:moveTo>
                  <a:lnTo>
                    <a:pt x="2977" y="5383"/>
                  </a:lnTo>
                  <a:lnTo>
                    <a:pt x="2977" y="7145"/>
                  </a:lnTo>
                  <a:lnTo>
                    <a:pt x="2405" y="7145"/>
                  </a:lnTo>
                  <a:lnTo>
                    <a:pt x="2405" y="5240"/>
                  </a:lnTo>
                  <a:close/>
                  <a:moveTo>
                    <a:pt x="3310" y="5478"/>
                  </a:moveTo>
                  <a:lnTo>
                    <a:pt x="4906" y="5930"/>
                  </a:lnTo>
                  <a:lnTo>
                    <a:pt x="4906" y="7145"/>
                  </a:lnTo>
                  <a:lnTo>
                    <a:pt x="3310" y="7145"/>
                  </a:lnTo>
                  <a:lnTo>
                    <a:pt x="3310" y="5478"/>
                  </a:lnTo>
                  <a:close/>
                  <a:moveTo>
                    <a:pt x="5215" y="6002"/>
                  </a:moveTo>
                  <a:lnTo>
                    <a:pt x="5787" y="6169"/>
                  </a:lnTo>
                  <a:lnTo>
                    <a:pt x="5787" y="7145"/>
                  </a:lnTo>
                  <a:lnTo>
                    <a:pt x="5215" y="7145"/>
                  </a:lnTo>
                  <a:lnTo>
                    <a:pt x="5215" y="6002"/>
                  </a:lnTo>
                  <a:close/>
                  <a:moveTo>
                    <a:pt x="6097" y="6240"/>
                  </a:moveTo>
                  <a:lnTo>
                    <a:pt x="7716" y="6692"/>
                  </a:lnTo>
                  <a:lnTo>
                    <a:pt x="7716" y="7169"/>
                  </a:lnTo>
                  <a:lnTo>
                    <a:pt x="6097" y="7169"/>
                  </a:lnTo>
                  <a:lnTo>
                    <a:pt x="6097" y="7145"/>
                  </a:lnTo>
                  <a:lnTo>
                    <a:pt x="6097" y="6240"/>
                  </a:lnTo>
                  <a:close/>
                  <a:moveTo>
                    <a:pt x="8049" y="6788"/>
                  </a:moveTo>
                  <a:lnTo>
                    <a:pt x="8597" y="6931"/>
                  </a:lnTo>
                  <a:lnTo>
                    <a:pt x="8597" y="7169"/>
                  </a:lnTo>
                  <a:lnTo>
                    <a:pt x="8049" y="7169"/>
                  </a:lnTo>
                  <a:lnTo>
                    <a:pt x="8049" y="6788"/>
                  </a:lnTo>
                  <a:close/>
                  <a:moveTo>
                    <a:pt x="8764" y="7478"/>
                  </a:moveTo>
                  <a:cubicBezTo>
                    <a:pt x="9002" y="7478"/>
                    <a:pt x="9192" y="7621"/>
                    <a:pt x="9288" y="7836"/>
                  </a:cubicBezTo>
                  <a:lnTo>
                    <a:pt x="9978" y="9431"/>
                  </a:lnTo>
                  <a:lnTo>
                    <a:pt x="8883" y="9431"/>
                  </a:lnTo>
                  <a:cubicBezTo>
                    <a:pt x="8788" y="9431"/>
                    <a:pt x="8716" y="9503"/>
                    <a:pt x="8716" y="9550"/>
                  </a:cubicBezTo>
                  <a:cubicBezTo>
                    <a:pt x="8692" y="9645"/>
                    <a:pt x="8788" y="9765"/>
                    <a:pt x="8883" y="9765"/>
                  </a:cubicBezTo>
                  <a:lnTo>
                    <a:pt x="10145" y="9765"/>
                  </a:lnTo>
                  <a:cubicBezTo>
                    <a:pt x="10383" y="9765"/>
                    <a:pt x="10574" y="9931"/>
                    <a:pt x="10598" y="10169"/>
                  </a:cubicBezTo>
                  <a:cubicBezTo>
                    <a:pt x="10598" y="10408"/>
                    <a:pt x="10431" y="10622"/>
                    <a:pt x="10193" y="10622"/>
                  </a:cubicBezTo>
                  <a:lnTo>
                    <a:pt x="857" y="10622"/>
                  </a:lnTo>
                  <a:cubicBezTo>
                    <a:pt x="619" y="10622"/>
                    <a:pt x="453" y="10455"/>
                    <a:pt x="429" y="10217"/>
                  </a:cubicBezTo>
                  <a:cubicBezTo>
                    <a:pt x="429" y="9979"/>
                    <a:pt x="595" y="9765"/>
                    <a:pt x="834" y="9765"/>
                  </a:cubicBezTo>
                  <a:lnTo>
                    <a:pt x="8216" y="9765"/>
                  </a:lnTo>
                  <a:cubicBezTo>
                    <a:pt x="8311" y="9765"/>
                    <a:pt x="8359" y="9693"/>
                    <a:pt x="8407" y="9622"/>
                  </a:cubicBezTo>
                  <a:cubicBezTo>
                    <a:pt x="8407" y="9526"/>
                    <a:pt x="8335" y="9431"/>
                    <a:pt x="8240" y="9431"/>
                  </a:cubicBezTo>
                  <a:lnTo>
                    <a:pt x="1048" y="9431"/>
                  </a:lnTo>
                  <a:lnTo>
                    <a:pt x="1739" y="7836"/>
                  </a:lnTo>
                  <a:cubicBezTo>
                    <a:pt x="1810" y="7621"/>
                    <a:pt x="2024" y="7478"/>
                    <a:pt x="2262" y="7478"/>
                  </a:cubicBezTo>
                  <a:close/>
                  <a:moveTo>
                    <a:pt x="5549" y="1"/>
                  </a:moveTo>
                  <a:cubicBezTo>
                    <a:pt x="5025" y="1"/>
                    <a:pt x="4668" y="144"/>
                    <a:pt x="4525" y="453"/>
                  </a:cubicBezTo>
                  <a:cubicBezTo>
                    <a:pt x="4263" y="953"/>
                    <a:pt x="4763" y="1715"/>
                    <a:pt x="4906" y="1930"/>
                  </a:cubicBezTo>
                  <a:lnTo>
                    <a:pt x="4906" y="4668"/>
                  </a:lnTo>
                  <a:lnTo>
                    <a:pt x="4477" y="4549"/>
                  </a:lnTo>
                  <a:cubicBezTo>
                    <a:pt x="4461" y="4545"/>
                    <a:pt x="4445" y="4543"/>
                    <a:pt x="4429" y="4543"/>
                  </a:cubicBezTo>
                  <a:cubicBezTo>
                    <a:pt x="4351" y="4543"/>
                    <a:pt x="4283" y="4589"/>
                    <a:pt x="4263" y="4668"/>
                  </a:cubicBezTo>
                  <a:cubicBezTo>
                    <a:pt x="4239" y="4764"/>
                    <a:pt x="4287" y="4859"/>
                    <a:pt x="4382" y="4883"/>
                  </a:cubicBezTo>
                  <a:lnTo>
                    <a:pt x="9002" y="6121"/>
                  </a:lnTo>
                  <a:cubicBezTo>
                    <a:pt x="9145" y="6169"/>
                    <a:pt x="9240" y="6311"/>
                    <a:pt x="9169" y="6454"/>
                  </a:cubicBezTo>
                  <a:cubicBezTo>
                    <a:pt x="9150" y="6564"/>
                    <a:pt x="9062" y="6645"/>
                    <a:pt x="8947" y="6645"/>
                  </a:cubicBezTo>
                  <a:cubicBezTo>
                    <a:pt x="8912" y="6645"/>
                    <a:pt x="8874" y="6638"/>
                    <a:pt x="8835" y="6621"/>
                  </a:cubicBezTo>
                  <a:lnTo>
                    <a:pt x="2001" y="4787"/>
                  </a:lnTo>
                  <a:cubicBezTo>
                    <a:pt x="1858" y="4764"/>
                    <a:pt x="1762" y="4621"/>
                    <a:pt x="1810" y="4454"/>
                  </a:cubicBezTo>
                  <a:cubicBezTo>
                    <a:pt x="1846" y="4344"/>
                    <a:pt x="1939" y="4263"/>
                    <a:pt x="2044" y="4263"/>
                  </a:cubicBezTo>
                  <a:cubicBezTo>
                    <a:pt x="2077" y="4263"/>
                    <a:pt x="2110" y="4271"/>
                    <a:pt x="2143" y="4287"/>
                  </a:cubicBezTo>
                  <a:lnTo>
                    <a:pt x="3787" y="4740"/>
                  </a:lnTo>
                  <a:cubicBezTo>
                    <a:pt x="3799" y="4743"/>
                    <a:pt x="3812" y="4744"/>
                    <a:pt x="3824" y="4744"/>
                  </a:cubicBezTo>
                  <a:cubicBezTo>
                    <a:pt x="3901" y="4744"/>
                    <a:pt x="3960" y="4683"/>
                    <a:pt x="4001" y="4621"/>
                  </a:cubicBezTo>
                  <a:cubicBezTo>
                    <a:pt x="4025" y="4525"/>
                    <a:pt x="3953" y="4430"/>
                    <a:pt x="3882" y="4406"/>
                  </a:cubicBezTo>
                  <a:lnTo>
                    <a:pt x="3286" y="4263"/>
                  </a:lnTo>
                  <a:lnTo>
                    <a:pt x="3286" y="3454"/>
                  </a:lnTo>
                  <a:cubicBezTo>
                    <a:pt x="3548" y="3358"/>
                    <a:pt x="4263" y="3073"/>
                    <a:pt x="4501" y="2406"/>
                  </a:cubicBezTo>
                  <a:cubicBezTo>
                    <a:pt x="4596" y="2168"/>
                    <a:pt x="4406" y="1906"/>
                    <a:pt x="4168" y="1906"/>
                  </a:cubicBezTo>
                  <a:lnTo>
                    <a:pt x="1191" y="1906"/>
                  </a:lnTo>
                  <a:cubicBezTo>
                    <a:pt x="929" y="1906"/>
                    <a:pt x="738" y="2168"/>
                    <a:pt x="857" y="2406"/>
                  </a:cubicBezTo>
                  <a:cubicBezTo>
                    <a:pt x="1143" y="3073"/>
                    <a:pt x="1810" y="3358"/>
                    <a:pt x="2096" y="3454"/>
                  </a:cubicBezTo>
                  <a:lnTo>
                    <a:pt x="2096" y="3954"/>
                  </a:lnTo>
                  <a:cubicBezTo>
                    <a:pt x="1977" y="3954"/>
                    <a:pt x="1881" y="3978"/>
                    <a:pt x="1762" y="4049"/>
                  </a:cubicBezTo>
                  <a:cubicBezTo>
                    <a:pt x="1619" y="4144"/>
                    <a:pt x="1524" y="4263"/>
                    <a:pt x="1500" y="4406"/>
                  </a:cubicBezTo>
                  <a:cubicBezTo>
                    <a:pt x="1453" y="4549"/>
                    <a:pt x="1453" y="4692"/>
                    <a:pt x="1548" y="4859"/>
                  </a:cubicBezTo>
                  <a:cubicBezTo>
                    <a:pt x="1643" y="5002"/>
                    <a:pt x="1762" y="5097"/>
                    <a:pt x="1905" y="5121"/>
                  </a:cubicBezTo>
                  <a:lnTo>
                    <a:pt x="2096" y="5168"/>
                  </a:lnTo>
                  <a:lnTo>
                    <a:pt x="2096" y="7169"/>
                  </a:lnTo>
                  <a:cubicBezTo>
                    <a:pt x="1786" y="7216"/>
                    <a:pt x="1524" y="7431"/>
                    <a:pt x="1405" y="7717"/>
                  </a:cubicBezTo>
                  <a:lnTo>
                    <a:pt x="691" y="9455"/>
                  </a:lnTo>
                  <a:cubicBezTo>
                    <a:pt x="310" y="9526"/>
                    <a:pt x="0" y="9884"/>
                    <a:pt x="72" y="10288"/>
                  </a:cubicBezTo>
                  <a:cubicBezTo>
                    <a:pt x="119" y="10693"/>
                    <a:pt x="453" y="10955"/>
                    <a:pt x="810" y="10955"/>
                  </a:cubicBezTo>
                  <a:lnTo>
                    <a:pt x="10145" y="10955"/>
                  </a:lnTo>
                  <a:cubicBezTo>
                    <a:pt x="10550" y="10955"/>
                    <a:pt x="10859" y="10693"/>
                    <a:pt x="10907" y="10288"/>
                  </a:cubicBezTo>
                  <a:cubicBezTo>
                    <a:pt x="10955" y="9860"/>
                    <a:pt x="10693" y="9503"/>
                    <a:pt x="10312" y="9431"/>
                  </a:cubicBezTo>
                  <a:lnTo>
                    <a:pt x="9597" y="7669"/>
                  </a:lnTo>
                  <a:cubicBezTo>
                    <a:pt x="9478" y="7383"/>
                    <a:pt x="9192" y="7193"/>
                    <a:pt x="8907" y="7145"/>
                  </a:cubicBezTo>
                  <a:lnTo>
                    <a:pt x="8907" y="6954"/>
                  </a:lnTo>
                  <a:lnTo>
                    <a:pt x="8931" y="6954"/>
                  </a:lnTo>
                  <a:cubicBezTo>
                    <a:pt x="9192" y="6954"/>
                    <a:pt x="9431" y="6788"/>
                    <a:pt x="9502" y="6526"/>
                  </a:cubicBezTo>
                  <a:cubicBezTo>
                    <a:pt x="9597" y="6216"/>
                    <a:pt x="9407" y="5883"/>
                    <a:pt x="9073" y="5811"/>
                  </a:cubicBezTo>
                  <a:lnTo>
                    <a:pt x="8907" y="5740"/>
                  </a:lnTo>
                  <a:lnTo>
                    <a:pt x="8907" y="4883"/>
                  </a:lnTo>
                  <a:cubicBezTo>
                    <a:pt x="9169" y="4787"/>
                    <a:pt x="9883" y="4502"/>
                    <a:pt x="10145" y="3835"/>
                  </a:cubicBezTo>
                  <a:cubicBezTo>
                    <a:pt x="10240" y="3597"/>
                    <a:pt x="10050" y="3335"/>
                    <a:pt x="9812" y="3335"/>
                  </a:cubicBezTo>
                  <a:lnTo>
                    <a:pt x="6882" y="3335"/>
                  </a:lnTo>
                  <a:cubicBezTo>
                    <a:pt x="6621" y="3335"/>
                    <a:pt x="6430" y="3597"/>
                    <a:pt x="6549" y="3835"/>
                  </a:cubicBezTo>
                  <a:cubicBezTo>
                    <a:pt x="6811" y="4502"/>
                    <a:pt x="7502" y="4787"/>
                    <a:pt x="7764" y="4883"/>
                  </a:cubicBezTo>
                  <a:lnTo>
                    <a:pt x="7764" y="5407"/>
                  </a:lnTo>
                  <a:lnTo>
                    <a:pt x="6168" y="4978"/>
                  </a:lnTo>
                  <a:lnTo>
                    <a:pt x="6168" y="1930"/>
                  </a:lnTo>
                  <a:cubicBezTo>
                    <a:pt x="6311" y="1715"/>
                    <a:pt x="6811" y="977"/>
                    <a:pt x="6549" y="453"/>
                  </a:cubicBezTo>
                  <a:cubicBezTo>
                    <a:pt x="6406" y="144"/>
                    <a:pt x="6073" y="1"/>
                    <a:pt x="5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7" name="Google Shape;20697;p96"/>
          <p:cNvGrpSpPr/>
          <p:nvPr/>
        </p:nvGrpSpPr>
        <p:grpSpPr>
          <a:xfrm>
            <a:off x="3341600" y="1769262"/>
            <a:ext cx="210163" cy="354077"/>
            <a:chOff x="3343560" y="1921662"/>
            <a:chExt cx="210163" cy="354077"/>
          </a:xfrm>
        </p:grpSpPr>
        <p:sp>
          <p:nvSpPr>
            <p:cNvPr id="20698" name="Google Shape;20698;p96"/>
            <p:cNvSpPr/>
            <p:nvPr/>
          </p:nvSpPr>
          <p:spPr>
            <a:xfrm>
              <a:off x="3376781" y="1928734"/>
              <a:ext cx="90417" cy="85129"/>
            </a:xfrm>
            <a:custGeom>
              <a:rect b="b" l="l" r="r" t="t"/>
              <a:pathLst>
                <a:path extrusionOk="0" h="2624" w="2787">
                  <a:moveTo>
                    <a:pt x="582" y="1"/>
                  </a:moveTo>
                  <a:cubicBezTo>
                    <a:pt x="547" y="1"/>
                    <a:pt x="512" y="1"/>
                    <a:pt x="476" y="3"/>
                  </a:cubicBezTo>
                  <a:cubicBezTo>
                    <a:pt x="238" y="3"/>
                    <a:pt x="72" y="217"/>
                    <a:pt x="48" y="455"/>
                  </a:cubicBezTo>
                  <a:cubicBezTo>
                    <a:pt x="0" y="1003"/>
                    <a:pt x="214" y="1575"/>
                    <a:pt x="595" y="2051"/>
                  </a:cubicBezTo>
                  <a:cubicBezTo>
                    <a:pt x="1003" y="2423"/>
                    <a:pt x="1516" y="2624"/>
                    <a:pt x="2036" y="2624"/>
                  </a:cubicBezTo>
                  <a:cubicBezTo>
                    <a:pt x="2215" y="2624"/>
                    <a:pt x="2395" y="2600"/>
                    <a:pt x="2572" y="2551"/>
                  </a:cubicBezTo>
                  <a:cubicBezTo>
                    <a:pt x="2786" y="1884"/>
                    <a:pt x="2596" y="1122"/>
                    <a:pt x="2072" y="598"/>
                  </a:cubicBezTo>
                  <a:cubicBezTo>
                    <a:pt x="1647" y="174"/>
                    <a:pt x="1118" y="1"/>
                    <a:pt x="58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96"/>
            <p:cNvSpPr/>
            <p:nvPr/>
          </p:nvSpPr>
          <p:spPr>
            <a:xfrm>
              <a:off x="3429305" y="1928734"/>
              <a:ext cx="89639" cy="85129"/>
            </a:xfrm>
            <a:custGeom>
              <a:rect b="b" l="l" r="r" t="t"/>
              <a:pathLst>
                <a:path extrusionOk="0" h="2624" w="2763">
                  <a:moveTo>
                    <a:pt x="2181" y="1"/>
                  </a:moveTo>
                  <a:cubicBezTo>
                    <a:pt x="1648" y="1"/>
                    <a:pt x="1140" y="174"/>
                    <a:pt x="715" y="598"/>
                  </a:cubicBezTo>
                  <a:cubicBezTo>
                    <a:pt x="167" y="1122"/>
                    <a:pt x="0" y="1884"/>
                    <a:pt x="215" y="2551"/>
                  </a:cubicBezTo>
                  <a:cubicBezTo>
                    <a:pt x="386" y="2600"/>
                    <a:pt x="563" y="2624"/>
                    <a:pt x="740" y="2624"/>
                  </a:cubicBezTo>
                  <a:cubicBezTo>
                    <a:pt x="1256" y="2624"/>
                    <a:pt x="1778" y="2423"/>
                    <a:pt x="2168" y="2051"/>
                  </a:cubicBezTo>
                  <a:cubicBezTo>
                    <a:pt x="2596" y="1575"/>
                    <a:pt x="2763" y="1003"/>
                    <a:pt x="2739" y="455"/>
                  </a:cubicBezTo>
                  <a:cubicBezTo>
                    <a:pt x="2715" y="217"/>
                    <a:pt x="2525" y="3"/>
                    <a:pt x="2287" y="3"/>
                  </a:cubicBezTo>
                  <a:cubicBezTo>
                    <a:pt x="2251" y="1"/>
                    <a:pt x="2216" y="1"/>
                    <a:pt x="2181" y="1"/>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96"/>
            <p:cNvSpPr/>
            <p:nvPr/>
          </p:nvSpPr>
          <p:spPr>
            <a:xfrm>
              <a:off x="3348945" y="2022298"/>
              <a:ext cx="200138" cy="248023"/>
            </a:xfrm>
            <a:custGeom>
              <a:rect b="b" l="l" r="r" t="t"/>
              <a:pathLst>
                <a:path extrusionOk="0" h="7645" w="6169">
                  <a:moveTo>
                    <a:pt x="1882" y="0"/>
                  </a:moveTo>
                  <a:lnTo>
                    <a:pt x="1882" y="2144"/>
                  </a:lnTo>
                  <a:cubicBezTo>
                    <a:pt x="1882" y="2406"/>
                    <a:pt x="1715" y="2691"/>
                    <a:pt x="1477" y="2810"/>
                  </a:cubicBezTo>
                  <a:cubicBezTo>
                    <a:pt x="596" y="3287"/>
                    <a:pt x="1" y="4168"/>
                    <a:pt x="1" y="5263"/>
                  </a:cubicBezTo>
                  <a:lnTo>
                    <a:pt x="1" y="5335"/>
                  </a:lnTo>
                  <a:cubicBezTo>
                    <a:pt x="25" y="6621"/>
                    <a:pt x="1096" y="7645"/>
                    <a:pt x="2382" y="7645"/>
                  </a:cubicBezTo>
                  <a:lnTo>
                    <a:pt x="3787" y="7645"/>
                  </a:lnTo>
                  <a:cubicBezTo>
                    <a:pt x="5049" y="7645"/>
                    <a:pt x="6121" y="6645"/>
                    <a:pt x="6169" y="5335"/>
                  </a:cubicBezTo>
                  <a:lnTo>
                    <a:pt x="6169" y="5263"/>
                  </a:lnTo>
                  <a:cubicBezTo>
                    <a:pt x="6145" y="4168"/>
                    <a:pt x="5550" y="3287"/>
                    <a:pt x="4668" y="2810"/>
                  </a:cubicBezTo>
                  <a:cubicBezTo>
                    <a:pt x="4430" y="2691"/>
                    <a:pt x="4287" y="2406"/>
                    <a:pt x="4287" y="2144"/>
                  </a:cubicBezTo>
                  <a:lnTo>
                    <a:pt x="4287"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96"/>
            <p:cNvSpPr/>
            <p:nvPr/>
          </p:nvSpPr>
          <p:spPr>
            <a:xfrm>
              <a:off x="3348945" y="2023077"/>
              <a:ext cx="97392" cy="248802"/>
            </a:xfrm>
            <a:custGeom>
              <a:rect b="b" l="l" r="r" t="t"/>
              <a:pathLst>
                <a:path extrusionOk="0" h="7669" w="3002">
                  <a:moveTo>
                    <a:pt x="1882" y="0"/>
                  </a:moveTo>
                  <a:lnTo>
                    <a:pt x="1882" y="2143"/>
                  </a:lnTo>
                  <a:cubicBezTo>
                    <a:pt x="1882" y="2429"/>
                    <a:pt x="1739" y="2691"/>
                    <a:pt x="1501" y="2810"/>
                  </a:cubicBezTo>
                  <a:cubicBezTo>
                    <a:pt x="596" y="3287"/>
                    <a:pt x="1" y="4168"/>
                    <a:pt x="1" y="5287"/>
                  </a:cubicBezTo>
                  <a:lnTo>
                    <a:pt x="1" y="5335"/>
                  </a:lnTo>
                  <a:cubicBezTo>
                    <a:pt x="25" y="6621"/>
                    <a:pt x="1096" y="7668"/>
                    <a:pt x="2382" y="7668"/>
                  </a:cubicBezTo>
                  <a:lnTo>
                    <a:pt x="3001" y="7668"/>
                  </a:lnTo>
                  <a:cubicBezTo>
                    <a:pt x="1739" y="7621"/>
                    <a:pt x="668" y="6621"/>
                    <a:pt x="620" y="5335"/>
                  </a:cubicBezTo>
                  <a:lnTo>
                    <a:pt x="620" y="5287"/>
                  </a:lnTo>
                  <a:cubicBezTo>
                    <a:pt x="620" y="4144"/>
                    <a:pt x="1215" y="3287"/>
                    <a:pt x="2120" y="2810"/>
                  </a:cubicBezTo>
                  <a:cubicBezTo>
                    <a:pt x="2358" y="2691"/>
                    <a:pt x="2501" y="2429"/>
                    <a:pt x="2501" y="2143"/>
                  </a:cubicBezTo>
                  <a:lnTo>
                    <a:pt x="2501"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96"/>
            <p:cNvSpPr/>
            <p:nvPr/>
          </p:nvSpPr>
          <p:spPr>
            <a:xfrm>
              <a:off x="3376002" y="2145904"/>
              <a:ext cx="145278" cy="96614"/>
            </a:xfrm>
            <a:custGeom>
              <a:rect b="b" l="l" r="r" t="t"/>
              <a:pathLst>
                <a:path extrusionOk="0" h="2978" w="4478">
                  <a:moveTo>
                    <a:pt x="953" y="1"/>
                  </a:moveTo>
                  <a:cubicBezTo>
                    <a:pt x="715" y="1"/>
                    <a:pt x="500" y="120"/>
                    <a:pt x="357" y="310"/>
                  </a:cubicBezTo>
                  <a:cubicBezTo>
                    <a:pt x="119" y="620"/>
                    <a:pt x="0" y="1025"/>
                    <a:pt x="0" y="1453"/>
                  </a:cubicBezTo>
                  <a:lnTo>
                    <a:pt x="0" y="1525"/>
                  </a:lnTo>
                  <a:cubicBezTo>
                    <a:pt x="24" y="2334"/>
                    <a:pt x="715" y="2977"/>
                    <a:pt x="1524" y="2977"/>
                  </a:cubicBezTo>
                  <a:lnTo>
                    <a:pt x="2929" y="2977"/>
                  </a:lnTo>
                  <a:cubicBezTo>
                    <a:pt x="3763" y="2977"/>
                    <a:pt x="4430" y="2334"/>
                    <a:pt x="4430" y="1525"/>
                  </a:cubicBezTo>
                  <a:lnTo>
                    <a:pt x="4430" y="1453"/>
                  </a:lnTo>
                  <a:cubicBezTo>
                    <a:pt x="4477" y="1025"/>
                    <a:pt x="4311" y="620"/>
                    <a:pt x="4073" y="310"/>
                  </a:cubicBezTo>
                  <a:cubicBezTo>
                    <a:pt x="3930" y="120"/>
                    <a:pt x="3715" y="1"/>
                    <a:pt x="347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96"/>
            <p:cNvSpPr/>
            <p:nvPr/>
          </p:nvSpPr>
          <p:spPr>
            <a:xfrm>
              <a:off x="3376002" y="2145904"/>
              <a:ext cx="69557" cy="96614"/>
            </a:xfrm>
            <a:custGeom>
              <a:rect b="b" l="l" r="r" t="t"/>
              <a:pathLst>
                <a:path extrusionOk="0" h="2978" w="2144">
                  <a:moveTo>
                    <a:pt x="953" y="1"/>
                  </a:moveTo>
                  <a:cubicBezTo>
                    <a:pt x="715" y="1"/>
                    <a:pt x="500" y="120"/>
                    <a:pt x="357" y="310"/>
                  </a:cubicBezTo>
                  <a:cubicBezTo>
                    <a:pt x="119" y="620"/>
                    <a:pt x="0" y="1025"/>
                    <a:pt x="0" y="1453"/>
                  </a:cubicBezTo>
                  <a:lnTo>
                    <a:pt x="0" y="1525"/>
                  </a:lnTo>
                  <a:cubicBezTo>
                    <a:pt x="24" y="2334"/>
                    <a:pt x="715" y="2977"/>
                    <a:pt x="1524" y="2977"/>
                  </a:cubicBezTo>
                  <a:lnTo>
                    <a:pt x="2144" y="2977"/>
                  </a:lnTo>
                  <a:cubicBezTo>
                    <a:pt x="1334" y="2977"/>
                    <a:pt x="667" y="2334"/>
                    <a:pt x="619" y="1525"/>
                  </a:cubicBezTo>
                  <a:lnTo>
                    <a:pt x="619" y="1453"/>
                  </a:lnTo>
                  <a:cubicBezTo>
                    <a:pt x="619" y="1025"/>
                    <a:pt x="738" y="620"/>
                    <a:pt x="977" y="310"/>
                  </a:cubicBezTo>
                  <a:cubicBezTo>
                    <a:pt x="1143" y="120"/>
                    <a:pt x="1334" y="1"/>
                    <a:pt x="157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96"/>
            <p:cNvSpPr/>
            <p:nvPr/>
          </p:nvSpPr>
          <p:spPr>
            <a:xfrm>
              <a:off x="3391445" y="2005298"/>
              <a:ext cx="114392" cy="33254"/>
            </a:xfrm>
            <a:custGeom>
              <a:rect b="b" l="l" r="r" t="t"/>
              <a:pathLst>
                <a:path extrusionOk="0" h="1025" w="3526">
                  <a:moveTo>
                    <a:pt x="548" y="0"/>
                  </a:moveTo>
                  <a:cubicBezTo>
                    <a:pt x="239" y="0"/>
                    <a:pt x="1" y="239"/>
                    <a:pt x="1" y="501"/>
                  </a:cubicBezTo>
                  <a:cubicBezTo>
                    <a:pt x="1" y="786"/>
                    <a:pt x="239" y="1024"/>
                    <a:pt x="548" y="1024"/>
                  </a:cubicBezTo>
                  <a:lnTo>
                    <a:pt x="2954" y="1024"/>
                  </a:lnTo>
                  <a:cubicBezTo>
                    <a:pt x="3239" y="1024"/>
                    <a:pt x="3477" y="786"/>
                    <a:pt x="3477" y="524"/>
                  </a:cubicBezTo>
                  <a:cubicBezTo>
                    <a:pt x="3525" y="239"/>
                    <a:pt x="3239" y="0"/>
                    <a:pt x="2954"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96"/>
            <p:cNvSpPr/>
            <p:nvPr/>
          </p:nvSpPr>
          <p:spPr>
            <a:xfrm>
              <a:off x="3391445" y="2005298"/>
              <a:ext cx="37893" cy="33448"/>
            </a:xfrm>
            <a:custGeom>
              <a:rect b="b" l="l" r="r" t="t"/>
              <a:pathLst>
                <a:path extrusionOk="0" h="1031" w="1168">
                  <a:moveTo>
                    <a:pt x="548" y="0"/>
                  </a:moveTo>
                  <a:cubicBezTo>
                    <a:pt x="239" y="0"/>
                    <a:pt x="1" y="239"/>
                    <a:pt x="1" y="501"/>
                  </a:cubicBezTo>
                  <a:cubicBezTo>
                    <a:pt x="1" y="786"/>
                    <a:pt x="239" y="1024"/>
                    <a:pt x="548" y="1024"/>
                  </a:cubicBezTo>
                  <a:lnTo>
                    <a:pt x="1013" y="1024"/>
                  </a:lnTo>
                  <a:cubicBezTo>
                    <a:pt x="782" y="987"/>
                    <a:pt x="620" y="780"/>
                    <a:pt x="620" y="524"/>
                  </a:cubicBezTo>
                  <a:cubicBezTo>
                    <a:pt x="620" y="239"/>
                    <a:pt x="858" y="0"/>
                    <a:pt x="1167" y="0"/>
                  </a:cubicBezTo>
                  <a:close/>
                  <a:moveTo>
                    <a:pt x="1013" y="1024"/>
                  </a:moveTo>
                  <a:lnTo>
                    <a:pt x="1013" y="1024"/>
                  </a:lnTo>
                  <a:cubicBezTo>
                    <a:pt x="1038" y="1028"/>
                    <a:pt x="1063" y="1031"/>
                    <a:pt x="1089" y="1031"/>
                  </a:cubicBezTo>
                  <a:cubicBezTo>
                    <a:pt x="1115" y="1031"/>
                    <a:pt x="1141" y="1029"/>
                    <a:pt x="1167" y="1024"/>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96"/>
            <p:cNvSpPr/>
            <p:nvPr/>
          </p:nvSpPr>
          <p:spPr>
            <a:xfrm>
              <a:off x="3403027" y="2184414"/>
              <a:ext cx="10868" cy="17941"/>
            </a:xfrm>
            <a:custGeom>
              <a:rect b="b" l="l" r="r" t="t"/>
              <a:pathLst>
                <a:path extrusionOk="0" h="553" w="335">
                  <a:moveTo>
                    <a:pt x="161" y="1"/>
                  </a:moveTo>
                  <a:cubicBezTo>
                    <a:pt x="77" y="1"/>
                    <a:pt x="1" y="83"/>
                    <a:pt x="1" y="147"/>
                  </a:cubicBezTo>
                  <a:lnTo>
                    <a:pt x="1" y="362"/>
                  </a:lnTo>
                  <a:cubicBezTo>
                    <a:pt x="1" y="457"/>
                    <a:pt x="72" y="504"/>
                    <a:pt x="144" y="552"/>
                  </a:cubicBezTo>
                  <a:cubicBezTo>
                    <a:pt x="239" y="552"/>
                    <a:pt x="334" y="481"/>
                    <a:pt x="334" y="385"/>
                  </a:cubicBezTo>
                  <a:lnTo>
                    <a:pt x="334" y="195"/>
                  </a:lnTo>
                  <a:cubicBezTo>
                    <a:pt x="334" y="100"/>
                    <a:pt x="263" y="28"/>
                    <a:pt x="191" y="4"/>
                  </a:cubicBezTo>
                  <a:cubicBezTo>
                    <a:pt x="181" y="2"/>
                    <a:pt x="171" y="1"/>
                    <a:pt x="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96"/>
            <p:cNvSpPr/>
            <p:nvPr/>
          </p:nvSpPr>
          <p:spPr>
            <a:xfrm>
              <a:off x="3482608" y="2183765"/>
              <a:ext cx="10090" cy="17454"/>
            </a:xfrm>
            <a:custGeom>
              <a:rect b="b" l="l" r="r" t="t"/>
              <a:pathLst>
                <a:path extrusionOk="0" h="538" w="311">
                  <a:moveTo>
                    <a:pt x="167" y="1"/>
                  </a:moveTo>
                  <a:cubicBezTo>
                    <a:pt x="72" y="1"/>
                    <a:pt x="1" y="96"/>
                    <a:pt x="1" y="167"/>
                  </a:cubicBezTo>
                  <a:lnTo>
                    <a:pt x="1" y="382"/>
                  </a:lnTo>
                  <a:cubicBezTo>
                    <a:pt x="1" y="477"/>
                    <a:pt x="48" y="524"/>
                    <a:pt x="120" y="524"/>
                  </a:cubicBezTo>
                  <a:cubicBezTo>
                    <a:pt x="133" y="533"/>
                    <a:pt x="148" y="537"/>
                    <a:pt x="163" y="537"/>
                  </a:cubicBezTo>
                  <a:cubicBezTo>
                    <a:pt x="231" y="537"/>
                    <a:pt x="310" y="459"/>
                    <a:pt x="310" y="382"/>
                  </a:cubicBezTo>
                  <a:lnTo>
                    <a:pt x="310" y="167"/>
                  </a:lnTo>
                  <a:cubicBezTo>
                    <a:pt x="310" y="96"/>
                    <a:pt x="263" y="24"/>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96"/>
            <p:cNvSpPr/>
            <p:nvPr/>
          </p:nvSpPr>
          <p:spPr>
            <a:xfrm>
              <a:off x="3433166" y="2190999"/>
              <a:ext cx="29393" cy="13658"/>
            </a:xfrm>
            <a:custGeom>
              <a:rect b="b" l="l" r="r" t="t"/>
              <a:pathLst>
                <a:path extrusionOk="0" h="421" w="906">
                  <a:moveTo>
                    <a:pt x="163" y="0"/>
                  </a:moveTo>
                  <a:cubicBezTo>
                    <a:pt x="127" y="0"/>
                    <a:pt x="88" y="6"/>
                    <a:pt x="48" y="16"/>
                  </a:cubicBezTo>
                  <a:cubicBezTo>
                    <a:pt x="1" y="63"/>
                    <a:pt x="1" y="159"/>
                    <a:pt x="24" y="254"/>
                  </a:cubicBezTo>
                  <a:cubicBezTo>
                    <a:pt x="143" y="373"/>
                    <a:pt x="286" y="421"/>
                    <a:pt x="429" y="421"/>
                  </a:cubicBezTo>
                  <a:cubicBezTo>
                    <a:pt x="596" y="421"/>
                    <a:pt x="763" y="373"/>
                    <a:pt x="858" y="254"/>
                  </a:cubicBezTo>
                  <a:cubicBezTo>
                    <a:pt x="905" y="182"/>
                    <a:pt x="905" y="63"/>
                    <a:pt x="834" y="16"/>
                  </a:cubicBezTo>
                  <a:cubicBezTo>
                    <a:pt x="824" y="6"/>
                    <a:pt x="802" y="0"/>
                    <a:pt x="774" y="0"/>
                  </a:cubicBezTo>
                  <a:cubicBezTo>
                    <a:pt x="735" y="0"/>
                    <a:pt x="685" y="12"/>
                    <a:pt x="644" y="40"/>
                  </a:cubicBezTo>
                  <a:cubicBezTo>
                    <a:pt x="620" y="87"/>
                    <a:pt x="524" y="135"/>
                    <a:pt x="477" y="135"/>
                  </a:cubicBezTo>
                  <a:cubicBezTo>
                    <a:pt x="405" y="135"/>
                    <a:pt x="310" y="111"/>
                    <a:pt x="286" y="40"/>
                  </a:cubicBezTo>
                  <a:cubicBezTo>
                    <a:pt x="258" y="12"/>
                    <a:pt x="214" y="0"/>
                    <a:pt x="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96"/>
            <p:cNvSpPr/>
            <p:nvPr/>
          </p:nvSpPr>
          <p:spPr>
            <a:xfrm>
              <a:off x="3370584" y="2141265"/>
              <a:ext cx="155335" cy="106671"/>
            </a:xfrm>
            <a:custGeom>
              <a:rect b="b" l="l" r="r" t="t"/>
              <a:pathLst>
                <a:path extrusionOk="0" h="3288" w="4788">
                  <a:moveTo>
                    <a:pt x="1120" y="1"/>
                  </a:moveTo>
                  <a:cubicBezTo>
                    <a:pt x="858" y="1"/>
                    <a:pt x="596" y="120"/>
                    <a:pt x="405" y="358"/>
                  </a:cubicBezTo>
                  <a:cubicBezTo>
                    <a:pt x="143" y="739"/>
                    <a:pt x="1" y="1191"/>
                    <a:pt x="24" y="1668"/>
                  </a:cubicBezTo>
                  <a:cubicBezTo>
                    <a:pt x="48" y="2549"/>
                    <a:pt x="786" y="3287"/>
                    <a:pt x="1715" y="3287"/>
                  </a:cubicBezTo>
                  <a:lnTo>
                    <a:pt x="3120" y="3287"/>
                  </a:lnTo>
                  <a:cubicBezTo>
                    <a:pt x="3525" y="3287"/>
                    <a:pt x="3954" y="3144"/>
                    <a:pt x="4240" y="2858"/>
                  </a:cubicBezTo>
                  <a:cubicBezTo>
                    <a:pt x="4311" y="2787"/>
                    <a:pt x="4311" y="2692"/>
                    <a:pt x="4240" y="2620"/>
                  </a:cubicBezTo>
                  <a:cubicBezTo>
                    <a:pt x="4216" y="2585"/>
                    <a:pt x="4180" y="2567"/>
                    <a:pt x="4138" y="2567"/>
                  </a:cubicBezTo>
                  <a:cubicBezTo>
                    <a:pt x="4097" y="2567"/>
                    <a:pt x="4049" y="2585"/>
                    <a:pt x="4001" y="2620"/>
                  </a:cubicBezTo>
                  <a:cubicBezTo>
                    <a:pt x="3739" y="2858"/>
                    <a:pt x="3406" y="2978"/>
                    <a:pt x="3096" y="2978"/>
                  </a:cubicBezTo>
                  <a:lnTo>
                    <a:pt x="1691" y="2978"/>
                  </a:lnTo>
                  <a:cubicBezTo>
                    <a:pt x="953" y="2978"/>
                    <a:pt x="310" y="2382"/>
                    <a:pt x="310" y="1668"/>
                  </a:cubicBezTo>
                  <a:cubicBezTo>
                    <a:pt x="310" y="1263"/>
                    <a:pt x="405" y="858"/>
                    <a:pt x="644" y="548"/>
                  </a:cubicBezTo>
                  <a:cubicBezTo>
                    <a:pt x="763" y="406"/>
                    <a:pt x="905" y="310"/>
                    <a:pt x="1096" y="310"/>
                  </a:cubicBezTo>
                  <a:lnTo>
                    <a:pt x="3644" y="310"/>
                  </a:lnTo>
                  <a:cubicBezTo>
                    <a:pt x="3835" y="310"/>
                    <a:pt x="4001" y="406"/>
                    <a:pt x="4097" y="548"/>
                  </a:cubicBezTo>
                  <a:cubicBezTo>
                    <a:pt x="4335" y="882"/>
                    <a:pt x="4454" y="1263"/>
                    <a:pt x="4430" y="1668"/>
                  </a:cubicBezTo>
                  <a:cubicBezTo>
                    <a:pt x="4454" y="1834"/>
                    <a:pt x="4430" y="2001"/>
                    <a:pt x="4335" y="2168"/>
                  </a:cubicBezTo>
                  <a:cubicBezTo>
                    <a:pt x="4311" y="2263"/>
                    <a:pt x="4335" y="2358"/>
                    <a:pt x="4430" y="2382"/>
                  </a:cubicBezTo>
                  <a:cubicBezTo>
                    <a:pt x="4453" y="2388"/>
                    <a:pt x="4474" y="2391"/>
                    <a:pt x="4494" y="2391"/>
                  </a:cubicBezTo>
                  <a:cubicBezTo>
                    <a:pt x="4558" y="2391"/>
                    <a:pt x="4608" y="2360"/>
                    <a:pt x="4644" y="2287"/>
                  </a:cubicBezTo>
                  <a:cubicBezTo>
                    <a:pt x="4716" y="2073"/>
                    <a:pt x="4787" y="1858"/>
                    <a:pt x="4787" y="1668"/>
                  </a:cubicBezTo>
                  <a:cubicBezTo>
                    <a:pt x="4787" y="1191"/>
                    <a:pt x="4668" y="739"/>
                    <a:pt x="4406" y="358"/>
                  </a:cubicBezTo>
                  <a:cubicBezTo>
                    <a:pt x="4216" y="120"/>
                    <a:pt x="3978" y="1"/>
                    <a:pt x="3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96"/>
            <p:cNvSpPr/>
            <p:nvPr/>
          </p:nvSpPr>
          <p:spPr>
            <a:xfrm>
              <a:off x="3343560" y="1921662"/>
              <a:ext cx="210163" cy="354077"/>
            </a:xfrm>
            <a:custGeom>
              <a:rect b="b" l="l" r="r" t="t"/>
              <a:pathLst>
                <a:path extrusionOk="0" h="10914" w="6478">
                  <a:moveTo>
                    <a:pt x="4787" y="340"/>
                  </a:moveTo>
                  <a:cubicBezTo>
                    <a:pt x="5001" y="340"/>
                    <a:pt x="5192" y="388"/>
                    <a:pt x="5239" y="626"/>
                  </a:cubicBezTo>
                  <a:cubicBezTo>
                    <a:pt x="5263" y="1173"/>
                    <a:pt x="5073" y="1697"/>
                    <a:pt x="4691" y="2055"/>
                  </a:cubicBezTo>
                  <a:cubicBezTo>
                    <a:pt x="4572" y="2174"/>
                    <a:pt x="4453" y="2269"/>
                    <a:pt x="4310" y="2364"/>
                  </a:cubicBezTo>
                  <a:lnTo>
                    <a:pt x="3406" y="2364"/>
                  </a:lnTo>
                  <a:lnTo>
                    <a:pt x="4430" y="1340"/>
                  </a:lnTo>
                  <a:cubicBezTo>
                    <a:pt x="4477" y="1292"/>
                    <a:pt x="4477" y="1197"/>
                    <a:pt x="4430" y="1102"/>
                  </a:cubicBezTo>
                  <a:cubicBezTo>
                    <a:pt x="4394" y="1078"/>
                    <a:pt x="4352" y="1066"/>
                    <a:pt x="4310" y="1066"/>
                  </a:cubicBezTo>
                  <a:cubicBezTo>
                    <a:pt x="4269" y="1066"/>
                    <a:pt x="4227" y="1078"/>
                    <a:pt x="4191" y="1102"/>
                  </a:cubicBezTo>
                  <a:lnTo>
                    <a:pt x="2929" y="2364"/>
                  </a:lnTo>
                  <a:lnTo>
                    <a:pt x="2929" y="2245"/>
                  </a:lnTo>
                  <a:cubicBezTo>
                    <a:pt x="2905" y="1745"/>
                    <a:pt x="3120" y="1197"/>
                    <a:pt x="3477" y="840"/>
                  </a:cubicBezTo>
                  <a:cubicBezTo>
                    <a:pt x="3834" y="554"/>
                    <a:pt x="4287" y="340"/>
                    <a:pt x="4787" y="340"/>
                  </a:cubicBezTo>
                  <a:close/>
                  <a:moveTo>
                    <a:pt x="1691" y="364"/>
                  </a:moveTo>
                  <a:cubicBezTo>
                    <a:pt x="2191" y="364"/>
                    <a:pt x="2643" y="554"/>
                    <a:pt x="3001" y="911"/>
                  </a:cubicBezTo>
                  <a:lnTo>
                    <a:pt x="3024" y="935"/>
                  </a:lnTo>
                  <a:cubicBezTo>
                    <a:pt x="3024" y="935"/>
                    <a:pt x="3001" y="959"/>
                    <a:pt x="3001" y="983"/>
                  </a:cubicBezTo>
                  <a:cubicBezTo>
                    <a:pt x="2882" y="1173"/>
                    <a:pt x="2763" y="1388"/>
                    <a:pt x="2691" y="1626"/>
                  </a:cubicBezTo>
                  <a:lnTo>
                    <a:pt x="2262" y="1173"/>
                  </a:lnTo>
                  <a:cubicBezTo>
                    <a:pt x="2227" y="1138"/>
                    <a:pt x="2185" y="1120"/>
                    <a:pt x="2143" y="1120"/>
                  </a:cubicBezTo>
                  <a:cubicBezTo>
                    <a:pt x="2102" y="1120"/>
                    <a:pt x="2060" y="1138"/>
                    <a:pt x="2024" y="1173"/>
                  </a:cubicBezTo>
                  <a:cubicBezTo>
                    <a:pt x="1953" y="1221"/>
                    <a:pt x="1953" y="1316"/>
                    <a:pt x="2024" y="1412"/>
                  </a:cubicBezTo>
                  <a:lnTo>
                    <a:pt x="2620" y="2007"/>
                  </a:lnTo>
                  <a:lnTo>
                    <a:pt x="2620" y="2102"/>
                  </a:lnTo>
                  <a:lnTo>
                    <a:pt x="2620" y="2459"/>
                  </a:lnTo>
                  <a:lnTo>
                    <a:pt x="2143" y="2459"/>
                  </a:lnTo>
                  <a:cubicBezTo>
                    <a:pt x="1977" y="2364"/>
                    <a:pt x="1858" y="2269"/>
                    <a:pt x="1738" y="2150"/>
                  </a:cubicBezTo>
                  <a:cubicBezTo>
                    <a:pt x="1381" y="1745"/>
                    <a:pt x="1191" y="1197"/>
                    <a:pt x="1238" y="673"/>
                  </a:cubicBezTo>
                  <a:cubicBezTo>
                    <a:pt x="1262" y="435"/>
                    <a:pt x="1477" y="364"/>
                    <a:pt x="1691" y="364"/>
                  </a:cubicBezTo>
                  <a:close/>
                  <a:moveTo>
                    <a:pt x="4430" y="2721"/>
                  </a:moveTo>
                  <a:cubicBezTo>
                    <a:pt x="4644" y="2721"/>
                    <a:pt x="4811" y="2864"/>
                    <a:pt x="4811" y="3079"/>
                  </a:cubicBezTo>
                  <a:cubicBezTo>
                    <a:pt x="4811" y="3293"/>
                    <a:pt x="4668" y="3460"/>
                    <a:pt x="4453" y="3460"/>
                  </a:cubicBezTo>
                  <a:lnTo>
                    <a:pt x="2048" y="3460"/>
                  </a:lnTo>
                  <a:cubicBezTo>
                    <a:pt x="1834" y="3460"/>
                    <a:pt x="1667" y="3293"/>
                    <a:pt x="1691" y="3079"/>
                  </a:cubicBezTo>
                  <a:cubicBezTo>
                    <a:pt x="1667" y="2864"/>
                    <a:pt x="1834" y="2721"/>
                    <a:pt x="2024" y="2721"/>
                  </a:cubicBezTo>
                  <a:close/>
                  <a:moveTo>
                    <a:pt x="1663" y="0"/>
                  </a:moveTo>
                  <a:cubicBezTo>
                    <a:pt x="1609" y="0"/>
                    <a:pt x="1555" y="2"/>
                    <a:pt x="1500" y="6"/>
                  </a:cubicBezTo>
                  <a:cubicBezTo>
                    <a:pt x="1191" y="30"/>
                    <a:pt x="953" y="268"/>
                    <a:pt x="905" y="602"/>
                  </a:cubicBezTo>
                  <a:cubicBezTo>
                    <a:pt x="857" y="1221"/>
                    <a:pt x="1096" y="1864"/>
                    <a:pt x="1548" y="2293"/>
                  </a:cubicBezTo>
                  <a:lnTo>
                    <a:pt x="1691" y="2459"/>
                  </a:lnTo>
                  <a:cubicBezTo>
                    <a:pt x="1453" y="2578"/>
                    <a:pt x="1310" y="2817"/>
                    <a:pt x="1310" y="3079"/>
                  </a:cubicBezTo>
                  <a:cubicBezTo>
                    <a:pt x="1310" y="3412"/>
                    <a:pt x="1548" y="3674"/>
                    <a:pt x="1834" y="3769"/>
                  </a:cubicBezTo>
                  <a:lnTo>
                    <a:pt x="1834" y="5222"/>
                  </a:lnTo>
                  <a:cubicBezTo>
                    <a:pt x="1834" y="5436"/>
                    <a:pt x="1715" y="5627"/>
                    <a:pt x="1548" y="5722"/>
                  </a:cubicBezTo>
                  <a:cubicBezTo>
                    <a:pt x="1238" y="5912"/>
                    <a:pt x="953" y="6103"/>
                    <a:pt x="738" y="6341"/>
                  </a:cubicBezTo>
                  <a:cubicBezTo>
                    <a:pt x="667" y="6413"/>
                    <a:pt x="667" y="6532"/>
                    <a:pt x="738" y="6579"/>
                  </a:cubicBezTo>
                  <a:cubicBezTo>
                    <a:pt x="762" y="6615"/>
                    <a:pt x="804" y="6633"/>
                    <a:pt x="848" y="6633"/>
                  </a:cubicBezTo>
                  <a:cubicBezTo>
                    <a:pt x="893" y="6633"/>
                    <a:pt x="941" y="6615"/>
                    <a:pt x="976" y="6579"/>
                  </a:cubicBezTo>
                  <a:cubicBezTo>
                    <a:pt x="1191" y="6341"/>
                    <a:pt x="1429" y="6174"/>
                    <a:pt x="1715" y="6032"/>
                  </a:cubicBezTo>
                  <a:cubicBezTo>
                    <a:pt x="2024" y="5865"/>
                    <a:pt x="2191" y="5555"/>
                    <a:pt x="2191" y="5222"/>
                  </a:cubicBezTo>
                  <a:lnTo>
                    <a:pt x="2191" y="3769"/>
                  </a:lnTo>
                  <a:lnTo>
                    <a:pt x="4310" y="3769"/>
                  </a:lnTo>
                  <a:lnTo>
                    <a:pt x="4310" y="5222"/>
                  </a:lnTo>
                  <a:cubicBezTo>
                    <a:pt x="4310" y="5555"/>
                    <a:pt x="4477" y="5841"/>
                    <a:pt x="4787" y="6032"/>
                  </a:cubicBezTo>
                  <a:cubicBezTo>
                    <a:pt x="5644" y="6508"/>
                    <a:pt x="6192" y="7413"/>
                    <a:pt x="6192" y="8437"/>
                  </a:cubicBezTo>
                  <a:cubicBezTo>
                    <a:pt x="6192" y="9008"/>
                    <a:pt x="5954" y="9556"/>
                    <a:pt x="5501" y="9961"/>
                  </a:cubicBezTo>
                  <a:cubicBezTo>
                    <a:pt x="5073" y="10366"/>
                    <a:pt x="4525" y="10580"/>
                    <a:pt x="3953" y="10580"/>
                  </a:cubicBezTo>
                  <a:lnTo>
                    <a:pt x="2548" y="10580"/>
                  </a:lnTo>
                  <a:cubicBezTo>
                    <a:pt x="1953" y="10580"/>
                    <a:pt x="1429" y="10366"/>
                    <a:pt x="1000" y="9961"/>
                  </a:cubicBezTo>
                  <a:cubicBezTo>
                    <a:pt x="595" y="9532"/>
                    <a:pt x="357" y="9008"/>
                    <a:pt x="310" y="8437"/>
                  </a:cubicBezTo>
                  <a:cubicBezTo>
                    <a:pt x="310" y="7960"/>
                    <a:pt x="405" y="7484"/>
                    <a:pt x="643" y="7103"/>
                  </a:cubicBezTo>
                  <a:cubicBezTo>
                    <a:pt x="667" y="7008"/>
                    <a:pt x="643" y="6913"/>
                    <a:pt x="595" y="6889"/>
                  </a:cubicBezTo>
                  <a:cubicBezTo>
                    <a:pt x="570" y="6882"/>
                    <a:pt x="544" y="6879"/>
                    <a:pt x="520" y="6879"/>
                  </a:cubicBezTo>
                  <a:cubicBezTo>
                    <a:pt x="454" y="6879"/>
                    <a:pt x="398" y="6902"/>
                    <a:pt x="381" y="6936"/>
                  </a:cubicBezTo>
                  <a:cubicBezTo>
                    <a:pt x="143" y="7389"/>
                    <a:pt x="24" y="7937"/>
                    <a:pt x="24" y="8461"/>
                  </a:cubicBezTo>
                  <a:cubicBezTo>
                    <a:pt x="0" y="9127"/>
                    <a:pt x="262" y="9747"/>
                    <a:pt x="738" y="10199"/>
                  </a:cubicBezTo>
                  <a:cubicBezTo>
                    <a:pt x="1215" y="10675"/>
                    <a:pt x="1834" y="10913"/>
                    <a:pt x="2524" y="10913"/>
                  </a:cubicBezTo>
                  <a:lnTo>
                    <a:pt x="3929" y="10913"/>
                  </a:lnTo>
                  <a:cubicBezTo>
                    <a:pt x="4572" y="10913"/>
                    <a:pt x="5192" y="10628"/>
                    <a:pt x="5716" y="10199"/>
                  </a:cubicBezTo>
                  <a:cubicBezTo>
                    <a:pt x="6192" y="9723"/>
                    <a:pt x="6454" y="9127"/>
                    <a:pt x="6478" y="8437"/>
                  </a:cubicBezTo>
                  <a:cubicBezTo>
                    <a:pt x="6478" y="7865"/>
                    <a:pt x="6359" y="7270"/>
                    <a:pt x="6073" y="6794"/>
                  </a:cubicBezTo>
                  <a:cubicBezTo>
                    <a:pt x="5787" y="6341"/>
                    <a:pt x="5406" y="5984"/>
                    <a:pt x="4930" y="5722"/>
                  </a:cubicBezTo>
                  <a:cubicBezTo>
                    <a:pt x="4763" y="5627"/>
                    <a:pt x="4644" y="5436"/>
                    <a:pt x="4644" y="5222"/>
                  </a:cubicBezTo>
                  <a:lnTo>
                    <a:pt x="4644" y="3769"/>
                  </a:lnTo>
                  <a:cubicBezTo>
                    <a:pt x="4930" y="3698"/>
                    <a:pt x="5168" y="3412"/>
                    <a:pt x="5168" y="3079"/>
                  </a:cubicBezTo>
                  <a:cubicBezTo>
                    <a:pt x="5168" y="2817"/>
                    <a:pt x="5025" y="2578"/>
                    <a:pt x="4787" y="2459"/>
                  </a:cubicBezTo>
                  <a:cubicBezTo>
                    <a:pt x="4834" y="2388"/>
                    <a:pt x="4906" y="2364"/>
                    <a:pt x="4930" y="2293"/>
                  </a:cubicBezTo>
                  <a:cubicBezTo>
                    <a:pt x="5382" y="1864"/>
                    <a:pt x="5620" y="1221"/>
                    <a:pt x="5549" y="602"/>
                  </a:cubicBezTo>
                  <a:cubicBezTo>
                    <a:pt x="5525" y="268"/>
                    <a:pt x="5287" y="30"/>
                    <a:pt x="4953" y="6"/>
                  </a:cubicBezTo>
                  <a:cubicBezTo>
                    <a:pt x="4901" y="2"/>
                    <a:pt x="4849" y="0"/>
                    <a:pt x="4797" y="0"/>
                  </a:cubicBezTo>
                  <a:cubicBezTo>
                    <a:pt x="4231" y="0"/>
                    <a:pt x="3677" y="233"/>
                    <a:pt x="3263" y="626"/>
                  </a:cubicBezTo>
                  <a:lnTo>
                    <a:pt x="3239" y="673"/>
                  </a:lnTo>
                  <a:lnTo>
                    <a:pt x="3215" y="626"/>
                  </a:lnTo>
                  <a:cubicBezTo>
                    <a:pt x="2801" y="233"/>
                    <a:pt x="2247" y="0"/>
                    <a:pt x="1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1" name="Google Shape;20711;p96"/>
          <p:cNvGrpSpPr/>
          <p:nvPr/>
        </p:nvGrpSpPr>
        <p:grpSpPr>
          <a:xfrm>
            <a:off x="4016080" y="1775393"/>
            <a:ext cx="357743" cy="343501"/>
            <a:chOff x="4018039" y="1927793"/>
            <a:chExt cx="357743" cy="343501"/>
          </a:xfrm>
        </p:grpSpPr>
        <p:sp>
          <p:nvSpPr>
            <p:cNvPr id="20712" name="Google Shape;20712;p96"/>
            <p:cNvSpPr/>
            <p:nvPr/>
          </p:nvSpPr>
          <p:spPr>
            <a:xfrm>
              <a:off x="4047400" y="2163683"/>
              <a:ext cx="81917" cy="81917"/>
            </a:xfrm>
            <a:custGeom>
              <a:rect b="b" l="l" r="r" t="t"/>
              <a:pathLst>
                <a:path extrusionOk="0" h="2525" w="2525">
                  <a:moveTo>
                    <a:pt x="1762" y="0"/>
                  </a:moveTo>
                  <a:lnTo>
                    <a:pt x="0" y="1739"/>
                  </a:lnTo>
                  <a:lnTo>
                    <a:pt x="762" y="2525"/>
                  </a:lnTo>
                  <a:lnTo>
                    <a:pt x="2524" y="762"/>
                  </a:lnTo>
                  <a:lnTo>
                    <a:pt x="1762"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96"/>
            <p:cNvSpPr/>
            <p:nvPr/>
          </p:nvSpPr>
          <p:spPr>
            <a:xfrm>
              <a:off x="4252891" y="1932400"/>
              <a:ext cx="118253" cy="107709"/>
            </a:xfrm>
            <a:custGeom>
              <a:rect b="b" l="l" r="r" t="t"/>
              <a:pathLst>
                <a:path extrusionOk="0" h="3320" w="3645">
                  <a:moveTo>
                    <a:pt x="3221" y="1"/>
                  </a:moveTo>
                  <a:cubicBezTo>
                    <a:pt x="2929" y="1"/>
                    <a:pt x="2646" y="126"/>
                    <a:pt x="2406" y="366"/>
                  </a:cubicBezTo>
                  <a:lnTo>
                    <a:pt x="1" y="2771"/>
                  </a:lnTo>
                  <a:lnTo>
                    <a:pt x="548" y="3319"/>
                  </a:lnTo>
                  <a:lnTo>
                    <a:pt x="3549" y="295"/>
                  </a:lnTo>
                  <a:cubicBezTo>
                    <a:pt x="3644" y="223"/>
                    <a:pt x="3597" y="57"/>
                    <a:pt x="3478" y="33"/>
                  </a:cubicBezTo>
                  <a:cubicBezTo>
                    <a:pt x="3392" y="11"/>
                    <a:pt x="3306" y="1"/>
                    <a:pt x="3221"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96"/>
            <p:cNvSpPr/>
            <p:nvPr/>
          </p:nvSpPr>
          <p:spPr>
            <a:xfrm>
              <a:off x="4253669" y="1991381"/>
              <a:ext cx="47918" cy="47171"/>
            </a:xfrm>
            <a:custGeom>
              <a:rect b="b" l="l" r="r" t="t"/>
              <a:pathLst>
                <a:path extrusionOk="0" h="1454" w="1477">
                  <a:moveTo>
                    <a:pt x="929" y="1"/>
                  </a:moveTo>
                  <a:lnTo>
                    <a:pt x="1" y="930"/>
                  </a:lnTo>
                  <a:lnTo>
                    <a:pt x="548" y="1453"/>
                  </a:lnTo>
                  <a:lnTo>
                    <a:pt x="1477" y="549"/>
                  </a:lnTo>
                  <a:lnTo>
                    <a:pt x="929"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96"/>
            <p:cNvSpPr/>
            <p:nvPr/>
          </p:nvSpPr>
          <p:spPr>
            <a:xfrm>
              <a:off x="4222752" y="1997966"/>
              <a:ext cx="72671" cy="71503"/>
            </a:xfrm>
            <a:custGeom>
              <a:rect b="b" l="l" r="r" t="t"/>
              <a:pathLst>
                <a:path extrusionOk="0" h="2204" w="2240">
                  <a:moveTo>
                    <a:pt x="1084" y="0"/>
                  </a:moveTo>
                  <a:cubicBezTo>
                    <a:pt x="936" y="0"/>
                    <a:pt x="787" y="60"/>
                    <a:pt x="668" y="179"/>
                  </a:cubicBezTo>
                  <a:lnTo>
                    <a:pt x="1" y="846"/>
                  </a:lnTo>
                  <a:lnTo>
                    <a:pt x="1382" y="2203"/>
                  </a:lnTo>
                  <a:lnTo>
                    <a:pt x="2025" y="1560"/>
                  </a:lnTo>
                  <a:cubicBezTo>
                    <a:pt x="2239" y="1322"/>
                    <a:pt x="2239" y="965"/>
                    <a:pt x="2025" y="727"/>
                  </a:cubicBezTo>
                  <a:lnTo>
                    <a:pt x="1501" y="179"/>
                  </a:lnTo>
                  <a:cubicBezTo>
                    <a:pt x="1382" y="60"/>
                    <a:pt x="1233" y="0"/>
                    <a:pt x="1084"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96"/>
            <p:cNvSpPr/>
            <p:nvPr/>
          </p:nvSpPr>
          <p:spPr>
            <a:xfrm>
              <a:off x="4253669" y="2007602"/>
              <a:ext cx="41753" cy="61868"/>
            </a:xfrm>
            <a:custGeom>
              <a:rect b="b" l="l" r="r" t="t"/>
              <a:pathLst>
                <a:path extrusionOk="0" h="1907" w="1287">
                  <a:moveTo>
                    <a:pt x="667" y="1"/>
                  </a:moveTo>
                  <a:lnTo>
                    <a:pt x="693" y="29"/>
                  </a:lnTo>
                  <a:lnTo>
                    <a:pt x="693" y="29"/>
                  </a:lnTo>
                  <a:cubicBezTo>
                    <a:pt x="685" y="19"/>
                    <a:pt x="676" y="10"/>
                    <a:pt x="667" y="1"/>
                  </a:cubicBezTo>
                  <a:close/>
                  <a:moveTo>
                    <a:pt x="693" y="29"/>
                  </a:moveTo>
                  <a:lnTo>
                    <a:pt x="693" y="29"/>
                  </a:lnTo>
                  <a:cubicBezTo>
                    <a:pt x="905" y="266"/>
                    <a:pt x="896" y="605"/>
                    <a:pt x="667" y="834"/>
                  </a:cubicBezTo>
                  <a:lnTo>
                    <a:pt x="1" y="1501"/>
                  </a:lnTo>
                  <a:lnTo>
                    <a:pt x="429" y="1906"/>
                  </a:lnTo>
                  <a:lnTo>
                    <a:pt x="1072" y="1263"/>
                  </a:lnTo>
                  <a:cubicBezTo>
                    <a:pt x="1286" y="1025"/>
                    <a:pt x="1286" y="668"/>
                    <a:pt x="1072" y="430"/>
                  </a:cubicBezTo>
                  <a:lnTo>
                    <a:pt x="693" y="29"/>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96"/>
            <p:cNvSpPr/>
            <p:nvPr/>
          </p:nvSpPr>
          <p:spPr>
            <a:xfrm>
              <a:off x="4075203" y="2006661"/>
              <a:ext cx="212498" cy="211136"/>
            </a:xfrm>
            <a:custGeom>
              <a:rect b="b" l="l" r="r" t="t"/>
              <a:pathLst>
                <a:path extrusionOk="0" h="6508" w="6550">
                  <a:moveTo>
                    <a:pt x="4218" y="0"/>
                  </a:moveTo>
                  <a:cubicBezTo>
                    <a:pt x="3989" y="0"/>
                    <a:pt x="3763" y="89"/>
                    <a:pt x="3596" y="268"/>
                  </a:cubicBezTo>
                  <a:lnTo>
                    <a:pt x="0" y="3888"/>
                  </a:lnTo>
                  <a:lnTo>
                    <a:pt x="2620" y="6507"/>
                  </a:lnTo>
                  <a:lnTo>
                    <a:pt x="6216" y="2888"/>
                  </a:lnTo>
                  <a:cubicBezTo>
                    <a:pt x="6549" y="2578"/>
                    <a:pt x="6549" y="2006"/>
                    <a:pt x="6216" y="1649"/>
                  </a:cubicBezTo>
                  <a:lnTo>
                    <a:pt x="4859" y="268"/>
                  </a:lnTo>
                  <a:cubicBezTo>
                    <a:pt x="4680" y="89"/>
                    <a:pt x="4448" y="0"/>
                    <a:pt x="4218"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96"/>
            <p:cNvSpPr/>
            <p:nvPr/>
          </p:nvSpPr>
          <p:spPr>
            <a:xfrm>
              <a:off x="4147063" y="2046241"/>
              <a:ext cx="140638" cy="171556"/>
            </a:xfrm>
            <a:custGeom>
              <a:rect b="b" l="l" r="r" t="t"/>
              <a:pathLst>
                <a:path extrusionOk="0" h="5288" w="4335">
                  <a:moveTo>
                    <a:pt x="3596" y="1"/>
                  </a:moveTo>
                  <a:lnTo>
                    <a:pt x="3633" y="40"/>
                  </a:lnTo>
                  <a:lnTo>
                    <a:pt x="3633" y="40"/>
                  </a:lnTo>
                  <a:cubicBezTo>
                    <a:pt x="3621" y="26"/>
                    <a:pt x="3609" y="13"/>
                    <a:pt x="3596" y="1"/>
                  </a:cubicBezTo>
                  <a:close/>
                  <a:moveTo>
                    <a:pt x="3633" y="40"/>
                  </a:moveTo>
                  <a:cubicBezTo>
                    <a:pt x="3953" y="398"/>
                    <a:pt x="3941" y="941"/>
                    <a:pt x="3596" y="1263"/>
                  </a:cubicBezTo>
                  <a:lnTo>
                    <a:pt x="0" y="4859"/>
                  </a:lnTo>
                  <a:lnTo>
                    <a:pt x="405" y="5287"/>
                  </a:lnTo>
                  <a:lnTo>
                    <a:pt x="4001" y="1668"/>
                  </a:lnTo>
                  <a:cubicBezTo>
                    <a:pt x="4334" y="1358"/>
                    <a:pt x="4334" y="786"/>
                    <a:pt x="4001" y="429"/>
                  </a:cubicBezTo>
                  <a:lnTo>
                    <a:pt x="3633" y="4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96"/>
            <p:cNvSpPr/>
            <p:nvPr/>
          </p:nvSpPr>
          <p:spPr>
            <a:xfrm>
              <a:off x="4126203" y="2034075"/>
              <a:ext cx="133696" cy="131003"/>
            </a:xfrm>
            <a:custGeom>
              <a:rect b="b" l="l" r="r" t="t"/>
              <a:pathLst>
                <a:path extrusionOk="0" h="4038" w="4121">
                  <a:moveTo>
                    <a:pt x="2635" y="1"/>
                  </a:moveTo>
                  <a:cubicBezTo>
                    <a:pt x="2554" y="1"/>
                    <a:pt x="2477" y="30"/>
                    <a:pt x="2429" y="90"/>
                  </a:cubicBezTo>
                  <a:lnTo>
                    <a:pt x="119" y="2376"/>
                  </a:lnTo>
                  <a:cubicBezTo>
                    <a:pt x="0" y="2495"/>
                    <a:pt x="0" y="2709"/>
                    <a:pt x="119" y="2828"/>
                  </a:cubicBezTo>
                  <a:lnTo>
                    <a:pt x="1262" y="3948"/>
                  </a:lnTo>
                  <a:cubicBezTo>
                    <a:pt x="1322" y="4007"/>
                    <a:pt x="1405" y="4037"/>
                    <a:pt x="1489" y="4037"/>
                  </a:cubicBezTo>
                  <a:cubicBezTo>
                    <a:pt x="1572" y="4037"/>
                    <a:pt x="1655" y="4007"/>
                    <a:pt x="1715" y="3948"/>
                  </a:cubicBezTo>
                  <a:lnTo>
                    <a:pt x="4001" y="1662"/>
                  </a:lnTo>
                  <a:cubicBezTo>
                    <a:pt x="4120" y="1542"/>
                    <a:pt x="4120" y="1328"/>
                    <a:pt x="4001" y="1209"/>
                  </a:cubicBezTo>
                  <a:lnTo>
                    <a:pt x="2858" y="90"/>
                  </a:lnTo>
                  <a:cubicBezTo>
                    <a:pt x="2798" y="30"/>
                    <a:pt x="2715" y="1"/>
                    <a:pt x="2635"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96"/>
            <p:cNvSpPr/>
            <p:nvPr/>
          </p:nvSpPr>
          <p:spPr>
            <a:xfrm>
              <a:off x="4153227" y="2060159"/>
              <a:ext cx="106671" cy="104919"/>
            </a:xfrm>
            <a:custGeom>
              <a:rect b="b" l="l" r="r" t="t"/>
              <a:pathLst>
                <a:path extrusionOk="0" h="3234" w="3288">
                  <a:moveTo>
                    <a:pt x="1" y="2739"/>
                  </a:moveTo>
                  <a:cubicBezTo>
                    <a:pt x="4" y="2743"/>
                    <a:pt x="8" y="2746"/>
                    <a:pt x="12" y="2750"/>
                  </a:cubicBezTo>
                  <a:lnTo>
                    <a:pt x="12" y="2750"/>
                  </a:lnTo>
                  <a:lnTo>
                    <a:pt x="1" y="2739"/>
                  </a:lnTo>
                  <a:close/>
                  <a:moveTo>
                    <a:pt x="2739" y="0"/>
                  </a:moveTo>
                  <a:lnTo>
                    <a:pt x="2739" y="0"/>
                  </a:lnTo>
                  <a:cubicBezTo>
                    <a:pt x="2858" y="119"/>
                    <a:pt x="2858" y="334"/>
                    <a:pt x="2739" y="453"/>
                  </a:cubicBezTo>
                  <a:lnTo>
                    <a:pt x="453" y="2739"/>
                  </a:lnTo>
                  <a:cubicBezTo>
                    <a:pt x="394" y="2798"/>
                    <a:pt x="310" y="2828"/>
                    <a:pt x="227" y="2828"/>
                  </a:cubicBezTo>
                  <a:cubicBezTo>
                    <a:pt x="149" y="2828"/>
                    <a:pt x="71" y="2802"/>
                    <a:pt x="12" y="2750"/>
                  </a:cubicBezTo>
                  <a:lnTo>
                    <a:pt x="12" y="2750"/>
                  </a:lnTo>
                  <a:lnTo>
                    <a:pt x="429" y="3144"/>
                  </a:lnTo>
                  <a:cubicBezTo>
                    <a:pt x="489" y="3203"/>
                    <a:pt x="572" y="3233"/>
                    <a:pt x="656" y="3233"/>
                  </a:cubicBezTo>
                  <a:cubicBezTo>
                    <a:pt x="739" y="3233"/>
                    <a:pt x="822" y="3203"/>
                    <a:pt x="882" y="3144"/>
                  </a:cubicBezTo>
                  <a:lnTo>
                    <a:pt x="3168" y="858"/>
                  </a:lnTo>
                  <a:cubicBezTo>
                    <a:pt x="3287" y="738"/>
                    <a:pt x="3287" y="524"/>
                    <a:pt x="3168" y="405"/>
                  </a:cubicBezTo>
                  <a:lnTo>
                    <a:pt x="273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96"/>
            <p:cNvSpPr/>
            <p:nvPr/>
          </p:nvSpPr>
          <p:spPr>
            <a:xfrm>
              <a:off x="4078285" y="2163683"/>
              <a:ext cx="51032" cy="51032"/>
            </a:xfrm>
            <a:custGeom>
              <a:rect b="b" l="l" r="r" t="t"/>
              <a:pathLst>
                <a:path extrusionOk="0" h="1573" w="1573">
                  <a:moveTo>
                    <a:pt x="810" y="0"/>
                  </a:moveTo>
                  <a:lnTo>
                    <a:pt x="1" y="786"/>
                  </a:lnTo>
                  <a:lnTo>
                    <a:pt x="763" y="1572"/>
                  </a:lnTo>
                  <a:lnTo>
                    <a:pt x="1572" y="762"/>
                  </a:lnTo>
                  <a:lnTo>
                    <a:pt x="810"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96"/>
            <p:cNvSpPr/>
            <p:nvPr/>
          </p:nvSpPr>
          <p:spPr>
            <a:xfrm>
              <a:off x="4048146" y="2106908"/>
              <a:ext cx="139113" cy="136583"/>
            </a:xfrm>
            <a:custGeom>
              <a:rect b="b" l="l" r="r" t="t"/>
              <a:pathLst>
                <a:path extrusionOk="0" h="4210" w="4288">
                  <a:moveTo>
                    <a:pt x="784" y="0"/>
                  </a:moveTo>
                  <a:cubicBezTo>
                    <a:pt x="686" y="0"/>
                    <a:pt x="584" y="36"/>
                    <a:pt x="501" y="107"/>
                  </a:cubicBezTo>
                  <a:lnTo>
                    <a:pt x="144" y="464"/>
                  </a:lnTo>
                  <a:cubicBezTo>
                    <a:pt x="1" y="607"/>
                    <a:pt x="1" y="845"/>
                    <a:pt x="144" y="988"/>
                  </a:cubicBezTo>
                  <a:lnTo>
                    <a:pt x="3240" y="4084"/>
                  </a:lnTo>
                  <a:cubicBezTo>
                    <a:pt x="3323" y="4168"/>
                    <a:pt x="3424" y="4209"/>
                    <a:pt x="3522" y="4209"/>
                  </a:cubicBezTo>
                  <a:cubicBezTo>
                    <a:pt x="3621" y="4209"/>
                    <a:pt x="3716" y="4168"/>
                    <a:pt x="3787" y="4084"/>
                  </a:cubicBezTo>
                  <a:lnTo>
                    <a:pt x="4145" y="3727"/>
                  </a:lnTo>
                  <a:cubicBezTo>
                    <a:pt x="4287" y="3584"/>
                    <a:pt x="4287" y="3346"/>
                    <a:pt x="4145" y="3203"/>
                  </a:cubicBezTo>
                  <a:lnTo>
                    <a:pt x="1049" y="107"/>
                  </a:lnTo>
                  <a:cubicBezTo>
                    <a:pt x="977" y="36"/>
                    <a:pt x="882" y="0"/>
                    <a:pt x="784"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96"/>
            <p:cNvSpPr/>
            <p:nvPr/>
          </p:nvSpPr>
          <p:spPr>
            <a:xfrm>
              <a:off x="4140088" y="2196904"/>
              <a:ext cx="47171" cy="46587"/>
            </a:xfrm>
            <a:custGeom>
              <a:rect b="b" l="l" r="r" t="t"/>
              <a:pathLst>
                <a:path extrusionOk="0" h="1436" w="1454">
                  <a:moveTo>
                    <a:pt x="882" y="0"/>
                  </a:moveTo>
                  <a:lnTo>
                    <a:pt x="882" y="0"/>
                  </a:lnTo>
                  <a:cubicBezTo>
                    <a:pt x="1049" y="167"/>
                    <a:pt x="1049" y="405"/>
                    <a:pt x="882" y="548"/>
                  </a:cubicBezTo>
                  <a:lnTo>
                    <a:pt x="525" y="905"/>
                  </a:lnTo>
                  <a:cubicBezTo>
                    <a:pt x="453" y="977"/>
                    <a:pt x="358" y="1012"/>
                    <a:pt x="263" y="1012"/>
                  </a:cubicBezTo>
                  <a:cubicBezTo>
                    <a:pt x="167" y="1012"/>
                    <a:pt x="72" y="977"/>
                    <a:pt x="1" y="905"/>
                  </a:cubicBezTo>
                  <a:lnTo>
                    <a:pt x="1" y="905"/>
                  </a:lnTo>
                  <a:lnTo>
                    <a:pt x="406" y="1310"/>
                  </a:lnTo>
                  <a:cubicBezTo>
                    <a:pt x="489" y="1394"/>
                    <a:pt x="590" y="1435"/>
                    <a:pt x="688" y="1435"/>
                  </a:cubicBezTo>
                  <a:cubicBezTo>
                    <a:pt x="787" y="1435"/>
                    <a:pt x="882" y="1394"/>
                    <a:pt x="953" y="1310"/>
                  </a:cubicBezTo>
                  <a:lnTo>
                    <a:pt x="1311" y="953"/>
                  </a:lnTo>
                  <a:cubicBezTo>
                    <a:pt x="1453" y="810"/>
                    <a:pt x="1453" y="572"/>
                    <a:pt x="1311" y="429"/>
                  </a:cubicBezTo>
                  <a:lnTo>
                    <a:pt x="88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96"/>
            <p:cNvSpPr/>
            <p:nvPr/>
          </p:nvSpPr>
          <p:spPr>
            <a:xfrm>
              <a:off x="4024982" y="2196125"/>
              <a:ext cx="73417" cy="70141"/>
            </a:xfrm>
            <a:custGeom>
              <a:rect b="b" l="l" r="r" t="t"/>
              <a:pathLst>
                <a:path extrusionOk="0" h="2162" w="2263">
                  <a:moveTo>
                    <a:pt x="554" y="1"/>
                  </a:moveTo>
                  <a:cubicBezTo>
                    <a:pt x="423" y="1"/>
                    <a:pt x="298" y="48"/>
                    <a:pt x="215" y="143"/>
                  </a:cubicBezTo>
                  <a:cubicBezTo>
                    <a:pt x="0" y="358"/>
                    <a:pt x="0" y="691"/>
                    <a:pt x="215" y="858"/>
                  </a:cubicBezTo>
                  <a:lnTo>
                    <a:pt x="1334" y="2001"/>
                  </a:lnTo>
                  <a:cubicBezTo>
                    <a:pt x="1441" y="2108"/>
                    <a:pt x="1578" y="2162"/>
                    <a:pt x="1709" y="2162"/>
                  </a:cubicBezTo>
                  <a:cubicBezTo>
                    <a:pt x="1840" y="2162"/>
                    <a:pt x="1965" y="2108"/>
                    <a:pt x="2048" y="2001"/>
                  </a:cubicBezTo>
                  <a:cubicBezTo>
                    <a:pt x="2263" y="1787"/>
                    <a:pt x="2263" y="1453"/>
                    <a:pt x="2048" y="1287"/>
                  </a:cubicBezTo>
                  <a:lnTo>
                    <a:pt x="929" y="143"/>
                  </a:lnTo>
                  <a:cubicBezTo>
                    <a:pt x="822" y="48"/>
                    <a:pt x="685" y="1"/>
                    <a:pt x="554"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96"/>
            <p:cNvSpPr/>
            <p:nvPr/>
          </p:nvSpPr>
          <p:spPr>
            <a:xfrm>
              <a:off x="4055121" y="2223928"/>
              <a:ext cx="43278" cy="42337"/>
            </a:xfrm>
            <a:custGeom>
              <a:rect b="b" l="l" r="r" t="t"/>
              <a:pathLst>
                <a:path extrusionOk="0" h="1305" w="1334">
                  <a:moveTo>
                    <a:pt x="715" y="1"/>
                  </a:moveTo>
                  <a:lnTo>
                    <a:pt x="737" y="25"/>
                  </a:lnTo>
                  <a:lnTo>
                    <a:pt x="737" y="25"/>
                  </a:lnTo>
                  <a:cubicBezTo>
                    <a:pt x="730" y="17"/>
                    <a:pt x="723" y="9"/>
                    <a:pt x="715" y="1"/>
                  </a:cubicBezTo>
                  <a:close/>
                  <a:moveTo>
                    <a:pt x="0" y="715"/>
                  </a:moveTo>
                  <a:lnTo>
                    <a:pt x="0" y="715"/>
                  </a:lnTo>
                  <a:cubicBezTo>
                    <a:pt x="17" y="737"/>
                    <a:pt x="35" y="756"/>
                    <a:pt x="55" y="773"/>
                  </a:cubicBezTo>
                  <a:lnTo>
                    <a:pt x="55" y="773"/>
                  </a:lnTo>
                  <a:lnTo>
                    <a:pt x="0" y="715"/>
                  </a:lnTo>
                  <a:close/>
                  <a:moveTo>
                    <a:pt x="737" y="25"/>
                  </a:moveTo>
                  <a:cubicBezTo>
                    <a:pt x="929" y="240"/>
                    <a:pt x="921" y="555"/>
                    <a:pt x="715" y="715"/>
                  </a:cubicBezTo>
                  <a:cubicBezTo>
                    <a:pt x="607" y="822"/>
                    <a:pt x="471" y="876"/>
                    <a:pt x="340" y="876"/>
                  </a:cubicBezTo>
                  <a:cubicBezTo>
                    <a:pt x="235" y="876"/>
                    <a:pt x="133" y="842"/>
                    <a:pt x="55" y="773"/>
                  </a:cubicBezTo>
                  <a:lnTo>
                    <a:pt x="55" y="773"/>
                  </a:lnTo>
                  <a:lnTo>
                    <a:pt x="405" y="1144"/>
                  </a:lnTo>
                  <a:cubicBezTo>
                    <a:pt x="512" y="1251"/>
                    <a:pt x="649" y="1305"/>
                    <a:pt x="780" y="1305"/>
                  </a:cubicBezTo>
                  <a:cubicBezTo>
                    <a:pt x="911" y="1305"/>
                    <a:pt x="1036" y="1251"/>
                    <a:pt x="1119" y="1144"/>
                  </a:cubicBezTo>
                  <a:cubicBezTo>
                    <a:pt x="1334" y="930"/>
                    <a:pt x="1334" y="596"/>
                    <a:pt x="1119" y="430"/>
                  </a:cubicBezTo>
                  <a:lnTo>
                    <a:pt x="737" y="25"/>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96"/>
            <p:cNvSpPr/>
            <p:nvPr/>
          </p:nvSpPr>
          <p:spPr>
            <a:xfrm>
              <a:off x="4158645" y="2116349"/>
              <a:ext cx="16254" cy="15864"/>
            </a:xfrm>
            <a:custGeom>
              <a:rect b="b" l="l" r="r" t="t"/>
              <a:pathLst>
                <a:path extrusionOk="0" h="489" w="501">
                  <a:moveTo>
                    <a:pt x="185" y="1"/>
                  </a:moveTo>
                  <a:cubicBezTo>
                    <a:pt x="143" y="1"/>
                    <a:pt x="96" y="19"/>
                    <a:pt x="48" y="54"/>
                  </a:cubicBezTo>
                  <a:cubicBezTo>
                    <a:pt x="0" y="102"/>
                    <a:pt x="0" y="197"/>
                    <a:pt x="48" y="292"/>
                  </a:cubicBezTo>
                  <a:lnTo>
                    <a:pt x="191" y="435"/>
                  </a:lnTo>
                  <a:cubicBezTo>
                    <a:pt x="227" y="471"/>
                    <a:pt x="268" y="489"/>
                    <a:pt x="310" y="489"/>
                  </a:cubicBezTo>
                  <a:cubicBezTo>
                    <a:pt x="352" y="489"/>
                    <a:pt x="393" y="471"/>
                    <a:pt x="429" y="435"/>
                  </a:cubicBezTo>
                  <a:cubicBezTo>
                    <a:pt x="500" y="388"/>
                    <a:pt x="500" y="292"/>
                    <a:pt x="429" y="197"/>
                  </a:cubicBezTo>
                  <a:lnTo>
                    <a:pt x="286" y="54"/>
                  </a:lnTo>
                  <a:cubicBezTo>
                    <a:pt x="262" y="19"/>
                    <a:pt x="227" y="1"/>
                    <a:pt x="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96"/>
            <p:cNvSpPr/>
            <p:nvPr/>
          </p:nvSpPr>
          <p:spPr>
            <a:xfrm>
              <a:off x="4208866" y="2065350"/>
              <a:ext cx="17032" cy="15313"/>
            </a:xfrm>
            <a:custGeom>
              <a:rect b="b" l="l" r="r" t="t"/>
              <a:pathLst>
                <a:path extrusionOk="0" h="472" w="525">
                  <a:moveTo>
                    <a:pt x="209" y="1"/>
                  </a:moveTo>
                  <a:cubicBezTo>
                    <a:pt x="167" y="1"/>
                    <a:pt x="119" y="19"/>
                    <a:pt x="72" y="55"/>
                  </a:cubicBezTo>
                  <a:cubicBezTo>
                    <a:pt x="0" y="102"/>
                    <a:pt x="24" y="197"/>
                    <a:pt x="72" y="293"/>
                  </a:cubicBezTo>
                  <a:lnTo>
                    <a:pt x="238" y="436"/>
                  </a:lnTo>
                  <a:cubicBezTo>
                    <a:pt x="262" y="459"/>
                    <a:pt x="304" y="471"/>
                    <a:pt x="349" y="471"/>
                  </a:cubicBezTo>
                  <a:cubicBezTo>
                    <a:pt x="393" y="471"/>
                    <a:pt x="441" y="459"/>
                    <a:pt x="477" y="436"/>
                  </a:cubicBezTo>
                  <a:cubicBezTo>
                    <a:pt x="524" y="364"/>
                    <a:pt x="524" y="293"/>
                    <a:pt x="477" y="197"/>
                  </a:cubicBezTo>
                  <a:lnTo>
                    <a:pt x="310" y="55"/>
                  </a:lnTo>
                  <a:cubicBezTo>
                    <a:pt x="286" y="19"/>
                    <a:pt x="250"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96"/>
            <p:cNvSpPr/>
            <p:nvPr/>
          </p:nvSpPr>
          <p:spPr>
            <a:xfrm>
              <a:off x="4182588" y="2088741"/>
              <a:ext cx="23975" cy="23196"/>
            </a:xfrm>
            <a:custGeom>
              <a:rect b="b" l="l" r="r" t="t"/>
              <a:pathLst>
                <a:path extrusionOk="0" h="715" w="739">
                  <a:moveTo>
                    <a:pt x="524" y="0"/>
                  </a:moveTo>
                  <a:cubicBezTo>
                    <a:pt x="453" y="0"/>
                    <a:pt x="382" y="96"/>
                    <a:pt x="382" y="191"/>
                  </a:cubicBezTo>
                  <a:cubicBezTo>
                    <a:pt x="382" y="239"/>
                    <a:pt x="358" y="310"/>
                    <a:pt x="334" y="334"/>
                  </a:cubicBezTo>
                  <a:cubicBezTo>
                    <a:pt x="286" y="358"/>
                    <a:pt x="239" y="405"/>
                    <a:pt x="167" y="405"/>
                  </a:cubicBezTo>
                  <a:cubicBezTo>
                    <a:pt x="96" y="405"/>
                    <a:pt x="24" y="453"/>
                    <a:pt x="1" y="548"/>
                  </a:cubicBezTo>
                  <a:cubicBezTo>
                    <a:pt x="1" y="643"/>
                    <a:pt x="48" y="715"/>
                    <a:pt x="143" y="715"/>
                  </a:cubicBezTo>
                  <a:cubicBezTo>
                    <a:pt x="286" y="715"/>
                    <a:pt x="453" y="667"/>
                    <a:pt x="572" y="572"/>
                  </a:cubicBezTo>
                  <a:cubicBezTo>
                    <a:pt x="691" y="453"/>
                    <a:pt x="739" y="310"/>
                    <a:pt x="715" y="143"/>
                  </a:cubicBezTo>
                  <a:cubicBezTo>
                    <a:pt x="715" y="72"/>
                    <a:pt x="620"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96"/>
            <p:cNvSpPr/>
            <p:nvPr/>
          </p:nvSpPr>
          <p:spPr>
            <a:xfrm>
              <a:off x="4120785" y="2028462"/>
              <a:ext cx="144499" cy="142195"/>
            </a:xfrm>
            <a:custGeom>
              <a:rect b="b" l="l" r="r" t="t"/>
              <a:pathLst>
                <a:path extrusionOk="0" h="4383" w="4454">
                  <a:moveTo>
                    <a:pt x="2811" y="328"/>
                  </a:moveTo>
                  <a:cubicBezTo>
                    <a:pt x="2846" y="328"/>
                    <a:pt x="2882" y="346"/>
                    <a:pt x="2906" y="382"/>
                  </a:cubicBezTo>
                  <a:lnTo>
                    <a:pt x="4049" y="1501"/>
                  </a:lnTo>
                  <a:cubicBezTo>
                    <a:pt x="4097" y="1573"/>
                    <a:pt x="4097" y="1668"/>
                    <a:pt x="4049" y="1715"/>
                  </a:cubicBezTo>
                  <a:lnTo>
                    <a:pt x="1763" y="4002"/>
                  </a:lnTo>
                  <a:cubicBezTo>
                    <a:pt x="1727" y="4037"/>
                    <a:pt x="1685" y="4055"/>
                    <a:pt x="1647" y="4055"/>
                  </a:cubicBezTo>
                  <a:cubicBezTo>
                    <a:pt x="1608" y="4055"/>
                    <a:pt x="1572" y="4037"/>
                    <a:pt x="1548" y="4002"/>
                  </a:cubicBezTo>
                  <a:lnTo>
                    <a:pt x="405" y="2882"/>
                  </a:lnTo>
                  <a:cubicBezTo>
                    <a:pt x="358" y="2811"/>
                    <a:pt x="358" y="2716"/>
                    <a:pt x="405" y="2668"/>
                  </a:cubicBezTo>
                  <a:lnTo>
                    <a:pt x="2715" y="382"/>
                  </a:lnTo>
                  <a:cubicBezTo>
                    <a:pt x="2739" y="346"/>
                    <a:pt x="2775" y="328"/>
                    <a:pt x="2811" y="328"/>
                  </a:cubicBezTo>
                  <a:close/>
                  <a:moveTo>
                    <a:pt x="2819" y="1"/>
                  </a:moveTo>
                  <a:cubicBezTo>
                    <a:pt x="2697" y="1"/>
                    <a:pt x="2572" y="48"/>
                    <a:pt x="2477" y="144"/>
                  </a:cubicBezTo>
                  <a:lnTo>
                    <a:pt x="167" y="2430"/>
                  </a:lnTo>
                  <a:cubicBezTo>
                    <a:pt x="0" y="2597"/>
                    <a:pt x="0" y="2906"/>
                    <a:pt x="167" y="3121"/>
                  </a:cubicBezTo>
                  <a:lnTo>
                    <a:pt x="1310" y="4240"/>
                  </a:lnTo>
                  <a:cubicBezTo>
                    <a:pt x="1394" y="4335"/>
                    <a:pt x="1513" y="4383"/>
                    <a:pt x="1638" y="4383"/>
                  </a:cubicBezTo>
                  <a:cubicBezTo>
                    <a:pt x="1763" y="4383"/>
                    <a:pt x="1894" y="4335"/>
                    <a:pt x="2001" y="4240"/>
                  </a:cubicBezTo>
                  <a:lnTo>
                    <a:pt x="4287" y="1954"/>
                  </a:lnTo>
                  <a:cubicBezTo>
                    <a:pt x="4454" y="1787"/>
                    <a:pt x="4454" y="1477"/>
                    <a:pt x="4287" y="1263"/>
                  </a:cubicBezTo>
                  <a:lnTo>
                    <a:pt x="3144" y="144"/>
                  </a:lnTo>
                  <a:cubicBezTo>
                    <a:pt x="3061" y="48"/>
                    <a:pt x="2941" y="1"/>
                    <a:pt x="2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96"/>
            <p:cNvSpPr/>
            <p:nvPr/>
          </p:nvSpPr>
          <p:spPr>
            <a:xfrm>
              <a:off x="4018039" y="1927793"/>
              <a:ext cx="357743" cy="343501"/>
            </a:xfrm>
            <a:custGeom>
              <a:rect b="b" l="l" r="r" t="t"/>
              <a:pathLst>
                <a:path extrusionOk="0" h="10588" w="11027">
                  <a:moveTo>
                    <a:pt x="7394" y="2354"/>
                  </a:moveTo>
                  <a:cubicBezTo>
                    <a:pt x="7508" y="2354"/>
                    <a:pt x="7621" y="2389"/>
                    <a:pt x="7692" y="2461"/>
                  </a:cubicBezTo>
                  <a:lnTo>
                    <a:pt x="8216" y="3009"/>
                  </a:lnTo>
                  <a:cubicBezTo>
                    <a:pt x="8383" y="3175"/>
                    <a:pt x="8383" y="3461"/>
                    <a:pt x="8216" y="3604"/>
                  </a:cubicBezTo>
                  <a:lnTo>
                    <a:pt x="7978" y="3842"/>
                  </a:lnTo>
                  <a:lnTo>
                    <a:pt x="6859" y="2699"/>
                  </a:lnTo>
                  <a:lnTo>
                    <a:pt x="7097" y="2461"/>
                  </a:lnTo>
                  <a:cubicBezTo>
                    <a:pt x="7168" y="2389"/>
                    <a:pt x="7281" y="2354"/>
                    <a:pt x="7394" y="2354"/>
                  </a:cubicBezTo>
                  <a:close/>
                  <a:moveTo>
                    <a:pt x="2239" y="7914"/>
                  </a:moveTo>
                  <a:lnTo>
                    <a:pt x="2786" y="8462"/>
                  </a:lnTo>
                  <a:lnTo>
                    <a:pt x="2096" y="9129"/>
                  </a:lnTo>
                  <a:lnTo>
                    <a:pt x="1548" y="8605"/>
                  </a:lnTo>
                  <a:lnTo>
                    <a:pt x="2239" y="7914"/>
                  </a:lnTo>
                  <a:close/>
                  <a:moveTo>
                    <a:pt x="6001" y="2651"/>
                  </a:moveTo>
                  <a:cubicBezTo>
                    <a:pt x="6192" y="2651"/>
                    <a:pt x="6382" y="2723"/>
                    <a:pt x="6525" y="2866"/>
                  </a:cubicBezTo>
                  <a:lnTo>
                    <a:pt x="7906" y="4223"/>
                  </a:lnTo>
                  <a:cubicBezTo>
                    <a:pt x="8145" y="4485"/>
                    <a:pt x="8145" y="4938"/>
                    <a:pt x="7859" y="5247"/>
                  </a:cubicBezTo>
                  <a:lnTo>
                    <a:pt x="4834" y="8272"/>
                  </a:lnTo>
                  <a:lnTo>
                    <a:pt x="3286" y="6724"/>
                  </a:lnTo>
                  <a:cubicBezTo>
                    <a:pt x="3251" y="6700"/>
                    <a:pt x="3215" y="6688"/>
                    <a:pt x="3176" y="6688"/>
                  </a:cubicBezTo>
                  <a:cubicBezTo>
                    <a:pt x="3138" y="6688"/>
                    <a:pt x="3096" y="6700"/>
                    <a:pt x="3048" y="6724"/>
                  </a:cubicBezTo>
                  <a:cubicBezTo>
                    <a:pt x="2977" y="6795"/>
                    <a:pt x="2977" y="6914"/>
                    <a:pt x="3048" y="6962"/>
                  </a:cubicBezTo>
                  <a:lnTo>
                    <a:pt x="4953" y="8867"/>
                  </a:lnTo>
                  <a:cubicBezTo>
                    <a:pt x="5049" y="8962"/>
                    <a:pt x="5049" y="9105"/>
                    <a:pt x="4953" y="9177"/>
                  </a:cubicBezTo>
                  <a:lnTo>
                    <a:pt x="4596" y="9534"/>
                  </a:lnTo>
                  <a:cubicBezTo>
                    <a:pt x="4549" y="9569"/>
                    <a:pt x="4489" y="9587"/>
                    <a:pt x="4433" y="9587"/>
                  </a:cubicBezTo>
                  <a:cubicBezTo>
                    <a:pt x="4376" y="9587"/>
                    <a:pt x="4322" y="9569"/>
                    <a:pt x="4287" y="9534"/>
                  </a:cubicBezTo>
                  <a:lnTo>
                    <a:pt x="1191" y="6438"/>
                  </a:lnTo>
                  <a:cubicBezTo>
                    <a:pt x="1119" y="6343"/>
                    <a:pt x="1119" y="6200"/>
                    <a:pt x="1191" y="6128"/>
                  </a:cubicBezTo>
                  <a:lnTo>
                    <a:pt x="1548" y="5771"/>
                  </a:lnTo>
                  <a:cubicBezTo>
                    <a:pt x="1596" y="5723"/>
                    <a:pt x="1655" y="5700"/>
                    <a:pt x="1712" y="5700"/>
                  </a:cubicBezTo>
                  <a:cubicBezTo>
                    <a:pt x="1768" y="5700"/>
                    <a:pt x="1822" y="5723"/>
                    <a:pt x="1858" y="5771"/>
                  </a:cubicBezTo>
                  <a:lnTo>
                    <a:pt x="2596" y="6509"/>
                  </a:lnTo>
                  <a:cubicBezTo>
                    <a:pt x="2632" y="6545"/>
                    <a:pt x="2667" y="6563"/>
                    <a:pt x="2706" y="6563"/>
                  </a:cubicBezTo>
                  <a:cubicBezTo>
                    <a:pt x="2745" y="6563"/>
                    <a:pt x="2786" y="6545"/>
                    <a:pt x="2834" y="6509"/>
                  </a:cubicBezTo>
                  <a:cubicBezTo>
                    <a:pt x="2905" y="6462"/>
                    <a:pt x="2905" y="6366"/>
                    <a:pt x="2834" y="6271"/>
                  </a:cubicBezTo>
                  <a:lnTo>
                    <a:pt x="2453" y="5890"/>
                  </a:lnTo>
                  <a:lnTo>
                    <a:pt x="5477" y="2866"/>
                  </a:lnTo>
                  <a:cubicBezTo>
                    <a:pt x="5620" y="2723"/>
                    <a:pt x="5811" y="2651"/>
                    <a:pt x="6001" y="2651"/>
                  </a:cubicBezTo>
                  <a:close/>
                  <a:moveTo>
                    <a:pt x="774" y="8403"/>
                  </a:moveTo>
                  <a:cubicBezTo>
                    <a:pt x="863" y="8403"/>
                    <a:pt x="953" y="8438"/>
                    <a:pt x="1024" y="8510"/>
                  </a:cubicBezTo>
                  <a:lnTo>
                    <a:pt x="2143" y="9653"/>
                  </a:lnTo>
                  <a:cubicBezTo>
                    <a:pt x="2310" y="9796"/>
                    <a:pt x="2310" y="10034"/>
                    <a:pt x="2143" y="10153"/>
                  </a:cubicBezTo>
                  <a:cubicBezTo>
                    <a:pt x="2072" y="10224"/>
                    <a:pt x="1983" y="10260"/>
                    <a:pt x="1893" y="10260"/>
                  </a:cubicBezTo>
                  <a:cubicBezTo>
                    <a:pt x="1804" y="10260"/>
                    <a:pt x="1715" y="10224"/>
                    <a:pt x="1643" y="10153"/>
                  </a:cubicBezTo>
                  <a:lnTo>
                    <a:pt x="524" y="9010"/>
                  </a:lnTo>
                  <a:cubicBezTo>
                    <a:pt x="357" y="8867"/>
                    <a:pt x="357" y="8653"/>
                    <a:pt x="524" y="8510"/>
                  </a:cubicBezTo>
                  <a:cubicBezTo>
                    <a:pt x="595" y="8438"/>
                    <a:pt x="685" y="8403"/>
                    <a:pt x="774" y="8403"/>
                  </a:cubicBezTo>
                  <a:close/>
                  <a:moveTo>
                    <a:pt x="10464" y="0"/>
                  </a:moveTo>
                  <a:cubicBezTo>
                    <a:pt x="10117" y="0"/>
                    <a:pt x="9785" y="130"/>
                    <a:pt x="9526" y="389"/>
                  </a:cubicBezTo>
                  <a:lnTo>
                    <a:pt x="7787" y="2151"/>
                  </a:lnTo>
                  <a:cubicBezTo>
                    <a:pt x="7668" y="2056"/>
                    <a:pt x="7502" y="2032"/>
                    <a:pt x="7383" y="2032"/>
                  </a:cubicBezTo>
                  <a:cubicBezTo>
                    <a:pt x="7192" y="2032"/>
                    <a:pt x="7002" y="2104"/>
                    <a:pt x="6859" y="2223"/>
                  </a:cubicBezTo>
                  <a:lnTo>
                    <a:pt x="6597" y="2509"/>
                  </a:lnTo>
                  <a:cubicBezTo>
                    <a:pt x="6406" y="2389"/>
                    <a:pt x="6192" y="2294"/>
                    <a:pt x="5954" y="2294"/>
                  </a:cubicBezTo>
                  <a:cubicBezTo>
                    <a:pt x="5692" y="2294"/>
                    <a:pt x="5430" y="2413"/>
                    <a:pt x="5215" y="2580"/>
                  </a:cubicBezTo>
                  <a:lnTo>
                    <a:pt x="2191" y="5628"/>
                  </a:lnTo>
                  <a:lnTo>
                    <a:pt x="2072" y="5509"/>
                  </a:lnTo>
                  <a:cubicBezTo>
                    <a:pt x="1965" y="5402"/>
                    <a:pt x="1828" y="5348"/>
                    <a:pt x="1688" y="5348"/>
                  </a:cubicBezTo>
                  <a:cubicBezTo>
                    <a:pt x="1548" y="5348"/>
                    <a:pt x="1405" y="5402"/>
                    <a:pt x="1286" y="5509"/>
                  </a:cubicBezTo>
                  <a:lnTo>
                    <a:pt x="929" y="5866"/>
                  </a:lnTo>
                  <a:cubicBezTo>
                    <a:pt x="715" y="6057"/>
                    <a:pt x="715" y="6414"/>
                    <a:pt x="929" y="6628"/>
                  </a:cubicBezTo>
                  <a:lnTo>
                    <a:pt x="1977" y="7676"/>
                  </a:lnTo>
                  <a:lnTo>
                    <a:pt x="1286" y="8367"/>
                  </a:lnTo>
                  <a:lnTo>
                    <a:pt x="1238" y="8295"/>
                  </a:lnTo>
                  <a:cubicBezTo>
                    <a:pt x="1096" y="8164"/>
                    <a:pt x="923" y="8099"/>
                    <a:pt x="753" y="8099"/>
                  </a:cubicBezTo>
                  <a:cubicBezTo>
                    <a:pt x="584" y="8099"/>
                    <a:pt x="417" y="8164"/>
                    <a:pt x="286" y="8295"/>
                  </a:cubicBezTo>
                  <a:cubicBezTo>
                    <a:pt x="0" y="8581"/>
                    <a:pt x="0" y="8986"/>
                    <a:pt x="286" y="9248"/>
                  </a:cubicBezTo>
                  <a:lnTo>
                    <a:pt x="1405" y="10391"/>
                  </a:lnTo>
                  <a:cubicBezTo>
                    <a:pt x="1536" y="10522"/>
                    <a:pt x="1709" y="10588"/>
                    <a:pt x="1881" y="10588"/>
                  </a:cubicBezTo>
                  <a:cubicBezTo>
                    <a:pt x="2054" y="10588"/>
                    <a:pt x="2227" y="10522"/>
                    <a:pt x="2358" y="10391"/>
                  </a:cubicBezTo>
                  <a:cubicBezTo>
                    <a:pt x="2620" y="10129"/>
                    <a:pt x="2620" y="9700"/>
                    <a:pt x="2358" y="9438"/>
                  </a:cubicBezTo>
                  <a:lnTo>
                    <a:pt x="2310" y="9367"/>
                  </a:lnTo>
                  <a:lnTo>
                    <a:pt x="2977" y="8700"/>
                  </a:lnTo>
                  <a:lnTo>
                    <a:pt x="4025" y="9724"/>
                  </a:lnTo>
                  <a:cubicBezTo>
                    <a:pt x="4132" y="9831"/>
                    <a:pt x="4275" y="9885"/>
                    <a:pt x="4418" y="9885"/>
                  </a:cubicBezTo>
                  <a:cubicBezTo>
                    <a:pt x="4561" y="9885"/>
                    <a:pt x="4703" y="9831"/>
                    <a:pt x="4811" y="9724"/>
                  </a:cubicBezTo>
                  <a:lnTo>
                    <a:pt x="5168" y="9367"/>
                  </a:lnTo>
                  <a:cubicBezTo>
                    <a:pt x="5358" y="9177"/>
                    <a:pt x="5358" y="8843"/>
                    <a:pt x="5168" y="8605"/>
                  </a:cubicBezTo>
                  <a:lnTo>
                    <a:pt x="5049" y="8486"/>
                  </a:lnTo>
                  <a:lnTo>
                    <a:pt x="8073" y="5438"/>
                  </a:lnTo>
                  <a:cubicBezTo>
                    <a:pt x="8430" y="5080"/>
                    <a:pt x="8502" y="4485"/>
                    <a:pt x="8168" y="4080"/>
                  </a:cubicBezTo>
                  <a:lnTo>
                    <a:pt x="8430" y="3818"/>
                  </a:lnTo>
                  <a:cubicBezTo>
                    <a:pt x="8669" y="3580"/>
                    <a:pt x="8740" y="3175"/>
                    <a:pt x="8526" y="2890"/>
                  </a:cubicBezTo>
                  <a:lnTo>
                    <a:pt x="9883" y="1508"/>
                  </a:lnTo>
                  <a:cubicBezTo>
                    <a:pt x="9955" y="1461"/>
                    <a:pt x="9955" y="1365"/>
                    <a:pt x="9883" y="1270"/>
                  </a:cubicBezTo>
                  <a:cubicBezTo>
                    <a:pt x="9859" y="1246"/>
                    <a:pt x="9824" y="1234"/>
                    <a:pt x="9782" y="1234"/>
                  </a:cubicBezTo>
                  <a:cubicBezTo>
                    <a:pt x="9740" y="1234"/>
                    <a:pt x="9693" y="1246"/>
                    <a:pt x="9645" y="1270"/>
                  </a:cubicBezTo>
                  <a:lnTo>
                    <a:pt x="8288" y="2651"/>
                  </a:lnTo>
                  <a:lnTo>
                    <a:pt x="7978" y="2342"/>
                  </a:lnTo>
                  <a:lnTo>
                    <a:pt x="9740" y="603"/>
                  </a:lnTo>
                  <a:cubicBezTo>
                    <a:pt x="9939" y="405"/>
                    <a:pt x="10203" y="306"/>
                    <a:pt x="10479" y="306"/>
                  </a:cubicBezTo>
                  <a:cubicBezTo>
                    <a:pt x="10534" y="306"/>
                    <a:pt x="10590" y="310"/>
                    <a:pt x="10645" y="318"/>
                  </a:cubicBezTo>
                  <a:lnTo>
                    <a:pt x="10097" y="865"/>
                  </a:lnTo>
                  <a:cubicBezTo>
                    <a:pt x="10050" y="913"/>
                    <a:pt x="10050" y="1008"/>
                    <a:pt x="10097" y="1103"/>
                  </a:cubicBezTo>
                  <a:cubicBezTo>
                    <a:pt x="10128" y="1144"/>
                    <a:pt x="10158" y="1158"/>
                    <a:pt x="10190" y="1158"/>
                  </a:cubicBezTo>
                  <a:cubicBezTo>
                    <a:pt x="10234" y="1158"/>
                    <a:pt x="10281" y="1131"/>
                    <a:pt x="10336" y="1103"/>
                  </a:cubicBezTo>
                  <a:lnTo>
                    <a:pt x="10907" y="532"/>
                  </a:lnTo>
                  <a:cubicBezTo>
                    <a:pt x="11002" y="484"/>
                    <a:pt x="11026" y="365"/>
                    <a:pt x="11002" y="246"/>
                  </a:cubicBezTo>
                  <a:cubicBezTo>
                    <a:pt x="10955" y="127"/>
                    <a:pt x="10883" y="56"/>
                    <a:pt x="10764" y="32"/>
                  </a:cubicBezTo>
                  <a:cubicBezTo>
                    <a:pt x="10664" y="11"/>
                    <a:pt x="10563" y="0"/>
                    <a:pt x="104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1" name="Google Shape;20731;p96"/>
          <p:cNvGrpSpPr/>
          <p:nvPr/>
        </p:nvGrpSpPr>
        <p:grpSpPr>
          <a:xfrm>
            <a:off x="4772444" y="1788760"/>
            <a:ext cx="352326" cy="316022"/>
            <a:chOff x="4774404" y="1941160"/>
            <a:chExt cx="352326" cy="316022"/>
          </a:xfrm>
        </p:grpSpPr>
        <p:sp>
          <p:nvSpPr>
            <p:cNvPr id="20732" name="Google Shape;20732;p96"/>
            <p:cNvSpPr/>
            <p:nvPr/>
          </p:nvSpPr>
          <p:spPr>
            <a:xfrm>
              <a:off x="4786764" y="1945799"/>
              <a:ext cx="125974" cy="53335"/>
            </a:xfrm>
            <a:custGeom>
              <a:rect b="b" l="l" r="r" t="t"/>
              <a:pathLst>
                <a:path extrusionOk="0" h="1644" w="3883">
                  <a:moveTo>
                    <a:pt x="643" y="1"/>
                  </a:moveTo>
                  <a:cubicBezTo>
                    <a:pt x="334" y="1"/>
                    <a:pt x="72" y="239"/>
                    <a:pt x="48" y="548"/>
                  </a:cubicBezTo>
                  <a:cubicBezTo>
                    <a:pt x="0" y="906"/>
                    <a:pt x="286" y="1168"/>
                    <a:pt x="643" y="1168"/>
                  </a:cubicBezTo>
                  <a:lnTo>
                    <a:pt x="1953" y="1644"/>
                  </a:lnTo>
                  <a:lnTo>
                    <a:pt x="3239" y="1168"/>
                  </a:lnTo>
                  <a:cubicBezTo>
                    <a:pt x="3573" y="1168"/>
                    <a:pt x="3882" y="882"/>
                    <a:pt x="3835" y="548"/>
                  </a:cubicBezTo>
                  <a:cubicBezTo>
                    <a:pt x="3787" y="239"/>
                    <a:pt x="3525" y="1"/>
                    <a:pt x="3215"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96"/>
            <p:cNvSpPr/>
            <p:nvPr/>
          </p:nvSpPr>
          <p:spPr>
            <a:xfrm>
              <a:off x="4786764" y="1945799"/>
              <a:ext cx="73417" cy="53335"/>
            </a:xfrm>
            <a:custGeom>
              <a:rect b="b" l="l" r="r" t="t"/>
              <a:pathLst>
                <a:path extrusionOk="0" h="1644" w="2263">
                  <a:moveTo>
                    <a:pt x="643" y="1"/>
                  </a:moveTo>
                  <a:cubicBezTo>
                    <a:pt x="334" y="1"/>
                    <a:pt x="72" y="239"/>
                    <a:pt x="48" y="548"/>
                  </a:cubicBezTo>
                  <a:cubicBezTo>
                    <a:pt x="0" y="906"/>
                    <a:pt x="286" y="1168"/>
                    <a:pt x="643" y="1168"/>
                  </a:cubicBezTo>
                  <a:lnTo>
                    <a:pt x="1953" y="1644"/>
                  </a:lnTo>
                  <a:lnTo>
                    <a:pt x="2263" y="1525"/>
                  </a:lnTo>
                  <a:lnTo>
                    <a:pt x="1263" y="1191"/>
                  </a:lnTo>
                  <a:cubicBezTo>
                    <a:pt x="929" y="1191"/>
                    <a:pt x="667" y="929"/>
                    <a:pt x="667" y="596"/>
                  </a:cubicBezTo>
                  <a:cubicBezTo>
                    <a:pt x="667" y="286"/>
                    <a:pt x="929" y="1"/>
                    <a:pt x="1263"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96"/>
            <p:cNvSpPr/>
            <p:nvPr/>
          </p:nvSpPr>
          <p:spPr>
            <a:xfrm>
              <a:off x="4989173" y="1945799"/>
              <a:ext cx="125196" cy="53335"/>
            </a:xfrm>
            <a:custGeom>
              <a:rect b="b" l="l" r="r" t="t"/>
              <a:pathLst>
                <a:path extrusionOk="0" h="1644" w="3859">
                  <a:moveTo>
                    <a:pt x="644" y="1"/>
                  </a:moveTo>
                  <a:cubicBezTo>
                    <a:pt x="358" y="1"/>
                    <a:pt x="72" y="239"/>
                    <a:pt x="25" y="548"/>
                  </a:cubicBezTo>
                  <a:cubicBezTo>
                    <a:pt x="1" y="882"/>
                    <a:pt x="287" y="1168"/>
                    <a:pt x="620" y="1168"/>
                  </a:cubicBezTo>
                  <a:lnTo>
                    <a:pt x="1930" y="1644"/>
                  </a:lnTo>
                  <a:lnTo>
                    <a:pt x="3240" y="1168"/>
                  </a:lnTo>
                  <a:cubicBezTo>
                    <a:pt x="3597" y="1168"/>
                    <a:pt x="3859" y="906"/>
                    <a:pt x="3835" y="548"/>
                  </a:cubicBezTo>
                  <a:cubicBezTo>
                    <a:pt x="3811" y="239"/>
                    <a:pt x="3525" y="1"/>
                    <a:pt x="3240"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96"/>
            <p:cNvSpPr/>
            <p:nvPr/>
          </p:nvSpPr>
          <p:spPr>
            <a:xfrm>
              <a:off x="4989952" y="1945799"/>
              <a:ext cx="73450" cy="53335"/>
            </a:xfrm>
            <a:custGeom>
              <a:rect b="b" l="l" r="r" t="t"/>
              <a:pathLst>
                <a:path extrusionOk="0" h="1644" w="2264">
                  <a:moveTo>
                    <a:pt x="620" y="1"/>
                  </a:moveTo>
                  <a:cubicBezTo>
                    <a:pt x="334" y="1"/>
                    <a:pt x="48" y="239"/>
                    <a:pt x="25" y="548"/>
                  </a:cubicBezTo>
                  <a:cubicBezTo>
                    <a:pt x="1" y="906"/>
                    <a:pt x="263" y="1168"/>
                    <a:pt x="620" y="1168"/>
                  </a:cubicBezTo>
                  <a:lnTo>
                    <a:pt x="1930" y="1644"/>
                  </a:lnTo>
                  <a:lnTo>
                    <a:pt x="2263" y="1525"/>
                  </a:lnTo>
                  <a:lnTo>
                    <a:pt x="1239" y="1191"/>
                  </a:lnTo>
                  <a:cubicBezTo>
                    <a:pt x="929" y="1191"/>
                    <a:pt x="644" y="929"/>
                    <a:pt x="644" y="596"/>
                  </a:cubicBezTo>
                  <a:cubicBezTo>
                    <a:pt x="644" y="286"/>
                    <a:pt x="929" y="1"/>
                    <a:pt x="123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96"/>
            <p:cNvSpPr/>
            <p:nvPr/>
          </p:nvSpPr>
          <p:spPr>
            <a:xfrm>
              <a:off x="4806068" y="1984438"/>
              <a:ext cx="84253" cy="217981"/>
            </a:xfrm>
            <a:custGeom>
              <a:rect b="b" l="l" r="r" t="t"/>
              <a:pathLst>
                <a:path extrusionOk="0" h="6719" w="2597">
                  <a:moveTo>
                    <a:pt x="1" y="0"/>
                  </a:moveTo>
                  <a:lnTo>
                    <a:pt x="1" y="5406"/>
                  </a:lnTo>
                  <a:cubicBezTo>
                    <a:pt x="1" y="6073"/>
                    <a:pt x="525" y="6668"/>
                    <a:pt x="1192" y="6716"/>
                  </a:cubicBezTo>
                  <a:cubicBezTo>
                    <a:pt x="1221" y="6718"/>
                    <a:pt x="1250" y="6719"/>
                    <a:pt x="1279" y="6719"/>
                  </a:cubicBezTo>
                  <a:cubicBezTo>
                    <a:pt x="2023" y="6719"/>
                    <a:pt x="2597" y="6140"/>
                    <a:pt x="2597" y="5406"/>
                  </a:cubicBezTo>
                  <a:lnTo>
                    <a:pt x="2597"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96"/>
            <p:cNvSpPr/>
            <p:nvPr/>
          </p:nvSpPr>
          <p:spPr>
            <a:xfrm>
              <a:off x="4830789" y="2049323"/>
              <a:ext cx="36368" cy="127564"/>
            </a:xfrm>
            <a:custGeom>
              <a:rect b="b" l="l" r="r" t="t"/>
              <a:pathLst>
                <a:path extrusionOk="0" h="3932" w="1121">
                  <a:moveTo>
                    <a:pt x="1" y="1"/>
                  </a:moveTo>
                  <a:lnTo>
                    <a:pt x="1" y="3359"/>
                  </a:lnTo>
                  <a:cubicBezTo>
                    <a:pt x="1" y="3668"/>
                    <a:pt x="191" y="3906"/>
                    <a:pt x="501" y="3930"/>
                  </a:cubicBezTo>
                  <a:cubicBezTo>
                    <a:pt x="515" y="3931"/>
                    <a:pt x="529" y="3932"/>
                    <a:pt x="543" y="3932"/>
                  </a:cubicBezTo>
                  <a:cubicBezTo>
                    <a:pt x="858" y="3932"/>
                    <a:pt x="1120" y="3678"/>
                    <a:pt x="1120" y="3359"/>
                  </a:cubicBezTo>
                  <a:lnTo>
                    <a:pt x="1120" y="1"/>
                  </a:ln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96"/>
            <p:cNvSpPr/>
            <p:nvPr/>
          </p:nvSpPr>
          <p:spPr>
            <a:xfrm>
              <a:off x="5010812" y="1984438"/>
              <a:ext cx="84253" cy="217981"/>
            </a:xfrm>
            <a:custGeom>
              <a:rect b="b" l="l" r="r" t="t"/>
              <a:pathLst>
                <a:path extrusionOk="0" h="6719" w="2597">
                  <a:moveTo>
                    <a:pt x="1" y="0"/>
                  </a:moveTo>
                  <a:lnTo>
                    <a:pt x="1" y="5406"/>
                  </a:lnTo>
                  <a:cubicBezTo>
                    <a:pt x="1" y="6140"/>
                    <a:pt x="574" y="6719"/>
                    <a:pt x="1318" y="6719"/>
                  </a:cubicBezTo>
                  <a:cubicBezTo>
                    <a:pt x="1347" y="6719"/>
                    <a:pt x="1376" y="6718"/>
                    <a:pt x="1406" y="6716"/>
                  </a:cubicBezTo>
                  <a:cubicBezTo>
                    <a:pt x="2096" y="6668"/>
                    <a:pt x="2596" y="6073"/>
                    <a:pt x="2596" y="5406"/>
                  </a:cubicBezTo>
                  <a:lnTo>
                    <a:pt x="2596"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96"/>
            <p:cNvSpPr/>
            <p:nvPr/>
          </p:nvSpPr>
          <p:spPr>
            <a:xfrm>
              <a:off x="5034009" y="2049323"/>
              <a:ext cx="37114" cy="127564"/>
            </a:xfrm>
            <a:custGeom>
              <a:rect b="b" l="l" r="r" t="t"/>
              <a:pathLst>
                <a:path extrusionOk="0" h="3932" w="1144">
                  <a:moveTo>
                    <a:pt x="0" y="1"/>
                  </a:moveTo>
                  <a:lnTo>
                    <a:pt x="0" y="3359"/>
                  </a:lnTo>
                  <a:cubicBezTo>
                    <a:pt x="0" y="3678"/>
                    <a:pt x="284" y="3932"/>
                    <a:pt x="601" y="3932"/>
                  </a:cubicBezTo>
                  <a:cubicBezTo>
                    <a:pt x="615" y="3932"/>
                    <a:pt x="629" y="3931"/>
                    <a:pt x="643" y="3930"/>
                  </a:cubicBezTo>
                  <a:cubicBezTo>
                    <a:pt x="929" y="3906"/>
                    <a:pt x="1143" y="3668"/>
                    <a:pt x="1143" y="3359"/>
                  </a:cubicBezTo>
                  <a:lnTo>
                    <a:pt x="1143" y="1"/>
                  </a:ln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96"/>
            <p:cNvSpPr/>
            <p:nvPr/>
          </p:nvSpPr>
          <p:spPr>
            <a:xfrm>
              <a:off x="4930452" y="2059380"/>
              <a:ext cx="40229" cy="158417"/>
            </a:xfrm>
            <a:custGeom>
              <a:rect b="b" l="l" r="r" t="t"/>
              <a:pathLst>
                <a:path extrusionOk="0" h="4883" w="1240">
                  <a:moveTo>
                    <a:pt x="1" y="0"/>
                  </a:moveTo>
                  <a:lnTo>
                    <a:pt x="1" y="4882"/>
                  </a:lnTo>
                  <a:lnTo>
                    <a:pt x="1239" y="4882"/>
                  </a:lnTo>
                  <a:lnTo>
                    <a:pt x="1239"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96"/>
            <p:cNvSpPr/>
            <p:nvPr/>
          </p:nvSpPr>
          <p:spPr>
            <a:xfrm>
              <a:off x="4930452" y="2057823"/>
              <a:ext cx="40229" cy="36368"/>
            </a:xfrm>
            <a:custGeom>
              <a:rect b="b" l="l" r="r" t="t"/>
              <a:pathLst>
                <a:path extrusionOk="0" h="1121" w="1240">
                  <a:moveTo>
                    <a:pt x="1" y="1"/>
                  </a:moveTo>
                  <a:lnTo>
                    <a:pt x="1" y="1120"/>
                  </a:lnTo>
                  <a:lnTo>
                    <a:pt x="1239" y="1120"/>
                  </a:lnTo>
                  <a:lnTo>
                    <a:pt x="12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96"/>
            <p:cNvSpPr/>
            <p:nvPr/>
          </p:nvSpPr>
          <p:spPr>
            <a:xfrm>
              <a:off x="4806068" y="2053962"/>
              <a:ext cx="85032" cy="40229"/>
            </a:xfrm>
            <a:custGeom>
              <a:rect b="b" l="l" r="r" t="t"/>
              <a:pathLst>
                <a:path extrusionOk="0" h="1240" w="2621">
                  <a:moveTo>
                    <a:pt x="1" y="1"/>
                  </a:moveTo>
                  <a:lnTo>
                    <a:pt x="1" y="1239"/>
                  </a:lnTo>
                  <a:lnTo>
                    <a:pt x="2620" y="1239"/>
                  </a:lnTo>
                  <a:lnTo>
                    <a:pt x="2620"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96"/>
            <p:cNvSpPr/>
            <p:nvPr/>
          </p:nvSpPr>
          <p:spPr>
            <a:xfrm>
              <a:off x="5010034" y="2047798"/>
              <a:ext cx="85032" cy="47139"/>
            </a:xfrm>
            <a:custGeom>
              <a:rect b="b" l="l" r="r" t="t"/>
              <a:pathLst>
                <a:path extrusionOk="0" h="1453" w="2621">
                  <a:moveTo>
                    <a:pt x="1" y="0"/>
                  </a:moveTo>
                  <a:lnTo>
                    <a:pt x="1" y="1453"/>
                  </a:lnTo>
                  <a:lnTo>
                    <a:pt x="2620" y="1453"/>
                  </a:lnTo>
                  <a:lnTo>
                    <a:pt x="2620"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96"/>
            <p:cNvSpPr/>
            <p:nvPr/>
          </p:nvSpPr>
          <p:spPr>
            <a:xfrm>
              <a:off x="4830789" y="2049323"/>
              <a:ext cx="36368" cy="44868"/>
            </a:xfrm>
            <a:custGeom>
              <a:rect b="b" l="l" r="r" t="t"/>
              <a:pathLst>
                <a:path extrusionOk="0" h="1383" w="1121">
                  <a:moveTo>
                    <a:pt x="1" y="1"/>
                  </a:moveTo>
                  <a:lnTo>
                    <a:pt x="1" y="1382"/>
                  </a:lnTo>
                  <a:lnTo>
                    <a:pt x="1120" y="1382"/>
                  </a:lnTo>
                  <a:lnTo>
                    <a:pt x="112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96"/>
            <p:cNvSpPr/>
            <p:nvPr/>
          </p:nvSpPr>
          <p:spPr>
            <a:xfrm>
              <a:off x="5034009" y="2049323"/>
              <a:ext cx="37114" cy="44868"/>
            </a:xfrm>
            <a:custGeom>
              <a:rect b="b" l="l" r="r" t="t"/>
              <a:pathLst>
                <a:path extrusionOk="0" h="1383" w="1144">
                  <a:moveTo>
                    <a:pt x="0" y="1"/>
                  </a:moveTo>
                  <a:lnTo>
                    <a:pt x="0" y="1382"/>
                  </a:lnTo>
                  <a:lnTo>
                    <a:pt x="1143" y="1382"/>
                  </a:lnTo>
                  <a:lnTo>
                    <a:pt x="114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96"/>
            <p:cNvSpPr/>
            <p:nvPr/>
          </p:nvSpPr>
          <p:spPr>
            <a:xfrm>
              <a:off x="4780568" y="2026938"/>
              <a:ext cx="342301" cy="47918"/>
            </a:xfrm>
            <a:custGeom>
              <a:rect b="b" l="l" r="r" t="t"/>
              <a:pathLst>
                <a:path extrusionOk="0" h="1477" w="10551">
                  <a:moveTo>
                    <a:pt x="406" y="0"/>
                  </a:moveTo>
                  <a:cubicBezTo>
                    <a:pt x="168" y="0"/>
                    <a:pt x="1" y="191"/>
                    <a:pt x="1" y="429"/>
                  </a:cubicBezTo>
                  <a:lnTo>
                    <a:pt x="1" y="1048"/>
                  </a:lnTo>
                  <a:cubicBezTo>
                    <a:pt x="1" y="1286"/>
                    <a:pt x="168" y="1477"/>
                    <a:pt x="406" y="1477"/>
                  </a:cubicBezTo>
                  <a:lnTo>
                    <a:pt x="10146" y="1477"/>
                  </a:lnTo>
                  <a:cubicBezTo>
                    <a:pt x="10384" y="1477"/>
                    <a:pt x="10551" y="1286"/>
                    <a:pt x="10551" y="1048"/>
                  </a:cubicBezTo>
                  <a:lnTo>
                    <a:pt x="10551" y="429"/>
                  </a:lnTo>
                  <a:cubicBezTo>
                    <a:pt x="10527" y="191"/>
                    <a:pt x="10360" y="0"/>
                    <a:pt x="1014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96"/>
            <p:cNvSpPr/>
            <p:nvPr/>
          </p:nvSpPr>
          <p:spPr>
            <a:xfrm>
              <a:off x="4881010" y="2203068"/>
              <a:ext cx="140671" cy="49507"/>
            </a:xfrm>
            <a:custGeom>
              <a:rect b="b" l="l" r="r" t="t"/>
              <a:pathLst>
                <a:path extrusionOk="0" h="1526" w="4336">
                  <a:moveTo>
                    <a:pt x="1073" y="1"/>
                  </a:moveTo>
                  <a:cubicBezTo>
                    <a:pt x="477" y="1"/>
                    <a:pt x="1" y="477"/>
                    <a:pt x="1" y="1073"/>
                  </a:cubicBezTo>
                  <a:lnTo>
                    <a:pt x="1" y="1192"/>
                  </a:lnTo>
                  <a:cubicBezTo>
                    <a:pt x="1" y="1358"/>
                    <a:pt x="144" y="1525"/>
                    <a:pt x="310" y="1525"/>
                  </a:cubicBezTo>
                  <a:lnTo>
                    <a:pt x="4002" y="1525"/>
                  </a:lnTo>
                  <a:cubicBezTo>
                    <a:pt x="4192" y="1525"/>
                    <a:pt x="4335" y="1358"/>
                    <a:pt x="4335" y="1192"/>
                  </a:cubicBezTo>
                  <a:lnTo>
                    <a:pt x="4335" y="1096"/>
                  </a:lnTo>
                  <a:cubicBezTo>
                    <a:pt x="4311" y="501"/>
                    <a:pt x="3835" y="1"/>
                    <a:pt x="3240"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96"/>
            <p:cNvSpPr/>
            <p:nvPr/>
          </p:nvSpPr>
          <p:spPr>
            <a:xfrm>
              <a:off x="4881010" y="2203847"/>
              <a:ext cx="54893" cy="49475"/>
            </a:xfrm>
            <a:custGeom>
              <a:rect b="b" l="l" r="r" t="t"/>
              <a:pathLst>
                <a:path extrusionOk="0" h="1525" w="1692">
                  <a:moveTo>
                    <a:pt x="1073" y="1"/>
                  </a:moveTo>
                  <a:cubicBezTo>
                    <a:pt x="477" y="1"/>
                    <a:pt x="1" y="477"/>
                    <a:pt x="1" y="1072"/>
                  </a:cubicBezTo>
                  <a:lnTo>
                    <a:pt x="1" y="1191"/>
                  </a:lnTo>
                  <a:cubicBezTo>
                    <a:pt x="1" y="1382"/>
                    <a:pt x="144" y="1525"/>
                    <a:pt x="310" y="1525"/>
                  </a:cubicBezTo>
                  <a:lnTo>
                    <a:pt x="953" y="1525"/>
                  </a:lnTo>
                  <a:cubicBezTo>
                    <a:pt x="763" y="1525"/>
                    <a:pt x="620" y="1382"/>
                    <a:pt x="620" y="1191"/>
                  </a:cubicBezTo>
                  <a:lnTo>
                    <a:pt x="620" y="1072"/>
                  </a:lnTo>
                  <a:cubicBezTo>
                    <a:pt x="620" y="477"/>
                    <a:pt x="1096"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96"/>
            <p:cNvSpPr/>
            <p:nvPr/>
          </p:nvSpPr>
          <p:spPr>
            <a:xfrm>
              <a:off x="4886428" y="2036833"/>
              <a:ext cx="10836" cy="20406"/>
            </a:xfrm>
            <a:custGeom>
              <a:rect b="b" l="l" r="r" t="t"/>
              <a:pathLst>
                <a:path extrusionOk="0" h="629" w="334">
                  <a:moveTo>
                    <a:pt x="176" y="0"/>
                  </a:moveTo>
                  <a:cubicBezTo>
                    <a:pt x="90" y="0"/>
                    <a:pt x="1" y="65"/>
                    <a:pt x="1" y="148"/>
                  </a:cubicBezTo>
                  <a:lnTo>
                    <a:pt x="1" y="481"/>
                  </a:lnTo>
                  <a:cubicBezTo>
                    <a:pt x="1" y="564"/>
                    <a:pt x="72" y="629"/>
                    <a:pt x="154" y="629"/>
                  </a:cubicBezTo>
                  <a:cubicBezTo>
                    <a:pt x="166" y="629"/>
                    <a:pt x="179" y="627"/>
                    <a:pt x="191" y="624"/>
                  </a:cubicBezTo>
                  <a:cubicBezTo>
                    <a:pt x="263" y="624"/>
                    <a:pt x="334" y="576"/>
                    <a:pt x="334" y="481"/>
                  </a:cubicBezTo>
                  <a:lnTo>
                    <a:pt x="334" y="148"/>
                  </a:lnTo>
                  <a:cubicBezTo>
                    <a:pt x="334" y="52"/>
                    <a:pt x="263" y="5"/>
                    <a:pt x="215" y="5"/>
                  </a:cubicBezTo>
                  <a:cubicBezTo>
                    <a:pt x="202" y="2"/>
                    <a:pt x="189" y="0"/>
                    <a:pt x="1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96"/>
            <p:cNvSpPr/>
            <p:nvPr/>
          </p:nvSpPr>
          <p:spPr>
            <a:xfrm>
              <a:off x="5004648" y="2036216"/>
              <a:ext cx="10057" cy="20309"/>
            </a:xfrm>
            <a:custGeom>
              <a:rect b="b" l="l" r="r" t="t"/>
              <a:pathLst>
                <a:path extrusionOk="0" h="626" w="310">
                  <a:moveTo>
                    <a:pt x="167" y="0"/>
                  </a:moveTo>
                  <a:cubicBezTo>
                    <a:pt x="72" y="0"/>
                    <a:pt x="0" y="48"/>
                    <a:pt x="0" y="143"/>
                  </a:cubicBezTo>
                  <a:lnTo>
                    <a:pt x="0" y="476"/>
                  </a:lnTo>
                  <a:cubicBezTo>
                    <a:pt x="0" y="540"/>
                    <a:pt x="57" y="623"/>
                    <a:pt x="137" y="623"/>
                  </a:cubicBezTo>
                  <a:cubicBezTo>
                    <a:pt x="147" y="623"/>
                    <a:pt x="157" y="622"/>
                    <a:pt x="167" y="619"/>
                  </a:cubicBezTo>
                  <a:cubicBezTo>
                    <a:pt x="183" y="623"/>
                    <a:pt x="198" y="625"/>
                    <a:pt x="212" y="625"/>
                  </a:cubicBezTo>
                  <a:cubicBezTo>
                    <a:pt x="277" y="625"/>
                    <a:pt x="310" y="579"/>
                    <a:pt x="310" y="500"/>
                  </a:cubicBezTo>
                  <a:lnTo>
                    <a:pt x="310" y="167"/>
                  </a:lnTo>
                  <a:cubicBezTo>
                    <a:pt x="310" y="71"/>
                    <a:pt x="262" y="24"/>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96"/>
            <p:cNvSpPr/>
            <p:nvPr/>
          </p:nvSpPr>
          <p:spPr>
            <a:xfrm>
              <a:off x="4929706" y="2046922"/>
              <a:ext cx="41753" cy="17130"/>
            </a:xfrm>
            <a:custGeom>
              <a:rect b="b" l="l" r="r" t="t"/>
              <a:pathLst>
                <a:path extrusionOk="0" h="528" w="1287">
                  <a:moveTo>
                    <a:pt x="1090" y="0"/>
                  </a:moveTo>
                  <a:cubicBezTo>
                    <a:pt x="1043" y="0"/>
                    <a:pt x="991" y="24"/>
                    <a:pt x="953" y="75"/>
                  </a:cubicBezTo>
                  <a:cubicBezTo>
                    <a:pt x="881" y="170"/>
                    <a:pt x="738" y="218"/>
                    <a:pt x="619" y="218"/>
                  </a:cubicBezTo>
                  <a:cubicBezTo>
                    <a:pt x="524" y="218"/>
                    <a:pt x="405" y="170"/>
                    <a:pt x="310" y="75"/>
                  </a:cubicBezTo>
                  <a:cubicBezTo>
                    <a:pt x="268" y="47"/>
                    <a:pt x="218" y="35"/>
                    <a:pt x="169" y="35"/>
                  </a:cubicBezTo>
                  <a:cubicBezTo>
                    <a:pt x="135" y="35"/>
                    <a:pt x="101" y="41"/>
                    <a:pt x="72" y="51"/>
                  </a:cubicBezTo>
                  <a:cubicBezTo>
                    <a:pt x="0" y="99"/>
                    <a:pt x="0" y="194"/>
                    <a:pt x="24" y="289"/>
                  </a:cubicBezTo>
                  <a:cubicBezTo>
                    <a:pt x="215" y="408"/>
                    <a:pt x="429" y="527"/>
                    <a:pt x="667" y="527"/>
                  </a:cubicBezTo>
                  <a:cubicBezTo>
                    <a:pt x="881" y="527"/>
                    <a:pt x="1072" y="432"/>
                    <a:pt x="1215" y="289"/>
                  </a:cubicBezTo>
                  <a:cubicBezTo>
                    <a:pt x="1286" y="218"/>
                    <a:pt x="1286" y="99"/>
                    <a:pt x="1191" y="51"/>
                  </a:cubicBezTo>
                  <a:cubicBezTo>
                    <a:pt x="1169" y="18"/>
                    <a:pt x="1131" y="0"/>
                    <a:pt x="1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96"/>
            <p:cNvSpPr/>
            <p:nvPr/>
          </p:nvSpPr>
          <p:spPr>
            <a:xfrm>
              <a:off x="4774404" y="1941160"/>
              <a:ext cx="352326" cy="316022"/>
            </a:xfrm>
            <a:custGeom>
              <a:rect b="b" l="l" r="r" t="t"/>
              <a:pathLst>
                <a:path extrusionOk="0" h="9741" w="10860">
                  <a:moveTo>
                    <a:pt x="3573" y="310"/>
                  </a:moveTo>
                  <a:cubicBezTo>
                    <a:pt x="3811" y="310"/>
                    <a:pt x="4001" y="477"/>
                    <a:pt x="4025" y="715"/>
                  </a:cubicBezTo>
                  <a:cubicBezTo>
                    <a:pt x="4025" y="953"/>
                    <a:pt x="3835" y="1168"/>
                    <a:pt x="3596" y="1168"/>
                  </a:cubicBezTo>
                  <a:lnTo>
                    <a:pt x="1024" y="1168"/>
                  </a:lnTo>
                  <a:cubicBezTo>
                    <a:pt x="786" y="1168"/>
                    <a:pt x="572" y="953"/>
                    <a:pt x="596" y="715"/>
                  </a:cubicBezTo>
                  <a:cubicBezTo>
                    <a:pt x="596" y="477"/>
                    <a:pt x="810" y="310"/>
                    <a:pt x="1024" y="310"/>
                  </a:cubicBezTo>
                  <a:close/>
                  <a:moveTo>
                    <a:pt x="3454" y="1501"/>
                  </a:moveTo>
                  <a:lnTo>
                    <a:pt x="3454" y="2501"/>
                  </a:lnTo>
                  <a:lnTo>
                    <a:pt x="1167" y="2501"/>
                  </a:lnTo>
                  <a:lnTo>
                    <a:pt x="1167" y="1501"/>
                  </a:lnTo>
                  <a:close/>
                  <a:moveTo>
                    <a:pt x="9717" y="1501"/>
                  </a:moveTo>
                  <a:lnTo>
                    <a:pt x="9717" y="2501"/>
                  </a:lnTo>
                  <a:lnTo>
                    <a:pt x="7407" y="2501"/>
                  </a:lnTo>
                  <a:lnTo>
                    <a:pt x="7407" y="1501"/>
                  </a:lnTo>
                  <a:close/>
                  <a:moveTo>
                    <a:pt x="10312" y="2811"/>
                  </a:moveTo>
                  <a:cubicBezTo>
                    <a:pt x="10455" y="2811"/>
                    <a:pt x="10550" y="2930"/>
                    <a:pt x="10550" y="3049"/>
                  </a:cubicBezTo>
                  <a:lnTo>
                    <a:pt x="10550" y="3668"/>
                  </a:lnTo>
                  <a:cubicBezTo>
                    <a:pt x="10550" y="3811"/>
                    <a:pt x="10431" y="3906"/>
                    <a:pt x="10312" y="3906"/>
                  </a:cubicBezTo>
                  <a:lnTo>
                    <a:pt x="572" y="3906"/>
                  </a:lnTo>
                  <a:cubicBezTo>
                    <a:pt x="560" y="3908"/>
                    <a:pt x="548" y="3909"/>
                    <a:pt x="536" y="3909"/>
                  </a:cubicBezTo>
                  <a:cubicBezTo>
                    <a:pt x="413" y="3909"/>
                    <a:pt x="334" y="3799"/>
                    <a:pt x="334" y="3668"/>
                  </a:cubicBezTo>
                  <a:lnTo>
                    <a:pt x="334" y="3049"/>
                  </a:lnTo>
                  <a:cubicBezTo>
                    <a:pt x="334" y="2882"/>
                    <a:pt x="453" y="2811"/>
                    <a:pt x="572" y="2811"/>
                  </a:cubicBezTo>
                  <a:close/>
                  <a:moveTo>
                    <a:pt x="8955" y="4240"/>
                  </a:moveTo>
                  <a:lnTo>
                    <a:pt x="8955" y="6693"/>
                  </a:lnTo>
                  <a:cubicBezTo>
                    <a:pt x="8955" y="6907"/>
                    <a:pt x="8812" y="7098"/>
                    <a:pt x="8597" y="7121"/>
                  </a:cubicBezTo>
                  <a:cubicBezTo>
                    <a:pt x="8582" y="7123"/>
                    <a:pt x="8567" y="7124"/>
                    <a:pt x="8552" y="7124"/>
                  </a:cubicBezTo>
                  <a:cubicBezTo>
                    <a:pt x="8330" y="7124"/>
                    <a:pt x="8121" y="6963"/>
                    <a:pt x="8121" y="6740"/>
                  </a:cubicBezTo>
                  <a:lnTo>
                    <a:pt x="8169" y="4240"/>
                  </a:lnTo>
                  <a:close/>
                  <a:moveTo>
                    <a:pt x="9717" y="4264"/>
                  </a:moveTo>
                  <a:lnTo>
                    <a:pt x="9717" y="6693"/>
                  </a:lnTo>
                  <a:cubicBezTo>
                    <a:pt x="9717" y="7288"/>
                    <a:pt x="9264" y="7788"/>
                    <a:pt x="8693" y="7860"/>
                  </a:cubicBezTo>
                  <a:cubicBezTo>
                    <a:pt x="8642" y="7867"/>
                    <a:pt x="8591" y="7870"/>
                    <a:pt x="8541" y="7870"/>
                  </a:cubicBezTo>
                  <a:cubicBezTo>
                    <a:pt x="7917" y="7870"/>
                    <a:pt x="7407" y="7336"/>
                    <a:pt x="7407" y="6740"/>
                  </a:cubicBezTo>
                  <a:lnTo>
                    <a:pt x="7407" y="4264"/>
                  </a:lnTo>
                  <a:lnTo>
                    <a:pt x="7835" y="4264"/>
                  </a:lnTo>
                  <a:lnTo>
                    <a:pt x="7835" y="6740"/>
                  </a:lnTo>
                  <a:cubicBezTo>
                    <a:pt x="7835" y="7074"/>
                    <a:pt x="8121" y="7407"/>
                    <a:pt x="8478" y="7455"/>
                  </a:cubicBezTo>
                  <a:cubicBezTo>
                    <a:pt x="8506" y="7458"/>
                    <a:pt x="8533" y="7459"/>
                    <a:pt x="8559" y="7459"/>
                  </a:cubicBezTo>
                  <a:cubicBezTo>
                    <a:pt x="8973" y="7459"/>
                    <a:pt x="9288" y="7121"/>
                    <a:pt x="9288" y="6740"/>
                  </a:cubicBezTo>
                  <a:lnTo>
                    <a:pt x="9288" y="4264"/>
                  </a:lnTo>
                  <a:close/>
                  <a:moveTo>
                    <a:pt x="1572" y="4240"/>
                  </a:moveTo>
                  <a:lnTo>
                    <a:pt x="1572" y="5359"/>
                  </a:lnTo>
                  <a:cubicBezTo>
                    <a:pt x="1572" y="5454"/>
                    <a:pt x="1644" y="5502"/>
                    <a:pt x="1739" y="5550"/>
                  </a:cubicBezTo>
                  <a:cubicBezTo>
                    <a:pt x="1810" y="5550"/>
                    <a:pt x="1906" y="5478"/>
                    <a:pt x="1906" y="5383"/>
                  </a:cubicBezTo>
                  <a:lnTo>
                    <a:pt x="1906" y="4264"/>
                  </a:lnTo>
                  <a:lnTo>
                    <a:pt x="2715" y="4264"/>
                  </a:lnTo>
                  <a:lnTo>
                    <a:pt x="2715" y="6740"/>
                  </a:lnTo>
                  <a:cubicBezTo>
                    <a:pt x="2715" y="6931"/>
                    <a:pt x="2572" y="7121"/>
                    <a:pt x="2358" y="7145"/>
                  </a:cubicBezTo>
                  <a:cubicBezTo>
                    <a:pt x="2343" y="7147"/>
                    <a:pt x="2328" y="7147"/>
                    <a:pt x="2313" y="7147"/>
                  </a:cubicBezTo>
                  <a:cubicBezTo>
                    <a:pt x="2091" y="7147"/>
                    <a:pt x="1882" y="6987"/>
                    <a:pt x="1882" y="6764"/>
                  </a:cubicBezTo>
                  <a:lnTo>
                    <a:pt x="1882" y="6050"/>
                  </a:lnTo>
                  <a:cubicBezTo>
                    <a:pt x="1882" y="5954"/>
                    <a:pt x="1810" y="5907"/>
                    <a:pt x="1763" y="5907"/>
                  </a:cubicBezTo>
                  <a:cubicBezTo>
                    <a:pt x="1745" y="5898"/>
                    <a:pt x="1727" y="5894"/>
                    <a:pt x="1709" y="5894"/>
                  </a:cubicBezTo>
                  <a:cubicBezTo>
                    <a:pt x="1628" y="5894"/>
                    <a:pt x="1548" y="5972"/>
                    <a:pt x="1548" y="6050"/>
                  </a:cubicBezTo>
                  <a:lnTo>
                    <a:pt x="1548" y="6764"/>
                  </a:lnTo>
                  <a:cubicBezTo>
                    <a:pt x="1548" y="7121"/>
                    <a:pt x="1858" y="7455"/>
                    <a:pt x="2215" y="7479"/>
                  </a:cubicBezTo>
                  <a:cubicBezTo>
                    <a:pt x="2241" y="7481"/>
                    <a:pt x="2267" y="7483"/>
                    <a:pt x="2292" y="7483"/>
                  </a:cubicBezTo>
                  <a:cubicBezTo>
                    <a:pt x="2686" y="7483"/>
                    <a:pt x="3001" y="7144"/>
                    <a:pt x="3001" y="6764"/>
                  </a:cubicBezTo>
                  <a:lnTo>
                    <a:pt x="3001" y="4287"/>
                  </a:lnTo>
                  <a:lnTo>
                    <a:pt x="3430" y="4287"/>
                  </a:lnTo>
                  <a:lnTo>
                    <a:pt x="3454" y="6740"/>
                  </a:lnTo>
                  <a:cubicBezTo>
                    <a:pt x="3454" y="7356"/>
                    <a:pt x="2946" y="7870"/>
                    <a:pt x="2324" y="7870"/>
                  </a:cubicBezTo>
                  <a:cubicBezTo>
                    <a:pt x="2273" y="7870"/>
                    <a:pt x="2220" y="7867"/>
                    <a:pt x="2168" y="7860"/>
                  </a:cubicBezTo>
                  <a:cubicBezTo>
                    <a:pt x="1572" y="7812"/>
                    <a:pt x="1167" y="7288"/>
                    <a:pt x="1167" y="6693"/>
                  </a:cubicBezTo>
                  <a:lnTo>
                    <a:pt x="1167" y="4240"/>
                  </a:lnTo>
                  <a:close/>
                  <a:moveTo>
                    <a:pt x="5906" y="4264"/>
                  </a:moveTo>
                  <a:lnTo>
                    <a:pt x="5906" y="7931"/>
                  </a:lnTo>
                  <a:lnTo>
                    <a:pt x="4978" y="7931"/>
                  </a:lnTo>
                  <a:lnTo>
                    <a:pt x="4978" y="4264"/>
                  </a:lnTo>
                  <a:close/>
                  <a:moveTo>
                    <a:pt x="6549" y="8217"/>
                  </a:moveTo>
                  <a:cubicBezTo>
                    <a:pt x="7050" y="8217"/>
                    <a:pt x="7454" y="8645"/>
                    <a:pt x="7454" y="9146"/>
                  </a:cubicBezTo>
                  <a:lnTo>
                    <a:pt x="7454" y="9265"/>
                  </a:lnTo>
                  <a:cubicBezTo>
                    <a:pt x="7454" y="9360"/>
                    <a:pt x="7383" y="9408"/>
                    <a:pt x="7288" y="9408"/>
                  </a:cubicBezTo>
                  <a:lnTo>
                    <a:pt x="3596" y="9408"/>
                  </a:lnTo>
                  <a:cubicBezTo>
                    <a:pt x="3525" y="9408"/>
                    <a:pt x="3454" y="9360"/>
                    <a:pt x="3454" y="9265"/>
                  </a:cubicBezTo>
                  <a:lnTo>
                    <a:pt x="3454" y="9146"/>
                  </a:lnTo>
                  <a:cubicBezTo>
                    <a:pt x="3454" y="8645"/>
                    <a:pt x="3882" y="8217"/>
                    <a:pt x="4382" y="8217"/>
                  </a:cubicBezTo>
                  <a:close/>
                  <a:moveTo>
                    <a:pt x="1024" y="1"/>
                  </a:moveTo>
                  <a:cubicBezTo>
                    <a:pt x="620" y="1"/>
                    <a:pt x="262" y="310"/>
                    <a:pt x="239" y="691"/>
                  </a:cubicBezTo>
                  <a:cubicBezTo>
                    <a:pt x="215" y="1072"/>
                    <a:pt x="477" y="1406"/>
                    <a:pt x="834" y="1454"/>
                  </a:cubicBezTo>
                  <a:lnTo>
                    <a:pt x="834" y="2478"/>
                  </a:lnTo>
                  <a:lnTo>
                    <a:pt x="572" y="2478"/>
                  </a:lnTo>
                  <a:cubicBezTo>
                    <a:pt x="239" y="2478"/>
                    <a:pt x="0" y="2739"/>
                    <a:pt x="0" y="3049"/>
                  </a:cubicBezTo>
                  <a:lnTo>
                    <a:pt x="0" y="3668"/>
                  </a:lnTo>
                  <a:cubicBezTo>
                    <a:pt x="0" y="4002"/>
                    <a:pt x="239" y="4240"/>
                    <a:pt x="572" y="4240"/>
                  </a:cubicBezTo>
                  <a:lnTo>
                    <a:pt x="834" y="4240"/>
                  </a:lnTo>
                  <a:lnTo>
                    <a:pt x="834" y="6693"/>
                  </a:lnTo>
                  <a:cubicBezTo>
                    <a:pt x="834" y="7502"/>
                    <a:pt x="1453" y="8169"/>
                    <a:pt x="2263" y="8193"/>
                  </a:cubicBezTo>
                  <a:cubicBezTo>
                    <a:pt x="3073" y="8193"/>
                    <a:pt x="3763" y="7526"/>
                    <a:pt x="3763" y="6740"/>
                  </a:cubicBezTo>
                  <a:lnTo>
                    <a:pt x="3763" y="4264"/>
                  </a:lnTo>
                  <a:lnTo>
                    <a:pt x="4644" y="4264"/>
                  </a:lnTo>
                  <a:lnTo>
                    <a:pt x="4644" y="7931"/>
                  </a:lnTo>
                  <a:lnTo>
                    <a:pt x="4359" y="7931"/>
                  </a:lnTo>
                  <a:cubicBezTo>
                    <a:pt x="3668" y="7931"/>
                    <a:pt x="3120" y="8479"/>
                    <a:pt x="3120" y="9146"/>
                  </a:cubicBezTo>
                  <a:lnTo>
                    <a:pt x="3120" y="9265"/>
                  </a:lnTo>
                  <a:cubicBezTo>
                    <a:pt x="3120" y="9527"/>
                    <a:pt x="3334" y="9741"/>
                    <a:pt x="3596" y="9741"/>
                  </a:cubicBezTo>
                  <a:lnTo>
                    <a:pt x="7288" y="9741"/>
                  </a:lnTo>
                  <a:cubicBezTo>
                    <a:pt x="7573" y="9741"/>
                    <a:pt x="7764" y="9527"/>
                    <a:pt x="7764" y="9265"/>
                  </a:cubicBezTo>
                  <a:lnTo>
                    <a:pt x="7764" y="9146"/>
                  </a:lnTo>
                  <a:cubicBezTo>
                    <a:pt x="7764" y="8455"/>
                    <a:pt x="7216" y="7931"/>
                    <a:pt x="6549" y="7931"/>
                  </a:cubicBezTo>
                  <a:lnTo>
                    <a:pt x="6216" y="7931"/>
                  </a:lnTo>
                  <a:lnTo>
                    <a:pt x="6216" y="4264"/>
                  </a:lnTo>
                  <a:lnTo>
                    <a:pt x="7097" y="4264"/>
                  </a:lnTo>
                  <a:lnTo>
                    <a:pt x="7097" y="6740"/>
                  </a:lnTo>
                  <a:cubicBezTo>
                    <a:pt x="7097" y="7502"/>
                    <a:pt x="7693" y="8169"/>
                    <a:pt x="8431" y="8217"/>
                  </a:cubicBezTo>
                  <a:cubicBezTo>
                    <a:pt x="8472" y="8220"/>
                    <a:pt x="8512" y="8222"/>
                    <a:pt x="8553" y="8222"/>
                  </a:cubicBezTo>
                  <a:cubicBezTo>
                    <a:pt x="9355" y="8222"/>
                    <a:pt x="10003" y="7558"/>
                    <a:pt x="10003" y="6764"/>
                  </a:cubicBezTo>
                  <a:lnTo>
                    <a:pt x="10003" y="4287"/>
                  </a:lnTo>
                  <a:lnTo>
                    <a:pt x="10265" y="4287"/>
                  </a:lnTo>
                  <a:cubicBezTo>
                    <a:pt x="10598" y="4287"/>
                    <a:pt x="10836" y="4025"/>
                    <a:pt x="10836" y="3716"/>
                  </a:cubicBezTo>
                  <a:lnTo>
                    <a:pt x="10836" y="3097"/>
                  </a:lnTo>
                  <a:cubicBezTo>
                    <a:pt x="10836" y="2763"/>
                    <a:pt x="10574" y="2525"/>
                    <a:pt x="10265" y="2525"/>
                  </a:cubicBezTo>
                  <a:lnTo>
                    <a:pt x="10003" y="2525"/>
                  </a:lnTo>
                  <a:lnTo>
                    <a:pt x="10003" y="1525"/>
                  </a:lnTo>
                  <a:cubicBezTo>
                    <a:pt x="10526" y="1406"/>
                    <a:pt x="10860" y="691"/>
                    <a:pt x="10241" y="96"/>
                  </a:cubicBezTo>
                  <a:cubicBezTo>
                    <a:pt x="10217" y="48"/>
                    <a:pt x="10169" y="25"/>
                    <a:pt x="10122" y="25"/>
                  </a:cubicBezTo>
                  <a:lnTo>
                    <a:pt x="9217" y="25"/>
                  </a:lnTo>
                  <a:cubicBezTo>
                    <a:pt x="9074" y="191"/>
                    <a:pt x="9169" y="334"/>
                    <a:pt x="9312" y="334"/>
                  </a:cubicBezTo>
                  <a:lnTo>
                    <a:pt x="9788" y="334"/>
                  </a:lnTo>
                  <a:cubicBezTo>
                    <a:pt x="10026" y="334"/>
                    <a:pt x="10217" y="501"/>
                    <a:pt x="10241" y="739"/>
                  </a:cubicBezTo>
                  <a:cubicBezTo>
                    <a:pt x="10241" y="977"/>
                    <a:pt x="10050" y="1192"/>
                    <a:pt x="9812" y="1192"/>
                  </a:cubicBezTo>
                  <a:lnTo>
                    <a:pt x="7240" y="1192"/>
                  </a:lnTo>
                  <a:cubicBezTo>
                    <a:pt x="7002" y="1192"/>
                    <a:pt x="6811" y="1025"/>
                    <a:pt x="6788" y="787"/>
                  </a:cubicBezTo>
                  <a:cubicBezTo>
                    <a:pt x="6788" y="525"/>
                    <a:pt x="6954" y="334"/>
                    <a:pt x="7192" y="334"/>
                  </a:cubicBezTo>
                  <a:lnTo>
                    <a:pt x="8693" y="334"/>
                  </a:lnTo>
                  <a:cubicBezTo>
                    <a:pt x="8788" y="334"/>
                    <a:pt x="8836" y="263"/>
                    <a:pt x="8859" y="191"/>
                  </a:cubicBezTo>
                  <a:cubicBezTo>
                    <a:pt x="8859" y="96"/>
                    <a:pt x="8812" y="1"/>
                    <a:pt x="8717" y="1"/>
                  </a:cubicBezTo>
                  <a:lnTo>
                    <a:pt x="7240" y="1"/>
                  </a:lnTo>
                  <a:cubicBezTo>
                    <a:pt x="6835" y="1"/>
                    <a:pt x="6478" y="310"/>
                    <a:pt x="6454" y="691"/>
                  </a:cubicBezTo>
                  <a:cubicBezTo>
                    <a:pt x="6430" y="1072"/>
                    <a:pt x="6692" y="1406"/>
                    <a:pt x="7050" y="1454"/>
                  </a:cubicBezTo>
                  <a:lnTo>
                    <a:pt x="7050" y="2478"/>
                  </a:lnTo>
                  <a:lnTo>
                    <a:pt x="3739" y="2478"/>
                  </a:lnTo>
                  <a:lnTo>
                    <a:pt x="3739" y="1454"/>
                  </a:lnTo>
                  <a:cubicBezTo>
                    <a:pt x="4097" y="1382"/>
                    <a:pt x="4382" y="1072"/>
                    <a:pt x="4335" y="691"/>
                  </a:cubicBezTo>
                  <a:cubicBezTo>
                    <a:pt x="4311" y="310"/>
                    <a:pt x="3977" y="1"/>
                    <a:pt x="3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3" name="Google Shape;20753;p96"/>
          <p:cNvGrpSpPr/>
          <p:nvPr/>
        </p:nvGrpSpPr>
        <p:grpSpPr>
          <a:xfrm>
            <a:off x="5516448" y="1781817"/>
            <a:ext cx="360858" cy="329940"/>
            <a:chOff x="5518408" y="1934217"/>
            <a:chExt cx="360858" cy="329940"/>
          </a:xfrm>
        </p:grpSpPr>
        <p:sp>
          <p:nvSpPr>
            <p:cNvPr id="20754" name="Google Shape;20754;p96"/>
            <p:cNvSpPr/>
            <p:nvPr/>
          </p:nvSpPr>
          <p:spPr>
            <a:xfrm>
              <a:off x="5771070" y="1961274"/>
              <a:ext cx="30918" cy="171523"/>
            </a:xfrm>
            <a:custGeom>
              <a:rect b="b" l="l" r="r" t="t"/>
              <a:pathLst>
                <a:path extrusionOk="0" h="5287" w="953">
                  <a:moveTo>
                    <a:pt x="0" y="0"/>
                  </a:moveTo>
                  <a:lnTo>
                    <a:pt x="0" y="5287"/>
                  </a:lnTo>
                  <a:lnTo>
                    <a:pt x="953" y="5287"/>
                  </a:lnTo>
                  <a:lnTo>
                    <a:pt x="953" y="0"/>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96"/>
            <p:cNvSpPr/>
            <p:nvPr/>
          </p:nvSpPr>
          <p:spPr>
            <a:xfrm>
              <a:off x="5536186" y="2024602"/>
              <a:ext cx="162277" cy="95057"/>
            </a:xfrm>
            <a:custGeom>
              <a:rect b="b" l="l" r="r" t="t"/>
              <a:pathLst>
                <a:path extrusionOk="0" h="2930" w="5002">
                  <a:moveTo>
                    <a:pt x="2573" y="1"/>
                  </a:moveTo>
                  <a:lnTo>
                    <a:pt x="1906" y="358"/>
                  </a:lnTo>
                  <a:cubicBezTo>
                    <a:pt x="1906" y="358"/>
                    <a:pt x="477" y="620"/>
                    <a:pt x="1" y="2382"/>
                  </a:cubicBezTo>
                  <a:lnTo>
                    <a:pt x="2501" y="2930"/>
                  </a:lnTo>
                  <a:lnTo>
                    <a:pt x="5002" y="2382"/>
                  </a:lnTo>
                  <a:cubicBezTo>
                    <a:pt x="4525" y="620"/>
                    <a:pt x="3096" y="358"/>
                    <a:pt x="3096" y="358"/>
                  </a:cubicBezTo>
                  <a:lnTo>
                    <a:pt x="2573" y="1"/>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96"/>
            <p:cNvSpPr/>
            <p:nvPr/>
          </p:nvSpPr>
          <p:spPr>
            <a:xfrm>
              <a:off x="5536186" y="2025380"/>
              <a:ext cx="92753" cy="95835"/>
            </a:xfrm>
            <a:custGeom>
              <a:rect b="b" l="l" r="r" t="t"/>
              <a:pathLst>
                <a:path extrusionOk="0" h="2954" w="2859">
                  <a:moveTo>
                    <a:pt x="2573" y="1"/>
                  </a:moveTo>
                  <a:lnTo>
                    <a:pt x="1906" y="358"/>
                  </a:lnTo>
                  <a:cubicBezTo>
                    <a:pt x="1906" y="358"/>
                    <a:pt x="477" y="620"/>
                    <a:pt x="1" y="2382"/>
                  </a:cubicBezTo>
                  <a:lnTo>
                    <a:pt x="2501" y="2954"/>
                  </a:lnTo>
                  <a:lnTo>
                    <a:pt x="2834" y="2882"/>
                  </a:lnTo>
                  <a:lnTo>
                    <a:pt x="667" y="2358"/>
                  </a:lnTo>
                  <a:cubicBezTo>
                    <a:pt x="1144" y="596"/>
                    <a:pt x="2573" y="334"/>
                    <a:pt x="2573" y="334"/>
                  </a:cubicBezTo>
                  <a:lnTo>
                    <a:pt x="2858" y="167"/>
                  </a:lnTo>
                  <a:lnTo>
                    <a:pt x="2573"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96"/>
            <p:cNvSpPr/>
            <p:nvPr/>
          </p:nvSpPr>
          <p:spPr>
            <a:xfrm>
              <a:off x="5523047" y="2101880"/>
              <a:ext cx="186999" cy="37114"/>
            </a:xfrm>
            <a:custGeom>
              <a:rect b="b" l="l" r="r" t="t"/>
              <a:pathLst>
                <a:path extrusionOk="0" h="1144" w="5764">
                  <a:moveTo>
                    <a:pt x="382" y="0"/>
                  </a:moveTo>
                  <a:cubicBezTo>
                    <a:pt x="167" y="0"/>
                    <a:pt x="1" y="167"/>
                    <a:pt x="1" y="381"/>
                  </a:cubicBezTo>
                  <a:lnTo>
                    <a:pt x="1" y="762"/>
                  </a:lnTo>
                  <a:cubicBezTo>
                    <a:pt x="1" y="977"/>
                    <a:pt x="167" y="1143"/>
                    <a:pt x="382" y="1143"/>
                  </a:cubicBezTo>
                  <a:lnTo>
                    <a:pt x="5383" y="1143"/>
                  </a:lnTo>
                  <a:cubicBezTo>
                    <a:pt x="5597" y="1143"/>
                    <a:pt x="5764" y="977"/>
                    <a:pt x="5764" y="762"/>
                  </a:cubicBezTo>
                  <a:lnTo>
                    <a:pt x="5764" y="357"/>
                  </a:lnTo>
                  <a:cubicBezTo>
                    <a:pt x="5764" y="143"/>
                    <a:pt x="5597" y="0"/>
                    <a:pt x="5383" y="0"/>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96"/>
            <p:cNvSpPr/>
            <p:nvPr/>
          </p:nvSpPr>
          <p:spPr>
            <a:xfrm>
              <a:off x="5524604" y="2100323"/>
              <a:ext cx="33254" cy="37893"/>
            </a:xfrm>
            <a:custGeom>
              <a:rect b="b" l="l" r="r" t="t"/>
              <a:pathLst>
                <a:path extrusionOk="0" h="1168" w="1025">
                  <a:moveTo>
                    <a:pt x="381" y="1"/>
                  </a:moveTo>
                  <a:cubicBezTo>
                    <a:pt x="191" y="1"/>
                    <a:pt x="0" y="191"/>
                    <a:pt x="0" y="405"/>
                  </a:cubicBezTo>
                  <a:lnTo>
                    <a:pt x="0" y="786"/>
                  </a:lnTo>
                  <a:cubicBezTo>
                    <a:pt x="0" y="1001"/>
                    <a:pt x="191" y="1167"/>
                    <a:pt x="381" y="1167"/>
                  </a:cubicBezTo>
                  <a:lnTo>
                    <a:pt x="1024" y="1167"/>
                  </a:lnTo>
                  <a:cubicBezTo>
                    <a:pt x="810" y="1167"/>
                    <a:pt x="643" y="1001"/>
                    <a:pt x="643" y="786"/>
                  </a:cubicBezTo>
                  <a:lnTo>
                    <a:pt x="643" y="405"/>
                  </a:lnTo>
                  <a:cubicBezTo>
                    <a:pt x="643" y="191"/>
                    <a:pt x="810" y="1"/>
                    <a:pt x="102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96"/>
            <p:cNvSpPr/>
            <p:nvPr/>
          </p:nvSpPr>
          <p:spPr>
            <a:xfrm>
              <a:off x="5594129" y="2182013"/>
              <a:ext cx="46393" cy="41202"/>
            </a:xfrm>
            <a:custGeom>
              <a:rect b="b" l="l" r="r" t="t"/>
              <a:pathLst>
                <a:path extrusionOk="0" h="1270" w="1430">
                  <a:moveTo>
                    <a:pt x="727" y="1"/>
                  </a:moveTo>
                  <a:cubicBezTo>
                    <a:pt x="697" y="1"/>
                    <a:pt x="667" y="19"/>
                    <a:pt x="644" y="55"/>
                  </a:cubicBezTo>
                  <a:cubicBezTo>
                    <a:pt x="1" y="698"/>
                    <a:pt x="191" y="1269"/>
                    <a:pt x="715" y="1269"/>
                  </a:cubicBezTo>
                  <a:cubicBezTo>
                    <a:pt x="1239" y="1269"/>
                    <a:pt x="1430" y="698"/>
                    <a:pt x="810" y="55"/>
                  </a:cubicBezTo>
                  <a:cubicBezTo>
                    <a:pt x="787" y="19"/>
                    <a:pt x="757" y="1"/>
                    <a:pt x="72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96"/>
            <p:cNvSpPr/>
            <p:nvPr/>
          </p:nvSpPr>
          <p:spPr>
            <a:xfrm>
              <a:off x="5594129" y="2182986"/>
              <a:ext cx="37893" cy="40229"/>
            </a:xfrm>
            <a:custGeom>
              <a:rect b="b" l="l" r="r" t="t"/>
              <a:pathLst>
                <a:path extrusionOk="0" h="1240" w="1168">
                  <a:moveTo>
                    <a:pt x="691" y="1"/>
                  </a:moveTo>
                  <a:cubicBezTo>
                    <a:pt x="667" y="1"/>
                    <a:pt x="667" y="25"/>
                    <a:pt x="644" y="25"/>
                  </a:cubicBezTo>
                  <a:cubicBezTo>
                    <a:pt x="1" y="668"/>
                    <a:pt x="191" y="1239"/>
                    <a:pt x="715" y="1239"/>
                  </a:cubicBezTo>
                  <a:cubicBezTo>
                    <a:pt x="929" y="1239"/>
                    <a:pt x="1096" y="1144"/>
                    <a:pt x="1168" y="977"/>
                  </a:cubicBezTo>
                  <a:lnTo>
                    <a:pt x="1168" y="977"/>
                  </a:lnTo>
                  <a:cubicBezTo>
                    <a:pt x="1120" y="1001"/>
                    <a:pt x="1025" y="1025"/>
                    <a:pt x="929" y="1025"/>
                  </a:cubicBezTo>
                  <a:cubicBezTo>
                    <a:pt x="453" y="1025"/>
                    <a:pt x="239" y="548"/>
                    <a:pt x="691"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96"/>
            <p:cNvSpPr/>
            <p:nvPr/>
          </p:nvSpPr>
          <p:spPr>
            <a:xfrm>
              <a:off x="5535408" y="2154988"/>
              <a:ext cx="46393" cy="41170"/>
            </a:xfrm>
            <a:custGeom>
              <a:rect b="b" l="l" r="r" t="t"/>
              <a:pathLst>
                <a:path extrusionOk="0" h="1269" w="1430">
                  <a:moveTo>
                    <a:pt x="715" y="0"/>
                  </a:moveTo>
                  <a:cubicBezTo>
                    <a:pt x="685" y="0"/>
                    <a:pt x="656" y="18"/>
                    <a:pt x="620" y="54"/>
                  </a:cubicBezTo>
                  <a:cubicBezTo>
                    <a:pt x="1" y="697"/>
                    <a:pt x="191" y="1269"/>
                    <a:pt x="715" y="1269"/>
                  </a:cubicBezTo>
                  <a:cubicBezTo>
                    <a:pt x="1239" y="1269"/>
                    <a:pt x="1430" y="697"/>
                    <a:pt x="810" y="54"/>
                  </a:cubicBezTo>
                  <a:cubicBezTo>
                    <a:pt x="775" y="18"/>
                    <a:pt x="745" y="0"/>
                    <a:pt x="715"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96"/>
            <p:cNvSpPr/>
            <p:nvPr/>
          </p:nvSpPr>
          <p:spPr>
            <a:xfrm>
              <a:off x="5535408" y="2154404"/>
              <a:ext cx="37893" cy="40975"/>
            </a:xfrm>
            <a:custGeom>
              <a:rect b="b" l="l" r="r" t="t"/>
              <a:pathLst>
                <a:path extrusionOk="0" h="1263" w="1168">
                  <a:moveTo>
                    <a:pt x="691" y="1"/>
                  </a:moveTo>
                  <a:cubicBezTo>
                    <a:pt x="668" y="1"/>
                    <a:pt x="668" y="48"/>
                    <a:pt x="620" y="48"/>
                  </a:cubicBezTo>
                  <a:cubicBezTo>
                    <a:pt x="1" y="691"/>
                    <a:pt x="191" y="1263"/>
                    <a:pt x="715" y="1263"/>
                  </a:cubicBezTo>
                  <a:cubicBezTo>
                    <a:pt x="929" y="1263"/>
                    <a:pt x="1096" y="1168"/>
                    <a:pt x="1168" y="1001"/>
                  </a:cubicBezTo>
                  <a:lnTo>
                    <a:pt x="1168" y="1001"/>
                  </a:lnTo>
                  <a:cubicBezTo>
                    <a:pt x="1096" y="1048"/>
                    <a:pt x="1001" y="1048"/>
                    <a:pt x="929" y="1048"/>
                  </a:cubicBezTo>
                  <a:cubicBezTo>
                    <a:pt x="453" y="1048"/>
                    <a:pt x="239" y="572"/>
                    <a:pt x="691"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96"/>
            <p:cNvSpPr/>
            <p:nvPr/>
          </p:nvSpPr>
          <p:spPr>
            <a:xfrm>
              <a:off x="5653628" y="2154988"/>
              <a:ext cx="46393" cy="41170"/>
            </a:xfrm>
            <a:custGeom>
              <a:rect b="b" l="l" r="r" t="t"/>
              <a:pathLst>
                <a:path extrusionOk="0" h="1269" w="1430">
                  <a:moveTo>
                    <a:pt x="703" y="0"/>
                  </a:moveTo>
                  <a:cubicBezTo>
                    <a:pt x="673" y="0"/>
                    <a:pt x="643" y="18"/>
                    <a:pt x="620" y="54"/>
                  </a:cubicBezTo>
                  <a:cubicBezTo>
                    <a:pt x="0" y="697"/>
                    <a:pt x="167" y="1269"/>
                    <a:pt x="715" y="1269"/>
                  </a:cubicBezTo>
                  <a:cubicBezTo>
                    <a:pt x="1239" y="1269"/>
                    <a:pt x="1429" y="697"/>
                    <a:pt x="786" y="54"/>
                  </a:cubicBezTo>
                  <a:cubicBezTo>
                    <a:pt x="762" y="18"/>
                    <a:pt x="733" y="0"/>
                    <a:pt x="703"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96"/>
            <p:cNvSpPr/>
            <p:nvPr/>
          </p:nvSpPr>
          <p:spPr>
            <a:xfrm>
              <a:off x="5653628" y="2154404"/>
              <a:ext cx="37114" cy="40975"/>
            </a:xfrm>
            <a:custGeom>
              <a:rect b="b" l="l" r="r" t="t"/>
              <a:pathLst>
                <a:path extrusionOk="0" h="1263" w="1144">
                  <a:moveTo>
                    <a:pt x="667" y="1"/>
                  </a:moveTo>
                  <a:cubicBezTo>
                    <a:pt x="643" y="1"/>
                    <a:pt x="643" y="48"/>
                    <a:pt x="620" y="48"/>
                  </a:cubicBezTo>
                  <a:cubicBezTo>
                    <a:pt x="0" y="691"/>
                    <a:pt x="167" y="1263"/>
                    <a:pt x="715" y="1263"/>
                  </a:cubicBezTo>
                  <a:cubicBezTo>
                    <a:pt x="905" y="1263"/>
                    <a:pt x="1096" y="1168"/>
                    <a:pt x="1143" y="1001"/>
                  </a:cubicBezTo>
                  <a:lnTo>
                    <a:pt x="1143" y="1001"/>
                  </a:lnTo>
                  <a:cubicBezTo>
                    <a:pt x="1072" y="1048"/>
                    <a:pt x="1001" y="1048"/>
                    <a:pt x="905" y="1048"/>
                  </a:cubicBezTo>
                  <a:cubicBezTo>
                    <a:pt x="429" y="1048"/>
                    <a:pt x="238" y="572"/>
                    <a:pt x="667"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96"/>
            <p:cNvSpPr/>
            <p:nvPr/>
          </p:nvSpPr>
          <p:spPr>
            <a:xfrm>
              <a:off x="5771816" y="2098765"/>
              <a:ext cx="30950" cy="34032"/>
            </a:xfrm>
            <a:custGeom>
              <a:rect b="b" l="l" r="r" t="t"/>
              <a:pathLst>
                <a:path extrusionOk="0" h="1049" w="954">
                  <a:moveTo>
                    <a:pt x="477" y="1"/>
                  </a:moveTo>
                  <a:cubicBezTo>
                    <a:pt x="311" y="1"/>
                    <a:pt x="168" y="25"/>
                    <a:pt x="1" y="49"/>
                  </a:cubicBezTo>
                  <a:lnTo>
                    <a:pt x="1" y="1049"/>
                  </a:lnTo>
                  <a:lnTo>
                    <a:pt x="954" y="1049"/>
                  </a:lnTo>
                  <a:lnTo>
                    <a:pt x="954" y="49"/>
                  </a:lnTo>
                  <a:cubicBezTo>
                    <a:pt x="811" y="25"/>
                    <a:pt x="644" y="1"/>
                    <a:pt x="477"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96"/>
            <p:cNvSpPr/>
            <p:nvPr/>
          </p:nvSpPr>
          <p:spPr>
            <a:xfrm>
              <a:off x="5708488" y="2118880"/>
              <a:ext cx="156081" cy="139860"/>
            </a:xfrm>
            <a:custGeom>
              <a:rect b="b" l="l" r="r" t="t"/>
              <a:pathLst>
                <a:path extrusionOk="0" h="4311" w="4811">
                  <a:moveTo>
                    <a:pt x="2405" y="953"/>
                  </a:moveTo>
                  <a:cubicBezTo>
                    <a:pt x="2429" y="953"/>
                    <a:pt x="2477" y="977"/>
                    <a:pt x="2525" y="1024"/>
                  </a:cubicBezTo>
                  <a:lnTo>
                    <a:pt x="3834" y="3215"/>
                  </a:lnTo>
                  <a:cubicBezTo>
                    <a:pt x="3858" y="3287"/>
                    <a:pt x="3834" y="3310"/>
                    <a:pt x="3834" y="3334"/>
                  </a:cubicBezTo>
                  <a:cubicBezTo>
                    <a:pt x="3834" y="3358"/>
                    <a:pt x="3810" y="3406"/>
                    <a:pt x="3739" y="3406"/>
                  </a:cubicBezTo>
                  <a:lnTo>
                    <a:pt x="1096" y="3406"/>
                  </a:lnTo>
                  <a:cubicBezTo>
                    <a:pt x="1048" y="3406"/>
                    <a:pt x="1048" y="3358"/>
                    <a:pt x="1000" y="3334"/>
                  </a:cubicBezTo>
                  <a:cubicBezTo>
                    <a:pt x="977" y="3310"/>
                    <a:pt x="977" y="3239"/>
                    <a:pt x="1000" y="3215"/>
                  </a:cubicBezTo>
                  <a:lnTo>
                    <a:pt x="2310" y="1024"/>
                  </a:lnTo>
                  <a:cubicBezTo>
                    <a:pt x="2334" y="953"/>
                    <a:pt x="2382" y="953"/>
                    <a:pt x="2405" y="953"/>
                  </a:cubicBezTo>
                  <a:close/>
                  <a:moveTo>
                    <a:pt x="2405" y="0"/>
                  </a:moveTo>
                  <a:cubicBezTo>
                    <a:pt x="2048" y="0"/>
                    <a:pt x="1691" y="191"/>
                    <a:pt x="1524" y="500"/>
                  </a:cubicBezTo>
                  <a:lnTo>
                    <a:pt x="215" y="2715"/>
                  </a:lnTo>
                  <a:cubicBezTo>
                    <a:pt x="0" y="3048"/>
                    <a:pt x="0" y="3453"/>
                    <a:pt x="167" y="3787"/>
                  </a:cubicBezTo>
                  <a:cubicBezTo>
                    <a:pt x="357" y="4120"/>
                    <a:pt x="715" y="4311"/>
                    <a:pt x="1096" y="4311"/>
                  </a:cubicBezTo>
                  <a:lnTo>
                    <a:pt x="3739" y="4311"/>
                  </a:lnTo>
                  <a:cubicBezTo>
                    <a:pt x="4144" y="4311"/>
                    <a:pt x="4453" y="4120"/>
                    <a:pt x="4644" y="3787"/>
                  </a:cubicBezTo>
                  <a:cubicBezTo>
                    <a:pt x="4811" y="3453"/>
                    <a:pt x="4811" y="3048"/>
                    <a:pt x="4596" y="2715"/>
                  </a:cubicBezTo>
                  <a:lnTo>
                    <a:pt x="3310" y="500"/>
                  </a:lnTo>
                  <a:cubicBezTo>
                    <a:pt x="3120" y="191"/>
                    <a:pt x="2763" y="0"/>
                    <a:pt x="2405"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96"/>
            <p:cNvSpPr/>
            <p:nvPr/>
          </p:nvSpPr>
          <p:spPr>
            <a:xfrm>
              <a:off x="5771070" y="1961274"/>
              <a:ext cx="30918" cy="37114"/>
            </a:xfrm>
            <a:custGeom>
              <a:rect b="b" l="l" r="r" t="t"/>
              <a:pathLst>
                <a:path extrusionOk="0" h="1144" w="953">
                  <a:moveTo>
                    <a:pt x="0" y="0"/>
                  </a:moveTo>
                  <a:lnTo>
                    <a:pt x="0" y="1143"/>
                  </a:lnTo>
                  <a:lnTo>
                    <a:pt x="953" y="1143"/>
                  </a:lnTo>
                  <a:lnTo>
                    <a:pt x="953"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96"/>
            <p:cNvSpPr/>
            <p:nvPr/>
          </p:nvSpPr>
          <p:spPr>
            <a:xfrm>
              <a:off x="5599546" y="1940413"/>
              <a:ext cx="267359" cy="95803"/>
            </a:xfrm>
            <a:custGeom>
              <a:rect b="b" l="l" r="r" t="t"/>
              <a:pathLst>
                <a:path extrusionOk="0" h="2953" w="8241">
                  <a:moveTo>
                    <a:pt x="2930" y="0"/>
                  </a:moveTo>
                  <a:cubicBezTo>
                    <a:pt x="1310" y="0"/>
                    <a:pt x="0" y="1310"/>
                    <a:pt x="0" y="2953"/>
                  </a:cubicBezTo>
                  <a:lnTo>
                    <a:pt x="1191" y="2953"/>
                  </a:lnTo>
                  <a:cubicBezTo>
                    <a:pt x="1191" y="1953"/>
                    <a:pt x="1977" y="1167"/>
                    <a:pt x="2977" y="1167"/>
                  </a:cubicBezTo>
                  <a:lnTo>
                    <a:pt x="8240" y="1167"/>
                  </a:lnTo>
                  <a:lnTo>
                    <a:pt x="8240"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96"/>
            <p:cNvSpPr/>
            <p:nvPr/>
          </p:nvSpPr>
          <p:spPr>
            <a:xfrm>
              <a:off x="5574047" y="2065414"/>
              <a:ext cx="10836" cy="17162"/>
            </a:xfrm>
            <a:custGeom>
              <a:rect b="b" l="l" r="r" t="t"/>
              <a:pathLst>
                <a:path extrusionOk="0" h="529" w="334">
                  <a:moveTo>
                    <a:pt x="99" y="0"/>
                  </a:moveTo>
                  <a:cubicBezTo>
                    <a:pt x="54" y="0"/>
                    <a:pt x="0" y="62"/>
                    <a:pt x="0" y="124"/>
                  </a:cubicBezTo>
                  <a:lnTo>
                    <a:pt x="0" y="338"/>
                  </a:lnTo>
                  <a:cubicBezTo>
                    <a:pt x="0" y="434"/>
                    <a:pt x="72" y="481"/>
                    <a:pt x="143" y="529"/>
                  </a:cubicBezTo>
                  <a:cubicBezTo>
                    <a:pt x="239" y="529"/>
                    <a:pt x="334" y="457"/>
                    <a:pt x="334" y="362"/>
                  </a:cubicBezTo>
                  <a:lnTo>
                    <a:pt x="334" y="172"/>
                  </a:lnTo>
                  <a:cubicBezTo>
                    <a:pt x="334" y="86"/>
                    <a:pt x="258" y="1"/>
                    <a:pt x="156" y="1"/>
                  </a:cubicBezTo>
                  <a:cubicBezTo>
                    <a:pt x="144" y="1"/>
                    <a:pt x="132" y="2"/>
                    <a:pt x="120" y="5"/>
                  </a:cubicBezTo>
                  <a:cubicBezTo>
                    <a:pt x="113" y="2"/>
                    <a:pt x="106" y="0"/>
                    <a:pt x="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96"/>
            <p:cNvSpPr/>
            <p:nvPr/>
          </p:nvSpPr>
          <p:spPr>
            <a:xfrm>
              <a:off x="5650546" y="2065414"/>
              <a:ext cx="10836" cy="17162"/>
            </a:xfrm>
            <a:custGeom>
              <a:rect b="b" l="l" r="r" t="t"/>
              <a:pathLst>
                <a:path extrusionOk="0" h="529" w="334">
                  <a:moveTo>
                    <a:pt x="92" y="0"/>
                  </a:moveTo>
                  <a:cubicBezTo>
                    <a:pt x="36" y="0"/>
                    <a:pt x="0" y="62"/>
                    <a:pt x="0" y="124"/>
                  </a:cubicBezTo>
                  <a:lnTo>
                    <a:pt x="0" y="338"/>
                  </a:lnTo>
                  <a:cubicBezTo>
                    <a:pt x="0" y="434"/>
                    <a:pt x="48" y="481"/>
                    <a:pt x="143" y="529"/>
                  </a:cubicBezTo>
                  <a:cubicBezTo>
                    <a:pt x="238" y="529"/>
                    <a:pt x="333" y="457"/>
                    <a:pt x="333" y="362"/>
                  </a:cubicBezTo>
                  <a:lnTo>
                    <a:pt x="333" y="172"/>
                  </a:lnTo>
                  <a:cubicBezTo>
                    <a:pt x="333" y="86"/>
                    <a:pt x="257" y="1"/>
                    <a:pt x="156" y="1"/>
                  </a:cubicBezTo>
                  <a:cubicBezTo>
                    <a:pt x="144" y="1"/>
                    <a:pt x="132" y="2"/>
                    <a:pt x="119" y="5"/>
                  </a:cubicBezTo>
                  <a:cubicBezTo>
                    <a:pt x="110" y="2"/>
                    <a:pt x="100" y="0"/>
                    <a:pt x="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96"/>
            <p:cNvSpPr/>
            <p:nvPr/>
          </p:nvSpPr>
          <p:spPr>
            <a:xfrm>
              <a:off x="5601071" y="2070086"/>
              <a:ext cx="31729" cy="14826"/>
            </a:xfrm>
            <a:custGeom>
              <a:rect b="b" l="l" r="r" t="t"/>
              <a:pathLst>
                <a:path extrusionOk="0" h="457" w="978">
                  <a:moveTo>
                    <a:pt x="788" y="1"/>
                  </a:moveTo>
                  <a:cubicBezTo>
                    <a:pt x="739" y="1"/>
                    <a:pt x="693" y="24"/>
                    <a:pt x="668" y="75"/>
                  </a:cubicBezTo>
                  <a:cubicBezTo>
                    <a:pt x="620" y="123"/>
                    <a:pt x="573" y="123"/>
                    <a:pt x="477" y="123"/>
                  </a:cubicBezTo>
                  <a:cubicBezTo>
                    <a:pt x="430" y="123"/>
                    <a:pt x="358" y="99"/>
                    <a:pt x="311" y="75"/>
                  </a:cubicBezTo>
                  <a:cubicBezTo>
                    <a:pt x="269" y="47"/>
                    <a:pt x="219" y="36"/>
                    <a:pt x="170" y="36"/>
                  </a:cubicBezTo>
                  <a:cubicBezTo>
                    <a:pt x="136" y="36"/>
                    <a:pt x="102" y="42"/>
                    <a:pt x="72" y="51"/>
                  </a:cubicBezTo>
                  <a:cubicBezTo>
                    <a:pt x="1" y="99"/>
                    <a:pt x="1" y="194"/>
                    <a:pt x="25" y="290"/>
                  </a:cubicBezTo>
                  <a:cubicBezTo>
                    <a:pt x="120" y="409"/>
                    <a:pt x="263" y="456"/>
                    <a:pt x="453" y="456"/>
                  </a:cubicBezTo>
                  <a:cubicBezTo>
                    <a:pt x="596" y="456"/>
                    <a:pt x="739" y="409"/>
                    <a:pt x="858" y="290"/>
                  </a:cubicBezTo>
                  <a:cubicBezTo>
                    <a:pt x="977" y="218"/>
                    <a:pt x="954" y="99"/>
                    <a:pt x="906" y="51"/>
                  </a:cubicBezTo>
                  <a:cubicBezTo>
                    <a:pt x="873" y="18"/>
                    <a:pt x="829" y="1"/>
                    <a:pt x="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96"/>
            <p:cNvSpPr/>
            <p:nvPr/>
          </p:nvSpPr>
          <p:spPr>
            <a:xfrm>
              <a:off x="5594129" y="2177017"/>
              <a:ext cx="47950" cy="50805"/>
            </a:xfrm>
            <a:custGeom>
              <a:rect b="b" l="l" r="r" t="t"/>
              <a:pathLst>
                <a:path extrusionOk="0" h="1566" w="1478">
                  <a:moveTo>
                    <a:pt x="715" y="351"/>
                  </a:moveTo>
                  <a:cubicBezTo>
                    <a:pt x="1048" y="685"/>
                    <a:pt x="1072" y="947"/>
                    <a:pt x="1025" y="1090"/>
                  </a:cubicBezTo>
                  <a:cubicBezTo>
                    <a:pt x="953" y="1256"/>
                    <a:pt x="810" y="1256"/>
                    <a:pt x="715" y="1256"/>
                  </a:cubicBezTo>
                  <a:cubicBezTo>
                    <a:pt x="644" y="1256"/>
                    <a:pt x="477" y="1209"/>
                    <a:pt x="429" y="1090"/>
                  </a:cubicBezTo>
                  <a:cubicBezTo>
                    <a:pt x="358" y="947"/>
                    <a:pt x="382" y="685"/>
                    <a:pt x="715" y="351"/>
                  </a:cubicBezTo>
                  <a:close/>
                  <a:moveTo>
                    <a:pt x="727" y="0"/>
                  </a:moveTo>
                  <a:cubicBezTo>
                    <a:pt x="656" y="0"/>
                    <a:pt x="584" y="30"/>
                    <a:pt x="525" y="89"/>
                  </a:cubicBezTo>
                  <a:cubicBezTo>
                    <a:pt x="120" y="471"/>
                    <a:pt x="1" y="899"/>
                    <a:pt x="120" y="1209"/>
                  </a:cubicBezTo>
                  <a:cubicBezTo>
                    <a:pt x="215" y="1447"/>
                    <a:pt x="453" y="1566"/>
                    <a:pt x="715" y="1566"/>
                  </a:cubicBezTo>
                  <a:cubicBezTo>
                    <a:pt x="977" y="1566"/>
                    <a:pt x="1239" y="1447"/>
                    <a:pt x="1310" y="1209"/>
                  </a:cubicBezTo>
                  <a:cubicBezTo>
                    <a:pt x="1477" y="899"/>
                    <a:pt x="1310" y="471"/>
                    <a:pt x="929" y="89"/>
                  </a:cubicBezTo>
                  <a:cubicBezTo>
                    <a:pt x="870" y="30"/>
                    <a:pt x="798" y="0"/>
                    <a:pt x="7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96"/>
            <p:cNvSpPr/>
            <p:nvPr/>
          </p:nvSpPr>
          <p:spPr>
            <a:xfrm>
              <a:off x="5535408" y="2149960"/>
              <a:ext cx="47171" cy="50837"/>
            </a:xfrm>
            <a:custGeom>
              <a:rect b="b" l="l" r="r" t="t"/>
              <a:pathLst>
                <a:path extrusionOk="0" h="1567" w="1454">
                  <a:moveTo>
                    <a:pt x="715" y="352"/>
                  </a:moveTo>
                  <a:cubicBezTo>
                    <a:pt x="1049" y="685"/>
                    <a:pt x="1072" y="947"/>
                    <a:pt x="1001" y="1090"/>
                  </a:cubicBezTo>
                  <a:cubicBezTo>
                    <a:pt x="953" y="1257"/>
                    <a:pt x="810" y="1257"/>
                    <a:pt x="715" y="1257"/>
                  </a:cubicBezTo>
                  <a:cubicBezTo>
                    <a:pt x="620" y="1257"/>
                    <a:pt x="477" y="1209"/>
                    <a:pt x="406" y="1090"/>
                  </a:cubicBezTo>
                  <a:cubicBezTo>
                    <a:pt x="358" y="947"/>
                    <a:pt x="406" y="685"/>
                    <a:pt x="715" y="352"/>
                  </a:cubicBezTo>
                  <a:close/>
                  <a:moveTo>
                    <a:pt x="715" y="1"/>
                  </a:moveTo>
                  <a:cubicBezTo>
                    <a:pt x="638" y="1"/>
                    <a:pt x="560" y="30"/>
                    <a:pt x="501" y="90"/>
                  </a:cubicBezTo>
                  <a:cubicBezTo>
                    <a:pt x="120" y="471"/>
                    <a:pt x="1" y="900"/>
                    <a:pt x="120" y="1209"/>
                  </a:cubicBezTo>
                  <a:cubicBezTo>
                    <a:pt x="215" y="1447"/>
                    <a:pt x="453" y="1566"/>
                    <a:pt x="715" y="1566"/>
                  </a:cubicBezTo>
                  <a:cubicBezTo>
                    <a:pt x="977" y="1566"/>
                    <a:pt x="1215" y="1447"/>
                    <a:pt x="1311" y="1209"/>
                  </a:cubicBezTo>
                  <a:cubicBezTo>
                    <a:pt x="1453" y="900"/>
                    <a:pt x="1311" y="471"/>
                    <a:pt x="929" y="90"/>
                  </a:cubicBezTo>
                  <a:cubicBezTo>
                    <a:pt x="870" y="30"/>
                    <a:pt x="793" y="1"/>
                    <a:pt x="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96"/>
            <p:cNvSpPr/>
            <p:nvPr/>
          </p:nvSpPr>
          <p:spPr>
            <a:xfrm>
              <a:off x="5653628" y="2149960"/>
              <a:ext cx="47171" cy="50837"/>
            </a:xfrm>
            <a:custGeom>
              <a:rect b="b" l="l" r="r" t="t"/>
              <a:pathLst>
                <a:path extrusionOk="0" h="1567" w="1454">
                  <a:moveTo>
                    <a:pt x="715" y="352"/>
                  </a:moveTo>
                  <a:cubicBezTo>
                    <a:pt x="1024" y="685"/>
                    <a:pt x="1072" y="947"/>
                    <a:pt x="1001" y="1090"/>
                  </a:cubicBezTo>
                  <a:cubicBezTo>
                    <a:pt x="929" y="1257"/>
                    <a:pt x="786" y="1257"/>
                    <a:pt x="715" y="1257"/>
                  </a:cubicBezTo>
                  <a:cubicBezTo>
                    <a:pt x="620" y="1257"/>
                    <a:pt x="477" y="1209"/>
                    <a:pt x="405" y="1090"/>
                  </a:cubicBezTo>
                  <a:cubicBezTo>
                    <a:pt x="334" y="947"/>
                    <a:pt x="381" y="685"/>
                    <a:pt x="715" y="352"/>
                  </a:cubicBezTo>
                  <a:close/>
                  <a:moveTo>
                    <a:pt x="703" y="1"/>
                  </a:moveTo>
                  <a:cubicBezTo>
                    <a:pt x="631" y="1"/>
                    <a:pt x="560" y="30"/>
                    <a:pt x="500" y="90"/>
                  </a:cubicBezTo>
                  <a:cubicBezTo>
                    <a:pt x="119" y="471"/>
                    <a:pt x="0" y="900"/>
                    <a:pt x="119" y="1209"/>
                  </a:cubicBezTo>
                  <a:cubicBezTo>
                    <a:pt x="191" y="1447"/>
                    <a:pt x="405" y="1566"/>
                    <a:pt x="715" y="1566"/>
                  </a:cubicBezTo>
                  <a:cubicBezTo>
                    <a:pt x="977" y="1566"/>
                    <a:pt x="1215" y="1447"/>
                    <a:pt x="1310" y="1209"/>
                  </a:cubicBezTo>
                  <a:cubicBezTo>
                    <a:pt x="1453" y="900"/>
                    <a:pt x="1310" y="471"/>
                    <a:pt x="905" y="90"/>
                  </a:cubicBezTo>
                  <a:cubicBezTo>
                    <a:pt x="846" y="30"/>
                    <a:pt x="774" y="1"/>
                    <a:pt x="7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96"/>
            <p:cNvSpPr/>
            <p:nvPr/>
          </p:nvSpPr>
          <p:spPr>
            <a:xfrm>
              <a:off x="5732431" y="2145126"/>
              <a:ext cx="108196" cy="88114"/>
            </a:xfrm>
            <a:custGeom>
              <a:rect b="b" l="l" r="r" t="t"/>
              <a:pathLst>
                <a:path extrusionOk="0" h="2716" w="3335">
                  <a:moveTo>
                    <a:pt x="1667" y="382"/>
                  </a:moveTo>
                  <a:lnTo>
                    <a:pt x="2882" y="2406"/>
                  </a:lnTo>
                  <a:lnTo>
                    <a:pt x="453" y="2406"/>
                  </a:lnTo>
                  <a:lnTo>
                    <a:pt x="1667" y="382"/>
                  </a:lnTo>
                  <a:close/>
                  <a:moveTo>
                    <a:pt x="1667" y="1"/>
                  </a:moveTo>
                  <a:cubicBezTo>
                    <a:pt x="1572" y="1"/>
                    <a:pt x="1477" y="48"/>
                    <a:pt x="1429" y="120"/>
                  </a:cubicBezTo>
                  <a:cubicBezTo>
                    <a:pt x="1429" y="120"/>
                    <a:pt x="119" y="2287"/>
                    <a:pt x="119" y="2311"/>
                  </a:cubicBezTo>
                  <a:cubicBezTo>
                    <a:pt x="0" y="2501"/>
                    <a:pt x="143" y="2716"/>
                    <a:pt x="358" y="2716"/>
                  </a:cubicBezTo>
                  <a:lnTo>
                    <a:pt x="3001" y="2716"/>
                  </a:lnTo>
                  <a:cubicBezTo>
                    <a:pt x="3215" y="2716"/>
                    <a:pt x="3334" y="2478"/>
                    <a:pt x="3239" y="2311"/>
                  </a:cubicBezTo>
                  <a:lnTo>
                    <a:pt x="1929" y="120"/>
                  </a:lnTo>
                  <a:cubicBezTo>
                    <a:pt x="1858" y="48"/>
                    <a:pt x="1763"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96"/>
            <p:cNvSpPr/>
            <p:nvPr/>
          </p:nvSpPr>
          <p:spPr>
            <a:xfrm>
              <a:off x="5518408" y="1934217"/>
              <a:ext cx="360858" cy="329940"/>
            </a:xfrm>
            <a:custGeom>
              <a:rect b="b" l="l" r="r" t="t"/>
              <a:pathLst>
                <a:path extrusionOk="0" h="10170" w="11123">
                  <a:moveTo>
                    <a:pt x="10574" y="334"/>
                  </a:moveTo>
                  <a:lnTo>
                    <a:pt x="10574" y="1191"/>
                  </a:lnTo>
                  <a:lnTo>
                    <a:pt x="5478" y="1191"/>
                  </a:lnTo>
                  <a:cubicBezTo>
                    <a:pt x="4454" y="1191"/>
                    <a:pt x="3621" y="1977"/>
                    <a:pt x="3525" y="2977"/>
                  </a:cubicBezTo>
                  <a:lnTo>
                    <a:pt x="2668" y="2977"/>
                  </a:lnTo>
                  <a:cubicBezTo>
                    <a:pt x="2716" y="1501"/>
                    <a:pt x="3954" y="334"/>
                    <a:pt x="5431" y="334"/>
                  </a:cubicBezTo>
                  <a:close/>
                  <a:moveTo>
                    <a:pt x="3621" y="3311"/>
                  </a:moveTo>
                  <a:cubicBezTo>
                    <a:pt x="3740" y="3335"/>
                    <a:pt x="4835" y="3644"/>
                    <a:pt x="5311" y="5002"/>
                  </a:cubicBezTo>
                  <a:lnTo>
                    <a:pt x="787" y="5002"/>
                  </a:lnTo>
                  <a:cubicBezTo>
                    <a:pt x="977" y="4406"/>
                    <a:pt x="1334" y="3930"/>
                    <a:pt x="1787" y="3644"/>
                  </a:cubicBezTo>
                  <a:cubicBezTo>
                    <a:pt x="2144" y="3406"/>
                    <a:pt x="2430" y="3311"/>
                    <a:pt x="2501" y="3311"/>
                  </a:cubicBezTo>
                  <a:close/>
                  <a:moveTo>
                    <a:pt x="8264" y="5835"/>
                  </a:moveTo>
                  <a:cubicBezTo>
                    <a:pt x="8598" y="5835"/>
                    <a:pt x="8860" y="6026"/>
                    <a:pt x="9050" y="6287"/>
                  </a:cubicBezTo>
                  <a:cubicBezTo>
                    <a:pt x="9050" y="6311"/>
                    <a:pt x="10384" y="8502"/>
                    <a:pt x="10384" y="8502"/>
                  </a:cubicBezTo>
                  <a:cubicBezTo>
                    <a:pt x="10741" y="9098"/>
                    <a:pt x="10289" y="9860"/>
                    <a:pt x="9598" y="9860"/>
                  </a:cubicBezTo>
                  <a:lnTo>
                    <a:pt x="6955" y="9860"/>
                  </a:lnTo>
                  <a:cubicBezTo>
                    <a:pt x="6264" y="9860"/>
                    <a:pt x="5835" y="9098"/>
                    <a:pt x="6193" y="8502"/>
                  </a:cubicBezTo>
                  <a:lnTo>
                    <a:pt x="7479" y="6287"/>
                  </a:lnTo>
                  <a:cubicBezTo>
                    <a:pt x="7645" y="6026"/>
                    <a:pt x="7931" y="5835"/>
                    <a:pt x="8264" y="5835"/>
                  </a:cubicBezTo>
                  <a:close/>
                  <a:moveTo>
                    <a:pt x="5407" y="1"/>
                  </a:moveTo>
                  <a:cubicBezTo>
                    <a:pt x="3740" y="1"/>
                    <a:pt x="2335" y="1358"/>
                    <a:pt x="2287" y="3025"/>
                  </a:cubicBezTo>
                  <a:cubicBezTo>
                    <a:pt x="2144" y="3073"/>
                    <a:pt x="1858" y="3168"/>
                    <a:pt x="1573" y="3382"/>
                  </a:cubicBezTo>
                  <a:cubicBezTo>
                    <a:pt x="1192" y="3644"/>
                    <a:pt x="668" y="4144"/>
                    <a:pt x="406" y="5025"/>
                  </a:cubicBezTo>
                  <a:cubicBezTo>
                    <a:pt x="168" y="5097"/>
                    <a:pt x="1" y="5311"/>
                    <a:pt x="1" y="5549"/>
                  </a:cubicBezTo>
                  <a:lnTo>
                    <a:pt x="1" y="6311"/>
                  </a:lnTo>
                  <a:cubicBezTo>
                    <a:pt x="25" y="6383"/>
                    <a:pt x="120" y="6478"/>
                    <a:pt x="191" y="6478"/>
                  </a:cubicBezTo>
                  <a:lnTo>
                    <a:pt x="2096" y="6478"/>
                  </a:lnTo>
                  <a:cubicBezTo>
                    <a:pt x="2096" y="6478"/>
                    <a:pt x="2120" y="6478"/>
                    <a:pt x="2120" y="6430"/>
                  </a:cubicBezTo>
                  <a:cubicBezTo>
                    <a:pt x="2287" y="6287"/>
                    <a:pt x="2168" y="6145"/>
                    <a:pt x="2049" y="6145"/>
                  </a:cubicBezTo>
                  <a:lnTo>
                    <a:pt x="549" y="6145"/>
                  </a:lnTo>
                  <a:cubicBezTo>
                    <a:pt x="429" y="6145"/>
                    <a:pt x="334" y="6049"/>
                    <a:pt x="334" y="5930"/>
                  </a:cubicBezTo>
                  <a:lnTo>
                    <a:pt x="334" y="5525"/>
                  </a:lnTo>
                  <a:cubicBezTo>
                    <a:pt x="334" y="5406"/>
                    <a:pt x="429" y="5311"/>
                    <a:pt x="549" y="5311"/>
                  </a:cubicBezTo>
                  <a:lnTo>
                    <a:pt x="5550" y="5311"/>
                  </a:lnTo>
                  <a:cubicBezTo>
                    <a:pt x="5669" y="5311"/>
                    <a:pt x="5764" y="5406"/>
                    <a:pt x="5764" y="5525"/>
                  </a:cubicBezTo>
                  <a:lnTo>
                    <a:pt x="5764" y="6049"/>
                  </a:lnTo>
                  <a:cubicBezTo>
                    <a:pt x="5764" y="6073"/>
                    <a:pt x="5740" y="6121"/>
                    <a:pt x="5692" y="6121"/>
                  </a:cubicBezTo>
                  <a:lnTo>
                    <a:pt x="2644" y="6121"/>
                  </a:lnTo>
                  <a:cubicBezTo>
                    <a:pt x="2644" y="6121"/>
                    <a:pt x="2620" y="6121"/>
                    <a:pt x="2620" y="6145"/>
                  </a:cubicBezTo>
                  <a:cubicBezTo>
                    <a:pt x="2454" y="6287"/>
                    <a:pt x="2573" y="6430"/>
                    <a:pt x="2692" y="6430"/>
                  </a:cubicBezTo>
                  <a:lnTo>
                    <a:pt x="5907" y="6430"/>
                  </a:lnTo>
                  <a:cubicBezTo>
                    <a:pt x="6002" y="6430"/>
                    <a:pt x="6097" y="6359"/>
                    <a:pt x="6097" y="6264"/>
                  </a:cubicBezTo>
                  <a:lnTo>
                    <a:pt x="6097" y="5525"/>
                  </a:lnTo>
                  <a:cubicBezTo>
                    <a:pt x="6097" y="5287"/>
                    <a:pt x="5907" y="5049"/>
                    <a:pt x="5669" y="5002"/>
                  </a:cubicBezTo>
                  <a:cubicBezTo>
                    <a:pt x="5407" y="4120"/>
                    <a:pt x="4907" y="3620"/>
                    <a:pt x="4502" y="3335"/>
                  </a:cubicBezTo>
                  <a:cubicBezTo>
                    <a:pt x="4216" y="3144"/>
                    <a:pt x="3978" y="3049"/>
                    <a:pt x="3835" y="2977"/>
                  </a:cubicBezTo>
                  <a:cubicBezTo>
                    <a:pt x="3883" y="2144"/>
                    <a:pt x="4597" y="1477"/>
                    <a:pt x="5431" y="1477"/>
                  </a:cubicBezTo>
                  <a:lnTo>
                    <a:pt x="7645" y="1477"/>
                  </a:lnTo>
                  <a:lnTo>
                    <a:pt x="7645" y="5692"/>
                  </a:lnTo>
                  <a:cubicBezTo>
                    <a:pt x="7479" y="5787"/>
                    <a:pt x="7336" y="5930"/>
                    <a:pt x="7217" y="6121"/>
                  </a:cubicBezTo>
                  <a:lnTo>
                    <a:pt x="5907" y="8312"/>
                  </a:lnTo>
                  <a:cubicBezTo>
                    <a:pt x="5431" y="9121"/>
                    <a:pt x="6026" y="10169"/>
                    <a:pt x="6955" y="10169"/>
                  </a:cubicBezTo>
                  <a:lnTo>
                    <a:pt x="9598" y="10169"/>
                  </a:lnTo>
                  <a:cubicBezTo>
                    <a:pt x="10527" y="10169"/>
                    <a:pt x="11122" y="9121"/>
                    <a:pt x="10646" y="8312"/>
                  </a:cubicBezTo>
                  <a:lnTo>
                    <a:pt x="9336" y="6121"/>
                  </a:lnTo>
                  <a:cubicBezTo>
                    <a:pt x="9241" y="5930"/>
                    <a:pt x="9098" y="5811"/>
                    <a:pt x="8931" y="5692"/>
                  </a:cubicBezTo>
                  <a:lnTo>
                    <a:pt x="8931" y="3049"/>
                  </a:lnTo>
                  <a:cubicBezTo>
                    <a:pt x="8931" y="2953"/>
                    <a:pt x="8860" y="2906"/>
                    <a:pt x="8765" y="2858"/>
                  </a:cubicBezTo>
                  <a:cubicBezTo>
                    <a:pt x="8693" y="2858"/>
                    <a:pt x="8598" y="2930"/>
                    <a:pt x="8598" y="3025"/>
                  </a:cubicBezTo>
                  <a:lnTo>
                    <a:pt x="8598" y="5549"/>
                  </a:lnTo>
                  <a:cubicBezTo>
                    <a:pt x="8503" y="5525"/>
                    <a:pt x="8384" y="5525"/>
                    <a:pt x="8264" y="5525"/>
                  </a:cubicBezTo>
                  <a:cubicBezTo>
                    <a:pt x="8145" y="5525"/>
                    <a:pt x="8050" y="5525"/>
                    <a:pt x="7931" y="5549"/>
                  </a:cubicBezTo>
                  <a:lnTo>
                    <a:pt x="7931" y="1429"/>
                  </a:lnTo>
                  <a:lnTo>
                    <a:pt x="8574" y="1429"/>
                  </a:lnTo>
                  <a:lnTo>
                    <a:pt x="8574" y="2358"/>
                  </a:lnTo>
                  <a:cubicBezTo>
                    <a:pt x="8574" y="2453"/>
                    <a:pt x="8622" y="2501"/>
                    <a:pt x="8717" y="2525"/>
                  </a:cubicBezTo>
                  <a:cubicBezTo>
                    <a:pt x="8788" y="2525"/>
                    <a:pt x="8884" y="2477"/>
                    <a:pt x="8884" y="2382"/>
                  </a:cubicBezTo>
                  <a:lnTo>
                    <a:pt x="8884" y="1429"/>
                  </a:lnTo>
                  <a:lnTo>
                    <a:pt x="10741" y="1429"/>
                  </a:lnTo>
                  <a:cubicBezTo>
                    <a:pt x="10836" y="1429"/>
                    <a:pt x="10884" y="1382"/>
                    <a:pt x="10884" y="1286"/>
                  </a:cubicBezTo>
                  <a:lnTo>
                    <a:pt x="10884" y="167"/>
                  </a:lnTo>
                  <a:cubicBezTo>
                    <a:pt x="10884" y="72"/>
                    <a:pt x="10836" y="1"/>
                    <a:pt x="107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7" name="Google Shape;20777;p96"/>
          <p:cNvGrpSpPr/>
          <p:nvPr/>
        </p:nvGrpSpPr>
        <p:grpSpPr>
          <a:xfrm>
            <a:off x="6313787" y="1770235"/>
            <a:ext cx="284359" cy="353104"/>
            <a:chOff x="6315747" y="1922635"/>
            <a:chExt cx="284359" cy="353104"/>
          </a:xfrm>
        </p:grpSpPr>
        <p:sp>
          <p:nvSpPr>
            <p:cNvPr id="20778" name="Google Shape;20778;p96"/>
            <p:cNvSpPr/>
            <p:nvPr/>
          </p:nvSpPr>
          <p:spPr>
            <a:xfrm>
              <a:off x="6320386" y="1928799"/>
              <a:ext cx="274301" cy="342301"/>
            </a:xfrm>
            <a:custGeom>
              <a:rect b="b" l="l" r="r" t="t"/>
              <a:pathLst>
                <a:path extrusionOk="0" h="10551" w="8455">
                  <a:moveTo>
                    <a:pt x="524" y="1"/>
                  </a:moveTo>
                  <a:cubicBezTo>
                    <a:pt x="238" y="1"/>
                    <a:pt x="0" y="239"/>
                    <a:pt x="0" y="501"/>
                  </a:cubicBezTo>
                  <a:lnTo>
                    <a:pt x="0" y="10050"/>
                  </a:lnTo>
                  <a:cubicBezTo>
                    <a:pt x="0" y="10336"/>
                    <a:pt x="238" y="10551"/>
                    <a:pt x="524" y="10551"/>
                  </a:cubicBezTo>
                  <a:lnTo>
                    <a:pt x="7954" y="10551"/>
                  </a:lnTo>
                  <a:cubicBezTo>
                    <a:pt x="8216" y="10551"/>
                    <a:pt x="8454" y="10312"/>
                    <a:pt x="8454" y="10050"/>
                  </a:cubicBezTo>
                  <a:lnTo>
                    <a:pt x="8454" y="501"/>
                  </a:lnTo>
                  <a:cubicBezTo>
                    <a:pt x="8454" y="215"/>
                    <a:pt x="8216" y="1"/>
                    <a:pt x="7954"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96"/>
            <p:cNvSpPr/>
            <p:nvPr/>
          </p:nvSpPr>
          <p:spPr>
            <a:xfrm>
              <a:off x="6321911" y="1928799"/>
              <a:ext cx="29393" cy="342301"/>
            </a:xfrm>
            <a:custGeom>
              <a:rect b="b" l="l" r="r" t="t"/>
              <a:pathLst>
                <a:path extrusionOk="0" h="10551" w="906">
                  <a:moveTo>
                    <a:pt x="501" y="1"/>
                  </a:moveTo>
                  <a:cubicBezTo>
                    <a:pt x="239" y="1"/>
                    <a:pt x="1" y="239"/>
                    <a:pt x="1" y="501"/>
                  </a:cubicBezTo>
                  <a:lnTo>
                    <a:pt x="1" y="10050"/>
                  </a:lnTo>
                  <a:cubicBezTo>
                    <a:pt x="1" y="10336"/>
                    <a:pt x="239" y="10551"/>
                    <a:pt x="501" y="10551"/>
                  </a:cubicBezTo>
                  <a:lnTo>
                    <a:pt x="906" y="10551"/>
                  </a:lnTo>
                  <a:cubicBezTo>
                    <a:pt x="620" y="10527"/>
                    <a:pt x="406" y="10336"/>
                    <a:pt x="406" y="10050"/>
                  </a:cubicBezTo>
                  <a:lnTo>
                    <a:pt x="406" y="501"/>
                  </a:lnTo>
                  <a:cubicBezTo>
                    <a:pt x="406" y="239"/>
                    <a:pt x="644" y="1"/>
                    <a:pt x="90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96"/>
            <p:cNvSpPr/>
            <p:nvPr/>
          </p:nvSpPr>
          <p:spPr>
            <a:xfrm>
              <a:off x="6372132" y="1957381"/>
              <a:ext cx="172335" cy="288252"/>
            </a:xfrm>
            <a:custGeom>
              <a:rect b="b" l="l" r="r" t="t"/>
              <a:pathLst>
                <a:path extrusionOk="0" h="8885" w="5312">
                  <a:moveTo>
                    <a:pt x="1668" y="1"/>
                  </a:moveTo>
                  <a:cubicBezTo>
                    <a:pt x="1454" y="1"/>
                    <a:pt x="1263" y="191"/>
                    <a:pt x="1263" y="406"/>
                  </a:cubicBezTo>
                  <a:lnTo>
                    <a:pt x="1263" y="3906"/>
                  </a:lnTo>
                  <a:cubicBezTo>
                    <a:pt x="525" y="4383"/>
                    <a:pt x="1" y="5216"/>
                    <a:pt x="1" y="6169"/>
                  </a:cubicBezTo>
                  <a:cubicBezTo>
                    <a:pt x="1" y="7622"/>
                    <a:pt x="1144" y="8812"/>
                    <a:pt x="2573" y="8884"/>
                  </a:cubicBezTo>
                  <a:cubicBezTo>
                    <a:pt x="2588" y="8884"/>
                    <a:pt x="2603" y="8884"/>
                    <a:pt x="2618" y="8884"/>
                  </a:cubicBezTo>
                  <a:cubicBezTo>
                    <a:pt x="4121" y="8884"/>
                    <a:pt x="5311" y="7702"/>
                    <a:pt x="5311" y="6193"/>
                  </a:cubicBezTo>
                  <a:cubicBezTo>
                    <a:pt x="5311" y="5216"/>
                    <a:pt x="4811" y="4359"/>
                    <a:pt x="4049" y="3906"/>
                  </a:cubicBezTo>
                  <a:lnTo>
                    <a:pt x="4049" y="406"/>
                  </a:lnTo>
                  <a:cubicBezTo>
                    <a:pt x="4049" y="191"/>
                    <a:pt x="3859" y="1"/>
                    <a:pt x="36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96"/>
            <p:cNvSpPr/>
            <p:nvPr/>
          </p:nvSpPr>
          <p:spPr>
            <a:xfrm>
              <a:off x="6404607" y="1985801"/>
              <a:ext cx="105081" cy="225119"/>
            </a:xfrm>
            <a:custGeom>
              <a:rect b="b" l="l" r="r" t="t"/>
              <a:pathLst>
                <a:path extrusionOk="0" h="6939" w="3239">
                  <a:moveTo>
                    <a:pt x="1604" y="1"/>
                  </a:moveTo>
                  <a:cubicBezTo>
                    <a:pt x="1340" y="1"/>
                    <a:pt x="1095" y="265"/>
                    <a:pt x="1095" y="530"/>
                  </a:cubicBezTo>
                  <a:lnTo>
                    <a:pt x="1095" y="3769"/>
                  </a:lnTo>
                  <a:cubicBezTo>
                    <a:pt x="453" y="4007"/>
                    <a:pt x="0" y="4650"/>
                    <a:pt x="24" y="5364"/>
                  </a:cubicBezTo>
                  <a:cubicBezTo>
                    <a:pt x="71" y="6198"/>
                    <a:pt x="714" y="6865"/>
                    <a:pt x="1548" y="6936"/>
                  </a:cubicBezTo>
                  <a:cubicBezTo>
                    <a:pt x="1576" y="6938"/>
                    <a:pt x="1605" y="6938"/>
                    <a:pt x="1633" y="6938"/>
                  </a:cubicBezTo>
                  <a:cubicBezTo>
                    <a:pt x="2523" y="6938"/>
                    <a:pt x="3239" y="6217"/>
                    <a:pt x="3239" y="5317"/>
                  </a:cubicBezTo>
                  <a:cubicBezTo>
                    <a:pt x="3239" y="4602"/>
                    <a:pt x="2810" y="3983"/>
                    <a:pt x="2167" y="3769"/>
                  </a:cubicBezTo>
                  <a:lnTo>
                    <a:pt x="2167" y="530"/>
                  </a:lnTo>
                  <a:cubicBezTo>
                    <a:pt x="2167" y="268"/>
                    <a:pt x="1977" y="6"/>
                    <a:pt x="1667" y="6"/>
                  </a:cubicBezTo>
                  <a:cubicBezTo>
                    <a:pt x="1646" y="3"/>
                    <a:pt x="1625" y="1"/>
                    <a:pt x="1604"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96"/>
            <p:cNvSpPr/>
            <p:nvPr/>
          </p:nvSpPr>
          <p:spPr>
            <a:xfrm>
              <a:off x="6422353" y="2148986"/>
              <a:ext cx="10090" cy="16416"/>
            </a:xfrm>
            <a:custGeom>
              <a:rect b="b" l="l" r="r" t="t"/>
              <a:pathLst>
                <a:path extrusionOk="0" h="506" w="311">
                  <a:moveTo>
                    <a:pt x="167" y="1"/>
                  </a:moveTo>
                  <a:cubicBezTo>
                    <a:pt x="72" y="1"/>
                    <a:pt x="1" y="49"/>
                    <a:pt x="1" y="168"/>
                  </a:cubicBezTo>
                  <a:lnTo>
                    <a:pt x="1" y="358"/>
                  </a:lnTo>
                  <a:cubicBezTo>
                    <a:pt x="1" y="453"/>
                    <a:pt x="48" y="501"/>
                    <a:pt x="120" y="501"/>
                  </a:cubicBezTo>
                  <a:cubicBezTo>
                    <a:pt x="129" y="504"/>
                    <a:pt x="139" y="506"/>
                    <a:pt x="150" y="506"/>
                  </a:cubicBezTo>
                  <a:cubicBezTo>
                    <a:pt x="221" y="506"/>
                    <a:pt x="310" y="441"/>
                    <a:pt x="310" y="358"/>
                  </a:cubicBezTo>
                  <a:lnTo>
                    <a:pt x="310" y="168"/>
                  </a:lnTo>
                  <a:cubicBezTo>
                    <a:pt x="310" y="96"/>
                    <a:pt x="263" y="25"/>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96"/>
            <p:cNvSpPr/>
            <p:nvPr/>
          </p:nvSpPr>
          <p:spPr>
            <a:xfrm>
              <a:off x="6482631" y="2148240"/>
              <a:ext cx="10836" cy="16351"/>
            </a:xfrm>
            <a:custGeom>
              <a:rect b="b" l="l" r="r" t="t"/>
              <a:pathLst>
                <a:path extrusionOk="0" h="504" w="334">
                  <a:moveTo>
                    <a:pt x="191" y="0"/>
                  </a:moveTo>
                  <a:cubicBezTo>
                    <a:pt x="96" y="0"/>
                    <a:pt x="0" y="48"/>
                    <a:pt x="0" y="143"/>
                  </a:cubicBezTo>
                  <a:lnTo>
                    <a:pt x="0" y="310"/>
                  </a:lnTo>
                  <a:cubicBezTo>
                    <a:pt x="0" y="405"/>
                    <a:pt x="72" y="476"/>
                    <a:pt x="167" y="500"/>
                  </a:cubicBezTo>
                  <a:cubicBezTo>
                    <a:pt x="175" y="503"/>
                    <a:pt x="183" y="504"/>
                    <a:pt x="191" y="504"/>
                  </a:cubicBezTo>
                  <a:cubicBezTo>
                    <a:pt x="258" y="504"/>
                    <a:pt x="334" y="421"/>
                    <a:pt x="334" y="357"/>
                  </a:cubicBezTo>
                  <a:lnTo>
                    <a:pt x="334" y="167"/>
                  </a:lnTo>
                  <a:cubicBezTo>
                    <a:pt x="334" y="72"/>
                    <a:pt x="286" y="24"/>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96"/>
            <p:cNvSpPr/>
            <p:nvPr/>
          </p:nvSpPr>
          <p:spPr>
            <a:xfrm>
              <a:off x="6443992" y="2153334"/>
              <a:ext cx="27089" cy="14242"/>
            </a:xfrm>
            <a:custGeom>
              <a:rect b="b" l="l" r="r" t="t"/>
              <a:pathLst>
                <a:path extrusionOk="0" h="439" w="835">
                  <a:moveTo>
                    <a:pt x="648" y="0"/>
                  </a:moveTo>
                  <a:cubicBezTo>
                    <a:pt x="599" y="0"/>
                    <a:pt x="551" y="18"/>
                    <a:pt x="524" y="57"/>
                  </a:cubicBezTo>
                  <a:cubicBezTo>
                    <a:pt x="477" y="105"/>
                    <a:pt x="453" y="129"/>
                    <a:pt x="405" y="129"/>
                  </a:cubicBezTo>
                  <a:cubicBezTo>
                    <a:pt x="334" y="129"/>
                    <a:pt x="310" y="105"/>
                    <a:pt x="286" y="57"/>
                  </a:cubicBezTo>
                  <a:cubicBezTo>
                    <a:pt x="244" y="30"/>
                    <a:pt x="194" y="18"/>
                    <a:pt x="146" y="18"/>
                  </a:cubicBezTo>
                  <a:cubicBezTo>
                    <a:pt x="111" y="18"/>
                    <a:pt x="78" y="24"/>
                    <a:pt x="48" y="34"/>
                  </a:cubicBezTo>
                  <a:cubicBezTo>
                    <a:pt x="1" y="129"/>
                    <a:pt x="1" y="224"/>
                    <a:pt x="72" y="272"/>
                  </a:cubicBezTo>
                  <a:cubicBezTo>
                    <a:pt x="167" y="367"/>
                    <a:pt x="286" y="438"/>
                    <a:pt x="429" y="438"/>
                  </a:cubicBezTo>
                  <a:cubicBezTo>
                    <a:pt x="572" y="438"/>
                    <a:pt x="691" y="367"/>
                    <a:pt x="786" y="272"/>
                  </a:cubicBezTo>
                  <a:cubicBezTo>
                    <a:pt x="834" y="224"/>
                    <a:pt x="834" y="105"/>
                    <a:pt x="763" y="34"/>
                  </a:cubicBezTo>
                  <a:cubicBezTo>
                    <a:pt x="731" y="12"/>
                    <a:pt x="689" y="0"/>
                    <a:pt x="6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96"/>
            <p:cNvSpPr/>
            <p:nvPr/>
          </p:nvSpPr>
          <p:spPr>
            <a:xfrm>
              <a:off x="6315747" y="1922635"/>
              <a:ext cx="284359" cy="353104"/>
            </a:xfrm>
            <a:custGeom>
              <a:rect b="b" l="l" r="r" t="t"/>
              <a:pathLst>
                <a:path extrusionOk="0" h="10884" w="8765">
                  <a:moveTo>
                    <a:pt x="8073" y="215"/>
                  </a:moveTo>
                  <a:cubicBezTo>
                    <a:pt x="8240" y="215"/>
                    <a:pt x="8407" y="358"/>
                    <a:pt x="8407" y="548"/>
                  </a:cubicBezTo>
                  <a:lnTo>
                    <a:pt x="8407" y="10098"/>
                  </a:lnTo>
                  <a:cubicBezTo>
                    <a:pt x="8407" y="10288"/>
                    <a:pt x="8240" y="10431"/>
                    <a:pt x="8073" y="10431"/>
                  </a:cubicBezTo>
                  <a:lnTo>
                    <a:pt x="620" y="10431"/>
                  </a:lnTo>
                  <a:cubicBezTo>
                    <a:pt x="580" y="10471"/>
                    <a:pt x="540" y="10488"/>
                    <a:pt x="503" y="10488"/>
                  </a:cubicBezTo>
                  <a:cubicBezTo>
                    <a:pt x="408" y="10488"/>
                    <a:pt x="334" y="10371"/>
                    <a:pt x="334" y="10217"/>
                  </a:cubicBezTo>
                  <a:lnTo>
                    <a:pt x="334" y="9979"/>
                  </a:lnTo>
                  <a:lnTo>
                    <a:pt x="1191" y="9979"/>
                  </a:lnTo>
                  <a:cubicBezTo>
                    <a:pt x="1286" y="9979"/>
                    <a:pt x="1334" y="9931"/>
                    <a:pt x="1382" y="9836"/>
                  </a:cubicBezTo>
                  <a:cubicBezTo>
                    <a:pt x="1382" y="9740"/>
                    <a:pt x="1310" y="9645"/>
                    <a:pt x="1215" y="9645"/>
                  </a:cubicBezTo>
                  <a:lnTo>
                    <a:pt x="358" y="9645"/>
                  </a:lnTo>
                  <a:lnTo>
                    <a:pt x="358" y="9097"/>
                  </a:lnTo>
                  <a:lnTo>
                    <a:pt x="786" y="9097"/>
                  </a:lnTo>
                  <a:cubicBezTo>
                    <a:pt x="858" y="9097"/>
                    <a:pt x="929" y="9026"/>
                    <a:pt x="953" y="8931"/>
                  </a:cubicBezTo>
                  <a:cubicBezTo>
                    <a:pt x="953" y="8835"/>
                    <a:pt x="905" y="8764"/>
                    <a:pt x="810" y="8764"/>
                  </a:cubicBezTo>
                  <a:lnTo>
                    <a:pt x="358" y="8764"/>
                  </a:lnTo>
                  <a:lnTo>
                    <a:pt x="358" y="8264"/>
                  </a:lnTo>
                  <a:lnTo>
                    <a:pt x="786" y="8264"/>
                  </a:lnTo>
                  <a:cubicBezTo>
                    <a:pt x="858" y="8264"/>
                    <a:pt x="929" y="8192"/>
                    <a:pt x="929" y="8145"/>
                  </a:cubicBezTo>
                  <a:cubicBezTo>
                    <a:pt x="953" y="8050"/>
                    <a:pt x="858" y="7930"/>
                    <a:pt x="786" y="7930"/>
                  </a:cubicBezTo>
                  <a:lnTo>
                    <a:pt x="334" y="7930"/>
                  </a:lnTo>
                  <a:lnTo>
                    <a:pt x="334" y="7359"/>
                  </a:lnTo>
                  <a:lnTo>
                    <a:pt x="739" y="7359"/>
                  </a:lnTo>
                  <a:cubicBezTo>
                    <a:pt x="834" y="7359"/>
                    <a:pt x="905" y="7311"/>
                    <a:pt x="929" y="7216"/>
                  </a:cubicBezTo>
                  <a:cubicBezTo>
                    <a:pt x="929" y="7121"/>
                    <a:pt x="858" y="7026"/>
                    <a:pt x="786" y="7026"/>
                  </a:cubicBezTo>
                  <a:lnTo>
                    <a:pt x="334" y="7026"/>
                  </a:lnTo>
                  <a:lnTo>
                    <a:pt x="334" y="6478"/>
                  </a:lnTo>
                  <a:lnTo>
                    <a:pt x="739" y="6478"/>
                  </a:lnTo>
                  <a:cubicBezTo>
                    <a:pt x="834" y="6478"/>
                    <a:pt x="905" y="6406"/>
                    <a:pt x="929" y="6311"/>
                  </a:cubicBezTo>
                  <a:cubicBezTo>
                    <a:pt x="929" y="6240"/>
                    <a:pt x="858" y="6144"/>
                    <a:pt x="786" y="6144"/>
                  </a:cubicBezTo>
                  <a:lnTo>
                    <a:pt x="334" y="6144"/>
                  </a:lnTo>
                  <a:lnTo>
                    <a:pt x="334" y="5573"/>
                  </a:lnTo>
                  <a:lnTo>
                    <a:pt x="1191" y="5573"/>
                  </a:lnTo>
                  <a:cubicBezTo>
                    <a:pt x="1286" y="5573"/>
                    <a:pt x="1334" y="5525"/>
                    <a:pt x="1334" y="5454"/>
                  </a:cubicBezTo>
                  <a:cubicBezTo>
                    <a:pt x="1382" y="5359"/>
                    <a:pt x="1286" y="5239"/>
                    <a:pt x="1191" y="5239"/>
                  </a:cubicBezTo>
                  <a:lnTo>
                    <a:pt x="334" y="5239"/>
                  </a:lnTo>
                  <a:lnTo>
                    <a:pt x="334" y="4692"/>
                  </a:lnTo>
                  <a:lnTo>
                    <a:pt x="739" y="4692"/>
                  </a:lnTo>
                  <a:cubicBezTo>
                    <a:pt x="834" y="4692"/>
                    <a:pt x="905" y="4620"/>
                    <a:pt x="929" y="4525"/>
                  </a:cubicBezTo>
                  <a:cubicBezTo>
                    <a:pt x="929" y="4454"/>
                    <a:pt x="858" y="4358"/>
                    <a:pt x="786" y="4358"/>
                  </a:cubicBezTo>
                  <a:lnTo>
                    <a:pt x="334" y="4358"/>
                  </a:lnTo>
                  <a:lnTo>
                    <a:pt x="334" y="3787"/>
                  </a:lnTo>
                  <a:lnTo>
                    <a:pt x="739" y="3787"/>
                  </a:lnTo>
                  <a:cubicBezTo>
                    <a:pt x="834" y="3787"/>
                    <a:pt x="905" y="3739"/>
                    <a:pt x="929" y="3644"/>
                  </a:cubicBezTo>
                  <a:cubicBezTo>
                    <a:pt x="929" y="3549"/>
                    <a:pt x="858" y="3453"/>
                    <a:pt x="786" y="3453"/>
                  </a:cubicBezTo>
                  <a:lnTo>
                    <a:pt x="334" y="3453"/>
                  </a:lnTo>
                  <a:lnTo>
                    <a:pt x="334" y="2906"/>
                  </a:lnTo>
                  <a:lnTo>
                    <a:pt x="739" y="2906"/>
                  </a:lnTo>
                  <a:cubicBezTo>
                    <a:pt x="834" y="2906"/>
                    <a:pt x="905" y="2834"/>
                    <a:pt x="905" y="2787"/>
                  </a:cubicBezTo>
                  <a:cubicBezTo>
                    <a:pt x="929" y="2691"/>
                    <a:pt x="834" y="2572"/>
                    <a:pt x="739" y="2572"/>
                  </a:cubicBezTo>
                  <a:lnTo>
                    <a:pt x="310" y="2572"/>
                  </a:lnTo>
                  <a:lnTo>
                    <a:pt x="310" y="2001"/>
                  </a:lnTo>
                  <a:lnTo>
                    <a:pt x="715" y="2001"/>
                  </a:lnTo>
                  <a:cubicBezTo>
                    <a:pt x="810" y="2001"/>
                    <a:pt x="858" y="1953"/>
                    <a:pt x="905" y="1858"/>
                  </a:cubicBezTo>
                  <a:cubicBezTo>
                    <a:pt x="905" y="1763"/>
                    <a:pt x="834" y="1667"/>
                    <a:pt x="739" y="1667"/>
                  </a:cubicBezTo>
                  <a:lnTo>
                    <a:pt x="310" y="1667"/>
                  </a:lnTo>
                  <a:lnTo>
                    <a:pt x="310" y="1120"/>
                  </a:lnTo>
                  <a:lnTo>
                    <a:pt x="1167" y="1120"/>
                  </a:lnTo>
                  <a:cubicBezTo>
                    <a:pt x="1239" y="1120"/>
                    <a:pt x="1310" y="1048"/>
                    <a:pt x="1310" y="1000"/>
                  </a:cubicBezTo>
                  <a:cubicBezTo>
                    <a:pt x="1334" y="905"/>
                    <a:pt x="1239" y="786"/>
                    <a:pt x="1167" y="786"/>
                  </a:cubicBezTo>
                  <a:lnTo>
                    <a:pt x="310" y="786"/>
                  </a:lnTo>
                  <a:lnTo>
                    <a:pt x="310" y="548"/>
                  </a:lnTo>
                  <a:cubicBezTo>
                    <a:pt x="310" y="358"/>
                    <a:pt x="453" y="215"/>
                    <a:pt x="620" y="215"/>
                  </a:cubicBezTo>
                  <a:close/>
                  <a:moveTo>
                    <a:pt x="667" y="0"/>
                  </a:moveTo>
                  <a:cubicBezTo>
                    <a:pt x="310" y="0"/>
                    <a:pt x="0" y="310"/>
                    <a:pt x="0" y="667"/>
                  </a:cubicBezTo>
                  <a:lnTo>
                    <a:pt x="0" y="10217"/>
                  </a:lnTo>
                  <a:cubicBezTo>
                    <a:pt x="0" y="10574"/>
                    <a:pt x="310" y="10883"/>
                    <a:pt x="667" y="10883"/>
                  </a:cubicBezTo>
                  <a:lnTo>
                    <a:pt x="8097" y="10883"/>
                  </a:lnTo>
                  <a:cubicBezTo>
                    <a:pt x="8455" y="10883"/>
                    <a:pt x="8764" y="10574"/>
                    <a:pt x="8764" y="10217"/>
                  </a:cubicBezTo>
                  <a:lnTo>
                    <a:pt x="8764" y="667"/>
                  </a:lnTo>
                  <a:cubicBezTo>
                    <a:pt x="8764" y="310"/>
                    <a:pt x="8455" y="0"/>
                    <a:pt x="80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96"/>
            <p:cNvSpPr/>
            <p:nvPr/>
          </p:nvSpPr>
          <p:spPr>
            <a:xfrm>
              <a:off x="6365189" y="1951995"/>
              <a:ext cx="183917" cy="298244"/>
            </a:xfrm>
            <a:custGeom>
              <a:rect b="b" l="l" r="r" t="t"/>
              <a:pathLst>
                <a:path extrusionOk="0" h="9193" w="5669">
                  <a:moveTo>
                    <a:pt x="1834" y="0"/>
                  </a:moveTo>
                  <a:cubicBezTo>
                    <a:pt x="1548" y="0"/>
                    <a:pt x="1263" y="238"/>
                    <a:pt x="1263" y="548"/>
                  </a:cubicBezTo>
                  <a:lnTo>
                    <a:pt x="1263" y="3977"/>
                  </a:lnTo>
                  <a:cubicBezTo>
                    <a:pt x="477" y="4525"/>
                    <a:pt x="0" y="5382"/>
                    <a:pt x="0" y="6335"/>
                  </a:cubicBezTo>
                  <a:cubicBezTo>
                    <a:pt x="0" y="7073"/>
                    <a:pt x="262" y="7788"/>
                    <a:pt x="810" y="8335"/>
                  </a:cubicBezTo>
                  <a:cubicBezTo>
                    <a:pt x="1334" y="8859"/>
                    <a:pt x="2049" y="9169"/>
                    <a:pt x="2787" y="9193"/>
                  </a:cubicBezTo>
                  <a:lnTo>
                    <a:pt x="2882" y="9193"/>
                  </a:lnTo>
                  <a:cubicBezTo>
                    <a:pt x="3549" y="9193"/>
                    <a:pt x="4144" y="8978"/>
                    <a:pt x="4644" y="8573"/>
                  </a:cubicBezTo>
                  <a:cubicBezTo>
                    <a:pt x="4692" y="8502"/>
                    <a:pt x="4740" y="8431"/>
                    <a:pt x="4668" y="8335"/>
                  </a:cubicBezTo>
                  <a:cubicBezTo>
                    <a:pt x="4640" y="8294"/>
                    <a:pt x="4597" y="8268"/>
                    <a:pt x="4546" y="8268"/>
                  </a:cubicBezTo>
                  <a:cubicBezTo>
                    <a:pt x="4510" y="8268"/>
                    <a:pt x="4470" y="8282"/>
                    <a:pt x="4430" y="8311"/>
                  </a:cubicBezTo>
                  <a:cubicBezTo>
                    <a:pt x="3978" y="8628"/>
                    <a:pt x="3440" y="8837"/>
                    <a:pt x="2877" y="8837"/>
                  </a:cubicBezTo>
                  <a:cubicBezTo>
                    <a:pt x="2847" y="8837"/>
                    <a:pt x="2817" y="8837"/>
                    <a:pt x="2787" y="8835"/>
                  </a:cubicBezTo>
                  <a:cubicBezTo>
                    <a:pt x="1429" y="8812"/>
                    <a:pt x="334" y="7645"/>
                    <a:pt x="358" y="6311"/>
                  </a:cubicBezTo>
                  <a:cubicBezTo>
                    <a:pt x="358" y="5454"/>
                    <a:pt x="810" y="4644"/>
                    <a:pt x="1548" y="4192"/>
                  </a:cubicBezTo>
                  <a:cubicBezTo>
                    <a:pt x="1596" y="4168"/>
                    <a:pt x="1644" y="4096"/>
                    <a:pt x="1644" y="4049"/>
                  </a:cubicBezTo>
                  <a:lnTo>
                    <a:pt x="1644" y="524"/>
                  </a:lnTo>
                  <a:cubicBezTo>
                    <a:pt x="1644" y="405"/>
                    <a:pt x="1763" y="286"/>
                    <a:pt x="1858" y="286"/>
                  </a:cubicBezTo>
                  <a:lnTo>
                    <a:pt x="3858" y="286"/>
                  </a:lnTo>
                  <a:cubicBezTo>
                    <a:pt x="3978" y="286"/>
                    <a:pt x="4097" y="405"/>
                    <a:pt x="4097" y="524"/>
                  </a:cubicBezTo>
                  <a:lnTo>
                    <a:pt x="4097" y="4072"/>
                  </a:lnTo>
                  <a:cubicBezTo>
                    <a:pt x="4097" y="4144"/>
                    <a:pt x="4144" y="4192"/>
                    <a:pt x="4192" y="4215"/>
                  </a:cubicBezTo>
                  <a:cubicBezTo>
                    <a:pt x="4930" y="4692"/>
                    <a:pt x="5383" y="5478"/>
                    <a:pt x="5383" y="6359"/>
                  </a:cubicBezTo>
                  <a:cubicBezTo>
                    <a:pt x="5383" y="6930"/>
                    <a:pt x="5192" y="7454"/>
                    <a:pt x="4835" y="7907"/>
                  </a:cubicBezTo>
                  <a:cubicBezTo>
                    <a:pt x="4787" y="7978"/>
                    <a:pt x="4787" y="8049"/>
                    <a:pt x="4835" y="8121"/>
                  </a:cubicBezTo>
                  <a:cubicBezTo>
                    <a:pt x="4871" y="8145"/>
                    <a:pt x="4918" y="8157"/>
                    <a:pt x="4963" y="8157"/>
                  </a:cubicBezTo>
                  <a:cubicBezTo>
                    <a:pt x="5007" y="8157"/>
                    <a:pt x="5049" y="8145"/>
                    <a:pt x="5073" y="8121"/>
                  </a:cubicBezTo>
                  <a:cubicBezTo>
                    <a:pt x="5478" y="7621"/>
                    <a:pt x="5668" y="7025"/>
                    <a:pt x="5668" y="6359"/>
                  </a:cubicBezTo>
                  <a:cubicBezTo>
                    <a:pt x="5668" y="5406"/>
                    <a:pt x="5192" y="4525"/>
                    <a:pt x="4406" y="3977"/>
                  </a:cubicBezTo>
                  <a:lnTo>
                    <a:pt x="4406" y="548"/>
                  </a:lnTo>
                  <a:cubicBezTo>
                    <a:pt x="4406" y="262"/>
                    <a:pt x="4168" y="0"/>
                    <a:pt x="3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96"/>
            <p:cNvSpPr/>
            <p:nvPr/>
          </p:nvSpPr>
          <p:spPr>
            <a:xfrm>
              <a:off x="6399968" y="1979766"/>
              <a:ext cx="115917" cy="235695"/>
            </a:xfrm>
            <a:custGeom>
              <a:rect b="b" l="l" r="r" t="t"/>
              <a:pathLst>
                <a:path extrusionOk="0" h="7265" w="3573">
                  <a:moveTo>
                    <a:pt x="1771" y="0"/>
                  </a:moveTo>
                  <a:cubicBezTo>
                    <a:pt x="1405" y="0"/>
                    <a:pt x="1072" y="324"/>
                    <a:pt x="1072" y="692"/>
                  </a:cubicBezTo>
                  <a:lnTo>
                    <a:pt x="1072" y="1454"/>
                  </a:lnTo>
                  <a:cubicBezTo>
                    <a:pt x="1072" y="1549"/>
                    <a:pt x="1119" y="1621"/>
                    <a:pt x="1215" y="1645"/>
                  </a:cubicBezTo>
                  <a:cubicBezTo>
                    <a:pt x="1310" y="1645"/>
                    <a:pt x="1381" y="1573"/>
                    <a:pt x="1381" y="1502"/>
                  </a:cubicBezTo>
                  <a:lnTo>
                    <a:pt x="1381" y="716"/>
                  </a:lnTo>
                  <a:cubicBezTo>
                    <a:pt x="1381" y="549"/>
                    <a:pt x="1548" y="359"/>
                    <a:pt x="1715" y="335"/>
                  </a:cubicBezTo>
                  <a:cubicBezTo>
                    <a:pt x="1729" y="333"/>
                    <a:pt x="1742" y="333"/>
                    <a:pt x="1756" y="333"/>
                  </a:cubicBezTo>
                  <a:cubicBezTo>
                    <a:pt x="1956" y="333"/>
                    <a:pt x="2143" y="492"/>
                    <a:pt x="2143" y="692"/>
                  </a:cubicBezTo>
                  <a:lnTo>
                    <a:pt x="2143" y="3931"/>
                  </a:lnTo>
                  <a:cubicBezTo>
                    <a:pt x="2143" y="4002"/>
                    <a:pt x="2167" y="4050"/>
                    <a:pt x="2263" y="4074"/>
                  </a:cubicBezTo>
                  <a:cubicBezTo>
                    <a:pt x="2858" y="4288"/>
                    <a:pt x="3239" y="4836"/>
                    <a:pt x="3239" y="5455"/>
                  </a:cubicBezTo>
                  <a:cubicBezTo>
                    <a:pt x="3239" y="6265"/>
                    <a:pt x="2572" y="6908"/>
                    <a:pt x="1786" y="6908"/>
                  </a:cubicBezTo>
                  <a:cubicBezTo>
                    <a:pt x="977" y="6908"/>
                    <a:pt x="310" y="6265"/>
                    <a:pt x="310" y="5455"/>
                  </a:cubicBezTo>
                  <a:cubicBezTo>
                    <a:pt x="310" y="4836"/>
                    <a:pt x="715" y="4288"/>
                    <a:pt x="1310" y="4074"/>
                  </a:cubicBezTo>
                  <a:cubicBezTo>
                    <a:pt x="1358" y="4050"/>
                    <a:pt x="1429" y="4002"/>
                    <a:pt x="1429" y="3931"/>
                  </a:cubicBezTo>
                  <a:lnTo>
                    <a:pt x="1429" y="2121"/>
                  </a:lnTo>
                  <a:cubicBezTo>
                    <a:pt x="1429" y="2050"/>
                    <a:pt x="1358" y="2002"/>
                    <a:pt x="1286" y="1978"/>
                  </a:cubicBezTo>
                  <a:cubicBezTo>
                    <a:pt x="1191" y="1978"/>
                    <a:pt x="1096" y="2026"/>
                    <a:pt x="1096" y="2121"/>
                  </a:cubicBezTo>
                  <a:lnTo>
                    <a:pt x="1096" y="3836"/>
                  </a:lnTo>
                  <a:cubicBezTo>
                    <a:pt x="453" y="4121"/>
                    <a:pt x="0" y="4764"/>
                    <a:pt x="0" y="5479"/>
                  </a:cubicBezTo>
                  <a:cubicBezTo>
                    <a:pt x="0" y="6455"/>
                    <a:pt x="810" y="7265"/>
                    <a:pt x="1786" y="7265"/>
                  </a:cubicBezTo>
                  <a:cubicBezTo>
                    <a:pt x="2763" y="7265"/>
                    <a:pt x="3572" y="6455"/>
                    <a:pt x="3572" y="5479"/>
                  </a:cubicBezTo>
                  <a:cubicBezTo>
                    <a:pt x="3572" y="4764"/>
                    <a:pt x="3120" y="4121"/>
                    <a:pt x="2477" y="3836"/>
                  </a:cubicBezTo>
                  <a:lnTo>
                    <a:pt x="2477" y="716"/>
                  </a:lnTo>
                  <a:cubicBezTo>
                    <a:pt x="2477" y="359"/>
                    <a:pt x="2167" y="25"/>
                    <a:pt x="1810" y="2"/>
                  </a:cubicBezTo>
                  <a:cubicBezTo>
                    <a:pt x="1797" y="1"/>
                    <a:pt x="1784" y="0"/>
                    <a:pt x="17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8" name="Google Shape;20788;p96"/>
          <p:cNvGrpSpPr/>
          <p:nvPr/>
        </p:nvGrpSpPr>
        <p:grpSpPr>
          <a:xfrm>
            <a:off x="7032291" y="1770235"/>
            <a:ext cx="336137" cy="353104"/>
            <a:chOff x="7034251" y="1922635"/>
            <a:chExt cx="336137" cy="353104"/>
          </a:xfrm>
        </p:grpSpPr>
        <p:sp>
          <p:nvSpPr>
            <p:cNvPr id="20789" name="Google Shape;20789;p96"/>
            <p:cNvSpPr/>
            <p:nvPr/>
          </p:nvSpPr>
          <p:spPr>
            <a:xfrm>
              <a:off x="7079833" y="2003741"/>
              <a:ext cx="201695" cy="193195"/>
            </a:xfrm>
            <a:custGeom>
              <a:rect b="b" l="l" r="r" t="t"/>
              <a:pathLst>
                <a:path extrusionOk="0" h="5955" w="6217">
                  <a:moveTo>
                    <a:pt x="2549" y="1"/>
                  </a:moveTo>
                  <a:lnTo>
                    <a:pt x="1001" y="1549"/>
                  </a:lnTo>
                  <a:cubicBezTo>
                    <a:pt x="1" y="2573"/>
                    <a:pt x="1" y="4216"/>
                    <a:pt x="1001" y="5216"/>
                  </a:cubicBezTo>
                  <a:cubicBezTo>
                    <a:pt x="1525" y="5716"/>
                    <a:pt x="2168" y="5954"/>
                    <a:pt x="2835" y="5954"/>
                  </a:cubicBezTo>
                  <a:cubicBezTo>
                    <a:pt x="3478" y="5954"/>
                    <a:pt x="4145" y="5716"/>
                    <a:pt x="4645" y="5216"/>
                  </a:cubicBezTo>
                  <a:lnTo>
                    <a:pt x="6216" y="3644"/>
                  </a:lnTo>
                  <a:lnTo>
                    <a:pt x="4907" y="1311"/>
                  </a:lnTo>
                  <a:lnTo>
                    <a:pt x="2549"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96"/>
            <p:cNvSpPr/>
            <p:nvPr/>
          </p:nvSpPr>
          <p:spPr>
            <a:xfrm>
              <a:off x="7106111" y="2041602"/>
              <a:ext cx="175417" cy="155335"/>
            </a:xfrm>
            <a:custGeom>
              <a:rect b="b" l="l" r="r" t="t"/>
              <a:pathLst>
                <a:path extrusionOk="0" h="4788" w="5407">
                  <a:moveTo>
                    <a:pt x="3835" y="1"/>
                  </a:moveTo>
                  <a:lnTo>
                    <a:pt x="5002" y="2049"/>
                  </a:lnTo>
                  <a:lnTo>
                    <a:pt x="3406" y="3644"/>
                  </a:lnTo>
                  <a:cubicBezTo>
                    <a:pt x="2906" y="4144"/>
                    <a:pt x="2263" y="4383"/>
                    <a:pt x="1596" y="4383"/>
                  </a:cubicBezTo>
                  <a:cubicBezTo>
                    <a:pt x="1025" y="4383"/>
                    <a:pt x="477" y="4192"/>
                    <a:pt x="1" y="3811"/>
                  </a:cubicBezTo>
                  <a:lnTo>
                    <a:pt x="1" y="3811"/>
                  </a:lnTo>
                  <a:cubicBezTo>
                    <a:pt x="48" y="3906"/>
                    <a:pt x="120" y="3954"/>
                    <a:pt x="191" y="4049"/>
                  </a:cubicBezTo>
                  <a:cubicBezTo>
                    <a:pt x="715" y="4549"/>
                    <a:pt x="1358" y="4787"/>
                    <a:pt x="2025" y="4787"/>
                  </a:cubicBezTo>
                  <a:cubicBezTo>
                    <a:pt x="2668" y="4787"/>
                    <a:pt x="3335" y="4549"/>
                    <a:pt x="3835" y="4049"/>
                  </a:cubicBezTo>
                  <a:lnTo>
                    <a:pt x="5406" y="2477"/>
                  </a:lnTo>
                  <a:lnTo>
                    <a:pt x="4097" y="144"/>
                  </a:lnTo>
                  <a:lnTo>
                    <a:pt x="3835"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96"/>
            <p:cNvSpPr/>
            <p:nvPr/>
          </p:nvSpPr>
          <p:spPr>
            <a:xfrm>
              <a:off x="7162529" y="1928767"/>
              <a:ext cx="203220" cy="194006"/>
            </a:xfrm>
            <a:custGeom>
              <a:rect b="b" l="l" r="r" t="t"/>
              <a:pathLst>
                <a:path extrusionOk="0" h="5980" w="6264">
                  <a:moveTo>
                    <a:pt x="3492" y="0"/>
                  </a:moveTo>
                  <a:cubicBezTo>
                    <a:pt x="3463" y="0"/>
                    <a:pt x="3434" y="1"/>
                    <a:pt x="3406" y="2"/>
                  </a:cubicBezTo>
                  <a:cubicBezTo>
                    <a:pt x="2739" y="2"/>
                    <a:pt x="2096" y="240"/>
                    <a:pt x="1596" y="740"/>
                  </a:cubicBezTo>
                  <a:lnTo>
                    <a:pt x="0" y="2312"/>
                  </a:lnTo>
                  <a:lnTo>
                    <a:pt x="3667" y="5979"/>
                  </a:lnTo>
                  <a:lnTo>
                    <a:pt x="5239" y="4407"/>
                  </a:lnTo>
                  <a:cubicBezTo>
                    <a:pt x="6263" y="3383"/>
                    <a:pt x="6263" y="1764"/>
                    <a:pt x="5239" y="740"/>
                  </a:cubicBezTo>
                  <a:cubicBezTo>
                    <a:pt x="4760" y="261"/>
                    <a:pt x="4150" y="0"/>
                    <a:pt x="3492"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96"/>
            <p:cNvSpPr/>
            <p:nvPr/>
          </p:nvSpPr>
          <p:spPr>
            <a:xfrm>
              <a:off x="7266799" y="1945799"/>
              <a:ext cx="98950" cy="176195"/>
            </a:xfrm>
            <a:custGeom>
              <a:rect b="b" l="l" r="r" t="t"/>
              <a:pathLst>
                <a:path extrusionOk="0" h="5431" w="3050">
                  <a:moveTo>
                    <a:pt x="1787" y="1"/>
                  </a:moveTo>
                  <a:lnTo>
                    <a:pt x="1787" y="1"/>
                  </a:lnTo>
                  <a:cubicBezTo>
                    <a:pt x="2597" y="1025"/>
                    <a:pt x="2549" y="2501"/>
                    <a:pt x="1597" y="3430"/>
                  </a:cubicBezTo>
                  <a:lnTo>
                    <a:pt x="1" y="5002"/>
                  </a:lnTo>
                  <a:lnTo>
                    <a:pt x="430" y="5430"/>
                  </a:lnTo>
                  <a:lnTo>
                    <a:pt x="2001" y="3859"/>
                  </a:lnTo>
                  <a:cubicBezTo>
                    <a:pt x="3049" y="2858"/>
                    <a:pt x="3049" y="1239"/>
                    <a:pt x="2025" y="215"/>
                  </a:cubicBezTo>
                  <a:cubicBezTo>
                    <a:pt x="1978" y="167"/>
                    <a:pt x="1882" y="72"/>
                    <a:pt x="178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96"/>
            <p:cNvSpPr/>
            <p:nvPr/>
          </p:nvSpPr>
          <p:spPr>
            <a:xfrm>
              <a:off x="7040448" y="2100290"/>
              <a:ext cx="145278" cy="145310"/>
            </a:xfrm>
            <a:custGeom>
              <a:rect b="b" l="l" r="r" t="t"/>
              <a:pathLst>
                <a:path extrusionOk="0" h="4479" w="4478">
                  <a:moveTo>
                    <a:pt x="2678" y="0"/>
                  </a:moveTo>
                  <a:cubicBezTo>
                    <a:pt x="2651" y="0"/>
                    <a:pt x="2624" y="1"/>
                    <a:pt x="2596" y="2"/>
                  </a:cubicBezTo>
                  <a:cubicBezTo>
                    <a:pt x="1191" y="2"/>
                    <a:pt x="0" y="1168"/>
                    <a:pt x="0" y="2621"/>
                  </a:cubicBezTo>
                  <a:cubicBezTo>
                    <a:pt x="0" y="3336"/>
                    <a:pt x="286" y="4002"/>
                    <a:pt x="762" y="4479"/>
                  </a:cubicBezTo>
                  <a:lnTo>
                    <a:pt x="3263" y="3145"/>
                  </a:lnTo>
                  <a:lnTo>
                    <a:pt x="4477" y="764"/>
                  </a:lnTo>
                  <a:cubicBezTo>
                    <a:pt x="4018" y="305"/>
                    <a:pt x="3404" y="0"/>
                    <a:pt x="2678"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96"/>
            <p:cNvSpPr/>
            <p:nvPr/>
          </p:nvSpPr>
          <p:spPr>
            <a:xfrm>
              <a:off x="7040448" y="2118880"/>
              <a:ext cx="43278" cy="127499"/>
            </a:xfrm>
            <a:custGeom>
              <a:rect b="b" l="l" r="r" t="t"/>
              <a:pathLst>
                <a:path extrusionOk="0" h="3930" w="1334">
                  <a:moveTo>
                    <a:pt x="977" y="0"/>
                  </a:moveTo>
                  <a:lnTo>
                    <a:pt x="977" y="0"/>
                  </a:lnTo>
                  <a:cubicBezTo>
                    <a:pt x="858" y="95"/>
                    <a:pt x="762" y="191"/>
                    <a:pt x="667" y="262"/>
                  </a:cubicBezTo>
                  <a:cubicBezTo>
                    <a:pt x="238" y="738"/>
                    <a:pt x="0" y="1405"/>
                    <a:pt x="0" y="2048"/>
                  </a:cubicBezTo>
                  <a:cubicBezTo>
                    <a:pt x="0" y="2691"/>
                    <a:pt x="238" y="3310"/>
                    <a:pt x="643" y="3787"/>
                  </a:cubicBezTo>
                  <a:cubicBezTo>
                    <a:pt x="667" y="3834"/>
                    <a:pt x="739" y="3882"/>
                    <a:pt x="762" y="3930"/>
                  </a:cubicBezTo>
                  <a:lnTo>
                    <a:pt x="1334" y="3596"/>
                  </a:lnTo>
                  <a:cubicBezTo>
                    <a:pt x="1263" y="3572"/>
                    <a:pt x="1239" y="3501"/>
                    <a:pt x="1191" y="3477"/>
                  </a:cubicBezTo>
                  <a:cubicBezTo>
                    <a:pt x="715" y="3001"/>
                    <a:pt x="405" y="2358"/>
                    <a:pt x="405" y="1643"/>
                  </a:cubicBezTo>
                  <a:cubicBezTo>
                    <a:pt x="405" y="1024"/>
                    <a:pt x="620" y="453"/>
                    <a:pt x="9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96"/>
            <p:cNvSpPr/>
            <p:nvPr/>
          </p:nvSpPr>
          <p:spPr>
            <a:xfrm>
              <a:off x="7065169" y="2125044"/>
              <a:ext cx="146056" cy="145278"/>
            </a:xfrm>
            <a:custGeom>
              <a:rect b="b" l="l" r="r" t="t"/>
              <a:pathLst>
                <a:path extrusionOk="0" h="4478" w="4502">
                  <a:moveTo>
                    <a:pt x="3715" y="1"/>
                  </a:moveTo>
                  <a:lnTo>
                    <a:pt x="0" y="3716"/>
                  </a:lnTo>
                  <a:cubicBezTo>
                    <a:pt x="477" y="4192"/>
                    <a:pt x="1144" y="4478"/>
                    <a:pt x="1882" y="4478"/>
                  </a:cubicBezTo>
                  <a:cubicBezTo>
                    <a:pt x="3311" y="4478"/>
                    <a:pt x="4501" y="3335"/>
                    <a:pt x="4501" y="1906"/>
                  </a:cubicBezTo>
                  <a:cubicBezTo>
                    <a:pt x="4501" y="1144"/>
                    <a:pt x="4192" y="501"/>
                    <a:pt x="3715"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96"/>
            <p:cNvSpPr/>
            <p:nvPr/>
          </p:nvSpPr>
          <p:spPr>
            <a:xfrm>
              <a:off x="7065947" y="2231682"/>
              <a:ext cx="126720" cy="38639"/>
            </a:xfrm>
            <a:custGeom>
              <a:rect b="b" l="l" r="r" t="t"/>
              <a:pathLst>
                <a:path extrusionOk="0" h="1191" w="3906">
                  <a:moveTo>
                    <a:pt x="429" y="0"/>
                  </a:moveTo>
                  <a:lnTo>
                    <a:pt x="0" y="429"/>
                  </a:lnTo>
                  <a:cubicBezTo>
                    <a:pt x="477" y="905"/>
                    <a:pt x="1143" y="1191"/>
                    <a:pt x="1858" y="1191"/>
                  </a:cubicBezTo>
                  <a:cubicBezTo>
                    <a:pt x="2263" y="1191"/>
                    <a:pt x="2691" y="1119"/>
                    <a:pt x="3072" y="905"/>
                  </a:cubicBezTo>
                  <a:cubicBezTo>
                    <a:pt x="3406" y="714"/>
                    <a:pt x="3691" y="476"/>
                    <a:pt x="3906" y="214"/>
                  </a:cubicBezTo>
                  <a:lnTo>
                    <a:pt x="3906" y="214"/>
                  </a:lnTo>
                  <a:cubicBezTo>
                    <a:pt x="3453" y="572"/>
                    <a:pt x="2858" y="786"/>
                    <a:pt x="2263" y="786"/>
                  </a:cubicBezTo>
                  <a:cubicBezTo>
                    <a:pt x="1548" y="786"/>
                    <a:pt x="905" y="476"/>
                    <a:pt x="429"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96"/>
            <p:cNvSpPr/>
            <p:nvPr/>
          </p:nvSpPr>
          <p:spPr>
            <a:xfrm>
              <a:off x="7235135" y="1967827"/>
              <a:ext cx="17811" cy="16643"/>
            </a:xfrm>
            <a:custGeom>
              <a:rect b="b" l="l" r="r" t="t"/>
              <a:pathLst>
                <a:path extrusionOk="0" h="513" w="549">
                  <a:moveTo>
                    <a:pt x="376" y="0"/>
                  </a:moveTo>
                  <a:cubicBezTo>
                    <a:pt x="334" y="0"/>
                    <a:pt x="286" y="12"/>
                    <a:pt x="239" y="36"/>
                  </a:cubicBezTo>
                  <a:lnTo>
                    <a:pt x="72" y="227"/>
                  </a:lnTo>
                  <a:cubicBezTo>
                    <a:pt x="1" y="274"/>
                    <a:pt x="1" y="370"/>
                    <a:pt x="72" y="465"/>
                  </a:cubicBezTo>
                  <a:cubicBezTo>
                    <a:pt x="96" y="489"/>
                    <a:pt x="120" y="512"/>
                    <a:pt x="191" y="512"/>
                  </a:cubicBezTo>
                  <a:cubicBezTo>
                    <a:pt x="215" y="512"/>
                    <a:pt x="263" y="489"/>
                    <a:pt x="310" y="465"/>
                  </a:cubicBezTo>
                  <a:lnTo>
                    <a:pt x="477" y="274"/>
                  </a:lnTo>
                  <a:cubicBezTo>
                    <a:pt x="548" y="227"/>
                    <a:pt x="548" y="131"/>
                    <a:pt x="477" y="36"/>
                  </a:cubicBezTo>
                  <a:cubicBezTo>
                    <a:pt x="453" y="12"/>
                    <a:pt x="417" y="0"/>
                    <a:pt x="3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96"/>
            <p:cNvSpPr/>
            <p:nvPr/>
          </p:nvSpPr>
          <p:spPr>
            <a:xfrm>
              <a:off x="7300052" y="2033491"/>
              <a:ext cx="17000" cy="16643"/>
            </a:xfrm>
            <a:custGeom>
              <a:rect b="b" l="l" r="r" t="t"/>
              <a:pathLst>
                <a:path extrusionOk="0" h="513" w="524">
                  <a:moveTo>
                    <a:pt x="366" y="1"/>
                  </a:moveTo>
                  <a:cubicBezTo>
                    <a:pt x="327" y="1"/>
                    <a:pt x="286" y="13"/>
                    <a:pt x="238" y="36"/>
                  </a:cubicBezTo>
                  <a:lnTo>
                    <a:pt x="48" y="227"/>
                  </a:lnTo>
                  <a:cubicBezTo>
                    <a:pt x="0" y="275"/>
                    <a:pt x="0" y="370"/>
                    <a:pt x="48" y="465"/>
                  </a:cubicBezTo>
                  <a:cubicBezTo>
                    <a:pt x="95" y="489"/>
                    <a:pt x="143" y="513"/>
                    <a:pt x="167" y="513"/>
                  </a:cubicBezTo>
                  <a:cubicBezTo>
                    <a:pt x="214" y="513"/>
                    <a:pt x="262" y="489"/>
                    <a:pt x="286" y="465"/>
                  </a:cubicBezTo>
                  <a:lnTo>
                    <a:pt x="476" y="275"/>
                  </a:lnTo>
                  <a:cubicBezTo>
                    <a:pt x="524" y="227"/>
                    <a:pt x="524" y="132"/>
                    <a:pt x="476" y="36"/>
                  </a:cubicBezTo>
                  <a:cubicBezTo>
                    <a:pt x="441" y="13"/>
                    <a:pt x="405" y="1"/>
                    <a:pt x="3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96"/>
            <p:cNvSpPr/>
            <p:nvPr/>
          </p:nvSpPr>
          <p:spPr>
            <a:xfrm>
              <a:off x="7259078" y="1998356"/>
              <a:ext cx="28614" cy="27057"/>
            </a:xfrm>
            <a:custGeom>
              <a:rect b="b" l="l" r="r" t="t"/>
              <a:pathLst>
                <a:path extrusionOk="0" h="834" w="882">
                  <a:moveTo>
                    <a:pt x="191" y="0"/>
                  </a:moveTo>
                  <a:cubicBezTo>
                    <a:pt x="96" y="0"/>
                    <a:pt x="48" y="48"/>
                    <a:pt x="1" y="143"/>
                  </a:cubicBezTo>
                  <a:cubicBezTo>
                    <a:pt x="1" y="334"/>
                    <a:pt x="72" y="500"/>
                    <a:pt x="191" y="619"/>
                  </a:cubicBezTo>
                  <a:cubicBezTo>
                    <a:pt x="334" y="738"/>
                    <a:pt x="525" y="834"/>
                    <a:pt x="668" y="834"/>
                  </a:cubicBezTo>
                  <a:cubicBezTo>
                    <a:pt x="763" y="834"/>
                    <a:pt x="882" y="762"/>
                    <a:pt x="834" y="643"/>
                  </a:cubicBezTo>
                  <a:cubicBezTo>
                    <a:pt x="834" y="572"/>
                    <a:pt x="763" y="500"/>
                    <a:pt x="668" y="500"/>
                  </a:cubicBezTo>
                  <a:cubicBezTo>
                    <a:pt x="572" y="500"/>
                    <a:pt x="477" y="476"/>
                    <a:pt x="430" y="405"/>
                  </a:cubicBezTo>
                  <a:cubicBezTo>
                    <a:pt x="358" y="357"/>
                    <a:pt x="334" y="262"/>
                    <a:pt x="334" y="167"/>
                  </a:cubicBezTo>
                  <a:cubicBezTo>
                    <a:pt x="334" y="72"/>
                    <a:pt x="287" y="24"/>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96"/>
            <p:cNvSpPr/>
            <p:nvPr/>
          </p:nvSpPr>
          <p:spPr>
            <a:xfrm>
              <a:off x="7034251" y="1922635"/>
              <a:ext cx="336137" cy="353104"/>
            </a:xfrm>
            <a:custGeom>
              <a:rect b="b" l="l" r="r" t="t"/>
              <a:pathLst>
                <a:path extrusionOk="0" h="10884" w="10361">
                  <a:moveTo>
                    <a:pt x="7360" y="334"/>
                  </a:moveTo>
                  <a:cubicBezTo>
                    <a:pt x="8002" y="334"/>
                    <a:pt x="8598" y="572"/>
                    <a:pt x="9074" y="1048"/>
                  </a:cubicBezTo>
                  <a:cubicBezTo>
                    <a:pt x="10027" y="2001"/>
                    <a:pt x="10027" y="3525"/>
                    <a:pt x="9074" y="4477"/>
                  </a:cubicBezTo>
                  <a:lnTo>
                    <a:pt x="7621" y="5930"/>
                  </a:lnTo>
                  <a:lnTo>
                    <a:pt x="5240" y="3549"/>
                  </a:lnTo>
                  <a:cubicBezTo>
                    <a:pt x="5204" y="3513"/>
                    <a:pt x="5169" y="3495"/>
                    <a:pt x="5130" y="3495"/>
                  </a:cubicBezTo>
                  <a:cubicBezTo>
                    <a:pt x="5091" y="3495"/>
                    <a:pt x="5050" y="3513"/>
                    <a:pt x="5002" y="3549"/>
                  </a:cubicBezTo>
                  <a:cubicBezTo>
                    <a:pt x="4954" y="3596"/>
                    <a:pt x="4954" y="3715"/>
                    <a:pt x="5002" y="3787"/>
                  </a:cubicBezTo>
                  <a:lnTo>
                    <a:pt x="7383" y="6168"/>
                  </a:lnTo>
                  <a:lnTo>
                    <a:pt x="5931" y="7621"/>
                  </a:lnTo>
                  <a:cubicBezTo>
                    <a:pt x="5835" y="7716"/>
                    <a:pt x="5716" y="7835"/>
                    <a:pt x="5597" y="7907"/>
                  </a:cubicBezTo>
                  <a:lnTo>
                    <a:pt x="5597" y="7835"/>
                  </a:lnTo>
                  <a:cubicBezTo>
                    <a:pt x="5550" y="7216"/>
                    <a:pt x="5240" y="6597"/>
                    <a:pt x="4788" y="6144"/>
                  </a:cubicBezTo>
                  <a:cubicBezTo>
                    <a:pt x="4264" y="5597"/>
                    <a:pt x="3573" y="5335"/>
                    <a:pt x="2835" y="5335"/>
                  </a:cubicBezTo>
                  <a:lnTo>
                    <a:pt x="2620" y="5335"/>
                  </a:lnTo>
                  <a:cubicBezTo>
                    <a:pt x="2335" y="5335"/>
                    <a:pt x="2097" y="5406"/>
                    <a:pt x="1811" y="5478"/>
                  </a:cubicBezTo>
                  <a:cubicBezTo>
                    <a:pt x="1906" y="5001"/>
                    <a:pt x="2144" y="4525"/>
                    <a:pt x="2501" y="4192"/>
                  </a:cubicBezTo>
                  <a:lnTo>
                    <a:pt x="3954" y="2739"/>
                  </a:lnTo>
                  <a:lnTo>
                    <a:pt x="4549" y="3334"/>
                  </a:lnTo>
                  <a:cubicBezTo>
                    <a:pt x="4585" y="3370"/>
                    <a:pt x="4627" y="3388"/>
                    <a:pt x="4665" y="3388"/>
                  </a:cubicBezTo>
                  <a:cubicBezTo>
                    <a:pt x="4704" y="3388"/>
                    <a:pt x="4740" y="3370"/>
                    <a:pt x="4764" y="3334"/>
                  </a:cubicBezTo>
                  <a:cubicBezTo>
                    <a:pt x="4835" y="3287"/>
                    <a:pt x="4859" y="3168"/>
                    <a:pt x="4764" y="3096"/>
                  </a:cubicBezTo>
                  <a:lnTo>
                    <a:pt x="4168" y="2501"/>
                  </a:lnTo>
                  <a:lnTo>
                    <a:pt x="5621" y="1048"/>
                  </a:lnTo>
                  <a:cubicBezTo>
                    <a:pt x="6074" y="596"/>
                    <a:pt x="6693" y="334"/>
                    <a:pt x="7360" y="334"/>
                  </a:cubicBezTo>
                  <a:close/>
                  <a:moveTo>
                    <a:pt x="2826" y="5631"/>
                  </a:moveTo>
                  <a:cubicBezTo>
                    <a:pt x="3411" y="5631"/>
                    <a:pt x="3993" y="5844"/>
                    <a:pt x="4430" y="6240"/>
                  </a:cubicBezTo>
                  <a:lnTo>
                    <a:pt x="2168" y="8502"/>
                  </a:lnTo>
                  <a:cubicBezTo>
                    <a:pt x="2120" y="8550"/>
                    <a:pt x="2120" y="8669"/>
                    <a:pt x="2168" y="8740"/>
                  </a:cubicBezTo>
                  <a:cubicBezTo>
                    <a:pt x="2204" y="8764"/>
                    <a:pt x="2251" y="8776"/>
                    <a:pt x="2296" y="8776"/>
                  </a:cubicBezTo>
                  <a:cubicBezTo>
                    <a:pt x="2341" y="8776"/>
                    <a:pt x="2382" y="8764"/>
                    <a:pt x="2406" y="8740"/>
                  </a:cubicBezTo>
                  <a:lnTo>
                    <a:pt x="4668" y="6478"/>
                  </a:lnTo>
                  <a:cubicBezTo>
                    <a:pt x="4978" y="6835"/>
                    <a:pt x="5192" y="7264"/>
                    <a:pt x="5264" y="7716"/>
                  </a:cubicBezTo>
                  <a:cubicBezTo>
                    <a:pt x="5478" y="9169"/>
                    <a:pt x="4311" y="10550"/>
                    <a:pt x="2835" y="10550"/>
                  </a:cubicBezTo>
                  <a:cubicBezTo>
                    <a:pt x="2239" y="10550"/>
                    <a:pt x="1644" y="10336"/>
                    <a:pt x="1192" y="9931"/>
                  </a:cubicBezTo>
                  <a:lnTo>
                    <a:pt x="1977" y="9145"/>
                  </a:lnTo>
                  <a:cubicBezTo>
                    <a:pt x="2025" y="9097"/>
                    <a:pt x="2025" y="8978"/>
                    <a:pt x="1977" y="8907"/>
                  </a:cubicBezTo>
                  <a:cubicBezTo>
                    <a:pt x="1945" y="8875"/>
                    <a:pt x="1908" y="8862"/>
                    <a:pt x="1871" y="8862"/>
                  </a:cubicBezTo>
                  <a:cubicBezTo>
                    <a:pt x="1825" y="8862"/>
                    <a:pt x="1778" y="8881"/>
                    <a:pt x="1739" y="8907"/>
                  </a:cubicBezTo>
                  <a:lnTo>
                    <a:pt x="953" y="9693"/>
                  </a:lnTo>
                  <a:cubicBezTo>
                    <a:pt x="572" y="9240"/>
                    <a:pt x="334" y="8669"/>
                    <a:pt x="334" y="8050"/>
                  </a:cubicBezTo>
                  <a:cubicBezTo>
                    <a:pt x="358" y="6835"/>
                    <a:pt x="1311" y="5787"/>
                    <a:pt x="2573" y="5644"/>
                  </a:cubicBezTo>
                  <a:cubicBezTo>
                    <a:pt x="2657" y="5635"/>
                    <a:pt x="2742" y="5631"/>
                    <a:pt x="2826" y="5631"/>
                  </a:cubicBezTo>
                  <a:close/>
                  <a:moveTo>
                    <a:pt x="7360" y="0"/>
                  </a:moveTo>
                  <a:cubicBezTo>
                    <a:pt x="6621" y="0"/>
                    <a:pt x="5931" y="310"/>
                    <a:pt x="5431" y="810"/>
                  </a:cubicBezTo>
                  <a:lnTo>
                    <a:pt x="2263" y="3953"/>
                  </a:lnTo>
                  <a:cubicBezTo>
                    <a:pt x="1811" y="4406"/>
                    <a:pt x="1549" y="5001"/>
                    <a:pt x="1454" y="5620"/>
                  </a:cubicBezTo>
                  <a:cubicBezTo>
                    <a:pt x="596" y="6097"/>
                    <a:pt x="1" y="7026"/>
                    <a:pt x="1" y="8073"/>
                  </a:cubicBezTo>
                  <a:cubicBezTo>
                    <a:pt x="25" y="8859"/>
                    <a:pt x="334" y="9526"/>
                    <a:pt x="834" y="10074"/>
                  </a:cubicBezTo>
                  <a:cubicBezTo>
                    <a:pt x="1382" y="10598"/>
                    <a:pt x="2049" y="10883"/>
                    <a:pt x="2811" y="10883"/>
                  </a:cubicBezTo>
                  <a:cubicBezTo>
                    <a:pt x="4287" y="10883"/>
                    <a:pt x="5478" y="9717"/>
                    <a:pt x="5573" y="8240"/>
                  </a:cubicBezTo>
                  <a:cubicBezTo>
                    <a:pt x="5788" y="8121"/>
                    <a:pt x="5954" y="7978"/>
                    <a:pt x="6145" y="7835"/>
                  </a:cubicBezTo>
                  <a:lnTo>
                    <a:pt x="9288" y="4668"/>
                  </a:lnTo>
                  <a:cubicBezTo>
                    <a:pt x="10360" y="3596"/>
                    <a:pt x="10360" y="1882"/>
                    <a:pt x="9288" y="810"/>
                  </a:cubicBezTo>
                  <a:cubicBezTo>
                    <a:pt x="8788" y="310"/>
                    <a:pt x="8098" y="0"/>
                    <a:pt x="73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1" name="Google Shape;20801;p96"/>
          <p:cNvGrpSpPr/>
          <p:nvPr/>
        </p:nvGrpSpPr>
        <p:grpSpPr>
          <a:xfrm>
            <a:off x="7769683" y="1771760"/>
            <a:ext cx="302105" cy="352358"/>
            <a:chOff x="7799148" y="1924160"/>
            <a:chExt cx="302105" cy="352358"/>
          </a:xfrm>
        </p:grpSpPr>
        <p:sp>
          <p:nvSpPr>
            <p:cNvPr id="20802" name="Google Shape;20802;p96"/>
            <p:cNvSpPr/>
            <p:nvPr/>
          </p:nvSpPr>
          <p:spPr>
            <a:xfrm>
              <a:off x="7803787" y="1970520"/>
              <a:ext cx="292826" cy="300580"/>
            </a:xfrm>
            <a:custGeom>
              <a:rect b="b" l="l" r="r" t="t"/>
              <a:pathLst>
                <a:path extrusionOk="0" h="9265" w="9026">
                  <a:moveTo>
                    <a:pt x="1119" y="1"/>
                  </a:moveTo>
                  <a:cubicBezTo>
                    <a:pt x="524" y="1"/>
                    <a:pt x="0" y="477"/>
                    <a:pt x="0" y="1096"/>
                  </a:cubicBezTo>
                  <a:lnTo>
                    <a:pt x="0" y="8169"/>
                  </a:lnTo>
                  <a:cubicBezTo>
                    <a:pt x="0" y="8764"/>
                    <a:pt x="476" y="9265"/>
                    <a:pt x="1119" y="9265"/>
                  </a:cubicBezTo>
                  <a:lnTo>
                    <a:pt x="7930" y="9265"/>
                  </a:lnTo>
                  <a:cubicBezTo>
                    <a:pt x="8526" y="9265"/>
                    <a:pt x="9026" y="8812"/>
                    <a:pt x="9026" y="8169"/>
                  </a:cubicBezTo>
                  <a:lnTo>
                    <a:pt x="9026" y="1096"/>
                  </a:lnTo>
                  <a:cubicBezTo>
                    <a:pt x="9002" y="477"/>
                    <a:pt x="8526" y="1"/>
                    <a:pt x="7930"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96"/>
            <p:cNvSpPr/>
            <p:nvPr/>
          </p:nvSpPr>
          <p:spPr>
            <a:xfrm>
              <a:off x="7843951" y="1970520"/>
              <a:ext cx="212498" cy="74975"/>
            </a:xfrm>
            <a:custGeom>
              <a:rect b="b" l="l" r="r" t="t"/>
              <a:pathLst>
                <a:path extrusionOk="0" h="2311" w="6550">
                  <a:moveTo>
                    <a:pt x="0" y="1"/>
                  </a:moveTo>
                  <a:lnTo>
                    <a:pt x="0" y="1311"/>
                  </a:lnTo>
                  <a:cubicBezTo>
                    <a:pt x="0" y="1858"/>
                    <a:pt x="477" y="2311"/>
                    <a:pt x="1024" y="2311"/>
                  </a:cubicBezTo>
                  <a:lnTo>
                    <a:pt x="5525" y="2311"/>
                  </a:lnTo>
                  <a:cubicBezTo>
                    <a:pt x="6097" y="2311"/>
                    <a:pt x="6549" y="1858"/>
                    <a:pt x="6549" y="1311"/>
                  </a:cubicBezTo>
                  <a:lnTo>
                    <a:pt x="654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96"/>
            <p:cNvSpPr/>
            <p:nvPr/>
          </p:nvSpPr>
          <p:spPr>
            <a:xfrm>
              <a:off x="7832369" y="1998356"/>
              <a:ext cx="234105" cy="228849"/>
            </a:xfrm>
            <a:custGeom>
              <a:rect b="b" l="l" r="r" t="t"/>
              <a:pathLst>
                <a:path extrusionOk="0" h="7054" w="7216">
                  <a:moveTo>
                    <a:pt x="191" y="0"/>
                  </a:moveTo>
                  <a:cubicBezTo>
                    <a:pt x="72" y="0"/>
                    <a:pt x="0" y="72"/>
                    <a:pt x="0" y="214"/>
                  </a:cubicBezTo>
                  <a:lnTo>
                    <a:pt x="0" y="6835"/>
                  </a:lnTo>
                  <a:cubicBezTo>
                    <a:pt x="0" y="6981"/>
                    <a:pt x="55" y="7054"/>
                    <a:pt x="148" y="7054"/>
                  </a:cubicBezTo>
                  <a:cubicBezTo>
                    <a:pt x="162" y="7054"/>
                    <a:pt x="176" y="7052"/>
                    <a:pt x="191" y="7049"/>
                  </a:cubicBezTo>
                  <a:lnTo>
                    <a:pt x="7025" y="7049"/>
                  </a:lnTo>
                  <a:cubicBezTo>
                    <a:pt x="7145" y="7049"/>
                    <a:pt x="7216" y="6954"/>
                    <a:pt x="7216" y="6835"/>
                  </a:cubicBezTo>
                  <a:lnTo>
                    <a:pt x="7216" y="214"/>
                  </a:lnTo>
                  <a:cubicBezTo>
                    <a:pt x="7216" y="95"/>
                    <a:pt x="7145" y="0"/>
                    <a:pt x="7025"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96"/>
            <p:cNvSpPr/>
            <p:nvPr/>
          </p:nvSpPr>
          <p:spPr>
            <a:xfrm>
              <a:off x="7843951" y="1998356"/>
              <a:ext cx="212498" cy="47139"/>
            </a:xfrm>
            <a:custGeom>
              <a:rect b="b" l="l" r="r" t="t"/>
              <a:pathLst>
                <a:path extrusionOk="0" h="1453" w="6550">
                  <a:moveTo>
                    <a:pt x="0" y="0"/>
                  </a:moveTo>
                  <a:lnTo>
                    <a:pt x="0" y="453"/>
                  </a:lnTo>
                  <a:cubicBezTo>
                    <a:pt x="0" y="1000"/>
                    <a:pt x="429" y="1453"/>
                    <a:pt x="1001" y="1453"/>
                  </a:cubicBezTo>
                  <a:lnTo>
                    <a:pt x="5525" y="1453"/>
                  </a:lnTo>
                  <a:cubicBezTo>
                    <a:pt x="6097" y="1453"/>
                    <a:pt x="6549" y="1000"/>
                    <a:pt x="6549" y="453"/>
                  </a:cubicBezTo>
                  <a:lnTo>
                    <a:pt x="6549" y="0"/>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96"/>
            <p:cNvSpPr/>
            <p:nvPr/>
          </p:nvSpPr>
          <p:spPr>
            <a:xfrm>
              <a:off x="7864033" y="1928020"/>
              <a:ext cx="171556" cy="96614"/>
            </a:xfrm>
            <a:custGeom>
              <a:rect b="b" l="l" r="r" t="t"/>
              <a:pathLst>
                <a:path extrusionOk="0" h="2978" w="5288">
                  <a:moveTo>
                    <a:pt x="2644" y="1"/>
                  </a:moveTo>
                  <a:cubicBezTo>
                    <a:pt x="2192" y="1"/>
                    <a:pt x="1834" y="311"/>
                    <a:pt x="1763" y="715"/>
                  </a:cubicBezTo>
                  <a:cubicBezTo>
                    <a:pt x="1715" y="834"/>
                    <a:pt x="1644" y="882"/>
                    <a:pt x="1525" y="882"/>
                  </a:cubicBezTo>
                  <a:lnTo>
                    <a:pt x="382" y="882"/>
                  </a:lnTo>
                  <a:cubicBezTo>
                    <a:pt x="167" y="882"/>
                    <a:pt x="1" y="1073"/>
                    <a:pt x="1" y="1263"/>
                  </a:cubicBezTo>
                  <a:lnTo>
                    <a:pt x="1" y="2573"/>
                  </a:lnTo>
                  <a:cubicBezTo>
                    <a:pt x="1" y="2787"/>
                    <a:pt x="167" y="2978"/>
                    <a:pt x="382" y="2978"/>
                  </a:cubicBezTo>
                  <a:lnTo>
                    <a:pt x="4906" y="2978"/>
                  </a:lnTo>
                  <a:cubicBezTo>
                    <a:pt x="5121" y="2978"/>
                    <a:pt x="5287" y="2787"/>
                    <a:pt x="5287" y="2573"/>
                  </a:cubicBezTo>
                  <a:lnTo>
                    <a:pt x="5287" y="1263"/>
                  </a:lnTo>
                  <a:cubicBezTo>
                    <a:pt x="5287" y="1073"/>
                    <a:pt x="5121" y="882"/>
                    <a:pt x="4906" y="882"/>
                  </a:cubicBezTo>
                  <a:lnTo>
                    <a:pt x="3787" y="882"/>
                  </a:lnTo>
                  <a:cubicBezTo>
                    <a:pt x="3668" y="882"/>
                    <a:pt x="3573" y="787"/>
                    <a:pt x="3549" y="715"/>
                  </a:cubicBezTo>
                  <a:cubicBezTo>
                    <a:pt x="3454" y="287"/>
                    <a:pt x="3096" y="1"/>
                    <a:pt x="2644"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96"/>
            <p:cNvSpPr/>
            <p:nvPr/>
          </p:nvSpPr>
          <p:spPr>
            <a:xfrm>
              <a:off x="7864812" y="1956635"/>
              <a:ext cx="33254" cy="67999"/>
            </a:xfrm>
            <a:custGeom>
              <a:rect b="b" l="l" r="r" t="t"/>
              <a:pathLst>
                <a:path extrusionOk="0" h="2096" w="1025">
                  <a:moveTo>
                    <a:pt x="381" y="0"/>
                  </a:moveTo>
                  <a:cubicBezTo>
                    <a:pt x="191" y="0"/>
                    <a:pt x="0" y="167"/>
                    <a:pt x="0" y="381"/>
                  </a:cubicBezTo>
                  <a:lnTo>
                    <a:pt x="0" y="1691"/>
                  </a:lnTo>
                  <a:cubicBezTo>
                    <a:pt x="0" y="1905"/>
                    <a:pt x="191" y="2096"/>
                    <a:pt x="381" y="2096"/>
                  </a:cubicBezTo>
                  <a:lnTo>
                    <a:pt x="1024" y="2096"/>
                  </a:lnTo>
                  <a:cubicBezTo>
                    <a:pt x="810" y="2096"/>
                    <a:pt x="620" y="1929"/>
                    <a:pt x="620" y="1691"/>
                  </a:cubicBezTo>
                  <a:lnTo>
                    <a:pt x="620" y="381"/>
                  </a:lnTo>
                  <a:cubicBezTo>
                    <a:pt x="620" y="191"/>
                    <a:pt x="810" y="0"/>
                    <a:pt x="1024"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96"/>
            <p:cNvSpPr/>
            <p:nvPr/>
          </p:nvSpPr>
          <p:spPr>
            <a:xfrm>
              <a:off x="7938196" y="1947356"/>
              <a:ext cx="23229" cy="23196"/>
            </a:xfrm>
            <a:custGeom>
              <a:rect b="b" l="l" r="r" t="t"/>
              <a:pathLst>
                <a:path extrusionOk="0" h="715" w="716">
                  <a:moveTo>
                    <a:pt x="358" y="0"/>
                  </a:moveTo>
                  <a:cubicBezTo>
                    <a:pt x="144" y="0"/>
                    <a:pt x="1" y="143"/>
                    <a:pt x="1" y="358"/>
                  </a:cubicBezTo>
                  <a:cubicBezTo>
                    <a:pt x="1" y="548"/>
                    <a:pt x="191" y="715"/>
                    <a:pt x="358" y="715"/>
                  </a:cubicBezTo>
                  <a:cubicBezTo>
                    <a:pt x="572" y="715"/>
                    <a:pt x="715" y="524"/>
                    <a:pt x="715" y="358"/>
                  </a:cubicBezTo>
                  <a:cubicBezTo>
                    <a:pt x="715" y="143"/>
                    <a:pt x="549" y="0"/>
                    <a:pt x="3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96"/>
            <p:cNvSpPr/>
            <p:nvPr/>
          </p:nvSpPr>
          <p:spPr>
            <a:xfrm>
              <a:off x="7899590" y="1979020"/>
              <a:ext cx="10836" cy="17519"/>
            </a:xfrm>
            <a:custGeom>
              <a:rect b="b" l="l" r="r" t="t"/>
              <a:pathLst>
                <a:path extrusionOk="0" h="540" w="334">
                  <a:moveTo>
                    <a:pt x="191" y="1"/>
                  </a:moveTo>
                  <a:cubicBezTo>
                    <a:pt x="95" y="1"/>
                    <a:pt x="0" y="48"/>
                    <a:pt x="0" y="144"/>
                  </a:cubicBezTo>
                  <a:lnTo>
                    <a:pt x="0" y="382"/>
                  </a:lnTo>
                  <a:cubicBezTo>
                    <a:pt x="0" y="460"/>
                    <a:pt x="64" y="537"/>
                    <a:pt x="152" y="537"/>
                  </a:cubicBezTo>
                  <a:cubicBezTo>
                    <a:pt x="171" y="537"/>
                    <a:pt x="193" y="533"/>
                    <a:pt x="214" y="525"/>
                  </a:cubicBezTo>
                  <a:cubicBezTo>
                    <a:pt x="225" y="535"/>
                    <a:pt x="236" y="540"/>
                    <a:pt x="248" y="540"/>
                  </a:cubicBezTo>
                  <a:cubicBezTo>
                    <a:pt x="290" y="540"/>
                    <a:pt x="333" y="480"/>
                    <a:pt x="333" y="406"/>
                  </a:cubicBezTo>
                  <a:lnTo>
                    <a:pt x="333" y="167"/>
                  </a:lnTo>
                  <a:cubicBezTo>
                    <a:pt x="333" y="72"/>
                    <a:pt x="262" y="25"/>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96"/>
            <p:cNvSpPr/>
            <p:nvPr/>
          </p:nvSpPr>
          <p:spPr>
            <a:xfrm>
              <a:off x="7989196" y="1979020"/>
              <a:ext cx="10836" cy="17519"/>
            </a:xfrm>
            <a:custGeom>
              <a:rect b="b" l="l" r="r" t="t"/>
              <a:pathLst>
                <a:path extrusionOk="0" h="540" w="334">
                  <a:moveTo>
                    <a:pt x="191" y="1"/>
                  </a:moveTo>
                  <a:cubicBezTo>
                    <a:pt x="96" y="1"/>
                    <a:pt x="1" y="48"/>
                    <a:pt x="1" y="144"/>
                  </a:cubicBezTo>
                  <a:lnTo>
                    <a:pt x="1" y="382"/>
                  </a:lnTo>
                  <a:cubicBezTo>
                    <a:pt x="1" y="460"/>
                    <a:pt x="64" y="537"/>
                    <a:pt x="139" y="537"/>
                  </a:cubicBezTo>
                  <a:cubicBezTo>
                    <a:pt x="156" y="537"/>
                    <a:pt x="174" y="533"/>
                    <a:pt x="191" y="525"/>
                  </a:cubicBezTo>
                  <a:cubicBezTo>
                    <a:pt x="212" y="535"/>
                    <a:pt x="231" y="540"/>
                    <a:pt x="247" y="540"/>
                  </a:cubicBezTo>
                  <a:cubicBezTo>
                    <a:pt x="305" y="540"/>
                    <a:pt x="334" y="480"/>
                    <a:pt x="334" y="406"/>
                  </a:cubicBezTo>
                  <a:lnTo>
                    <a:pt x="334" y="167"/>
                  </a:lnTo>
                  <a:cubicBezTo>
                    <a:pt x="334" y="72"/>
                    <a:pt x="286" y="25"/>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96"/>
            <p:cNvSpPr/>
            <p:nvPr/>
          </p:nvSpPr>
          <p:spPr>
            <a:xfrm>
              <a:off x="7933557" y="1987293"/>
              <a:ext cx="34032" cy="15702"/>
            </a:xfrm>
            <a:custGeom>
              <a:rect b="b" l="l" r="r" t="t"/>
              <a:pathLst>
                <a:path extrusionOk="0" h="484" w="1049">
                  <a:moveTo>
                    <a:pt x="849" y="0"/>
                  </a:moveTo>
                  <a:cubicBezTo>
                    <a:pt x="796" y="0"/>
                    <a:pt x="743" y="23"/>
                    <a:pt x="715" y="79"/>
                  </a:cubicBezTo>
                  <a:cubicBezTo>
                    <a:pt x="644" y="127"/>
                    <a:pt x="572" y="151"/>
                    <a:pt x="501" y="151"/>
                  </a:cubicBezTo>
                  <a:cubicBezTo>
                    <a:pt x="406" y="151"/>
                    <a:pt x="334" y="127"/>
                    <a:pt x="287" y="79"/>
                  </a:cubicBezTo>
                  <a:cubicBezTo>
                    <a:pt x="256" y="34"/>
                    <a:pt x="207" y="17"/>
                    <a:pt x="151" y="17"/>
                  </a:cubicBezTo>
                  <a:cubicBezTo>
                    <a:pt x="118" y="17"/>
                    <a:pt x="83" y="23"/>
                    <a:pt x="49" y="32"/>
                  </a:cubicBezTo>
                  <a:cubicBezTo>
                    <a:pt x="1" y="103"/>
                    <a:pt x="1" y="198"/>
                    <a:pt x="25" y="270"/>
                  </a:cubicBezTo>
                  <a:cubicBezTo>
                    <a:pt x="144" y="389"/>
                    <a:pt x="334" y="484"/>
                    <a:pt x="501" y="484"/>
                  </a:cubicBezTo>
                  <a:cubicBezTo>
                    <a:pt x="692" y="484"/>
                    <a:pt x="858" y="389"/>
                    <a:pt x="977" y="270"/>
                  </a:cubicBezTo>
                  <a:cubicBezTo>
                    <a:pt x="1049" y="198"/>
                    <a:pt x="1001" y="103"/>
                    <a:pt x="953" y="32"/>
                  </a:cubicBezTo>
                  <a:cubicBezTo>
                    <a:pt x="924" y="12"/>
                    <a:pt x="886" y="0"/>
                    <a:pt x="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96"/>
            <p:cNvSpPr/>
            <p:nvPr/>
          </p:nvSpPr>
          <p:spPr>
            <a:xfrm>
              <a:off x="7933557" y="1941160"/>
              <a:ext cx="32507" cy="33254"/>
            </a:xfrm>
            <a:custGeom>
              <a:rect b="b" l="l" r="r" t="t"/>
              <a:pathLst>
                <a:path extrusionOk="0" h="1025" w="1002">
                  <a:moveTo>
                    <a:pt x="501" y="334"/>
                  </a:moveTo>
                  <a:cubicBezTo>
                    <a:pt x="596" y="334"/>
                    <a:pt x="692" y="429"/>
                    <a:pt x="692" y="501"/>
                  </a:cubicBezTo>
                  <a:cubicBezTo>
                    <a:pt x="692" y="596"/>
                    <a:pt x="596" y="691"/>
                    <a:pt x="501" y="691"/>
                  </a:cubicBezTo>
                  <a:cubicBezTo>
                    <a:pt x="406" y="691"/>
                    <a:pt x="334" y="596"/>
                    <a:pt x="334" y="501"/>
                  </a:cubicBezTo>
                  <a:cubicBezTo>
                    <a:pt x="334" y="429"/>
                    <a:pt x="406" y="334"/>
                    <a:pt x="501" y="334"/>
                  </a:cubicBezTo>
                  <a:close/>
                  <a:moveTo>
                    <a:pt x="501" y="1"/>
                  </a:moveTo>
                  <a:cubicBezTo>
                    <a:pt x="239" y="1"/>
                    <a:pt x="1" y="239"/>
                    <a:pt x="1" y="501"/>
                  </a:cubicBezTo>
                  <a:cubicBezTo>
                    <a:pt x="1" y="787"/>
                    <a:pt x="239" y="1025"/>
                    <a:pt x="501" y="1025"/>
                  </a:cubicBezTo>
                  <a:cubicBezTo>
                    <a:pt x="763" y="1025"/>
                    <a:pt x="1001" y="787"/>
                    <a:pt x="1001" y="501"/>
                  </a:cubicBezTo>
                  <a:cubicBezTo>
                    <a:pt x="1001" y="239"/>
                    <a:pt x="763" y="1"/>
                    <a:pt x="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96"/>
            <p:cNvSpPr/>
            <p:nvPr/>
          </p:nvSpPr>
          <p:spPr>
            <a:xfrm>
              <a:off x="7871268" y="2064506"/>
              <a:ext cx="48437" cy="24883"/>
            </a:xfrm>
            <a:custGeom>
              <a:rect b="b" l="l" r="r" t="t"/>
              <a:pathLst>
                <a:path extrusionOk="0" h="767" w="1493">
                  <a:moveTo>
                    <a:pt x="367" y="1"/>
                  </a:moveTo>
                  <a:cubicBezTo>
                    <a:pt x="308" y="1"/>
                    <a:pt x="248" y="32"/>
                    <a:pt x="230" y="104"/>
                  </a:cubicBezTo>
                  <a:lnTo>
                    <a:pt x="40" y="557"/>
                  </a:lnTo>
                  <a:cubicBezTo>
                    <a:pt x="1" y="654"/>
                    <a:pt x="88" y="767"/>
                    <a:pt x="186" y="767"/>
                  </a:cubicBezTo>
                  <a:cubicBezTo>
                    <a:pt x="209" y="767"/>
                    <a:pt x="232" y="761"/>
                    <a:pt x="254" y="747"/>
                  </a:cubicBezTo>
                  <a:lnTo>
                    <a:pt x="1373" y="319"/>
                  </a:lnTo>
                  <a:cubicBezTo>
                    <a:pt x="1468" y="271"/>
                    <a:pt x="1492" y="200"/>
                    <a:pt x="1468" y="104"/>
                  </a:cubicBezTo>
                  <a:cubicBezTo>
                    <a:pt x="1450" y="32"/>
                    <a:pt x="1390" y="1"/>
                    <a:pt x="1321" y="1"/>
                  </a:cubicBezTo>
                  <a:cubicBezTo>
                    <a:pt x="1299" y="1"/>
                    <a:pt x="1277" y="4"/>
                    <a:pt x="1254" y="9"/>
                  </a:cubicBezTo>
                  <a:lnTo>
                    <a:pt x="492" y="319"/>
                  </a:lnTo>
                  <a:lnTo>
                    <a:pt x="516" y="223"/>
                  </a:lnTo>
                  <a:cubicBezTo>
                    <a:pt x="540" y="152"/>
                    <a:pt x="516" y="81"/>
                    <a:pt x="421" y="9"/>
                  </a:cubicBezTo>
                  <a:cubicBezTo>
                    <a:pt x="404" y="4"/>
                    <a:pt x="386" y="1"/>
                    <a:pt x="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96"/>
            <p:cNvSpPr/>
            <p:nvPr/>
          </p:nvSpPr>
          <p:spPr>
            <a:xfrm>
              <a:off x="7949032" y="2071741"/>
              <a:ext cx="77278" cy="10836"/>
            </a:xfrm>
            <a:custGeom>
              <a:rect b="b" l="l" r="r" t="t"/>
              <a:pathLst>
                <a:path extrusionOk="0" h="334" w="2382">
                  <a:moveTo>
                    <a:pt x="215" y="0"/>
                  </a:moveTo>
                  <a:cubicBezTo>
                    <a:pt x="119" y="0"/>
                    <a:pt x="48" y="48"/>
                    <a:pt x="24" y="143"/>
                  </a:cubicBezTo>
                  <a:cubicBezTo>
                    <a:pt x="0" y="262"/>
                    <a:pt x="95" y="334"/>
                    <a:pt x="167" y="334"/>
                  </a:cubicBezTo>
                  <a:lnTo>
                    <a:pt x="2191" y="334"/>
                  </a:lnTo>
                  <a:cubicBezTo>
                    <a:pt x="2286" y="334"/>
                    <a:pt x="2358" y="262"/>
                    <a:pt x="2382" y="167"/>
                  </a:cubicBezTo>
                  <a:cubicBezTo>
                    <a:pt x="2382" y="96"/>
                    <a:pt x="2310" y="0"/>
                    <a:pt x="2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96"/>
            <p:cNvSpPr/>
            <p:nvPr/>
          </p:nvSpPr>
          <p:spPr>
            <a:xfrm>
              <a:off x="7871754" y="2113948"/>
              <a:ext cx="47950" cy="24591"/>
            </a:xfrm>
            <a:custGeom>
              <a:rect b="b" l="l" r="r" t="t"/>
              <a:pathLst>
                <a:path extrusionOk="0" h="758" w="1478">
                  <a:moveTo>
                    <a:pt x="352" y="1"/>
                  </a:moveTo>
                  <a:cubicBezTo>
                    <a:pt x="292" y="1"/>
                    <a:pt x="228" y="32"/>
                    <a:pt x="191" y="105"/>
                  </a:cubicBezTo>
                  <a:lnTo>
                    <a:pt x="25" y="533"/>
                  </a:lnTo>
                  <a:cubicBezTo>
                    <a:pt x="1" y="628"/>
                    <a:pt x="25" y="700"/>
                    <a:pt x="48" y="724"/>
                  </a:cubicBezTo>
                  <a:cubicBezTo>
                    <a:pt x="82" y="741"/>
                    <a:pt x="128" y="757"/>
                    <a:pt x="177" y="757"/>
                  </a:cubicBezTo>
                  <a:cubicBezTo>
                    <a:pt x="197" y="757"/>
                    <a:pt x="218" y="754"/>
                    <a:pt x="239" y="747"/>
                  </a:cubicBezTo>
                  <a:lnTo>
                    <a:pt x="1358" y="295"/>
                  </a:lnTo>
                  <a:cubicBezTo>
                    <a:pt x="1453" y="271"/>
                    <a:pt x="1477" y="176"/>
                    <a:pt x="1453" y="105"/>
                  </a:cubicBezTo>
                  <a:cubicBezTo>
                    <a:pt x="1435" y="32"/>
                    <a:pt x="1375" y="1"/>
                    <a:pt x="1306" y="1"/>
                  </a:cubicBezTo>
                  <a:cubicBezTo>
                    <a:pt x="1284" y="1"/>
                    <a:pt x="1262" y="4"/>
                    <a:pt x="1239" y="9"/>
                  </a:cubicBezTo>
                  <a:lnTo>
                    <a:pt x="477" y="295"/>
                  </a:lnTo>
                  <a:lnTo>
                    <a:pt x="477" y="295"/>
                  </a:lnTo>
                  <a:lnTo>
                    <a:pt x="501" y="224"/>
                  </a:lnTo>
                  <a:cubicBezTo>
                    <a:pt x="525" y="128"/>
                    <a:pt x="501" y="33"/>
                    <a:pt x="406" y="9"/>
                  </a:cubicBezTo>
                  <a:cubicBezTo>
                    <a:pt x="389" y="4"/>
                    <a:pt x="371" y="1"/>
                    <a:pt x="3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96"/>
            <p:cNvSpPr/>
            <p:nvPr/>
          </p:nvSpPr>
          <p:spPr>
            <a:xfrm>
              <a:off x="7949032" y="2121962"/>
              <a:ext cx="77278" cy="10836"/>
            </a:xfrm>
            <a:custGeom>
              <a:rect b="b" l="l" r="r" t="t"/>
              <a:pathLst>
                <a:path extrusionOk="0" h="334" w="2382">
                  <a:moveTo>
                    <a:pt x="215" y="0"/>
                  </a:moveTo>
                  <a:cubicBezTo>
                    <a:pt x="119" y="0"/>
                    <a:pt x="48" y="48"/>
                    <a:pt x="24" y="143"/>
                  </a:cubicBezTo>
                  <a:cubicBezTo>
                    <a:pt x="0" y="239"/>
                    <a:pt x="95" y="334"/>
                    <a:pt x="167" y="334"/>
                  </a:cubicBezTo>
                  <a:lnTo>
                    <a:pt x="2191" y="334"/>
                  </a:lnTo>
                  <a:cubicBezTo>
                    <a:pt x="2286" y="334"/>
                    <a:pt x="2358" y="262"/>
                    <a:pt x="2382" y="167"/>
                  </a:cubicBezTo>
                  <a:cubicBezTo>
                    <a:pt x="2382" y="96"/>
                    <a:pt x="2310" y="0"/>
                    <a:pt x="2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96"/>
            <p:cNvSpPr/>
            <p:nvPr/>
          </p:nvSpPr>
          <p:spPr>
            <a:xfrm>
              <a:off x="7871754" y="2164169"/>
              <a:ext cx="47950" cy="24786"/>
            </a:xfrm>
            <a:custGeom>
              <a:rect b="b" l="l" r="r" t="t"/>
              <a:pathLst>
                <a:path extrusionOk="0" h="764" w="1478">
                  <a:moveTo>
                    <a:pt x="352" y="1"/>
                  </a:moveTo>
                  <a:cubicBezTo>
                    <a:pt x="292" y="1"/>
                    <a:pt x="228" y="32"/>
                    <a:pt x="191" y="104"/>
                  </a:cubicBezTo>
                  <a:lnTo>
                    <a:pt x="25" y="533"/>
                  </a:lnTo>
                  <a:cubicBezTo>
                    <a:pt x="1" y="628"/>
                    <a:pt x="25" y="700"/>
                    <a:pt x="48" y="724"/>
                  </a:cubicBezTo>
                  <a:cubicBezTo>
                    <a:pt x="76" y="752"/>
                    <a:pt x="112" y="763"/>
                    <a:pt x="152" y="763"/>
                  </a:cubicBezTo>
                  <a:cubicBezTo>
                    <a:pt x="180" y="763"/>
                    <a:pt x="209" y="757"/>
                    <a:pt x="239" y="747"/>
                  </a:cubicBezTo>
                  <a:lnTo>
                    <a:pt x="1358" y="295"/>
                  </a:lnTo>
                  <a:cubicBezTo>
                    <a:pt x="1453" y="271"/>
                    <a:pt x="1477" y="176"/>
                    <a:pt x="1453" y="104"/>
                  </a:cubicBezTo>
                  <a:cubicBezTo>
                    <a:pt x="1435" y="32"/>
                    <a:pt x="1375" y="1"/>
                    <a:pt x="1306" y="1"/>
                  </a:cubicBezTo>
                  <a:cubicBezTo>
                    <a:pt x="1284" y="1"/>
                    <a:pt x="1262" y="4"/>
                    <a:pt x="1239" y="9"/>
                  </a:cubicBezTo>
                  <a:lnTo>
                    <a:pt x="477" y="295"/>
                  </a:lnTo>
                  <a:lnTo>
                    <a:pt x="501" y="200"/>
                  </a:lnTo>
                  <a:cubicBezTo>
                    <a:pt x="525" y="128"/>
                    <a:pt x="501" y="33"/>
                    <a:pt x="406" y="9"/>
                  </a:cubicBezTo>
                  <a:cubicBezTo>
                    <a:pt x="389" y="4"/>
                    <a:pt x="371" y="1"/>
                    <a:pt x="3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96"/>
            <p:cNvSpPr/>
            <p:nvPr/>
          </p:nvSpPr>
          <p:spPr>
            <a:xfrm>
              <a:off x="7949032" y="2172183"/>
              <a:ext cx="77278" cy="10836"/>
            </a:xfrm>
            <a:custGeom>
              <a:rect b="b" l="l" r="r" t="t"/>
              <a:pathLst>
                <a:path extrusionOk="0" h="334" w="2382">
                  <a:moveTo>
                    <a:pt x="215" y="0"/>
                  </a:moveTo>
                  <a:cubicBezTo>
                    <a:pt x="119" y="0"/>
                    <a:pt x="48" y="48"/>
                    <a:pt x="24" y="143"/>
                  </a:cubicBezTo>
                  <a:cubicBezTo>
                    <a:pt x="0" y="238"/>
                    <a:pt x="95" y="334"/>
                    <a:pt x="167" y="334"/>
                  </a:cubicBezTo>
                  <a:lnTo>
                    <a:pt x="2191" y="334"/>
                  </a:lnTo>
                  <a:cubicBezTo>
                    <a:pt x="2286" y="334"/>
                    <a:pt x="2358" y="262"/>
                    <a:pt x="2382" y="167"/>
                  </a:cubicBezTo>
                  <a:cubicBezTo>
                    <a:pt x="2382" y="72"/>
                    <a:pt x="2310" y="0"/>
                    <a:pt x="2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96"/>
            <p:cNvSpPr/>
            <p:nvPr/>
          </p:nvSpPr>
          <p:spPr>
            <a:xfrm>
              <a:off x="7799148" y="1924160"/>
              <a:ext cx="302105" cy="352358"/>
            </a:xfrm>
            <a:custGeom>
              <a:rect b="b" l="l" r="r" t="t"/>
              <a:pathLst>
                <a:path extrusionOk="0" h="10861" w="9312">
                  <a:moveTo>
                    <a:pt x="4668" y="287"/>
                  </a:moveTo>
                  <a:cubicBezTo>
                    <a:pt x="5025" y="287"/>
                    <a:pt x="5335" y="525"/>
                    <a:pt x="5406" y="882"/>
                  </a:cubicBezTo>
                  <a:cubicBezTo>
                    <a:pt x="5454" y="1049"/>
                    <a:pt x="5620" y="1168"/>
                    <a:pt x="5811" y="1168"/>
                  </a:cubicBezTo>
                  <a:lnTo>
                    <a:pt x="6930" y="1168"/>
                  </a:lnTo>
                  <a:cubicBezTo>
                    <a:pt x="7049" y="1168"/>
                    <a:pt x="7168" y="1263"/>
                    <a:pt x="7168" y="1430"/>
                  </a:cubicBezTo>
                  <a:lnTo>
                    <a:pt x="7168" y="2763"/>
                  </a:lnTo>
                  <a:cubicBezTo>
                    <a:pt x="7168" y="2882"/>
                    <a:pt x="7049" y="2954"/>
                    <a:pt x="6930" y="2954"/>
                  </a:cubicBezTo>
                  <a:lnTo>
                    <a:pt x="2405" y="2954"/>
                  </a:lnTo>
                  <a:cubicBezTo>
                    <a:pt x="2286" y="2954"/>
                    <a:pt x="2191" y="2882"/>
                    <a:pt x="2167" y="2763"/>
                  </a:cubicBezTo>
                  <a:lnTo>
                    <a:pt x="2167" y="1430"/>
                  </a:lnTo>
                  <a:cubicBezTo>
                    <a:pt x="2167" y="1311"/>
                    <a:pt x="2263" y="1168"/>
                    <a:pt x="2405" y="1168"/>
                  </a:cubicBezTo>
                  <a:lnTo>
                    <a:pt x="3549" y="1168"/>
                  </a:lnTo>
                  <a:cubicBezTo>
                    <a:pt x="3715" y="1168"/>
                    <a:pt x="3906" y="1049"/>
                    <a:pt x="3930" y="882"/>
                  </a:cubicBezTo>
                  <a:cubicBezTo>
                    <a:pt x="4001" y="525"/>
                    <a:pt x="4311" y="287"/>
                    <a:pt x="4668" y="287"/>
                  </a:cubicBezTo>
                  <a:close/>
                  <a:moveTo>
                    <a:pt x="4644" y="1"/>
                  </a:moveTo>
                  <a:cubicBezTo>
                    <a:pt x="4144" y="1"/>
                    <a:pt x="3691" y="358"/>
                    <a:pt x="3596" y="834"/>
                  </a:cubicBezTo>
                  <a:cubicBezTo>
                    <a:pt x="3596" y="858"/>
                    <a:pt x="3572" y="882"/>
                    <a:pt x="3549" y="882"/>
                  </a:cubicBezTo>
                  <a:lnTo>
                    <a:pt x="2405" y="882"/>
                  </a:lnTo>
                  <a:cubicBezTo>
                    <a:pt x="2167" y="882"/>
                    <a:pt x="1977" y="1025"/>
                    <a:pt x="1882" y="1263"/>
                  </a:cubicBezTo>
                  <a:lnTo>
                    <a:pt x="1262" y="1263"/>
                  </a:lnTo>
                  <a:cubicBezTo>
                    <a:pt x="572" y="1263"/>
                    <a:pt x="0" y="1835"/>
                    <a:pt x="0" y="2525"/>
                  </a:cubicBezTo>
                  <a:lnTo>
                    <a:pt x="0" y="9598"/>
                  </a:lnTo>
                  <a:cubicBezTo>
                    <a:pt x="0" y="10289"/>
                    <a:pt x="572" y="10860"/>
                    <a:pt x="1262" y="10860"/>
                  </a:cubicBezTo>
                  <a:lnTo>
                    <a:pt x="9145" y="10860"/>
                  </a:lnTo>
                  <a:cubicBezTo>
                    <a:pt x="9240" y="10860"/>
                    <a:pt x="9312" y="10765"/>
                    <a:pt x="9312" y="10670"/>
                  </a:cubicBezTo>
                  <a:lnTo>
                    <a:pt x="9312" y="4049"/>
                  </a:lnTo>
                  <a:lnTo>
                    <a:pt x="9312" y="4002"/>
                  </a:lnTo>
                  <a:cubicBezTo>
                    <a:pt x="9262" y="3952"/>
                    <a:pt x="9209" y="3931"/>
                    <a:pt x="9162" y="3931"/>
                  </a:cubicBezTo>
                  <a:cubicBezTo>
                    <a:pt x="9073" y="3931"/>
                    <a:pt x="9002" y="4004"/>
                    <a:pt x="9002" y="4097"/>
                  </a:cubicBezTo>
                  <a:lnTo>
                    <a:pt x="9002" y="9598"/>
                  </a:lnTo>
                  <a:cubicBezTo>
                    <a:pt x="9002" y="10122"/>
                    <a:pt x="8573" y="10527"/>
                    <a:pt x="8073" y="10527"/>
                  </a:cubicBezTo>
                  <a:lnTo>
                    <a:pt x="1262" y="10527"/>
                  </a:lnTo>
                  <a:cubicBezTo>
                    <a:pt x="738" y="10527"/>
                    <a:pt x="334" y="10122"/>
                    <a:pt x="334" y="9598"/>
                  </a:cubicBezTo>
                  <a:lnTo>
                    <a:pt x="334" y="2525"/>
                  </a:lnTo>
                  <a:cubicBezTo>
                    <a:pt x="334" y="2025"/>
                    <a:pt x="738" y="1596"/>
                    <a:pt x="1262" y="1596"/>
                  </a:cubicBezTo>
                  <a:lnTo>
                    <a:pt x="1858" y="1596"/>
                  </a:lnTo>
                  <a:lnTo>
                    <a:pt x="1858" y="2168"/>
                  </a:lnTo>
                  <a:lnTo>
                    <a:pt x="1048" y="2168"/>
                  </a:lnTo>
                  <a:cubicBezTo>
                    <a:pt x="953" y="2168"/>
                    <a:pt x="857" y="2263"/>
                    <a:pt x="857" y="2335"/>
                  </a:cubicBezTo>
                  <a:lnTo>
                    <a:pt x="857" y="7312"/>
                  </a:lnTo>
                  <a:cubicBezTo>
                    <a:pt x="857" y="7336"/>
                    <a:pt x="857" y="7336"/>
                    <a:pt x="905" y="7383"/>
                  </a:cubicBezTo>
                  <a:cubicBezTo>
                    <a:pt x="952" y="7422"/>
                    <a:pt x="998" y="7438"/>
                    <a:pt x="1039" y="7438"/>
                  </a:cubicBezTo>
                  <a:cubicBezTo>
                    <a:pt x="1126" y="7438"/>
                    <a:pt x="1191" y="7369"/>
                    <a:pt x="1191" y="7288"/>
                  </a:cubicBezTo>
                  <a:lnTo>
                    <a:pt x="1191" y="2501"/>
                  </a:lnTo>
                  <a:cubicBezTo>
                    <a:pt x="1191" y="2454"/>
                    <a:pt x="1191" y="2454"/>
                    <a:pt x="1215" y="2454"/>
                  </a:cubicBezTo>
                  <a:lnTo>
                    <a:pt x="1858" y="2454"/>
                  </a:lnTo>
                  <a:lnTo>
                    <a:pt x="1858" y="2740"/>
                  </a:lnTo>
                  <a:cubicBezTo>
                    <a:pt x="1858" y="3025"/>
                    <a:pt x="2096" y="3263"/>
                    <a:pt x="2382" y="3263"/>
                  </a:cubicBezTo>
                  <a:lnTo>
                    <a:pt x="6906" y="3263"/>
                  </a:lnTo>
                  <a:cubicBezTo>
                    <a:pt x="7216" y="3263"/>
                    <a:pt x="7454" y="3025"/>
                    <a:pt x="7454" y="2740"/>
                  </a:cubicBezTo>
                  <a:lnTo>
                    <a:pt x="7454" y="2454"/>
                  </a:lnTo>
                  <a:lnTo>
                    <a:pt x="8049" y="2454"/>
                  </a:lnTo>
                  <a:cubicBezTo>
                    <a:pt x="8073" y="2454"/>
                    <a:pt x="8097" y="2501"/>
                    <a:pt x="8097" y="2525"/>
                  </a:cubicBezTo>
                  <a:lnTo>
                    <a:pt x="8097" y="9169"/>
                  </a:lnTo>
                  <a:cubicBezTo>
                    <a:pt x="8097" y="9193"/>
                    <a:pt x="8073" y="9217"/>
                    <a:pt x="8049" y="9217"/>
                  </a:cubicBezTo>
                  <a:lnTo>
                    <a:pt x="1262" y="9217"/>
                  </a:lnTo>
                  <a:cubicBezTo>
                    <a:pt x="1215" y="9217"/>
                    <a:pt x="1191" y="9193"/>
                    <a:pt x="1191" y="9169"/>
                  </a:cubicBezTo>
                  <a:lnTo>
                    <a:pt x="1191" y="7907"/>
                  </a:lnTo>
                  <a:cubicBezTo>
                    <a:pt x="1191" y="7812"/>
                    <a:pt x="1119" y="7764"/>
                    <a:pt x="1072" y="7764"/>
                  </a:cubicBezTo>
                  <a:cubicBezTo>
                    <a:pt x="1059" y="7761"/>
                    <a:pt x="1046" y="7760"/>
                    <a:pt x="1033" y="7760"/>
                  </a:cubicBezTo>
                  <a:cubicBezTo>
                    <a:pt x="947" y="7760"/>
                    <a:pt x="857" y="7825"/>
                    <a:pt x="857" y="7907"/>
                  </a:cubicBezTo>
                  <a:lnTo>
                    <a:pt x="857" y="9122"/>
                  </a:lnTo>
                  <a:cubicBezTo>
                    <a:pt x="857" y="9336"/>
                    <a:pt x="1048" y="9527"/>
                    <a:pt x="1239" y="9527"/>
                  </a:cubicBezTo>
                  <a:lnTo>
                    <a:pt x="8073" y="9527"/>
                  </a:lnTo>
                  <a:cubicBezTo>
                    <a:pt x="8264" y="9527"/>
                    <a:pt x="8454" y="9336"/>
                    <a:pt x="8454" y="9122"/>
                  </a:cubicBezTo>
                  <a:lnTo>
                    <a:pt x="8454" y="2501"/>
                  </a:lnTo>
                  <a:cubicBezTo>
                    <a:pt x="8454" y="2287"/>
                    <a:pt x="8264" y="2097"/>
                    <a:pt x="8073" y="2097"/>
                  </a:cubicBezTo>
                  <a:lnTo>
                    <a:pt x="7430" y="2097"/>
                  </a:lnTo>
                  <a:lnTo>
                    <a:pt x="7430" y="1525"/>
                  </a:lnTo>
                  <a:lnTo>
                    <a:pt x="8026" y="1525"/>
                  </a:lnTo>
                  <a:cubicBezTo>
                    <a:pt x="8550" y="1525"/>
                    <a:pt x="8954" y="1954"/>
                    <a:pt x="8954" y="2454"/>
                  </a:cubicBezTo>
                  <a:lnTo>
                    <a:pt x="8954" y="3359"/>
                  </a:lnTo>
                  <a:cubicBezTo>
                    <a:pt x="9002" y="3478"/>
                    <a:pt x="9026" y="3573"/>
                    <a:pt x="9121" y="3573"/>
                  </a:cubicBezTo>
                  <a:cubicBezTo>
                    <a:pt x="9193" y="3573"/>
                    <a:pt x="9288" y="3502"/>
                    <a:pt x="9288" y="3406"/>
                  </a:cubicBezTo>
                  <a:lnTo>
                    <a:pt x="9288" y="2525"/>
                  </a:lnTo>
                  <a:cubicBezTo>
                    <a:pt x="9288" y="1835"/>
                    <a:pt x="8716" y="1263"/>
                    <a:pt x="8049" y="1263"/>
                  </a:cubicBezTo>
                  <a:lnTo>
                    <a:pt x="7406" y="1263"/>
                  </a:lnTo>
                  <a:cubicBezTo>
                    <a:pt x="7359" y="1073"/>
                    <a:pt x="7145" y="882"/>
                    <a:pt x="6883" y="882"/>
                  </a:cubicBezTo>
                  <a:lnTo>
                    <a:pt x="5739" y="882"/>
                  </a:lnTo>
                  <a:cubicBezTo>
                    <a:pt x="5716" y="882"/>
                    <a:pt x="5692" y="858"/>
                    <a:pt x="5692" y="834"/>
                  </a:cubicBezTo>
                  <a:cubicBezTo>
                    <a:pt x="5597" y="358"/>
                    <a:pt x="5144" y="1"/>
                    <a:pt x="4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0" name="Google Shape;20820;p96"/>
          <p:cNvGrpSpPr/>
          <p:nvPr/>
        </p:nvGrpSpPr>
        <p:grpSpPr>
          <a:xfrm>
            <a:off x="7743404" y="2334215"/>
            <a:ext cx="353104" cy="328383"/>
            <a:chOff x="7772869" y="2486615"/>
            <a:chExt cx="353104" cy="328383"/>
          </a:xfrm>
        </p:grpSpPr>
        <p:sp>
          <p:nvSpPr>
            <p:cNvPr id="20821" name="Google Shape;20821;p96"/>
            <p:cNvSpPr/>
            <p:nvPr/>
          </p:nvSpPr>
          <p:spPr>
            <a:xfrm>
              <a:off x="8018557" y="2556172"/>
              <a:ext cx="77278" cy="42500"/>
            </a:xfrm>
            <a:custGeom>
              <a:rect b="b" l="l" r="r" t="t"/>
              <a:pathLst>
                <a:path extrusionOk="0" h="1310" w="2382">
                  <a:moveTo>
                    <a:pt x="0" y="0"/>
                  </a:moveTo>
                  <a:lnTo>
                    <a:pt x="0" y="1310"/>
                  </a:lnTo>
                  <a:lnTo>
                    <a:pt x="2382" y="1310"/>
                  </a:lnTo>
                  <a:lnTo>
                    <a:pt x="2382" y="0"/>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96"/>
            <p:cNvSpPr/>
            <p:nvPr/>
          </p:nvSpPr>
          <p:spPr>
            <a:xfrm>
              <a:off x="8030139" y="2556172"/>
              <a:ext cx="20893" cy="30918"/>
            </a:xfrm>
            <a:custGeom>
              <a:rect b="b" l="l" r="r" t="t"/>
              <a:pathLst>
                <a:path extrusionOk="0" h="953" w="644">
                  <a:moveTo>
                    <a:pt x="1" y="0"/>
                  </a:moveTo>
                  <a:lnTo>
                    <a:pt x="1" y="953"/>
                  </a:lnTo>
                  <a:lnTo>
                    <a:pt x="644" y="953"/>
                  </a:lnTo>
                  <a:lnTo>
                    <a:pt x="644" y="0"/>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96"/>
            <p:cNvSpPr/>
            <p:nvPr/>
          </p:nvSpPr>
          <p:spPr>
            <a:xfrm>
              <a:off x="7803787" y="2556172"/>
              <a:ext cx="77278" cy="42500"/>
            </a:xfrm>
            <a:custGeom>
              <a:rect b="b" l="l" r="r" t="t"/>
              <a:pathLst>
                <a:path extrusionOk="0" h="1310" w="2382">
                  <a:moveTo>
                    <a:pt x="0" y="0"/>
                  </a:moveTo>
                  <a:lnTo>
                    <a:pt x="0" y="1310"/>
                  </a:lnTo>
                  <a:lnTo>
                    <a:pt x="2382" y="1310"/>
                  </a:lnTo>
                  <a:lnTo>
                    <a:pt x="2382" y="0"/>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96"/>
            <p:cNvSpPr/>
            <p:nvPr/>
          </p:nvSpPr>
          <p:spPr>
            <a:xfrm>
              <a:off x="7816894" y="2556172"/>
              <a:ext cx="20893" cy="30918"/>
            </a:xfrm>
            <a:custGeom>
              <a:rect b="b" l="l" r="r" t="t"/>
              <a:pathLst>
                <a:path extrusionOk="0" h="953" w="644">
                  <a:moveTo>
                    <a:pt x="1" y="0"/>
                  </a:moveTo>
                  <a:lnTo>
                    <a:pt x="1" y="953"/>
                  </a:lnTo>
                  <a:lnTo>
                    <a:pt x="644" y="953"/>
                  </a:lnTo>
                  <a:lnTo>
                    <a:pt x="644" y="0"/>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96"/>
            <p:cNvSpPr/>
            <p:nvPr/>
          </p:nvSpPr>
          <p:spPr>
            <a:xfrm>
              <a:off x="7887975" y="2490476"/>
              <a:ext cx="122892" cy="69589"/>
            </a:xfrm>
            <a:custGeom>
              <a:rect b="b" l="l" r="r" t="t"/>
              <a:pathLst>
                <a:path extrusionOk="0" h="2145" w="3788">
                  <a:moveTo>
                    <a:pt x="1049" y="1"/>
                  </a:moveTo>
                  <a:cubicBezTo>
                    <a:pt x="453" y="1"/>
                    <a:pt x="1" y="477"/>
                    <a:pt x="1" y="1049"/>
                  </a:cubicBezTo>
                  <a:lnTo>
                    <a:pt x="1" y="2144"/>
                  </a:lnTo>
                  <a:lnTo>
                    <a:pt x="858" y="2144"/>
                  </a:lnTo>
                  <a:lnTo>
                    <a:pt x="858" y="1049"/>
                  </a:lnTo>
                  <a:cubicBezTo>
                    <a:pt x="858" y="953"/>
                    <a:pt x="953" y="882"/>
                    <a:pt x="1049" y="882"/>
                  </a:cubicBezTo>
                  <a:lnTo>
                    <a:pt x="2740" y="882"/>
                  </a:lnTo>
                  <a:cubicBezTo>
                    <a:pt x="2835" y="882"/>
                    <a:pt x="2930" y="953"/>
                    <a:pt x="2930" y="1049"/>
                  </a:cubicBezTo>
                  <a:lnTo>
                    <a:pt x="2930" y="2144"/>
                  </a:lnTo>
                  <a:lnTo>
                    <a:pt x="3787" y="2144"/>
                  </a:lnTo>
                  <a:lnTo>
                    <a:pt x="3787" y="1049"/>
                  </a:lnTo>
                  <a:cubicBezTo>
                    <a:pt x="3787" y="453"/>
                    <a:pt x="3311" y="1"/>
                    <a:pt x="2740"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96"/>
            <p:cNvSpPr/>
            <p:nvPr/>
          </p:nvSpPr>
          <p:spPr>
            <a:xfrm>
              <a:off x="7888754" y="2527558"/>
              <a:ext cx="28614" cy="32507"/>
            </a:xfrm>
            <a:custGeom>
              <a:rect b="b" l="l" r="r" t="t"/>
              <a:pathLst>
                <a:path extrusionOk="0" h="1002" w="882">
                  <a:moveTo>
                    <a:pt x="1" y="1"/>
                  </a:moveTo>
                  <a:lnTo>
                    <a:pt x="1" y="1001"/>
                  </a:lnTo>
                  <a:lnTo>
                    <a:pt x="882" y="1001"/>
                  </a:lnTo>
                  <a:lnTo>
                    <a:pt x="882"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96"/>
            <p:cNvSpPr/>
            <p:nvPr/>
          </p:nvSpPr>
          <p:spPr>
            <a:xfrm>
              <a:off x="7983032" y="2527558"/>
              <a:ext cx="27836" cy="32507"/>
            </a:xfrm>
            <a:custGeom>
              <a:rect b="b" l="l" r="r" t="t"/>
              <a:pathLst>
                <a:path extrusionOk="0" h="1002" w="858">
                  <a:moveTo>
                    <a:pt x="0" y="1"/>
                  </a:moveTo>
                  <a:lnTo>
                    <a:pt x="0" y="1001"/>
                  </a:lnTo>
                  <a:lnTo>
                    <a:pt x="857" y="1001"/>
                  </a:lnTo>
                  <a:lnTo>
                    <a:pt x="857"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96"/>
            <p:cNvSpPr/>
            <p:nvPr/>
          </p:nvSpPr>
          <p:spPr>
            <a:xfrm>
              <a:off x="7778287" y="2548418"/>
              <a:ext cx="343826" cy="261195"/>
            </a:xfrm>
            <a:custGeom>
              <a:rect b="b" l="l" r="r" t="t"/>
              <a:pathLst>
                <a:path extrusionOk="0" h="8051" w="10598">
                  <a:moveTo>
                    <a:pt x="238" y="1"/>
                  </a:moveTo>
                  <a:cubicBezTo>
                    <a:pt x="72" y="1"/>
                    <a:pt x="0" y="120"/>
                    <a:pt x="0" y="239"/>
                  </a:cubicBezTo>
                  <a:lnTo>
                    <a:pt x="0" y="7312"/>
                  </a:lnTo>
                  <a:cubicBezTo>
                    <a:pt x="0" y="7717"/>
                    <a:pt x="310" y="8050"/>
                    <a:pt x="738" y="8050"/>
                  </a:cubicBezTo>
                  <a:lnTo>
                    <a:pt x="9812" y="8050"/>
                  </a:lnTo>
                  <a:cubicBezTo>
                    <a:pt x="10240" y="8050"/>
                    <a:pt x="10550" y="7717"/>
                    <a:pt x="10550" y="7312"/>
                  </a:cubicBezTo>
                  <a:lnTo>
                    <a:pt x="10550" y="239"/>
                  </a:lnTo>
                  <a:cubicBezTo>
                    <a:pt x="10598" y="96"/>
                    <a:pt x="10479" y="1"/>
                    <a:pt x="10312" y="1"/>
                  </a:cubicBezTo>
                  <a:lnTo>
                    <a:pt x="9645" y="1"/>
                  </a:lnTo>
                  <a:cubicBezTo>
                    <a:pt x="9478" y="1"/>
                    <a:pt x="9407" y="120"/>
                    <a:pt x="9407" y="239"/>
                  </a:cubicBezTo>
                  <a:lnTo>
                    <a:pt x="9407" y="906"/>
                  </a:lnTo>
                  <a:cubicBezTo>
                    <a:pt x="9407" y="1049"/>
                    <a:pt x="9288" y="1168"/>
                    <a:pt x="9121" y="1168"/>
                  </a:cubicBezTo>
                  <a:lnTo>
                    <a:pt x="8026" y="1168"/>
                  </a:lnTo>
                  <a:cubicBezTo>
                    <a:pt x="7883" y="1168"/>
                    <a:pt x="7764" y="1049"/>
                    <a:pt x="7764" y="906"/>
                  </a:cubicBezTo>
                  <a:lnTo>
                    <a:pt x="7764" y="239"/>
                  </a:lnTo>
                  <a:cubicBezTo>
                    <a:pt x="7764" y="96"/>
                    <a:pt x="7645" y="1"/>
                    <a:pt x="7526" y="1"/>
                  </a:cubicBezTo>
                  <a:lnTo>
                    <a:pt x="3025" y="1"/>
                  </a:lnTo>
                  <a:cubicBezTo>
                    <a:pt x="2882" y="1"/>
                    <a:pt x="2786" y="120"/>
                    <a:pt x="2786" y="239"/>
                  </a:cubicBezTo>
                  <a:lnTo>
                    <a:pt x="2786" y="906"/>
                  </a:lnTo>
                  <a:cubicBezTo>
                    <a:pt x="2786" y="1049"/>
                    <a:pt x="2667" y="1168"/>
                    <a:pt x="2525" y="1168"/>
                  </a:cubicBezTo>
                  <a:lnTo>
                    <a:pt x="1429" y="1168"/>
                  </a:lnTo>
                  <a:cubicBezTo>
                    <a:pt x="1262" y="1168"/>
                    <a:pt x="1143" y="1049"/>
                    <a:pt x="1143" y="906"/>
                  </a:cubicBezTo>
                  <a:lnTo>
                    <a:pt x="1143" y="239"/>
                  </a:lnTo>
                  <a:cubicBezTo>
                    <a:pt x="1143" y="96"/>
                    <a:pt x="1024" y="1"/>
                    <a:pt x="905"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96"/>
            <p:cNvSpPr/>
            <p:nvPr/>
          </p:nvSpPr>
          <p:spPr>
            <a:xfrm>
              <a:off x="7779034" y="2548418"/>
              <a:ext cx="44089" cy="261195"/>
            </a:xfrm>
            <a:custGeom>
              <a:rect b="b" l="l" r="r" t="t"/>
              <a:pathLst>
                <a:path extrusionOk="0" h="8051" w="1359">
                  <a:moveTo>
                    <a:pt x="239" y="1"/>
                  </a:moveTo>
                  <a:cubicBezTo>
                    <a:pt x="72" y="1"/>
                    <a:pt x="1" y="120"/>
                    <a:pt x="1" y="239"/>
                  </a:cubicBezTo>
                  <a:lnTo>
                    <a:pt x="1" y="7312"/>
                  </a:lnTo>
                  <a:cubicBezTo>
                    <a:pt x="1" y="7717"/>
                    <a:pt x="334" y="8050"/>
                    <a:pt x="739" y="8050"/>
                  </a:cubicBezTo>
                  <a:lnTo>
                    <a:pt x="1358" y="8050"/>
                  </a:lnTo>
                  <a:cubicBezTo>
                    <a:pt x="977" y="8050"/>
                    <a:pt x="620" y="7717"/>
                    <a:pt x="620" y="7312"/>
                  </a:cubicBezTo>
                  <a:lnTo>
                    <a:pt x="620" y="239"/>
                  </a:lnTo>
                  <a:cubicBezTo>
                    <a:pt x="620" y="120"/>
                    <a:pt x="739" y="1"/>
                    <a:pt x="85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96"/>
            <p:cNvSpPr/>
            <p:nvPr/>
          </p:nvSpPr>
          <p:spPr>
            <a:xfrm>
              <a:off x="7813033" y="2617975"/>
              <a:ext cx="274301" cy="157638"/>
            </a:xfrm>
            <a:custGeom>
              <a:rect b="b" l="l" r="r" t="t"/>
              <a:pathLst>
                <a:path extrusionOk="0" h="4859" w="8455">
                  <a:moveTo>
                    <a:pt x="549" y="0"/>
                  </a:moveTo>
                  <a:cubicBezTo>
                    <a:pt x="263" y="0"/>
                    <a:pt x="1" y="238"/>
                    <a:pt x="1" y="572"/>
                  </a:cubicBezTo>
                  <a:lnTo>
                    <a:pt x="1" y="4287"/>
                  </a:lnTo>
                  <a:cubicBezTo>
                    <a:pt x="1" y="4596"/>
                    <a:pt x="239" y="4858"/>
                    <a:pt x="549" y="4858"/>
                  </a:cubicBezTo>
                  <a:lnTo>
                    <a:pt x="7883" y="4858"/>
                  </a:lnTo>
                  <a:cubicBezTo>
                    <a:pt x="8169" y="4858"/>
                    <a:pt x="8455" y="4620"/>
                    <a:pt x="8455" y="4287"/>
                  </a:cubicBezTo>
                  <a:lnTo>
                    <a:pt x="8455" y="572"/>
                  </a:lnTo>
                  <a:cubicBezTo>
                    <a:pt x="8455" y="238"/>
                    <a:pt x="8217" y="0"/>
                    <a:pt x="7883"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96"/>
            <p:cNvSpPr/>
            <p:nvPr/>
          </p:nvSpPr>
          <p:spPr>
            <a:xfrm>
              <a:off x="7813812" y="2617975"/>
              <a:ext cx="38671" cy="157638"/>
            </a:xfrm>
            <a:custGeom>
              <a:rect b="b" l="l" r="r" t="t"/>
              <a:pathLst>
                <a:path extrusionOk="0" h="4859" w="1192">
                  <a:moveTo>
                    <a:pt x="572" y="0"/>
                  </a:moveTo>
                  <a:cubicBezTo>
                    <a:pt x="263" y="0"/>
                    <a:pt x="1" y="238"/>
                    <a:pt x="1" y="572"/>
                  </a:cubicBezTo>
                  <a:lnTo>
                    <a:pt x="1" y="4287"/>
                  </a:lnTo>
                  <a:cubicBezTo>
                    <a:pt x="1" y="4596"/>
                    <a:pt x="239" y="4858"/>
                    <a:pt x="572" y="4858"/>
                  </a:cubicBezTo>
                  <a:lnTo>
                    <a:pt x="1191" y="4858"/>
                  </a:lnTo>
                  <a:cubicBezTo>
                    <a:pt x="858" y="4858"/>
                    <a:pt x="620" y="4596"/>
                    <a:pt x="620" y="4287"/>
                  </a:cubicBezTo>
                  <a:lnTo>
                    <a:pt x="620" y="572"/>
                  </a:lnTo>
                  <a:cubicBezTo>
                    <a:pt x="620" y="286"/>
                    <a:pt x="858" y="0"/>
                    <a:pt x="1191"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96"/>
            <p:cNvSpPr/>
            <p:nvPr/>
          </p:nvSpPr>
          <p:spPr>
            <a:xfrm>
              <a:off x="7901115" y="2651196"/>
              <a:ext cx="95057" cy="93499"/>
            </a:xfrm>
            <a:custGeom>
              <a:rect b="b" l="l" r="r" t="t"/>
              <a:pathLst>
                <a:path extrusionOk="0" h="2882" w="2930">
                  <a:moveTo>
                    <a:pt x="1215" y="0"/>
                  </a:moveTo>
                  <a:cubicBezTo>
                    <a:pt x="1096" y="0"/>
                    <a:pt x="1001" y="95"/>
                    <a:pt x="1001" y="191"/>
                  </a:cubicBezTo>
                  <a:lnTo>
                    <a:pt x="1001" y="953"/>
                  </a:lnTo>
                  <a:lnTo>
                    <a:pt x="215" y="953"/>
                  </a:lnTo>
                  <a:cubicBezTo>
                    <a:pt x="96" y="953"/>
                    <a:pt x="1" y="1048"/>
                    <a:pt x="1" y="1143"/>
                  </a:cubicBezTo>
                  <a:lnTo>
                    <a:pt x="1" y="1715"/>
                  </a:lnTo>
                  <a:cubicBezTo>
                    <a:pt x="1" y="1834"/>
                    <a:pt x="96" y="1929"/>
                    <a:pt x="215" y="1929"/>
                  </a:cubicBezTo>
                  <a:lnTo>
                    <a:pt x="953" y="1929"/>
                  </a:lnTo>
                  <a:lnTo>
                    <a:pt x="953" y="2667"/>
                  </a:lnTo>
                  <a:cubicBezTo>
                    <a:pt x="953" y="2787"/>
                    <a:pt x="1049" y="2882"/>
                    <a:pt x="1168" y="2882"/>
                  </a:cubicBezTo>
                  <a:lnTo>
                    <a:pt x="1739" y="2882"/>
                  </a:lnTo>
                  <a:cubicBezTo>
                    <a:pt x="1858" y="2882"/>
                    <a:pt x="1953" y="2787"/>
                    <a:pt x="1953" y="2667"/>
                  </a:cubicBezTo>
                  <a:lnTo>
                    <a:pt x="1953" y="1929"/>
                  </a:lnTo>
                  <a:lnTo>
                    <a:pt x="2716" y="1929"/>
                  </a:lnTo>
                  <a:cubicBezTo>
                    <a:pt x="2835" y="1929"/>
                    <a:pt x="2930" y="1834"/>
                    <a:pt x="2930" y="1715"/>
                  </a:cubicBezTo>
                  <a:lnTo>
                    <a:pt x="2930" y="1143"/>
                  </a:lnTo>
                  <a:cubicBezTo>
                    <a:pt x="2930" y="1000"/>
                    <a:pt x="2835" y="953"/>
                    <a:pt x="2716" y="953"/>
                  </a:cubicBezTo>
                  <a:lnTo>
                    <a:pt x="1977" y="953"/>
                  </a:lnTo>
                  <a:lnTo>
                    <a:pt x="1977" y="191"/>
                  </a:lnTo>
                  <a:cubicBezTo>
                    <a:pt x="1977" y="95"/>
                    <a:pt x="1882" y="0"/>
                    <a:pt x="176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96"/>
            <p:cNvSpPr/>
            <p:nvPr/>
          </p:nvSpPr>
          <p:spPr>
            <a:xfrm>
              <a:off x="7896475" y="2576611"/>
              <a:ext cx="10868" cy="18622"/>
            </a:xfrm>
            <a:custGeom>
              <a:rect b="b" l="l" r="r" t="t"/>
              <a:pathLst>
                <a:path extrusionOk="0" h="574" w="335">
                  <a:moveTo>
                    <a:pt x="161" y="0"/>
                  </a:moveTo>
                  <a:cubicBezTo>
                    <a:pt x="80" y="0"/>
                    <a:pt x="1" y="78"/>
                    <a:pt x="1" y="156"/>
                  </a:cubicBezTo>
                  <a:lnTo>
                    <a:pt x="1" y="418"/>
                  </a:lnTo>
                  <a:cubicBezTo>
                    <a:pt x="1" y="513"/>
                    <a:pt x="72" y="561"/>
                    <a:pt x="120" y="561"/>
                  </a:cubicBezTo>
                  <a:cubicBezTo>
                    <a:pt x="142" y="570"/>
                    <a:pt x="163" y="573"/>
                    <a:pt x="183" y="573"/>
                  </a:cubicBezTo>
                  <a:cubicBezTo>
                    <a:pt x="271" y="573"/>
                    <a:pt x="334" y="496"/>
                    <a:pt x="334" y="418"/>
                  </a:cubicBezTo>
                  <a:lnTo>
                    <a:pt x="334" y="156"/>
                  </a:lnTo>
                  <a:cubicBezTo>
                    <a:pt x="334" y="61"/>
                    <a:pt x="287" y="13"/>
                    <a:pt x="215" y="13"/>
                  </a:cubicBezTo>
                  <a:cubicBezTo>
                    <a:pt x="198" y="4"/>
                    <a:pt x="179" y="0"/>
                    <a:pt x="1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96"/>
            <p:cNvSpPr/>
            <p:nvPr/>
          </p:nvSpPr>
          <p:spPr>
            <a:xfrm>
              <a:off x="7992278" y="2576611"/>
              <a:ext cx="10868" cy="18622"/>
            </a:xfrm>
            <a:custGeom>
              <a:rect b="b" l="l" r="r" t="t"/>
              <a:pathLst>
                <a:path extrusionOk="0" h="574" w="335">
                  <a:moveTo>
                    <a:pt x="161" y="0"/>
                  </a:moveTo>
                  <a:cubicBezTo>
                    <a:pt x="80" y="0"/>
                    <a:pt x="1" y="78"/>
                    <a:pt x="1" y="156"/>
                  </a:cubicBezTo>
                  <a:lnTo>
                    <a:pt x="1" y="418"/>
                  </a:lnTo>
                  <a:cubicBezTo>
                    <a:pt x="1" y="513"/>
                    <a:pt x="72" y="561"/>
                    <a:pt x="120" y="561"/>
                  </a:cubicBezTo>
                  <a:cubicBezTo>
                    <a:pt x="142" y="570"/>
                    <a:pt x="163" y="573"/>
                    <a:pt x="183" y="573"/>
                  </a:cubicBezTo>
                  <a:cubicBezTo>
                    <a:pt x="271" y="573"/>
                    <a:pt x="334" y="496"/>
                    <a:pt x="334" y="418"/>
                  </a:cubicBezTo>
                  <a:lnTo>
                    <a:pt x="334" y="156"/>
                  </a:lnTo>
                  <a:cubicBezTo>
                    <a:pt x="334" y="61"/>
                    <a:pt x="263" y="13"/>
                    <a:pt x="215" y="13"/>
                  </a:cubicBezTo>
                  <a:cubicBezTo>
                    <a:pt x="198" y="4"/>
                    <a:pt x="179" y="0"/>
                    <a:pt x="1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96"/>
            <p:cNvSpPr/>
            <p:nvPr/>
          </p:nvSpPr>
          <p:spPr>
            <a:xfrm>
              <a:off x="7931254" y="2583878"/>
              <a:ext cx="36336" cy="15572"/>
            </a:xfrm>
            <a:custGeom>
              <a:rect b="b" l="l" r="r" t="t"/>
              <a:pathLst>
                <a:path extrusionOk="0" h="480" w="1120">
                  <a:moveTo>
                    <a:pt x="906" y="0"/>
                  </a:moveTo>
                  <a:cubicBezTo>
                    <a:pt x="858" y="0"/>
                    <a:pt x="812" y="24"/>
                    <a:pt x="786" y="75"/>
                  </a:cubicBezTo>
                  <a:cubicBezTo>
                    <a:pt x="715" y="146"/>
                    <a:pt x="643" y="194"/>
                    <a:pt x="548" y="194"/>
                  </a:cubicBezTo>
                  <a:cubicBezTo>
                    <a:pt x="453" y="194"/>
                    <a:pt x="358" y="170"/>
                    <a:pt x="310" y="75"/>
                  </a:cubicBezTo>
                  <a:cubicBezTo>
                    <a:pt x="268" y="47"/>
                    <a:pt x="226" y="35"/>
                    <a:pt x="180" y="35"/>
                  </a:cubicBezTo>
                  <a:cubicBezTo>
                    <a:pt x="147" y="35"/>
                    <a:pt x="111" y="41"/>
                    <a:pt x="72" y="51"/>
                  </a:cubicBezTo>
                  <a:cubicBezTo>
                    <a:pt x="0" y="99"/>
                    <a:pt x="0" y="194"/>
                    <a:pt x="48" y="289"/>
                  </a:cubicBezTo>
                  <a:cubicBezTo>
                    <a:pt x="215" y="408"/>
                    <a:pt x="405" y="480"/>
                    <a:pt x="572" y="480"/>
                  </a:cubicBezTo>
                  <a:cubicBezTo>
                    <a:pt x="763" y="480"/>
                    <a:pt x="929" y="408"/>
                    <a:pt x="1048" y="289"/>
                  </a:cubicBezTo>
                  <a:cubicBezTo>
                    <a:pt x="1120" y="218"/>
                    <a:pt x="1120" y="99"/>
                    <a:pt x="1024" y="51"/>
                  </a:cubicBezTo>
                  <a:cubicBezTo>
                    <a:pt x="991" y="18"/>
                    <a:pt x="94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96"/>
            <p:cNvSpPr/>
            <p:nvPr/>
          </p:nvSpPr>
          <p:spPr>
            <a:xfrm>
              <a:off x="7807648" y="2614050"/>
              <a:ext cx="285883" cy="166203"/>
            </a:xfrm>
            <a:custGeom>
              <a:rect b="b" l="l" r="r" t="t"/>
              <a:pathLst>
                <a:path extrusionOk="0" h="5123" w="8812">
                  <a:moveTo>
                    <a:pt x="741" y="1"/>
                  </a:moveTo>
                  <a:cubicBezTo>
                    <a:pt x="311" y="1"/>
                    <a:pt x="0" y="325"/>
                    <a:pt x="0" y="693"/>
                  </a:cubicBezTo>
                  <a:lnTo>
                    <a:pt x="0" y="4408"/>
                  </a:lnTo>
                  <a:cubicBezTo>
                    <a:pt x="0" y="4813"/>
                    <a:pt x="334" y="5122"/>
                    <a:pt x="715" y="5122"/>
                  </a:cubicBezTo>
                  <a:lnTo>
                    <a:pt x="8573" y="5122"/>
                  </a:lnTo>
                  <a:cubicBezTo>
                    <a:pt x="8669" y="5122"/>
                    <a:pt x="8764" y="5027"/>
                    <a:pt x="8764" y="4956"/>
                  </a:cubicBezTo>
                  <a:lnTo>
                    <a:pt x="8764" y="3431"/>
                  </a:lnTo>
                  <a:lnTo>
                    <a:pt x="8764" y="3408"/>
                  </a:lnTo>
                  <a:cubicBezTo>
                    <a:pt x="8710" y="3345"/>
                    <a:pt x="8653" y="3319"/>
                    <a:pt x="8603" y="3319"/>
                  </a:cubicBezTo>
                  <a:cubicBezTo>
                    <a:pt x="8519" y="3319"/>
                    <a:pt x="8454" y="3390"/>
                    <a:pt x="8454" y="3479"/>
                  </a:cubicBezTo>
                  <a:lnTo>
                    <a:pt x="8454" y="4384"/>
                  </a:lnTo>
                  <a:cubicBezTo>
                    <a:pt x="8454" y="4598"/>
                    <a:pt x="8288" y="4765"/>
                    <a:pt x="8073" y="4765"/>
                  </a:cubicBezTo>
                  <a:lnTo>
                    <a:pt x="762" y="4765"/>
                  </a:lnTo>
                  <a:cubicBezTo>
                    <a:pt x="548" y="4765"/>
                    <a:pt x="357" y="4598"/>
                    <a:pt x="357" y="4384"/>
                  </a:cubicBezTo>
                  <a:lnTo>
                    <a:pt x="357" y="669"/>
                  </a:lnTo>
                  <a:cubicBezTo>
                    <a:pt x="357" y="455"/>
                    <a:pt x="548" y="264"/>
                    <a:pt x="762" y="264"/>
                  </a:cubicBezTo>
                  <a:lnTo>
                    <a:pt x="8311" y="264"/>
                  </a:lnTo>
                  <a:cubicBezTo>
                    <a:pt x="8407" y="264"/>
                    <a:pt x="8502" y="359"/>
                    <a:pt x="8502" y="455"/>
                  </a:cubicBezTo>
                  <a:lnTo>
                    <a:pt x="8502" y="2931"/>
                  </a:lnTo>
                  <a:cubicBezTo>
                    <a:pt x="8502" y="2955"/>
                    <a:pt x="8502" y="2955"/>
                    <a:pt x="8526" y="2979"/>
                  </a:cubicBezTo>
                  <a:cubicBezTo>
                    <a:pt x="8572" y="3018"/>
                    <a:pt x="8618" y="3034"/>
                    <a:pt x="8660" y="3034"/>
                  </a:cubicBezTo>
                  <a:cubicBezTo>
                    <a:pt x="8746" y="3034"/>
                    <a:pt x="8811" y="2964"/>
                    <a:pt x="8811" y="2884"/>
                  </a:cubicBezTo>
                  <a:lnTo>
                    <a:pt x="8811" y="717"/>
                  </a:lnTo>
                  <a:cubicBezTo>
                    <a:pt x="8811" y="336"/>
                    <a:pt x="8502" y="2"/>
                    <a:pt x="8097" y="2"/>
                  </a:cubicBezTo>
                  <a:lnTo>
                    <a:pt x="786" y="2"/>
                  </a:lnTo>
                  <a:cubicBezTo>
                    <a:pt x="771" y="1"/>
                    <a:pt x="756" y="1"/>
                    <a:pt x="7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96"/>
            <p:cNvSpPr/>
            <p:nvPr/>
          </p:nvSpPr>
          <p:spPr>
            <a:xfrm>
              <a:off x="7899590" y="2646557"/>
              <a:ext cx="101221" cy="101999"/>
            </a:xfrm>
            <a:custGeom>
              <a:rect b="b" l="l" r="r" t="t"/>
              <a:pathLst>
                <a:path extrusionOk="0" h="3144" w="3120">
                  <a:moveTo>
                    <a:pt x="1810" y="310"/>
                  </a:moveTo>
                  <a:cubicBezTo>
                    <a:pt x="1858" y="310"/>
                    <a:pt x="1858" y="334"/>
                    <a:pt x="1858" y="334"/>
                  </a:cubicBezTo>
                  <a:lnTo>
                    <a:pt x="1858" y="1096"/>
                  </a:lnTo>
                  <a:cubicBezTo>
                    <a:pt x="1858" y="1191"/>
                    <a:pt x="1905" y="1239"/>
                    <a:pt x="2000" y="1239"/>
                  </a:cubicBezTo>
                  <a:lnTo>
                    <a:pt x="2739" y="1239"/>
                  </a:lnTo>
                  <a:cubicBezTo>
                    <a:pt x="2763" y="1239"/>
                    <a:pt x="2763" y="1263"/>
                    <a:pt x="2763" y="1263"/>
                  </a:cubicBezTo>
                  <a:lnTo>
                    <a:pt x="2763" y="1858"/>
                  </a:lnTo>
                  <a:cubicBezTo>
                    <a:pt x="2763" y="1905"/>
                    <a:pt x="2739" y="1905"/>
                    <a:pt x="2739" y="1905"/>
                  </a:cubicBezTo>
                  <a:lnTo>
                    <a:pt x="2024" y="1905"/>
                  </a:lnTo>
                  <a:cubicBezTo>
                    <a:pt x="1929" y="1905"/>
                    <a:pt x="1881" y="1953"/>
                    <a:pt x="1881" y="2048"/>
                  </a:cubicBezTo>
                  <a:lnTo>
                    <a:pt x="1881" y="2787"/>
                  </a:lnTo>
                  <a:cubicBezTo>
                    <a:pt x="1881" y="2810"/>
                    <a:pt x="1858" y="2810"/>
                    <a:pt x="1858" y="2810"/>
                  </a:cubicBezTo>
                  <a:lnTo>
                    <a:pt x="1286" y="2810"/>
                  </a:lnTo>
                  <a:cubicBezTo>
                    <a:pt x="1262" y="2810"/>
                    <a:pt x="1262" y="2787"/>
                    <a:pt x="1262" y="2787"/>
                  </a:cubicBezTo>
                  <a:lnTo>
                    <a:pt x="1262" y="2048"/>
                  </a:lnTo>
                  <a:cubicBezTo>
                    <a:pt x="1262" y="1953"/>
                    <a:pt x="1191" y="1905"/>
                    <a:pt x="1096" y="1905"/>
                  </a:cubicBezTo>
                  <a:lnTo>
                    <a:pt x="333" y="1905"/>
                  </a:lnTo>
                  <a:cubicBezTo>
                    <a:pt x="310" y="1905"/>
                    <a:pt x="310" y="1858"/>
                    <a:pt x="310" y="1858"/>
                  </a:cubicBezTo>
                  <a:lnTo>
                    <a:pt x="310" y="1263"/>
                  </a:lnTo>
                  <a:cubicBezTo>
                    <a:pt x="310" y="1239"/>
                    <a:pt x="333" y="1239"/>
                    <a:pt x="333" y="1239"/>
                  </a:cubicBezTo>
                  <a:lnTo>
                    <a:pt x="1072" y="1239"/>
                  </a:lnTo>
                  <a:cubicBezTo>
                    <a:pt x="1167" y="1239"/>
                    <a:pt x="1215" y="1191"/>
                    <a:pt x="1215" y="1096"/>
                  </a:cubicBezTo>
                  <a:lnTo>
                    <a:pt x="1215" y="334"/>
                  </a:lnTo>
                  <a:cubicBezTo>
                    <a:pt x="1215" y="310"/>
                    <a:pt x="1262" y="310"/>
                    <a:pt x="1262" y="310"/>
                  </a:cubicBezTo>
                  <a:close/>
                  <a:moveTo>
                    <a:pt x="1286" y="0"/>
                  </a:moveTo>
                  <a:cubicBezTo>
                    <a:pt x="1072" y="0"/>
                    <a:pt x="929" y="143"/>
                    <a:pt x="929" y="358"/>
                  </a:cubicBezTo>
                  <a:lnTo>
                    <a:pt x="929" y="905"/>
                  </a:lnTo>
                  <a:lnTo>
                    <a:pt x="357" y="905"/>
                  </a:lnTo>
                  <a:cubicBezTo>
                    <a:pt x="143" y="905"/>
                    <a:pt x="0" y="1072"/>
                    <a:pt x="0" y="1263"/>
                  </a:cubicBezTo>
                  <a:lnTo>
                    <a:pt x="0" y="1858"/>
                  </a:lnTo>
                  <a:cubicBezTo>
                    <a:pt x="0" y="2072"/>
                    <a:pt x="143" y="2215"/>
                    <a:pt x="357" y="2215"/>
                  </a:cubicBezTo>
                  <a:lnTo>
                    <a:pt x="929" y="2215"/>
                  </a:lnTo>
                  <a:lnTo>
                    <a:pt x="929" y="2787"/>
                  </a:lnTo>
                  <a:cubicBezTo>
                    <a:pt x="929" y="2977"/>
                    <a:pt x="1072" y="3144"/>
                    <a:pt x="1286" y="3144"/>
                  </a:cubicBezTo>
                  <a:lnTo>
                    <a:pt x="1858" y="3144"/>
                  </a:lnTo>
                  <a:cubicBezTo>
                    <a:pt x="2048" y="3144"/>
                    <a:pt x="2215" y="3001"/>
                    <a:pt x="2215" y="2787"/>
                  </a:cubicBezTo>
                  <a:lnTo>
                    <a:pt x="2215" y="2215"/>
                  </a:lnTo>
                  <a:lnTo>
                    <a:pt x="2763" y="2215"/>
                  </a:lnTo>
                  <a:cubicBezTo>
                    <a:pt x="2977" y="2215"/>
                    <a:pt x="3120" y="2072"/>
                    <a:pt x="3120" y="1858"/>
                  </a:cubicBezTo>
                  <a:lnTo>
                    <a:pt x="3120" y="1263"/>
                  </a:lnTo>
                  <a:cubicBezTo>
                    <a:pt x="3120" y="1072"/>
                    <a:pt x="2977" y="905"/>
                    <a:pt x="2763" y="905"/>
                  </a:cubicBezTo>
                  <a:lnTo>
                    <a:pt x="2215" y="905"/>
                  </a:lnTo>
                  <a:lnTo>
                    <a:pt x="2215" y="358"/>
                  </a:lnTo>
                  <a:cubicBezTo>
                    <a:pt x="2215" y="143"/>
                    <a:pt x="2048" y="0"/>
                    <a:pt x="1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96"/>
            <p:cNvSpPr/>
            <p:nvPr/>
          </p:nvSpPr>
          <p:spPr>
            <a:xfrm>
              <a:off x="7772869" y="2486615"/>
              <a:ext cx="353104" cy="328383"/>
            </a:xfrm>
            <a:custGeom>
              <a:rect b="b" l="l" r="r" t="t"/>
              <a:pathLst>
                <a:path extrusionOk="0" h="10122" w="10884">
                  <a:moveTo>
                    <a:pt x="6311" y="1168"/>
                  </a:moveTo>
                  <a:cubicBezTo>
                    <a:pt x="6311" y="1168"/>
                    <a:pt x="6359" y="1168"/>
                    <a:pt x="6359" y="1191"/>
                  </a:cubicBezTo>
                  <a:lnTo>
                    <a:pt x="6311" y="1763"/>
                  </a:lnTo>
                  <a:lnTo>
                    <a:pt x="4597" y="1763"/>
                  </a:lnTo>
                  <a:lnTo>
                    <a:pt x="4597" y="1191"/>
                  </a:lnTo>
                  <a:cubicBezTo>
                    <a:pt x="4597" y="1191"/>
                    <a:pt x="4597" y="1168"/>
                    <a:pt x="4620" y="1168"/>
                  </a:cubicBezTo>
                  <a:close/>
                  <a:moveTo>
                    <a:pt x="6311" y="334"/>
                  </a:moveTo>
                  <a:cubicBezTo>
                    <a:pt x="6788" y="334"/>
                    <a:pt x="7192" y="715"/>
                    <a:pt x="7192" y="1191"/>
                  </a:cubicBezTo>
                  <a:lnTo>
                    <a:pt x="7192" y="1763"/>
                  </a:lnTo>
                  <a:lnTo>
                    <a:pt x="6645" y="1763"/>
                  </a:lnTo>
                  <a:lnTo>
                    <a:pt x="6645" y="1191"/>
                  </a:lnTo>
                  <a:cubicBezTo>
                    <a:pt x="6645" y="1025"/>
                    <a:pt x="6502" y="882"/>
                    <a:pt x="6311" y="882"/>
                  </a:cubicBezTo>
                  <a:lnTo>
                    <a:pt x="4620" y="882"/>
                  </a:lnTo>
                  <a:cubicBezTo>
                    <a:pt x="4430" y="882"/>
                    <a:pt x="4287" y="1025"/>
                    <a:pt x="4287" y="1191"/>
                  </a:cubicBezTo>
                  <a:lnTo>
                    <a:pt x="4287" y="1763"/>
                  </a:lnTo>
                  <a:lnTo>
                    <a:pt x="3763" y="1763"/>
                  </a:lnTo>
                  <a:lnTo>
                    <a:pt x="3763" y="1191"/>
                  </a:lnTo>
                  <a:cubicBezTo>
                    <a:pt x="3763" y="715"/>
                    <a:pt x="4144" y="334"/>
                    <a:pt x="4620" y="334"/>
                  </a:cubicBezTo>
                  <a:close/>
                  <a:moveTo>
                    <a:pt x="2834" y="2311"/>
                  </a:moveTo>
                  <a:lnTo>
                    <a:pt x="2834" y="2811"/>
                  </a:lnTo>
                  <a:lnTo>
                    <a:pt x="2811" y="2811"/>
                  </a:lnTo>
                  <a:cubicBezTo>
                    <a:pt x="2811" y="2858"/>
                    <a:pt x="2739" y="2906"/>
                    <a:pt x="2715" y="2906"/>
                  </a:cubicBezTo>
                  <a:lnTo>
                    <a:pt x="1620" y="2906"/>
                  </a:lnTo>
                  <a:cubicBezTo>
                    <a:pt x="1548" y="2906"/>
                    <a:pt x="1525" y="2835"/>
                    <a:pt x="1525" y="2811"/>
                  </a:cubicBezTo>
                  <a:lnTo>
                    <a:pt x="1525" y="2311"/>
                  </a:lnTo>
                  <a:close/>
                  <a:moveTo>
                    <a:pt x="9407" y="2311"/>
                  </a:moveTo>
                  <a:lnTo>
                    <a:pt x="9407" y="2811"/>
                  </a:lnTo>
                  <a:lnTo>
                    <a:pt x="9383" y="2811"/>
                  </a:lnTo>
                  <a:cubicBezTo>
                    <a:pt x="9383" y="2858"/>
                    <a:pt x="9336" y="2906"/>
                    <a:pt x="9288" y="2906"/>
                  </a:cubicBezTo>
                  <a:lnTo>
                    <a:pt x="8193" y="2906"/>
                  </a:lnTo>
                  <a:cubicBezTo>
                    <a:pt x="8145" y="2906"/>
                    <a:pt x="8097" y="2835"/>
                    <a:pt x="8097" y="2811"/>
                  </a:cubicBezTo>
                  <a:lnTo>
                    <a:pt x="8097" y="2311"/>
                  </a:lnTo>
                  <a:close/>
                  <a:moveTo>
                    <a:pt x="4644" y="1"/>
                  </a:moveTo>
                  <a:cubicBezTo>
                    <a:pt x="4001" y="1"/>
                    <a:pt x="3454" y="549"/>
                    <a:pt x="3454" y="1191"/>
                  </a:cubicBezTo>
                  <a:lnTo>
                    <a:pt x="3454" y="1763"/>
                  </a:lnTo>
                  <a:lnTo>
                    <a:pt x="3263" y="1763"/>
                  </a:lnTo>
                  <a:cubicBezTo>
                    <a:pt x="3073" y="1763"/>
                    <a:pt x="2953" y="1858"/>
                    <a:pt x="2906" y="2001"/>
                  </a:cubicBezTo>
                  <a:lnTo>
                    <a:pt x="1548" y="2001"/>
                  </a:lnTo>
                  <a:cubicBezTo>
                    <a:pt x="1501" y="1858"/>
                    <a:pt x="1334" y="1763"/>
                    <a:pt x="1191" y="1763"/>
                  </a:cubicBezTo>
                  <a:lnTo>
                    <a:pt x="477" y="1763"/>
                  </a:lnTo>
                  <a:cubicBezTo>
                    <a:pt x="477" y="1763"/>
                    <a:pt x="72" y="1954"/>
                    <a:pt x="72" y="2144"/>
                  </a:cubicBezTo>
                  <a:lnTo>
                    <a:pt x="72" y="4930"/>
                  </a:lnTo>
                  <a:cubicBezTo>
                    <a:pt x="72" y="5002"/>
                    <a:pt x="120" y="5073"/>
                    <a:pt x="215" y="5073"/>
                  </a:cubicBezTo>
                  <a:cubicBezTo>
                    <a:pt x="310" y="5073"/>
                    <a:pt x="358" y="5002"/>
                    <a:pt x="358" y="4930"/>
                  </a:cubicBezTo>
                  <a:lnTo>
                    <a:pt x="358" y="2144"/>
                  </a:lnTo>
                  <a:cubicBezTo>
                    <a:pt x="358" y="2096"/>
                    <a:pt x="453" y="2073"/>
                    <a:pt x="453" y="2073"/>
                  </a:cubicBezTo>
                  <a:lnTo>
                    <a:pt x="1167" y="2073"/>
                  </a:lnTo>
                  <a:cubicBezTo>
                    <a:pt x="1239" y="2073"/>
                    <a:pt x="1263" y="2096"/>
                    <a:pt x="1263" y="2144"/>
                  </a:cubicBezTo>
                  <a:lnTo>
                    <a:pt x="1263" y="2811"/>
                  </a:lnTo>
                  <a:cubicBezTo>
                    <a:pt x="1263" y="3049"/>
                    <a:pt x="1429" y="3216"/>
                    <a:pt x="1667" y="3216"/>
                  </a:cubicBezTo>
                  <a:lnTo>
                    <a:pt x="2763" y="3216"/>
                  </a:lnTo>
                  <a:cubicBezTo>
                    <a:pt x="3001" y="3216"/>
                    <a:pt x="3192" y="3049"/>
                    <a:pt x="3192" y="2811"/>
                  </a:cubicBezTo>
                  <a:lnTo>
                    <a:pt x="3192" y="2144"/>
                  </a:lnTo>
                  <a:cubicBezTo>
                    <a:pt x="3192" y="2096"/>
                    <a:pt x="3215" y="2073"/>
                    <a:pt x="3287" y="2073"/>
                  </a:cubicBezTo>
                  <a:lnTo>
                    <a:pt x="7740" y="2073"/>
                  </a:lnTo>
                  <a:cubicBezTo>
                    <a:pt x="7812" y="2073"/>
                    <a:pt x="7835" y="2096"/>
                    <a:pt x="7835" y="2144"/>
                  </a:cubicBezTo>
                  <a:lnTo>
                    <a:pt x="7835" y="2811"/>
                  </a:lnTo>
                  <a:cubicBezTo>
                    <a:pt x="7835" y="3049"/>
                    <a:pt x="8002" y="3216"/>
                    <a:pt x="8240" y="3216"/>
                  </a:cubicBezTo>
                  <a:lnTo>
                    <a:pt x="9360" y="3216"/>
                  </a:lnTo>
                  <a:cubicBezTo>
                    <a:pt x="9598" y="3216"/>
                    <a:pt x="9764" y="3049"/>
                    <a:pt x="9764" y="2811"/>
                  </a:cubicBezTo>
                  <a:lnTo>
                    <a:pt x="9764" y="2192"/>
                  </a:lnTo>
                  <a:cubicBezTo>
                    <a:pt x="9764" y="2120"/>
                    <a:pt x="9788" y="2096"/>
                    <a:pt x="9860" y="2096"/>
                  </a:cubicBezTo>
                  <a:lnTo>
                    <a:pt x="10574" y="2096"/>
                  </a:lnTo>
                  <a:cubicBezTo>
                    <a:pt x="10622" y="2096"/>
                    <a:pt x="10669" y="2120"/>
                    <a:pt x="10669" y="2192"/>
                  </a:cubicBezTo>
                  <a:lnTo>
                    <a:pt x="10669" y="9241"/>
                  </a:lnTo>
                  <a:cubicBezTo>
                    <a:pt x="10669" y="9574"/>
                    <a:pt x="10384" y="9836"/>
                    <a:pt x="10074" y="9836"/>
                  </a:cubicBezTo>
                  <a:lnTo>
                    <a:pt x="501" y="9836"/>
                  </a:lnTo>
                  <a:cubicBezTo>
                    <a:pt x="453" y="9836"/>
                    <a:pt x="382" y="9765"/>
                    <a:pt x="382" y="9717"/>
                  </a:cubicBezTo>
                  <a:lnTo>
                    <a:pt x="382" y="5526"/>
                  </a:lnTo>
                  <a:lnTo>
                    <a:pt x="382" y="5478"/>
                  </a:lnTo>
                  <a:cubicBezTo>
                    <a:pt x="332" y="5428"/>
                    <a:pt x="282" y="5407"/>
                    <a:pt x="238" y="5407"/>
                  </a:cubicBezTo>
                  <a:cubicBezTo>
                    <a:pt x="156" y="5407"/>
                    <a:pt x="96" y="5480"/>
                    <a:pt x="96" y="5573"/>
                  </a:cubicBezTo>
                  <a:lnTo>
                    <a:pt x="96" y="9955"/>
                  </a:lnTo>
                  <a:cubicBezTo>
                    <a:pt x="0" y="10027"/>
                    <a:pt x="96" y="10122"/>
                    <a:pt x="191" y="10122"/>
                  </a:cubicBezTo>
                  <a:lnTo>
                    <a:pt x="9979" y="10122"/>
                  </a:lnTo>
                  <a:cubicBezTo>
                    <a:pt x="10479" y="10122"/>
                    <a:pt x="10884" y="9717"/>
                    <a:pt x="10884" y="9241"/>
                  </a:cubicBezTo>
                  <a:lnTo>
                    <a:pt x="10884" y="2192"/>
                  </a:lnTo>
                  <a:cubicBezTo>
                    <a:pt x="10884" y="1977"/>
                    <a:pt x="10693" y="1763"/>
                    <a:pt x="10455" y="1763"/>
                  </a:cubicBezTo>
                  <a:lnTo>
                    <a:pt x="9812" y="1763"/>
                  </a:lnTo>
                  <a:cubicBezTo>
                    <a:pt x="9622" y="1763"/>
                    <a:pt x="9502" y="1858"/>
                    <a:pt x="9455" y="2001"/>
                  </a:cubicBezTo>
                  <a:lnTo>
                    <a:pt x="8097" y="2001"/>
                  </a:lnTo>
                  <a:cubicBezTo>
                    <a:pt x="8050" y="1858"/>
                    <a:pt x="7883" y="1763"/>
                    <a:pt x="7740" y="1763"/>
                  </a:cubicBezTo>
                  <a:lnTo>
                    <a:pt x="7526" y="1763"/>
                  </a:lnTo>
                  <a:lnTo>
                    <a:pt x="7526" y="1191"/>
                  </a:lnTo>
                  <a:cubicBezTo>
                    <a:pt x="7526" y="549"/>
                    <a:pt x="7002" y="1"/>
                    <a:pt x="63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9" name="Google Shape;20839;p96"/>
          <p:cNvGrpSpPr/>
          <p:nvPr/>
        </p:nvGrpSpPr>
        <p:grpSpPr>
          <a:xfrm>
            <a:off x="7017627" y="2322633"/>
            <a:ext cx="385547" cy="351450"/>
            <a:chOff x="7019587" y="2475033"/>
            <a:chExt cx="385547" cy="351450"/>
          </a:xfrm>
        </p:grpSpPr>
        <p:sp>
          <p:nvSpPr>
            <p:cNvPr id="20840" name="Google Shape;20840;p96"/>
            <p:cNvSpPr/>
            <p:nvPr/>
          </p:nvSpPr>
          <p:spPr>
            <a:xfrm>
              <a:off x="7280717" y="2479478"/>
              <a:ext cx="86557" cy="85973"/>
            </a:xfrm>
            <a:custGeom>
              <a:rect b="b" l="l" r="r" t="t"/>
              <a:pathLst>
                <a:path extrusionOk="0" h="2650" w="2668">
                  <a:moveTo>
                    <a:pt x="1153" y="0"/>
                  </a:moveTo>
                  <a:cubicBezTo>
                    <a:pt x="989" y="0"/>
                    <a:pt x="822" y="66"/>
                    <a:pt x="691" y="197"/>
                  </a:cubicBezTo>
                  <a:lnTo>
                    <a:pt x="1" y="888"/>
                  </a:lnTo>
                  <a:lnTo>
                    <a:pt x="1763" y="2650"/>
                  </a:lnTo>
                  <a:lnTo>
                    <a:pt x="2430" y="1959"/>
                  </a:lnTo>
                  <a:cubicBezTo>
                    <a:pt x="2668" y="1721"/>
                    <a:pt x="2668" y="1292"/>
                    <a:pt x="2430" y="1030"/>
                  </a:cubicBezTo>
                  <a:lnTo>
                    <a:pt x="1596" y="197"/>
                  </a:lnTo>
                  <a:cubicBezTo>
                    <a:pt x="1477" y="66"/>
                    <a:pt x="1316" y="0"/>
                    <a:pt x="1153"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96"/>
            <p:cNvSpPr/>
            <p:nvPr/>
          </p:nvSpPr>
          <p:spPr>
            <a:xfrm>
              <a:off x="7323995" y="2499755"/>
              <a:ext cx="44836" cy="65696"/>
            </a:xfrm>
            <a:custGeom>
              <a:rect b="b" l="l" r="r" t="t"/>
              <a:pathLst>
                <a:path extrusionOk="0" h="2025" w="1382">
                  <a:moveTo>
                    <a:pt x="691" y="1"/>
                  </a:moveTo>
                  <a:lnTo>
                    <a:pt x="691" y="1"/>
                  </a:lnTo>
                  <a:cubicBezTo>
                    <a:pt x="929" y="239"/>
                    <a:pt x="929" y="644"/>
                    <a:pt x="691" y="906"/>
                  </a:cubicBezTo>
                  <a:lnTo>
                    <a:pt x="0" y="1596"/>
                  </a:lnTo>
                  <a:lnTo>
                    <a:pt x="429" y="2025"/>
                  </a:lnTo>
                  <a:lnTo>
                    <a:pt x="1096" y="1334"/>
                  </a:lnTo>
                  <a:cubicBezTo>
                    <a:pt x="1382" y="1072"/>
                    <a:pt x="1382" y="667"/>
                    <a:pt x="1096" y="405"/>
                  </a:cubicBezTo>
                  <a:lnTo>
                    <a:pt x="691"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96"/>
            <p:cNvSpPr/>
            <p:nvPr/>
          </p:nvSpPr>
          <p:spPr>
            <a:xfrm>
              <a:off x="7025751" y="2733081"/>
              <a:ext cx="86589" cy="85226"/>
            </a:xfrm>
            <a:custGeom>
              <a:rect b="b" l="l" r="r" t="t"/>
              <a:pathLst>
                <a:path extrusionOk="0" h="2627" w="2669">
                  <a:moveTo>
                    <a:pt x="930" y="1"/>
                  </a:moveTo>
                  <a:lnTo>
                    <a:pt x="239" y="691"/>
                  </a:lnTo>
                  <a:cubicBezTo>
                    <a:pt x="1" y="929"/>
                    <a:pt x="1" y="1334"/>
                    <a:pt x="239" y="1596"/>
                  </a:cubicBezTo>
                  <a:lnTo>
                    <a:pt x="1073" y="2430"/>
                  </a:lnTo>
                  <a:cubicBezTo>
                    <a:pt x="1204" y="2561"/>
                    <a:pt x="1376" y="2626"/>
                    <a:pt x="1546" y="2626"/>
                  </a:cubicBezTo>
                  <a:cubicBezTo>
                    <a:pt x="1716" y="2626"/>
                    <a:pt x="1882" y="2561"/>
                    <a:pt x="2001" y="2430"/>
                  </a:cubicBezTo>
                  <a:lnTo>
                    <a:pt x="2668" y="1763"/>
                  </a:lnTo>
                  <a:lnTo>
                    <a:pt x="930" y="1"/>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96"/>
            <p:cNvSpPr/>
            <p:nvPr/>
          </p:nvSpPr>
          <p:spPr>
            <a:xfrm>
              <a:off x="7046612" y="2776359"/>
              <a:ext cx="65729" cy="42143"/>
            </a:xfrm>
            <a:custGeom>
              <a:rect b="b" l="l" r="r" t="t"/>
              <a:pathLst>
                <a:path extrusionOk="0" h="1299" w="2026">
                  <a:moveTo>
                    <a:pt x="1596" y="0"/>
                  </a:moveTo>
                  <a:lnTo>
                    <a:pt x="930" y="691"/>
                  </a:lnTo>
                  <a:cubicBezTo>
                    <a:pt x="811" y="810"/>
                    <a:pt x="650" y="869"/>
                    <a:pt x="483" y="869"/>
                  </a:cubicBezTo>
                  <a:cubicBezTo>
                    <a:pt x="316" y="869"/>
                    <a:pt x="144" y="810"/>
                    <a:pt x="1" y="691"/>
                  </a:cubicBezTo>
                  <a:lnTo>
                    <a:pt x="1" y="691"/>
                  </a:lnTo>
                  <a:lnTo>
                    <a:pt x="430" y="1119"/>
                  </a:lnTo>
                  <a:cubicBezTo>
                    <a:pt x="549" y="1239"/>
                    <a:pt x="709" y="1298"/>
                    <a:pt x="876" y="1298"/>
                  </a:cubicBezTo>
                  <a:cubicBezTo>
                    <a:pt x="1043" y="1298"/>
                    <a:pt x="1215" y="1239"/>
                    <a:pt x="1358" y="1119"/>
                  </a:cubicBezTo>
                  <a:lnTo>
                    <a:pt x="2025" y="429"/>
                  </a:lnTo>
                  <a:lnTo>
                    <a:pt x="1596"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96"/>
            <p:cNvSpPr/>
            <p:nvPr/>
          </p:nvSpPr>
          <p:spPr>
            <a:xfrm>
              <a:off x="7038112" y="2492228"/>
              <a:ext cx="367022" cy="329259"/>
            </a:xfrm>
            <a:custGeom>
              <a:rect b="b" l="l" r="r" t="t"/>
              <a:pathLst>
                <a:path extrusionOk="0" h="10149" w="11313">
                  <a:moveTo>
                    <a:pt x="7217" y="0"/>
                  </a:moveTo>
                  <a:cubicBezTo>
                    <a:pt x="7026" y="0"/>
                    <a:pt x="6836" y="78"/>
                    <a:pt x="6693" y="233"/>
                  </a:cubicBezTo>
                  <a:lnTo>
                    <a:pt x="310" y="6615"/>
                  </a:lnTo>
                  <a:cubicBezTo>
                    <a:pt x="1" y="6924"/>
                    <a:pt x="1" y="7401"/>
                    <a:pt x="310" y="7663"/>
                  </a:cubicBezTo>
                  <a:lnTo>
                    <a:pt x="1549" y="8925"/>
                  </a:lnTo>
                  <a:cubicBezTo>
                    <a:pt x="2495" y="9871"/>
                    <a:pt x="3241" y="10148"/>
                    <a:pt x="3791" y="10148"/>
                  </a:cubicBezTo>
                  <a:cubicBezTo>
                    <a:pt x="4570" y="10148"/>
                    <a:pt x="4954" y="9592"/>
                    <a:pt x="4954" y="9592"/>
                  </a:cubicBezTo>
                  <a:cubicBezTo>
                    <a:pt x="6216" y="8330"/>
                    <a:pt x="4978" y="7377"/>
                    <a:pt x="6216" y="6115"/>
                  </a:cubicBezTo>
                  <a:cubicBezTo>
                    <a:pt x="7479" y="4876"/>
                    <a:pt x="8431" y="6115"/>
                    <a:pt x="9717" y="4829"/>
                  </a:cubicBezTo>
                  <a:cubicBezTo>
                    <a:pt x="9717" y="4829"/>
                    <a:pt x="11313" y="3757"/>
                    <a:pt x="9027" y="1447"/>
                  </a:cubicBezTo>
                  <a:lnTo>
                    <a:pt x="7741" y="233"/>
                  </a:lnTo>
                  <a:cubicBezTo>
                    <a:pt x="7598" y="78"/>
                    <a:pt x="7407" y="0"/>
                    <a:pt x="7217"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96"/>
            <p:cNvSpPr/>
            <p:nvPr/>
          </p:nvSpPr>
          <p:spPr>
            <a:xfrm>
              <a:off x="7076751" y="2529991"/>
              <a:ext cx="263498" cy="261097"/>
            </a:xfrm>
            <a:custGeom>
              <a:rect b="b" l="l" r="r" t="t"/>
              <a:pathLst>
                <a:path extrusionOk="0" h="8048" w="8122">
                  <a:moveTo>
                    <a:pt x="6053" y="0"/>
                  </a:moveTo>
                  <a:cubicBezTo>
                    <a:pt x="5958" y="0"/>
                    <a:pt x="5863" y="30"/>
                    <a:pt x="5788" y="93"/>
                  </a:cubicBezTo>
                  <a:lnTo>
                    <a:pt x="120" y="5760"/>
                  </a:lnTo>
                  <a:cubicBezTo>
                    <a:pt x="1" y="5880"/>
                    <a:pt x="1" y="6094"/>
                    <a:pt x="120" y="6237"/>
                  </a:cubicBezTo>
                  <a:lnTo>
                    <a:pt x="977" y="7094"/>
                  </a:lnTo>
                  <a:cubicBezTo>
                    <a:pt x="1811" y="7928"/>
                    <a:pt x="2334" y="8047"/>
                    <a:pt x="2549" y="8047"/>
                  </a:cubicBezTo>
                  <a:cubicBezTo>
                    <a:pt x="2557" y="8047"/>
                    <a:pt x="2566" y="8047"/>
                    <a:pt x="2574" y="8047"/>
                  </a:cubicBezTo>
                  <a:cubicBezTo>
                    <a:pt x="3221" y="8047"/>
                    <a:pt x="3430" y="7159"/>
                    <a:pt x="3430" y="6665"/>
                  </a:cubicBezTo>
                  <a:cubicBezTo>
                    <a:pt x="3430" y="6046"/>
                    <a:pt x="3430" y="5189"/>
                    <a:pt x="4335" y="4284"/>
                  </a:cubicBezTo>
                  <a:cubicBezTo>
                    <a:pt x="5240" y="3403"/>
                    <a:pt x="6097" y="3403"/>
                    <a:pt x="6716" y="3379"/>
                  </a:cubicBezTo>
                  <a:cubicBezTo>
                    <a:pt x="7216" y="3379"/>
                    <a:pt x="8121" y="3165"/>
                    <a:pt x="8098" y="2498"/>
                  </a:cubicBezTo>
                  <a:cubicBezTo>
                    <a:pt x="8098" y="2260"/>
                    <a:pt x="7955" y="1760"/>
                    <a:pt x="7145" y="926"/>
                  </a:cubicBezTo>
                  <a:lnTo>
                    <a:pt x="6288" y="69"/>
                  </a:lnTo>
                  <a:cubicBezTo>
                    <a:pt x="6220" y="24"/>
                    <a:pt x="6137" y="0"/>
                    <a:pt x="6053"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96"/>
            <p:cNvSpPr/>
            <p:nvPr/>
          </p:nvSpPr>
          <p:spPr>
            <a:xfrm>
              <a:off x="7095308" y="2547672"/>
              <a:ext cx="244941" cy="244227"/>
            </a:xfrm>
            <a:custGeom>
              <a:rect b="b" l="l" r="r" t="t"/>
              <a:pathLst>
                <a:path extrusionOk="0" h="7528" w="7550">
                  <a:moveTo>
                    <a:pt x="6168" y="0"/>
                  </a:moveTo>
                  <a:lnTo>
                    <a:pt x="6168" y="0"/>
                  </a:lnTo>
                  <a:cubicBezTo>
                    <a:pt x="7002" y="834"/>
                    <a:pt x="7121" y="1334"/>
                    <a:pt x="7121" y="1572"/>
                  </a:cubicBezTo>
                  <a:cubicBezTo>
                    <a:pt x="7145" y="2239"/>
                    <a:pt x="6216" y="2453"/>
                    <a:pt x="5739" y="2453"/>
                  </a:cubicBezTo>
                  <a:cubicBezTo>
                    <a:pt x="5120" y="2453"/>
                    <a:pt x="4263" y="2453"/>
                    <a:pt x="3358" y="3358"/>
                  </a:cubicBezTo>
                  <a:cubicBezTo>
                    <a:pt x="2477" y="4287"/>
                    <a:pt x="2477" y="5120"/>
                    <a:pt x="2429" y="5739"/>
                  </a:cubicBezTo>
                  <a:cubicBezTo>
                    <a:pt x="2429" y="6210"/>
                    <a:pt x="2244" y="7121"/>
                    <a:pt x="1597" y="7121"/>
                  </a:cubicBezTo>
                  <a:cubicBezTo>
                    <a:pt x="1589" y="7121"/>
                    <a:pt x="1580" y="7121"/>
                    <a:pt x="1572" y="7121"/>
                  </a:cubicBezTo>
                  <a:cubicBezTo>
                    <a:pt x="1334" y="7121"/>
                    <a:pt x="834" y="6978"/>
                    <a:pt x="0" y="6168"/>
                  </a:cubicBezTo>
                  <a:lnTo>
                    <a:pt x="0" y="6168"/>
                  </a:lnTo>
                  <a:lnTo>
                    <a:pt x="405" y="6573"/>
                  </a:lnTo>
                  <a:cubicBezTo>
                    <a:pt x="1239" y="7406"/>
                    <a:pt x="1762" y="7525"/>
                    <a:pt x="2001" y="7525"/>
                  </a:cubicBezTo>
                  <a:cubicBezTo>
                    <a:pt x="2017" y="7527"/>
                    <a:pt x="2032" y="7527"/>
                    <a:pt x="2048" y="7527"/>
                  </a:cubicBezTo>
                  <a:cubicBezTo>
                    <a:pt x="2654" y="7527"/>
                    <a:pt x="2858" y="6632"/>
                    <a:pt x="2858" y="6168"/>
                  </a:cubicBezTo>
                  <a:cubicBezTo>
                    <a:pt x="2858" y="5525"/>
                    <a:pt x="2858" y="4668"/>
                    <a:pt x="3787" y="3787"/>
                  </a:cubicBezTo>
                  <a:cubicBezTo>
                    <a:pt x="4692" y="2882"/>
                    <a:pt x="5525" y="2882"/>
                    <a:pt x="6168" y="2858"/>
                  </a:cubicBezTo>
                  <a:cubicBezTo>
                    <a:pt x="6644" y="2858"/>
                    <a:pt x="7549" y="2644"/>
                    <a:pt x="7526" y="2001"/>
                  </a:cubicBezTo>
                  <a:cubicBezTo>
                    <a:pt x="7526" y="1762"/>
                    <a:pt x="7383" y="1262"/>
                    <a:pt x="6573" y="405"/>
                  </a:cubicBezTo>
                  <a:lnTo>
                    <a:pt x="6168"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96"/>
            <p:cNvSpPr/>
            <p:nvPr/>
          </p:nvSpPr>
          <p:spPr>
            <a:xfrm>
              <a:off x="7145529" y="2677442"/>
              <a:ext cx="19336" cy="19563"/>
            </a:xfrm>
            <a:custGeom>
              <a:rect b="b" l="l" r="r" t="t"/>
              <a:pathLst>
                <a:path extrusionOk="0" h="603" w="596">
                  <a:moveTo>
                    <a:pt x="167" y="1"/>
                  </a:moveTo>
                  <a:cubicBezTo>
                    <a:pt x="125" y="1"/>
                    <a:pt x="83" y="25"/>
                    <a:pt x="48" y="72"/>
                  </a:cubicBezTo>
                  <a:cubicBezTo>
                    <a:pt x="0" y="144"/>
                    <a:pt x="0" y="239"/>
                    <a:pt x="48" y="311"/>
                  </a:cubicBezTo>
                  <a:lnTo>
                    <a:pt x="286" y="549"/>
                  </a:lnTo>
                  <a:cubicBezTo>
                    <a:pt x="322" y="584"/>
                    <a:pt x="357" y="602"/>
                    <a:pt x="396" y="602"/>
                  </a:cubicBezTo>
                  <a:cubicBezTo>
                    <a:pt x="435" y="602"/>
                    <a:pt x="476" y="584"/>
                    <a:pt x="524" y="549"/>
                  </a:cubicBezTo>
                  <a:cubicBezTo>
                    <a:pt x="595" y="501"/>
                    <a:pt x="595" y="406"/>
                    <a:pt x="524" y="311"/>
                  </a:cubicBezTo>
                  <a:lnTo>
                    <a:pt x="286" y="72"/>
                  </a:lnTo>
                  <a:cubicBezTo>
                    <a:pt x="250" y="25"/>
                    <a:pt x="208"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96"/>
            <p:cNvSpPr/>
            <p:nvPr/>
          </p:nvSpPr>
          <p:spPr>
            <a:xfrm>
              <a:off x="7225856" y="2597504"/>
              <a:ext cx="19368" cy="18362"/>
            </a:xfrm>
            <a:custGeom>
              <a:rect b="b" l="l" r="r" t="t"/>
              <a:pathLst>
                <a:path extrusionOk="0" h="566" w="597">
                  <a:moveTo>
                    <a:pt x="159" y="0"/>
                  </a:moveTo>
                  <a:cubicBezTo>
                    <a:pt x="120" y="0"/>
                    <a:pt x="84" y="12"/>
                    <a:pt x="48" y="36"/>
                  </a:cubicBezTo>
                  <a:cubicBezTo>
                    <a:pt x="1" y="107"/>
                    <a:pt x="1" y="203"/>
                    <a:pt x="48" y="274"/>
                  </a:cubicBezTo>
                  <a:lnTo>
                    <a:pt x="287" y="512"/>
                  </a:lnTo>
                  <a:cubicBezTo>
                    <a:pt x="322" y="548"/>
                    <a:pt x="358" y="566"/>
                    <a:pt x="397" y="566"/>
                  </a:cubicBezTo>
                  <a:cubicBezTo>
                    <a:pt x="435" y="566"/>
                    <a:pt x="477" y="548"/>
                    <a:pt x="525" y="512"/>
                  </a:cubicBezTo>
                  <a:cubicBezTo>
                    <a:pt x="596" y="465"/>
                    <a:pt x="596" y="369"/>
                    <a:pt x="525" y="274"/>
                  </a:cubicBezTo>
                  <a:lnTo>
                    <a:pt x="287" y="36"/>
                  </a:lnTo>
                  <a:cubicBezTo>
                    <a:pt x="239" y="12"/>
                    <a:pt x="197" y="0"/>
                    <a:pt x="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96"/>
            <p:cNvSpPr/>
            <p:nvPr/>
          </p:nvSpPr>
          <p:spPr>
            <a:xfrm>
              <a:off x="7181832" y="2635721"/>
              <a:ext cx="30918" cy="30172"/>
            </a:xfrm>
            <a:custGeom>
              <a:rect b="b" l="l" r="r" t="t"/>
              <a:pathLst>
                <a:path extrusionOk="0" h="930" w="953">
                  <a:moveTo>
                    <a:pt x="762" y="1"/>
                  </a:moveTo>
                  <a:cubicBezTo>
                    <a:pt x="667" y="1"/>
                    <a:pt x="596" y="96"/>
                    <a:pt x="596" y="168"/>
                  </a:cubicBezTo>
                  <a:cubicBezTo>
                    <a:pt x="596" y="287"/>
                    <a:pt x="572" y="406"/>
                    <a:pt x="477" y="501"/>
                  </a:cubicBezTo>
                  <a:cubicBezTo>
                    <a:pt x="429" y="525"/>
                    <a:pt x="310" y="596"/>
                    <a:pt x="191" y="596"/>
                  </a:cubicBezTo>
                  <a:cubicBezTo>
                    <a:pt x="96" y="596"/>
                    <a:pt x="48" y="644"/>
                    <a:pt x="0" y="739"/>
                  </a:cubicBezTo>
                  <a:cubicBezTo>
                    <a:pt x="0" y="834"/>
                    <a:pt x="72" y="882"/>
                    <a:pt x="167" y="930"/>
                  </a:cubicBezTo>
                  <a:cubicBezTo>
                    <a:pt x="358" y="930"/>
                    <a:pt x="572" y="858"/>
                    <a:pt x="715" y="715"/>
                  </a:cubicBezTo>
                  <a:cubicBezTo>
                    <a:pt x="882" y="572"/>
                    <a:pt x="953" y="358"/>
                    <a:pt x="929" y="144"/>
                  </a:cubicBezTo>
                  <a:cubicBezTo>
                    <a:pt x="929" y="49"/>
                    <a:pt x="834" y="1"/>
                    <a:pt x="7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96"/>
            <p:cNvSpPr/>
            <p:nvPr/>
          </p:nvSpPr>
          <p:spPr>
            <a:xfrm>
              <a:off x="7072111" y="2525060"/>
              <a:ext cx="271998" cy="270635"/>
            </a:xfrm>
            <a:custGeom>
              <a:rect b="b" l="l" r="r" t="t"/>
              <a:pathLst>
                <a:path extrusionOk="0" h="8342" w="8384">
                  <a:moveTo>
                    <a:pt x="6169" y="1"/>
                  </a:moveTo>
                  <a:cubicBezTo>
                    <a:pt x="6044" y="1"/>
                    <a:pt x="5919" y="42"/>
                    <a:pt x="5835" y="126"/>
                  </a:cubicBezTo>
                  <a:lnTo>
                    <a:pt x="5264" y="697"/>
                  </a:lnTo>
                  <a:cubicBezTo>
                    <a:pt x="5192" y="745"/>
                    <a:pt x="5192" y="840"/>
                    <a:pt x="5264" y="935"/>
                  </a:cubicBezTo>
                  <a:cubicBezTo>
                    <a:pt x="5294" y="976"/>
                    <a:pt x="5324" y="990"/>
                    <a:pt x="5356" y="990"/>
                  </a:cubicBezTo>
                  <a:cubicBezTo>
                    <a:pt x="5400" y="990"/>
                    <a:pt x="5447" y="963"/>
                    <a:pt x="5502" y="935"/>
                  </a:cubicBezTo>
                  <a:lnTo>
                    <a:pt x="6073" y="364"/>
                  </a:lnTo>
                  <a:cubicBezTo>
                    <a:pt x="6097" y="340"/>
                    <a:pt x="6139" y="328"/>
                    <a:pt x="6184" y="328"/>
                  </a:cubicBezTo>
                  <a:cubicBezTo>
                    <a:pt x="6228" y="328"/>
                    <a:pt x="6276" y="340"/>
                    <a:pt x="6312" y="364"/>
                  </a:cubicBezTo>
                  <a:lnTo>
                    <a:pt x="7169" y="1221"/>
                  </a:lnTo>
                  <a:cubicBezTo>
                    <a:pt x="7979" y="2031"/>
                    <a:pt x="8098" y="2531"/>
                    <a:pt x="8098" y="2698"/>
                  </a:cubicBezTo>
                  <a:cubicBezTo>
                    <a:pt x="8098" y="2817"/>
                    <a:pt x="8050" y="2936"/>
                    <a:pt x="7931" y="3007"/>
                  </a:cubicBezTo>
                  <a:cubicBezTo>
                    <a:pt x="7693" y="3245"/>
                    <a:pt x="7217" y="3364"/>
                    <a:pt x="6859" y="3364"/>
                  </a:cubicBezTo>
                  <a:cubicBezTo>
                    <a:pt x="6216" y="3364"/>
                    <a:pt x="5311" y="3364"/>
                    <a:pt x="4359" y="4317"/>
                  </a:cubicBezTo>
                  <a:cubicBezTo>
                    <a:pt x="3406" y="5269"/>
                    <a:pt x="3406" y="6174"/>
                    <a:pt x="3406" y="6817"/>
                  </a:cubicBezTo>
                  <a:cubicBezTo>
                    <a:pt x="3406" y="7341"/>
                    <a:pt x="3240" y="7746"/>
                    <a:pt x="3049" y="7889"/>
                  </a:cubicBezTo>
                  <a:cubicBezTo>
                    <a:pt x="2978" y="7984"/>
                    <a:pt x="2858" y="8056"/>
                    <a:pt x="2692" y="8056"/>
                  </a:cubicBezTo>
                  <a:cubicBezTo>
                    <a:pt x="2525" y="8056"/>
                    <a:pt x="2049" y="7960"/>
                    <a:pt x="1239" y="7127"/>
                  </a:cubicBezTo>
                  <a:lnTo>
                    <a:pt x="382" y="6270"/>
                  </a:lnTo>
                  <a:cubicBezTo>
                    <a:pt x="310" y="6198"/>
                    <a:pt x="310" y="6079"/>
                    <a:pt x="382" y="6032"/>
                  </a:cubicBezTo>
                  <a:lnTo>
                    <a:pt x="5049" y="1340"/>
                  </a:lnTo>
                  <a:cubicBezTo>
                    <a:pt x="5121" y="1292"/>
                    <a:pt x="5121" y="1197"/>
                    <a:pt x="5049" y="1102"/>
                  </a:cubicBezTo>
                  <a:cubicBezTo>
                    <a:pt x="5026" y="1078"/>
                    <a:pt x="4990" y="1066"/>
                    <a:pt x="4954" y="1066"/>
                  </a:cubicBezTo>
                  <a:cubicBezTo>
                    <a:pt x="4918" y="1066"/>
                    <a:pt x="4883" y="1078"/>
                    <a:pt x="4859" y="1102"/>
                  </a:cubicBezTo>
                  <a:lnTo>
                    <a:pt x="167" y="5793"/>
                  </a:lnTo>
                  <a:cubicBezTo>
                    <a:pt x="1" y="5960"/>
                    <a:pt x="1" y="6293"/>
                    <a:pt x="167" y="6460"/>
                  </a:cubicBezTo>
                  <a:lnTo>
                    <a:pt x="1025" y="7341"/>
                  </a:lnTo>
                  <a:cubicBezTo>
                    <a:pt x="1858" y="8175"/>
                    <a:pt x="2406" y="8342"/>
                    <a:pt x="2692" y="8342"/>
                  </a:cubicBezTo>
                  <a:cubicBezTo>
                    <a:pt x="2906" y="8342"/>
                    <a:pt x="3120" y="8246"/>
                    <a:pt x="3263" y="8103"/>
                  </a:cubicBezTo>
                  <a:cubicBezTo>
                    <a:pt x="3597" y="7770"/>
                    <a:pt x="3716" y="7222"/>
                    <a:pt x="3716" y="6794"/>
                  </a:cubicBezTo>
                  <a:cubicBezTo>
                    <a:pt x="3716" y="6174"/>
                    <a:pt x="3716" y="5365"/>
                    <a:pt x="4573" y="4531"/>
                  </a:cubicBezTo>
                  <a:cubicBezTo>
                    <a:pt x="5430" y="3698"/>
                    <a:pt x="6216" y="3674"/>
                    <a:pt x="6835" y="3674"/>
                  </a:cubicBezTo>
                  <a:cubicBezTo>
                    <a:pt x="7288" y="3674"/>
                    <a:pt x="7812" y="3555"/>
                    <a:pt x="8145" y="3221"/>
                  </a:cubicBezTo>
                  <a:cubicBezTo>
                    <a:pt x="8288" y="3079"/>
                    <a:pt x="8383" y="2864"/>
                    <a:pt x="8383" y="2650"/>
                  </a:cubicBezTo>
                  <a:cubicBezTo>
                    <a:pt x="8383" y="2340"/>
                    <a:pt x="8217" y="1793"/>
                    <a:pt x="7383" y="983"/>
                  </a:cubicBezTo>
                  <a:lnTo>
                    <a:pt x="6502" y="126"/>
                  </a:lnTo>
                  <a:cubicBezTo>
                    <a:pt x="6419" y="42"/>
                    <a:pt x="6294" y="1"/>
                    <a:pt x="6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96"/>
            <p:cNvSpPr/>
            <p:nvPr/>
          </p:nvSpPr>
          <p:spPr>
            <a:xfrm>
              <a:off x="7019587" y="2475033"/>
              <a:ext cx="358522" cy="351450"/>
            </a:xfrm>
            <a:custGeom>
              <a:rect b="b" l="l" r="r" t="t"/>
              <a:pathLst>
                <a:path extrusionOk="0" h="10833" w="11051">
                  <a:moveTo>
                    <a:pt x="9193" y="310"/>
                  </a:moveTo>
                  <a:cubicBezTo>
                    <a:pt x="9318" y="310"/>
                    <a:pt x="9443" y="358"/>
                    <a:pt x="9526" y="453"/>
                  </a:cubicBezTo>
                  <a:lnTo>
                    <a:pt x="10360" y="1287"/>
                  </a:lnTo>
                  <a:cubicBezTo>
                    <a:pt x="10550" y="1477"/>
                    <a:pt x="10550" y="1787"/>
                    <a:pt x="10360" y="1977"/>
                  </a:cubicBezTo>
                  <a:lnTo>
                    <a:pt x="10026" y="2311"/>
                  </a:lnTo>
                  <a:cubicBezTo>
                    <a:pt x="10074" y="2263"/>
                    <a:pt x="9145" y="1382"/>
                    <a:pt x="9050" y="1287"/>
                  </a:cubicBezTo>
                  <a:lnTo>
                    <a:pt x="8526" y="763"/>
                  </a:lnTo>
                  <a:lnTo>
                    <a:pt x="8859" y="453"/>
                  </a:lnTo>
                  <a:cubicBezTo>
                    <a:pt x="8943" y="358"/>
                    <a:pt x="9068" y="310"/>
                    <a:pt x="9193" y="310"/>
                  </a:cubicBezTo>
                  <a:close/>
                  <a:moveTo>
                    <a:pt x="881" y="8431"/>
                  </a:moveTo>
                  <a:lnTo>
                    <a:pt x="2001" y="9550"/>
                  </a:lnTo>
                  <a:cubicBezTo>
                    <a:pt x="2120" y="9717"/>
                    <a:pt x="2263" y="9836"/>
                    <a:pt x="2382" y="9955"/>
                  </a:cubicBezTo>
                  <a:lnTo>
                    <a:pt x="2072" y="10288"/>
                  </a:lnTo>
                  <a:cubicBezTo>
                    <a:pt x="1977" y="10372"/>
                    <a:pt x="1846" y="10413"/>
                    <a:pt x="1718" y="10413"/>
                  </a:cubicBezTo>
                  <a:cubicBezTo>
                    <a:pt x="1590" y="10413"/>
                    <a:pt x="1465" y="10372"/>
                    <a:pt x="1382" y="10288"/>
                  </a:cubicBezTo>
                  <a:lnTo>
                    <a:pt x="548" y="9455"/>
                  </a:lnTo>
                  <a:cubicBezTo>
                    <a:pt x="358" y="9264"/>
                    <a:pt x="358" y="8931"/>
                    <a:pt x="548" y="8764"/>
                  </a:cubicBezTo>
                  <a:lnTo>
                    <a:pt x="881" y="8431"/>
                  </a:lnTo>
                  <a:close/>
                  <a:moveTo>
                    <a:pt x="9205" y="1"/>
                  </a:moveTo>
                  <a:cubicBezTo>
                    <a:pt x="8996" y="1"/>
                    <a:pt x="8788" y="72"/>
                    <a:pt x="8645" y="215"/>
                  </a:cubicBezTo>
                  <a:lnTo>
                    <a:pt x="8312" y="548"/>
                  </a:lnTo>
                  <a:cubicBezTo>
                    <a:pt x="8152" y="442"/>
                    <a:pt x="7970" y="388"/>
                    <a:pt x="7786" y="388"/>
                  </a:cubicBezTo>
                  <a:cubicBezTo>
                    <a:pt x="7558" y="388"/>
                    <a:pt x="7330" y="472"/>
                    <a:pt x="7145" y="644"/>
                  </a:cubicBezTo>
                  <a:lnTo>
                    <a:pt x="762" y="7026"/>
                  </a:lnTo>
                  <a:cubicBezTo>
                    <a:pt x="429" y="7359"/>
                    <a:pt x="405" y="7835"/>
                    <a:pt x="667" y="8193"/>
                  </a:cubicBezTo>
                  <a:lnTo>
                    <a:pt x="334" y="8526"/>
                  </a:lnTo>
                  <a:cubicBezTo>
                    <a:pt x="0" y="8860"/>
                    <a:pt x="0" y="9360"/>
                    <a:pt x="334" y="9645"/>
                  </a:cubicBezTo>
                  <a:lnTo>
                    <a:pt x="1167" y="10479"/>
                  </a:lnTo>
                  <a:cubicBezTo>
                    <a:pt x="1310" y="10646"/>
                    <a:pt x="1524" y="10717"/>
                    <a:pt x="1739" y="10717"/>
                  </a:cubicBezTo>
                  <a:cubicBezTo>
                    <a:pt x="1953" y="10717"/>
                    <a:pt x="2144" y="10646"/>
                    <a:pt x="2310" y="10479"/>
                  </a:cubicBezTo>
                  <a:lnTo>
                    <a:pt x="2668" y="10122"/>
                  </a:lnTo>
                  <a:cubicBezTo>
                    <a:pt x="3191" y="10550"/>
                    <a:pt x="3692" y="10788"/>
                    <a:pt x="4168" y="10812"/>
                  </a:cubicBezTo>
                  <a:cubicBezTo>
                    <a:pt x="4253" y="10826"/>
                    <a:pt x="4337" y="10832"/>
                    <a:pt x="4420" y="10832"/>
                  </a:cubicBezTo>
                  <a:cubicBezTo>
                    <a:pt x="4779" y="10832"/>
                    <a:pt x="5116" y="10707"/>
                    <a:pt x="5406" y="10455"/>
                  </a:cubicBezTo>
                  <a:cubicBezTo>
                    <a:pt x="5454" y="10407"/>
                    <a:pt x="5478" y="10312"/>
                    <a:pt x="5430" y="10217"/>
                  </a:cubicBezTo>
                  <a:cubicBezTo>
                    <a:pt x="5385" y="10187"/>
                    <a:pt x="5340" y="10157"/>
                    <a:pt x="5288" y="10157"/>
                  </a:cubicBezTo>
                  <a:cubicBezTo>
                    <a:pt x="5259" y="10157"/>
                    <a:pt x="5227" y="10167"/>
                    <a:pt x="5192" y="10193"/>
                  </a:cubicBezTo>
                  <a:cubicBezTo>
                    <a:pt x="5030" y="10315"/>
                    <a:pt x="4782" y="10471"/>
                    <a:pt x="4418" y="10471"/>
                  </a:cubicBezTo>
                  <a:cubicBezTo>
                    <a:pt x="4354" y="10471"/>
                    <a:pt x="4287" y="10466"/>
                    <a:pt x="4216" y="10455"/>
                  </a:cubicBezTo>
                  <a:cubicBezTo>
                    <a:pt x="3763" y="10407"/>
                    <a:pt x="3287" y="10169"/>
                    <a:pt x="2739" y="9741"/>
                  </a:cubicBezTo>
                  <a:cubicBezTo>
                    <a:pt x="2572" y="9598"/>
                    <a:pt x="2382" y="9455"/>
                    <a:pt x="2239" y="9264"/>
                  </a:cubicBezTo>
                  <a:lnTo>
                    <a:pt x="1001" y="8026"/>
                  </a:lnTo>
                  <a:cubicBezTo>
                    <a:pt x="762" y="7788"/>
                    <a:pt x="762" y="7431"/>
                    <a:pt x="1001" y="7192"/>
                  </a:cubicBezTo>
                  <a:lnTo>
                    <a:pt x="7383" y="786"/>
                  </a:lnTo>
                  <a:cubicBezTo>
                    <a:pt x="7502" y="667"/>
                    <a:pt x="7651" y="608"/>
                    <a:pt x="7800" y="608"/>
                  </a:cubicBezTo>
                  <a:cubicBezTo>
                    <a:pt x="7948" y="608"/>
                    <a:pt x="8097" y="667"/>
                    <a:pt x="8216" y="786"/>
                  </a:cubicBezTo>
                  <a:lnTo>
                    <a:pt x="9479" y="2025"/>
                  </a:lnTo>
                  <a:cubicBezTo>
                    <a:pt x="10050" y="2596"/>
                    <a:pt x="10765" y="3430"/>
                    <a:pt x="10669" y="4287"/>
                  </a:cubicBezTo>
                  <a:cubicBezTo>
                    <a:pt x="10598" y="4859"/>
                    <a:pt x="10217" y="5168"/>
                    <a:pt x="10193" y="5168"/>
                  </a:cubicBezTo>
                  <a:cubicBezTo>
                    <a:pt x="10193" y="5168"/>
                    <a:pt x="10169" y="5168"/>
                    <a:pt x="10169" y="5192"/>
                  </a:cubicBezTo>
                  <a:cubicBezTo>
                    <a:pt x="9574" y="5787"/>
                    <a:pt x="9050" y="5787"/>
                    <a:pt x="8526" y="5787"/>
                  </a:cubicBezTo>
                  <a:cubicBezTo>
                    <a:pt x="7954" y="5787"/>
                    <a:pt x="7359" y="5787"/>
                    <a:pt x="6668" y="6478"/>
                  </a:cubicBezTo>
                  <a:cubicBezTo>
                    <a:pt x="6002" y="7145"/>
                    <a:pt x="6002" y="7740"/>
                    <a:pt x="6002" y="8312"/>
                  </a:cubicBezTo>
                  <a:cubicBezTo>
                    <a:pt x="6002" y="8788"/>
                    <a:pt x="6002" y="9241"/>
                    <a:pt x="5597" y="9741"/>
                  </a:cubicBezTo>
                  <a:cubicBezTo>
                    <a:pt x="5549" y="9812"/>
                    <a:pt x="5573" y="9931"/>
                    <a:pt x="5644" y="9979"/>
                  </a:cubicBezTo>
                  <a:cubicBezTo>
                    <a:pt x="5662" y="10005"/>
                    <a:pt x="5689" y="10015"/>
                    <a:pt x="5720" y="10015"/>
                  </a:cubicBezTo>
                  <a:cubicBezTo>
                    <a:pt x="5773" y="10015"/>
                    <a:pt x="5837" y="9985"/>
                    <a:pt x="5883" y="9955"/>
                  </a:cubicBezTo>
                  <a:cubicBezTo>
                    <a:pt x="6311" y="9360"/>
                    <a:pt x="6359" y="8860"/>
                    <a:pt x="6359" y="8336"/>
                  </a:cubicBezTo>
                  <a:cubicBezTo>
                    <a:pt x="6359" y="7812"/>
                    <a:pt x="6359" y="7312"/>
                    <a:pt x="6954" y="6740"/>
                  </a:cubicBezTo>
                  <a:cubicBezTo>
                    <a:pt x="7550" y="6145"/>
                    <a:pt x="8026" y="6145"/>
                    <a:pt x="8550" y="6145"/>
                  </a:cubicBezTo>
                  <a:cubicBezTo>
                    <a:pt x="9121" y="6145"/>
                    <a:pt x="9717" y="6145"/>
                    <a:pt x="10407" y="5454"/>
                  </a:cubicBezTo>
                  <a:cubicBezTo>
                    <a:pt x="10479" y="5406"/>
                    <a:pt x="10931" y="5049"/>
                    <a:pt x="11003" y="4382"/>
                  </a:cubicBezTo>
                  <a:cubicBezTo>
                    <a:pt x="11050" y="3811"/>
                    <a:pt x="10812" y="3192"/>
                    <a:pt x="10312" y="2501"/>
                  </a:cubicBezTo>
                  <a:lnTo>
                    <a:pt x="10598" y="2191"/>
                  </a:lnTo>
                  <a:cubicBezTo>
                    <a:pt x="10931" y="1858"/>
                    <a:pt x="10931" y="1358"/>
                    <a:pt x="10598" y="1048"/>
                  </a:cubicBezTo>
                  <a:lnTo>
                    <a:pt x="9764" y="215"/>
                  </a:lnTo>
                  <a:cubicBezTo>
                    <a:pt x="9621" y="72"/>
                    <a:pt x="9413" y="1"/>
                    <a:pt x="9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2" name="Google Shape;20852;p96"/>
          <p:cNvGrpSpPr/>
          <p:nvPr/>
        </p:nvGrpSpPr>
        <p:grpSpPr>
          <a:xfrm>
            <a:off x="6279009" y="2324969"/>
            <a:ext cx="354661" cy="351547"/>
            <a:chOff x="6280969" y="2477369"/>
            <a:chExt cx="354661" cy="351547"/>
          </a:xfrm>
        </p:grpSpPr>
        <p:sp>
          <p:nvSpPr>
            <p:cNvPr id="20853" name="Google Shape;20853;p96"/>
            <p:cNvSpPr/>
            <p:nvPr/>
          </p:nvSpPr>
          <p:spPr>
            <a:xfrm>
              <a:off x="6285608" y="2594000"/>
              <a:ext cx="242637" cy="105276"/>
            </a:xfrm>
            <a:custGeom>
              <a:rect b="b" l="l" r="r" t="t"/>
              <a:pathLst>
                <a:path extrusionOk="0" h="3245" w="7479">
                  <a:moveTo>
                    <a:pt x="3073" y="1"/>
                  </a:moveTo>
                  <a:lnTo>
                    <a:pt x="882" y="358"/>
                  </a:lnTo>
                  <a:cubicBezTo>
                    <a:pt x="691" y="382"/>
                    <a:pt x="525" y="549"/>
                    <a:pt x="477" y="715"/>
                  </a:cubicBezTo>
                  <a:lnTo>
                    <a:pt x="48" y="2644"/>
                  </a:lnTo>
                  <a:cubicBezTo>
                    <a:pt x="1" y="2763"/>
                    <a:pt x="48" y="2906"/>
                    <a:pt x="96" y="3002"/>
                  </a:cubicBezTo>
                  <a:cubicBezTo>
                    <a:pt x="200" y="3169"/>
                    <a:pt x="360" y="3244"/>
                    <a:pt x="526" y="3244"/>
                  </a:cubicBezTo>
                  <a:cubicBezTo>
                    <a:pt x="549" y="3244"/>
                    <a:pt x="573" y="3243"/>
                    <a:pt x="596" y="3240"/>
                  </a:cubicBezTo>
                  <a:lnTo>
                    <a:pt x="7264" y="2120"/>
                  </a:lnTo>
                  <a:lnTo>
                    <a:pt x="7478" y="1644"/>
                  </a:lnTo>
                  <a:lnTo>
                    <a:pt x="7097" y="1168"/>
                  </a:lnTo>
                  <a:lnTo>
                    <a:pt x="1144" y="2216"/>
                  </a:lnTo>
                  <a:lnTo>
                    <a:pt x="1358" y="1287"/>
                  </a:lnTo>
                  <a:lnTo>
                    <a:pt x="2977" y="1025"/>
                  </a:lnTo>
                  <a:lnTo>
                    <a:pt x="3216" y="1263"/>
                  </a:lnTo>
                  <a:cubicBezTo>
                    <a:pt x="3275" y="1311"/>
                    <a:pt x="3352" y="1335"/>
                    <a:pt x="3430" y="1335"/>
                  </a:cubicBezTo>
                  <a:cubicBezTo>
                    <a:pt x="3507" y="1335"/>
                    <a:pt x="3585" y="1311"/>
                    <a:pt x="3644" y="1263"/>
                  </a:cubicBezTo>
                  <a:lnTo>
                    <a:pt x="3906" y="977"/>
                  </a:lnTo>
                  <a:cubicBezTo>
                    <a:pt x="4025" y="858"/>
                    <a:pt x="4025" y="692"/>
                    <a:pt x="3906" y="573"/>
                  </a:cubicBezTo>
                  <a:lnTo>
                    <a:pt x="3501" y="144"/>
                  </a:lnTo>
                  <a:cubicBezTo>
                    <a:pt x="3382" y="25"/>
                    <a:pt x="3216" y="1"/>
                    <a:pt x="307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96"/>
            <p:cNvSpPr/>
            <p:nvPr/>
          </p:nvSpPr>
          <p:spPr>
            <a:xfrm>
              <a:off x="6515852" y="2542254"/>
              <a:ext cx="113614" cy="125196"/>
            </a:xfrm>
            <a:custGeom>
              <a:rect b="b" l="l" r="r" t="t"/>
              <a:pathLst>
                <a:path extrusionOk="0" h="3859" w="3502">
                  <a:moveTo>
                    <a:pt x="2548" y="0"/>
                  </a:moveTo>
                  <a:cubicBezTo>
                    <a:pt x="2382" y="0"/>
                    <a:pt x="2263" y="119"/>
                    <a:pt x="2263" y="286"/>
                  </a:cubicBezTo>
                  <a:lnTo>
                    <a:pt x="2263" y="715"/>
                  </a:lnTo>
                  <a:lnTo>
                    <a:pt x="1167" y="2429"/>
                  </a:lnTo>
                  <a:lnTo>
                    <a:pt x="119" y="2620"/>
                  </a:lnTo>
                  <a:cubicBezTo>
                    <a:pt x="24" y="2620"/>
                    <a:pt x="0" y="2691"/>
                    <a:pt x="0" y="2763"/>
                  </a:cubicBezTo>
                  <a:lnTo>
                    <a:pt x="167" y="3739"/>
                  </a:lnTo>
                  <a:cubicBezTo>
                    <a:pt x="167" y="3835"/>
                    <a:pt x="262" y="3858"/>
                    <a:pt x="334" y="3858"/>
                  </a:cubicBezTo>
                  <a:lnTo>
                    <a:pt x="1644" y="3644"/>
                  </a:lnTo>
                  <a:cubicBezTo>
                    <a:pt x="1763" y="3620"/>
                    <a:pt x="1882" y="3573"/>
                    <a:pt x="1953" y="3477"/>
                  </a:cubicBezTo>
                  <a:lnTo>
                    <a:pt x="2072" y="3358"/>
                  </a:lnTo>
                  <a:lnTo>
                    <a:pt x="3430" y="1215"/>
                  </a:lnTo>
                  <a:cubicBezTo>
                    <a:pt x="3477" y="1120"/>
                    <a:pt x="3501" y="1001"/>
                    <a:pt x="3501" y="882"/>
                  </a:cubicBezTo>
                  <a:lnTo>
                    <a:pt x="3501" y="286"/>
                  </a:lnTo>
                  <a:cubicBezTo>
                    <a:pt x="3501" y="119"/>
                    <a:pt x="3382" y="0"/>
                    <a:pt x="3215"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96"/>
            <p:cNvSpPr/>
            <p:nvPr/>
          </p:nvSpPr>
          <p:spPr>
            <a:xfrm>
              <a:off x="6406910" y="2637278"/>
              <a:ext cx="81917" cy="45614"/>
            </a:xfrm>
            <a:custGeom>
              <a:rect b="b" l="l" r="r" t="t"/>
              <a:pathLst>
                <a:path extrusionOk="0" h="1406" w="2525">
                  <a:moveTo>
                    <a:pt x="2525" y="1"/>
                  </a:moveTo>
                  <a:lnTo>
                    <a:pt x="167" y="405"/>
                  </a:lnTo>
                  <a:lnTo>
                    <a:pt x="0" y="1406"/>
                  </a:lnTo>
                  <a:lnTo>
                    <a:pt x="2334" y="1025"/>
                  </a:lnTo>
                  <a:lnTo>
                    <a:pt x="2525"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96"/>
            <p:cNvSpPr/>
            <p:nvPr/>
          </p:nvSpPr>
          <p:spPr>
            <a:xfrm>
              <a:off x="6407689" y="2579336"/>
              <a:ext cx="105860" cy="242151"/>
            </a:xfrm>
            <a:custGeom>
              <a:rect b="b" l="l" r="r" t="t"/>
              <a:pathLst>
                <a:path extrusionOk="0" h="7464" w="3263">
                  <a:moveTo>
                    <a:pt x="1620" y="0"/>
                  </a:moveTo>
                  <a:lnTo>
                    <a:pt x="1143" y="215"/>
                  </a:lnTo>
                  <a:lnTo>
                    <a:pt x="24" y="6883"/>
                  </a:lnTo>
                  <a:cubicBezTo>
                    <a:pt x="0" y="7097"/>
                    <a:pt x="72" y="7264"/>
                    <a:pt x="262" y="7383"/>
                  </a:cubicBezTo>
                  <a:cubicBezTo>
                    <a:pt x="334" y="7437"/>
                    <a:pt x="432" y="7463"/>
                    <a:pt x="527" y="7463"/>
                  </a:cubicBezTo>
                  <a:cubicBezTo>
                    <a:pt x="558" y="7463"/>
                    <a:pt x="590" y="7460"/>
                    <a:pt x="619" y="7454"/>
                  </a:cubicBezTo>
                  <a:lnTo>
                    <a:pt x="2548" y="7002"/>
                  </a:lnTo>
                  <a:cubicBezTo>
                    <a:pt x="2739" y="6978"/>
                    <a:pt x="2882" y="6788"/>
                    <a:pt x="2906" y="6621"/>
                  </a:cubicBezTo>
                  <a:lnTo>
                    <a:pt x="3263" y="4406"/>
                  </a:lnTo>
                  <a:cubicBezTo>
                    <a:pt x="3263" y="4263"/>
                    <a:pt x="3239" y="4120"/>
                    <a:pt x="3120" y="4001"/>
                  </a:cubicBezTo>
                  <a:lnTo>
                    <a:pt x="2715" y="3573"/>
                  </a:lnTo>
                  <a:cubicBezTo>
                    <a:pt x="2656" y="3513"/>
                    <a:pt x="2578" y="3483"/>
                    <a:pt x="2501" y="3483"/>
                  </a:cubicBezTo>
                  <a:cubicBezTo>
                    <a:pt x="2423" y="3483"/>
                    <a:pt x="2346" y="3513"/>
                    <a:pt x="2286" y="3573"/>
                  </a:cubicBezTo>
                  <a:lnTo>
                    <a:pt x="2025" y="3858"/>
                  </a:lnTo>
                  <a:cubicBezTo>
                    <a:pt x="1905" y="3977"/>
                    <a:pt x="1905" y="4144"/>
                    <a:pt x="2025" y="4263"/>
                  </a:cubicBezTo>
                  <a:lnTo>
                    <a:pt x="2263" y="4501"/>
                  </a:lnTo>
                  <a:lnTo>
                    <a:pt x="2001" y="6145"/>
                  </a:lnTo>
                  <a:lnTo>
                    <a:pt x="1072" y="6359"/>
                  </a:lnTo>
                  <a:lnTo>
                    <a:pt x="1072" y="6359"/>
                  </a:lnTo>
                  <a:lnTo>
                    <a:pt x="2096" y="405"/>
                  </a:lnTo>
                  <a:lnTo>
                    <a:pt x="1620" y="0"/>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96"/>
            <p:cNvSpPr/>
            <p:nvPr/>
          </p:nvSpPr>
          <p:spPr>
            <a:xfrm>
              <a:off x="6440132" y="2480451"/>
              <a:ext cx="125974" cy="112835"/>
            </a:xfrm>
            <a:custGeom>
              <a:rect b="b" l="l" r="r" t="t"/>
              <a:pathLst>
                <a:path extrusionOk="0" h="3478" w="3883">
                  <a:moveTo>
                    <a:pt x="2977" y="0"/>
                  </a:moveTo>
                  <a:cubicBezTo>
                    <a:pt x="2858" y="0"/>
                    <a:pt x="2739" y="24"/>
                    <a:pt x="2644" y="72"/>
                  </a:cubicBezTo>
                  <a:lnTo>
                    <a:pt x="548" y="1429"/>
                  </a:lnTo>
                  <a:cubicBezTo>
                    <a:pt x="477" y="1453"/>
                    <a:pt x="453" y="1477"/>
                    <a:pt x="405" y="1501"/>
                  </a:cubicBezTo>
                  <a:cubicBezTo>
                    <a:pt x="310" y="1596"/>
                    <a:pt x="239" y="1715"/>
                    <a:pt x="215" y="1834"/>
                  </a:cubicBezTo>
                  <a:lnTo>
                    <a:pt x="0" y="3144"/>
                  </a:lnTo>
                  <a:cubicBezTo>
                    <a:pt x="0" y="3215"/>
                    <a:pt x="48" y="3287"/>
                    <a:pt x="120" y="3287"/>
                  </a:cubicBezTo>
                  <a:lnTo>
                    <a:pt x="1096" y="3477"/>
                  </a:lnTo>
                  <a:cubicBezTo>
                    <a:pt x="1167" y="3477"/>
                    <a:pt x="1263" y="3453"/>
                    <a:pt x="1263" y="3358"/>
                  </a:cubicBezTo>
                  <a:lnTo>
                    <a:pt x="1429" y="2310"/>
                  </a:lnTo>
                  <a:lnTo>
                    <a:pt x="3168" y="1215"/>
                  </a:lnTo>
                  <a:lnTo>
                    <a:pt x="3573" y="1215"/>
                  </a:lnTo>
                  <a:cubicBezTo>
                    <a:pt x="3763" y="1215"/>
                    <a:pt x="3882" y="1096"/>
                    <a:pt x="3882" y="905"/>
                  </a:cubicBezTo>
                  <a:lnTo>
                    <a:pt x="3882" y="286"/>
                  </a:lnTo>
                  <a:cubicBezTo>
                    <a:pt x="3882" y="96"/>
                    <a:pt x="3763" y="0"/>
                    <a:pt x="3573"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96"/>
            <p:cNvSpPr/>
            <p:nvPr/>
          </p:nvSpPr>
          <p:spPr>
            <a:xfrm>
              <a:off x="6442435" y="2655446"/>
              <a:ext cx="10868" cy="9863"/>
            </a:xfrm>
            <a:custGeom>
              <a:rect b="b" l="l" r="r" t="t"/>
              <a:pathLst>
                <a:path extrusionOk="0" h="304" w="335">
                  <a:moveTo>
                    <a:pt x="165" y="0"/>
                  </a:moveTo>
                  <a:cubicBezTo>
                    <a:pt x="126" y="0"/>
                    <a:pt x="84" y="12"/>
                    <a:pt x="49" y="36"/>
                  </a:cubicBezTo>
                  <a:cubicBezTo>
                    <a:pt x="1" y="107"/>
                    <a:pt x="1" y="203"/>
                    <a:pt x="49" y="250"/>
                  </a:cubicBezTo>
                  <a:cubicBezTo>
                    <a:pt x="84" y="286"/>
                    <a:pt x="126" y="304"/>
                    <a:pt x="165" y="304"/>
                  </a:cubicBezTo>
                  <a:cubicBezTo>
                    <a:pt x="203" y="304"/>
                    <a:pt x="239" y="286"/>
                    <a:pt x="263" y="250"/>
                  </a:cubicBezTo>
                  <a:cubicBezTo>
                    <a:pt x="334" y="226"/>
                    <a:pt x="334" y="107"/>
                    <a:pt x="263" y="36"/>
                  </a:cubicBezTo>
                  <a:cubicBezTo>
                    <a:pt x="239" y="12"/>
                    <a:pt x="203" y="0"/>
                    <a:pt x="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96"/>
            <p:cNvSpPr/>
            <p:nvPr/>
          </p:nvSpPr>
          <p:spPr>
            <a:xfrm>
              <a:off x="6280969" y="2477369"/>
              <a:ext cx="354661" cy="351547"/>
            </a:xfrm>
            <a:custGeom>
              <a:rect b="b" l="l" r="r" t="t"/>
              <a:pathLst>
                <a:path extrusionOk="0" h="10836" w="10932">
                  <a:moveTo>
                    <a:pt x="10431" y="2167"/>
                  </a:moveTo>
                  <a:cubicBezTo>
                    <a:pt x="10455" y="2167"/>
                    <a:pt x="10479" y="2167"/>
                    <a:pt x="10503" y="2191"/>
                  </a:cubicBezTo>
                  <a:cubicBezTo>
                    <a:pt x="10527" y="2239"/>
                    <a:pt x="10574" y="2262"/>
                    <a:pt x="10574" y="2310"/>
                  </a:cubicBezTo>
                  <a:lnTo>
                    <a:pt x="10574" y="2905"/>
                  </a:lnTo>
                  <a:cubicBezTo>
                    <a:pt x="10574" y="3001"/>
                    <a:pt x="10551" y="3096"/>
                    <a:pt x="10503" y="3143"/>
                  </a:cubicBezTo>
                  <a:lnTo>
                    <a:pt x="9169" y="5287"/>
                  </a:lnTo>
                  <a:cubicBezTo>
                    <a:pt x="9122" y="5382"/>
                    <a:pt x="8955" y="5501"/>
                    <a:pt x="8836" y="5501"/>
                  </a:cubicBezTo>
                  <a:lnTo>
                    <a:pt x="7574" y="5715"/>
                  </a:lnTo>
                  <a:lnTo>
                    <a:pt x="7407" y="4787"/>
                  </a:lnTo>
                  <a:lnTo>
                    <a:pt x="8407" y="4620"/>
                  </a:lnTo>
                  <a:cubicBezTo>
                    <a:pt x="8455" y="4620"/>
                    <a:pt x="8479" y="4572"/>
                    <a:pt x="8526" y="4549"/>
                  </a:cubicBezTo>
                  <a:lnTo>
                    <a:pt x="9598" y="2834"/>
                  </a:lnTo>
                  <a:cubicBezTo>
                    <a:pt x="9622" y="2786"/>
                    <a:pt x="9622" y="2762"/>
                    <a:pt x="9622" y="2739"/>
                  </a:cubicBezTo>
                  <a:lnTo>
                    <a:pt x="9622" y="2310"/>
                  </a:lnTo>
                  <a:cubicBezTo>
                    <a:pt x="9622" y="2239"/>
                    <a:pt x="9669" y="2167"/>
                    <a:pt x="9765" y="2167"/>
                  </a:cubicBezTo>
                  <a:close/>
                  <a:moveTo>
                    <a:pt x="7121" y="5001"/>
                  </a:moveTo>
                  <a:lnTo>
                    <a:pt x="7240" y="5620"/>
                  </a:lnTo>
                  <a:lnTo>
                    <a:pt x="5740" y="5882"/>
                  </a:lnTo>
                  <a:lnTo>
                    <a:pt x="5740" y="5882"/>
                  </a:lnTo>
                  <a:lnTo>
                    <a:pt x="5859" y="5215"/>
                  </a:lnTo>
                  <a:lnTo>
                    <a:pt x="7121" y="5001"/>
                  </a:lnTo>
                  <a:close/>
                  <a:moveTo>
                    <a:pt x="5192" y="3596"/>
                  </a:moveTo>
                  <a:lnTo>
                    <a:pt x="5811" y="3715"/>
                  </a:lnTo>
                  <a:cubicBezTo>
                    <a:pt x="5811" y="3715"/>
                    <a:pt x="4835" y="9478"/>
                    <a:pt x="4835" y="9526"/>
                  </a:cubicBezTo>
                  <a:cubicBezTo>
                    <a:pt x="4835" y="9526"/>
                    <a:pt x="4835" y="9573"/>
                    <a:pt x="4883" y="9621"/>
                  </a:cubicBezTo>
                  <a:cubicBezTo>
                    <a:pt x="4900" y="9638"/>
                    <a:pt x="4940" y="9655"/>
                    <a:pt x="4979" y="9655"/>
                  </a:cubicBezTo>
                  <a:cubicBezTo>
                    <a:pt x="4996" y="9655"/>
                    <a:pt x="5012" y="9652"/>
                    <a:pt x="5026" y="9645"/>
                  </a:cubicBezTo>
                  <a:lnTo>
                    <a:pt x="5954" y="9430"/>
                  </a:lnTo>
                  <a:cubicBezTo>
                    <a:pt x="6026" y="9430"/>
                    <a:pt x="6073" y="9383"/>
                    <a:pt x="6073" y="9311"/>
                  </a:cubicBezTo>
                  <a:lnTo>
                    <a:pt x="6335" y="7668"/>
                  </a:lnTo>
                  <a:cubicBezTo>
                    <a:pt x="6335" y="7621"/>
                    <a:pt x="6335" y="7597"/>
                    <a:pt x="6312" y="7525"/>
                  </a:cubicBezTo>
                  <a:lnTo>
                    <a:pt x="6073" y="7287"/>
                  </a:lnTo>
                  <a:cubicBezTo>
                    <a:pt x="6026" y="7240"/>
                    <a:pt x="6026" y="7168"/>
                    <a:pt x="6073" y="7120"/>
                  </a:cubicBezTo>
                  <a:lnTo>
                    <a:pt x="6335" y="6835"/>
                  </a:lnTo>
                  <a:cubicBezTo>
                    <a:pt x="6371" y="6811"/>
                    <a:pt x="6401" y="6799"/>
                    <a:pt x="6431" y="6799"/>
                  </a:cubicBezTo>
                  <a:cubicBezTo>
                    <a:pt x="6460" y="6799"/>
                    <a:pt x="6490" y="6811"/>
                    <a:pt x="6526" y="6835"/>
                  </a:cubicBezTo>
                  <a:lnTo>
                    <a:pt x="6931" y="7263"/>
                  </a:lnTo>
                  <a:cubicBezTo>
                    <a:pt x="7002" y="7311"/>
                    <a:pt x="7050" y="7430"/>
                    <a:pt x="7026" y="7549"/>
                  </a:cubicBezTo>
                  <a:lnTo>
                    <a:pt x="6669" y="9764"/>
                  </a:lnTo>
                  <a:cubicBezTo>
                    <a:pt x="6645" y="9883"/>
                    <a:pt x="6550" y="10002"/>
                    <a:pt x="6431" y="10026"/>
                  </a:cubicBezTo>
                  <a:lnTo>
                    <a:pt x="4502" y="10478"/>
                  </a:lnTo>
                  <a:cubicBezTo>
                    <a:pt x="4479" y="10483"/>
                    <a:pt x="4456" y="10485"/>
                    <a:pt x="4434" y="10485"/>
                  </a:cubicBezTo>
                  <a:cubicBezTo>
                    <a:pt x="4225" y="10485"/>
                    <a:pt x="4051" y="10293"/>
                    <a:pt x="4073" y="10121"/>
                  </a:cubicBezTo>
                  <a:lnTo>
                    <a:pt x="5192" y="3596"/>
                  </a:lnTo>
                  <a:close/>
                  <a:moveTo>
                    <a:pt x="7979" y="0"/>
                  </a:moveTo>
                  <a:cubicBezTo>
                    <a:pt x="7836" y="0"/>
                    <a:pt x="7693" y="24"/>
                    <a:pt x="7574" y="119"/>
                  </a:cubicBezTo>
                  <a:lnTo>
                    <a:pt x="7097" y="405"/>
                  </a:lnTo>
                  <a:cubicBezTo>
                    <a:pt x="7002" y="476"/>
                    <a:pt x="7002" y="572"/>
                    <a:pt x="7026" y="619"/>
                  </a:cubicBezTo>
                  <a:cubicBezTo>
                    <a:pt x="7074" y="683"/>
                    <a:pt x="7121" y="704"/>
                    <a:pt x="7169" y="704"/>
                  </a:cubicBezTo>
                  <a:cubicBezTo>
                    <a:pt x="7193" y="704"/>
                    <a:pt x="7216" y="699"/>
                    <a:pt x="7240" y="691"/>
                  </a:cubicBezTo>
                  <a:lnTo>
                    <a:pt x="7717" y="381"/>
                  </a:lnTo>
                  <a:cubicBezTo>
                    <a:pt x="7812" y="333"/>
                    <a:pt x="7859" y="333"/>
                    <a:pt x="7955" y="333"/>
                  </a:cubicBezTo>
                  <a:lnTo>
                    <a:pt x="8550" y="333"/>
                  </a:lnTo>
                  <a:cubicBezTo>
                    <a:pt x="8622" y="333"/>
                    <a:pt x="8693" y="381"/>
                    <a:pt x="8693" y="476"/>
                  </a:cubicBezTo>
                  <a:lnTo>
                    <a:pt x="8693" y="1119"/>
                  </a:lnTo>
                  <a:cubicBezTo>
                    <a:pt x="8693" y="1119"/>
                    <a:pt x="8622" y="1286"/>
                    <a:pt x="8550" y="1286"/>
                  </a:cubicBezTo>
                  <a:lnTo>
                    <a:pt x="8121" y="1286"/>
                  </a:lnTo>
                  <a:cubicBezTo>
                    <a:pt x="8098" y="1286"/>
                    <a:pt x="8074" y="1286"/>
                    <a:pt x="8050" y="1310"/>
                  </a:cubicBezTo>
                  <a:lnTo>
                    <a:pt x="6312" y="2405"/>
                  </a:lnTo>
                  <a:cubicBezTo>
                    <a:pt x="6288" y="2429"/>
                    <a:pt x="6264" y="2477"/>
                    <a:pt x="6264" y="2524"/>
                  </a:cubicBezTo>
                  <a:lnTo>
                    <a:pt x="6073" y="3548"/>
                  </a:lnTo>
                  <a:lnTo>
                    <a:pt x="5145" y="3382"/>
                  </a:lnTo>
                  <a:lnTo>
                    <a:pt x="5359" y="2119"/>
                  </a:lnTo>
                  <a:cubicBezTo>
                    <a:pt x="5383" y="2000"/>
                    <a:pt x="5454" y="1881"/>
                    <a:pt x="5573" y="1786"/>
                  </a:cubicBezTo>
                  <a:lnTo>
                    <a:pt x="6693" y="1072"/>
                  </a:lnTo>
                  <a:cubicBezTo>
                    <a:pt x="6788" y="1000"/>
                    <a:pt x="6788" y="929"/>
                    <a:pt x="6764" y="857"/>
                  </a:cubicBezTo>
                  <a:cubicBezTo>
                    <a:pt x="6722" y="802"/>
                    <a:pt x="6680" y="778"/>
                    <a:pt x="6638" y="778"/>
                  </a:cubicBezTo>
                  <a:cubicBezTo>
                    <a:pt x="6609" y="778"/>
                    <a:pt x="6579" y="790"/>
                    <a:pt x="6550" y="810"/>
                  </a:cubicBezTo>
                  <a:lnTo>
                    <a:pt x="5430" y="1524"/>
                  </a:lnTo>
                  <a:cubicBezTo>
                    <a:pt x="5240" y="1596"/>
                    <a:pt x="5097" y="1834"/>
                    <a:pt x="5073" y="2048"/>
                  </a:cubicBezTo>
                  <a:lnTo>
                    <a:pt x="4859" y="3358"/>
                  </a:lnTo>
                  <a:cubicBezTo>
                    <a:pt x="4835" y="3453"/>
                    <a:pt x="4883" y="3572"/>
                    <a:pt x="4954" y="3620"/>
                  </a:cubicBezTo>
                  <a:lnTo>
                    <a:pt x="4668" y="5239"/>
                  </a:lnTo>
                  <a:lnTo>
                    <a:pt x="1572" y="5763"/>
                  </a:lnTo>
                  <a:lnTo>
                    <a:pt x="1739" y="5168"/>
                  </a:lnTo>
                  <a:lnTo>
                    <a:pt x="3168" y="4930"/>
                  </a:lnTo>
                  <a:lnTo>
                    <a:pt x="3335" y="5120"/>
                  </a:lnTo>
                  <a:cubicBezTo>
                    <a:pt x="3430" y="5203"/>
                    <a:pt x="3543" y="5245"/>
                    <a:pt x="3653" y="5245"/>
                  </a:cubicBezTo>
                  <a:cubicBezTo>
                    <a:pt x="3763" y="5245"/>
                    <a:pt x="3871" y="5203"/>
                    <a:pt x="3954" y="5120"/>
                  </a:cubicBezTo>
                  <a:lnTo>
                    <a:pt x="4240" y="4858"/>
                  </a:lnTo>
                  <a:cubicBezTo>
                    <a:pt x="4406" y="4668"/>
                    <a:pt x="4406" y="4406"/>
                    <a:pt x="4240" y="4215"/>
                  </a:cubicBezTo>
                  <a:lnTo>
                    <a:pt x="3811" y="3810"/>
                  </a:lnTo>
                  <a:cubicBezTo>
                    <a:pt x="3686" y="3686"/>
                    <a:pt x="3507" y="3615"/>
                    <a:pt x="3321" y="3615"/>
                  </a:cubicBezTo>
                  <a:cubicBezTo>
                    <a:pt x="3294" y="3615"/>
                    <a:pt x="3267" y="3617"/>
                    <a:pt x="3239" y="3620"/>
                  </a:cubicBezTo>
                  <a:lnTo>
                    <a:pt x="1049" y="3977"/>
                  </a:lnTo>
                  <a:cubicBezTo>
                    <a:pt x="787" y="4025"/>
                    <a:pt x="596" y="4215"/>
                    <a:pt x="548" y="4453"/>
                  </a:cubicBezTo>
                  <a:lnTo>
                    <a:pt x="96" y="6406"/>
                  </a:lnTo>
                  <a:cubicBezTo>
                    <a:pt x="1" y="6787"/>
                    <a:pt x="310" y="7192"/>
                    <a:pt x="715" y="7192"/>
                  </a:cubicBezTo>
                  <a:cubicBezTo>
                    <a:pt x="691" y="7049"/>
                    <a:pt x="1620" y="6906"/>
                    <a:pt x="1620" y="6906"/>
                  </a:cubicBezTo>
                  <a:cubicBezTo>
                    <a:pt x="1692" y="6906"/>
                    <a:pt x="1763" y="6811"/>
                    <a:pt x="1739" y="6716"/>
                  </a:cubicBezTo>
                  <a:cubicBezTo>
                    <a:pt x="1739" y="6637"/>
                    <a:pt x="1674" y="6591"/>
                    <a:pt x="1597" y="6591"/>
                  </a:cubicBezTo>
                  <a:cubicBezTo>
                    <a:pt x="1581" y="6591"/>
                    <a:pt x="1565" y="6592"/>
                    <a:pt x="1549" y="6597"/>
                  </a:cubicBezTo>
                  <a:lnTo>
                    <a:pt x="691" y="6739"/>
                  </a:lnTo>
                  <a:cubicBezTo>
                    <a:pt x="669" y="6744"/>
                    <a:pt x="647" y="6746"/>
                    <a:pt x="625" y="6746"/>
                  </a:cubicBezTo>
                  <a:cubicBezTo>
                    <a:pt x="419" y="6746"/>
                    <a:pt x="269" y="6550"/>
                    <a:pt x="334" y="6335"/>
                  </a:cubicBezTo>
                  <a:lnTo>
                    <a:pt x="787" y="4406"/>
                  </a:lnTo>
                  <a:cubicBezTo>
                    <a:pt x="810" y="4287"/>
                    <a:pt x="882" y="4191"/>
                    <a:pt x="1049" y="4168"/>
                  </a:cubicBezTo>
                  <a:lnTo>
                    <a:pt x="3239" y="3810"/>
                  </a:lnTo>
                  <a:cubicBezTo>
                    <a:pt x="3261" y="3800"/>
                    <a:pt x="3284" y="3795"/>
                    <a:pt x="3307" y="3795"/>
                  </a:cubicBezTo>
                  <a:cubicBezTo>
                    <a:pt x="3387" y="3795"/>
                    <a:pt x="3475" y="3850"/>
                    <a:pt x="3549" y="3906"/>
                  </a:cubicBezTo>
                  <a:lnTo>
                    <a:pt x="3954" y="4310"/>
                  </a:lnTo>
                  <a:cubicBezTo>
                    <a:pt x="4025" y="4358"/>
                    <a:pt x="4025" y="4429"/>
                    <a:pt x="3954" y="4501"/>
                  </a:cubicBezTo>
                  <a:lnTo>
                    <a:pt x="3692" y="4763"/>
                  </a:lnTo>
                  <a:cubicBezTo>
                    <a:pt x="3656" y="4787"/>
                    <a:pt x="3626" y="4799"/>
                    <a:pt x="3597" y="4799"/>
                  </a:cubicBezTo>
                  <a:cubicBezTo>
                    <a:pt x="3567" y="4799"/>
                    <a:pt x="3537" y="4787"/>
                    <a:pt x="3501" y="4763"/>
                  </a:cubicBezTo>
                  <a:lnTo>
                    <a:pt x="3263" y="4525"/>
                  </a:lnTo>
                  <a:cubicBezTo>
                    <a:pt x="3246" y="4490"/>
                    <a:pt x="3216" y="4468"/>
                    <a:pt x="3173" y="4468"/>
                  </a:cubicBezTo>
                  <a:cubicBezTo>
                    <a:pt x="3157" y="4468"/>
                    <a:pt x="3140" y="4471"/>
                    <a:pt x="3120" y="4477"/>
                  </a:cubicBezTo>
                  <a:lnTo>
                    <a:pt x="1477" y="4763"/>
                  </a:lnTo>
                  <a:cubicBezTo>
                    <a:pt x="1430" y="4763"/>
                    <a:pt x="1382" y="4811"/>
                    <a:pt x="1382" y="4882"/>
                  </a:cubicBezTo>
                  <a:lnTo>
                    <a:pt x="1168" y="5787"/>
                  </a:lnTo>
                  <a:cubicBezTo>
                    <a:pt x="1120" y="5906"/>
                    <a:pt x="1215" y="6001"/>
                    <a:pt x="1334" y="6001"/>
                  </a:cubicBezTo>
                  <a:lnTo>
                    <a:pt x="4549" y="5477"/>
                  </a:lnTo>
                  <a:lnTo>
                    <a:pt x="4430" y="6144"/>
                  </a:lnTo>
                  <a:lnTo>
                    <a:pt x="2192" y="6549"/>
                  </a:lnTo>
                  <a:cubicBezTo>
                    <a:pt x="2120" y="6549"/>
                    <a:pt x="2049" y="6620"/>
                    <a:pt x="2073" y="6716"/>
                  </a:cubicBezTo>
                  <a:cubicBezTo>
                    <a:pt x="2073" y="6795"/>
                    <a:pt x="2138" y="6841"/>
                    <a:pt x="2215" y="6841"/>
                  </a:cubicBezTo>
                  <a:cubicBezTo>
                    <a:pt x="2230" y="6841"/>
                    <a:pt x="2247" y="6839"/>
                    <a:pt x="2263" y="6835"/>
                  </a:cubicBezTo>
                  <a:lnTo>
                    <a:pt x="4383" y="6478"/>
                  </a:lnTo>
                  <a:lnTo>
                    <a:pt x="3787" y="10073"/>
                  </a:lnTo>
                  <a:cubicBezTo>
                    <a:pt x="3763" y="10359"/>
                    <a:pt x="3835" y="10597"/>
                    <a:pt x="4073" y="10740"/>
                  </a:cubicBezTo>
                  <a:cubicBezTo>
                    <a:pt x="4168" y="10788"/>
                    <a:pt x="4287" y="10836"/>
                    <a:pt x="4406" y="10836"/>
                  </a:cubicBezTo>
                  <a:cubicBezTo>
                    <a:pt x="4478" y="10836"/>
                    <a:pt x="4525" y="10836"/>
                    <a:pt x="4549" y="10788"/>
                  </a:cubicBezTo>
                  <a:lnTo>
                    <a:pt x="6502" y="10359"/>
                  </a:lnTo>
                  <a:cubicBezTo>
                    <a:pt x="6740" y="10288"/>
                    <a:pt x="6931" y="10073"/>
                    <a:pt x="6978" y="9835"/>
                  </a:cubicBezTo>
                  <a:lnTo>
                    <a:pt x="7336" y="7644"/>
                  </a:lnTo>
                  <a:cubicBezTo>
                    <a:pt x="7359" y="7430"/>
                    <a:pt x="7288" y="7240"/>
                    <a:pt x="7145" y="7073"/>
                  </a:cubicBezTo>
                  <a:lnTo>
                    <a:pt x="6740" y="6668"/>
                  </a:lnTo>
                  <a:cubicBezTo>
                    <a:pt x="6645" y="6573"/>
                    <a:pt x="6532" y="6525"/>
                    <a:pt x="6419" y="6525"/>
                  </a:cubicBezTo>
                  <a:cubicBezTo>
                    <a:pt x="6306" y="6525"/>
                    <a:pt x="6192" y="6573"/>
                    <a:pt x="6097" y="6668"/>
                  </a:cubicBezTo>
                  <a:lnTo>
                    <a:pt x="5835" y="6930"/>
                  </a:lnTo>
                  <a:cubicBezTo>
                    <a:pt x="5669" y="7120"/>
                    <a:pt x="5669" y="7382"/>
                    <a:pt x="5835" y="7549"/>
                  </a:cubicBezTo>
                  <a:lnTo>
                    <a:pt x="6026" y="7740"/>
                  </a:lnTo>
                  <a:lnTo>
                    <a:pt x="5788" y="9169"/>
                  </a:lnTo>
                  <a:lnTo>
                    <a:pt x="5192" y="9311"/>
                  </a:lnTo>
                  <a:lnTo>
                    <a:pt x="5192" y="9311"/>
                  </a:lnTo>
                  <a:lnTo>
                    <a:pt x="5716" y="6216"/>
                  </a:lnTo>
                  <a:lnTo>
                    <a:pt x="7336" y="5954"/>
                  </a:lnTo>
                  <a:cubicBezTo>
                    <a:pt x="7383" y="6001"/>
                    <a:pt x="7478" y="6073"/>
                    <a:pt x="7574" y="6073"/>
                  </a:cubicBezTo>
                  <a:lnTo>
                    <a:pt x="7621" y="6073"/>
                  </a:lnTo>
                  <a:lnTo>
                    <a:pt x="8931" y="5858"/>
                  </a:lnTo>
                  <a:cubicBezTo>
                    <a:pt x="9145" y="5835"/>
                    <a:pt x="9360" y="5692"/>
                    <a:pt x="9479" y="5501"/>
                  </a:cubicBezTo>
                  <a:lnTo>
                    <a:pt x="10812" y="3358"/>
                  </a:lnTo>
                  <a:cubicBezTo>
                    <a:pt x="10908" y="3239"/>
                    <a:pt x="10932" y="3096"/>
                    <a:pt x="10932" y="2953"/>
                  </a:cubicBezTo>
                  <a:lnTo>
                    <a:pt x="10932" y="2358"/>
                  </a:lnTo>
                  <a:cubicBezTo>
                    <a:pt x="10932" y="2119"/>
                    <a:pt x="10479" y="1881"/>
                    <a:pt x="10479" y="1881"/>
                  </a:cubicBezTo>
                  <a:lnTo>
                    <a:pt x="9812" y="1881"/>
                  </a:lnTo>
                  <a:cubicBezTo>
                    <a:pt x="9812" y="1881"/>
                    <a:pt x="9384" y="2072"/>
                    <a:pt x="9384" y="2358"/>
                  </a:cubicBezTo>
                  <a:lnTo>
                    <a:pt x="9384" y="2739"/>
                  </a:lnTo>
                  <a:lnTo>
                    <a:pt x="8336" y="4382"/>
                  </a:lnTo>
                  <a:lnTo>
                    <a:pt x="7383" y="4525"/>
                  </a:lnTo>
                  <a:cubicBezTo>
                    <a:pt x="7288" y="4549"/>
                    <a:pt x="7193" y="4620"/>
                    <a:pt x="7145" y="4691"/>
                  </a:cubicBezTo>
                  <a:lnTo>
                    <a:pt x="5978" y="4906"/>
                  </a:lnTo>
                  <a:lnTo>
                    <a:pt x="6192" y="3739"/>
                  </a:lnTo>
                  <a:cubicBezTo>
                    <a:pt x="6216" y="3739"/>
                    <a:pt x="6264" y="3715"/>
                    <a:pt x="6264" y="3715"/>
                  </a:cubicBezTo>
                  <a:cubicBezTo>
                    <a:pt x="6312" y="3667"/>
                    <a:pt x="6383" y="3596"/>
                    <a:pt x="6383" y="3548"/>
                  </a:cubicBezTo>
                  <a:lnTo>
                    <a:pt x="6526" y="2596"/>
                  </a:lnTo>
                  <a:lnTo>
                    <a:pt x="8169" y="1548"/>
                  </a:lnTo>
                  <a:lnTo>
                    <a:pt x="8550" y="1548"/>
                  </a:lnTo>
                  <a:cubicBezTo>
                    <a:pt x="8788" y="1548"/>
                    <a:pt x="9026" y="1095"/>
                    <a:pt x="9026" y="1095"/>
                  </a:cubicBezTo>
                  <a:lnTo>
                    <a:pt x="9026" y="452"/>
                  </a:lnTo>
                  <a:cubicBezTo>
                    <a:pt x="9026" y="214"/>
                    <a:pt x="8812" y="0"/>
                    <a:pt x="8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0" name="Google Shape;20860;p96"/>
          <p:cNvGrpSpPr/>
          <p:nvPr/>
        </p:nvGrpSpPr>
        <p:grpSpPr>
          <a:xfrm>
            <a:off x="5514923" y="2364225"/>
            <a:ext cx="354661" cy="267488"/>
            <a:chOff x="5516883" y="2516625"/>
            <a:chExt cx="354661" cy="267488"/>
          </a:xfrm>
        </p:grpSpPr>
        <p:sp>
          <p:nvSpPr>
            <p:cNvPr id="20861" name="Google Shape;20861;p96"/>
            <p:cNvSpPr/>
            <p:nvPr/>
          </p:nvSpPr>
          <p:spPr>
            <a:xfrm>
              <a:off x="5706152" y="2522108"/>
              <a:ext cx="160753" cy="219506"/>
            </a:xfrm>
            <a:custGeom>
              <a:rect b="b" l="l" r="r" t="t"/>
              <a:pathLst>
                <a:path extrusionOk="0" h="6766" w="4955">
                  <a:moveTo>
                    <a:pt x="4465" y="1"/>
                  </a:moveTo>
                  <a:cubicBezTo>
                    <a:pt x="4218" y="1"/>
                    <a:pt x="4002" y="230"/>
                    <a:pt x="4002" y="502"/>
                  </a:cubicBezTo>
                  <a:cubicBezTo>
                    <a:pt x="4002" y="217"/>
                    <a:pt x="3787" y="2"/>
                    <a:pt x="3525" y="2"/>
                  </a:cubicBezTo>
                  <a:cubicBezTo>
                    <a:pt x="3263" y="2"/>
                    <a:pt x="3049" y="217"/>
                    <a:pt x="3049" y="502"/>
                  </a:cubicBezTo>
                  <a:cubicBezTo>
                    <a:pt x="3049" y="217"/>
                    <a:pt x="2835" y="2"/>
                    <a:pt x="2573" y="2"/>
                  </a:cubicBezTo>
                  <a:cubicBezTo>
                    <a:pt x="2311" y="2"/>
                    <a:pt x="2096" y="217"/>
                    <a:pt x="2096" y="502"/>
                  </a:cubicBezTo>
                  <a:cubicBezTo>
                    <a:pt x="2096" y="217"/>
                    <a:pt x="1882" y="2"/>
                    <a:pt x="1620" y="2"/>
                  </a:cubicBezTo>
                  <a:cubicBezTo>
                    <a:pt x="1358" y="2"/>
                    <a:pt x="1144" y="217"/>
                    <a:pt x="1144" y="502"/>
                  </a:cubicBezTo>
                  <a:lnTo>
                    <a:pt x="1144" y="2241"/>
                  </a:lnTo>
                  <a:lnTo>
                    <a:pt x="810" y="2003"/>
                  </a:lnTo>
                  <a:cubicBezTo>
                    <a:pt x="721" y="1943"/>
                    <a:pt x="620" y="1913"/>
                    <a:pt x="521" y="1913"/>
                  </a:cubicBezTo>
                  <a:cubicBezTo>
                    <a:pt x="383" y="1913"/>
                    <a:pt x="251" y="1973"/>
                    <a:pt x="167" y="2098"/>
                  </a:cubicBezTo>
                  <a:cubicBezTo>
                    <a:pt x="1" y="2312"/>
                    <a:pt x="48" y="2598"/>
                    <a:pt x="239" y="2765"/>
                  </a:cubicBezTo>
                  <a:lnTo>
                    <a:pt x="1144" y="3432"/>
                  </a:lnTo>
                  <a:lnTo>
                    <a:pt x="1144" y="6051"/>
                  </a:lnTo>
                  <a:lnTo>
                    <a:pt x="3049" y="6766"/>
                  </a:lnTo>
                  <a:lnTo>
                    <a:pt x="4954" y="6051"/>
                  </a:lnTo>
                  <a:lnTo>
                    <a:pt x="4954" y="526"/>
                  </a:lnTo>
                  <a:cubicBezTo>
                    <a:pt x="4954" y="264"/>
                    <a:pt x="4764" y="50"/>
                    <a:pt x="4502" y="2"/>
                  </a:cubicBezTo>
                  <a:cubicBezTo>
                    <a:pt x="4490" y="1"/>
                    <a:pt x="4477" y="1"/>
                    <a:pt x="4465"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96"/>
            <p:cNvSpPr/>
            <p:nvPr/>
          </p:nvSpPr>
          <p:spPr>
            <a:xfrm>
              <a:off x="5795012" y="2522172"/>
              <a:ext cx="72639" cy="219441"/>
            </a:xfrm>
            <a:custGeom>
              <a:rect b="b" l="l" r="r" t="t"/>
              <a:pathLst>
                <a:path extrusionOk="0" h="6764" w="2239">
                  <a:moveTo>
                    <a:pt x="1786" y="0"/>
                  </a:moveTo>
                  <a:cubicBezTo>
                    <a:pt x="1644" y="0"/>
                    <a:pt x="1525" y="48"/>
                    <a:pt x="1429" y="119"/>
                  </a:cubicBezTo>
                  <a:cubicBezTo>
                    <a:pt x="1525" y="215"/>
                    <a:pt x="1572" y="334"/>
                    <a:pt x="1572" y="477"/>
                  </a:cubicBezTo>
                  <a:lnTo>
                    <a:pt x="1572" y="6049"/>
                  </a:lnTo>
                  <a:lnTo>
                    <a:pt x="0" y="6644"/>
                  </a:lnTo>
                  <a:lnTo>
                    <a:pt x="334" y="6764"/>
                  </a:lnTo>
                  <a:lnTo>
                    <a:pt x="2239" y="6049"/>
                  </a:lnTo>
                  <a:lnTo>
                    <a:pt x="2239" y="500"/>
                  </a:lnTo>
                  <a:cubicBezTo>
                    <a:pt x="2239" y="262"/>
                    <a:pt x="2025" y="48"/>
                    <a:pt x="178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96"/>
            <p:cNvSpPr/>
            <p:nvPr/>
          </p:nvSpPr>
          <p:spPr>
            <a:xfrm>
              <a:off x="5743234" y="2718417"/>
              <a:ext cx="123671" cy="61057"/>
            </a:xfrm>
            <a:custGeom>
              <a:rect b="b" l="l" r="r" t="t"/>
              <a:pathLst>
                <a:path extrusionOk="0" h="1882" w="3812">
                  <a:moveTo>
                    <a:pt x="1" y="0"/>
                  </a:moveTo>
                  <a:lnTo>
                    <a:pt x="1" y="1881"/>
                  </a:lnTo>
                  <a:lnTo>
                    <a:pt x="3811" y="1881"/>
                  </a:lnTo>
                  <a:lnTo>
                    <a:pt x="3811" y="0"/>
                  </a:lnTo>
                  <a:close/>
                </a:path>
              </a:pathLst>
            </a:custGeom>
            <a:solidFill>
              <a:srgbClr val="DD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96"/>
            <p:cNvSpPr/>
            <p:nvPr/>
          </p:nvSpPr>
          <p:spPr>
            <a:xfrm>
              <a:off x="5846758" y="2718417"/>
              <a:ext cx="20147" cy="61057"/>
            </a:xfrm>
            <a:custGeom>
              <a:rect b="b" l="l" r="r" t="t"/>
              <a:pathLst>
                <a:path extrusionOk="0" h="1882" w="621">
                  <a:moveTo>
                    <a:pt x="1" y="0"/>
                  </a:moveTo>
                  <a:lnTo>
                    <a:pt x="1" y="1881"/>
                  </a:lnTo>
                  <a:lnTo>
                    <a:pt x="620" y="1881"/>
                  </a:lnTo>
                  <a:lnTo>
                    <a:pt x="62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96"/>
            <p:cNvSpPr/>
            <p:nvPr/>
          </p:nvSpPr>
          <p:spPr>
            <a:xfrm>
              <a:off x="5524604" y="2522108"/>
              <a:ext cx="160720" cy="219506"/>
            </a:xfrm>
            <a:custGeom>
              <a:rect b="b" l="l" r="r" t="t"/>
              <a:pathLst>
                <a:path extrusionOk="0" h="6766" w="4954">
                  <a:moveTo>
                    <a:pt x="489" y="1"/>
                  </a:moveTo>
                  <a:cubicBezTo>
                    <a:pt x="477" y="1"/>
                    <a:pt x="465" y="1"/>
                    <a:pt x="453" y="2"/>
                  </a:cubicBezTo>
                  <a:cubicBezTo>
                    <a:pt x="191" y="50"/>
                    <a:pt x="0" y="264"/>
                    <a:pt x="0" y="526"/>
                  </a:cubicBezTo>
                  <a:lnTo>
                    <a:pt x="0" y="6051"/>
                  </a:lnTo>
                  <a:lnTo>
                    <a:pt x="1905" y="6766"/>
                  </a:lnTo>
                  <a:lnTo>
                    <a:pt x="3811" y="6051"/>
                  </a:lnTo>
                  <a:lnTo>
                    <a:pt x="3811" y="3432"/>
                  </a:lnTo>
                  <a:lnTo>
                    <a:pt x="4716" y="2765"/>
                  </a:lnTo>
                  <a:cubicBezTo>
                    <a:pt x="4906" y="2598"/>
                    <a:pt x="4954" y="2312"/>
                    <a:pt x="4787" y="2098"/>
                  </a:cubicBezTo>
                  <a:cubicBezTo>
                    <a:pt x="4704" y="1973"/>
                    <a:pt x="4572" y="1913"/>
                    <a:pt x="4433" y="1913"/>
                  </a:cubicBezTo>
                  <a:cubicBezTo>
                    <a:pt x="4335" y="1913"/>
                    <a:pt x="4233" y="1943"/>
                    <a:pt x="4144" y="2003"/>
                  </a:cubicBezTo>
                  <a:lnTo>
                    <a:pt x="3811" y="2241"/>
                  </a:lnTo>
                  <a:lnTo>
                    <a:pt x="3811" y="502"/>
                  </a:lnTo>
                  <a:cubicBezTo>
                    <a:pt x="3811" y="217"/>
                    <a:pt x="3596" y="2"/>
                    <a:pt x="3334" y="2"/>
                  </a:cubicBezTo>
                  <a:cubicBezTo>
                    <a:pt x="3072" y="2"/>
                    <a:pt x="2858" y="217"/>
                    <a:pt x="2858" y="502"/>
                  </a:cubicBezTo>
                  <a:cubicBezTo>
                    <a:pt x="2858" y="217"/>
                    <a:pt x="2644" y="2"/>
                    <a:pt x="2382" y="2"/>
                  </a:cubicBezTo>
                  <a:cubicBezTo>
                    <a:pt x="2120" y="2"/>
                    <a:pt x="1905" y="217"/>
                    <a:pt x="1905" y="502"/>
                  </a:cubicBezTo>
                  <a:cubicBezTo>
                    <a:pt x="1905" y="217"/>
                    <a:pt x="1691" y="2"/>
                    <a:pt x="1429" y="2"/>
                  </a:cubicBezTo>
                  <a:cubicBezTo>
                    <a:pt x="1167" y="2"/>
                    <a:pt x="953" y="217"/>
                    <a:pt x="953" y="502"/>
                  </a:cubicBezTo>
                  <a:cubicBezTo>
                    <a:pt x="953" y="230"/>
                    <a:pt x="736" y="1"/>
                    <a:pt x="489"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96"/>
            <p:cNvSpPr/>
            <p:nvPr/>
          </p:nvSpPr>
          <p:spPr>
            <a:xfrm>
              <a:off x="5524604" y="2522951"/>
              <a:ext cx="72639" cy="218662"/>
            </a:xfrm>
            <a:custGeom>
              <a:rect b="b" l="l" r="r" t="t"/>
              <a:pathLst>
                <a:path extrusionOk="0" h="6740" w="2239">
                  <a:moveTo>
                    <a:pt x="453" y="0"/>
                  </a:moveTo>
                  <a:cubicBezTo>
                    <a:pt x="215" y="0"/>
                    <a:pt x="0" y="238"/>
                    <a:pt x="0" y="476"/>
                  </a:cubicBezTo>
                  <a:lnTo>
                    <a:pt x="0" y="6025"/>
                  </a:lnTo>
                  <a:lnTo>
                    <a:pt x="1905" y="6740"/>
                  </a:lnTo>
                  <a:lnTo>
                    <a:pt x="2239" y="6620"/>
                  </a:lnTo>
                  <a:lnTo>
                    <a:pt x="643" y="6025"/>
                  </a:lnTo>
                  <a:lnTo>
                    <a:pt x="643" y="476"/>
                  </a:lnTo>
                  <a:cubicBezTo>
                    <a:pt x="643" y="310"/>
                    <a:pt x="691" y="191"/>
                    <a:pt x="786" y="119"/>
                  </a:cubicBezTo>
                  <a:cubicBezTo>
                    <a:pt x="691" y="24"/>
                    <a:pt x="572" y="0"/>
                    <a:pt x="453"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96"/>
            <p:cNvSpPr/>
            <p:nvPr/>
          </p:nvSpPr>
          <p:spPr>
            <a:xfrm>
              <a:off x="5524604" y="2718417"/>
              <a:ext cx="123638" cy="61057"/>
            </a:xfrm>
            <a:custGeom>
              <a:rect b="b" l="l" r="r" t="t"/>
              <a:pathLst>
                <a:path extrusionOk="0" h="1882" w="3811">
                  <a:moveTo>
                    <a:pt x="0" y="0"/>
                  </a:moveTo>
                  <a:lnTo>
                    <a:pt x="0" y="1881"/>
                  </a:lnTo>
                  <a:lnTo>
                    <a:pt x="3811" y="1881"/>
                  </a:lnTo>
                  <a:lnTo>
                    <a:pt x="3811" y="0"/>
                  </a:lnTo>
                  <a:close/>
                </a:path>
              </a:pathLst>
            </a:custGeom>
            <a:solidFill>
              <a:srgbClr val="DD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96"/>
            <p:cNvSpPr/>
            <p:nvPr/>
          </p:nvSpPr>
          <p:spPr>
            <a:xfrm>
              <a:off x="5524604" y="2718417"/>
              <a:ext cx="20893" cy="61057"/>
            </a:xfrm>
            <a:custGeom>
              <a:rect b="b" l="l" r="r" t="t"/>
              <a:pathLst>
                <a:path extrusionOk="0" h="1882" w="644">
                  <a:moveTo>
                    <a:pt x="0" y="0"/>
                  </a:moveTo>
                  <a:lnTo>
                    <a:pt x="0" y="1881"/>
                  </a:lnTo>
                  <a:lnTo>
                    <a:pt x="643" y="1881"/>
                  </a:lnTo>
                  <a:lnTo>
                    <a:pt x="643"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96"/>
            <p:cNvSpPr/>
            <p:nvPr/>
          </p:nvSpPr>
          <p:spPr>
            <a:xfrm>
              <a:off x="5697653" y="2516625"/>
              <a:ext cx="173892" cy="266710"/>
            </a:xfrm>
            <a:custGeom>
              <a:rect b="b" l="l" r="r" t="t"/>
              <a:pathLst>
                <a:path extrusionOk="0" h="8221" w="5360">
                  <a:moveTo>
                    <a:pt x="2862" y="330"/>
                  </a:moveTo>
                  <a:cubicBezTo>
                    <a:pt x="3044" y="330"/>
                    <a:pt x="3192" y="477"/>
                    <a:pt x="3192" y="624"/>
                  </a:cubicBezTo>
                  <a:lnTo>
                    <a:pt x="3192" y="1719"/>
                  </a:lnTo>
                  <a:cubicBezTo>
                    <a:pt x="3192" y="1814"/>
                    <a:pt x="3240" y="1886"/>
                    <a:pt x="3335" y="1910"/>
                  </a:cubicBezTo>
                  <a:cubicBezTo>
                    <a:pt x="3430" y="1910"/>
                    <a:pt x="3502" y="1862"/>
                    <a:pt x="3502" y="1767"/>
                  </a:cubicBezTo>
                  <a:lnTo>
                    <a:pt x="3502" y="671"/>
                  </a:lnTo>
                  <a:cubicBezTo>
                    <a:pt x="3502" y="485"/>
                    <a:pt x="3664" y="353"/>
                    <a:pt x="3847" y="353"/>
                  </a:cubicBezTo>
                  <a:cubicBezTo>
                    <a:pt x="3874" y="353"/>
                    <a:pt x="3902" y="356"/>
                    <a:pt x="3930" y="362"/>
                  </a:cubicBezTo>
                  <a:cubicBezTo>
                    <a:pt x="4049" y="386"/>
                    <a:pt x="4144" y="552"/>
                    <a:pt x="4144" y="671"/>
                  </a:cubicBezTo>
                  <a:lnTo>
                    <a:pt x="4144" y="1767"/>
                  </a:lnTo>
                  <a:cubicBezTo>
                    <a:pt x="4144" y="1862"/>
                    <a:pt x="4192" y="1910"/>
                    <a:pt x="4287" y="1933"/>
                  </a:cubicBezTo>
                  <a:cubicBezTo>
                    <a:pt x="4383" y="1933"/>
                    <a:pt x="4454" y="1886"/>
                    <a:pt x="4454" y="1791"/>
                  </a:cubicBezTo>
                  <a:lnTo>
                    <a:pt x="4454" y="671"/>
                  </a:lnTo>
                  <a:cubicBezTo>
                    <a:pt x="4454" y="505"/>
                    <a:pt x="4549" y="386"/>
                    <a:pt x="4668" y="362"/>
                  </a:cubicBezTo>
                  <a:cubicBezTo>
                    <a:pt x="4696" y="356"/>
                    <a:pt x="4724" y="353"/>
                    <a:pt x="4752" y="353"/>
                  </a:cubicBezTo>
                  <a:cubicBezTo>
                    <a:pt x="4935" y="353"/>
                    <a:pt x="5097" y="485"/>
                    <a:pt x="5097" y="671"/>
                  </a:cubicBezTo>
                  <a:lnTo>
                    <a:pt x="5097" y="6077"/>
                  </a:lnTo>
                  <a:lnTo>
                    <a:pt x="1573" y="6077"/>
                  </a:lnTo>
                  <a:lnTo>
                    <a:pt x="1573" y="3601"/>
                  </a:lnTo>
                  <a:cubicBezTo>
                    <a:pt x="1573" y="3553"/>
                    <a:pt x="1549" y="3505"/>
                    <a:pt x="1525" y="3481"/>
                  </a:cubicBezTo>
                  <a:cubicBezTo>
                    <a:pt x="1525" y="3481"/>
                    <a:pt x="620" y="2815"/>
                    <a:pt x="596" y="2815"/>
                  </a:cubicBezTo>
                  <a:cubicBezTo>
                    <a:pt x="453" y="2719"/>
                    <a:pt x="406" y="2505"/>
                    <a:pt x="525" y="2362"/>
                  </a:cubicBezTo>
                  <a:cubicBezTo>
                    <a:pt x="597" y="2275"/>
                    <a:pt x="697" y="2223"/>
                    <a:pt x="795" y="2223"/>
                  </a:cubicBezTo>
                  <a:cubicBezTo>
                    <a:pt x="859" y="2223"/>
                    <a:pt x="921" y="2244"/>
                    <a:pt x="977" y="2291"/>
                  </a:cubicBezTo>
                  <a:lnTo>
                    <a:pt x="1311" y="2529"/>
                  </a:lnTo>
                  <a:cubicBezTo>
                    <a:pt x="1338" y="2556"/>
                    <a:pt x="1371" y="2568"/>
                    <a:pt x="1404" y="2568"/>
                  </a:cubicBezTo>
                  <a:cubicBezTo>
                    <a:pt x="1487" y="2568"/>
                    <a:pt x="1573" y="2495"/>
                    <a:pt x="1573" y="2410"/>
                  </a:cubicBezTo>
                  <a:lnTo>
                    <a:pt x="1573" y="671"/>
                  </a:lnTo>
                  <a:cubicBezTo>
                    <a:pt x="1573" y="505"/>
                    <a:pt x="1692" y="362"/>
                    <a:pt x="1834" y="338"/>
                  </a:cubicBezTo>
                  <a:cubicBezTo>
                    <a:pt x="1860" y="332"/>
                    <a:pt x="1885" y="330"/>
                    <a:pt x="1909" y="330"/>
                  </a:cubicBezTo>
                  <a:cubicBezTo>
                    <a:pt x="2091" y="330"/>
                    <a:pt x="2239" y="477"/>
                    <a:pt x="2239" y="624"/>
                  </a:cubicBezTo>
                  <a:lnTo>
                    <a:pt x="2239" y="1719"/>
                  </a:lnTo>
                  <a:cubicBezTo>
                    <a:pt x="2239" y="1814"/>
                    <a:pt x="2287" y="1886"/>
                    <a:pt x="2382" y="1886"/>
                  </a:cubicBezTo>
                  <a:cubicBezTo>
                    <a:pt x="2477" y="1886"/>
                    <a:pt x="2525" y="1814"/>
                    <a:pt x="2525" y="1719"/>
                  </a:cubicBezTo>
                  <a:lnTo>
                    <a:pt x="2525" y="671"/>
                  </a:lnTo>
                  <a:cubicBezTo>
                    <a:pt x="2525" y="505"/>
                    <a:pt x="2644" y="362"/>
                    <a:pt x="2787" y="338"/>
                  </a:cubicBezTo>
                  <a:cubicBezTo>
                    <a:pt x="2812" y="332"/>
                    <a:pt x="2837" y="330"/>
                    <a:pt x="2862" y="330"/>
                  </a:cubicBezTo>
                  <a:close/>
                  <a:moveTo>
                    <a:pt x="1852" y="1"/>
                  </a:moveTo>
                  <a:cubicBezTo>
                    <a:pt x="1831" y="1"/>
                    <a:pt x="1809" y="2"/>
                    <a:pt x="1787" y="5"/>
                  </a:cubicBezTo>
                  <a:cubicBezTo>
                    <a:pt x="1453" y="28"/>
                    <a:pt x="1191" y="338"/>
                    <a:pt x="1191" y="671"/>
                  </a:cubicBezTo>
                  <a:lnTo>
                    <a:pt x="1191" y="2100"/>
                  </a:lnTo>
                  <a:lnTo>
                    <a:pt x="1096" y="2029"/>
                  </a:lnTo>
                  <a:cubicBezTo>
                    <a:pt x="991" y="1943"/>
                    <a:pt x="863" y="1903"/>
                    <a:pt x="733" y="1903"/>
                  </a:cubicBezTo>
                  <a:cubicBezTo>
                    <a:pt x="540" y="1903"/>
                    <a:pt x="343" y="1991"/>
                    <a:pt x="215" y="2148"/>
                  </a:cubicBezTo>
                  <a:cubicBezTo>
                    <a:pt x="1" y="2410"/>
                    <a:pt x="72" y="2838"/>
                    <a:pt x="334" y="3053"/>
                  </a:cubicBezTo>
                  <a:lnTo>
                    <a:pt x="1168" y="3672"/>
                  </a:lnTo>
                  <a:lnTo>
                    <a:pt x="1168" y="6935"/>
                  </a:lnTo>
                  <a:cubicBezTo>
                    <a:pt x="1168" y="7030"/>
                    <a:pt x="1215" y="7101"/>
                    <a:pt x="1287" y="7101"/>
                  </a:cubicBezTo>
                  <a:cubicBezTo>
                    <a:pt x="1294" y="7104"/>
                    <a:pt x="1302" y="7105"/>
                    <a:pt x="1311" y="7105"/>
                  </a:cubicBezTo>
                  <a:cubicBezTo>
                    <a:pt x="1382" y="7105"/>
                    <a:pt x="1477" y="7020"/>
                    <a:pt x="1477" y="6935"/>
                  </a:cubicBezTo>
                  <a:lnTo>
                    <a:pt x="1477" y="6339"/>
                  </a:lnTo>
                  <a:lnTo>
                    <a:pt x="4978" y="6339"/>
                  </a:lnTo>
                  <a:lnTo>
                    <a:pt x="4978" y="7887"/>
                  </a:lnTo>
                  <a:lnTo>
                    <a:pt x="1477" y="7887"/>
                  </a:lnTo>
                  <a:lnTo>
                    <a:pt x="1477" y="7601"/>
                  </a:lnTo>
                  <a:cubicBezTo>
                    <a:pt x="1573" y="7530"/>
                    <a:pt x="1525" y="7482"/>
                    <a:pt x="1430" y="7458"/>
                  </a:cubicBezTo>
                  <a:cubicBezTo>
                    <a:pt x="1334" y="7458"/>
                    <a:pt x="1263" y="7506"/>
                    <a:pt x="1263" y="7601"/>
                  </a:cubicBezTo>
                  <a:lnTo>
                    <a:pt x="1263" y="8078"/>
                  </a:lnTo>
                  <a:cubicBezTo>
                    <a:pt x="1263" y="8173"/>
                    <a:pt x="1311" y="8220"/>
                    <a:pt x="1406" y="8220"/>
                  </a:cubicBezTo>
                  <a:lnTo>
                    <a:pt x="5216" y="8220"/>
                  </a:lnTo>
                  <a:cubicBezTo>
                    <a:pt x="5288" y="8220"/>
                    <a:pt x="5359" y="8173"/>
                    <a:pt x="5359" y="8078"/>
                  </a:cubicBezTo>
                  <a:lnTo>
                    <a:pt x="5359" y="671"/>
                  </a:lnTo>
                  <a:cubicBezTo>
                    <a:pt x="5359" y="338"/>
                    <a:pt x="5121" y="28"/>
                    <a:pt x="4764" y="5"/>
                  </a:cubicBezTo>
                  <a:cubicBezTo>
                    <a:pt x="4742" y="2"/>
                    <a:pt x="4720" y="1"/>
                    <a:pt x="4699" y="1"/>
                  </a:cubicBezTo>
                  <a:cubicBezTo>
                    <a:pt x="4515" y="1"/>
                    <a:pt x="4368" y="91"/>
                    <a:pt x="4240" y="219"/>
                  </a:cubicBezTo>
                  <a:cubicBezTo>
                    <a:pt x="4121" y="100"/>
                    <a:pt x="3930" y="5"/>
                    <a:pt x="3740" y="5"/>
                  </a:cubicBezTo>
                  <a:cubicBezTo>
                    <a:pt x="3573" y="5"/>
                    <a:pt x="3382" y="100"/>
                    <a:pt x="3263" y="219"/>
                  </a:cubicBezTo>
                  <a:cubicBezTo>
                    <a:pt x="3144" y="100"/>
                    <a:pt x="2978" y="5"/>
                    <a:pt x="2787" y="5"/>
                  </a:cubicBezTo>
                  <a:cubicBezTo>
                    <a:pt x="2620" y="5"/>
                    <a:pt x="2430" y="100"/>
                    <a:pt x="2311" y="219"/>
                  </a:cubicBezTo>
                  <a:cubicBezTo>
                    <a:pt x="2204" y="91"/>
                    <a:pt x="2040" y="1"/>
                    <a:pt x="1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96"/>
            <p:cNvSpPr/>
            <p:nvPr/>
          </p:nvSpPr>
          <p:spPr>
            <a:xfrm>
              <a:off x="5516883" y="2516625"/>
              <a:ext cx="173859" cy="267488"/>
            </a:xfrm>
            <a:custGeom>
              <a:rect b="b" l="l" r="r" t="t"/>
              <a:pathLst>
                <a:path extrusionOk="0" h="8245" w="5359">
                  <a:moveTo>
                    <a:pt x="3882" y="6387"/>
                  </a:moveTo>
                  <a:lnTo>
                    <a:pt x="3882" y="7911"/>
                  </a:lnTo>
                  <a:lnTo>
                    <a:pt x="381" y="7911"/>
                  </a:lnTo>
                  <a:lnTo>
                    <a:pt x="381" y="6387"/>
                  </a:lnTo>
                  <a:close/>
                  <a:moveTo>
                    <a:pt x="662" y="1"/>
                  </a:moveTo>
                  <a:cubicBezTo>
                    <a:pt x="640" y="1"/>
                    <a:pt x="618" y="2"/>
                    <a:pt x="596" y="5"/>
                  </a:cubicBezTo>
                  <a:cubicBezTo>
                    <a:pt x="286" y="28"/>
                    <a:pt x="0" y="338"/>
                    <a:pt x="0" y="671"/>
                  </a:cubicBezTo>
                  <a:lnTo>
                    <a:pt x="0" y="3362"/>
                  </a:lnTo>
                  <a:cubicBezTo>
                    <a:pt x="0" y="3458"/>
                    <a:pt x="72" y="3529"/>
                    <a:pt x="119" y="3529"/>
                  </a:cubicBezTo>
                  <a:cubicBezTo>
                    <a:pt x="129" y="3532"/>
                    <a:pt x="140" y="3533"/>
                    <a:pt x="150" y="3533"/>
                  </a:cubicBezTo>
                  <a:cubicBezTo>
                    <a:pt x="238" y="3533"/>
                    <a:pt x="334" y="3448"/>
                    <a:pt x="334" y="3362"/>
                  </a:cubicBezTo>
                  <a:lnTo>
                    <a:pt x="334" y="671"/>
                  </a:lnTo>
                  <a:cubicBezTo>
                    <a:pt x="334" y="505"/>
                    <a:pt x="453" y="362"/>
                    <a:pt x="596" y="338"/>
                  </a:cubicBezTo>
                  <a:cubicBezTo>
                    <a:pt x="621" y="332"/>
                    <a:pt x="645" y="330"/>
                    <a:pt x="669" y="330"/>
                  </a:cubicBezTo>
                  <a:cubicBezTo>
                    <a:pt x="847" y="330"/>
                    <a:pt x="977" y="477"/>
                    <a:pt x="977" y="624"/>
                  </a:cubicBezTo>
                  <a:lnTo>
                    <a:pt x="977" y="1719"/>
                  </a:lnTo>
                  <a:cubicBezTo>
                    <a:pt x="977" y="1814"/>
                    <a:pt x="1048" y="1886"/>
                    <a:pt x="1143" y="1910"/>
                  </a:cubicBezTo>
                  <a:cubicBezTo>
                    <a:pt x="1215" y="1910"/>
                    <a:pt x="1310" y="1862"/>
                    <a:pt x="1310" y="1767"/>
                  </a:cubicBezTo>
                  <a:lnTo>
                    <a:pt x="1310" y="671"/>
                  </a:lnTo>
                  <a:cubicBezTo>
                    <a:pt x="1310" y="485"/>
                    <a:pt x="1472" y="353"/>
                    <a:pt x="1655" y="353"/>
                  </a:cubicBezTo>
                  <a:cubicBezTo>
                    <a:pt x="1683" y="353"/>
                    <a:pt x="1711" y="356"/>
                    <a:pt x="1739" y="362"/>
                  </a:cubicBezTo>
                  <a:cubicBezTo>
                    <a:pt x="1858" y="386"/>
                    <a:pt x="1953" y="552"/>
                    <a:pt x="1953" y="671"/>
                  </a:cubicBezTo>
                  <a:lnTo>
                    <a:pt x="1953" y="1767"/>
                  </a:lnTo>
                  <a:cubicBezTo>
                    <a:pt x="1953" y="1862"/>
                    <a:pt x="2001" y="1910"/>
                    <a:pt x="2096" y="1933"/>
                  </a:cubicBezTo>
                  <a:cubicBezTo>
                    <a:pt x="2167" y="1933"/>
                    <a:pt x="2263" y="1886"/>
                    <a:pt x="2263" y="1791"/>
                  </a:cubicBezTo>
                  <a:lnTo>
                    <a:pt x="2263" y="671"/>
                  </a:lnTo>
                  <a:cubicBezTo>
                    <a:pt x="2263" y="505"/>
                    <a:pt x="2358" y="386"/>
                    <a:pt x="2477" y="362"/>
                  </a:cubicBezTo>
                  <a:cubicBezTo>
                    <a:pt x="2505" y="356"/>
                    <a:pt x="2533" y="353"/>
                    <a:pt x="2560" y="353"/>
                  </a:cubicBezTo>
                  <a:cubicBezTo>
                    <a:pt x="2743" y="353"/>
                    <a:pt x="2906" y="485"/>
                    <a:pt x="2906" y="671"/>
                  </a:cubicBezTo>
                  <a:lnTo>
                    <a:pt x="2906" y="1767"/>
                  </a:lnTo>
                  <a:cubicBezTo>
                    <a:pt x="2906" y="1862"/>
                    <a:pt x="2953" y="1910"/>
                    <a:pt x="3048" y="1910"/>
                  </a:cubicBezTo>
                  <a:cubicBezTo>
                    <a:pt x="3144" y="1910"/>
                    <a:pt x="3191" y="1862"/>
                    <a:pt x="3191" y="1767"/>
                  </a:cubicBezTo>
                  <a:lnTo>
                    <a:pt x="3191" y="671"/>
                  </a:lnTo>
                  <a:cubicBezTo>
                    <a:pt x="3191" y="505"/>
                    <a:pt x="3310" y="362"/>
                    <a:pt x="3453" y="338"/>
                  </a:cubicBezTo>
                  <a:cubicBezTo>
                    <a:pt x="3479" y="332"/>
                    <a:pt x="3504" y="330"/>
                    <a:pt x="3528" y="330"/>
                  </a:cubicBezTo>
                  <a:cubicBezTo>
                    <a:pt x="3710" y="330"/>
                    <a:pt x="3858" y="477"/>
                    <a:pt x="3858" y="624"/>
                  </a:cubicBezTo>
                  <a:lnTo>
                    <a:pt x="3858" y="2386"/>
                  </a:lnTo>
                  <a:cubicBezTo>
                    <a:pt x="3858" y="2471"/>
                    <a:pt x="3931" y="2544"/>
                    <a:pt x="4016" y="2544"/>
                  </a:cubicBezTo>
                  <a:cubicBezTo>
                    <a:pt x="4050" y="2544"/>
                    <a:pt x="4086" y="2532"/>
                    <a:pt x="4120" y="2505"/>
                  </a:cubicBezTo>
                  <a:lnTo>
                    <a:pt x="4453" y="2267"/>
                  </a:lnTo>
                  <a:cubicBezTo>
                    <a:pt x="4515" y="2215"/>
                    <a:pt x="4581" y="2191"/>
                    <a:pt x="4646" y="2191"/>
                  </a:cubicBezTo>
                  <a:cubicBezTo>
                    <a:pt x="4732" y="2191"/>
                    <a:pt x="4815" y="2233"/>
                    <a:pt x="4882" y="2315"/>
                  </a:cubicBezTo>
                  <a:cubicBezTo>
                    <a:pt x="5001" y="2481"/>
                    <a:pt x="4977" y="2648"/>
                    <a:pt x="4835" y="2767"/>
                  </a:cubicBezTo>
                  <a:lnTo>
                    <a:pt x="3906" y="3458"/>
                  </a:lnTo>
                  <a:cubicBezTo>
                    <a:pt x="3882" y="3481"/>
                    <a:pt x="3834" y="3553"/>
                    <a:pt x="3834" y="3577"/>
                  </a:cubicBezTo>
                  <a:lnTo>
                    <a:pt x="3834" y="6053"/>
                  </a:lnTo>
                  <a:lnTo>
                    <a:pt x="357" y="6053"/>
                  </a:lnTo>
                  <a:lnTo>
                    <a:pt x="357" y="3982"/>
                  </a:lnTo>
                  <a:cubicBezTo>
                    <a:pt x="357" y="3910"/>
                    <a:pt x="310" y="3839"/>
                    <a:pt x="215" y="3815"/>
                  </a:cubicBezTo>
                  <a:cubicBezTo>
                    <a:pt x="119" y="3815"/>
                    <a:pt x="24" y="3862"/>
                    <a:pt x="24" y="3958"/>
                  </a:cubicBezTo>
                  <a:lnTo>
                    <a:pt x="24" y="8101"/>
                  </a:lnTo>
                  <a:cubicBezTo>
                    <a:pt x="24" y="8197"/>
                    <a:pt x="95" y="8244"/>
                    <a:pt x="191" y="8244"/>
                  </a:cubicBezTo>
                  <a:lnTo>
                    <a:pt x="4025" y="8244"/>
                  </a:lnTo>
                  <a:cubicBezTo>
                    <a:pt x="4120" y="8244"/>
                    <a:pt x="4215" y="8197"/>
                    <a:pt x="4215" y="8101"/>
                  </a:cubicBezTo>
                  <a:lnTo>
                    <a:pt x="4215" y="3696"/>
                  </a:lnTo>
                  <a:lnTo>
                    <a:pt x="5049" y="3077"/>
                  </a:lnTo>
                  <a:cubicBezTo>
                    <a:pt x="5311" y="2862"/>
                    <a:pt x="5358" y="2434"/>
                    <a:pt x="5144" y="2172"/>
                  </a:cubicBezTo>
                  <a:cubicBezTo>
                    <a:pt x="5030" y="2015"/>
                    <a:pt x="4840" y="1926"/>
                    <a:pt x="4644" y="1926"/>
                  </a:cubicBezTo>
                  <a:cubicBezTo>
                    <a:pt x="4512" y="1926"/>
                    <a:pt x="4378" y="1966"/>
                    <a:pt x="4263" y="2053"/>
                  </a:cubicBezTo>
                  <a:lnTo>
                    <a:pt x="4168" y="2124"/>
                  </a:lnTo>
                  <a:lnTo>
                    <a:pt x="4168" y="671"/>
                  </a:lnTo>
                  <a:cubicBezTo>
                    <a:pt x="4168" y="338"/>
                    <a:pt x="3930" y="28"/>
                    <a:pt x="3572" y="5"/>
                  </a:cubicBezTo>
                  <a:cubicBezTo>
                    <a:pt x="3550" y="2"/>
                    <a:pt x="3529" y="1"/>
                    <a:pt x="3507" y="1"/>
                  </a:cubicBezTo>
                  <a:cubicBezTo>
                    <a:pt x="3324" y="1"/>
                    <a:pt x="3177" y="91"/>
                    <a:pt x="3048" y="219"/>
                  </a:cubicBezTo>
                  <a:cubicBezTo>
                    <a:pt x="2929" y="100"/>
                    <a:pt x="2739" y="5"/>
                    <a:pt x="2572" y="5"/>
                  </a:cubicBezTo>
                  <a:cubicBezTo>
                    <a:pt x="2382" y="5"/>
                    <a:pt x="2215" y="100"/>
                    <a:pt x="2096" y="219"/>
                  </a:cubicBezTo>
                  <a:cubicBezTo>
                    <a:pt x="1977" y="100"/>
                    <a:pt x="1786" y="5"/>
                    <a:pt x="1620" y="5"/>
                  </a:cubicBezTo>
                  <a:cubicBezTo>
                    <a:pt x="1429" y="5"/>
                    <a:pt x="1262" y="100"/>
                    <a:pt x="1143" y="219"/>
                  </a:cubicBezTo>
                  <a:cubicBezTo>
                    <a:pt x="1036" y="91"/>
                    <a:pt x="853" y="1"/>
                    <a:pt x="6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1" name="Google Shape;20871;p96"/>
          <p:cNvGrpSpPr/>
          <p:nvPr/>
        </p:nvGrpSpPr>
        <p:grpSpPr>
          <a:xfrm>
            <a:off x="4770141" y="2344143"/>
            <a:ext cx="354629" cy="306095"/>
            <a:chOff x="4772100" y="2496543"/>
            <a:chExt cx="354629" cy="306095"/>
          </a:xfrm>
        </p:grpSpPr>
        <p:sp>
          <p:nvSpPr>
            <p:cNvPr id="20872" name="Google Shape;20872;p96"/>
            <p:cNvSpPr/>
            <p:nvPr/>
          </p:nvSpPr>
          <p:spPr>
            <a:xfrm>
              <a:off x="4773625" y="2502382"/>
              <a:ext cx="76532" cy="208443"/>
            </a:xfrm>
            <a:custGeom>
              <a:rect b="b" l="l" r="r" t="t"/>
              <a:pathLst>
                <a:path extrusionOk="0" h="6425" w="2359">
                  <a:moveTo>
                    <a:pt x="1730" y="1"/>
                  </a:moveTo>
                  <a:cubicBezTo>
                    <a:pt x="1677" y="1"/>
                    <a:pt x="1622" y="14"/>
                    <a:pt x="1572" y="39"/>
                  </a:cubicBezTo>
                  <a:cubicBezTo>
                    <a:pt x="1430" y="110"/>
                    <a:pt x="1334" y="301"/>
                    <a:pt x="1430" y="444"/>
                  </a:cubicBezTo>
                  <a:cubicBezTo>
                    <a:pt x="1549" y="705"/>
                    <a:pt x="1644" y="944"/>
                    <a:pt x="1644" y="1253"/>
                  </a:cubicBezTo>
                  <a:cubicBezTo>
                    <a:pt x="1644" y="2349"/>
                    <a:pt x="572" y="3087"/>
                    <a:pt x="263" y="4111"/>
                  </a:cubicBezTo>
                  <a:cubicBezTo>
                    <a:pt x="1" y="5040"/>
                    <a:pt x="525" y="5778"/>
                    <a:pt x="1191" y="6302"/>
                  </a:cubicBezTo>
                  <a:cubicBezTo>
                    <a:pt x="1292" y="6383"/>
                    <a:pt x="1415" y="6425"/>
                    <a:pt x="1539" y="6425"/>
                  </a:cubicBezTo>
                  <a:cubicBezTo>
                    <a:pt x="1707" y="6425"/>
                    <a:pt x="1878" y="6347"/>
                    <a:pt x="2001" y="6183"/>
                  </a:cubicBezTo>
                  <a:cubicBezTo>
                    <a:pt x="2144" y="5945"/>
                    <a:pt x="2073" y="5635"/>
                    <a:pt x="1834" y="5445"/>
                  </a:cubicBezTo>
                  <a:cubicBezTo>
                    <a:pt x="1453" y="5183"/>
                    <a:pt x="1048" y="4849"/>
                    <a:pt x="1168" y="4349"/>
                  </a:cubicBezTo>
                  <a:cubicBezTo>
                    <a:pt x="1310" y="3611"/>
                    <a:pt x="1834" y="3039"/>
                    <a:pt x="2120" y="2349"/>
                  </a:cubicBezTo>
                  <a:cubicBezTo>
                    <a:pt x="2263" y="1991"/>
                    <a:pt x="2358" y="1610"/>
                    <a:pt x="2311" y="1229"/>
                  </a:cubicBezTo>
                  <a:cubicBezTo>
                    <a:pt x="2287" y="825"/>
                    <a:pt x="2168" y="467"/>
                    <a:pt x="1953" y="158"/>
                  </a:cubicBezTo>
                  <a:cubicBezTo>
                    <a:pt x="1922" y="49"/>
                    <a:pt x="1830" y="1"/>
                    <a:pt x="1730"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96"/>
            <p:cNvSpPr/>
            <p:nvPr/>
          </p:nvSpPr>
          <p:spPr>
            <a:xfrm>
              <a:off x="4773625" y="2616418"/>
              <a:ext cx="67253" cy="93953"/>
            </a:xfrm>
            <a:custGeom>
              <a:rect b="b" l="l" r="r" t="t"/>
              <a:pathLst>
                <a:path extrusionOk="0" h="2896" w="2073">
                  <a:moveTo>
                    <a:pt x="525" y="1"/>
                  </a:moveTo>
                  <a:cubicBezTo>
                    <a:pt x="502" y="23"/>
                    <a:pt x="501" y="24"/>
                    <a:pt x="501" y="44"/>
                  </a:cubicBezTo>
                  <a:lnTo>
                    <a:pt x="501" y="44"/>
                  </a:lnTo>
                  <a:cubicBezTo>
                    <a:pt x="508" y="30"/>
                    <a:pt x="516" y="15"/>
                    <a:pt x="525" y="1"/>
                  </a:cubicBezTo>
                  <a:close/>
                  <a:moveTo>
                    <a:pt x="501" y="44"/>
                  </a:moveTo>
                  <a:lnTo>
                    <a:pt x="501" y="44"/>
                  </a:lnTo>
                  <a:cubicBezTo>
                    <a:pt x="396" y="238"/>
                    <a:pt x="329" y="396"/>
                    <a:pt x="263" y="596"/>
                  </a:cubicBezTo>
                  <a:cubicBezTo>
                    <a:pt x="1" y="1477"/>
                    <a:pt x="525" y="2239"/>
                    <a:pt x="1191" y="2787"/>
                  </a:cubicBezTo>
                  <a:cubicBezTo>
                    <a:pt x="1285" y="2861"/>
                    <a:pt x="1396" y="2896"/>
                    <a:pt x="1507" y="2896"/>
                  </a:cubicBezTo>
                  <a:cubicBezTo>
                    <a:pt x="1680" y="2896"/>
                    <a:pt x="1852" y="2813"/>
                    <a:pt x="1953" y="2668"/>
                  </a:cubicBezTo>
                  <a:cubicBezTo>
                    <a:pt x="2049" y="2549"/>
                    <a:pt x="2073" y="2406"/>
                    <a:pt x="2049" y="2287"/>
                  </a:cubicBezTo>
                  <a:lnTo>
                    <a:pt x="2049" y="2287"/>
                  </a:lnTo>
                  <a:cubicBezTo>
                    <a:pt x="1948" y="2332"/>
                    <a:pt x="1841" y="2355"/>
                    <a:pt x="1739" y="2355"/>
                  </a:cubicBezTo>
                  <a:cubicBezTo>
                    <a:pt x="1625" y="2355"/>
                    <a:pt x="1518" y="2326"/>
                    <a:pt x="1430" y="2263"/>
                  </a:cubicBezTo>
                  <a:cubicBezTo>
                    <a:pt x="763" y="1715"/>
                    <a:pt x="239" y="977"/>
                    <a:pt x="501" y="48"/>
                  </a:cubicBezTo>
                  <a:cubicBezTo>
                    <a:pt x="501" y="47"/>
                    <a:pt x="501" y="45"/>
                    <a:pt x="501" y="44"/>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96"/>
            <p:cNvSpPr/>
            <p:nvPr/>
          </p:nvSpPr>
          <p:spPr>
            <a:xfrm>
              <a:off x="4973731" y="2553836"/>
              <a:ext cx="96614" cy="96614"/>
            </a:xfrm>
            <a:custGeom>
              <a:rect b="b" l="l" r="r" t="t"/>
              <a:pathLst>
                <a:path extrusionOk="0" h="2978" w="2978">
                  <a:moveTo>
                    <a:pt x="1477" y="1"/>
                  </a:moveTo>
                  <a:cubicBezTo>
                    <a:pt x="644" y="1"/>
                    <a:pt x="1" y="644"/>
                    <a:pt x="1" y="1477"/>
                  </a:cubicBezTo>
                  <a:cubicBezTo>
                    <a:pt x="1" y="2311"/>
                    <a:pt x="644" y="2977"/>
                    <a:pt x="1477" y="2977"/>
                  </a:cubicBezTo>
                  <a:cubicBezTo>
                    <a:pt x="2311" y="2977"/>
                    <a:pt x="2977" y="2311"/>
                    <a:pt x="2977" y="1477"/>
                  </a:cubicBezTo>
                  <a:cubicBezTo>
                    <a:pt x="2977" y="667"/>
                    <a:pt x="2311" y="1"/>
                    <a:pt x="147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96"/>
            <p:cNvSpPr/>
            <p:nvPr/>
          </p:nvSpPr>
          <p:spPr>
            <a:xfrm>
              <a:off x="5001534" y="2581639"/>
              <a:ext cx="40229" cy="40229"/>
            </a:xfrm>
            <a:custGeom>
              <a:rect b="b" l="l" r="r" t="t"/>
              <a:pathLst>
                <a:path extrusionOk="0" h="1240" w="1240">
                  <a:moveTo>
                    <a:pt x="620" y="1"/>
                  </a:moveTo>
                  <a:cubicBezTo>
                    <a:pt x="263" y="1"/>
                    <a:pt x="1" y="287"/>
                    <a:pt x="1" y="620"/>
                  </a:cubicBezTo>
                  <a:cubicBezTo>
                    <a:pt x="1" y="977"/>
                    <a:pt x="287" y="1239"/>
                    <a:pt x="620" y="1239"/>
                  </a:cubicBezTo>
                  <a:cubicBezTo>
                    <a:pt x="954" y="1239"/>
                    <a:pt x="1239" y="977"/>
                    <a:pt x="1239" y="620"/>
                  </a:cubicBezTo>
                  <a:cubicBezTo>
                    <a:pt x="1239" y="263"/>
                    <a:pt x="954" y="1"/>
                    <a:pt x="620"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96"/>
            <p:cNvSpPr/>
            <p:nvPr/>
          </p:nvSpPr>
          <p:spPr>
            <a:xfrm>
              <a:off x="4809182" y="2597082"/>
              <a:ext cx="312162" cy="181613"/>
            </a:xfrm>
            <a:custGeom>
              <a:rect b="b" l="l" r="r" t="t"/>
              <a:pathLst>
                <a:path extrusionOk="0" h="5598" w="9622">
                  <a:moveTo>
                    <a:pt x="3006" y="1"/>
                  </a:moveTo>
                  <a:cubicBezTo>
                    <a:pt x="1381" y="1"/>
                    <a:pt x="0" y="1349"/>
                    <a:pt x="0" y="3002"/>
                  </a:cubicBezTo>
                  <a:lnTo>
                    <a:pt x="0" y="3049"/>
                  </a:lnTo>
                  <a:cubicBezTo>
                    <a:pt x="24" y="4455"/>
                    <a:pt x="1191" y="5598"/>
                    <a:pt x="2620" y="5598"/>
                  </a:cubicBezTo>
                  <a:lnTo>
                    <a:pt x="5573" y="5598"/>
                  </a:lnTo>
                  <a:cubicBezTo>
                    <a:pt x="6311" y="5598"/>
                    <a:pt x="7049" y="5407"/>
                    <a:pt x="7716" y="5098"/>
                  </a:cubicBezTo>
                  <a:cubicBezTo>
                    <a:pt x="9097" y="4407"/>
                    <a:pt x="9526" y="3311"/>
                    <a:pt x="9621" y="2597"/>
                  </a:cubicBezTo>
                  <a:lnTo>
                    <a:pt x="9002" y="1906"/>
                  </a:lnTo>
                  <a:cubicBezTo>
                    <a:pt x="8669" y="1859"/>
                    <a:pt x="8335" y="1644"/>
                    <a:pt x="8192" y="1311"/>
                  </a:cubicBezTo>
                  <a:cubicBezTo>
                    <a:pt x="7961" y="756"/>
                    <a:pt x="7394" y="381"/>
                    <a:pt x="6751" y="381"/>
                  </a:cubicBezTo>
                  <a:cubicBezTo>
                    <a:pt x="6731" y="381"/>
                    <a:pt x="6712" y="382"/>
                    <a:pt x="6692" y="382"/>
                  </a:cubicBezTo>
                  <a:cubicBezTo>
                    <a:pt x="6430" y="382"/>
                    <a:pt x="6168" y="478"/>
                    <a:pt x="5930" y="597"/>
                  </a:cubicBezTo>
                  <a:cubicBezTo>
                    <a:pt x="5811" y="668"/>
                    <a:pt x="5692" y="763"/>
                    <a:pt x="5573" y="882"/>
                  </a:cubicBezTo>
                  <a:cubicBezTo>
                    <a:pt x="5513" y="942"/>
                    <a:pt x="5436" y="972"/>
                    <a:pt x="5358" y="972"/>
                  </a:cubicBezTo>
                  <a:cubicBezTo>
                    <a:pt x="5281" y="972"/>
                    <a:pt x="5204" y="942"/>
                    <a:pt x="5144" y="882"/>
                  </a:cubicBezTo>
                  <a:cubicBezTo>
                    <a:pt x="4620" y="358"/>
                    <a:pt x="3858" y="1"/>
                    <a:pt x="3048" y="1"/>
                  </a:cubicBezTo>
                  <a:cubicBezTo>
                    <a:pt x="3034" y="1"/>
                    <a:pt x="3020" y="1"/>
                    <a:pt x="3006"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96"/>
            <p:cNvSpPr/>
            <p:nvPr/>
          </p:nvSpPr>
          <p:spPr>
            <a:xfrm>
              <a:off x="4808404" y="2597082"/>
              <a:ext cx="108196" cy="181613"/>
            </a:xfrm>
            <a:custGeom>
              <a:rect b="b" l="l" r="r" t="t"/>
              <a:pathLst>
                <a:path extrusionOk="0" h="5598" w="3335">
                  <a:moveTo>
                    <a:pt x="2941" y="0"/>
                  </a:moveTo>
                  <a:cubicBezTo>
                    <a:pt x="1313" y="0"/>
                    <a:pt x="0" y="1363"/>
                    <a:pt x="0" y="3002"/>
                  </a:cubicBezTo>
                  <a:lnTo>
                    <a:pt x="0" y="3049"/>
                  </a:lnTo>
                  <a:cubicBezTo>
                    <a:pt x="24" y="4502"/>
                    <a:pt x="1215" y="5598"/>
                    <a:pt x="2620" y="5598"/>
                  </a:cubicBezTo>
                  <a:lnTo>
                    <a:pt x="3239" y="5598"/>
                  </a:lnTo>
                  <a:cubicBezTo>
                    <a:pt x="1882" y="5598"/>
                    <a:pt x="691" y="4455"/>
                    <a:pt x="643" y="3049"/>
                  </a:cubicBezTo>
                  <a:lnTo>
                    <a:pt x="643" y="3002"/>
                  </a:lnTo>
                  <a:cubicBezTo>
                    <a:pt x="643" y="1454"/>
                    <a:pt x="1834" y="168"/>
                    <a:pt x="3334" y="25"/>
                  </a:cubicBezTo>
                  <a:cubicBezTo>
                    <a:pt x="3239" y="25"/>
                    <a:pt x="3144" y="1"/>
                    <a:pt x="3025" y="1"/>
                  </a:cubicBezTo>
                  <a:cubicBezTo>
                    <a:pt x="2997" y="0"/>
                    <a:pt x="2969" y="0"/>
                    <a:pt x="294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96"/>
            <p:cNvSpPr/>
            <p:nvPr/>
          </p:nvSpPr>
          <p:spPr>
            <a:xfrm>
              <a:off x="5101976" y="2658690"/>
              <a:ext cx="20114" cy="21120"/>
            </a:xfrm>
            <a:custGeom>
              <a:rect b="b" l="l" r="r" t="t"/>
              <a:pathLst>
                <a:path extrusionOk="0" h="651" w="620">
                  <a:moveTo>
                    <a:pt x="288" y="0"/>
                  </a:moveTo>
                  <a:cubicBezTo>
                    <a:pt x="264" y="0"/>
                    <a:pt x="240" y="2"/>
                    <a:pt x="215" y="7"/>
                  </a:cubicBezTo>
                  <a:lnTo>
                    <a:pt x="1" y="7"/>
                  </a:lnTo>
                  <a:lnTo>
                    <a:pt x="1" y="103"/>
                  </a:lnTo>
                  <a:cubicBezTo>
                    <a:pt x="1" y="388"/>
                    <a:pt x="239" y="650"/>
                    <a:pt x="572" y="650"/>
                  </a:cubicBezTo>
                  <a:lnTo>
                    <a:pt x="596" y="650"/>
                  </a:lnTo>
                  <a:cubicBezTo>
                    <a:pt x="620" y="531"/>
                    <a:pt x="620" y="460"/>
                    <a:pt x="620" y="365"/>
                  </a:cubicBezTo>
                  <a:cubicBezTo>
                    <a:pt x="620" y="173"/>
                    <a:pt x="486" y="0"/>
                    <a:pt x="28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96"/>
            <p:cNvSpPr/>
            <p:nvPr/>
          </p:nvSpPr>
          <p:spPr>
            <a:xfrm>
              <a:off x="4986870" y="2768638"/>
              <a:ext cx="52557" cy="30139"/>
            </a:xfrm>
            <a:custGeom>
              <a:rect b="b" l="l" r="r" t="t"/>
              <a:pathLst>
                <a:path extrusionOk="0" h="929" w="1620">
                  <a:moveTo>
                    <a:pt x="477" y="0"/>
                  </a:moveTo>
                  <a:cubicBezTo>
                    <a:pt x="239" y="0"/>
                    <a:pt x="24" y="191"/>
                    <a:pt x="0" y="452"/>
                  </a:cubicBezTo>
                  <a:cubicBezTo>
                    <a:pt x="0" y="714"/>
                    <a:pt x="215" y="929"/>
                    <a:pt x="453" y="929"/>
                  </a:cubicBezTo>
                  <a:lnTo>
                    <a:pt x="1406" y="929"/>
                  </a:lnTo>
                  <a:cubicBezTo>
                    <a:pt x="1525" y="929"/>
                    <a:pt x="1620" y="834"/>
                    <a:pt x="1620" y="714"/>
                  </a:cubicBezTo>
                  <a:cubicBezTo>
                    <a:pt x="1620" y="310"/>
                    <a:pt x="1286" y="0"/>
                    <a:pt x="905"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96"/>
            <p:cNvSpPr/>
            <p:nvPr/>
          </p:nvSpPr>
          <p:spPr>
            <a:xfrm>
              <a:off x="4986091" y="2768638"/>
              <a:ext cx="34811" cy="30139"/>
            </a:xfrm>
            <a:custGeom>
              <a:rect b="b" l="l" r="r" t="t"/>
              <a:pathLst>
                <a:path extrusionOk="0" h="929" w="1073">
                  <a:moveTo>
                    <a:pt x="477" y="0"/>
                  </a:moveTo>
                  <a:cubicBezTo>
                    <a:pt x="239" y="0"/>
                    <a:pt x="24" y="191"/>
                    <a:pt x="1" y="452"/>
                  </a:cubicBezTo>
                  <a:cubicBezTo>
                    <a:pt x="1" y="714"/>
                    <a:pt x="215" y="929"/>
                    <a:pt x="453" y="929"/>
                  </a:cubicBezTo>
                  <a:lnTo>
                    <a:pt x="1072" y="929"/>
                  </a:lnTo>
                  <a:cubicBezTo>
                    <a:pt x="858" y="905"/>
                    <a:pt x="644" y="714"/>
                    <a:pt x="644" y="452"/>
                  </a:cubicBezTo>
                  <a:cubicBezTo>
                    <a:pt x="644" y="238"/>
                    <a:pt x="810" y="48"/>
                    <a:pt x="1001"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96"/>
            <p:cNvSpPr/>
            <p:nvPr/>
          </p:nvSpPr>
          <p:spPr>
            <a:xfrm>
              <a:off x="4854764" y="2768638"/>
              <a:ext cx="51778" cy="30139"/>
            </a:xfrm>
            <a:custGeom>
              <a:rect b="b" l="l" r="r" t="t"/>
              <a:pathLst>
                <a:path extrusionOk="0" h="929" w="1596">
                  <a:moveTo>
                    <a:pt x="476" y="0"/>
                  </a:moveTo>
                  <a:cubicBezTo>
                    <a:pt x="238" y="0"/>
                    <a:pt x="24" y="191"/>
                    <a:pt x="0" y="452"/>
                  </a:cubicBezTo>
                  <a:cubicBezTo>
                    <a:pt x="0" y="714"/>
                    <a:pt x="215" y="929"/>
                    <a:pt x="453" y="929"/>
                  </a:cubicBezTo>
                  <a:lnTo>
                    <a:pt x="1405" y="929"/>
                  </a:lnTo>
                  <a:cubicBezTo>
                    <a:pt x="1524" y="929"/>
                    <a:pt x="1596" y="834"/>
                    <a:pt x="1596" y="714"/>
                  </a:cubicBezTo>
                  <a:cubicBezTo>
                    <a:pt x="1596" y="310"/>
                    <a:pt x="1286" y="0"/>
                    <a:pt x="881"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96"/>
            <p:cNvSpPr/>
            <p:nvPr/>
          </p:nvSpPr>
          <p:spPr>
            <a:xfrm>
              <a:off x="4853985" y="2768638"/>
              <a:ext cx="34778" cy="30139"/>
            </a:xfrm>
            <a:custGeom>
              <a:rect b="b" l="l" r="r" t="t"/>
              <a:pathLst>
                <a:path extrusionOk="0" h="929" w="1072">
                  <a:moveTo>
                    <a:pt x="477" y="0"/>
                  </a:moveTo>
                  <a:cubicBezTo>
                    <a:pt x="239" y="0"/>
                    <a:pt x="24" y="191"/>
                    <a:pt x="0" y="452"/>
                  </a:cubicBezTo>
                  <a:cubicBezTo>
                    <a:pt x="0" y="714"/>
                    <a:pt x="191" y="929"/>
                    <a:pt x="429" y="929"/>
                  </a:cubicBezTo>
                  <a:lnTo>
                    <a:pt x="1072" y="929"/>
                  </a:lnTo>
                  <a:cubicBezTo>
                    <a:pt x="858" y="905"/>
                    <a:pt x="643" y="714"/>
                    <a:pt x="643" y="452"/>
                  </a:cubicBezTo>
                  <a:cubicBezTo>
                    <a:pt x="643" y="238"/>
                    <a:pt x="786" y="48"/>
                    <a:pt x="1001"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96"/>
            <p:cNvSpPr/>
            <p:nvPr/>
          </p:nvSpPr>
          <p:spPr>
            <a:xfrm>
              <a:off x="5061033" y="2659566"/>
              <a:ext cx="10868" cy="21899"/>
            </a:xfrm>
            <a:custGeom>
              <a:rect b="b" l="l" r="r" t="t"/>
              <a:pathLst>
                <a:path extrusionOk="0" h="675" w="335">
                  <a:moveTo>
                    <a:pt x="157" y="0"/>
                  </a:moveTo>
                  <a:cubicBezTo>
                    <a:pt x="145" y="0"/>
                    <a:pt x="132" y="2"/>
                    <a:pt x="120" y="4"/>
                  </a:cubicBezTo>
                  <a:cubicBezTo>
                    <a:pt x="72" y="28"/>
                    <a:pt x="1" y="123"/>
                    <a:pt x="1" y="195"/>
                  </a:cubicBezTo>
                  <a:lnTo>
                    <a:pt x="1" y="504"/>
                  </a:lnTo>
                  <a:cubicBezTo>
                    <a:pt x="1" y="600"/>
                    <a:pt x="72" y="671"/>
                    <a:pt x="120" y="671"/>
                  </a:cubicBezTo>
                  <a:cubicBezTo>
                    <a:pt x="130" y="674"/>
                    <a:pt x="140" y="675"/>
                    <a:pt x="151" y="675"/>
                  </a:cubicBezTo>
                  <a:cubicBezTo>
                    <a:pt x="239" y="675"/>
                    <a:pt x="334" y="589"/>
                    <a:pt x="334" y="504"/>
                  </a:cubicBezTo>
                  <a:lnTo>
                    <a:pt x="334" y="147"/>
                  </a:lnTo>
                  <a:cubicBezTo>
                    <a:pt x="334" y="83"/>
                    <a:pt x="258" y="0"/>
                    <a:pt x="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96"/>
            <p:cNvSpPr/>
            <p:nvPr/>
          </p:nvSpPr>
          <p:spPr>
            <a:xfrm>
              <a:off x="4772100" y="2496543"/>
              <a:ext cx="354629" cy="306095"/>
            </a:xfrm>
            <a:custGeom>
              <a:rect b="b" l="l" r="r" t="t"/>
              <a:pathLst>
                <a:path extrusionOk="0" h="9435" w="10931">
                  <a:moveTo>
                    <a:pt x="7692" y="2791"/>
                  </a:moveTo>
                  <a:cubicBezTo>
                    <a:pt x="7930" y="2791"/>
                    <a:pt x="8145" y="3005"/>
                    <a:pt x="8145" y="3243"/>
                  </a:cubicBezTo>
                  <a:lnTo>
                    <a:pt x="8145" y="3315"/>
                  </a:lnTo>
                  <a:cubicBezTo>
                    <a:pt x="8073" y="3315"/>
                    <a:pt x="8026" y="3315"/>
                    <a:pt x="7954" y="3267"/>
                  </a:cubicBezTo>
                  <a:cubicBezTo>
                    <a:pt x="7811" y="3267"/>
                    <a:pt x="7668" y="3267"/>
                    <a:pt x="7478" y="3315"/>
                  </a:cubicBezTo>
                  <a:lnTo>
                    <a:pt x="7240" y="3362"/>
                  </a:lnTo>
                  <a:cubicBezTo>
                    <a:pt x="7216" y="3315"/>
                    <a:pt x="7216" y="3267"/>
                    <a:pt x="7216" y="3219"/>
                  </a:cubicBezTo>
                  <a:cubicBezTo>
                    <a:pt x="7240" y="3005"/>
                    <a:pt x="7454" y="2791"/>
                    <a:pt x="7692" y="2791"/>
                  </a:cubicBezTo>
                  <a:close/>
                  <a:moveTo>
                    <a:pt x="10407" y="5148"/>
                  </a:moveTo>
                  <a:cubicBezTo>
                    <a:pt x="10455" y="5148"/>
                    <a:pt x="10526" y="5172"/>
                    <a:pt x="10574" y="5220"/>
                  </a:cubicBezTo>
                  <a:cubicBezTo>
                    <a:pt x="10621" y="5244"/>
                    <a:pt x="10645" y="5291"/>
                    <a:pt x="10645" y="5363"/>
                  </a:cubicBezTo>
                  <a:lnTo>
                    <a:pt x="10645" y="5482"/>
                  </a:lnTo>
                  <a:cubicBezTo>
                    <a:pt x="10621" y="5482"/>
                    <a:pt x="10574" y="5434"/>
                    <a:pt x="10550" y="5434"/>
                  </a:cubicBezTo>
                  <a:cubicBezTo>
                    <a:pt x="10455" y="5386"/>
                    <a:pt x="10383" y="5291"/>
                    <a:pt x="10336" y="5196"/>
                  </a:cubicBezTo>
                  <a:lnTo>
                    <a:pt x="10336" y="5148"/>
                  </a:lnTo>
                  <a:close/>
                  <a:moveTo>
                    <a:pt x="4215" y="3243"/>
                  </a:moveTo>
                  <a:cubicBezTo>
                    <a:pt x="4977" y="3243"/>
                    <a:pt x="5668" y="3577"/>
                    <a:pt x="6192" y="4100"/>
                  </a:cubicBezTo>
                  <a:cubicBezTo>
                    <a:pt x="6287" y="4196"/>
                    <a:pt x="6406" y="4243"/>
                    <a:pt x="6525" y="4243"/>
                  </a:cubicBezTo>
                  <a:cubicBezTo>
                    <a:pt x="6644" y="4243"/>
                    <a:pt x="6763" y="4196"/>
                    <a:pt x="6859" y="4100"/>
                  </a:cubicBezTo>
                  <a:cubicBezTo>
                    <a:pt x="7141" y="3799"/>
                    <a:pt x="7514" y="3656"/>
                    <a:pt x="7888" y="3656"/>
                  </a:cubicBezTo>
                  <a:cubicBezTo>
                    <a:pt x="8430" y="3656"/>
                    <a:pt x="8972" y="3956"/>
                    <a:pt x="9240" y="4505"/>
                  </a:cubicBezTo>
                  <a:cubicBezTo>
                    <a:pt x="9383" y="4815"/>
                    <a:pt x="9693" y="5053"/>
                    <a:pt x="10050" y="5148"/>
                  </a:cubicBezTo>
                  <a:cubicBezTo>
                    <a:pt x="10050" y="5267"/>
                    <a:pt x="10074" y="5386"/>
                    <a:pt x="10145" y="5482"/>
                  </a:cubicBezTo>
                  <a:cubicBezTo>
                    <a:pt x="10216" y="5648"/>
                    <a:pt x="10407" y="5767"/>
                    <a:pt x="10621" y="5839"/>
                  </a:cubicBezTo>
                  <a:lnTo>
                    <a:pt x="10526" y="6196"/>
                  </a:lnTo>
                  <a:cubicBezTo>
                    <a:pt x="10431" y="6196"/>
                    <a:pt x="10264" y="6196"/>
                    <a:pt x="10097" y="6006"/>
                  </a:cubicBezTo>
                  <a:cubicBezTo>
                    <a:pt x="10074" y="5982"/>
                    <a:pt x="10038" y="5970"/>
                    <a:pt x="9996" y="5970"/>
                  </a:cubicBezTo>
                  <a:cubicBezTo>
                    <a:pt x="9954" y="5970"/>
                    <a:pt x="9907" y="5982"/>
                    <a:pt x="9859" y="6006"/>
                  </a:cubicBezTo>
                  <a:cubicBezTo>
                    <a:pt x="9812" y="6077"/>
                    <a:pt x="9812" y="6148"/>
                    <a:pt x="9859" y="6244"/>
                  </a:cubicBezTo>
                  <a:cubicBezTo>
                    <a:pt x="10050" y="6434"/>
                    <a:pt x="10216" y="6482"/>
                    <a:pt x="10383" y="6506"/>
                  </a:cubicBezTo>
                  <a:cubicBezTo>
                    <a:pt x="10097" y="7030"/>
                    <a:pt x="9645" y="7601"/>
                    <a:pt x="8788" y="8030"/>
                  </a:cubicBezTo>
                  <a:cubicBezTo>
                    <a:pt x="8526" y="8149"/>
                    <a:pt x="8264" y="8268"/>
                    <a:pt x="7978" y="8339"/>
                  </a:cubicBezTo>
                  <a:cubicBezTo>
                    <a:pt x="7835" y="8244"/>
                    <a:pt x="7692" y="8220"/>
                    <a:pt x="7549" y="8220"/>
                  </a:cubicBezTo>
                  <a:lnTo>
                    <a:pt x="7097" y="8220"/>
                  </a:lnTo>
                  <a:cubicBezTo>
                    <a:pt x="6882" y="8220"/>
                    <a:pt x="6668" y="8339"/>
                    <a:pt x="6573" y="8506"/>
                  </a:cubicBezTo>
                  <a:lnTo>
                    <a:pt x="4120" y="8506"/>
                  </a:lnTo>
                  <a:cubicBezTo>
                    <a:pt x="4001" y="8363"/>
                    <a:pt x="3787" y="8244"/>
                    <a:pt x="3620" y="8220"/>
                  </a:cubicBezTo>
                  <a:lnTo>
                    <a:pt x="3024" y="8220"/>
                  </a:lnTo>
                  <a:cubicBezTo>
                    <a:pt x="2929" y="8220"/>
                    <a:pt x="2834" y="8244"/>
                    <a:pt x="2786" y="8268"/>
                  </a:cubicBezTo>
                  <a:cubicBezTo>
                    <a:pt x="2786" y="8268"/>
                    <a:pt x="2739" y="8268"/>
                    <a:pt x="2739" y="8316"/>
                  </a:cubicBezTo>
                  <a:cubicBezTo>
                    <a:pt x="2000" y="7958"/>
                    <a:pt x="1477" y="7244"/>
                    <a:pt x="1357" y="6434"/>
                  </a:cubicBezTo>
                  <a:cubicBezTo>
                    <a:pt x="1262" y="5720"/>
                    <a:pt x="1477" y="4982"/>
                    <a:pt x="1905" y="4386"/>
                  </a:cubicBezTo>
                  <a:cubicBezTo>
                    <a:pt x="2453" y="3672"/>
                    <a:pt x="3310" y="3243"/>
                    <a:pt x="4215" y="3243"/>
                  </a:cubicBezTo>
                  <a:close/>
                  <a:moveTo>
                    <a:pt x="3477" y="8530"/>
                  </a:moveTo>
                  <a:cubicBezTo>
                    <a:pt x="3763" y="8530"/>
                    <a:pt x="4025" y="8792"/>
                    <a:pt x="4025" y="9101"/>
                  </a:cubicBezTo>
                  <a:cubicBezTo>
                    <a:pt x="3977" y="9101"/>
                    <a:pt x="3977" y="9125"/>
                    <a:pt x="3953" y="9125"/>
                  </a:cubicBezTo>
                  <a:lnTo>
                    <a:pt x="3024" y="9125"/>
                  </a:lnTo>
                  <a:cubicBezTo>
                    <a:pt x="2882" y="9125"/>
                    <a:pt x="2763" y="9054"/>
                    <a:pt x="2715" y="8935"/>
                  </a:cubicBezTo>
                  <a:cubicBezTo>
                    <a:pt x="2667" y="8744"/>
                    <a:pt x="2810" y="8530"/>
                    <a:pt x="3024" y="8530"/>
                  </a:cubicBezTo>
                  <a:close/>
                  <a:moveTo>
                    <a:pt x="7549" y="8530"/>
                  </a:moveTo>
                  <a:cubicBezTo>
                    <a:pt x="7835" y="8530"/>
                    <a:pt x="8097" y="8792"/>
                    <a:pt x="8097" y="9101"/>
                  </a:cubicBezTo>
                  <a:cubicBezTo>
                    <a:pt x="8049" y="9101"/>
                    <a:pt x="8026" y="9125"/>
                    <a:pt x="8026" y="9125"/>
                  </a:cubicBezTo>
                  <a:lnTo>
                    <a:pt x="7097" y="9125"/>
                  </a:lnTo>
                  <a:cubicBezTo>
                    <a:pt x="6954" y="9125"/>
                    <a:pt x="6835" y="9054"/>
                    <a:pt x="6787" y="8935"/>
                  </a:cubicBezTo>
                  <a:cubicBezTo>
                    <a:pt x="6740" y="8744"/>
                    <a:pt x="6882" y="8530"/>
                    <a:pt x="7097" y="8530"/>
                  </a:cubicBezTo>
                  <a:close/>
                  <a:moveTo>
                    <a:pt x="1699" y="0"/>
                  </a:moveTo>
                  <a:cubicBezTo>
                    <a:pt x="1632" y="0"/>
                    <a:pt x="1564" y="17"/>
                    <a:pt x="1500" y="52"/>
                  </a:cubicBezTo>
                  <a:cubicBezTo>
                    <a:pt x="1262" y="171"/>
                    <a:pt x="1167" y="457"/>
                    <a:pt x="1286" y="695"/>
                  </a:cubicBezTo>
                  <a:cubicBezTo>
                    <a:pt x="1429" y="957"/>
                    <a:pt x="1500" y="1195"/>
                    <a:pt x="1500" y="1409"/>
                  </a:cubicBezTo>
                  <a:cubicBezTo>
                    <a:pt x="1500" y="2005"/>
                    <a:pt x="1167" y="2481"/>
                    <a:pt x="810" y="2981"/>
                  </a:cubicBezTo>
                  <a:cubicBezTo>
                    <a:pt x="595" y="3267"/>
                    <a:pt x="405" y="3577"/>
                    <a:pt x="238" y="3910"/>
                  </a:cubicBezTo>
                  <a:cubicBezTo>
                    <a:pt x="214" y="3981"/>
                    <a:pt x="238" y="4077"/>
                    <a:pt x="333" y="4100"/>
                  </a:cubicBezTo>
                  <a:cubicBezTo>
                    <a:pt x="360" y="4114"/>
                    <a:pt x="387" y="4120"/>
                    <a:pt x="412" y="4120"/>
                  </a:cubicBezTo>
                  <a:cubicBezTo>
                    <a:pt x="476" y="4120"/>
                    <a:pt x="531" y="4080"/>
                    <a:pt x="548" y="4029"/>
                  </a:cubicBezTo>
                  <a:cubicBezTo>
                    <a:pt x="667" y="3719"/>
                    <a:pt x="881" y="3434"/>
                    <a:pt x="1072" y="3148"/>
                  </a:cubicBezTo>
                  <a:cubicBezTo>
                    <a:pt x="1429" y="2624"/>
                    <a:pt x="1834" y="2076"/>
                    <a:pt x="1834" y="1409"/>
                  </a:cubicBezTo>
                  <a:cubicBezTo>
                    <a:pt x="1834" y="1124"/>
                    <a:pt x="1762" y="862"/>
                    <a:pt x="1596" y="528"/>
                  </a:cubicBezTo>
                  <a:cubicBezTo>
                    <a:pt x="1548" y="481"/>
                    <a:pt x="1596" y="385"/>
                    <a:pt x="1643" y="338"/>
                  </a:cubicBezTo>
                  <a:cubicBezTo>
                    <a:pt x="1664" y="324"/>
                    <a:pt x="1685" y="318"/>
                    <a:pt x="1705" y="318"/>
                  </a:cubicBezTo>
                  <a:cubicBezTo>
                    <a:pt x="1754" y="318"/>
                    <a:pt x="1800" y="352"/>
                    <a:pt x="1834" y="385"/>
                  </a:cubicBezTo>
                  <a:cubicBezTo>
                    <a:pt x="2024" y="719"/>
                    <a:pt x="2143" y="1052"/>
                    <a:pt x="2143" y="1362"/>
                  </a:cubicBezTo>
                  <a:cubicBezTo>
                    <a:pt x="2191" y="1695"/>
                    <a:pt x="2120" y="2052"/>
                    <a:pt x="1977" y="2433"/>
                  </a:cubicBezTo>
                  <a:cubicBezTo>
                    <a:pt x="1858" y="2719"/>
                    <a:pt x="1715" y="2981"/>
                    <a:pt x="1548" y="3243"/>
                  </a:cubicBezTo>
                  <a:cubicBezTo>
                    <a:pt x="1310" y="3624"/>
                    <a:pt x="1119" y="4029"/>
                    <a:pt x="1024" y="4458"/>
                  </a:cubicBezTo>
                  <a:cubicBezTo>
                    <a:pt x="953" y="4672"/>
                    <a:pt x="1000" y="4910"/>
                    <a:pt x="1119" y="5101"/>
                  </a:cubicBezTo>
                  <a:cubicBezTo>
                    <a:pt x="1048" y="5291"/>
                    <a:pt x="1000" y="5529"/>
                    <a:pt x="1000" y="5767"/>
                  </a:cubicBezTo>
                  <a:lnTo>
                    <a:pt x="1000" y="6006"/>
                  </a:lnTo>
                  <a:cubicBezTo>
                    <a:pt x="548" y="5577"/>
                    <a:pt x="357" y="5101"/>
                    <a:pt x="405" y="4624"/>
                  </a:cubicBezTo>
                  <a:cubicBezTo>
                    <a:pt x="405" y="4529"/>
                    <a:pt x="333" y="4434"/>
                    <a:pt x="238" y="4434"/>
                  </a:cubicBezTo>
                  <a:cubicBezTo>
                    <a:pt x="167" y="4434"/>
                    <a:pt x="71" y="4505"/>
                    <a:pt x="71" y="4577"/>
                  </a:cubicBezTo>
                  <a:cubicBezTo>
                    <a:pt x="0" y="5244"/>
                    <a:pt x="333" y="5887"/>
                    <a:pt x="1024" y="6482"/>
                  </a:cubicBezTo>
                  <a:cubicBezTo>
                    <a:pt x="1167" y="7315"/>
                    <a:pt x="1715" y="8077"/>
                    <a:pt x="2453" y="8482"/>
                  </a:cubicBezTo>
                  <a:cubicBezTo>
                    <a:pt x="2334" y="8697"/>
                    <a:pt x="2334" y="8959"/>
                    <a:pt x="2501" y="9221"/>
                  </a:cubicBezTo>
                  <a:cubicBezTo>
                    <a:pt x="2596" y="9340"/>
                    <a:pt x="2739" y="9435"/>
                    <a:pt x="2905" y="9435"/>
                  </a:cubicBezTo>
                  <a:lnTo>
                    <a:pt x="4001" y="9435"/>
                  </a:lnTo>
                  <a:cubicBezTo>
                    <a:pt x="4120" y="9435"/>
                    <a:pt x="4263" y="9316"/>
                    <a:pt x="4263" y="9197"/>
                  </a:cubicBezTo>
                  <a:cubicBezTo>
                    <a:pt x="4287" y="9078"/>
                    <a:pt x="4263" y="8935"/>
                    <a:pt x="4239" y="8816"/>
                  </a:cubicBezTo>
                  <a:lnTo>
                    <a:pt x="6406" y="8816"/>
                  </a:lnTo>
                  <a:cubicBezTo>
                    <a:pt x="6406" y="9149"/>
                    <a:pt x="6668" y="9435"/>
                    <a:pt x="7025" y="9435"/>
                  </a:cubicBezTo>
                  <a:lnTo>
                    <a:pt x="8073" y="9435"/>
                  </a:lnTo>
                  <a:cubicBezTo>
                    <a:pt x="8216" y="9435"/>
                    <a:pt x="8311" y="9340"/>
                    <a:pt x="8335" y="9197"/>
                  </a:cubicBezTo>
                  <a:cubicBezTo>
                    <a:pt x="8383" y="8959"/>
                    <a:pt x="8311" y="8744"/>
                    <a:pt x="8192" y="8578"/>
                  </a:cubicBezTo>
                  <a:cubicBezTo>
                    <a:pt x="8430" y="8482"/>
                    <a:pt x="8668" y="8387"/>
                    <a:pt x="8883" y="8316"/>
                  </a:cubicBezTo>
                  <a:cubicBezTo>
                    <a:pt x="9526" y="7982"/>
                    <a:pt x="10050" y="7530"/>
                    <a:pt x="10407" y="7006"/>
                  </a:cubicBezTo>
                  <a:cubicBezTo>
                    <a:pt x="10669" y="6601"/>
                    <a:pt x="10812" y="6172"/>
                    <a:pt x="10883" y="5648"/>
                  </a:cubicBezTo>
                  <a:cubicBezTo>
                    <a:pt x="10907" y="5410"/>
                    <a:pt x="10931" y="5148"/>
                    <a:pt x="10764" y="4982"/>
                  </a:cubicBezTo>
                  <a:cubicBezTo>
                    <a:pt x="10693" y="4886"/>
                    <a:pt x="10526" y="4815"/>
                    <a:pt x="10383" y="4815"/>
                  </a:cubicBezTo>
                  <a:lnTo>
                    <a:pt x="10193" y="4815"/>
                  </a:lnTo>
                  <a:cubicBezTo>
                    <a:pt x="9907" y="4791"/>
                    <a:pt x="9621" y="4577"/>
                    <a:pt x="9502" y="4315"/>
                  </a:cubicBezTo>
                  <a:cubicBezTo>
                    <a:pt x="9454" y="4172"/>
                    <a:pt x="9335" y="4029"/>
                    <a:pt x="9240" y="3910"/>
                  </a:cubicBezTo>
                  <a:cubicBezTo>
                    <a:pt x="9335" y="3696"/>
                    <a:pt x="9359" y="3481"/>
                    <a:pt x="9359" y="3267"/>
                  </a:cubicBezTo>
                  <a:cubicBezTo>
                    <a:pt x="9359" y="3029"/>
                    <a:pt x="9311" y="2791"/>
                    <a:pt x="9216" y="2552"/>
                  </a:cubicBezTo>
                  <a:cubicBezTo>
                    <a:pt x="9201" y="2506"/>
                    <a:pt x="9155" y="2470"/>
                    <a:pt x="9098" y="2470"/>
                  </a:cubicBezTo>
                  <a:cubicBezTo>
                    <a:pt x="9068" y="2470"/>
                    <a:pt x="9035" y="2480"/>
                    <a:pt x="9002" y="2505"/>
                  </a:cubicBezTo>
                  <a:cubicBezTo>
                    <a:pt x="8907" y="2529"/>
                    <a:pt x="8883" y="2624"/>
                    <a:pt x="8954" y="2719"/>
                  </a:cubicBezTo>
                  <a:cubicBezTo>
                    <a:pt x="9026" y="2886"/>
                    <a:pt x="9050" y="3100"/>
                    <a:pt x="9050" y="3267"/>
                  </a:cubicBezTo>
                  <a:cubicBezTo>
                    <a:pt x="9050" y="3434"/>
                    <a:pt x="9026" y="3529"/>
                    <a:pt x="9002" y="3696"/>
                  </a:cubicBezTo>
                  <a:cubicBezTo>
                    <a:pt x="8859" y="3577"/>
                    <a:pt x="8668" y="3481"/>
                    <a:pt x="8502" y="3434"/>
                  </a:cubicBezTo>
                  <a:lnTo>
                    <a:pt x="8502" y="3267"/>
                  </a:lnTo>
                  <a:cubicBezTo>
                    <a:pt x="8502" y="2853"/>
                    <a:pt x="8161" y="2507"/>
                    <a:pt x="7738" y="2507"/>
                  </a:cubicBezTo>
                  <a:cubicBezTo>
                    <a:pt x="7601" y="2507"/>
                    <a:pt x="7456" y="2543"/>
                    <a:pt x="7311" y="2624"/>
                  </a:cubicBezTo>
                  <a:cubicBezTo>
                    <a:pt x="7216" y="2672"/>
                    <a:pt x="7144" y="2743"/>
                    <a:pt x="7097" y="2791"/>
                  </a:cubicBezTo>
                  <a:cubicBezTo>
                    <a:pt x="6954" y="3029"/>
                    <a:pt x="6906" y="3315"/>
                    <a:pt x="7001" y="3553"/>
                  </a:cubicBezTo>
                  <a:cubicBezTo>
                    <a:pt x="6859" y="3624"/>
                    <a:pt x="6740" y="3719"/>
                    <a:pt x="6620" y="3838"/>
                  </a:cubicBezTo>
                  <a:cubicBezTo>
                    <a:pt x="6597" y="3862"/>
                    <a:pt x="6597" y="3862"/>
                    <a:pt x="6549" y="3862"/>
                  </a:cubicBezTo>
                  <a:cubicBezTo>
                    <a:pt x="6430" y="3672"/>
                    <a:pt x="6382" y="3457"/>
                    <a:pt x="6382" y="3219"/>
                  </a:cubicBezTo>
                  <a:cubicBezTo>
                    <a:pt x="6382" y="2505"/>
                    <a:pt x="6978" y="1910"/>
                    <a:pt x="7692" y="1910"/>
                  </a:cubicBezTo>
                  <a:cubicBezTo>
                    <a:pt x="7978" y="1910"/>
                    <a:pt x="8287" y="2029"/>
                    <a:pt x="8526" y="2195"/>
                  </a:cubicBezTo>
                  <a:cubicBezTo>
                    <a:pt x="8548" y="2228"/>
                    <a:pt x="8585" y="2246"/>
                    <a:pt x="8626" y="2246"/>
                  </a:cubicBezTo>
                  <a:cubicBezTo>
                    <a:pt x="8673" y="2246"/>
                    <a:pt x="8725" y="2223"/>
                    <a:pt x="8764" y="2171"/>
                  </a:cubicBezTo>
                  <a:cubicBezTo>
                    <a:pt x="8811" y="2124"/>
                    <a:pt x="8811" y="2005"/>
                    <a:pt x="8740" y="1933"/>
                  </a:cubicBezTo>
                  <a:cubicBezTo>
                    <a:pt x="8430" y="1695"/>
                    <a:pt x="8073" y="1552"/>
                    <a:pt x="7692" y="1552"/>
                  </a:cubicBezTo>
                  <a:cubicBezTo>
                    <a:pt x="6787" y="1552"/>
                    <a:pt x="6049" y="2291"/>
                    <a:pt x="6049" y="3195"/>
                  </a:cubicBezTo>
                  <a:cubicBezTo>
                    <a:pt x="6049" y="3315"/>
                    <a:pt x="6049" y="3386"/>
                    <a:pt x="6073" y="3505"/>
                  </a:cubicBezTo>
                  <a:cubicBezTo>
                    <a:pt x="5549" y="3100"/>
                    <a:pt x="4882" y="2862"/>
                    <a:pt x="4168" y="2862"/>
                  </a:cubicBezTo>
                  <a:cubicBezTo>
                    <a:pt x="3310" y="2862"/>
                    <a:pt x="2501" y="3195"/>
                    <a:pt x="1905" y="3791"/>
                  </a:cubicBezTo>
                  <a:cubicBezTo>
                    <a:pt x="1667" y="4029"/>
                    <a:pt x="1477" y="4291"/>
                    <a:pt x="1310" y="4577"/>
                  </a:cubicBezTo>
                  <a:lnTo>
                    <a:pt x="1310" y="4529"/>
                  </a:lnTo>
                  <a:cubicBezTo>
                    <a:pt x="1405" y="4148"/>
                    <a:pt x="1619" y="3791"/>
                    <a:pt x="1834" y="3386"/>
                  </a:cubicBezTo>
                  <a:cubicBezTo>
                    <a:pt x="1977" y="3124"/>
                    <a:pt x="2143" y="2862"/>
                    <a:pt x="2262" y="2552"/>
                  </a:cubicBezTo>
                  <a:cubicBezTo>
                    <a:pt x="2429" y="2148"/>
                    <a:pt x="2501" y="1719"/>
                    <a:pt x="2477" y="1362"/>
                  </a:cubicBezTo>
                  <a:cubicBezTo>
                    <a:pt x="2453" y="981"/>
                    <a:pt x="2334" y="624"/>
                    <a:pt x="2096" y="243"/>
                  </a:cubicBezTo>
                  <a:cubicBezTo>
                    <a:pt x="2012" y="92"/>
                    <a:pt x="1858" y="0"/>
                    <a:pt x="1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5" name="Google Shape;20885;p96"/>
          <p:cNvGrpSpPr/>
          <p:nvPr/>
        </p:nvGrpSpPr>
        <p:grpSpPr>
          <a:xfrm>
            <a:off x="4017604" y="2338887"/>
            <a:ext cx="357743" cy="319851"/>
            <a:chOff x="4019564" y="2491287"/>
            <a:chExt cx="357743" cy="319851"/>
          </a:xfrm>
        </p:grpSpPr>
        <p:sp>
          <p:nvSpPr>
            <p:cNvPr id="20886" name="Google Shape;20886;p96"/>
            <p:cNvSpPr/>
            <p:nvPr/>
          </p:nvSpPr>
          <p:spPr>
            <a:xfrm>
              <a:off x="4180284" y="2659696"/>
              <a:ext cx="91196" cy="136778"/>
            </a:xfrm>
            <a:custGeom>
              <a:rect b="b" l="l" r="r" t="t"/>
              <a:pathLst>
                <a:path extrusionOk="0" h="4216" w="2811">
                  <a:moveTo>
                    <a:pt x="762" y="0"/>
                  </a:moveTo>
                  <a:lnTo>
                    <a:pt x="0" y="381"/>
                  </a:lnTo>
                  <a:lnTo>
                    <a:pt x="2072" y="4215"/>
                  </a:lnTo>
                  <a:lnTo>
                    <a:pt x="2810" y="3834"/>
                  </a:lnTo>
                  <a:lnTo>
                    <a:pt x="762" y="0"/>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96"/>
            <p:cNvSpPr/>
            <p:nvPr/>
          </p:nvSpPr>
          <p:spPr>
            <a:xfrm>
              <a:off x="4113842" y="2658918"/>
              <a:ext cx="91196" cy="136778"/>
            </a:xfrm>
            <a:custGeom>
              <a:rect b="b" l="l" r="r" t="t"/>
              <a:pathLst>
                <a:path extrusionOk="0" h="4216" w="2811">
                  <a:moveTo>
                    <a:pt x="2048" y="0"/>
                  </a:moveTo>
                  <a:lnTo>
                    <a:pt x="0" y="3834"/>
                  </a:lnTo>
                  <a:lnTo>
                    <a:pt x="738" y="4216"/>
                  </a:lnTo>
                  <a:lnTo>
                    <a:pt x="2810" y="381"/>
                  </a:lnTo>
                  <a:lnTo>
                    <a:pt x="2048" y="0"/>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96"/>
            <p:cNvSpPr/>
            <p:nvPr/>
          </p:nvSpPr>
          <p:spPr>
            <a:xfrm>
              <a:off x="4227391" y="2783302"/>
              <a:ext cx="55671" cy="21672"/>
            </a:xfrm>
            <a:custGeom>
              <a:rect b="b" l="l" r="r" t="t"/>
              <a:pathLst>
                <a:path extrusionOk="0" h="668" w="1716">
                  <a:moveTo>
                    <a:pt x="239" y="0"/>
                  </a:moveTo>
                  <a:cubicBezTo>
                    <a:pt x="96" y="0"/>
                    <a:pt x="1" y="120"/>
                    <a:pt x="1" y="239"/>
                  </a:cubicBezTo>
                  <a:lnTo>
                    <a:pt x="1" y="429"/>
                  </a:lnTo>
                  <a:cubicBezTo>
                    <a:pt x="1" y="572"/>
                    <a:pt x="120" y="667"/>
                    <a:pt x="239" y="667"/>
                  </a:cubicBezTo>
                  <a:lnTo>
                    <a:pt x="1477" y="667"/>
                  </a:lnTo>
                  <a:cubicBezTo>
                    <a:pt x="1620" y="667"/>
                    <a:pt x="1715" y="548"/>
                    <a:pt x="1715" y="429"/>
                  </a:cubicBezTo>
                  <a:lnTo>
                    <a:pt x="1715" y="239"/>
                  </a:lnTo>
                  <a:cubicBezTo>
                    <a:pt x="1715" y="120"/>
                    <a:pt x="1596" y="0"/>
                    <a:pt x="1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96"/>
            <p:cNvSpPr/>
            <p:nvPr/>
          </p:nvSpPr>
          <p:spPr>
            <a:xfrm>
              <a:off x="4228169" y="2783302"/>
              <a:ext cx="27836" cy="21769"/>
            </a:xfrm>
            <a:custGeom>
              <a:rect b="b" l="l" r="r" t="t"/>
              <a:pathLst>
                <a:path extrusionOk="0" h="671" w="858">
                  <a:moveTo>
                    <a:pt x="239" y="0"/>
                  </a:moveTo>
                  <a:cubicBezTo>
                    <a:pt x="72" y="0"/>
                    <a:pt x="1" y="120"/>
                    <a:pt x="1" y="239"/>
                  </a:cubicBezTo>
                  <a:lnTo>
                    <a:pt x="1" y="429"/>
                  </a:lnTo>
                  <a:cubicBezTo>
                    <a:pt x="1" y="572"/>
                    <a:pt x="120" y="667"/>
                    <a:pt x="239" y="667"/>
                  </a:cubicBezTo>
                  <a:lnTo>
                    <a:pt x="787" y="667"/>
                  </a:lnTo>
                  <a:cubicBezTo>
                    <a:pt x="684" y="649"/>
                    <a:pt x="620" y="551"/>
                    <a:pt x="620" y="453"/>
                  </a:cubicBezTo>
                  <a:lnTo>
                    <a:pt x="620" y="239"/>
                  </a:lnTo>
                  <a:cubicBezTo>
                    <a:pt x="620" y="120"/>
                    <a:pt x="739" y="0"/>
                    <a:pt x="858" y="0"/>
                  </a:cubicBezTo>
                  <a:close/>
                  <a:moveTo>
                    <a:pt x="787" y="667"/>
                  </a:moveTo>
                  <a:cubicBezTo>
                    <a:pt x="798" y="669"/>
                    <a:pt x="810" y="670"/>
                    <a:pt x="822" y="670"/>
                  </a:cubicBezTo>
                  <a:cubicBezTo>
                    <a:pt x="833" y="670"/>
                    <a:pt x="845" y="669"/>
                    <a:pt x="858" y="667"/>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96"/>
            <p:cNvSpPr/>
            <p:nvPr/>
          </p:nvSpPr>
          <p:spPr>
            <a:xfrm>
              <a:off x="4102228" y="2783302"/>
              <a:ext cx="54893" cy="21672"/>
            </a:xfrm>
            <a:custGeom>
              <a:rect b="b" l="l" r="r" t="t"/>
              <a:pathLst>
                <a:path extrusionOk="0" h="668" w="1692">
                  <a:moveTo>
                    <a:pt x="239" y="0"/>
                  </a:moveTo>
                  <a:cubicBezTo>
                    <a:pt x="120" y="0"/>
                    <a:pt x="1" y="120"/>
                    <a:pt x="1" y="239"/>
                  </a:cubicBezTo>
                  <a:lnTo>
                    <a:pt x="1" y="429"/>
                  </a:lnTo>
                  <a:cubicBezTo>
                    <a:pt x="1" y="548"/>
                    <a:pt x="96" y="667"/>
                    <a:pt x="239" y="667"/>
                  </a:cubicBezTo>
                  <a:lnTo>
                    <a:pt x="1454" y="667"/>
                  </a:lnTo>
                  <a:cubicBezTo>
                    <a:pt x="1573" y="667"/>
                    <a:pt x="1692" y="572"/>
                    <a:pt x="1692" y="429"/>
                  </a:cubicBezTo>
                  <a:lnTo>
                    <a:pt x="1692" y="239"/>
                  </a:lnTo>
                  <a:cubicBezTo>
                    <a:pt x="1692" y="120"/>
                    <a:pt x="1620" y="0"/>
                    <a:pt x="1454"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96"/>
            <p:cNvSpPr/>
            <p:nvPr/>
          </p:nvSpPr>
          <p:spPr>
            <a:xfrm>
              <a:off x="4103006" y="2783302"/>
              <a:ext cx="28614" cy="21769"/>
            </a:xfrm>
            <a:custGeom>
              <a:rect b="b" l="l" r="r" t="t"/>
              <a:pathLst>
                <a:path extrusionOk="0" h="671" w="882">
                  <a:moveTo>
                    <a:pt x="239" y="0"/>
                  </a:moveTo>
                  <a:cubicBezTo>
                    <a:pt x="96" y="0"/>
                    <a:pt x="1" y="120"/>
                    <a:pt x="1" y="239"/>
                  </a:cubicBezTo>
                  <a:lnTo>
                    <a:pt x="1" y="429"/>
                  </a:lnTo>
                  <a:cubicBezTo>
                    <a:pt x="1" y="572"/>
                    <a:pt x="120" y="667"/>
                    <a:pt x="239" y="667"/>
                  </a:cubicBezTo>
                  <a:lnTo>
                    <a:pt x="802" y="667"/>
                  </a:lnTo>
                  <a:cubicBezTo>
                    <a:pt x="692" y="649"/>
                    <a:pt x="644" y="551"/>
                    <a:pt x="644" y="453"/>
                  </a:cubicBezTo>
                  <a:lnTo>
                    <a:pt x="644" y="239"/>
                  </a:lnTo>
                  <a:cubicBezTo>
                    <a:pt x="644" y="120"/>
                    <a:pt x="763" y="0"/>
                    <a:pt x="882" y="0"/>
                  </a:cubicBezTo>
                  <a:close/>
                  <a:moveTo>
                    <a:pt x="802" y="667"/>
                  </a:moveTo>
                  <a:cubicBezTo>
                    <a:pt x="814" y="669"/>
                    <a:pt x="827" y="670"/>
                    <a:pt x="840" y="670"/>
                  </a:cubicBezTo>
                  <a:cubicBezTo>
                    <a:pt x="853" y="670"/>
                    <a:pt x="867" y="669"/>
                    <a:pt x="882" y="667"/>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96"/>
            <p:cNvSpPr/>
            <p:nvPr/>
          </p:nvSpPr>
          <p:spPr>
            <a:xfrm>
              <a:off x="4051261" y="2515976"/>
              <a:ext cx="282023" cy="183917"/>
            </a:xfrm>
            <a:custGeom>
              <a:rect b="b" l="l" r="r" t="t"/>
              <a:pathLst>
                <a:path extrusionOk="0" h="5669" w="8693">
                  <a:moveTo>
                    <a:pt x="7168" y="1"/>
                  </a:moveTo>
                  <a:lnTo>
                    <a:pt x="143" y="4454"/>
                  </a:lnTo>
                  <a:lnTo>
                    <a:pt x="0" y="5264"/>
                  </a:lnTo>
                  <a:lnTo>
                    <a:pt x="715" y="5669"/>
                  </a:lnTo>
                  <a:lnTo>
                    <a:pt x="8692" y="3287"/>
                  </a:lnTo>
                  <a:lnTo>
                    <a:pt x="8478" y="1382"/>
                  </a:lnTo>
                  <a:lnTo>
                    <a:pt x="7168" y="1"/>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96"/>
            <p:cNvSpPr/>
            <p:nvPr/>
          </p:nvSpPr>
          <p:spPr>
            <a:xfrm>
              <a:off x="4052785" y="2604836"/>
              <a:ext cx="281276" cy="95835"/>
            </a:xfrm>
            <a:custGeom>
              <a:rect b="b" l="l" r="r" t="t"/>
              <a:pathLst>
                <a:path extrusionOk="0" h="2954" w="8670">
                  <a:moveTo>
                    <a:pt x="8622" y="0"/>
                  </a:moveTo>
                  <a:lnTo>
                    <a:pt x="1" y="2549"/>
                  </a:lnTo>
                  <a:lnTo>
                    <a:pt x="691" y="2953"/>
                  </a:lnTo>
                  <a:lnTo>
                    <a:pt x="8669" y="572"/>
                  </a:lnTo>
                  <a:lnTo>
                    <a:pt x="8622"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96"/>
            <p:cNvSpPr/>
            <p:nvPr/>
          </p:nvSpPr>
          <p:spPr>
            <a:xfrm>
              <a:off x="4282251" y="2493785"/>
              <a:ext cx="87335" cy="135934"/>
            </a:xfrm>
            <a:custGeom>
              <a:rect b="b" l="l" r="r" t="t"/>
              <a:pathLst>
                <a:path extrusionOk="0" h="4190" w="2692">
                  <a:moveTo>
                    <a:pt x="804" y="1"/>
                  </a:moveTo>
                  <a:cubicBezTo>
                    <a:pt x="759" y="1"/>
                    <a:pt x="712" y="7"/>
                    <a:pt x="667" y="18"/>
                  </a:cubicBezTo>
                  <a:lnTo>
                    <a:pt x="239" y="232"/>
                  </a:lnTo>
                  <a:cubicBezTo>
                    <a:pt x="48" y="328"/>
                    <a:pt x="1" y="494"/>
                    <a:pt x="48" y="685"/>
                  </a:cubicBezTo>
                  <a:lnTo>
                    <a:pt x="1572" y="3995"/>
                  </a:lnTo>
                  <a:cubicBezTo>
                    <a:pt x="1643" y="4118"/>
                    <a:pt x="1752" y="4189"/>
                    <a:pt x="1881" y="4189"/>
                  </a:cubicBezTo>
                  <a:cubicBezTo>
                    <a:pt x="1927" y="4189"/>
                    <a:pt x="1975" y="4180"/>
                    <a:pt x="2025" y="4162"/>
                  </a:cubicBezTo>
                  <a:lnTo>
                    <a:pt x="2454" y="3947"/>
                  </a:lnTo>
                  <a:cubicBezTo>
                    <a:pt x="2644" y="3876"/>
                    <a:pt x="2692" y="3685"/>
                    <a:pt x="2644" y="3519"/>
                  </a:cubicBezTo>
                  <a:lnTo>
                    <a:pt x="1120" y="208"/>
                  </a:lnTo>
                  <a:cubicBezTo>
                    <a:pt x="1084" y="63"/>
                    <a:pt x="950" y="1"/>
                    <a:pt x="804"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96"/>
            <p:cNvSpPr/>
            <p:nvPr/>
          </p:nvSpPr>
          <p:spPr>
            <a:xfrm>
              <a:off x="4325529" y="2601754"/>
              <a:ext cx="44057" cy="27965"/>
            </a:xfrm>
            <a:custGeom>
              <a:rect b="b" l="l" r="r" t="t"/>
              <a:pathLst>
                <a:path extrusionOk="0" h="862" w="1358">
                  <a:moveTo>
                    <a:pt x="0" y="143"/>
                  </a:moveTo>
                  <a:cubicBezTo>
                    <a:pt x="1" y="145"/>
                    <a:pt x="2" y="148"/>
                    <a:pt x="3" y="150"/>
                  </a:cubicBezTo>
                  <a:lnTo>
                    <a:pt x="3" y="150"/>
                  </a:lnTo>
                  <a:lnTo>
                    <a:pt x="0" y="143"/>
                  </a:lnTo>
                  <a:close/>
                  <a:moveTo>
                    <a:pt x="1215" y="0"/>
                  </a:moveTo>
                  <a:cubicBezTo>
                    <a:pt x="1191" y="24"/>
                    <a:pt x="1120" y="72"/>
                    <a:pt x="1096" y="95"/>
                  </a:cubicBezTo>
                  <a:lnTo>
                    <a:pt x="524" y="357"/>
                  </a:lnTo>
                  <a:cubicBezTo>
                    <a:pt x="474" y="382"/>
                    <a:pt x="421" y="394"/>
                    <a:pt x="367" y="394"/>
                  </a:cubicBezTo>
                  <a:cubicBezTo>
                    <a:pt x="221" y="394"/>
                    <a:pt x="75" y="304"/>
                    <a:pt x="3" y="150"/>
                  </a:cubicBezTo>
                  <a:lnTo>
                    <a:pt x="3" y="150"/>
                  </a:lnTo>
                  <a:lnTo>
                    <a:pt x="238" y="667"/>
                  </a:lnTo>
                  <a:cubicBezTo>
                    <a:pt x="309" y="790"/>
                    <a:pt x="418" y="861"/>
                    <a:pt x="547" y="861"/>
                  </a:cubicBezTo>
                  <a:cubicBezTo>
                    <a:pt x="593" y="861"/>
                    <a:pt x="641" y="852"/>
                    <a:pt x="691" y="834"/>
                  </a:cubicBezTo>
                  <a:lnTo>
                    <a:pt x="1120" y="619"/>
                  </a:lnTo>
                  <a:cubicBezTo>
                    <a:pt x="1310" y="548"/>
                    <a:pt x="1358" y="357"/>
                    <a:pt x="1310" y="191"/>
                  </a:cubicBezTo>
                  <a:lnTo>
                    <a:pt x="121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96"/>
            <p:cNvSpPr/>
            <p:nvPr/>
          </p:nvSpPr>
          <p:spPr>
            <a:xfrm>
              <a:off x="4025761" y="2654603"/>
              <a:ext cx="51778" cy="65923"/>
            </a:xfrm>
            <a:custGeom>
              <a:rect b="b" l="l" r="r" t="t"/>
              <a:pathLst>
                <a:path extrusionOk="0" h="2032" w="1596">
                  <a:moveTo>
                    <a:pt x="661" y="1"/>
                  </a:moveTo>
                  <a:cubicBezTo>
                    <a:pt x="615" y="1"/>
                    <a:pt x="569" y="13"/>
                    <a:pt x="524" y="38"/>
                  </a:cubicBezTo>
                  <a:lnTo>
                    <a:pt x="238" y="157"/>
                  </a:lnTo>
                  <a:cubicBezTo>
                    <a:pt x="72" y="252"/>
                    <a:pt x="0" y="419"/>
                    <a:pt x="72" y="610"/>
                  </a:cubicBezTo>
                  <a:lnTo>
                    <a:pt x="643" y="1824"/>
                  </a:lnTo>
                  <a:cubicBezTo>
                    <a:pt x="698" y="1970"/>
                    <a:pt x="822" y="2032"/>
                    <a:pt x="952" y="2032"/>
                  </a:cubicBezTo>
                  <a:cubicBezTo>
                    <a:pt x="992" y="2032"/>
                    <a:pt x="1033" y="2026"/>
                    <a:pt x="1072" y="2015"/>
                  </a:cubicBezTo>
                  <a:lnTo>
                    <a:pt x="1358" y="1896"/>
                  </a:lnTo>
                  <a:cubicBezTo>
                    <a:pt x="1524" y="1800"/>
                    <a:pt x="1596" y="1610"/>
                    <a:pt x="1524" y="1443"/>
                  </a:cubicBezTo>
                  <a:lnTo>
                    <a:pt x="953" y="229"/>
                  </a:lnTo>
                  <a:cubicBezTo>
                    <a:pt x="901" y="89"/>
                    <a:pt x="784" y="1"/>
                    <a:pt x="661"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96"/>
            <p:cNvSpPr/>
            <p:nvPr/>
          </p:nvSpPr>
          <p:spPr>
            <a:xfrm>
              <a:off x="4039646" y="2685942"/>
              <a:ext cx="37893" cy="34584"/>
            </a:xfrm>
            <a:custGeom>
              <a:rect b="b" l="l" r="r" t="t"/>
              <a:pathLst>
                <a:path extrusionOk="0" h="1066" w="1168">
                  <a:moveTo>
                    <a:pt x="882" y="1"/>
                  </a:moveTo>
                  <a:lnTo>
                    <a:pt x="890" y="18"/>
                  </a:lnTo>
                  <a:lnTo>
                    <a:pt x="890" y="18"/>
                  </a:lnTo>
                  <a:cubicBezTo>
                    <a:pt x="887" y="12"/>
                    <a:pt x="885" y="6"/>
                    <a:pt x="882" y="1"/>
                  </a:cubicBezTo>
                  <a:close/>
                  <a:moveTo>
                    <a:pt x="890" y="18"/>
                  </a:moveTo>
                  <a:cubicBezTo>
                    <a:pt x="946" y="158"/>
                    <a:pt x="853" y="337"/>
                    <a:pt x="715" y="406"/>
                  </a:cubicBezTo>
                  <a:lnTo>
                    <a:pt x="453" y="525"/>
                  </a:lnTo>
                  <a:cubicBezTo>
                    <a:pt x="401" y="551"/>
                    <a:pt x="351" y="563"/>
                    <a:pt x="303" y="563"/>
                  </a:cubicBezTo>
                  <a:cubicBezTo>
                    <a:pt x="177" y="563"/>
                    <a:pt x="70" y="479"/>
                    <a:pt x="1" y="358"/>
                  </a:cubicBezTo>
                  <a:lnTo>
                    <a:pt x="1" y="358"/>
                  </a:lnTo>
                  <a:lnTo>
                    <a:pt x="215" y="858"/>
                  </a:lnTo>
                  <a:cubicBezTo>
                    <a:pt x="270" y="1004"/>
                    <a:pt x="394" y="1066"/>
                    <a:pt x="524" y="1066"/>
                  </a:cubicBezTo>
                  <a:cubicBezTo>
                    <a:pt x="564" y="1066"/>
                    <a:pt x="605" y="1060"/>
                    <a:pt x="644" y="1049"/>
                  </a:cubicBezTo>
                  <a:lnTo>
                    <a:pt x="930" y="930"/>
                  </a:lnTo>
                  <a:cubicBezTo>
                    <a:pt x="1096" y="834"/>
                    <a:pt x="1168" y="644"/>
                    <a:pt x="1096" y="477"/>
                  </a:cubicBezTo>
                  <a:lnTo>
                    <a:pt x="890" y="18"/>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96"/>
            <p:cNvSpPr/>
            <p:nvPr/>
          </p:nvSpPr>
          <p:spPr>
            <a:xfrm>
              <a:off x="4180284" y="2659696"/>
              <a:ext cx="48696" cy="57196"/>
            </a:xfrm>
            <a:custGeom>
              <a:rect b="b" l="l" r="r" t="t"/>
              <a:pathLst>
                <a:path extrusionOk="0" h="1763" w="1501">
                  <a:moveTo>
                    <a:pt x="762" y="0"/>
                  </a:moveTo>
                  <a:lnTo>
                    <a:pt x="0" y="381"/>
                  </a:lnTo>
                  <a:lnTo>
                    <a:pt x="762" y="1762"/>
                  </a:lnTo>
                  <a:cubicBezTo>
                    <a:pt x="1024" y="1691"/>
                    <a:pt x="1286" y="1548"/>
                    <a:pt x="1500" y="1381"/>
                  </a:cubicBezTo>
                  <a:lnTo>
                    <a:pt x="762"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96"/>
            <p:cNvSpPr/>
            <p:nvPr/>
          </p:nvSpPr>
          <p:spPr>
            <a:xfrm>
              <a:off x="4156309" y="2658918"/>
              <a:ext cx="48729" cy="57975"/>
            </a:xfrm>
            <a:custGeom>
              <a:rect b="b" l="l" r="r" t="t"/>
              <a:pathLst>
                <a:path extrusionOk="0" h="1787" w="1502">
                  <a:moveTo>
                    <a:pt x="739" y="0"/>
                  </a:moveTo>
                  <a:lnTo>
                    <a:pt x="1" y="1405"/>
                  </a:lnTo>
                  <a:cubicBezTo>
                    <a:pt x="215" y="1572"/>
                    <a:pt x="453" y="1715"/>
                    <a:pt x="739" y="1786"/>
                  </a:cubicBezTo>
                  <a:lnTo>
                    <a:pt x="1501" y="381"/>
                  </a:lnTo>
                  <a:lnTo>
                    <a:pt x="739"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96"/>
            <p:cNvSpPr/>
            <p:nvPr/>
          </p:nvSpPr>
          <p:spPr>
            <a:xfrm>
              <a:off x="4160949" y="2633418"/>
              <a:ext cx="64171" cy="64171"/>
            </a:xfrm>
            <a:custGeom>
              <a:rect b="b" l="l" r="r" t="t"/>
              <a:pathLst>
                <a:path extrusionOk="0" h="1978" w="1978">
                  <a:moveTo>
                    <a:pt x="1001" y="1"/>
                  </a:moveTo>
                  <a:cubicBezTo>
                    <a:pt x="453" y="1"/>
                    <a:pt x="1" y="453"/>
                    <a:pt x="1" y="1001"/>
                  </a:cubicBezTo>
                  <a:cubicBezTo>
                    <a:pt x="1" y="1525"/>
                    <a:pt x="453" y="1977"/>
                    <a:pt x="1001" y="1977"/>
                  </a:cubicBezTo>
                  <a:cubicBezTo>
                    <a:pt x="1525" y="1977"/>
                    <a:pt x="1977" y="1525"/>
                    <a:pt x="1977" y="1001"/>
                  </a:cubicBezTo>
                  <a:cubicBezTo>
                    <a:pt x="1977" y="453"/>
                    <a:pt x="1525" y="1"/>
                    <a:pt x="1001"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96"/>
            <p:cNvSpPr/>
            <p:nvPr/>
          </p:nvSpPr>
          <p:spPr>
            <a:xfrm>
              <a:off x="4180284" y="2654278"/>
              <a:ext cx="24754" cy="22450"/>
            </a:xfrm>
            <a:custGeom>
              <a:rect b="b" l="l" r="r" t="t"/>
              <a:pathLst>
                <a:path extrusionOk="0" h="692" w="763">
                  <a:moveTo>
                    <a:pt x="357" y="0"/>
                  </a:moveTo>
                  <a:cubicBezTo>
                    <a:pt x="191" y="0"/>
                    <a:pt x="0" y="143"/>
                    <a:pt x="0" y="358"/>
                  </a:cubicBezTo>
                  <a:cubicBezTo>
                    <a:pt x="0" y="524"/>
                    <a:pt x="167" y="691"/>
                    <a:pt x="357" y="691"/>
                  </a:cubicBezTo>
                  <a:cubicBezTo>
                    <a:pt x="572" y="691"/>
                    <a:pt x="762" y="548"/>
                    <a:pt x="715" y="358"/>
                  </a:cubicBezTo>
                  <a:cubicBezTo>
                    <a:pt x="715" y="167"/>
                    <a:pt x="572" y="0"/>
                    <a:pt x="357" y="0"/>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96"/>
            <p:cNvSpPr/>
            <p:nvPr/>
          </p:nvSpPr>
          <p:spPr>
            <a:xfrm>
              <a:off x="4194170" y="2601462"/>
              <a:ext cx="14729" cy="17324"/>
            </a:xfrm>
            <a:custGeom>
              <a:rect b="b" l="l" r="r" t="t"/>
              <a:pathLst>
                <a:path extrusionOk="0" h="534" w="454">
                  <a:moveTo>
                    <a:pt x="183" y="1"/>
                  </a:moveTo>
                  <a:cubicBezTo>
                    <a:pt x="164" y="1"/>
                    <a:pt x="142" y="3"/>
                    <a:pt x="120" y="9"/>
                  </a:cubicBezTo>
                  <a:cubicBezTo>
                    <a:pt x="25" y="33"/>
                    <a:pt x="1" y="128"/>
                    <a:pt x="25" y="223"/>
                  </a:cubicBezTo>
                  <a:lnTo>
                    <a:pt x="120" y="414"/>
                  </a:lnTo>
                  <a:cubicBezTo>
                    <a:pt x="144" y="485"/>
                    <a:pt x="215" y="533"/>
                    <a:pt x="263" y="533"/>
                  </a:cubicBezTo>
                  <a:cubicBezTo>
                    <a:pt x="382" y="533"/>
                    <a:pt x="453" y="438"/>
                    <a:pt x="406" y="295"/>
                  </a:cubicBezTo>
                  <a:lnTo>
                    <a:pt x="334" y="104"/>
                  </a:lnTo>
                  <a:cubicBezTo>
                    <a:pt x="298" y="32"/>
                    <a:pt x="248"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96"/>
            <p:cNvSpPr/>
            <p:nvPr/>
          </p:nvSpPr>
          <p:spPr>
            <a:xfrm>
              <a:off x="4272226" y="2564802"/>
              <a:ext cx="14696" cy="17649"/>
            </a:xfrm>
            <a:custGeom>
              <a:rect b="b" l="l" r="r" t="t"/>
              <a:pathLst>
                <a:path extrusionOk="0" h="544" w="453">
                  <a:moveTo>
                    <a:pt x="197" y="1"/>
                  </a:moveTo>
                  <a:cubicBezTo>
                    <a:pt x="172" y="1"/>
                    <a:pt x="146" y="7"/>
                    <a:pt x="119" y="20"/>
                  </a:cubicBezTo>
                  <a:cubicBezTo>
                    <a:pt x="24" y="44"/>
                    <a:pt x="0" y="139"/>
                    <a:pt x="24" y="210"/>
                  </a:cubicBezTo>
                  <a:lnTo>
                    <a:pt x="119" y="425"/>
                  </a:lnTo>
                  <a:cubicBezTo>
                    <a:pt x="143" y="520"/>
                    <a:pt x="214" y="544"/>
                    <a:pt x="262" y="544"/>
                  </a:cubicBezTo>
                  <a:cubicBezTo>
                    <a:pt x="381" y="544"/>
                    <a:pt x="453" y="425"/>
                    <a:pt x="429" y="306"/>
                  </a:cubicBezTo>
                  <a:lnTo>
                    <a:pt x="333" y="91"/>
                  </a:lnTo>
                  <a:cubicBezTo>
                    <a:pt x="316" y="40"/>
                    <a:pt x="262"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96"/>
            <p:cNvSpPr/>
            <p:nvPr/>
          </p:nvSpPr>
          <p:spPr>
            <a:xfrm>
              <a:off x="4225087" y="2585306"/>
              <a:ext cx="31696" cy="20341"/>
            </a:xfrm>
            <a:custGeom>
              <a:rect b="b" l="l" r="r" t="t"/>
              <a:pathLst>
                <a:path extrusionOk="0" h="627" w="977">
                  <a:moveTo>
                    <a:pt x="785" y="1"/>
                  </a:moveTo>
                  <a:cubicBezTo>
                    <a:pt x="708" y="1"/>
                    <a:pt x="639" y="47"/>
                    <a:pt x="620" y="126"/>
                  </a:cubicBezTo>
                  <a:cubicBezTo>
                    <a:pt x="596" y="174"/>
                    <a:pt x="524" y="269"/>
                    <a:pt x="477" y="293"/>
                  </a:cubicBezTo>
                  <a:cubicBezTo>
                    <a:pt x="441" y="317"/>
                    <a:pt x="405" y="329"/>
                    <a:pt x="367" y="329"/>
                  </a:cubicBezTo>
                  <a:cubicBezTo>
                    <a:pt x="328" y="329"/>
                    <a:pt x="286" y="317"/>
                    <a:pt x="239" y="293"/>
                  </a:cubicBezTo>
                  <a:cubicBezTo>
                    <a:pt x="216" y="287"/>
                    <a:pt x="194" y="284"/>
                    <a:pt x="172" y="284"/>
                  </a:cubicBezTo>
                  <a:cubicBezTo>
                    <a:pt x="102" y="284"/>
                    <a:pt x="42" y="315"/>
                    <a:pt x="24" y="388"/>
                  </a:cubicBezTo>
                  <a:cubicBezTo>
                    <a:pt x="0" y="483"/>
                    <a:pt x="24" y="579"/>
                    <a:pt x="119" y="602"/>
                  </a:cubicBezTo>
                  <a:cubicBezTo>
                    <a:pt x="215" y="626"/>
                    <a:pt x="286" y="626"/>
                    <a:pt x="381" y="626"/>
                  </a:cubicBezTo>
                  <a:cubicBezTo>
                    <a:pt x="643" y="626"/>
                    <a:pt x="882" y="436"/>
                    <a:pt x="953" y="221"/>
                  </a:cubicBezTo>
                  <a:cubicBezTo>
                    <a:pt x="977" y="126"/>
                    <a:pt x="905" y="31"/>
                    <a:pt x="834" y="7"/>
                  </a:cubicBezTo>
                  <a:cubicBezTo>
                    <a:pt x="818" y="3"/>
                    <a:pt x="801" y="1"/>
                    <a:pt x="7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96"/>
            <p:cNvSpPr/>
            <p:nvPr/>
          </p:nvSpPr>
          <p:spPr>
            <a:xfrm>
              <a:off x="4175645" y="2648082"/>
              <a:ext cx="34778" cy="34811"/>
            </a:xfrm>
            <a:custGeom>
              <a:rect b="b" l="l" r="r" t="t"/>
              <a:pathLst>
                <a:path extrusionOk="0" h="1073" w="1072">
                  <a:moveTo>
                    <a:pt x="500" y="334"/>
                  </a:moveTo>
                  <a:cubicBezTo>
                    <a:pt x="619" y="334"/>
                    <a:pt x="715" y="430"/>
                    <a:pt x="715" y="549"/>
                  </a:cubicBezTo>
                  <a:cubicBezTo>
                    <a:pt x="715" y="644"/>
                    <a:pt x="619" y="739"/>
                    <a:pt x="500" y="739"/>
                  </a:cubicBezTo>
                  <a:cubicBezTo>
                    <a:pt x="381" y="739"/>
                    <a:pt x="310" y="644"/>
                    <a:pt x="310" y="549"/>
                  </a:cubicBezTo>
                  <a:cubicBezTo>
                    <a:pt x="310" y="430"/>
                    <a:pt x="429" y="334"/>
                    <a:pt x="500" y="334"/>
                  </a:cubicBezTo>
                  <a:close/>
                  <a:moveTo>
                    <a:pt x="548" y="1"/>
                  </a:moveTo>
                  <a:cubicBezTo>
                    <a:pt x="238" y="1"/>
                    <a:pt x="0" y="239"/>
                    <a:pt x="0" y="549"/>
                  </a:cubicBezTo>
                  <a:cubicBezTo>
                    <a:pt x="0" y="834"/>
                    <a:pt x="238" y="1073"/>
                    <a:pt x="548" y="1073"/>
                  </a:cubicBezTo>
                  <a:cubicBezTo>
                    <a:pt x="834" y="1073"/>
                    <a:pt x="1072" y="834"/>
                    <a:pt x="1072" y="549"/>
                  </a:cubicBezTo>
                  <a:cubicBezTo>
                    <a:pt x="1072" y="239"/>
                    <a:pt x="834"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96"/>
            <p:cNvSpPr/>
            <p:nvPr/>
          </p:nvSpPr>
          <p:spPr>
            <a:xfrm>
              <a:off x="4019564" y="2491287"/>
              <a:ext cx="357743" cy="319851"/>
            </a:xfrm>
            <a:custGeom>
              <a:rect b="b" l="l" r="r" t="t"/>
              <a:pathLst>
                <a:path extrusionOk="0" h="9859" w="11027">
                  <a:moveTo>
                    <a:pt x="5311" y="4524"/>
                  </a:moveTo>
                  <a:cubicBezTo>
                    <a:pt x="5764" y="4524"/>
                    <a:pt x="6145" y="4929"/>
                    <a:pt x="6145" y="5382"/>
                  </a:cubicBezTo>
                  <a:cubicBezTo>
                    <a:pt x="6145" y="5810"/>
                    <a:pt x="5764" y="6215"/>
                    <a:pt x="5311" y="6215"/>
                  </a:cubicBezTo>
                  <a:cubicBezTo>
                    <a:pt x="4906" y="6215"/>
                    <a:pt x="4549" y="5882"/>
                    <a:pt x="4478" y="5501"/>
                  </a:cubicBezTo>
                  <a:cubicBezTo>
                    <a:pt x="4454" y="5024"/>
                    <a:pt x="4835" y="4524"/>
                    <a:pt x="5311" y="4524"/>
                  </a:cubicBezTo>
                  <a:close/>
                  <a:moveTo>
                    <a:pt x="833" y="5183"/>
                  </a:moveTo>
                  <a:cubicBezTo>
                    <a:pt x="909" y="5183"/>
                    <a:pt x="983" y="5214"/>
                    <a:pt x="1001" y="5286"/>
                  </a:cubicBezTo>
                  <a:lnTo>
                    <a:pt x="1572" y="6501"/>
                  </a:lnTo>
                  <a:cubicBezTo>
                    <a:pt x="1596" y="6572"/>
                    <a:pt x="1596" y="6620"/>
                    <a:pt x="1572" y="6644"/>
                  </a:cubicBezTo>
                  <a:cubicBezTo>
                    <a:pt x="1549" y="6691"/>
                    <a:pt x="1501" y="6739"/>
                    <a:pt x="1477" y="6739"/>
                  </a:cubicBezTo>
                  <a:lnTo>
                    <a:pt x="1215" y="6858"/>
                  </a:lnTo>
                  <a:cubicBezTo>
                    <a:pt x="1193" y="6864"/>
                    <a:pt x="1169" y="6867"/>
                    <a:pt x="1145" y="6867"/>
                  </a:cubicBezTo>
                  <a:cubicBezTo>
                    <a:pt x="1069" y="6867"/>
                    <a:pt x="995" y="6836"/>
                    <a:pt x="977" y="6763"/>
                  </a:cubicBezTo>
                  <a:lnTo>
                    <a:pt x="406" y="5548"/>
                  </a:lnTo>
                  <a:cubicBezTo>
                    <a:pt x="382" y="5453"/>
                    <a:pt x="406" y="5334"/>
                    <a:pt x="501" y="5310"/>
                  </a:cubicBezTo>
                  <a:lnTo>
                    <a:pt x="763" y="5191"/>
                  </a:lnTo>
                  <a:cubicBezTo>
                    <a:pt x="785" y="5186"/>
                    <a:pt x="809" y="5183"/>
                    <a:pt x="833" y="5183"/>
                  </a:cubicBezTo>
                  <a:close/>
                  <a:moveTo>
                    <a:pt x="4573" y="6239"/>
                  </a:moveTo>
                  <a:cubicBezTo>
                    <a:pt x="4668" y="6287"/>
                    <a:pt x="4716" y="6358"/>
                    <a:pt x="4811" y="6406"/>
                  </a:cubicBezTo>
                  <a:cubicBezTo>
                    <a:pt x="4883" y="6453"/>
                    <a:pt x="4954" y="6477"/>
                    <a:pt x="5026" y="6501"/>
                  </a:cubicBezTo>
                  <a:lnTo>
                    <a:pt x="3763" y="8859"/>
                  </a:lnTo>
                  <a:lnTo>
                    <a:pt x="3168" y="8859"/>
                  </a:lnTo>
                  <a:lnTo>
                    <a:pt x="4573" y="6239"/>
                  </a:lnTo>
                  <a:close/>
                  <a:moveTo>
                    <a:pt x="6073" y="6191"/>
                  </a:moveTo>
                  <a:lnTo>
                    <a:pt x="7455" y="8811"/>
                  </a:lnTo>
                  <a:lnTo>
                    <a:pt x="6907" y="8811"/>
                  </a:lnTo>
                  <a:lnTo>
                    <a:pt x="6907" y="8859"/>
                  </a:lnTo>
                  <a:lnTo>
                    <a:pt x="5621" y="6477"/>
                  </a:lnTo>
                  <a:cubicBezTo>
                    <a:pt x="5669" y="6430"/>
                    <a:pt x="5764" y="6406"/>
                    <a:pt x="5835" y="6382"/>
                  </a:cubicBezTo>
                  <a:cubicBezTo>
                    <a:pt x="5907" y="6358"/>
                    <a:pt x="6002" y="6287"/>
                    <a:pt x="6073" y="6191"/>
                  </a:cubicBezTo>
                  <a:close/>
                  <a:moveTo>
                    <a:pt x="4002" y="9168"/>
                  </a:moveTo>
                  <a:cubicBezTo>
                    <a:pt x="4073" y="9168"/>
                    <a:pt x="4097" y="9216"/>
                    <a:pt x="4097" y="9263"/>
                  </a:cubicBezTo>
                  <a:lnTo>
                    <a:pt x="4097" y="9454"/>
                  </a:lnTo>
                  <a:cubicBezTo>
                    <a:pt x="4097" y="9502"/>
                    <a:pt x="4073" y="9549"/>
                    <a:pt x="4002" y="9549"/>
                  </a:cubicBezTo>
                  <a:lnTo>
                    <a:pt x="2787" y="9549"/>
                  </a:lnTo>
                  <a:cubicBezTo>
                    <a:pt x="2739" y="9549"/>
                    <a:pt x="2692" y="9502"/>
                    <a:pt x="2692" y="9454"/>
                  </a:cubicBezTo>
                  <a:lnTo>
                    <a:pt x="2692" y="9263"/>
                  </a:lnTo>
                  <a:cubicBezTo>
                    <a:pt x="2692" y="9216"/>
                    <a:pt x="2739" y="9168"/>
                    <a:pt x="2787" y="9168"/>
                  </a:cubicBezTo>
                  <a:close/>
                  <a:moveTo>
                    <a:pt x="7859" y="9192"/>
                  </a:moveTo>
                  <a:cubicBezTo>
                    <a:pt x="7907" y="9192"/>
                    <a:pt x="7931" y="9216"/>
                    <a:pt x="7931" y="9263"/>
                  </a:cubicBezTo>
                  <a:lnTo>
                    <a:pt x="7931" y="9454"/>
                  </a:lnTo>
                  <a:cubicBezTo>
                    <a:pt x="7931" y="9502"/>
                    <a:pt x="7907" y="9549"/>
                    <a:pt x="7859" y="9549"/>
                  </a:cubicBezTo>
                  <a:lnTo>
                    <a:pt x="6621" y="9549"/>
                  </a:lnTo>
                  <a:cubicBezTo>
                    <a:pt x="6574" y="9549"/>
                    <a:pt x="6550" y="9502"/>
                    <a:pt x="6550" y="9454"/>
                  </a:cubicBezTo>
                  <a:lnTo>
                    <a:pt x="6550" y="9263"/>
                  </a:lnTo>
                  <a:cubicBezTo>
                    <a:pt x="6550" y="9216"/>
                    <a:pt x="6574" y="9192"/>
                    <a:pt x="6621" y="9192"/>
                  </a:cubicBezTo>
                  <a:close/>
                  <a:moveTo>
                    <a:pt x="8914" y="1"/>
                  </a:moveTo>
                  <a:cubicBezTo>
                    <a:pt x="8848" y="1"/>
                    <a:pt x="8781" y="15"/>
                    <a:pt x="8717" y="47"/>
                  </a:cubicBezTo>
                  <a:lnTo>
                    <a:pt x="8264" y="238"/>
                  </a:lnTo>
                  <a:cubicBezTo>
                    <a:pt x="8050" y="333"/>
                    <a:pt x="7979" y="547"/>
                    <a:pt x="7979" y="762"/>
                  </a:cubicBezTo>
                  <a:lnTo>
                    <a:pt x="1191" y="5072"/>
                  </a:lnTo>
                  <a:cubicBezTo>
                    <a:pt x="1096" y="4977"/>
                    <a:pt x="977" y="4929"/>
                    <a:pt x="834" y="4929"/>
                  </a:cubicBezTo>
                  <a:cubicBezTo>
                    <a:pt x="763" y="4929"/>
                    <a:pt x="668" y="4953"/>
                    <a:pt x="620" y="4977"/>
                  </a:cubicBezTo>
                  <a:lnTo>
                    <a:pt x="358" y="5096"/>
                  </a:lnTo>
                  <a:cubicBezTo>
                    <a:pt x="120" y="5215"/>
                    <a:pt x="1" y="5525"/>
                    <a:pt x="120" y="5763"/>
                  </a:cubicBezTo>
                  <a:lnTo>
                    <a:pt x="668" y="6977"/>
                  </a:lnTo>
                  <a:cubicBezTo>
                    <a:pt x="755" y="7152"/>
                    <a:pt x="944" y="7262"/>
                    <a:pt x="1133" y="7262"/>
                  </a:cubicBezTo>
                  <a:cubicBezTo>
                    <a:pt x="1202" y="7262"/>
                    <a:pt x="1271" y="7247"/>
                    <a:pt x="1334" y="7215"/>
                  </a:cubicBezTo>
                  <a:lnTo>
                    <a:pt x="1596" y="7096"/>
                  </a:lnTo>
                  <a:cubicBezTo>
                    <a:pt x="1787" y="7001"/>
                    <a:pt x="1882" y="6834"/>
                    <a:pt x="1882" y="6620"/>
                  </a:cubicBezTo>
                  <a:lnTo>
                    <a:pt x="2739" y="6382"/>
                  </a:lnTo>
                  <a:cubicBezTo>
                    <a:pt x="2811" y="6358"/>
                    <a:pt x="2835" y="6263"/>
                    <a:pt x="2835" y="6168"/>
                  </a:cubicBezTo>
                  <a:cubicBezTo>
                    <a:pt x="2811" y="6072"/>
                    <a:pt x="2739" y="6049"/>
                    <a:pt x="2644" y="6049"/>
                  </a:cubicBezTo>
                  <a:lnTo>
                    <a:pt x="1811" y="6310"/>
                  </a:lnTo>
                  <a:lnTo>
                    <a:pt x="1358" y="5310"/>
                  </a:lnTo>
                  <a:lnTo>
                    <a:pt x="8098" y="1024"/>
                  </a:lnTo>
                  <a:lnTo>
                    <a:pt x="9455" y="3977"/>
                  </a:lnTo>
                  <a:lnTo>
                    <a:pt x="6383" y="4905"/>
                  </a:lnTo>
                  <a:cubicBezTo>
                    <a:pt x="6383" y="4905"/>
                    <a:pt x="6335" y="4810"/>
                    <a:pt x="6312" y="4739"/>
                  </a:cubicBezTo>
                  <a:cubicBezTo>
                    <a:pt x="6108" y="4445"/>
                    <a:pt x="5712" y="4237"/>
                    <a:pt x="5346" y="4237"/>
                  </a:cubicBezTo>
                  <a:cubicBezTo>
                    <a:pt x="5326" y="4237"/>
                    <a:pt x="5307" y="4237"/>
                    <a:pt x="5288" y="4239"/>
                  </a:cubicBezTo>
                  <a:cubicBezTo>
                    <a:pt x="4692" y="4262"/>
                    <a:pt x="4192" y="4786"/>
                    <a:pt x="4192" y="5382"/>
                  </a:cubicBezTo>
                  <a:lnTo>
                    <a:pt x="4192" y="5548"/>
                  </a:lnTo>
                  <a:lnTo>
                    <a:pt x="3239" y="5858"/>
                  </a:lnTo>
                  <a:cubicBezTo>
                    <a:pt x="3144" y="5882"/>
                    <a:pt x="3120" y="5977"/>
                    <a:pt x="3120" y="6049"/>
                  </a:cubicBezTo>
                  <a:cubicBezTo>
                    <a:pt x="3144" y="6144"/>
                    <a:pt x="3239" y="6168"/>
                    <a:pt x="3335" y="6168"/>
                  </a:cubicBezTo>
                  <a:lnTo>
                    <a:pt x="4287" y="5882"/>
                  </a:lnTo>
                  <a:cubicBezTo>
                    <a:pt x="4311" y="5906"/>
                    <a:pt x="4311" y="5977"/>
                    <a:pt x="4335" y="6001"/>
                  </a:cubicBezTo>
                  <a:lnTo>
                    <a:pt x="2811" y="8859"/>
                  </a:lnTo>
                  <a:lnTo>
                    <a:pt x="2787" y="8859"/>
                  </a:lnTo>
                  <a:cubicBezTo>
                    <a:pt x="2573" y="8859"/>
                    <a:pt x="2382" y="9025"/>
                    <a:pt x="2382" y="9263"/>
                  </a:cubicBezTo>
                  <a:lnTo>
                    <a:pt x="2382" y="9454"/>
                  </a:lnTo>
                  <a:cubicBezTo>
                    <a:pt x="2382" y="9668"/>
                    <a:pt x="2549" y="9859"/>
                    <a:pt x="2787" y="9859"/>
                  </a:cubicBezTo>
                  <a:lnTo>
                    <a:pt x="4002" y="9859"/>
                  </a:lnTo>
                  <a:cubicBezTo>
                    <a:pt x="4216" y="9859"/>
                    <a:pt x="4430" y="9692"/>
                    <a:pt x="4430" y="9454"/>
                  </a:cubicBezTo>
                  <a:lnTo>
                    <a:pt x="4430" y="9240"/>
                  </a:lnTo>
                  <a:cubicBezTo>
                    <a:pt x="4430" y="9073"/>
                    <a:pt x="4311" y="8882"/>
                    <a:pt x="4121" y="8859"/>
                  </a:cubicBezTo>
                  <a:lnTo>
                    <a:pt x="5359" y="6596"/>
                  </a:lnTo>
                  <a:lnTo>
                    <a:pt x="6574" y="8859"/>
                  </a:lnTo>
                  <a:cubicBezTo>
                    <a:pt x="6383" y="8882"/>
                    <a:pt x="6264" y="9073"/>
                    <a:pt x="6264" y="9240"/>
                  </a:cubicBezTo>
                  <a:lnTo>
                    <a:pt x="6264" y="9454"/>
                  </a:lnTo>
                  <a:cubicBezTo>
                    <a:pt x="6264" y="9668"/>
                    <a:pt x="6454" y="9859"/>
                    <a:pt x="6693" y="9859"/>
                  </a:cubicBezTo>
                  <a:lnTo>
                    <a:pt x="7907" y="9859"/>
                  </a:lnTo>
                  <a:cubicBezTo>
                    <a:pt x="8121" y="9859"/>
                    <a:pt x="8336" y="9692"/>
                    <a:pt x="8336" y="9454"/>
                  </a:cubicBezTo>
                  <a:lnTo>
                    <a:pt x="8336" y="9263"/>
                  </a:lnTo>
                  <a:cubicBezTo>
                    <a:pt x="8336" y="9073"/>
                    <a:pt x="8145" y="8859"/>
                    <a:pt x="7907" y="8859"/>
                  </a:cubicBezTo>
                  <a:lnTo>
                    <a:pt x="7883" y="8859"/>
                  </a:lnTo>
                  <a:lnTo>
                    <a:pt x="6359" y="6001"/>
                  </a:lnTo>
                  <a:cubicBezTo>
                    <a:pt x="6478" y="5810"/>
                    <a:pt x="6550" y="5620"/>
                    <a:pt x="6550" y="5406"/>
                  </a:cubicBezTo>
                  <a:lnTo>
                    <a:pt x="6550" y="5215"/>
                  </a:lnTo>
                  <a:lnTo>
                    <a:pt x="9669" y="4262"/>
                  </a:lnTo>
                  <a:cubicBezTo>
                    <a:pt x="9765" y="4382"/>
                    <a:pt x="9908" y="4453"/>
                    <a:pt x="10027" y="4453"/>
                  </a:cubicBezTo>
                  <a:cubicBezTo>
                    <a:pt x="10074" y="4453"/>
                    <a:pt x="10169" y="4453"/>
                    <a:pt x="10241" y="4382"/>
                  </a:cubicBezTo>
                  <a:lnTo>
                    <a:pt x="10670" y="4191"/>
                  </a:lnTo>
                  <a:cubicBezTo>
                    <a:pt x="10908" y="4072"/>
                    <a:pt x="11027" y="3762"/>
                    <a:pt x="10908" y="3524"/>
                  </a:cubicBezTo>
                  <a:lnTo>
                    <a:pt x="9908" y="1405"/>
                  </a:lnTo>
                  <a:cubicBezTo>
                    <a:pt x="9887" y="1364"/>
                    <a:pt x="9813" y="1305"/>
                    <a:pt x="9747" y="1305"/>
                  </a:cubicBezTo>
                  <a:cubicBezTo>
                    <a:pt x="9737" y="1305"/>
                    <a:pt x="9727" y="1306"/>
                    <a:pt x="9717" y="1309"/>
                  </a:cubicBezTo>
                  <a:cubicBezTo>
                    <a:pt x="9622" y="1357"/>
                    <a:pt x="9574" y="1429"/>
                    <a:pt x="9598" y="1524"/>
                  </a:cubicBezTo>
                  <a:lnTo>
                    <a:pt x="10598" y="3667"/>
                  </a:lnTo>
                  <a:cubicBezTo>
                    <a:pt x="10622" y="3762"/>
                    <a:pt x="10598" y="3858"/>
                    <a:pt x="10503" y="3905"/>
                  </a:cubicBezTo>
                  <a:lnTo>
                    <a:pt x="10050" y="4120"/>
                  </a:lnTo>
                  <a:cubicBezTo>
                    <a:pt x="10028" y="4125"/>
                    <a:pt x="10007" y="4128"/>
                    <a:pt x="9987" y="4128"/>
                  </a:cubicBezTo>
                  <a:cubicBezTo>
                    <a:pt x="9921" y="4128"/>
                    <a:pt x="9867" y="4097"/>
                    <a:pt x="9812" y="4024"/>
                  </a:cubicBezTo>
                  <a:lnTo>
                    <a:pt x="8288" y="762"/>
                  </a:lnTo>
                  <a:cubicBezTo>
                    <a:pt x="8264" y="666"/>
                    <a:pt x="8288" y="571"/>
                    <a:pt x="8383" y="524"/>
                  </a:cubicBezTo>
                  <a:lnTo>
                    <a:pt x="8836" y="309"/>
                  </a:lnTo>
                  <a:cubicBezTo>
                    <a:pt x="8858" y="304"/>
                    <a:pt x="8880" y="301"/>
                    <a:pt x="8900" y="301"/>
                  </a:cubicBezTo>
                  <a:cubicBezTo>
                    <a:pt x="8965" y="301"/>
                    <a:pt x="9019" y="332"/>
                    <a:pt x="9074" y="405"/>
                  </a:cubicBezTo>
                  <a:lnTo>
                    <a:pt x="9336" y="952"/>
                  </a:lnTo>
                  <a:cubicBezTo>
                    <a:pt x="9356" y="1011"/>
                    <a:pt x="9424" y="1054"/>
                    <a:pt x="9487" y="1054"/>
                  </a:cubicBezTo>
                  <a:cubicBezTo>
                    <a:pt x="9500" y="1054"/>
                    <a:pt x="9514" y="1052"/>
                    <a:pt x="9527" y="1047"/>
                  </a:cubicBezTo>
                  <a:cubicBezTo>
                    <a:pt x="9598" y="1024"/>
                    <a:pt x="9669" y="928"/>
                    <a:pt x="9622" y="833"/>
                  </a:cubicBezTo>
                  <a:lnTo>
                    <a:pt x="9360" y="285"/>
                  </a:lnTo>
                  <a:cubicBezTo>
                    <a:pt x="9273" y="111"/>
                    <a:pt x="9096" y="1"/>
                    <a:pt x="89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7" name="Google Shape;20907;p96"/>
          <p:cNvGrpSpPr/>
          <p:nvPr/>
        </p:nvGrpSpPr>
        <p:grpSpPr>
          <a:xfrm>
            <a:off x="3273601" y="2320135"/>
            <a:ext cx="344604" cy="354824"/>
            <a:chOff x="3275560" y="2472535"/>
            <a:chExt cx="344604" cy="354824"/>
          </a:xfrm>
        </p:grpSpPr>
        <p:sp>
          <p:nvSpPr>
            <p:cNvPr id="20908" name="Google Shape;20908;p96"/>
            <p:cNvSpPr/>
            <p:nvPr/>
          </p:nvSpPr>
          <p:spPr>
            <a:xfrm>
              <a:off x="3396084" y="2743592"/>
              <a:ext cx="48696" cy="38185"/>
            </a:xfrm>
            <a:custGeom>
              <a:rect b="b" l="l" r="r" t="t"/>
              <a:pathLst>
                <a:path extrusionOk="0" h="1177" w="1501">
                  <a:moveTo>
                    <a:pt x="405" y="0"/>
                  </a:moveTo>
                  <a:cubicBezTo>
                    <a:pt x="131" y="0"/>
                    <a:pt x="0" y="701"/>
                    <a:pt x="0" y="701"/>
                  </a:cubicBezTo>
                  <a:lnTo>
                    <a:pt x="96" y="1105"/>
                  </a:lnTo>
                  <a:lnTo>
                    <a:pt x="477" y="1177"/>
                  </a:lnTo>
                  <a:cubicBezTo>
                    <a:pt x="477" y="1177"/>
                    <a:pt x="1501" y="986"/>
                    <a:pt x="1072" y="582"/>
                  </a:cubicBezTo>
                  <a:lnTo>
                    <a:pt x="596" y="105"/>
                  </a:lnTo>
                  <a:cubicBezTo>
                    <a:pt x="526" y="31"/>
                    <a:pt x="462" y="0"/>
                    <a:pt x="405"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96"/>
            <p:cNvSpPr/>
            <p:nvPr/>
          </p:nvSpPr>
          <p:spPr>
            <a:xfrm>
              <a:off x="3397641" y="2748524"/>
              <a:ext cx="47139" cy="33254"/>
            </a:xfrm>
            <a:custGeom>
              <a:rect b="b" l="l" r="r" t="t"/>
              <a:pathLst>
                <a:path extrusionOk="0" h="1025" w="1453">
                  <a:moveTo>
                    <a:pt x="619" y="1"/>
                  </a:moveTo>
                  <a:cubicBezTo>
                    <a:pt x="1024" y="430"/>
                    <a:pt x="24" y="596"/>
                    <a:pt x="24" y="596"/>
                  </a:cubicBezTo>
                  <a:lnTo>
                    <a:pt x="0" y="596"/>
                  </a:lnTo>
                  <a:lnTo>
                    <a:pt x="48" y="953"/>
                  </a:lnTo>
                  <a:lnTo>
                    <a:pt x="429" y="1025"/>
                  </a:lnTo>
                  <a:cubicBezTo>
                    <a:pt x="429" y="1025"/>
                    <a:pt x="1453" y="834"/>
                    <a:pt x="1024" y="430"/>
                  </a:cubicBezTo>
                  <a:lnTo>
                    <a:pt x="619"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96"/>
            <p:cNvSpPr/>
            <p:nvPr/>
          </p:nvSpPr>
          <p:spPr>
            <a:xfrm>
              <a:off x="3345863" y="2784081"/>
              <a:ext cx="48696" cy="38185"/>
            </a:xfrm>
            <a:custGeom>
              <a:rect b="b" l="l" r="r" t="t"/>
              <a:pathLst>
                <a:path extrusionOk="0" h="1177" w="1501">
                  <a:moveTo>
                    <a:pt x="1025" y="0"/>
                  </a:moveTo>
                  <a:cubicBezTo>
                    <a:pt x="1025" y="0"/>
                    <a:pt x="0" y="191"/>
                    <a:pt x="429" y="596"/>
                  </a:cubicBezTo>
                  <a:lnTo>
                    <a:pt x="905" y="1072"/>
                  </a:lnTo>
                  <a:cubicBezTo>
                    <a:pt x="975" y="1146"/>
                    <a:pt x="1039" y="1177"/>
                    <a:pt x="1096" y="1177"/>
                  </a:cubicBezTo>
                  <a:cubicBezTo>
                    <a:pt x="1371" y="1177"/>
                    <a:pt x="1501" y="477"/>
                    <a:pt x="1501" y="477"/>
                  </a:cubicBezTo>
                  <a:lnTo>
                    <a:pt x="1429" y="96"/>
                  </a:lnTo>
                  <a:lnTo>
                    <a:pt x="1025" y="0"/>
                  </a:ln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96"/>
            <p:cNvSpPr/>
            <p:nvPr/>
          </p:nvSpPr>
          <p:spPr>
            <a:xfrm>
              <a:off x="3360560" y="2784081"/>
              <a:ext cx="33221" cy="37147"/>
            </a:xfrm>
            <a:custGeom>
              <a:rect b="b" l="l" r="r" t="t"/>
              <a:pathLst>
                <a:path extrusionOk="0" h="1145" w="1024">
                  <a:moveTo>
                    <a:pt x="595" y="0"/>
                  </a:moveTo>
                  <a:lnTo>
                    <a:pt x="595" y="48"/>
                  </a:lnTo>
                  <a:cubicBezTo>
                    <a:pt x="595" y="48"/>
                    <a:pt x="480" y="740"/>
                    <a:pt x="195" y="740"/>
                  </a:cubicBezTo>
                  <a:cubicBezTo>
                    <a:pt x="137" y="740"/>
                    <a:pt x="72" y="711"/>
                    <a:pt x="0" y="643"/>
                  </a:cubicBezTo>
                  <a:lnTo>
                    <a:pt x="0" y="643"/>
                  </a:lnTo>
                  <a:lnTo>
                    <a:pt x="429" y="1048"/>
                  </a:lnTo>
                  <a:cubicBezTo>
                    <a:pt x="497" y="1116"/>
                    <a:pt x="559" y="1145"/>
                    <a:pt x="615" y="1145"/>
                  </a:cubicBezTo>
                  <a:cubicBezTo>
                    <a:pt x="892" y="1145"/>
                    <a:pt x="1024" y="453"/>
                    <a:pt x="1024" y="453"/>
                  </a:cubicBezTo>
                  <a:lnTo>
                    <a:pt x="953" y="72"/>
                  </a:lnTo>
                  <a:lnTo>
                    <a:pt x="595"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96"/>
            <p:cNvSpPr/>
            <p:nvPr/>
          </p:nvSpPr>
          <p:spPr>
            <a:xfrm>
              <a:off x="3293339" y="2731524"/>
              <a:ext cx="67999" cy="67059"/>
            </a:xfrm>
            <a:custGeom>
              <a:rect b="b" l="l" r="r" t="t"/>
              <a:pathLst>
                <a:path extrusionOk="0" h="2067" w="2096">
                  <a:moveTo>
                    <a:pt x="1477" y="1"/>
                  </a:moveTo>
                  <a:lnTo>
                    <a:pt x="119" y="1358"/>
                  </a:lnTo>
                  <a:cubicBezTo>
                    <a:pt x="0" y="1477"/>
                    <a:pt x="0" y="1692"/>
                    <a:pt x="119" y="1811"/>
                  </a:cubicBezTo>
                  <a:lnTo>
                    <a:pt x="286" y="1978"/>
                  </a:lnTo>
                  <a:cubicBezTo>
                    <a:pt x="345" y="2037"/>
                    <a:pt x="429" y="2067"/>
                    <a:pt x="512" y="2067"/>
                  </a:cubicBezTo>
                  <a:cubicBezTo>
                    <a:pt x="595" y="2067"/>
                    <a:pt x="679" y="2037"/>
                    <a:pt x="738" y="1978"/>
                  </a:cubicBezTo>
                  <a:lnTo>
                    <a:pt x="2096" y="620"/>
                  </a:lnTo>
                  <a:lnTo>
                    <a:pt x="1477" y="1"/>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96"/>
            <p:cNvSpPr/>
            <p:nvPr/>
          </p:nvSpPr>
          <p:spPr>
            <a:xfrm>
              <a:off x="3297946" y="2685196"/>
              <a:ext cx="53368" cy="52557"/>
            </a:xfrm>
            <a:custGeom>
              <a:rect b="b" l="l" r="r" t="t"/>
              <a:pathLst>
                <a:path extrusionOk="0" h="1620" w="1645">
                  <a:moveTo>
                    <a:pt x="573" y="0"/>
                  </a:moveTo>
                  <a:lnTo>
                    <a:pt x="1" y="548"/>
                  </a:lnTo>
                  <a:lnTo>
                    <a:pt x="1073" y="1619"/>
                  </a:lnTo>
                  <a:lnTo>
                    <a:pt x="1644" y="1072"/>
                  </a:lnTo>
                  <a:lnTo>
                    <a:pt x="573"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96"/>
            <p:cNvSpPr/>
            <p:nvPr/>
          </p:nvSpPr>
          <p:spPr>
            <a:xfrm>
              <a:off x="3355142" y="2743138"/>
              <a:ext cx="64139" cy="63360"/>
            </a:xfrm>
            <a:custGeom>
              <a:rect b="b" l="l" r="r" t="t"/>
              <a:pathLst>
                <a:path extrusionOk="0" h="1953" w="1977">
                  <a:moveTo>
                    <a:pt x="548" y="0"/>
                  </a:moveTo>
                  <a:lnTo>
                    <a:pt x="0" y="548"/>
                  </a:lnTo>
                  <a:lnTo>
                    <a:pt x="1334" y="1881"/>
                  </a:lnTo>
                  <a:cubicBezTo>
                    <a:pt x="1381" y="1929"/>
                    <a:pt x="1441" y="1953"/>
                    <a:pt x="1501" y="1953"/>
                  </a:cubicBezTo>
                  <a:cubicBezTo>
                    <a:pt x="1560" y="1953"/>
                    <a:pt x="1620" y="1929"/>
                    <a:pt x="1667" y="1881"/>
                  </a:cubicBezTo>
                  <a:lnTo>
                    <a:pt x="1905" y="1643"/>
                  </a:lnTo>
                  <a:cubicBezTo>
                    <a:pt x="1977" y="1572"/>
                    <a:pt x="1977" y="1429"/>
                    <a:pt x="1905" y="1334"/>
                  </a:cubicBezTo>
                  <a:lnTo>
                    <a:pt x="548"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96"/>
            <p:cNvSpPr/>
            <p:nvPr/>
          </p:nvSpPr>
          <p:spPr>
            <a:xfrm>
              <a:off x="3384502" y="2772499"/>
              <a:ext cx="34778" cy="34194"/>
            </a:xfrm>
            <a:custGeom>
              <a:rect b="b" l="l" r="r" t="t"/>
              <a:pathLst>
                <a:path extrusionOk="0" h="1054" w="1072">
                  <a:moveTo>
                    <a:pt x="572" y="0"/>
                  </a:moveTo>
                  <a:lnTo>
                    <a:pt x="572" y="0"/>
                  </a:lnTo>
                  <a:cubicBezTo>
                    <a:pt x="667" y="95"/>
                    <a:pt x="667" y="238"/>
                    <a:pt x="572" y="333"/>
                  </a:cubicBezTo>
                  <a:lnTo>
                    <a:pt x="334" y="572"/>
                  </a:lnTo>
                  <a:cubicBezTo>
                    <a:pt x="286" y="619"/>
                    <a:pt x="226" y="643"/>
                    <a:pt x="167" y="643"/>
                  </a:cubicBezTo>
                  <a:cubicBezTo>
                    <a:pt x="107" y="643"/>
                    <a:pt x="48" y="619"/>
                    <a:pt x="0" y="572"/>
                  </a:cubicBezTo>
                  <a:lnTo>
                    <a:pt x="0" y="572"/>
                  </a:lnTo>
                  <a:lnTo>
                    <a:pt x="429" y="1000"/>
                  </a:lnTo>
                  <a:cubicBezTo>
                    <a:pt x="476" y="1036"/>
                    <a:pt x="536" y="1054"/>
                    <a:pt x="596" y="1054"/>
                  </a:cubicBezTo>
                  <a:cubicBezTo>
                    <a:pt x="655" y="1054"/>
                    <a:pt x="715" y="1036"/>
                    <a:pt x="762" y="1000"/>
                  </a:cubicBezTo>
                  <a:lnTo>
                    <a:pt x="1000" y="762"/>
                  </a:lnTo>
                  <a:cubicBezTo>
                    <a:pt x="1072" y="667"/>
                    <a:pt x="1072" y="524"/>
                    <a:pt x="1000" y="429"/>
                  </a:cubicBezTo>
                  <a:lnTo>
                    <a:pt x="572"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96"/>
            <p:cNvSpPr/>
            <p:nvPr/>
          </p:nvSpPr>
          <p:spPr>
            <a:xfrm>
              <a:off x="3281724" y="2669721"/>
              <a:ext cx="50253" cy="48923"/>
            </a:xfrm>
            <a:custGeom>
              <a:rect b="b" l="l" r="r" t="t"/>
              <a:pathLst>
                <a:path extrusionOk="0" h="1508" w="1549">
                  <a:moveTo>
                    <a:pt x="1067" y="1"/>
                  </a:moveTo>
                  <a:cubicBezTo>
                    <a:pt x="1019" y="1"/>
                    <a:pt x="977" y="25"/>
                    <a:pt x="953" y="72"/>
                  </a:cubicBezTo>
                  <a:lnTo>
                    <a:pt x="72" y="930"/>
                  </a:lnTo>
                  <a:cubicBezTo>
                    <a:pt x="1" y="1025"/>
                    <a:pt x="1" y="1144"/>
                    <a:pt x="72" y="1215"/>
                  </a:cubicBezTo>
                  <a:lnTo>
                    <a:pt x="310" y="1453"/>
                  </a:lnTo>
                  <a:cubicBezTo>
                    <a:pt x="358" y="1489"/>
                    <a:pt x="412" y="1507"/>
                    <a:pt x="462" y="1507"/>
                  </a:cubicBezTo>
                  <a:cubicBezTo>
                    <a:pt x="513" y="1507"/>
                    <a:pt x="561" y="1489"/>
                    <a:pt x="596" y="1453"/>
                  </a:cubicBezTo>
                  <a:lnTo>
                    <a:pt x="1454" y="572"/>
                  </a:lnTo>
                  <a:cubicBezTo>
                    <a:pt x="1549" y="501"/>
                    <a:pt x="1549" y="382"/>
                    <a:pt x="1454" y="310"/>
                  </a:cubicBezTo>
                  <a:lnTo>
                    <a:pt x="1215" y="72"/>
                  </a:lnTo>
                  <a:cubicBezTo>
                    <a:pt x="1168" y="25"/>
                    <a:pt x="1114" y="1"/>
                    <a:pt x="1067"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96"/>
            <p:cNvSpPr/>
            <p:nvPr/>
          </p:nvSpPr>
          <p:spPr>
            <a:xfrm>
              <a:off x="3352027" y="2508255"/>
              <a:ext cx="233359" cy="233359"/>
            </a:xfrm>
            <a:custGeom>
              <a:rect b="b" l="l" r="r" t="t"/>
              <a:pathLst>
                <a:path extrusionOk="0" h="7193" w="7193">
                  <a:moveTo>
                    <a:pt x="5502" y="1"/>
                  </a:moveTo>
                  <a:lnTo>
                    <a:pt x="1049" y="4454"/>
                  </a:lnTo>
                  <a:cubicBezTo>
                    <a:pt x="835" y="4668"/>
                    <a:pt x="715" y="4930"/>
                    <a:pt x="692" y="5240"/>
                  </a:cubicBezTo>
                  <a:cubicBezTo>
                    <a:pt x="644" y="5526"/>
                    <a:pt x="525" y="5787"/>
                    <a:pt x="334" y="6002"/>
                  </a:cubicBezTo>
                  <a:lnTo>
                    <a:pt x="49" y="6288"/>
                  </a:lnTo>
                  <a:lnTo>
                    <a:pt x="1" y="7193"/>
                  </a:lnTo>
                  <a:lnTo>
                    <a:pt x="930" y="7145"/>
                  </a:lnTo>
                  <a:lnTo>
                    <a:pt x="1192" y="6883"/>
                  </a:lnTo>
                  <a:cubicBezTo>
                    <a:pt x="1406" y="6669"/>
                    <a:pt x="1668" y="6550"/>
                    <a:pt x="1954" y="6526"/>
                  </a:cubicBezTo>
                  <a:cubicBezTo>
                    <a:pt x="2263" y="6478"/>
                    <a:pt x="2525" y="6359"/>
                    <a:pt x="2740" y="6168"/>
                  </a:cubicBezTo>
                  <a:lnTo>
                    <a:pt x="7193" y="1691"/>
                  </a:lnTo>
                  <a:lnTo>
                    <a:pt x="6693" y="477"/>
                  </a:lnTo>
                  <a:lnTo>
                    <a:pt x="5502" y="1"/>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96"/>
            <p:cNvSpPr/>
            <p:nvPr/>
          </p:nvSpPr>
          <p:spPr>
            <a:xfrm>
              <a:off x="3352027" y="2519837"/>
              <a:ext cx="233359" cy="220998"/>
            </a:xfrm>
            <a:custGeom>
              <a:rect b="b" l="l" r="r" t="t"/>
              <a:pathLst>
                <a:path extrusionOk="0" h="6812" w="7193">
                  <a:moveTo>
                    <a:pt x="6407" y="1"/>
                  </a:moveTo>
                  <a:lnTo>
                    <a:pt x="6764" y="882"/>
                  </a:lnTo>
                  <a:lnTo>
                    <a:pt x="2287" y="5359"/>
                  </a:lnTo>
                  <a:cubicBezTo>
                    <a:pt x="2073" y="5573"/>
                    <a:pt x="1811" y="5692"/>
                    <a:pt x="1525" y="5716"/>
                  </a:cubicBezTo>
                  <a:cubicBezTo>
                    <a:pt x="1216" y="5740"/>
                    <a:pt x="954" y="5859"/>
                    <a:pt x="739" y="6073"/>
                  </a:cubicBezTo>
                  <a:lnTo>
                    <a:pt x="477" y="6335"/>
                  </a:lnTo>
                  <a:lnTo>
                    <a:pt x="25" y="6359"/>
                  </a:lnTo>
                  <a:lnTo>
                    <a:pt x="1" y="6812"/>
                  </a:lnTo>
                  <a:lnTo>
                    <a:pt x="930" y="6764"/>
                  </a:lnTo>
                  <a:lnTo>
                    <a:pt x="1192" y="6478"/>
                  </a:lnTo>
                  <a:cubicBezTo>
                    <a:pt x="1382" y="6288"/>
                    <a:pt x="1668" y="6169"/>
                    <a:pt x="1954" y="6121"/>
                  </a:cubicBezTo>
                  <a:cubicBezTo>
                    <a:pt x="2263" y="6097"/>
                    <a:pt x="2525" y="5978"/>
                    <a:pt x="2740" y="5764"/>
                  </a:cubicBezTo>
                  <a:lnTo>
                    <a:pt x="7193" y="1311"/>
                  </a:lnTo>
                  <a:lnTo>
                    <a:pt x="6693" y="120"/>
                  </a:lnTo>
                  <a:lnTo>
                    <a:pt x="6407"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96"/>
            <p:cNvSpPr/>
            <p:nvPr/>
          </p:nvSpPr>
          <p:spPr>
            <a:xfrm>
              <a:off x="3312642" y="2731524"/>
              <a:ext cx="48696" cy="48729"/>
            </a:xfrm>
            <a:custGeom>
              <a:rect b="b" l="l" r="r" t="t"/>
              <a:pathLst>
                <a:path extrusionOk="0" h="1502" w="1501">
                  <a:moveTo>
                    <a:pt x="882" y="1"/>
                  </a:moveTo>
                  <a:lnTo>
                    <a:pt x="0" y="882"/>
                  </a:lnTo>
                  <a:lnTo>
                    <a:pt x="620" y="1501"/>
                  </a:lnTo>
                  <a:lnTo>
                    <a:pt x="1501" y="620"/>
                  </a:lnTo>
                  <a:lnTo>
                    <a:pt x="882"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96"/>
            <p:cNvSpPr/>
            <p:nvPr/>
          </p:nvSpPr>
          <p:spPr>
            <a:xfrm>
              <a:off x="3318060" y="2706997"/>
              <a:ext cx="67999" cy="65339"/>
            </a:xfrm>
            <a:custGeom>
              <a:rect b="b" l="l" r="r" t="t"/>
              <a:pathLst>
                <a:path extrusionOk="0" h="2014" w="2096">
                  <a:moveTo>
                    <a:pt x="893" y="1"/>
                  </a:moveTo>
                  <a:cubicBezTo>
                    <a:pt x="822" y="1"/>
                    <a:pt x="750" y="31"/>
                    <a:pt x="691" y="90"/>
                  </a:cubicBezTo>
                  <a:lnTo>
                    <a:pt x="119" y="662"/>
                  </a:lnTo>
                  <a:cubicBezTo>
                    <a:pt x="0" y="781"/>
                    <a:pt x="0" y="947"/>
                    <a:pt x="119" y="1067"/>
                  </a:cubicBezTo>
                  <a:lnTo>
                    <a:pt x="977" y="1924"/>
                  </a:lnTo>
                  <a:cubicBezTo>
                    <a:pt x="1036" y="1983"/>
                    <a:pt x="1113" y="2013"/>
                    <a:pt x="1191" y="2013"/>
                  </a:cubicBezTo>
                  <a:cubicBezTo>
                    <a:pt x="1268" y="2013"/>
                    <a:pt x="1346" y="1983"/>
                    <a:pt x="1405" y="1924"/>
                  </a:cubicBezTo>
                  <a:lnTo>
                    <a:pt x="1977" y="1376"/>
                  </a:lnTo>
                  <a:cubicBezTo>
                    <a:pt x="2096" y="1257"/>
                    <a:pt x="2096" y="1067"/>
                    <a:pt x="1977" y="947"/>
                  </a:cubicBezTo>
                  <a:lnTo>
                    <a:pt x="1096" y="90"/>
                  </a:lnTo>
                  <a:cubicBezTo>
                    <a:pt x="1036" y="31"/>
                    <a:pt x="965" y="1"/>
                    <a:pt x="893"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96"/>
            <p:cNvSpPr/>
            <p:nvPr/>
          </p:nvSpPr>
          <p:spPr>
            <a:xfrm>
              <a:off x="3335806" y="2709917"/>
              <a:ext cx="50253" cy="61641"/>
            </a:xfrm>
            <a:custGeom>
              <a:rect b="b" l="l" r="r" t="t"/>
              <a:pathLst>
                <a:path extrusionOk="0" h="1900" w="1549">
                  <a:moveTo>
                    <a:pt x="549" y="0"/>
                  </a:moveTo>
                  <a:lnTo>
                    <a:pt x="977" y="429"/>
                  </a:lnTo>
                  <a:cubicBezTo>
                    <a:pt x="1096" y="524"/>
                    <a:pt x="1096" y="715"/>
                    <a:pt x="977" y="834"/>
                  </a:cubicBezTo>
                  <a:lnTo>
                    <a:pt x="406" y="1405"/>
                  </a:lnTo>
                  <a:cubicBezTo>
                    <a:pt x="346" y="1465"/>
                    <a:pt x="275" y="1494"/>
                    <a:pt x="203" y="1494"/>
                  </a:cubicBezTo>
                  <a:cubicBezTo>
                    <a:pt x="132" y="1494"/>
                    <a:pt x="60" y="1465"/>
                    <a:pt x="1" y="1405"/>
                  </a:cubicBezTo>
                  <a:lnTo>
                    <a:pt x="1" y="1405"/>
                  </a:lnTo>
                  <a:lnTo>
                    <a:pt x="406" y="1810"/>
                  </a:lnTo>
                  <a:cubicBezTo>
                    <a:pt x="465" y="1870"/>
                    <a:pt x="543" y="1899"/>
                    <a:pt x="620" y="1899"/>
                  </a:cubicBezTo>
                  <a:cubicBezTo>
                    <a:pt x="697" y="1899"/>
                    <a:pt x="775" y="1870"/>
                    <a:pt x="834" y="1810"/>
                  </a:cubicBezTo>
                  <a:lnTo>
                    <a:pt x="1382" y="1238"/>
                  </a:lnTo>
                  <a:cubicBezTo>
                    <a:pt x="1549" y="1167"/>
                    <a:pt x="1549" y="977"/>
                    <a:pt x="1430" y="857"/>
                  </a:cubicBezTo>
                  <a:lnTo>
                    <a:pt x="54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96"/>
            <p:cNvSpPr/>
            <p:nvPr/>
          </p:nvSpPr>
          <p:spPr>
            <a:xfrm>
              <a:off x="3523551" y="2479089"/>
              <a:ext cx="91196" cy="88503"/>
            </a:xfrm>
            <a:custGeom>
              <a:rect b="b" l="l" r="r" t="t"/>
              <a:pathLst>
                <a:path extrusionOk="0" h="2728" w="2811">
                  <a:moveTo>
                    <a:pt x="572" y="1"/>
                  </a:moveTo>
                  <a:cubicBezTo>
                    <a:pt x="447" y="1"/>
                    <a:pt x="322" y="54"/>
                    <a:pt x="215" y="161"/>
                  </a:cubicBezTo>
                  <a:cubicBezTo>
                    <a:pt x="1" y="352"/>
                    <a:pt x="1" y="661"/>
                    <a:pt x="215" y="876"/>
                  </a:cubicBezTo>
                  <a:lnTo>
                    <a:pt x="1906" y="2567"/>
                  </a:lnTo>
                  <a:cubicBezTo>
                    <a:pt x="2013" y="2674"/>
                    <a:pt x="2144" y="2727"/>
                    <a:pt x="2272" y="2727"/>
                  </a:cubicBezTo>
                  <a:cubicBezTo>
                    <a:pt x="2400" y="2727"/>
                    <a:pt x="2525" y="2674"/>
                    <a:pt x="2620" y="2567"/>
                  </a:cubicBezTo>
                  <a:cubicBezTo>
                    <a:pt x="2811" y="2376"/>
                    <a:pt x="2811" y="2066"/>
                    <a:pt x="2620" y="1852"/>
                  </a:cubicBezTo>
                  <a:lnTo>
                    <a:pt x="930" y="161"/>
                  </a:lnTo>
                  <a:cubicBezTo>
                    <a:pt x="822" y="54"/>
                    <a:pt x="697" y="1"/>
                    <a:pt x="572"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96"/>
            <p:cNvSpPr/>
            <p:nvPr/>
          </p:nvSpPr>
          <p:spPr>
            <a:xfrm>
              <a:off x="3572247" y="2525254"/>
              <a:ext cx="43278" cy="42337"/>
            </a:xfrm>
            <a:custGeom>
              <a:rect b="b" l="l" r="r" t="t"/>
              <a:pathLst>
                <a:path extrusionOk="0" h="1305" w="1334">
                  <a:moveTo>
                    <a:pt x="715" y="0"/>
                  </a:moveTo>
                  <a:lnTo>
                    <a:pt x="739" y="26"/>
                  </a:lnTo>
                  <a:lnTo>
                    <a:pt x="739" y="26"/>
                  </a:lnTo>
                  <a:cubicBezTo>
                    <a:pt x="731" y="18"/>
                    <a:pt x="723" y="9"/>
                    <a:pt x="715" y="0"/>
                  </a:cubicBezTo>
                  <a:close/>
                  <a:moveTo>
                    <a:pt x="739" y="26"/>
                  </a:moveTo>
                  <a:cubicBezTo>
                    <a:pt x="929" y="239"/>
                    <a:pt x="920" y="532"/>
                    <a:pt x="715" y="715"/>
                  </a:cubicBezTo>
                  <a:cubicBezTo>
                    <a:pt x="607" y="822"/>
                    <a:pt x="482" y="876"/>
                    <a:pt x="357" y="876"/>
                  </a:cubicBezTo>
                  <a:cubicBezTo>
                    <a:pt x="232" y="876"/>
                    <a:pt x="107" y="822"/>
                    <a:pt x="0" y="715"/>
                  </a:cubicBezTo>
                  <a:lnTo>
                    <a:pt x="0" y="715"/>
                  </a:lnTo>
                  <a:lnTo>
                    <a:pt x="405" y="1144"/>
                  </a:lnTo>
                  <a:cubicBezTo>
                    <a:pt x="512" y="1251"/>
                    <a:pt x="643" y="1304"/>
                    <a:pt x="771" y="1304"/>
                  </a:cubicBezTo>
                  <a:cubicBezTo>
                    <a:pt x="899" y="1304"/>
                    <a:pt x="1024" y="1251"/>
                    <a:pt x="1119" y="1144"/>
                  </a:cubicBezTo>
                  <a:cubicBezTo>
                    <a:pt x="1334" y="929"/>
                    <a:pt x="1334" y="643"/>
                    <a:pt x="1119" y="429"/>
                  </a:cubicBezTo>
                  <a:lnTo>
                    <a:pt x="739" y="26"/>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96"/>
            <p:cNvSpPr/>
            <p:nvPr/>
          </p:nvSpPr>
          <p:spPr>
            <a:xfrm>
              <a:off x="3275560" y="2472535"/>
              <a:ext cx="344604" cy="354824"/>
            </a:xfrm>
            <a:custGeom>
              <a:rect b="b" l="l" r="r" t="t"/>
              <a:pathLst>
                <a:path extrusionOk="0" h="10937" w="10622">
                  <a:moveTo>
                    <a:pt x="8204" y="375"/>
                  </a:moveTo>
                  <a:cubicBezTo>
                    <a:pt x="8298" y="375"/>
                    <a:pt x="8390" y="418"/>
                    <a:pt x="8455" y="482"/>
                  </a:cubicBezTo>
                  <a:lnTo>
                    <a:pt x="10145" y="2173"/>
                  </a:lnTo>
                  <a:cubicBezTo>
                    <a:pt x="10264" y="2316"/>
                    <a:pt x="10264" y="2530"/>
                    <a:pt x="10145" y="2650"/>
                  </a:cubicBezTo>
                  <a:cubicBezTo>
                    <a:pt x="10086" y="2709"/>
                    <a:pt x="9996" y="2739"/>
                    <a:pt x="9907" y="2739"/>
                  </a:cubicBezTo>
                  <a:cubicBezTo>
                    <a:pt x="9818" y="2739"/>
                    <a:pt x="9729" y="2709"/>
                    <a:pt x="9669" y="2650"/>
                  </a:cubicBezTo>
                  <a:lnTo>
                    <a:pt x="7978" y="959"/>
                  </a:lnTo>
                  <a:cubicBezTo>
                    <a:pt x="7835" y="840"/>
                    <a:pt x="7835" y="625"/>
                    <a:pt x="7978" y="482"/>
                  </a:cubicBezTo>
                  <a:cubicBezTo>
                    <a:pt x="8044" y="406"/>
                    <a:pt x="8124" y="375"/>
                    <a:pt x="8204" y="375"/>
                  </a:cubicBezTo>
                  <a:close/>
                  <a:moveTo>
                    <a:pt x="1286" y="6228"/>
                  </a:moveTo>
                  <a:cubicBezTo>
                    <a:pt x="1292" y="6228"/>
                    <a:pt x="1298" y="6234"/>
                    <a:pt x="1310" y="6245"/>
                  </a:cubicBezTo>
                  <a:lnTo>
                    <a:pt x="1548" y="6484"/>
                  </a:lnTo>
                  <a:cubicBezTo>
                    <a:pt x="1572" y="6507"/>
                    <a:pt x="1548" y="6507"/>
                    <a:pt x="1548" y="6555"/>
                  </a:cubicBezTo>
                  <a:lnTo>
                    <a:pt x="691" y="7412"/>
                  </a:lnTo>
                  <a:cubicBezTo>
                    <a:pt x="683" y="7420"/>
                    <a:pt x="678" y="7423"/>
                    <a:pt x="672" y="7423"/>
                  </a:cubicBezTo>
                  <a:cubicBezTo>
                    <a:pt x="662" y="7423"/>
                    <a:pt x="651" y="7412"/>
                    <a:pt x="620" y="7412"/>
                  </a:cubicBezTo>
                  <a:lnTo>
                    <a:pt x="381" y="7174"/>
                  </a:lnTo>
                  <a:cubicBezTo>
                    <a:pt x="358" y="7150"/>
                    <a:pt x="358" y="7150"/>
                    <a:pt x="381" y="7103"/>
                  </a:cubicBezTo>
                  <a:lnTo>
                    <a:pt x="1263" y="6245"/>
                  </a:lnTo>
                  <a:cubicBezTo>
                    <a:pt x="1274" y="6234"/>
                    <a:pt x="1280" y="6228"/>
                    <a:pt x="1286" y="6228"/>
                  </a:cubicBezTo>
                  <a:close/>
                  <a:moveTo>
                    <a:pt x="1501" y="7055"/>
                  </a:moveTo>
                  <a:lnTo>
                    <a:pt x="1786" y="7341"/>
                  </a:lnTo>
                  <a:lnTo>
                    <a:pt x="1453" y="7674"/>
                  </a:lnTo>
                  <a:lnTo>
                    <a:pt x="1167" y="7389"/>
                  </a:lnTo>
                  <a:lnTo>
                    <a:pt x="1501" y="7055"/>
                  </a:lnTo>
                  <a:close/>
                  <a:moveTo>
                    <a:pt x="8050" y="1149"/>
                  </a:moveTo>
                  <a:lnTo>
                    <a:pt x="9502" y="2602"/>
                  </a:lnTo>
                  <a:lnTo>
                    <a:pt x="5144" y="6960"/>
                  </a:lnTo>
                  <a:cubicBezTo>
                    <a:pt x="4978" y="7127"/>
                    <a:pt x="4739" y="7246"/>
                    <a:pt x="4501" y="7246"/>
                  </a:cubicBezTo>
                  <a:cubicBezTo>
                    <a:pt x="4168" y="7293"/>
                    <a:pt x="3882" y="7412"/>
                    <a:pt x="3644" y="7651"/>
                  </a:cubicBezTo>
                  <a:lnTo>
                    <a:pt x="3477" y="7793"/>
                  </a:lnTo>
                  <a:lnTo>
                    <a:pt x="2858" y="7174"/>
                  </a:lnTo>
                  <a:lnTo>
                    <a:pt x="2810" y="7198"/>
                  </a:lnTo>
                  <a:cubicBezTo>
                    <a:pt x="3049" y="6960"/>
                    <a:pt x="3192" y="6650"/>
                    <a:pt x="3192" y="6341"/>
                  </a:cubicBezTo>
                  <a:cubicBezTo>
                    <a:pt x="3192" y="6126"/>
                    <a:pt x="3287" y="5960"/>
                    <a:pt x="3406" y="5793"/>
                  </a:cubicBezTo>
                  <a:lnTo>
                    <a:pt x="3906" y="6293"/>
                  </a:lnTo>
                  <a:cubicBezTo>
                    <a:pt x="3930" y="6329"/>
                    <a:pt x="3971" y="6347"/>
                    <a:pt x="4016" y="6347"/>
                  </a:cubicBezTo>
                  <a:cubicBezTo>
                    <a:pt x="4061" y="6347"/>
                    <a:pt x="4108" y="6329"/>
                    <a:pt x="4144" y="6293"/>
                  </a:cubicBezTo>
                  <a:cubicBezTo>
                    <a:pt x="4192" y="6245"/>
                    <a:pt x="4192" y="6150"/>
                    <a:pt x="4144" y="6055"/>
                  </a:cubicBezTo>
                  <a:lnTo>
                    <a:pt x="3644" y="5555"/>
                  </a:lnTo>
                  <a:lnTo>
                    <a:pt x="3811" y="5388"/>
                  </a:lnTo>
                  <a:lnTo>
                    <a:pt x="4168" y="5745"/>
                  </a:lnTo>
                  <a:cubicBezTo>
                    <a:pt x="4204" y="5769"/>
                    <a:pt x="4239" y="5781"/>
                    <a:pt x="4278" y="5781"/>
                  </a:cubicBezTo>
                  <a:cubicBezTo>
                    <a:pt x="4317" y="5781"/>
                    <a:pt x="4358" y="5769"/>
                    <a:pt x="4406" y="5745"/>
                  </a:cubicBezTo>
                  <a:cubicBezTo>
                    <a:pt x="4477" y="5674"/>
                    <a:pt x="4477" y="5579"/>
                    <a:pt x="4406" y="5507"/>
                  </a:cubicBezTo>
                  <a:lnTo>
                    <a:pt x="4049" y="5150"/>
                  </a:lnTo>
                  <a:lnTo>
                    <a:pt x="4239" y="4960"/>
                  </a:lnTo>
                  <a:lnTo>
                    <a:pt x="4597" y="5317"/>
                  </a:lnTo>
                  <a:cubicBezTo>
                    <a:pt x="4620" y="5352"/>
                    <a:pt x="4662" y="5370"/>
                    <a:pt x="4707" y="5370"/>
                  </a:cubicBezTo>
                  <a:cubicBezTo>
                    <a:pt x="4751" y="5370"/>
                    <a:pt x="4799" y="5352"/>
                    <a:pt x="4835" y="5317"/>
                  </a:cubicBezTo>
                  <a:cubicBezTo>
                    <a:pt x="4882" y="5269"/>
                    <a:pt x="4882" y="5174"/>
                    <a:pt x="4835" y="5079"/>
                  </a:cubicBezTo>
                  <a:lnTo>
                    <a:pt x="4477" y="4721"/>
                  </a:lnTo>
                  <a:lnTo>
                    <a:pt x="4644" y="4555"/>
                  </a:lnTo>
                  <a:lnTo>
                    <a:pt x="5001" y="4912"/>
                  </a:lnTo>
                  <a:cubicBezTo>
                    <a:pt x="5025" y="4936"/>
                    <a:pt x="5073" y="4960"/>
                    <a:pt x="5120" y="4960"/>
                  </a:cubicBezTo>
                  <a:cubicBezTo>
                    <a:pt x="5144" y="4960"/>
                    <a:pt x="5216" y="4936"/>
                    <a:pt x="5240" y="4912"/>
                  </a:cubicBezTo>
                  <a:cubicBezTo>
                    <a:pt x="5311" y="4840"/>
                    <a:pt x="5311" y="4745"/>
                    <a:pt x="5240" y="4674"/>
                  </a:cubicBezTo>
                  <a:lnTo>
                    <a:pt x="4882" y="4317"/>
                  </a:lnTo>
                  <a:lnTo>
                    <a:pt x="5073" y="4126"/>
                  </a:lnTo>
                  <a:lnTo>
                    <a:pt x="5430" y="4483"/>
                  </a:lnTo>
                  <a:cubicBezTo>
                    <a:pt x="5454" y="4519"/>
                    <a:pt x="5490" y="4537"/>
                    <a:pt x="5531" y="4537"/>
                  </a:cubicBezTo>
                  <a:cubicBezTo>
                    <a:pt x="5573" y="4537"/>
                    <a:pt x="5621" y="4519"/>
                    <a:pt x="5668" y="4483"/>
                  </a:cubicBezTo>
                  <a:cubicBezTo>
                    <a:pt x="5716" y="4436"/>
                    <a:pt x="5716" y="4340"/>
                    <a:pt x="5668" y="4245"/>
                  </a:cubicBezTo>
                  <a:lnTo>
                    <a:pt x="5311" y="3888"/>
                  </a:lnTo>
                  <a:lnTo>
                    <a:pt x="5478" y="3721"/>
                  </a:lnTo>
                  <a:lnTo>
                    <a:pt x="5978" y="4221"/>
                  </a:lnTo>
                  <a:cubicBezTo>
                    <a:pt x="6014" y="4245"/>
                    <a:pt x="6061" y="4257"/>
                    <a:pt x="6106" y="4257"/>
                  </a:cubicBezTo>
                  <a:cubicBezTo>
                    <a:pt x="6150" y="4257"/>
                    <a:pt x="6192" y="4245"/>
                    <a:pt x="6216" y="4221"/>
                  </a:cubicBezTo>
                  <a:cubicBezTo>
                    <a:pt x="6287" y="4150"/>
                    <a:pt x="6287" y="4078"/>
                    <a:pt x="6216" y="3983"/>
                  </a:cubicBezTo>
                  <a:lnTo>
                    <a:pt x="5716" y="3483"/>
                  </a:lnTo>
                  <a:lnTo>
                    <a:pt x="5906" y="3292"/>
                  </a:lnTo>
                  <a:lnTo>
                    <a:pt x="6264" y="3650"/>
                  </a:lnTo>
                  <a:cubicBezTo>
                    <a:pt x="6287" y="3685"/>
                    <a:pt x="6323" y="3703"/>
                    <a:pt x="6365" y="3703"/>
                  </a:cubicBezTo>
                  <a:cubicBezTo>
                    <a:pt x="6406" y="3703"/>
                    <a:pt x="6454" y="3685"/>
                    <a:pt x="6502" y="3650"/>
                  </a:cubicBezTo>
                  <a:cubicBezTo>
                    <a:pt x="6549" y="3602"/>
                    <a:pt x="6549" y="3507"/>
                    <a:pt x="6502" y="3412"/>
                  </a:cubicBezTo>
                  <a:lnTo>
                    <a:pt x="6144" y="3054"/>
                  </a:lnTo>
                  <a:lnTo>
                    <a:pt x="6311" y="2888"/>
                  </a:lnTo>
                  <a:lnTo>
                    <a:pt x="6668" y="3245"/>
                  </a:lnTo>
                  <a:cubicBezTo>
                    <a:pt x="6704" y="3269"/>
                    <a:pt x="6740" y="3281"/>
                    <a:pt x="6779" y="3281"/>
                  </a:cubicBezTo>
                  <a:cubicBezTo>
                    <a:pt x="6817" y="3281"/>
                    <a:pt x="6859" y="3269"/>
                    <a:pt x="6907" y="3245"/>
                  </a:cubicBezTo>
                  <a:cubicBezTo>
                    <a:pt x="6978" y="3173"/>
                    <a:pt x="6978" y="3078"/>
                    <a:pt x="6907" y="3007"/>
                  </a:cubicBezTo>
                  <a:lnTo>
                    <a:pt x="6549" y="2650"/>
                  </a:lnTo>
                  <a:lnTo>
                    <a:pt x="6740" y="2459"/>
                  </a:lnTo>
                  <a:lnTo>
                    <a:pt x="7097" y="2816"/>
                  </a:lnTo>
                  <a:cubicBezTo>
                    <a:pt x="7121" y="2852"/>
                    <a:pt x="7157" y="2870"/>
                    <a:pt x="7198" y="2870"/>
                  </a:cubicBezTo>
                  <a:cubicBezTo>
                    <a:pt x="7240" y="2870"/>
                    <a:pt x="7288" y="2852"/>
                    <a:pt x="7335" y="2816"/>
                  </a:cubicBezTo>
                  <a:cubicBezTo>
                    <a:pt x="7383" y="2769"/>
                    <a:pt x="7383" y="2673"/>
                    <a:pt x="7335" y="2578"/>
                  </a:cubicBezTo>
                  <a:lnTo>
                    <a:pt x="6978" y="2221"/>
                  </a:lnTo>
                  <a:lnTo>
                    <a:pt x="7145" y="2054"/>
                  </a:lnTo>
                  <a:lnTo>
                    <a:pt x="7502" y="2411"/>
                  </a:lnTo>
                  <a:cubicBezTo>
                    <a:pt x="7538" y="2435"/>
                    <a:pt x="7573" y="2447"/>
                    <a:pt x="7612" y="2447"/>
                  </a:cubicBezTo>
                  <a:cubicBezTo>
                    <a:pt x="7651" y="2447"/>
                    <a:pt x="7692" y="2435"/>
                    <a:pt x="7740" y="2411"/>
                  </a:cubicBezTo>
                  <a:cubicBezTo>
                    <a:pt x="7812" y="2340"/>
                    <a:pt x="7812" y="2245"/>
                    <a:pt x="7740" y="2173"/>
                  </a:cubicBezTo>
                  <a:lnTo>
                    <a:pt x="7383" y="1816"/>
                  </a:lnTo>
                  <a:lnTo>
                    <a:pt x="7573" y="1625"/>
                  </a:lnTo>
                  <a:lnTo>
                    <a:pt x="8073" y="2126"/>
                  </a:lnTo>
                  <a:cubicBezTo>
                    <a:pt x="8097" y="2161"/>
                    <a:pt x="8133" y="2179"/>
                    <a:pt x="8175" y="2179"/>
                  </a:cubicBezTo>
                  <a:cubicBezTo>
                    <a:pt x="8216" y="2179"/>
                    <a:pt x="8264" y="2161"/>
                    <a:pt x="8312" y="2126"/>
                  </a:cubicBezTo>
                  <a:cubicBezTo>
                    <a:pt x="8359" y="2078"/>
                    <a:pt x="8359" y="1983"/>
                    <a:pt x="8312" y="1887"/>
                  </a:cubicBezTo>
                  <a:lnTo>
                    <a:pt x="7812" y="1387"/>
                  </a:lnTo>
                  <a:lnTo>
                    <a:pt x="8050" y="1149"/>
                  </a:lnTo>
                  <a:close/>
                  <a:moveTo>
                    <a:pt x="2239" y="7424"/>
                  </a:moveTo>
                  <a:cubicBezTo>
                    <a:pt x="2269" y="7424"/>
                    <a:pt x="2298" y="7436"/>
                    <a:pt x="2334" y="7460"/>
                  </a:cubicBezTo>
                  <a:lnTo>
                    <a:pt x="3192" y="8341"/>
                  </a:lnTo>
                  <a:cubicBezTo>
                    <a:pt x="3239" y="8389"/>
                    <a:pt x="3239" y="8436"/>
                    <a:pt x="3192" y="8508"/>
                  </a:cubicBezTo>
                  <a:lnTo>
                    <a:pt x="2620" y="9079"/>
                  </a:lnTo>
                  <a:cubicBezTo>
                    <a:pt x="2596" y="9103"/>
                    <a:pt x="2566" y="9115"/>
                    <a:pt x="2537" y="9115"/>
                  </a:cubicBezTo>
                  <a:cubicBezTo>
                    <a:pt x="2507" y="9115"/>
                    <a:pt x="2477" y="9103"/>
                    <a:pt x="2453" y="9079"/>
                  </a:cubicBezTo>
                  <a:lnTo>
                    <a:pt x="1572" y="8222"/>
                  </a:lnTo>
                  <a:cubicBezTo>
                    <a:pt x="1524" y="8151"/>
                    <a:pt x="1524" y="8103"/>
                    <a:pt x="1572" y="8032"/>
                  </a:cubicBezTo>
                  <a:lnTo>
                    <a:pt x="2144" y="7460"/>
                  </a:lnTo>
                  <a:cubicBezTo>
                    <a:pt x="2179" y="7436"/>
                    <a:pt x="2209" y="7424"/>
                    <a:pt x="2239" y="7424"/>
                  </a:cubicBezTo>
                  <a:close/>
                  <a:moveTo>
                    <a:pt x="4144" y="8508"/>
                  </a:moveTo>
                  <a:cubicBezTo>
                    <a:pt x="4144" y="8508"/>
                    <a:pt x="4168" y="8508"/>
                    <a:pt x="4239" y="8579"/>
                  </a:cubicBezTo>
                  <a:lnTo>
                    <a:pt x="4716" y="9056"/>
                  </a:lnTo>
                  <a:cubicBezTo>
                    <a:pt x="4763" y="9103"/>
                    <a:pt x="4763" y="9127"/>
                    <a:pt x="4763" y="9127"/>
                  </a:cubicBezTo>
                  <a:cubicBezTo>
                    <a:pt x="4739" y="9198"/>
                    <a:pt x="4525" y="9318"/>
                    <a:pt x="4287" y="9341"/>
                  </a:cubicBezTo>
                  <a:lnTo>
                    <a:pt x="3930" y="8984"/>
                  </a:lnTo>
                  <a:cubicBezTo>
                    <a:pt x="3954" y="8722"/>
                    <a:pt x="4073" y="8508"/>
                    <a:pt x="4144" y="8508"/>
                  </a:cubicBezTo>
                  <a:close/>
                  <a:moveTo>
                    <a:pt x="1620" y="8651"/>
                  </a:moveTo>
                  <a:lnTo>
                    <a:pt x="2025" y="9079"/>
                  </a:lnTo>
                  <a:cubicBezTo>
                    <a:pt x="2024" y="9079"/>
                    <a:pt x="2024" y="9079"/>
                    <a:pt x="2023" y="9079"/>
                  </a:cubicBezTo>
                  <a:cubicBezTo>
                    <a:pt x="1977" y="9079"/>
                    <a:pt x="1167" y="9865"/>
                    <a:pt x="1167" y="9865"/>
                  </a:cubicBezTo>
                  <a:cubicBezTo>
                    <a:pt x="1132" y="9901"/>
                    <a:pt x="1096" y="9919"/>
                    <a:pt x="1060" y="9919"/>
                  </a:cubicBezTo>
                  <a:cubicBezTo>
                    <a:pt x="1024" y="9919"/>
                    <a:pt x="989" y="9901"/>
                    <a:pt x="953" y="9865"/>
                  </a:cubicBezTo>
                  <a:lnTo>
                    <a:pt x="786" y="9699"/>
                  </a:lnTo>
                  <a:cubicBezTo>
                    <a:pt x="715" y="9627"/>
                    <a:pt x="715" y="9556"/>
                    <a:pt x="786" y="9484"/>
                  </a:cubicBezTo>
                  <a:lnTo>
                    <a:pt x="1620" y="8651"/>
                  </a:lnTo>
                  <a:close/>
                  <a:moveTo>
                    <a:pt x="3239" y="8841"/>
                  </a:moveTo>
                  <a:lnTo>
                    <a:pt x="4192" y="9794"/>
                  </a:lnTo>
                  <a:cubicBezTo>
                    <a:pt x="4263" y="9794"/>
                    <a:pt x="4263" y="9841"/>
                    <a:pt x="4239" y="9865"/>
                  </a:cubicBezTo>
                  <a:lnTo>
                    <a:pt x="4001" y="10127"/>
                  </a:lnTo>
                  <a:cubicBezTo>
                    <a:pt x="3954" y="10151"/>
                    <a:pt x="3954" y="10151"/>
                    <a:pt x="3930" y="10151"/>
                  </a:cubicBezTo>
                  <a:cubicBezTo>
                    <a:pt x="3930" y="10151"/>
                    <a:pt x="3906" y="10151"/>
                    <a:pt x="3882" y="10127"/>
                  </a:cubicBezTo>
                  <a:lnTo>
                    <a:pt x="2930" y="9175"/>
                  </a:lnTo>
                  <a:lnTo>
                    <a:pt x="3239" y="8841"/>
                  </a:lnTo>
                  <a:close/>
                  <a:moveTo>
                    <a:pt x="3096" y="9794"/>
                  </a:moveTo>
                  <a:lnTo>
                    <a:pt x="3453" y="10151"/>
                  </a:lnTo>
                  <a:cubicBezTo>
                    <a:pt x="3406" y="10413"/>
                    <a:pt x="3311" y="10627"/>
                    <a:pt x="3239" y="10627"/>
                  </a:cubicBezTo>
                  <a:cubicBezTo>
                    <a:pt x="3239" y="10627"/>
                    <a:pt x="3215" y="10627"/>
                    <a:pt x="3168" y="10556"/>
                  </a:cubicBezTo>
                  <a:lnTo>
                    <a:pt x="2691" y="10080"/>
                  </a:lnTo>
                  <a:cubicBezTo>
                    <a:pt x="2620" y="10032"/>
                    <a:pt x="2620" y="9984"/>
                    <a:pt x="2620" y="9984"/>
                  </a:cubicBezTo>
                  <a:cubicBezTo>
                    <a:pt x="2644" y="9937"/>
                    <a:pt x="2858" y="9818"/>
                    <a:pt x="3096" y="9794"/>
                  </a:cubicBezTo>
                  <a:close/>
                  <a:moveTo>
                    <a:pt x="8193" y="0"/>
                  </a:moveTo>
                  <a:cubicBezTo>
                    <a:pt x="8020" y="0"/>
                    <a:pt x="7847" y="66"/>
                    <a:pt x="7716" y="197"/>
                  </a:cubicBezTo>
                  <a:cubicBezTo>
                    <a:pt x="7502" y="411"/>
                    <a:pt x="7454" y="768"/>
                    <a:pt x="7621" y="1006"/>
                  </a:cubicBezTo>
                  <a:lnTo>
                    <a:pt x="3287" y="5364"/>
                  </a:lnTo>
                  <a:cubicBezTo>
                    <a:pt x="3049" y="5602"/>
                    <a:pt x="2882" y="5888"/>
                    <a:pt x="2882" y="6222"/>
                  </a:cubicBezTo>
                  <a:cubicBezTo>
                    <a:pt x="2858" y="6460"/>
                    <a:pt x="2763" y="6698"/>
                    <a:pt x="2596" y="6865"/>
                  </a:cubicBezTo>
                  <a:lnTo>
                    <a:pt x="2406" y="7055"/>
                  </a:lnTo>
                  <a:cubicBezTo>
                    <a:pt x="2358" y="7008"/>
                    <a:pt x="2287" y="7008"/>
                    <a:pt x="2239" y="7008"/>
                  </a:cubicBezTo>
                  <a:cubicBezTo>
                    <a:pt x="2167" y="7008"/>
                    <a:pt x="2120" y="7008"/>
                    <a:pt x="2048" y="7055"/>
                  </a:cubicBezTo>
                  <a:lnTo>
                    <a:pt x="1715" y="6722"/>
                  </a:lnTo>
                  <a:lnTo>
                    <a:pt x="1763" y="6698"/>
                  </a:lnTo>
                  <a:cubicBezTo>
                    <a:pt x="1906" y="6531"/>
                    <a:pt x="1906" y="6341"/>
                    <a:pt x="1763" y="6174"/>
                  </a:cubicBezTo>
                  <a:lnTo>
                    <a:pt x="1524" y="5936"/>
                  </a:lnTo>
                  <a:cubicBezTo>
                    <a:pt x="1441" y="5864"/>
                    <a:pt x="1352" y="5829"/>
                    <a:pt x="1263" y="5829"/>
                  </a:cubicBezTo>
                  <a:cubicBezTo>
                    <a:pt x="1173" y="5829"/>
                    <a:pt x="1084" y="5864"/>
                    <a:pt x="1001" y="5936"/>
                  </a:cubicBezTo>
                  <a:lnTo>
                    <a:pt x="143" y="6817"/>
                  </a:lnTo>
                  <a:cubicBezTo>
                    <a:pt x="0" y="6960"/>
                    <a:pt x="0" y="7174"/>
                    <a:pt x="143" y="7317"/>
                  </a:cubicBezTo>
                  <a:cubicBezTo>
                    <a:pt x="143" y="7412"/>
                    <a:pt x="381" y="7651"/>
                    <a:pt x="381" y="7651"/>
                  </a:cubicBezTo>
                  <a:cubicBezTo>
                    <a:pt x="465" y="7722"/>
                    <a:pt x="554" y="7758"/>
                    <a:pt x="643" y="7758"/>
                  </a:cubicBezTo>
                  <a:cubicBezTo>
                    <a:pt x="733" y="7758"/>
                    <a:pt x="822" y="7722"/>
                    <a:pt x="905" y="7651"/>
                  </a:cubicBezTo>
                  <a:lnTo>
                    <a:pt x="929" y="7603"/>
                  </a:lnTo>
                  <a:lnTo>
                    <a:pt x="1263" y="7936"/>
                  </a:lnTo>
                  <a:cubicBezTo>
                    <a:pt x="1191" y="8079"/>
                    <a:pt x="1215" y="8294"/>
                    <a:pt x="1334" y="8436"/>
                  </a:cubicBezTo>
                  <a:lnTo>
                    <a:pt x="500" y="9270"/>
                  </a:lnTo>
                  <a:cubicBezTo>
                    <a:pt x="334" y="9460"/>
                    <a:pt x="334" y="9770"/>
                    <a:pt x="500" y="9937"/>
                  </a:cubicBezTo>
                  <a:lnTo>
                    <a:pt x="691" y="10127"/>
                  </a:lnTo>
                  <a:cubicBezTo>
                    <a:pt x="774" y="10211"/>
                    <a:pt x="893" y="10252"/>
                    <a:pt x="1012" y="10252"/>
                  </a:cubicBezTo>
                  <a:cubicBezTo>
                    <a:pt x="1132" y="10252"/>
                    <a:pt x="1251" y="10211"/>
                    <a:pt x="1334" y="10127"/>
                  </a:cubicBezTo>
                  <a:lnTo>
                    <a:pt x="2167" y="9270"/>
                  </a:lnTo>
                  <a:cubicBezTo>
                    <a:pt x="2263" y="9365"/>
                    <a:pt x="2382" y="9389"/>
                    <a:pt x="2501" y="9389"/>
                  </a:cubicBezTo>
                  <a:cubicBezTo>
                    <a:pt x="2572" y="9389"/>
                    <a:pt x="2620" y="9389"/>
                    <a:pt x="2691" y="9365"/>
                  </a:cubicBezTo>
                  <a:lnTo>
                    <a:pt x="2834" y="9508"/>
                  </a:lnTo>
                  <a:cubicBezTo>
                    <a:pt x="2810" y="9508"/>
                    <a:pt x="2810" y="9508"/>
                    <a:pt x="2763" y="9556"/>
                  </a:cubicBezTo>
                  <a:cubicBezTo>
                    <a:pt x="2501" y="9627"/>
                    <a:pt x="2358" y="9746"/>
                    <a:pt x="2287" y="9913"/>
                  </a:cubicBezTo>
                  <a:cubicBezTo>
                    <a:pt x="2263" y="9984"/>
                    <a:pt x="2263" y="10151"/>
                    <a:pt x="2453" y="10318"/>
                  </a:cubicBezTo>
                  <a:lnTo>
                    <a:pt x="2930" y="10794"/>
                  </a:lnTo>
                  <a:cubicBezTo>
                    <a:pt x="3001" y="10889"/>
                    <a:pt x="3120" y="10937"/>
                    <a:pt x="3215" y="10937"/>
                  </a:cubicBezTo>
                  <a:cubicBezTo>
                    <a:pt x="3311" y="10937"/>
                    <a:pt x="3453" y="10913"/>
                    <a:pt x="3573" y="10675"/>
                  </a:cubicBezTo>
                  <a:cubicBezTo>
                    <a:pt x="3644" y="10580"/>
                    <a:pt x="3668" y="10508"/>
                    <a:pt x="3692" y="10389"/>
                  </a:cubicBezTo>
                  <a:cubicBezTo>
                    <a:pt x="3763" y="10437"/>
                    <a:pt x="3834" y="10437"/>
                    <a:pt x="3930" y="10437"/>
                  </a:cubicBezTo>
                  <a:cubicBezTo>
                    <a:pt x="4049" y="10437"/>
                    <a:pt x="4144" y="10413"/>
                    <a:pt x="4192" y="10318"/>
                  </a:cubicBezTo>
                  <a:lnTo>
                    <a:pt x="4430" y="10080"/>
                  </a:lnTo>
                  <a:cubicBezTo>
                    <a:pt x="4597" y="9937"/>
                    <a:pt x="4597" y="9722"/>
                    <a:pt x="4501" y="9579"/>
                  </a:cubicBezTo>
                  <a:cubicBezTo>
                    <a:pt x="4716" y="9532"/>
                    <a:pt x="4978" y="9389"/>
                    <a:pt x="5025" y="9198"/>
                  </a:cubicBezTo>
                  <a:cubicBezTo>
                    <a:pt x="5073" y="9103"/>
                    <a:pt x="5073" y="8960"/>
                    <a:pt x="4882" y="8770"/>
                  </a:cubicBezTo>
                  <a:lnTo>
                    <a:pt x="4406" y="8294"/>
                  </a:lnTo>
                  <a:cubicBezTo>
                    <a:pt x="4311" y="8198"/>
                    <a:pt x="4192" y="8151"/>
                    <a:pt x="4120" y="8151"/>
                  </a:cubicBezTo>
                  <a:cubicBezTo>
                    <a:pt x="3834" y="8151"/>
                    <a:pt x="3692" y="8436"/>
                    <a:pt x="3644" y="8675"/>
                  </a:cubicBezTo>
                  <a:lnTo>
                    <a:pt x="3477" y="8532"/>
                  </a:lnTo>
                  <a:cubicBezTo>
                    <a:pt x="3549" y="8413"/>
                    <a:pt x="3549" y="8294"/>
                    <a:pt x="3477" y="8174"/>
                  </a:cubicBezTo>
                  <a:lnTo>
                    <a:pt x="3668" y="8008"/>
                  </a:lnTo>
                  <a:cubicBezTo>
                    <a:pt x="3834" y="7817"/>
                    <a:pt x="4073" y="7698"/>
                    <a:pt x="4311" y="7698"/>
                  </a:cubicBezTo>
                  <a:cubicBezTo>
                    <a:pt x="4644" y="7674"/>
                    <a:pt x="4954" y="7555"/>
                    <a:pt x="5192" y="7317"/>
                  </a:cubicBezTo>
                  <a:lnTo>
                    <a:pt x="9526" y="2959"/>
                  </a:lnTo>
                  <a:cubicBezTo>
                    <a:pt x="9621" y="3031"/>
                    <a:pt x="9740" y="3054"/>
                    <a:pt x="9883" y="3054"/>
                  </a:cubicBezTo>
                  <a:cubicBezTo>
                    <a:pt x="10074" y="3054"/>
                    <a:pt x="10241" y="3007"/>
                    <a:pt x="10360" y="2840"/>
                  </a:cubicBezTo>
                  <a:cubicBezTo>
                    <a:pt x="10622" y="2578"/>
                    <a:pt x="10622" y="2173"/>
                    <a:pt x="10360" y="1887"/>
                  </a:cubicBezTo>
                  <a:lnTo>
                    <a:pt x="8669" y="197"/>
                  </a:lnTo>
                  <a:cubicBezTo>
                    <a:pt x="8538" y="66"/>
                    <a:pt x="8365" y="0"/>
                    <a:pt x="81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5" name="Google Shape;20925;p96"/>
          <p:cNvGrpSpPr/>
          <p:nvPr/>
        </p:nvGrpSpPr>
        <p:grpSpPr>
          <a:xfrm>
            <a:off x="2514122" y="2322633"/>
            <a:ext cx="353104" cy="350022"/>
            <a:chOff x="2516081" y="2475033"/>
            <a:chExt cx="353104" cy="350022"/>
          </a:xfrm>
        </p:grpSpPr>
        <p:sp>
          <p:nvSpPr>
            <p:cNvPr id="20926" name="Google Shape;20926;p96"/>
            <p:cNvSpPr/>
            <p:nvPr/>
          </p:nvSpPr>
          <p:spPr>
            <a:xfrm>
              <a:off x="2518417" y="2498197"/>
              <a:ext cx="346908" cy="30950"/>
            </a:xfrm>
            <a:custGeom>
              <a:rect b="b" l="l" r="r" t="t"/>
              <a:pathLst>
                <a:path extrusionOk="0" h="954" w="10693">
                  <a:moveTo>
                    <a:pt x="572" y="1"/>
                  </a:moveTo>
                  <a:cubicBezTo>
                    <a:pt x="357" y="1"/>
                    <a:pt x="143" y="192"/>
                    <a:pt x="48" y="406"/>
                  </a:cubicBezTo>
                  <a:cubicBezTo>
                    <a:pt x="0" y="692"/>
                    <a:pt x="238" y="954"/>
                    <a:pt x="524" y="954"/>
                  </a:cubicBezTo>
                  <a:lnTo>
                    <a:pt x="10145" y="954"/>
                  </a:lnTo>
                  <a:cubicBezTo>
                    <a:pt x="10455" y="954"/>
                    <a:pt x="10693" y="692"/>
                    <a:pt x="10621" y="406"/>
                  </a:cubicBezTo>
                  <a:cubicBezTo>
                    <a:pt x="10574" y="144"/>
                    <a:pt x="10383" y="1"/>
                    <a:pt x="10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96"/>
            <p:cNvSpPr/>
            <p:nvPr/>
          </p:nvSpPr>
          <p:spPr>
            <a:xfrm>
              <a:off x="2518417" y="2566975"/>
              <a:ext cx="346908" cy="30950"/>
            </a:xfrm>
            <a:custGeom>
              <a:rect b="b" l="l" r="r" t="t"/>
              <a:pathLst>
                <a:path extrusionOk="0" h="954" w="10693">
                  <a:moveTo>
                    <a:pt x="572" y="0"/>
                  </a:moveTo>
                  <a:cubicBezTo>
                    <a:pt x="357" y="0"/>
                    <a:pt x="143" y="143"/>
                    <a:pt x="48" y="381"/>
                  </a:cubicBezTo>
                  <a:cubicBezTo>
                    <a:pt x="0" y="691"/>
                    <a:pt x="238" y="953"/>
                    <a:pt x="524" y="953"/>
                  </a:cubicBezTo>
                  <a:lnTo>
                    <a:pt x="10145" y="953"/>
                  </a:lnTo>
                  <a:cubicBezTo>
                    <a:pt x="10455" y="953"/>
                    <a:pt x="10693" y="691"/>
                    <a:pt x="10621" y="381"/>
                  </a:cubicBezTo>
                  <a:cubicBezTo>
                    <a:pt x="10574" y="143"/>
                    <a:pt x="10383" y="0"/>
                    <a:pt x="101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96"/>
            <p:cNvSpPr/>
            <p:nvPr/>
          </p:nvSpPr>
          <p:spPr>
            <a:xfrm>
              <a:off x="2518417" y="2635721"/>
              <a:ext cx="346908" cy="30950"/>
            </a:xfrm>
            <a:custGeom>
              <a:rect b="b" l="l" r="r" t="t"/>
              <a:pathLst>
                <a:path extrusionOk="0" h="954" w="10693">
                  <a:moveTo>
                    <a:pt x="572" y="1"/>
                  </a:moveTo>
                  <a:cubicBezTo>
                    <a:pt x="357" y="1"/>
                    <a:pt x="143" y="144"/>
                    <a:pt x="48" y="382"/>
                  </a:cubicBezTo>
                  <a:cubicBezTo>
                    <a:pt x="0" y="692"/>
                    <a:pt x="238" y="954"/>
                    <a:pt x="524" y="954"/>
                  </a:cubicBezTo>
                  <a:lnTo>
                    <a:pt x="10145" y="954"/>
                  </a:lnTo>
                  <a:cubicBezTo>
                    <a:pt x="10455" y="954"/>
                    <a:pt x="10693" y="692"/>
                    <a:pt x="10621" y="382"/>
                  </a:cubicBezTo>
                  <a:cubicBezTo>
                    <a:pt x="10574" y="144"/>
                    <a:pt x="10383" y="1"/>
                    <a:pt x="10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96"/>
            <p:cNvSpPr/>
            <p:nvPr/>
          </p:nvSpPr>
          <p:spPr>
            <a:xfrm>
              <a:off x="2518417" y="2702942"/>
              <a:ext cx="346908" cy="30950"/>
            </a:xfrm>
            <a:custGeom>
              <a:rect b="b" l="l" r="r" t="t"/>
              <a:pathLst>
                <a:path extrusionOk="0" h="954" w="10693">
                  <a:moveTo>
                    <a:pt x="572" y="1"/>
                  </a:moveTo>
                  <a:cubicBezTo>
                    <a:pt x="357" y="1"/>
                    <a:pt x="143" y="191"/>
                    <a:pt x="48" y="406"/>
                  </a:cubicBezTo>
                  <a:cubicBezTo>
                    <a:pt x="0" y="691"/>
                    <a:pt x="238" y="953"/>
                    <a:pt x="524" y="953"/>
                  </a:cubicBezTo>
                  <a:lnTo>
                    <a:pt x="10145" y="953"/>
                  </a:lnTo>
                  <a:cubicBezTo>
                    <a:pt x="10455" y="953"/>
                    <a:pt x="10693" y="691"/>
                    <a:pt x="10621" y="406"/>
                  </a:cubicBezTo>
                  <a:cubicBezTo>
                    <a:pt x="10574" y="167"/>
                    <a:pt x="10383" y="1"/>
                    <a:pt x="10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96"/>
            <p:cNvSpPr/>
            <p:nvPr/>
          </p:nvSpPr>
          <p:spPr>
            <a:xfrm>
              <a:off x="2518417" y="2771720"/>
              <a:ext cx="346908" cy="30918"/>
            </a:xfrm>
            <a:custGeom>
              <a:rect b="b" l="l" r="r" t="t"/>
              <a:pathLst>
                <a:path extrusionOk="0" h="953" w="10693">
                  <a:moveTo>
                    <a:pt x="572" y="0"/>
                  </a:moveTo>
                  <a:cubicBezTo>
                    <a:pt x="357" y="0"/>
                    <a:pt x="143" y="143"/>
                    <a:pt x="48" y="381"/>
                  </a:cubicBezTo>
                  <a:cubicBezTo>
                    <a:pt x="0" y="691"/>
                    <a:pt x="238" y="953"/>
                    <a:pt x="524" y="953"/>
                  </a:cubicBezTo>
                  <a:lnTo>
                    <a:pt x="10145" y="953"/>
                  </a:lnTo>
                  <a:cubicBezTo>
                    <a:pt x="10455" y="953"/>
                    <a:pt x="10693" y="691"/>
                    <a:pt x="10621" y="381"/>
                  </a:cubicBezTo>
                  <a:cubicBezTo>
                    <a:pt x="10574" y="143"/>
                    <a:pt x="10383" y="0"/>
                    <a:pt x="101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96"/>
            <p:cNvSpPr/>
            <p:nvPr/>
          </p:nvSpPr>
          <p:spPr>
            <a:xfrm>
              <a:off x="2540803" y="2480030"/>
              <a:ext cx="30950" cy="343112"/>
            </a:xfrm>
            <a:custGeom>
              <a:rect b="b" l="l" r="r" t="t"/>
              <a:pathLst>
                <a:path extrusionOk="0" h="10576" w="954">
                  <a:moveTo>
                    <a:pt x="492" y="1"/>
                  </a:moveTo>
                  <a:cubicBezTo>
                    <a:pt x="456" y="1"/>
                    <a:pt x="419" y="5"/>
                    <a:pt x="382" y="13"/>
                  </a:cubicBezTo>
                  <a:cubicBezTo>
                    <a:pt x="144" y="61"/>
                    <a:pt x="1" y="251"/>
                    <a:pt x="1" y="490"/>
                  </a:cubicBezTo>
                  <a:lnTo>
                    <a:pt x="1" y="10063"/>
                  </a:lnTo>
                  <a:cubicBezTo>
                    <a:pt x="1" y="10277"/>
                    <a:pt x="144" y="10492"/>
                    <a:pt x="382" y="10563"/>
                  </a:cubicBezTo>
                  <a:cubicBezTo>
                    <a:pt x="419" y="10572"/>
                    <a:pt x="456" y="10576"/>
                    <a:pt x="492" y="10576"/>
                  </a:cubicBezTo>
                  <a:cubicBezTo>
                    <a:pt x="751" y="10576"/>
                    <a:pt x="953" y="10359"/>
                    <a:pt x="953" y="10087"/>
                  </a:cubicBezTo>
                  <a:lnTo>
                    <a:pt x="953" y="490"/>
                  </a:lnTo>
                  <a:cubicBezTo>
                    <a:pt x="953" y="217"/>
                    <a:pt x="751" y="1"/>
                    <a:pt x="49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96"/>
            <p:cNvSpPr/>
            <p:nvPr/>
          </p:nvSpPr>
          <p:spPr>
            <a:xfrm>
              <a:off x="2608023" y="2480030"/>
              <a:ext cx="30950" cy="343112"/>
            </a:xfrm>
            <a:custGeom>
              <a:rect b="b" l="l" r="r" t="t"/>
              <a:pathLst>
                <a:path extrusionOk="0" h="10576" w="954">
                  <a:moveTo>
                    <a:pt x="508" y="1"/>
                  </a:moveTo>
                  <a:cubicBezTo>
                    <a:pt x="474" y="1"/>
                    <a:pt x="440" y="5"/>
                    <a:pt x="405" y="13"/>
                  </a:cubicBezTo>
                  <a:cubicBezTo>
                    <a:pt x="167" y="61"/>
                    <a:pt x="1" y="251"/>
                    <a:pt x="1" y="490"/>
                  </a:cubicBezTo>
                  <a:lnTo>
                    <a:pt x="1" y="10063"/>
                  </a:lnTo>
                  <a:cubicBezTo>
                    <a:pt x="1" y="10277"/>
                    <a:pt x="191" y="10492"/>
                    <a:pt x="405" y="10563"/>
                  </a:cubicBezTo>
                  <a:cubicBezTo>
                    <a:pt x="440" y="10572"/>
                    <a:pt x="474" y="10576"/>
                    <a:pt x="508" y="10576"/>
                  </a:cubicBezTo>
                  <a:cubicBezTo>
                    <a:pt x="751" y="10576"/>
                    <a:pt x="953" y="10359"/>
                    <a:pt x="953" y="10087"/>
                  </a:cubicBezTo>
                  <a:lnTo>
                    <a:pt x="953" y="490"/>
                  </a:lnTo>
                  <a:cubicBezTo>
                    <a:pt x="953" y="217"/>
                    <a:pt x="751" y="1"/>
                    <a:pt x="508"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96"/>
            <p:cNvSpPr/>
            <p:nvPr/>
          </p:nvSpPr>
          <p:spPr>
            <a:xfrm>
              <a:off x="2676802" y="2480030"/>
              <a:ext cx="30918" cy="343112"/>
            </a:xfrm>
            <a:custGeom>
              <a:rect b="b" l="l" r="r" t="t"/>
              <a:pathLst>
                <a:path extrusionOk="0" h="10576" w="953">
                  <a:moveTo>
                    <a:pt x="491" y="1"/>
                  </a:moveTo>
                  <a:cubicBezTo>
                    <a:pt x="455" y="1"/>
                    <a:pt x="419" y="5"/>
                    <a:pt x="381" y="13"/>
                  </a:cubicBezTo>
                  <a:cubicBezTo>
                    <a:pt x="143" y="61"/>
                    <a:pt x="0" y="251"/>
                    <a:pt x="0" y="490"/>
                  </a:cubicBezTo>
                  <a:lnTo>
                    <a:pt x="0" y="10063"/>
                  </a:lnTo>
                  <a:cubicBezTo>
                    <a:pt x="0" y="10277"/>
                    <a:pt x="143" y="10492"/>
                    <a:pt x="381" y="10563"/>
                  </a:cubicBezTo>
                  <a:cubicBezTo>
                    <a:pt x="419" y="10572"/>
                    <a:pt x="455" y="10576"/>
                    <a:pt x="491" y="10576"/>
                  </a:cubicBezTo>
                  <a:cubicBezTo>
                    <a:pt x="750" y="10576"/>
                    <a:pt x="953" y="10359"/>
                    <a:pt x="953" y="10087"/>
                  </a:cubicBezTo>
                  <a:lnTo>
                    <a:pt x="953" y="490"/>
                  </a:lnTo>
                  <a:cubicBezTo>
                    <a:pt x="953" y="217"/>
                    <a:pt x="750" y="1"/>
                    <a:pt x="491"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96"/>
            <p:cNvSpPr/>
            <p:nvPr/>
          </p:nvSpPr>
          <p:spPr>
            <a:xfrm>
              <a:off x="2745547" y="2480030"/>
              <a:ext cx="30950" cy="343112"/>
            </a:xfrm>
            <a:custGeom>
              <a:rect b="b" l="l" r="r" t="t"/>
              <a:pathLst>
                <a:path extrusionOk="0" h="10576" w="954">
                  <a:moveTo>
                    <a:pt x="492" y="1"/>
                  </a:moveTo>
                  <a:cubicBezTo>
                    <a:pt x="456" y="1"/>
                    <a:pt x="419" y="5"/>
                    <a:pt x="382" y="13"/>
                  </a:cubicBezTo>
                  <a:cubicBezTo>
                    <a:pt x="144" y="61"/>
                    <a:pt x="1" y="251"/>
                    <a:pt x="1" y="490"/>
                  </a:cubicBezTo>
                  <a:lnTo>
                    <a:pt x="1" y="10063"/>
                  </a:lnTo>
                  <a:cubicBezTo>
                    <a:pt x="1" y="10277"/>
                    <a:pt x="144" y="10492"/>
                    <a:pt x="382" y="10563"/>
                  </a:cubicBezTo>
                  <a:cubicBezTo>
                    <a:pt x="419" y="10572"/>
                    <a:pt x="456" y="10576"/>
                    <a:pt x="492" y="10576"/>
                  </a:cubicBezTo>
                  <a:cubicBezTo>
                    <a:pt x="751" y="10576"/>
                    <a:pt x="953" y="10359"/>
                    <a:pt x="953" y="10087"/>
                  </a:cubicBezTo>
                  <a:lnTo>
                    <a:pt x="953" y="490"/>
                  </a:lnTo>
                  <a:cubicBezTo>
                    <a:pt x="953" y="217"/>
                    <a:pt x="751" y="1"/>
                    <a:pt x="49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96"/>
            <p:cNvSpPr/>
            <p:nvPr/>
          </p:nvSpPr>
          <p:spPr>
            <a:xfrm>
              <a:off x="2812768" y="2480030"/>
              <a:ext cx="30950" cy="343112"/>
            </a:xfrm>
            <a:custGeom>
              <a:rect b="b" l="l" r="r" t="t"/>
              <a:pathLst>
                <a:path extrusionOk="0" h="10576" w="954">
                  <a:moveTo>
                    <a:pt x="508" y="1"/>
                  </a:moveTo>
                  <a:cubicBezTo>
                    <a:pt x="474" y="1"/>
                    <a:pt x="440" y="5"/>
                    <a:pt x="405" y="13"/>
                  </a:cubicBezTo>
                  <a:cubicBezTo>
                    <a:pt x="167" y="61"/>
                    <a:pt x="0" y="251"/>
                    <a:pt x="0" y="490"/>
                  </a:cubicBezTo>
                  <a:lnTo>
                    <a:pt x="0" y="10063"/>
                  </a:lnTo>
                  <a:cubicBezTo>
                    <a:pt x="0" y="10277"/>
                    <a:pt x="191" y="10492"/>
                    <a:pt x="405" y="10563"/>
                  </a:cubicBezTo>
                  <a:cubicBezTo>
                    <a:pt x="440" y="10572"/>
                    <a:pt x="474" y="10576"/>
                    <a:pt x="508" y="10576"/>
                  </a:cubicBezTo>
                  <a:cubicBezTo>
                    <a:pt x="751" y="10576"/>
                    <a:pt x="953" y="10359"/>
                    <a:pt x="953" y="10087"/>
                  </a:cubicBezTo>
                  <a:lnTo>
                    <a:pt x="953" y="490"/>
                  </a:lnTo>
                  <a:cubicBezTo>
                    <a:pt x="953" y="217"/>
                    <a:pt x="751" y="1"/>
                    <a:pt x="508"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96"/>
            <p:cNvSpPr/>
            <p:nvPr/>
          </p:nvSpPr>
          <p:spPr>
            <a:xfrm>
              <a:off x="2745547" y="2543812"/>
              <a:ext cx="30950" cy="214802"/>
            </a:xfrm>
            <a:custGeom>
              <a:rect b="b" l="l" r="r" t="t"/>
              <a:pathLst>
                <a:path extrusionOk="0" h="6621" w="954">
                  <a:moveTo>
                    <a:pt x="1" y="0"/>
                  </a:moveTo>
                  <a:lnTo>
                    <a:pt x="1" y="6620"/>
                  </a:lnTo>
                  <a:cubicBezTo>
                    <a:pt x="358" y="6430"/>
                    <a:pt x="691" y="6192"/>
                    <a:pt x="953" y="5930"/>
                  </a:cubicBezTo>
                  <a:lnTo>
                    <a:pt x="953" y="691"/>
                  </a:lnTo>
                  <a:cubicBezTo>
                    <a:pt x="691" y="429"/>
                    <a:pt x="358" y="191"/>
                    <a:pt x="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96"/>
            <p:cNvSpPr/>
            <p:nvPr/>
          </p:nvSpPr>
          <p:spPr>
            <a:xfrm>
              <a:off x="2676802" y="2531451"/>
              <a:ext cx="30918" cy="239523"/>
            </a:xfrm>
            <a:custGeom>
              <a:rect b="b" l="l" r="r" t="t"/>
              <a:pathLst>
                <a:path extrusionOk="0" h="7383" w="953">
                  <a:moveTo>
                    <a:pt x="476" y="0"/>
                  </a:moveTo>
                  <a:cubicBezTo>
                    <a:pt x="334" y="0"/>
                    <a:pt x="143" y="0"/>
                    <a:pt x="0" y="24"/>
                  </a:cubicBezTo>
                  <a:lnTo>
                    <a:pt x="0" y="7359"/>
                  </a:lnTo>
                  <a:cubicBezTo>
                    <a:pt x="143" y="7382"/>
                    <a:pt x="334" y="7382"/>
                    <a:pt x="476" y="7382"/>
                  </a:cubicBezTo>
                  <a:cubicBezTo>
                    <a:pt x="619" y="7382"/>
                    <a:pt x="810" y="7382"/>
                    <a:pt x="953" y="7359"/>
                  </a:cubicBezTo>
                  <a:lnTo>
                    <a:pt x="953" y="24"/>
                  </a:lnTo>
                  <a:cubicBezTo>
                    <a:pt x="810" y="0"/>
                    <a:pt x="619" y="0"/>
                    <a:pt x="47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96"/>
            <p:cNvSpPr/>
            <p:nvPr/>
          </p:nvSpPr>
          <p:spPr>
            <a:xfrm>
              <a:off x="2608023" y="2543812"/>
              <a:ext cx="30950" cy="214802"/>
            </a:xfrm>
            <a:custGeom>
              <a:rect b="b" l="l" r="r" t="t"/>
              <a:pathLst>
                <a:path extrusionOk="0" h="6621" w="954">
                  <a:moveTo>
                    <a:pt x="953" y="0"/>
                  </a:moveTo>
                  <a:cubicBezTo>
                    <a:pt x="596" y="191"/>
                    <a:pt x="286" y="429"/>
                    <a:pt x="1" y="691"/>
                  </a:cubicBezTo>
                  <a:lnTo>
                    <a:pt x="1" y="5930"/>
                  </a:lnTo>
                  <a:cubicBezTo>
                    <a:pt x="286" y="6192"/>
                    <a:pt x="596" y="6430"/>
                    <a:pt x="953" y="6620"/>
                  </a:cubicBezTo>
                  <a:lnTo>
                    <a:pt x="953"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96"/>
            <p:cNvSpPr/>
            <p:nvPr/>
          </p:nvSpPr>
          <p:spPr>
            <a:xfrm>
              <a:off x="2584860" y="2702942"/>
              <a:ext cx="214802" cy="30950"/>
            </a:xfrm>
            <a:custGeom>
              <a:rect b="b" l="l" r="r" t="t"/>
              <a:pathLst>
                <a:path extrusionOk="0" h="954" w="6621">
                  <a:moveTo>
                    <a:pt x="0" y="1"/>
                  </a:moveTo>
                  <a:cubicBezTo>
                    <a:pt x="191" y="358"/>
                    <a:pt x="429" y="691"/>
                    <a:pt x="691" y="953"/>
                  </a:cubicBezTo>
                  <a:lnTo>
                    <a:pt x="5930" y="953"/>
                  </a:lnTo>
                  <a:cubicBezTo>
                    <a:pt x="6192" y="691"/>
                    <a:pt x="6430" y="358"/>
                    <a:pt x="6621"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96"/>
            <p:cNvSpPr/>
            <p:nvPr/>
          </p:nvSpPr>
          <p:spPr>
            <a:xfrm>
              <a:off x="2572499" y="2635721"/>
              <a:ext cx="239523" cy="30950"/>
            </a:xfrm>
            <a:custGeom>
              <a:rect b="b" l="l" r="r" t="t"/>
              <a:pathLst>
                <a:path extrusionOk="0" h="954" w="7383">
                  <a:moveTo>
                    <a:pt x="24" y="1"/>
                  </a:moveTo>
                  <a:cubicBezTo>
                    <a:pt x="24" y="144"/>
                    <a:pt x="0" y="287"/>
                    <a:pt x="0" y="477"/>
                  </a:cubicBezTo>
                  <a:cubicBezTo>
                    <a:pt x="0" y="620"/>
                    <a:pt x="0" y="811"/>
                    <a:pt x="24" y="954"/>
                  </a:cubicBezTo>
                  <a:lnTo>
                    <a:pt x="7359" y="954"/>
                  </a:lnTo>
                  <a:cubicBezTo>
                    <a:pt x="7383" y="811"/>
                    <a:pt x="7383" y="620"/>
                    <a:pt x="7383" y="477"/>
                  </a:cubicBezTo>
                  <a:cubicBezTo>
                    <a:pt x="7383" y="334"/>
                    <a:pt x="7383" y="144"/>
                    <a:pt x="735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96"/>
            <p:cNvSpPr/>
            <p:nvPr/>
          </p:nvSpPr>
          <p:spPr>
            <a:xfrm>
              <a:off x="2584860" y="2566975"/>
              <a:ext cx="214802" cy="30950"/>
            </a:xfrm>
            <a:custGeom>
              <a:rect b="b" l="l" r="r" t="t"/>
              <a:pathLst>
                <a:path extrusionOk="0" h="954" w="6621">
                  <a:moveTo>
                    <a:pt x="691" y="0"/>
                  </a:moveTo>
                  <a:cubicBezTo>
                    <a:pt x="429" y="262"/>
                    <a:pt x="191" y="596"/>
                    <a:pt x="0" y="953"/>
                  </a:cubicBezTo>
                  <a:lnTo>
                    <a:pt x="6621" y="953"/>
                  </a:lnTo>
                  <a:cubicBezTo>
                    <a:pt x="6430" y="596"/>
                    <a:pt x="6192" y="262"/>
                    <a:pt x="5930"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96"/>
            <p:cNvSpPr/>
            <p:nvPr/>
          </p:nvSpPr>
          <p:spPr>
            <a:xfrm>
              <a:off x="2594106" y="2552279"/>
              <a:ext cx="197056" cy="197056"/>
            </a:xfrm>
            <a:custGeom>
              <a:rect b="b" l="l" r="r" t="t"/>
              <a:pathLst>
                <a:path extrusionOk="0" h="6074" w="6074">
                  <a:moveTo>
                    <a:pt x="3025" y="1"/>
                  </a:moveTo>
                  <a:cubicBezTo>
                    <a:pt x="1335" y="1"/>
                    <a:pt x="1" y="1382"/>
                    <a:pt x="1" y="3049"/>
                  </a:cubicBezTo>
                  <a:cubicBezTo>
                    <a:pt x="1" y="4740"/>
                    <a:pt x="1358" y="6074"/>
                    <a:pt x="3025" y="6074"/>
                  </a:cubicBezTo>
                  <a:cubicBezTo>
                    <a:pt x="4716" y="6074"/>
                    <a:pt x="6074" y="4716"/>
                    <a:pt x="6074" y="3049"/>
                  </a:cubicBezTo>
                  <a:cubicBezTo>
                    <a:pt x="6074" y="1382"/>
                    <a:pt x="4692" y="1"/>
                    <a:pt x="3025"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96"/>
            <p:cNvSpPr/>
            <p:nvPr/>
          </p:nvSpPr>
          <p:spPr>
            <a:xfrm>
              <a:off x="2594106" y="2552279"/>
              <a:ext cx="108974" cy="197056"/>
            </a:xfrm>
            <a:custGeom>
              <a:rect b="b" l="l" r="r" t="t"/>
              <a:pathLst>
                <a:path extrusionOk="0" h="6074" w="3359">
                  <a:moveTo>
                    <a:pt x="3025" y="1"/>
                  </a:moveTo>
                  <a:cubicBezTo>
                    <a:pt x="1358" y="1"/>
                    <a:pt x="1" y="1335"/>
                    <a:pt x="1" y="3049"/>
                  </a:cubicBezTo>
                  <a:cubicBezTo>
                    <a:pt x="1" y="4716"/>
                    <a:pt x="1335" y="6074"/>
                    <a:pt x="3025" y="6074"/>
                  </a:cubicBezTo>
                  <a:cubicBezTo>
                    <a:pt x="3144" y="6074"/>
                    <a:pt x="3240" y="6074"/>
                    <a:pt x="3359" y="6050"/>
                  </a:cubicBezTo>
                  <a:cubicBezTo>
                    <a:pt x="1835" y="5883"/>
                    <a:pt x="644" y="4597"/>
                    <a:pt x="644" y="3049"/>
                  </a:cubicBezTo>
                  <a:cubicBezTo>
                    <a:pt x="644" y="1501"/>
                    <a:pt x="1835" y="192"/>
                    <a:pt x="3359" y="25"/>
                  </a:cubicBezTo>
                  <a:cubicBezTo>
                    <a:pt x="3240" y="25"/>
                    <a:pt x="3144" y="1"/>
                    <a:pt x="3025"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96"/>
            <p:cNvSpPr/>
            <p:nvPr/>
          </p:nvSpPr>
          <p:spPr>
            <a:xfrm>
              <a:off x="2628105" y="2638414"/>
              <a:ext cx="10868" cy="20536"/>
            </a:xfrm>
            <a:custGeom>
              <a:rect b="b" l="l" r="r" t="t"/>
              <a:pathLst>
                <a:path extrusionOk="0" h="633" w="335">
                  <a:moveTo>
                    <a:pt x="117" y="0"/>
                  </a:moveTo>
                  <a:cubicBezTo>
                    <a:pt x="48" y="0"/>
                    <a:pt x="1" y="74"/>
                    <a:pt x="1" y="132"/>
                  </a:cubicBezTo>
                  <a:lnTo>
                    <a:pt x="1" y="442"/>
                  </a:lnTo>
                  <a:cubicBezTo>
                    <a:pt x="1" y="537"/>
                    <a:pt x="72" y="609"/>
                    <a:pt x="168" y="632"/>
                  </a:cubicBezTo>
                  <a:cubicBezTo>
                    <a:pt x="263" y="632"/>
                    <a:pt x="334" y="561"/>
                    <a:pt x="334" y="489"/>
                  </a:cubicBezTo>
                  <a:lnTo>
                    <a:pt x="334" y="156"/>
                  </a:lnTo>
                  <a:cubicBezTo>
                    <a:pt x="334" y="78"/>
                    <a:pt x="287" y="1"/>
                    <a:pt x="217" y="1"/>
                  </a:cubicBezTo>
                  <a:cubicBezTo>
                    <a:pt x="202" y="1"/>
                    <a:pt x="185" y="4"/>
                    <a:pt x="168" y="13"/>
                  </a:cubicBezTo>
                  <a:cubicBezTo>
                    <a:pt x="150" y="4"/>
                    <a:pt x="133" y="0"/>
                    <a:pt x="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96"/>
            <p:cNvSpPr/>
            <p:nvPr/>
          </p:nvSpPr>
          <p:spPr>
            <a:xfrm>
              <a:off x="2746326" y="2638414"/>
              <a:ext cx="10836" cy="20536"/>
            </a:xfrm>
            <a:custGeom>
              <a:rect b="b" l="l" r="r" t="t"/>
              <a:pathLst>
                <a:path extrusionOk="0" h="633" w="334">
                  <a:moveTo>
                    <a:pt x="104" y="0"/>
                  </a:moveTo>
                  <a:cubicBezTo>
                    <a:pt x="48" y="0"/>
                    <a:pt x="0" y="74"/>
                    <a:pt x="0" y="132"/>
                  </a:cubicBezTo>
                  <a:lnTo>
                    <a:pt x="0" y="442"/>
                  </a:lnTo>
                  <a:cubicBezTo>
                    <a:pt x="0" y="537"/>
                    <a:pt x="72" y="609"/>
                    <a:pt x="143" y="632"/>
                  </a:cubicBezTo>
                  <a:cubicBezTo>
                    <a:pt x="239" y="632"/>
                    <a:pt x="334" y="561"/>
                    <a:pt x="334" y="489"/>
                  </a:cubicBezTo>
                  <a:lnTo>
                    <a:pt x="334" y="156"/>
                  </a:lnTo>
                  <a:cubicBezTo>
                    <a:pt x="334" y="78"/>
                    <a:pt x="270" y="1"/>
                    <a:pt x="195" y="1"/>
                  </a:cubicBezTo>
                  <a:cubicBezTo>
                    <a:pt x="178" y="1"/>
                    <a:pt x="161" y="4"/>
                    <a:pt x="143" y="13"/>
                  </a:cubicBezTo>
                  <a:cubicBezTo>
                    <a:pt x="130" y="4"/>
                    <a:pt x="117" y="0"/>
                    <a:pt x="1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96"/>
            <p:cNvSpPr/>
            <p:nvPr/>
          </p:nvSpPr>
          <p:spPr>
            <a:xfrm>
              <a:off x="2672162" y="2647855"/>
              <a:ext cx="40196" cy="16513"/>
            </a:xfrm>
            <a:custGeom>
              <a:rect b="b" l="l" r="r" t="t"/>
              <a:pathLst>
                <a:path extrusionOk="0" h="509" w="1239">
                  <a:moveTo>
                    <a:pt x="1086" y="1"/>
                  </a:moveTo>
                  <a:cubicBezTo>
                    <a:pt x="1033" y="1"/>
                    <a:pt x="981" y="24"/>
                    <a:pt x="953" y="79"/>
                  </a:cubicBezTo>
                  <a:cubicBezTo>
                    <a:pt x="858" y="151"/>
                    <a:pt x="738" y="222"/>
                    <a:pt x="619" y="222"/>
                  </a:cubicBezTo>
                  <a:cubicBezTo>
                    <a:pt x="500" y="222"/>
                    <a:pt x="381" y="151"/>
                    <a:pt x="286" y="79"/>
                  </a:cubicBezTo>
                  <a:cubicBezTo>
                    <a:pt x="256" y="34"/>
                    <a:pt x="206" y="18"/>
                    <a:pt x="150" y="18"/>
                  </a:cubicBezTo>
                  <a:cubicBezTo>
                    <a:pt x="118" y="18"/>
                    <a:pt x="83" y="23"/>
                    <a:pt x="48" y="32"/>
                  </a:cubicBezTo>
                  <a:cubicBezTo>
                    <a:pt x="0" y="103"/>
                    <a:pt x="0" y="198"/>
                    <a:pt x="24" y="270"/>
                  </a:cubicBezTo>
                  <a:cubicBezTo>
                    <a:pt x="167" y="437"/>
                    <a:pt x="381" y="508"/>
                    <a:pt x="596" y="508"/>
                  </a:cubicBezTo>
                  <a:cubicBezTo>
                    <a:pt x="786" y="508"/>
                    <a:pt x="1000" y="437"/>
                    <a:pt x="1143" y="270"/>
                  </a:cubicBezTo>
                  <a:cubicBezTo>
                    <a:pt x="1239" y="198"/>
                    <a:pt x="1239" y="79"/>
                    <a:pt x="1191" y="32"/>
                  </a:cubicBezTo>
                  <a:cubicBezTo>
                    <a:pt x="1161" y="12"/>
                    <a:pt x="1124" y="1"/>
                    <a:pt x="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96"/>
            <p:cNvSpPr/>
            <p:nvPr/>
          </p:nvSpPr>
          <p:spPr>
            <a:xfrm>
              <a:off x="2516081" y="2475033"/>
              <a:ext cx="353104" cy="350022"/>
            </a:xfrm>
            <a:custGeom>
              <a:rect b="b" l="l" r="r" t="t"/>
              <a:pathLst>
                <a:path extrusionOk="0" h="10789" w="10884">
                  <a:moveTo>
                    <a:pt x="10312" y="858"/>
                  </a:moveTo>
                  <a:cubicBezTo>
                    <a:pt x="10431" y="929"/>
                    <a:pt x="10574" y="1048"/>
                    <a:pt x="10574" y="1191"/>
                  </a:cubicBezTo>
                  <a:cubicBezTo>
                    <a:pt x="10574" y="1358"/>
                    <a:pt x="10455" y="1501"/>
                    <a:pt x="10312" y="1501"/>
                  </a:cubicBezTo>
                  <a:lnTo>
                    <a:pt x="10312" y="858"/>
                  </a:lnTo>
                  <a:close/>
                  <a:moveTo>
                    <a:pt x="572" y="906"/>
                  </a:moveTo>
                  <a:lnTo>
                    <a:pt x="572" y="1525"/>
                  </a:lnTo>
                  <a:cubicBezTo>
                    <a:pt x="453" y="1501"/>
                    <a:pt x="310" y="1382"/>
                    <a:pt x="310" y="1191"/>
                  </a:cubicBezTo>
                  <a:cubicBezTo>
                    <a:pt x="310" y="1048"/>
                    <a:pt x="429" y="906"/>
                    <a:pt x="572" y="906"/>
                  </a:cubicBezTo>
                  <a:close/>
                  <a:moveTo>
                    <a:pt x="2692" y="906"/>
                  </a:moveTo>
                  <a:lnTo>
                    <a:pt x="2692" y="1525"/>
                  </a:lnTo>
                  <a:lnTo>
                    <a:pt x="1858" y="1525"/>
                  </a:lnTo>
                  <a:lnTo>
                    <a:pt x="1858" y="906"/>
                  </a:lnTo>
                  <a:close/>
                  <a:moveTo>
                    <a:pt x="4811" y="906"/>
                  </a:moveTo>
                  <a:lnTo>
                    <a:pt x="4811" y="1525"/>
                  </a:lnTo>
                  <a:lnTo>
                    <a:pt x="3978" y="1525"/>
                  </a:lnTo>
                  <a:lnTo>
                    <a:pt x="3978" y="906"/>
                  </a:lnTo>
                  <a:close/>
                  <a:moveTo>
                    <a:pt x="6931" y="906"/>
                  </a:moveTo>
                  <a:lnTo>
                    <a:pt x="6931" y="1525"/>
                  </a:lnTo>
                  <a:lnTo>
                    <a:pt x="6097" y="1525"/>
                  </a:lnTo>
                  <a:lnTo>
                    <a:pt x="6097" y="906"/>
                  </a:lnTo>
                  <a:close/>
                  <a:moveTo>
                    <a:pt x="9003" y="906"/>
                  </a:moveTo>
                  <a:lnTo>
                    <a:pt x="9003" y="1525"/>
                  </a:lnTo>
                  <a:lnTo>
                    <a:pt x="8169" y="1525"/>
                  </a:lnTo>
                  <a:lnTo>
                    <a:pt x="8169" y="906"/>
                  </a:lnTo>
                  <a:close/>
                  <a:moveTo>
                    <a:pt x="5426" y="293"/>
                  </a:moveTo>
                  <a:cubicBezTo>
                    <a:pt x="5458" y="293"/>
                    <a:pt x="5491" y="299"/>
                    <a:pt x="5526" y="310"/>
                  </a:cubicBezTo>
                  <a:cubicBezTo>
                    <a:pt x="5669" y="334"/>
                    <a:pt x="5764" y="477"/>
                    <a:pt x="5764" y="644"/>
                  </a:cubicBezTo>
                  <a:lnTo>
                    <a:pt x="5764" y="2311"/>
                  </a:lnTo>
                  <a:cubicBezTo>
                    <a:pt x="5764" y="2311"/>
                    <a:pt x="5549" y="2263"/>
                    <a:pt x="5430" y="2263"/>
                  </a:cubicBezTo>
                  <a:cubicBezTo>
                    <a:pt x="5335" y="2263"/>
                    <a:pt x="5097" y="2311"/>
                    <a:pt x="5097" y="2311"/>
                  </a:cubicBezTo>
                  <a:lnTo>
                    <a:pt x="5097" y="596"/>
                  </a:lnTo>
                  <a:lnTo>
                    <a:pt x="5145" y="596"/>
                  </a:lnTo>
                  <a:cubicBezTo>
                    <a:pt x="5145" y="436"/>
                    <a:pt x="5262" y="293"/>
                    <a:pt x="5426" y="293"/>
                  </a:cubicBezTo>
                  <a:close/>
                  <a:moveTo>
                    <a:pt x="4811" y="1858"/>
                  </a:moveTo>
                  <a:lnTo>
                    <a:pt x="4811" y="2311"/>
                  </a:lnTo>
                  <a:cubicBezTo>
                    <a:pt x="4502" y="2358"/>
                    <a:pt x="4240" y="2453"/>
                    <a:pt x="3978" y="2596"/>
                  </a:cubicBezTo>
                  <a:lnTo>
                    <a:pt x="3978" y="1858"/>
                  </a:lnTo>
                  <a:close/>
                  <a:moveTo>
                    <a:pt x="6931" y="1858"/>
                  </a:moveTo>
                  <a:lnTo>
                    <a:pt x="6931" y="2596"/>
                  </a:lnTo>
                  <a:cubicBezTo>
                    <a:pt x="6645" y="2453"/>
                    <a:pt x="6383" y="2358"/>
                    <a:pt x="6097" y="2311"/>
                  </a:cubicBezTo>
                  <a:lnTo>
                    <a:pt x="6097" y="1858"/>
                  </a:lnTo>
                  <a:close/>
                  <a:moveTo>
                    <a:pt x="2692" y="1810"/>
                  </a:moveTo>
                  <a:lnTo>
                    <a:pt x="2692" y="2644"/>
                  </a:lnTo>
                  <a:lnTo>
                    <a:pt x="1858" y="2644"/>
                  </a:lnTo>
                  <a:lnTo>
                    <a:pt x="1858" y="1810"/>
                  </a:lnTo>
                  <a:close/>
                  <a:moveTo>
                    <a:pt x="9003" y="1810"/>
                  </a:moveTo>
                  <a:lnTo>
                    <a:pt x="9003" y="2644"/>
                  </a:lnTo>
                  <a:lnTo>
                    <a:pt x="8169" y="2644"/>
                  </a:lnTo>
                  <a:lnTo>
                    <a:pt x="8169" y="1810"/>
                  </a:lnTo>
                  <a:close/>
                  <a:moveTo>
                    <a:pt x="3306" y="293"/>
                  </a:moveTo>
                  <a:cubicBezTo>
                    <a:pt x="3338" y="293"/>
                    <a:pt x="3372" y="299"/>
                    <a:pt x="3406" y="310"/>
                  </a:cubicBezTo>
                  <a:cubicBezTo>
                    <a:pt x="3549" y="334"/>
                    <a:pt x="3644" y="477"/>
                    <a:pt x="3644" y="644"/>
                  </a:cubicBezTo>
                  <a:lnTo>
                    <a:pt x="3644" y="2834"/>
                  </a:lnTo>
                  <a:cubicBezTo>
                    <a:pt x="3406" y="2977"/>
                    <a:pt x="3192" y="3192"/>
                    <a:pt x="3025" y="3406"/>
                  </a:cubicBezTo>
                  <a:lnTo>
                    <a:pt x="3025" y="596"/>
                  </a:lnTo>
                  <a:cubicBezTo>
                    <a:pt x="3025" y="436"/>
                    <a:pt x="3142" y="293"/>
                    <a:pt x="3306" y="293"/>
                  </a:cubicBezTo>
                  <a:close/>
                  <a:moveTo>
                    <a:pt x="7506" y="293"/>
                  </a:moveTo>
                  <a:cubicBezTo>
                    <a:pt x="7536" y="293"/>
                    <a:pt x="7567" y="299"/>
                    <a:pt x="7598" y="310"/>
                  </a:cubicBezTo>
                  <a:cubicBezTo>
                    <a:pt x="7764" y="334"/>
                    <a:pt x="7836" y="477"/>
                    <a:pt x="7836" y="644"/>
                  </a:cubicBezTo>
                  <a:lnTo>
                    <a:pt x="7836" y="3406"/>
                  </a:lnTo>
                  <a:cubicBezTo>
                    <a:pt x="7669" y="3192"/>
                    <a:pt x="7455" y="2977"/>
                    <a:pt x="7217" y="2834"/>
                  </a:cubicBezTo>
                  <a:lnTo>
                    <a:pt x="7217" y="596"/>
                  </a:lnTo>
                  <a:cubicBezTo>
                    <a:pt x="7217" y="436"/>
                    <a:pt x="7350" y="293"/>
                    <a:pt x="7506" y="293"/>
                  </a:cubicBezTo>
                  <a:close/>
                  <a:moveTo>
                    <a:pt x="2716" y="2977"/>
                  </a:moveTo>
                  <a:lnTo>
                    <a:pt x="2716" y="3620"/>
                  </a:lnTo>
                  <a:lnTo>
                    <a:pt x="1882" y="3620"/>
                  </a:lnTo>
                  <a:lnTo>
                    <a:pt x="1882" y="2977"/>
                  </a:lnTo>
                  <a:close/>
                  <a:moveTo>
                    <a:pt x="9026" y="2977"/>
                  </a:moveTo>
                  <a:lnTo>
                    <a:pt x="9026" y="3620"/>
                  </a:lnTo>
                  <a:lnTo>
                    <a:pt x="8193" y="3620"/>
                  </a:lnTo>
                  <a:lnTo>
                    <a:pt x="8193" y="2977"/>
                  </a:lnTo>
                  <a:close/>
                  <a:moveTo>
                    <a:pt x="10312" y="2977"/>
                  </a:moveTo>
                  <a:cubicBezTo>
                    <a:pt x="10431" y="3025"/>
                    <a:pt x="10574" y="3168"/>
                    <a:pt x="10574" y="3311"/>
                  </a:cubicBezTo>
                  <a:cubicBezTo>
                    <a:pt x="10574" y="3454"/>
                    <a:pt x="10455" y="3620"/>
                    <a:pt x="10312" y="3620"/>
                  </a:cubicBezTo>
                  <a:lnTo>
                    <a:pt x="10312" y="2977"/>
                  </a:lnTo>
                  <a:close/>
                  <a:moveTo>
                    <a:pt x="572" y="3025"/>
                  </a:moveTo>
                  <a:lnTo>
                    <a:pt x="572" y="3644"/>
                  </a:lnTo>
                  <a:cubicBezTo>
                    <a:pt x="453" y="3620"/>
                    <a:pt x="310" y="3454"/>
                    <a:pt x="310" y="3311"/>
                  </a:cubicBezTo>
                  <a:cubicBezTo>
                    <a:pt x="310" y="3168"/>
                    <a:pt x="429" y="3025"/>
                    <a:pt x="572" y="3025"/>
                  </a:cubicBezTo>
                  <a:close/>
                  <a:moveTo>
                    <a:pt x="2644" y="3930"/>
                  </a:moveTo>
                  <a:cubicBezTo>
                    <a:pt x="2477" y="4216"/>
                    <a:pt x="2406" y="4478"/>
                    <a:pt x="2335" y="4763"/>
                  </a:cubicBezTo>
                  <a:lnTo>
                    <a:pt x="1882" y="4763"/>
                  </a:lnTo>
                  <a:lnTo>
                    <a:pt x="1882" y="3930"/>
                  </a:lnTo>
                  <a:close/>
                  <a:moveTo>
                    <a:pt x="9003" y="3930"/>
                  </a:moveTo>
                  <a:lnTo>
                    <a:pt x="9003" y="4763"/>
                  </a:lnTo>
                  <a:lnTo>
                    <a:pt x="8550" y="4763"/>
                  </a:lnTo>
                  <a:cubicBezTo>
                    <a:pt x="8502" y="4478"/>
                    <a:pt x="8407" y="4216"/>
                    <a:pt x="8264" y="3930"/>
                  </a:cubicBezTo>
                  <a:close/>
                  <a:moveTo>
                    <a:pt x="9003" y="5073"/>
                  </a:moveTo>
                  <a:lnTo>
                    <a:pt x="9003" y="5716"/>
                  </a:lnTo>
                  <a:lnTo>
                    <a:pt x="8598" y="5716"/>
                  </a:lnTo>
                  <a:cubicBezTo>
                    <a:pt x="8598" y="5597"/>
                    <a:pt x="8622" y="5525"/>
                    <a:pt x="8622" y="5383"/>
                  </a:cubicBezTo>
                  <a:cubicBezTo>
                    <a:pt x="8622" y="5264"/>
                    <a:pt x="8622" y="5192"/>
                    <a:pt x="8598" y="5073"/>
                  </a:cubicBezTo>
                  <a:close/>
                  <a:moveTo>
                    <a:pt x="10312" y="5097"/>
                  </a:moveTo>
                  <a:cubicBezTo>
                    <a:pt x="10431" y="5121"/>
                    <a:pt x="10574" y="5240"/>
                    <a:pt x="10574" y="5430"/>
                  </a:cubicBezTo>
                  <a:cubicBezTo>
                    <a:pt x="10574" y="5573"/>
                    <a:pt x="10455" y="5716"/>
                    <a:pt x="10312" y="5716"/>
                  </a:cubicBezTo>
                  <a:lnTo>
                    <a:pt x="10312" y="5097"/>
                  </a:lnTo>
                  <a:close/>
                  <a:moveTo>
                    <a:pt x="572" y="5121"/>
                  </a:moveTo>
                  <a:lnTo>
                    <a:pt x="572" y="5764"/>
                  </a:lnTo>
                  <a:cubicBezTo>
                    <a:pt x="453" y="5716"/>
                    <a:pt x="310" y="5573"/>
                    <a:pt x="310" y="5430"/>
                  </a:cubicBezTo>
                  <a:cubicBezTo>
                    <a:pt x="310" y="5287"/>
                    <a:pt x="429" y="5121"/>
                    <a:pt x="572" y="5121"/>
                  </a:cubicBezTo>
                  <a:close/>
                  <a:moveTo>
                    <a:pt x="2311" y="5097"/>
                  </a:moveTo>
                  <a:cubicBezTo>
                    <a:pt x="2311" y="5097"/>
                    <a:pt x="2263" y="5406"/>
                    <a:pt x="2263" y="5430"/>
                  </a:cubicBezTo>
                  <a:cubicBezTo>
                    <a:pt x="2263" y="5549"/>
                    <a:pt x="2263" y="5645"/>
                    <a:pt x="2311" y="5764"/>
                  </a:cubicBezTo>
                  <a:lnTo>
                    <a:pt x="1882" y="5764"/>
                  </a:lnTo>
                  <a:lnTo>
                    <a:pt x="1882" y="5097"/>
                  </a:lnTo>
                  <a:close/>
                  <a:moveTo>
                    <a:pt x="2335" y="6049"/>
                  </a:moveTo>
                  <a:cubicBezTo>
                    <a:pt x="2406" y="6359"/>
                    <a:pt x="2477" y="6621"/>
                    <a:pt x="2644" y="6883"/>
                  </a:cubicBezTo>
                  <a:lnTo>
                    <a:pt x="1882" y="6883"/>
                  </a:lnTo>
                  <a:lnTo>
                    <a:pt x="1882" y="6049"/>
                  </a:lnTo>
                  <a:close/>
                  <a:moveTo>
                    <a:pt x="9003" y="6073"/>
                  </a:moveTo>
                  <a:lnTo>
                    <a:pt x="9003" y="6907"/>
                  </a:lnTo>
                  <a:lnTo>
                    <a:pt x="8264" y="6907"/>
                  </a:lnTo>
                  <a:cubicBezTo>
                    <a:pt x="8407" y="6645"/>
                    <a:pt x="8502" y="6359"/>
                    <a:pt x="8550" y="6073"/>
                  </a:cubicBezTo>
                  <a:close/>
                  <a:moveTo>
                    <a:pt x="10312" y="7169"/>
                  </a:moveTo>
                  <a:cubicBezTo>
                    <a:pt x="10431" y="7240"/>
                    <a:pt x="10574" y="7359"/>
                    <a:pt x="10574" y="7502"/>
                  </a:cubicBezTo>
                  <a:cubicBezTo>
                    <a:pt x="10574" y="7669"/>
                    <a:pt x="10455" y="7812"/>
                    <a:pt x="10312" y="7812"/>
                  </a:cubicBezTo>
                  <a:lnTo>
                    <a:pt x="10312" y="7169"/>
                  </a:lnTo>
                  <a:close/>
                  <a:moveTo>
                    <a:pt x="572" y="7216"/>
                  </a:moveTo>
                  <a:lnTo>
                    <a:pt x="572" y="7835"/>
                  </a:lnTo>
                  <a:cubicBezTo>
                    <a:pt x="453" y="7812"/>
                    <a:pt x="310" y="7693"/>
                    <a:pt x="310" y="7502"/>
                  </a:cubicBezTo>
                  <a:cubicBezTo>
                    <a:pt x="310" y="7359"/>
                    <a:pt x="429" y="7216"/>
                    <a:pt x="572" y="7216"/>
                  </a:cubicBezTo>
                  <a:close/>
                  <a:moveTo>
                    <a:pt x="2692" y="7216"/>
                  </a:moveTo>
                  <a:lnTo>
                    <a:pt x="2692" y="7835"/>
                  </a:lnTo>
                  <a:lnTo>
                    <a:pt x="1858" y="7835"/>
                  </a:lnTo>
                  <a:lnTo>
                    <a:pt x="1858" y="7216"/>
                  </a:lnTo>
                  <a:close/>
                  <a:moveTo>
                    <a:pt x="9003" y="7216"/>
                  </a:moveTo>
                  <a:lnTo>
                    <a:pt x="9003" y="7835"/>
                  </a:lnTo>
                  <a:lnTo>
                    <a:pt x="8169" y="7835"/>
                  </a:lnTo>
                  <a:lnTo>
                    <a:pt x="8169" y="7216"/>
                  </a:lnTo>
                  <a:close/>
                  <a:moveTo>
                    <a:pt x="5430" y="2561"/>
                  </a:moveTo>
                  <a:cubicBezTo>
                    <a:pt x="5579" y="2561"/>
                    <a:pt x="5728" y="2573"/>
                    <a:pt x="5883" y="2596"/>
                  </a:cubicBezTo>
                  <a:cubicBezTo>
                    <a:pt x="7097" y="2787"/>
                    <a:pt x="8074" y="3763"/>
                    <a:pt x="8264" y="4978"/>
                  </a:cubicBezTo>
                  <a:cubicBezTo>
                    <a:pt x="8312" y="5287"/>
                    <a:pt x="8312" y="5573"/>
                    <a:pt x="8264" y="5883"/>
                  </a:cubicBezTo>
                  <a:cubicBezTo>
                    <a:pt x="8074" y="7097"/>
                    <a:pt x="7097" y="8074"/>
                    <a:pt x="5883" y="8264"/>
                  </a:cubicBezTo>
                  <a:cubicBezTo>
                    <a:pt x="5851" y="8264"/>
                    <a:pt x="5576" y="8275"/>
                    <a:pt x="5318" y="8275"/>
                  </a:cubicBezTo>
                  <a:cubicBezTo>
                    <a:pt x="5190" y="8275"/>
                    <a:pt x="5065" y="8272"/>
                    <a:pt x="4978" y="8264"/>
                  </a:cubicBezTo>
                  <a:cubicBezTo>
                    <a:pt x="3763" y="8074"/>
                    <a:pt x="2787" y="7097"/>
                    <a:pt x="2597" y="5883"/>
                  </a:cubicBezTo>
                  <a:cubicBezTo>
                    <a:pt x="2549" y="5573"/>
                    <a:pt x="2549" y="5287"/>
                    <a:pt x="2597" y="4978"/>
                  </a:cubicBezTo>
                  <a:cubicBezTo>
                    <a:pt x="2787" y="3763"/>
                    <a:pt x="3763" y="2787"/>
                    <a:pt x="4978" y="2596"/>
                  </a:cubicBezTo>
                  <a:cubicBezTo>
                    <a:pt x="5133" y="2573"/>
                    <a:pt x="5282" y="2561"/>
                    <a:pt x="5430" y="2561"/>
                  </a:cubicBezTo>
                  <a:close/>
                  <a:moveTo>
                    <a:pt x="2716" y="8169"/>
                  </a:moveTo>
                  <a:lnTo>
                    <a:pt x="2716" y="9002"/>
                  </a:lnTo>
                  <a:lnTo>
                    <a:pt x="1882" y="9002"/>
                  </a:lnTo>
                  <a:lnTo>
                    <a:pt x="1882" y="8169"/>
                  </a:lnTo>
                  <a:close/>
                  <a:moveTo>
                    <a:pt x="3978" y="8264"/>
                  </a:moveTo>
                  <a:cubicBezTo>
                    <a:pt x="4240" y="8407"/>
                    <a:pt x="4502" y="8502"/>
                    <a:pt x="4811" y="8550"/>
                  </a:cubicBezTo>
                  <a:lnTo>
                    <a:pt x="4811" y="9002"/>
                  </a:lnTo>
                  <a:lnTo>
                    <a:pt x="3978" y="9002"/>
                  </a:lnTo>
                  <a:lnTo>
                    <a:pt x="3978" y="8264"/>
                  </a:lnTo>
                  <a:close/>
                  <a:moveTo>
                    <a:pt x="6931" y="8264"/>
                  </a:moveTo>
                  <a:lnTo>
                    <a:pt x="6931" y="9002"/>
                  </a:lnTo>
                  <a:lnTo>
                    <a:pt x="6097" y="9002"/>
                  </a:lnTo>
                  <a:lnTo>
                    <a:pt x="6097" y="8550"/>
                  </a:lnTo>
                  <a:cubicBezTo>
                    <a:pt x="6383" y="8502"/>
                    <a:pt x="6645" y="8407"/>
                    <a:pt x="6931" y="8264"/>
                  </a:cubicBezTo>
                  <a:close/>
                  <a:moveTo>
                    <a:pt x="9026" y="8169"/>
                  </a:moveTo>
                  <a:lnTo>
                    <a:pt x="9026" y="9002"/>
                  </a:lnTo>
                  <a:lnTo>
                    <a:pt x="8193" y="9002"/>
                  </a:lnTo>
                  <a:lnTo>
                    <a:pt x="8193" y="8169"/>
                  </a:lnTo>
                  <a:close/>
                  <a:moveTo>
                    <a:pt x="10312" y="9288"/>
                  </a:moveTo>
                  <a:cubicBezTo>
                    <a:pt x="10431" y="9336"/>
                    <a:pt x="10574" y="9479"/>
                    <a:pt x="10574" y="9622"/>
                  </a:cubicBezTo>
                  <a:cubicBezTo>
                    <a:pt x="10574" y="9764"/>
                    <a:pt x="10455" y="9931"/>
                    <a:pt x="10312" y="9931"/>
                  </a:cubicBezTo>
                  <a:lnTo>
                    <a:pt x="10312" y="9288"/>
                  </a:lnTo>
                  <a:close/>
                  <a:moveTo>
                    <a:pt x="572" y="9336"/>
                  </a:moveTo>
                  <a:lnTo>
                    <a:pt x="572" y="9955"/>
                  </a:lnTo>
                  <a:cubicBezTo>
                    <a:pt x="453" y="9931"/>
                    <a:pt x="310" y="9788"/>
                    <a:pt x="310" y="9622"/>
                  </a:cubicBezTo>
                  <a:cubicBezTo>
                    <a:pt x="310" y="9479"/>
                    <a:pt x="429" y="9336"/>
                    <a:pt x="572" y="9336"/>
                  </a:cubicBezTo>
                  <a:close/>
                  <a:moveTo>
                    <a:pt x="2716" y="9336"/>
                  </a:moveTo>
                  <a:lnTo>
                    <a:pt x="2716" y="9955"/>
                  </a:lnTo>
                  <a:lnTo>
                    <a:pt x="1882" y="9955"/>
                  </a:lnTo>
                  <a:lnTo>
                    <a:pt x="1882" y="9336"/>
                  </a:lnTo>
                  <a:close/>
                  <a:moveTo>
                    <a:pt x="4811" y="9336"/>
                  </a:moveTo>
                  <a:lnTo>
                    <a:pt x="4811" y="9955"/>
                  </a:lnTo>
                  <a:lnTo>
                    <a:pt x="3978" y="9955"/>
                  </a:lnTo>
                  <a:lnTo>
                    <a:pt x="3978" y="9336"/>
                  </a:lnTo>
                  <a:close/>
                  <a:moveTo>
                    <a:pt x="6931" y="9336"/>
                  </a:moveTo>
                  <a:lnTo>
                    <a:pt x="6931" y="9955"/>
                  </a:lnTo>
                  <a:lnTo>
                    <a:pt x="6097" y="9955"/>
                  </a:lnTo>
                  <a:lnTo>
                    <a:pt x="6097" y="9336"/>
                  </a:lnTo>
                  <a:close/>
                  <a:moveTo>
                    <a:pt x="9026" y="9336"/>
                  </a:moveTo>
                  <a:lnTo>
                    <a:pt x="9026" y="9955"/>
                  </a:lnTo>
                  <a:lnTo>
                    <a:pt x="8193" y="9955"/>
                  </a:lnTo>
                  <a:lnTo>
                    <a:pt x="8193" y="9336"/>
                  </a:lnTo>
                  <a:close/>
                  <a:moveTo>
                    <a:pt x="5788" y="8526"/>
                  </a:moveTo>
                  <a:lnTo>
                    <a:pt x="5788" y="10217"/>
                  </a:lnTo>
                  <a:lnTo>
                    <a:pt x="5764" y="10217"/>
                  </a:lnTo>
                  <a:cubicBezTo>
                    <a:pt x="5764" y="10403"/>
                    <a:pt x="5620" y="10536"/>
                    <a:pt x="5457" y="10536"/>
                  </a:cubicBezTo>
                  <a:cubicBezTo>
                    <a:pt x="5432" y="10536"/>
                    <a:pt x="5408" y="10533"/>
                    <a:pt x="5383" y="10527"/>
                  </a:cubicBezTo>
                  <a:cubicBezTo>
                    <a:pt x="5216" y="10479"/>
                    <a:pt x="5145" y="10336"/>
                    <a:pt x="5145" y="10193"/>
                  </a:cubicBezTo>
                  <a:lnTo>
                    <a:pt x="5145" y="8526"/>
                  </a:lnTo>
                  <a:cubicBezTo>
                    <a:pt x="5145" y="8526"/>
                    <a:pt x="5430" y="8550"/>
                    <a:pt x="5454" y="8550"/>
                  </a:cubicBezTo>
                  <a:cubicBezTo>
                    <a:pt x="5573" y="8550"/>
                    <a:pt x="5669" y="8550"/>
                    <a:pt x="5788" y="8526"/>
                  </a:cubicBezTo>
                  <a:close/>
                  <a:moveTo>
                    <a:pt x="3049" y="7454"/>
                  </a:moveTo>
                  <a:cubicBezTo>
                    <a:pt x="3239" y="7645"/>
                    <a:pt x="3430" y="7859"/>
                    <a:pt x="3668" y="8002"/>
                  </a:cubicBezTo>
                  <a:lnTo>
                    <a:pt x="3668" y="10241"/>
                  </a:lnTo>
                  <a:cubicBezTo>
                    <a:pt x="3668" y="10427"/>
                    <a:pt x="3542" y="10559"/>
                    <a:pt x="3368" y="10559"/>
                  </a:cubicBezTo>
                  <a:cubicBezTo>
                    <a:pt x="3342" y="10559"/>
                    <a:pt x="3315" y="10557"/>
                    <a:pt x="3287" y="10550"/>
                  </a:cubicBezTo>
                  <a:cubicBezTo>
                    <a:pt x="3144" y="10503"/>
                    <a:pt x="3049" y="10360"/>
                    <a:pt x="3049" y="10217"/>
                  </a:cubicBezTo>
                  <a:lnTo>
                    <a:pt x="3049" y="7454"/>
                  </a:lnTo>
                  <a:close/>
                  <a:moveTo>
                    <a:pt x="7883" y="7454"/>
                  </a:moveTo>
                  <a:lnTo>
                    <a:pt x="7883" y="10241"/>
                  </a:lnTo>
                  <a:cubicBezTo>
                    <a:pt x="7883" y="10427"/>
                    <a:pt x="7739" y="10559"/>
                    <a:pt x="7561" y="10559"/>
                  </a:cubicBezTo>
                  <a:cubicBezTo>
                    <a:pt x="7534" y="10559"/>
                    <a:pt x="7506" y="10557"/>
                    <a:pt x="7478" y="10550"/>
                  </a:cubicBezTo>
                  <a:cubicBezTo>
                    <a:pt x="7336" y="10503"/>
                    <a:pt x="7240" y="10360"/>
                    <a:pt x="7240" y="10217"/>
                  </a:cubicBezTo>
                  <a:lnTo>
                    <a:pt x="7240" y="8002"/>
                  </a:lnTo>
                  <a:cubicBezTo>
                    <a:pt x="7478" y="7859"/>
                    <a:pt x="7693" y="7669"/>
                    <a:pt x="7883" y="7454"/>
                  </a:cubicBezTo>
                  <a:close/>
                  <a:moveTo>
                    <a:pt x="1239" y="1"/>
                  </a:moveTo>
                  <a:cubicBezTo>
                    <a:pt x="906" y="1"/>
                    <a:pt x="596" y="263"/>
                    <a:pt x="596" y="596"/>
                  </a:cubicBezTo>
                  <a:cubicBezTo>
                    <a:pt x="286" y="620"/>
                    <a:pt x="1" y="906"/>
                    <a:pt x="1" y="1215"/>
                  </a:cubicBezTo>
                  <a:cubicBezTo>
                    <a:pt x="1" y="1548"/>
                    <a:pt x="286" y="1858"/>
                    <a:pt x="596" y="1858"/>
                  </a:cubicBezTo>
                  <a:lnTo>
                    <a:pt x="596" y="2692"/>
                  </a:lnTo>
                  <a:cubicBezTo>
                    <a:pt x="286" y="2715"/>
                    <a:pt x="1" y="2977"/>
                    <a:pt x="1" y="3311"/>
                  </a:cubicBezTo>
                  <a:cubicBezTo>
                    <a:pt x="1" y="3644"/>
                    <a:pt x="286" y="3930"/>
                    <a:pt x="596" y="3930"/>
                  </a:cubicBezTo>
                  <a:lnTo>
                    <a:pt x="596" y="4763"/>
                  </a:lnTo>
                  <a:cubicBezTo>
                    <a:pt x="286" y="4811"/>
                    <a:pt x="1" y="5073"/>
                    <a:pt x="1" y="5406"/>
                  </a:cubicBezTo>
                  <a:cubicBezTo>
                    <a:pt x="1" y="5716"/>
                    <a:pt x="286" y="6026"/>
                    <a:pt x="596" y="6026"/>
                  </a:cubicBezTo>
                  <a:lnTo>
                    <a:pt x="596" y="6859"/>
                  </a:lnTo>
                  <a:cubicBezTo>
                    <a:pt x="286" y="6883"/>
                    <a:pt x="1" y="7145"/>
                    <a:pt x="1" y="7478"/>
                  </a:cubicBezTo>
                  <a:cubicBezTo>
                    <a:pt x="1" y="7812"/>
                    <a:pt x="286" y="8097"/>
                    <a:pt x="596" y="8097"/>
                  </a:cubicBezTo>
                  <a:lnTo>
                    <a:pt x="596" y="8193"/>
                  </a:lnTo>
                  <a:cubicBezTo>
                    <a:pt x="596" y="8288"/>
                    <a:pt x="668" y="8336"/>
                    <a:pt x="763" y="8383"/>
                  </a:cubicBezTo>
                  <a:cubicBezTo>
                    <a:pt x="834" y="8383"/>
                    <a:pt x="929" y="8312"/>
                    <a:pt x="929" y="8217"/>
                  </a:cubicBezTo>
                  <a:lnTo>
                    <a:pt x="929" y="572"/>
                  </a:lnTo>
                  <a:cubicBezTo>
                    <a:pt x="929" y="429"/>
                    <a:pt x="1025" y="310"/>
                    <a:pt x="1168" y="239"/>
                  </a:cubicBezTo>
                  <a:cubicBezTo>
                    <a:pt x="1193" y="233"/>
                    <a:pt x="1218" y="230"/>
                    <a:pt x="1242" y="230"/>
                  </a:cubicBezTo>
                  <a:cubicBezTo>
                    <a:pt x="1424" y="230"/>
                    <a:pt x="1572" y="380"/>
                    <a:pt x="1572" y="548"/>
                  </a:cubicBezTo>
                  <a:lnTo>
                    <a:pt x="1572" y="10169"/>
                  </a:lnTo>
                  <a:cubicBezTo>
                    <a:pt x="1572" y="10312"/>
                    <a:pt x="1477" y="10431"/>
                    <a:pt x="1334" y="10479"/>
                  </a:cubicBezTo>
                  <a:cubicBezTo>
                    <a:pt x="1303" y="10489"/>
                    <a:pt x="1271" y="10494"/>
                    <a:pt x="1241" y="10494"/>
                  </a:cubicBezTo>
                  <a:cubicBezTo>
                    <a:pt x="1068" y="10494"/>
                    <a:pt x="929" y="10335"/>
                    <a:pt x="929" y="10193"/>
                  </a:cubicBezTo>
                  <a:lnTo>
                    <a:pt x="929" y="8860"/>
                  </a:lnTo>
                  <a:cubicBezTo>
                    <a:pt x="929" y="8764"/>
                    <a:pt x="882" y="8693"/>
                    <a:pt x="810" y="8693"/>
                  </a:cubicBezTo>
                  <a:cubicBezTo>
                    <a:pt x="803" y="8690"/>
                    <a:pt x="795" y="8689"/>
                    <a:pt x="786" y="8689"/>
                  </a:cubicBezTo>
                  <a:cubicBezTo>
                    <a:pt x="715" y="8689"/>
                    <a:pt x="620" y="8774"/>
                    <a:pt x="620" y="8860"/>
                  </a:cubicBezTo>
                  <a:lnTo>
                    <a:pt x="620" y="8931"/>
                  </a:lnTo>
                  <a:cubicBezTo>
                    <a:pt x="286" y="8979"/>
                    <a:pt x="25" y="9241"/>
                    <a:pt x="25" y="9574"/>
                  </a:cubicBezTo>
                  <a:cubicBezTo>
                    <a:pt x="25" y="9884"/>
                    <a:pt x="286" y="10193"/>
                    <a:pt x="620" y="10193"/>
                  </a:cubicBezTo>
                  <a:cubicBezTo>
                    <a:pt x="644" y="10527"/>
                    <a:pt x="906" y="10788"/>
                    <a:pt x="1239" y="10788"/>
                  </a:cubicBezTo>
                  <a:cubicBezTo>
                    <a:pt x="1572" y="10788"/>
                    <a:pt x="1858" y="10527"/>
                    <a:pt x="1858" y="10193"/>
                  </a:cubicBezTo>
                  <a:lnTo>
                    <a:pt x="2692" y="10193"/>
                  </a:lnTo>
                  <a:cubicBezTo>
                    <a:pt x="2716" y="10527"/>
                    <a:pt x="3001" y="10788"/>
                    <a:pt x="3311" y="10788"/>
                  </a:cubicBezTo>
                  <a:cubicBezTo>
                    <a:pt x="3644" y="10788"/>
                    <a:pt x="3954" y="10527"/>
                    <a:pt x="3954" y="10193"/>
                  </a:cubicBezTo>
                  <a:lnTo>
                    <a:pt x="4787" y="10193"/>
                  </a:lnTo>
                  <a:cubicBezTo>
                    <a:pt x="4811" y="10527"/>
                    <a:pt x="5073" y="10788"/>
                    <a:pt x="5407" y="10788"/>
                  </a:cubicBezTo>
                  <a:cubicBezTo>
                    <a:pt x="5740" y="10788"/>
                    <a:pt x="6026" y="10527"/>
                    <a:pt x="6026" y="10193"/>
                  </a:cubicBezTo>
                  <a:lnTo>
                    <a:pt x="6859" y="10193"/>
                  </a:lnTo>
                  <a:cubicBezTo>
                    <a:pt x="6883" y="10527"/>
                    <a:pt x="7169" y="10788"/>
                    <a:pt x="7478" y="10788"/>
                  </a:cubicBezTo>
                  <a:cubicBezTo>
                    <a:pt x="7812" y="10788"/>
                    <a:pt x="8121" y="10527"/>
                    <a:pt x="8121" y="10193"/>
                  </a:cubicBezTo>
                  <a:lnTo>
                    <a:pt x="8955" y="10193"/>
                  </a:lnTo>
                  <a:cubicBezTo>
                    <a:pt x="8979" y="10527"/>
                    <a:pt x="9241" y="10788"/>
                    <a:pt x="9574" y="10788"/>
                  </a:cubicBezTo>
                  <a:cubicBezTo>
                    <a:pt x="9908" y="10788"/>
                    <a:pt x="10193" y="10527"/>
                    <a:pt x="10193" y="10193"/>
                  </a:cubicBezTo>
                  <a:cubicBezTo>
                    <a:pt x="10527" y="10169"/>
                    <a:pt x="10789" y="9884"/>
                    <a:pt x="10789" y="9574"/>
                  </a:cubicBezTo>
                  <a:cubicBezTo>
                    <a:pt x="10789" y="9241"/>
                    <a:pt x="10527" y="8931"/>
                    <a:pt x="10193" y="8931"/>
                  </a:cubicBezTo>
                  <a:lnTo>
                    <a:pt x="10193" y="8097"/>
                  </a:lnTo>
                  <a:cubicBezTo>
                    <a:pt x="10527" y="8074"/>
                    <a:pt x="10789" y="7812"/>
                    <a:pt x="10789" y="7478"/>
                  </a:cubicBezTo>
                  <a:cubicBezTo>
                    <a:pt x="10789" y="7145"/>
                    <a:pt x="10527" y="6859"/>
                    <a:pt x="10193" y="6859"/>
                  </a:cubicBezTo>
                  <a:lnTo>
                    <a:pt x="10193" y="6026"/>
                  </a:lnTo>
                  <a:cubicBezTo>
                    <a:pt x="10527" y="6002"/>
                    <a:pt x="10789" y="5716"/>
                    <a:pt x="10789" y="5406"/>
                  </a:cubicBezTo>
                  <a:cubicBezTo>
                    <a:pt x="10789" y="5073"/>
                    <a:pt x="10527" y="4763"/>
                    <a:pt x="10193" y="4763"/>
                  </a:cubicBezTo>
                  <a:lnTo>
                    <a:pt x="10193" y="3930"/>
                  </a:lnTo>
                  <a:cubicBezTo>
                    <a:pt x="10527" y="3906"/>
                    <a:pt x="10789" y="3644"/>
                    <a:pt x="10789" y="3311"/>
                  </a:cubicBezTo>
                  <a:cubicBezTo>
                    <a:pt x="10789" y="2977"/>
                    <a:pt x="10527" y="2692"/>
                    <a:pt x="10193" y="2692"/>
                  </a:cubicBezTo>
                  <a:lnTo>
                    <a:pt x="10193" y="2596"/>
                  </a:lnTo>
                  <a:cubicBezTo>
                    <a:pt x="10193" y="2501"/>
                    <a:pt x="10146" y="2453"/>
                    <a:pt x="10074" y="2453"/>
                  </a:cubicBezTo>
                  <a:cubicBezTo>
                    <a:pt x="10062" y="2450"/>
                    <a:pt x="10049" y="2449"/>
                    <a:pt x="10036" y="2449"/>
                  </a:cubicBezTo>
                  <a:cubicBezTo>
                    <a:pt x="9950" y="2449"/>
                    <a:pt x="9860" y="2514"/>
                    <a:pt x="9860" y="2596"/>
                  </a:cubicBezTo>
                  <a:lnTo>
                    <a:pt x="9860" y="10241"/>
                  </a:lnTo>
                  <a:cubicBezTo>
                    <a:pt x="9860" y="10407"/>
                    <a:pt x="9788" y="10527"/>
                    <a:pt x="9622" y="10574"/>
                  </a:cubicBezTo>
                  <a:cubicBezTo>
                    <a:pt x="9594" y="10585"/>
                    <a:pt x="9565" y="10590"/>
                    <a:pt x="9538" y="10590"/>
                  </a:cubicBezTo>
                  <a:cubicBezTo>
                    <a:pt x="9379" y="10590"/>
                    <a:pt x="9241" y="10430"/>
                    <a:pt x="9241" y="10288"/>
                  </a:cubicBezTo>
                  <a:lnTo>
                    <a:pt x="9241" y="644"/>
                  </a:lnTo>
                  <a:lnTo>
                    <a:pt x="9336" y="644"/>
                  </a:lnTo>
                  <a:cubicBezTo>
                    <a:pt x="9336" y="477"/>
                    <a:pt x="9431" y="358"/>
                    <a:pt x="9574" y="310"/>
                  </a:cubicBezTo>
                  <a:cubicBezTo>
                    <a:pt x="9606" y="300"/>
                    <a:pt x="9637" y="295"/>
                    <a:pt x="9666" y="295"/>
                  </a:cubicBezTo>
                  <a:cubicBezTo>
                    <a:pt x="9834" y="295"/>
                    <a:pt x="9955" y="454"/>
                    <a:pt x="9955" y="596"/>
                  </a:cubicBezTo>
                  <a:lnTo>
                    <a:pt x="9955" y="1953"/>
                  </a:lnTo>
                  <a:cubicBezTo>
                    <a:pt x="9955" y="2025"/>
                    <a:pt x="10027" y="2096"/>
                    <a:pt x="10074" y="2096"/>
                  </a:cubicBezTo>
                  <a:cubicBezTo>
                    <a:pt x="10084" y="2099"/>
                    <a:pt x="10095" y="2100"/>
                    <a:pt x="10105" y="2100"/>
                  </a:cubicBezTo>
                  <a:cubicBezTo>
                    <a:pt x="10194" y="2100"/>
                    <a:pt x="10289" y="2017"/>
                    <a:pt x="10289" y="1953"/>
                  </a:cubicBezTo>
                  <a:lnTo>
                    <a:pt x="10289" y="1858"/>
                  </a:lnTo>
                  <a:cubicBezTo>
                    <a:pt x="10622" y="1810"/>
                    <a:pt x="10884" y="1548"/>
                    <a:pt x="10884" y="1215"/>
                  </a:cubicBezTo>
                  <a:cubicBezTo>
                    <a:pt x="10884" y="906"/>
                    <a:pt x="10622" y="596"/>
                    <a:pt x="10289" y="596"/>
                  </a:cubicBezTo>
                  <a:cubicBezTo>
                    <a:pt x="10265" y="263"/>
                    <a:pt x="9979" y="1"/>
                    <a:pt x="9669" y="1"/>
                  </a:cubicBezTo>
                  <a:cubicBezTo>
                    <a:pt x="9336" y="1"/>
                    <a:pt x="9026" y="263"/>
                    <a:pt x="9026" y="596"/>
                  </a:cubicBezTo>
                  <a:lnTo>
                    <a:pt x="8193" y="596"/>
                  </a:lnTo>
                  <a:cubicBezTo>
                    <a:pt x="8169" y="263"/>
                    <a:pt x="7907" y="1"/>
                    <a:pt x="7574" y="1"/>
                  </a:cubicBezTo>
                  <a:cubicBezTo>
                    <a:pt x="7240" y="1"/>
                    <a:pt x="6955" y="263"/>
                    <a:pt x="6955" y="596"/>
                  </a:cubicBezTo>
                  <a:lnTo>
                    <a:pt x="6121" y="596"/>
                  </a:lnTo>
                  <a:cubicBezTo>
                    <a:pt x="6073" y="263"/>
                    <a:pt x="5811" y="1"/>
                    <a:pt x="5478" y="1"/>
                  </a:cubicBezTo>
                  <a:cubicBezTo>
                    <a:pt x="5168" y="1"/>
                    <a:pt x="4859" y="263"/>
                    <a:pt x="4859" y="596"/>
                  </a:cubicBezTo>
                  <a:lnTo>
                    <a:pt x="4025" y="596"/>
                  </a:lnTo>
                  <a:cubicBezTo>
                    <a:pt x="4002" y="263"/>
                    <a:pt x="3740" y="1"/>
                    <a:pt x="3406" y="1"/>
                  </a:cubicBezTo>
                  <a:cubicBezTo>
                    <a:pt x="3073" y="1"/>
                    <a:pt x="2787" y="263"/>
                    <a:pt x="2787" y="596"/>
                  </a:cubicBezTo>
                  <a:lnTo>
                    <a:pt x="1858" y="596"/>
                  </a:lnTo>
                  <a:cubicBezTo>
                    <a:pt x="1834" y="263"/>
                    <a:pt x="1572" y="1"/>
                    <a:pt x="1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8" name="Google Shape;20948;p96"/>
          <p:cNvGrpSpPr/>
          <p:nvPr/>
        </p:nvGrpSpPr>
        <p:grpSpPr>
          <a:xfrm>
            <a:off x="1736897" y="2321368"/>
            <a:ext cx="361604" cy="352845"/>
            <a:chOff x="1738856" y="2473768"/>
            <a:chExt cx="361604" cy="352845"/>
          </a:xfrm>
        </p:grpSpPr>
        <p:sp>
          <p:nvSpPr>
            <p:cNvPr id="20949" name="Google Shape;20949;p96"/>
            <p:cNvSpPr/>
            <p:nvPr/>
          </p:nvSpPr>
          <p:spPr>
            <a:xfrm>
              <a:off x="1788299" y="2639614"/>
              <a:ext cx="143720" cy="143720"/>
            </a:xfrm>
            <a:custGeom>
              <a:rect b="b" l="l" r="r" t="t"/>
              <a:pathLst>
                <a:path extrusionOk="0" h="4430" w="4430">
                  <a:moveTo>
                    <a:pt x="3835" y="0"/>
                  </a:moveTo>
                  <a:lnTo>
                    <a:pt x="0" y="3834"/>
                  </a:lnTo>
                  <a:lnTo>
                    <a:pt x="596" y="4429"/>
                  </a:lnTo>
                  <a:lnTo>
                    <a:pt x="4430" y="595"/>
                  </a:lnTo>
                  <a:lnTo>
                    <a:pt x="3835" y="0"/>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96"/>
            <p:cNvSpPr/>
            <p:nvPr/>
          </p:nvSpPr>
          <p:spPr>
            <a:xfrm>
              <a:off x="1883323" y="2639614"/>
              <a:ext cx="49475" cy="50221"/>
            </a:xfrm>
            <a:custGeom>
              <a:rect b="b" l="l" r="r" t="t"/>
              <a:pathLst>
                <a:path extrusionOk="0" h="1548" w="1525">
                  <a:moveTo>
                    <a:pt x="929" y="0"/>
                  </a:moveTo>
                  <a:lnTo>
                    <a:pt x="1" y="953"/>
                  </a:lnTo>
                  <a:lnTo>
                    <a:pt x="596" y="1548"/>
                  </a:lnTo>
                  <a:lnTo>
                    <a:pt x="1525" y="595"/>
                  </a:lnTo>
                  <a:lnTo>
                    <a:pt x="929"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96"/>
            <p:cNvSpPr/>
            <p:nvPr/>
          </p:nvSpPr>
          <p:spPr>
            <a:xfrm>
              <a:off x="1880241" y="2480614"/>
              <a:ext cx="211720" cy="210617"/>
            </a:xfrm>
            <a:custGeom>
              <a:rect b="b" l="l" r="r" t="t"/>
              <a:pathLst>
                <a:path extrusionOk="0" h="6492" w="6526">
                  <a:moveTo>
                    <a:pt x="4552" y="0"/>
                  </a:moveTo>
                  <a:cubicBezTo>
                    <a:pt x="4480" y="0"/>
                    <a:pt x="4407" y="14"/>
                    <a:pt x="4335" y="43"/>
                  </a:cubicBezTo>
                  <a:cubicBezTo>
                    <a:pt x="4096" y="91"/>
                    <a:pt x="3930" y="305"/>
                    <a:pt x="3858" y="519"/>
                  </a:cubicBezTo>
                  <a:cubicBezTo>
                    <a:pt x="3811" y="757"/>
                    <a:pt x="3596" y="948"/>
                    <a:pt x="3382" y="995"/>
                  </a:cubicBezTo>
                  <a:cubicBezTo>
                    <a:pt x="3144" y="1067"/>
                    <a:pt x="2977" y="1257"/>
                    <a:pt x="2906" y="1472"/>
                  </a:cubicBezTo>
                  <a:cubicBezTo>
                    <a:pt x="2858" y="1710"/>
                    <a:pt x="2644" y="1900"/>
                    <a:pt x="2429" y="1948"/>
                  </a:cubicBezTo>
                  <a:cubicBezTo>
                    <a:pt x="2191" y="2019"/>
                    <a:pt x="2025" y="2210"/>
                    <a:pt x="1953" y="2424"/>
                  </a:cubicBezTo>
                  <a:cubicBezTo>
                    <a:pt x="1906" y="2639"/>
                    <a:pt x="1691" y="2853"/>
                    <a:pt x="1477" y="2901"/>
                  </a:cubicBezTo>
                  <a:cubicBezTo>
                    <a:pt x="1239" y="2972"/>
                    <a:pt x="1072" y="3163"/>
                    <a:pt x="1001" y="3377"/>
                  </a:cubicBezTo>
                  <a:cubicBezTo>
                    <a:pt x="953" y="3615"/>
                    <a:pt x="739" y="3806"/>
                    <a:pt x="524" y="3853"/>
                  </a:cubicBezTo>
                  <a:cubicBezTo>
                    <a:pt x="286" y="3925"/>
                    <a:pt x="119" y="4115"/>
                    <a:pt x="48" y="4329"/>
                  </a:cubicBezTo>
                  <a:cubicBezTo>
                    <a:pt x="0" y="4568"/>
                    <a:pt x="48" y="4806"/>
                    <a:pt x="215" y="4996"/>
                  </a:cubicBezTo>
                  <a:lnTo>
                    <a:pt x="1525" y="6306"/>
                  </a:lnTo>
                  <a:cubicBezTo>
                    <a:pt x="1640" y="6422"/>
                    <a:pt x="1790" y="6492"/>
                    <a:pt x="1951" y="6492"/>
                  </a:cubicBezTo>
                  <a:cubicBezTo>
                    <a:pt x="2022" y="6492"/>
                    <a:pt x="2095" y="6478"/>
                    <a:pt x="2168" y="6449"/>
                  </a:cubicBezTo>
                  <a:cubicBezTo>
                    <a:pt x="2406" y="6378"/>
                    <a:pt x="2596" y="6187"/>
                    <a:pt x="2644" y="5973"/>
                  </a:cubicBezTo>
                  <a:cubicBezTo>
                    <a:pt x="2715" y="5735"/>
                    <a:pt x="2906" y="5544"/>
                    <a:pt x="3120" y="5496"/>
                  </a:cubicBezTo>
                  <a:cubicBezTo>
                    <a:pt x="3334" y="5425"/>
                    <a:pt x="3549" y="5234"/>
                    <a:pt x="3596" y="5020"/>
                  </a:cubicBezTo>
                  <a:cubicBezTo>
                    <a:pt x="3668" y="4782"/>
                    <a:pt x="3858" y="4591"/>
                    <a:pt x="4073" y="4544"/>
                  </a:cubicBezTo>
                  <a:cubicBezTo>
                    <a:pt x="4311" y="4472"/>
                    <a:pt x="4501" y="4282"/>
                    <a:pt x="4549" y="4068"/>
                  </a:cubicBezTo>
                  <a:cubicBezTo>
                    <a:pt x="4620" y="3829"/>
                    <a:pt x="4787" y="3639"/>
                    <a:pt x="5025" y="3591"/>
                  </a:cubicBezTo>
                  <a:cubicBezTo>
                    <a:pt x="5263" y="3520"/>
                    <a:pt x="5454" y="3329"/>
                    <a:pt x="5502" y="3115"/>
                  </a:cubicBezTo>
                  <a:cubicBezTo>
                    <a:pt x="5573" y="2877"/>
                    <a:pt x="5764" y="2686"/>
                    <a:pt x="5978" y="2639"/>
                  </a:cubicBezTo>
                  <a:cubicBezTo>
                    <a:pt x="6216" y="2567"/>
                    <a:pt x="6406" y="2377"/>
                    <a:pt x="6454" y="2162"/>
                  </a:cubicBezTo>
                  <a:cubicBezTo>
                    <a:pt x="6526" y="1924"/>
                    <a:pt x="6454" y="1686"/>
                    <a:pt x="6311" y="1496"/>
                  </a:cubicBezTo>
                  <a:lnTo>
                    <a:pt x="5001" y="186"/>
                  </a:lnTo>
                  <a:cubicBezTo>
                    <a:pt x="4869" y="70"/>
                    <a:pt x="4714" y="0"/>
                    <a:pt x="4552"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96"/>
            <p:cNvSpPr/>
            <p:nvPr/>
          </p:nvSpPr>
          <p:spPr>
            <a:xfrm>
              <a:off x="1916544" y="2515197"/>
              <a:ext cx="176974" cy="174898"/>
            </a:xfrm>
            <a:custGeom>
              <a:rect b="b" l="l" r="r" t="t"/>
              <a:pathLst>
                <a:path extrusionOk="0" h="5391" w="5455">
                  <a:moveTo>
                    <a:pt x="4811" y="1"/>
                  </a:moveTo>
                  <a:cubicBezTo>
                    <a:pt x="4978" y="168"/>
                    <a:pt x="5049" y="406"/>
                    <a:pt x="4954" y="644"/>
                  </a:cubicBezTo>
                  <a:cubicBezTo>
                    <a:pt x="4883" y="882"/>
                    <a:pt x="4668" y="1073"/>
                    <a:pt x="4478" y="1120"/>
                  </a:cubicBezTo>
                  <a:cubicBezTo>
                    <a:pt x="4240" y="1192"/>
                    <a:pt x="4049" y="1382"/>
                    <a:pt x="4002" y="1596"/>
                  </a:cubicBezTo>
                  <a:cubicBezTo>
                    <a:pt x="3930" y="1811"/>
                    <a:pt x="3740" y="2025"/>
                    <a:pt x="3525" y="2073"/>
                  </a:cubicBezTo>
                  <a:cubicBezTo>
                    <a:pt x="3287" y="2144"/>
                    <a:pt x="3097" y="2335"/>
                    <a:pt x="3049" y="2549"/>
                  </a:cubicBezTo>
                  <a:cubicBezTo>
                    <a:pt x="2977" y="2787"/>
                    <a:pt x="2787" y="2978"/>
                    <a:pt x="2573" y="3025"/>
                  </a:cubicBezTo>
                  <a:cubicBezTo>
                    <a:pt x="2335" y="3097"/>
                    <a:pt x="2144" y="3287"/>
                    <a:pt x="2096" y="3502"/>
                  </a:cubicBezTo>
                  <a:cubicBezTo>
                    <a:pt x="2025" y="3740"/>
                    <a:pt x="1834" y="3930"/>
                    <a:pt x="1620" y="3978"/>
                  </a:cubicBezTo>
                  <a:cubicBezTo>
                    <a:pt x="1382" y="4049"/>
                    <a:pt x="1191" y="4240"/>
                    <a:pt x="1144" y="4454"/>
                  </a:cubicBezTo>
                  <a:cubicBezTo>
                    <a:pt x="1072" y="4692"/>
                    <a:pt x="882" y="4883"/>
                    <a:pt x="667" y="4930"/>
                  </a:cubicBezTo>
                  <a:cubicBezTo>
                    <a:pt x="604" y="4950"/>
                    <a:pt x="540" y="4959"/>
                    <a:pt x="477" y="4959"/>
                  </a:cubicBezTo>
                  <a:cubicBezTo>
                    <a:pt x="305" y="4959"/>
                    <a:pt x="140" y="4892"/>
                    <a:pt x="1" y="4788"/>
                  </a:cubicBezTo>
                  <a:lnTo>
                    <a:pt x="1" y="4788"/>
                  </a:lnTo>
                  <a:lnTo>
                    <a:pt x="429" y="5192"/>
                  </a:lnTo>
                  <a:cubicBezTo>
                    <a:pt x="547" y="5327"/>
                    <a:pt x="701" y="5391"/>
                    <a:pt x="866" y="5391"/>
                  </a:cubicBezTo>
                  <a:cubicBezTo>
                    <a:pt x="933" y="5391"/>
                    <a:pt x="1003" y="5380"/>
                    <a:pt x="1072" y="5359"/>
                  </a:cubicBezTo>
                  <a:cubicBezTo>
                    <a:pt x="1310" y="5288"/>
                    <a:pt x="1501" y="5073"/>
                    <a:pt x="1549" y="4883"/>
                  </a:cubicBezTo>
                  <a:cubicBezTo>
                    <a:pt x="1620" y="4645"/>
                    <a:pt x="1834" y="4454"/>
                    <a:pt x="2025" y="4407"/>
                  </a:cubicBezTo>
                  <a:cubicBezTo>
                    <a:pt x="2239" y="4335"/>
                    <a:pt x="2454" y="4121"/>
                    <a:pt x="2501" y="3930"/>
                  </a:cubicBezTo>
                  <a:cubicBezTo>
                    <a:pt x="2573" y="3692"/>
                    <a:pt x="2787" y="3502"/>
                    <a:pt x="2977" y="3454"/>
                  </a:cubicBezTo>
                  <a:cubicBezTo>
                    <a:pt x="3216" y="3383"/>
                    <a:pt x="3406" y="3168"/>
                    <a:pt x="3454" y="2978"/>
                  </a:cubicBezTo>
                  <a:cubicBezTo>
                    <a:pt x="3525" y="2763"/>
                    <a:pt x="3740" y="2549"/>
                    <a:pt x="3930" y="2501"/>
                  </a:cubicBezTo>
                  <a:cubicBezTo>
                    <a:pt x="4168" y="2430"/>
                    <a:pt x="4359" y="2216"/>
                    <a:pt x="4406" y="2025"/>
                  </a:cubicBezTo>
                  <a:cubicBezTo>
                    <a:pt x="4478" y="1787"/>
                    <a:pt x="4692" y="1596"/>
                    <a:pt x="4883" y="1549"/>
                  </a:cubicBezTo>
                  <a:cubicBezTo>
                    <a:pt x="5121" y="1477"/>
                    <a:pt x="5311" y="1263"/>
                    <a:pt x="5359" y="1073"/>
                  </a:cubicBezTo>
                  <a:cubicBezTo>
                    <a:pt x="5454" y="811"/>
                    <a:pt x="5407" y="596"/>
                    <a:pt x="5216" y="406"/>
                  </a:cubicBezTo>
                  <a:lnTo>
                    <a:pt x="4811" y="1"/>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96"/>
            <p:cNvSpPr/>
            <p:nvPr/>
          </p:nvSpPr>
          <p:spPr>
            <a:xfrm>
              <a:off x="1745799" y="2754136"/>
              <a:ext cx="75753" cy="68227"/>
            </a:xfrm>
            <a:custGeom>
              <a:rect b="b" l="l" r="r" t="t"/>
              <a:pathLst>
                <a:path extrusionOk="0" h="2103" w="2335">
                  <a:moveTo>
                    <a:pt x="1179" y="649"/>
                  </a:moveTo>
                  <a:cubicBezTo>
                    <a:pt x="1281" y="649"/>
                    <a:pt x="1382" y="685"/>
                    <a:pt x="1453" y="757"/>
                  </a:cubicBezTo>
                  <a:cubicBezTo>
                    <a:pt x="1620" y="899"/>
                    <a:pt x="1620" y="1161"/>
                    <a:pt x="1453" y="1328"/>
                  </a:cubicBezTo>
                  <a:cubicBezTo>
                    <a:pt x="1382" y="1411"/>
                    <a:pt x="1281" y="1453"/>
                    <a:pt x="1179" y="1453"/>
                  </a:cubicBezTo>
                  <a:cubicBezTo>
                    <a:pt x="1078" y="1453"/>
                    <a:pt x="977" y="1411"/>
                    <a:pt x="906" y="1328"/>
                  </a:cubicBezTo>
                  <a:cubicBezTo>
                    <a:pt x="739" y="1161"/>
                    <a:pt x="739" y="899"/>
                    <a:pt x="906" y="757"/>
                  </a:cubicBezTo>
                  <a:cubicBezTo>
                    <a:pt x="977" y="685"/>
                    <a:pt x="1078" y="649"/>
                    <a:pt x="1179" y="649"/>
                  </a:cubicBezTo>
                  <a:close/>
                  <a:moveTo>
                    <a:pt x="1168" y="0"/>
                  </a:moveTo>
                  <a:cubicBezTo>
                    <a:pt x="900" y="0"/>
                    <a:pt x="632" y="102"/>
                    <a:pt x="429" y="304"/>
                  </a:cubicBezTo>
                  <a:cubicBezTo>
                    <a:pt x="1" y="709"/>
                    <a:pt x="1" y="1376"/>
                    <a:pt x="429" y="1781"/>
                  </a:cubicBezTo>
                  <a:cubicBezTo>
                    <a:pt x="632" y="1995"/>
                    <a:pt x="900" y="2102"/>
                    <a:pt x="1168" y="2102"/>
                  </a:cubicBezTo>
                  <a:cubicBezTo>
                    <a:pt x="1436" y="2102"/>
                    <a:pt x="1703" y="1995"/>
                    <a:pt x="1906" y="1781"/>
                  </a:cubicBezTo>
                  <a:cubicBezTo>
                    <a:pt x="2334" y="1376"/>
                    <a:pt x="2334" y="733"/>
                    <a:pt x="1906" y="304"/>
                  </a:cubicBezTo>
                  <a:cubicBezTo>
                    <a:pt x="1703" y="102"/>
                    <a:pt x="1436" y="0"/>
                    <a:pt x="116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96"/>
            <p:cNvSpPr/>
            <p:nvPr/>
          </p:nvSpPr>
          <p:spPr>
            <a:xfrm>
              <a:off x="1939740" y="2612947"/>
              <a:ext cx="18557" cy="17032"/>
            </a:xfrm>
            <a:custGeom>
              <a:rect b="b" l="l" r="r" t="t"/>
              <a:pathLst>
                <a:path extrusionOk="0" h="525" w="572">
                  <a:moveTo>
                    <a:pt x="200" y="0"/>
                  </a:moveTo>
                  <a:cubicBezTo>
                    <a:pt x="161" y="0"/>
                    <a:pt x="119" y="12"/>
                    <a:pt x="72" y="36"/>
                  </a:cubicBezTo>
                  <a:cubicBezTo>
                    <a:pt x="0" y="108"/>
                    <a:pt x="0" y="179"/>
                    <a:pt x="72" y="274"/>
                  </a:cubicBezTo>
                  <a:lnTo>
                    <a:pt x="286" y="489"/>
                  </a:lnTo>
                  <a:cubicBezTo>
                    <a:pt x="310" y="512"/>
                    <a:pt x="345" y="524"/>
                    <a:pt x="387" y="524"/>
                  </a:cubicBezTo>
                  <a:cubicBezTo>
                    <a:pt x="429" y="524"/>
                    <a:pt x="476" y="512"/>
                    <a:pt x="524" y="489"/>
                  </a:cubicBezTo>
                  <a:cubicBezTo>
                    <a:pt x="572" y="441"/>
                    <a:pt x="572" y="346"/>
                    <a:pt x="524" y="250"/>
                  </a:cubicBezTo>
                  <a:lnTo>
                    <a:pt x="310" y="36"/>
                  </a:lnTo>
                  <a:cubicBezTo>
                    <a:pt x="274" y="12"/>
                    <a:pt x="238"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96"/>
            <p:cNvSpPr/>
            <p:nvPr/>
          </p:nvSpPr>
          <p:spPr>
            <a:xfrm>
              <a:off x="2012347" y="2540308"/>
              <a:ext cx="18590" cy="17616"/>
            </a:xfrm>
            <a:custGeom>
              <a:rect b="b" l="l" r="r" t="t"/>
              <a:pathLst>
                <a:path extrusionOk="0" h="543" w="573">
                  <a:moveTo>
                    <a:pt x="191" y="1"/>
                  </a:moveTo>
                  <a:cubicBezTo>
                    <a:pt x="150" y="1"/>
                    <a:pt x="108" y="13"/>
                    <a:pt x="72" y="37"/>
                  </a:cubicBezTo>
                  <a:cubicBezTo>
                    <a:pt x="1" y="108"/>
                    <a:pt x="1" y="203"/>
                    <a:pt x="72" y="299"/>
                  </a:cubicBezTo>
                  <a:lnTo>
                    <a:pt x="263" y="489"/>
                  </a:lnTo>
                  <a:cubicBezTo>
                    <a:pt x="298" y="525"/>
                    <a:pt x="340" y="543"/>
                    <a:pt x="382" y="543"/>
                  </a:cubicBezTo>
                  <a:cubicBezTo>
                    <a:pt x="423" y="543"/>
                    <a:pt x="465" y="525"/>
                    <a:pt x="501" y="489"/>
                  </a:cubicBezTo>
                  <a:cubicBezTo>
                    <a:pt x="572" y="441"/>
                    <a:pt x="572" y="346"/>
                    <a:pt x="501" y="251"/>
                  </a:cubicBezTo>
                  <a:lnTo>
                    <a:pt x="310" y="37"/>
                  </a:lnTo>
                  <a:cubicBezTo>
                    <a:pt x="275" y="13"/>
                    <a:pt x="233"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96"/>
            <p:cNvSpPr/>
            <p:nvPr/>
          </p:nvSpPr>
          <p:spPr>
            <a:xfrm>
              <a:off x="1973708" y="2573918"/>
              <a:ext cx="29393" cy="28614"/>
            </a:xfrm>
            <a:custGeom>
              <a:rect b="b" l="l" r="r" t="t"/>
              <a:pathLst>
                <a:path extrusionOk="0" h="882" w="906">
                  <a:moveTo>
                    <a:pt x="715" y="1"/>
                  </a:moveTo>
                  <a:cubicBezTo>
                    <a:pt x="620" y="1"/>
                    <a:pt x="573" y="96"/>
                    <a:pt x="573" y="167"/>
                  </a:cubicBezTo>
                  <a:cubicBezTo>
                    <a:pt x="573" y="263"/>
                    <a:pt x="549" y="382"/>
                    <a:pt x="453" y="453"/>
                  </a:cubicBezTo>
                  <a:cubicBezTo>
                    <a:pt x="358" y="525"/>
                    <a:pt x="263" y="549"/>
                    <a:pt x="191" y="549"/>
                  </a:cubicBezTo>
                  <a:cubicBezTo>
                    <a:pt x="96" y="549"/>
                    <a:pt x="25" y="620"/>
                    <a:pt x="1" y="715"/>
                  </a:cubicBezTo>
                  <a:cubicBezTo>
                    <a:pt x="1" y="787"/>
                    <a:pt x="72" y="882"/>
                    <a:pt x="144" y="882"/>
                  </a:cubicBezTo>
                  <a:cubicBezTo>
                    <a:pt x="334" y="882"/>
                    <a:pt x="549" y="834"/>
                    <a:pt x="692" y="691"/>
                  </a:cubicBezTo>
                  <a:cubicBezTo>
                    <a:pt x="834" y="525"/>
                    <a:pt x="906" y="358"/>
                    <a:pt x="906" y="144"/>
                  </a:cubicBezTo>
                  <a:cubicBezTo>
                    <a:pt x="906" y="48"/>
                    <a:pt x="811" y="1"/>
                    <a:pt x="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96"/>
            <p:cNvSpPr/>
            <p:nvPr/>
          </p:nvSpPr>
          <p:spPr>
            <a:xfrm>
              <a:off x="1847020" y="2473768"/>
              <a:ext cx="253441" cy="269597"/>
            </a:xfrm>
            <a:custGeom>
              <a:rect b="b" l="l" r="r" t="t"/>
              <a:pathLst>
                <a:path extrusionOk="0" h="8310" w="7812">
                  <a:moveTo>
                    <a:pt x="5628" y="319"/>
                  </a:moveTo>
                  <a:cubicBezTo>
                    <a:pt x="5743" y="319"/>
                    <a:pt x="5858" y="364"/>
                    <a:pt x="5954" y="468"/>
                  </a:cubicBezTo>
                  <a:lnTo>
                    <a:pt x="7264" y="1778"/>
                  </a:lnTo>
                  <a:cubicBezTo>
                    <a:pt x="7573" y="2064"/>
                    <a:pt x="7359" y="2516"/>
                    <a:pt x="7002" y="2635"/>
                  </a:cubicBezTo>
                  <a:cubicBezTo>
                    <a:pt x="6740" y="2731"/>
                    <a:pt x="6502" y="2921"/>
                    <a:pt x="6406" y="3231"/>
                  </a:cubicBezTo>
                  <a:cubicBezTo>
                    <a:pt x="6359" y="3397"/>
                    <a:pt x="6192" y="3564"/>
                    <a:pt x="6025" y="3612"/>
                  </a:cubicBezTo>
                  <a:cubicBezTo>
                    <a:pt x="5763" y="3707"/>
                    <a:pt x="5525" y="3921"/>
                    <a:pt x="5430" y="4207"/>
                  </a:cubicBezTo>
                  <a:cubicBezTo>
                    <a:pt x="5359" y="4398"/>
                    <a:pt x="5216" y="4540"/>
                    <a:pt x="5049" y="4588"/>
                  </a:cubicBezTo>
                  <a:cubicBezTo>
                    <a:pt x="4763" y="4683"/>
                    <a:pt x="4525" y="4898"/>
                    <a:pt x="4454" y="5183"/>
                  </a:cubicBezTo>
                  <a:cubicBezTo>
                    <a:pt x="4382" y="5374"/>
                    <a:pt x="4239" y="5517"/>
                    <a:pt x="4049" y="5588"/>
                  </a:cubicBezTo>
                  <a:cubicBezTo>
                    <a:pt x="3787" y="5660"/>
                    <a:pt x="3549" y="5874"/>
                    <a:pt x="3453" y="6184"/>
                  </a:cubicBezTo>
                  <a:cubicBezTo>
                    <a:pt x="3375" y="6421"/>
                    <a:pt x="3159" y="6584"/>
                    <a:pt x="2933" y="6584"/>
                  </a:cubicBezTo>
                  <a:cubicBezTo>
                    <a:pt x="2818" y="6584"/>
                    <a:pt x="2700" y="6542"/>
                    <a:pt x="2596" y="6446"/>
                  </a:cubicBezTo>
                  <a:lnTo>
                    <a:pt x="1286" y="5136"/>
                  </a:lnTo>
                  <a:cubicBezTo>
                    <a:pt x="1167" y="5017"/>
                    <a:pt x="1120" y="4802"/>
                    <a:pt x="1167" y="4660"/>
                  </a:cubicBezTo>
                  <a:cubicBezTo>
                    <a:pt x="1239" y="4469"/>
                    <a:pt x="1382" y="4326"/>
                    <a:pt x="1548" y="4279"/>
                  </a:cubicBezTo>
                  <a:cubicBezTo>
                    <a:pt x="1834" y="4183"/>
                    <a:pt x="2072" y="3969"/>
                    <a:pt x="2144" y="3683"/>
                  </a:cubicBezTo>
                  <a:cubicBezTo>
                    <a:pt x="2215" y="3493"/>
                    <a:pt x="2358" y="3350"/>
                    <a:pt x="2549" y="3278"/>
                  </a:cubicBezTo>
                  <a:cubicBezTo>
                    <a:pt x="2810" y="3207"/>
                    <a:pt x="3049" y="2993"/>
                    <a:pt x="3144" y="2683"/>
                  </a:cubicBezTo>
                  <a:cubicBezTo>
                    <a:pt x="3192" y="2516"/>
                    <a:pt x="3334" y="2373"/>
                    <a:pt x="3525" y="2302"/>
                  </a:cubicBezTo>
                  <a:cubicBezTo>
                    <a:pt x="3787" y="2207"/>
                    <a:pt x="4025" y="2016"/>
                    <a:pt x="4120" y="1707"/>
                  </a:cubicBezTo>
                  <a:cubicBezTo>
                    <a:pt x="4168" y="1540"/>
                    <a:pt x="4335" y="1373"/>
                    <a:pt x="4501" y="1326"/>
                  </a:cubicBezTo>
                  <a:cubicBezTo>
                    <a:pt x="4763" y="1230"/>
                    <a:pt x="5001" y="1016"/>
                    <a:pt x="5097" y="730"/>
                  </a:cubicBezTo>
                  <a:cubicBezTo>
                    <a:pt x="5176" y="493"/>
                    <a:pt x="5401" y="319"/>
                    <a:pt x="5628" y="319"/>
                  </a:cubicBezTo>
                  <a:close/>
                  <a:moveTo>
                    <a:pt x="5650" y="0"/>
                  </a:moveTo>
                  <a:cubicBezTo>
                    <a:pt x="5287" y="0"/>
                    <a:pt x="4919" y="241"/>
                    <a:pt x="4811" y="611"/>
                  </a:cubicBezTo>
                  <a:cubicBezTo>
                    <a:pt x="4739" y="802"/>
                    <a:pt x="4597" y="945"/>
                    <a:pt x="4406" y="992"/>
                  </a:cubicBezTo>
                  <a:cubicBezTo>
                    <a:pt x="4144" y="1087"/>
                    <a:pt x="3906" y="1302"/>
                    <a:pt x="3811" y="1587"/>
                  </a:cubicBezTo>
                  <a:cubicBezTo>
                    <a:pt x="3763" y="1778"/>
                    <a:pt x="3620" y="1921"/>
                    <a:pt x="3430" y="1992"/>
                  </a:cubicBezTo>
                  <a:cubicBezTo>
                    <a:pt x="3168" y="2064"/>
                    <a:pt x="2930" y="2278"/>
                    <a:pt x="2834" y="2588"/>
                  </a:cubicBezTo>
                  <a:cubicBezTo>
                    <a:pt x="2787" y="2754"/>
                    <a:pt x="2620" y="2897"/>
                    <a:pt x="2453" y="2969"/>
                  </a:cubicBezTo>
                  <a:cubicBezTo>
                    <a:pt x="2191" y="3064"/>
                    <a:pt x="1953" y="3254"/>
                    <a:pt x="1858" y="3564"/>
                  </a:cubicBezTo>
                  <a:cubicBezTo>
                    <a:pt x="1786" y="3731"/>
                    <a:pt x="1644" y="3897"/>
                    <a:pt x="1477" y="3945"/>
                  </a:cubicBezTo>
                  <a:cubicBezTo>
                    <a:pt x="1191" y="4040"/>
                    <a:pt x="953" y="4255"/>
                    <a:pt x="882" y="4540"/>
                  </a:cubicBezTo>
                  <a:cubicBezTo>
                    <a:pt x="786" y="4850"/>
                    <a:pt x="834" y="5136"/>
                    <a:pt x="1072" y="5350"/>
                  </a:cubicBezTo>
                  <a:lnTo>
                    <a:pt x="1310" y="5588"/>
                  </a:lnTo>
                  <a:lnTo>
                    <a:pt x="905" y="5993"/>
                  </a:lnTo>
                  <a:cubicBezTo>
                    <a:pt x="834" y="6065"/>
                    <a:pt x="834" y="6160"/>
                    <a:pt x="905" y="6231"/>
                  </a:cubicBezTo>
                  <a:cubicBezTo>
                    <a:pt x="929" y="6267"/>
                    <a:pt x="965" y="6285"/>
                    <a:pt x="1007" y="6285"/>
                  </a:cubicBezTo>
                  <a:cubicBezTo>
                    <a:pt x="1048" y="6285"/>
                    <a:pt x="1096" y="6267"/>
                    <a:pt x="1143" y="6231"/>
                  </a:cubicBezTo>
                  <a:lnTo>
                    <a:pt x="1548" y="5826"/>
                  </a:lnTo>
                  <a:lnTo>
                    <a:pt x="1906" y="6184"/>
                  </a:lnTo>
                  <a:lnTo>
                    <a:pt x="72" y="8017"/>
                  </a:lnTo>
                  <a:cubicBezTo>
                    <a:pt x="0" y="8089"/>
                    <a:pt x="0" y="8184"/>
                    <a:pt x="72" y="8256"/>
                  </a:cubicBezTo>
                  <a:cubicBezTo>
                    <a:pt x="96" y="8291"/>
                    <a:pt x="131" y="8309"/>
                    <a:pt x="173" y="8309"/>
                  </a:cubicBezTo>
                  <a:cubicBezTo>
                    <a:pt x="215" y="8309"/>
                    <a:pt x="262" y="8291"/>
                    <a:pt x="310" y="8256"/>
                  </a:cubicBezTo>
                  <a:lnTo>
                    <a:pt x="2144" y="6422"/>
                  </a:lnTo>
                  <a:lnTo>
                    <a:pt x="2382" y="6660"/>
                  </a:lnTo>
                  <a:cubicBezTo>
                    <a:pt x="2549" y="6803"/>
                    <a:pt x="2739" y="6898"/>
                    <a:pt x="2953" y="6898"/>
                  </a:cubicBezTo>
                  <a:cubicBezTo>
                    <a:pt x="3049" y="6898"/>
                    <a:pt x="3096" y="6898"/>
                    <a:pt x="3192" y="6874"/>
                  </a:cubicBezTo>
                  <a:cubicBezTo>
                    <a:pt x="3453" y="6779"/>
                    <a:pt x="3692" y="6565"/>
                    <a:pt x="3787" y="6279"/>
                  </a:cubicBezTo>
                  <a:cubicBezTo>
                    <a:pt x="3858" y="6088"/>
                    <a:pt x="4001" y="5946"/>
                    <a:pt x="4168" y="5874"/>
                  </a:cubicBezTo>
                  <a:cubicBezTo>
                    <a:pt x="4454" y="5803"/>
                    <a:pt x="4692" y="5588"/>
                    <a:pt x="4763" y="5279"/>
                  </a:cubicBezTo>
                  <a:cubicBezTo>
                    <a:pt x="4835" y="5112"/>
                    <a:pt x="4978" y="4969"/>
                    <a:pt x="5168" y="4898"/>
                  </a:cubicBezTo>
                  <a:cubicBezTo>
                    <a:pt x="5430" y="4802"/>
                    <a:pt x="5668" y="4612"/>
                    <a:pt x="5763" y="4302"/>
                  </a:cubicBezTo>
                  <a:cubicBezTo>
                    <a:pt x="5811" y="4136"/>
                    <a:pt x="5954" y="3969"/>
                    <a:pt x="6145" y="3921"/>
                  </a:cubicBezTo>
                  <a:cubicBezTo>
                    <a:pt x="6406" y="3826"/>
                    <a:pt x="6645" y="3612"/>
                    <a:pt x="6740" y="3326"/>
                  </a:cubicBezTo>
                  <a:cubicBezTo>
                    <a:pt x="6788" y="3135"/>
                    <a:pt x="6954" y="2993"/>
                    <a:pt x="7121" y="2945"/>
                  </a:cubicBezTo>
                  <a:cubicBezTo>
                    <a:pt x="7383" y="2850"/>
                    <a:pt x="7621" y="2635"/>
                    <a:pt x="7716" y="2350"/>
                  </a:cubicBezTo>
                  <a:cubicBezTo>
                    <a:pt x="7812" y="2040"/>
                    <a:pt x="7740" y="1754"/>
                    <a:pt x="7502" y="1540"/>
                  </a:cubicBezTo>
                  <a:lnTo>
                    <a:pt x="6192" y="230"/>
                  </a:lnTo>
                  <a:cubicBezTo>
                    <a:pt x="6041" y="71"/>
                    <a:pt x="5846" y="0"/>
                    <a:pt x="5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96"/>
            <p:cNvSpPr/>
            <p:nvPr/>
          </p:nvSpPr>
          <p:spPr>
            <a:xfrm>
              <a:off x="1763578" y="2769579"/>
              <a:ext cx="39418" cy="36920"/>
            </a:xfrm>
            <a:custGeom>
              <a:rect b="b" l="l" r="r" t="t"/>
              <a:pathLst>
                <a:path extrusionOk="0" h="1138" w="1215">
                  <a:moveTo>
                    <a:pt x="637" y="328"/>
                  </a:moveTo>
                  <a:cubicBezTo>
                    <a:pt x="703" y="328"/>
                    <a:pt x="774" y="352"/>
                    <a:pt x="834" y="400"/>
                  </a:cubicBezTo>
                  <a:cubicBezTo>
                    <a:pt x="905" y="495"/>
                    <a:pt x="905" y="638"/>
                    <a:pt x="834" y="757"/>
                  </a:cubicBezTo>
                  <a:cubicBezTo>
                    <a:pt x="786" y="805"/>
                    <a:pt x="727" y="828"/>
                    <a:pt x="664" y="828"/>
                  </a:cubicBezTo>
                  <a:cubicBezTo>
                    <a:pt x="602" y="828"/>
                    <a:pt x="536" y="805"/>
                    <a:pt x="477" y="757"/>
                  </a:cubicBezTo>
                  <a:cubicBezTo>
                    <a:pt x="358" y="638"/>
                    <a:pt x="358" y="495"/>
                    <a:pt x="477" y="400"/>
                  </a:cubicBezTo>
                  <a:cubicBezTo>
                    <a:pt x="512" y="352"/>
                    <a:pt x="572" y="328"/>
                    <a:pt x="637" y="328"/>
                  </a:cubicBezTo>
                  <a:close/>
                  <a:moveTo>
                    <a:pt x="605" y="1"/>
                  </a:moveTo>
                  <a:cubicBezTo>
                    <a:pt x="459" y="1"/>
                    <a:pt x="310" y="54"/>
                    <a:pt x="191" y="162"/>
                  </a:cubicBezTo>
                  <a:cubicBezTo>
                    <a:pt x="0" y="376"/>
                    <a:pt x="0" y="709"/>
                    <a:pt x="191" y="971"/>
                  </a:cubicBezTo>
                  <a:cubicBezTo>
                    <a:pt x="358" y="1090"/>
                    <a:pt x="477" y="1138"/>
                    <a:pt x="620" y="1138"/>
                  </a:cubicBezTo>
                  <a:cubicBezTo>
                    <a:pt x="762" y="1138"/>
                    <a:pt x="905" y="1090"/>
                    <a:pt x="1001" y="971"/>
                  </a:cubicBezTo>
                  <a:cubicBezTo>
                    <a:pt x="1215" y="757"/>
                    <a:pt x="1215" y="400"/>
                    <a:pt x="1001" y="162"/>
                  </a:cubicBezTo>
                  <a:cubicBezTo>
                    <a:pt x="893" y="54"/>
                    <a:pt x="751" y="1"/>
                    <a:pt x="6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96"/>
            <p:cNvSpPr/>
            <p:nvPr/>
          </p:nvSpPr>
          <p:spPr>
            <a:xfrm>
              <a:off x="1738856" y="2682471"/>
              <a:ext cx="131360" cy="144142"/>
            </a:xfrm>
            <a:custGeom>
              <a:rect b="b" l="l" r="r" t="t"/>
              <a:pathLst>
                <a:path extrusionOk="0" h="4443" w="4049">
                  <a:moveTo>
                    <a:pt x="1373" y="2382"/>
                  </a:moveTo>
                  <a:cubicBezTo>
                    <a:pt x="1602" y="2382"/>
                    <a:pt x="1834" y="2466"/>
                    <a:pt x="2001" y="2632"/>
                  </a:cubicBezTo>
                  <a:cubicBezTo>
                    <a:pt x="2358" y="2989"/>
                    <a:pt x="2358" y="3537"/>
                    <a:pt x="2001" y="3894"/>
                  </a:cubicBezTo>
                  <a:cubicBezTo>
                    <a:pt x="1834" y="4049"/>
                    <a:pt x="1602" y="4127"/>
                    <a:pt x="1373" y="4127"/>
                  </a:cubicBezTo>
                  <a:cubicBezTo>
                    <a:pt x="1143" y="4127"/>
                    <a:pt x="917" y="4049"/>
                    <a:pt x="762" y="3894"/>
                  </a:cubicBezTo>
                  <a:cubicBezTo>
                    <a:pt x="429" y="3537"/>
                    <a:pt x="429" y="2966"/>
                    <a:pt x="762" y="2632"/>
                  </a:cubicBezTo>
                  <a:cubicBezTo>
                    <a:pt x="917" y="2466"/>
                    <a:pt x="1143" y="2382"/>
                    <a:pt x="1373" y="2382"/>
                  </a:cubicBezTo>
                  <a:close/>
                  <a:moveTo>
                    <a:pt x="3891" y="1"/>
                  </a:moveTo>
                  <a:cubicBezTo>
                    <a:pt x="3852" y="1"/>
                    <a:pt x="3811" y="13"/>
                    <a:pt x="3763" y="36"/>
                  </a:cubicBezTo>
                  <a:lnTo>
                    <a:pt x="1715" y="2108"/>
                  </a:lnTo>
                  <a:cubicBezTo>
                    <a:pt x="1596" y="2061"/>
                    <a:pt x="1477" y="2037"/>
                    <a:pt x="1358" y="2037"/>
                  </a:cubicBezTo>
                  <a:cubicBezTo>
                    <a:pt x="1024" y="2037"/>
                    <a:pt x="715" y="2156"/>
                    <a:pt x="477" y="2394"/>
                  </a:cubicBezTo>
                  <a:cubicBezTo>
                    <a:pt x="0" y="2870"/>
                    <a:pt x="0" y="3609"/>
                    <a:pt x="477" y="4085"/>
                  </a:cubicBezTo>
                  <a:cubicBezTo>
                    <a:pt x="786" y="4323"/>
                    <a:pt x="1072" y="4442"/>
                    <a:pt x="1382" y="4442"/>
                  </a:cubicBezTo>
                  <a:cubicBezTo>
                    <a:pt x="1715" y="4442"/>
                    <a:pt x="2001" y="4323"/>
                    <a:pt x="2239" y="4085"/>
                  </a:cubicBezTo>
                  <a:cubicBezTo>
                    <a:pt x="2572" y="3751"/>
                    <a:pt x="2668" y="3323"/>
                    <a:pt x="2548" y="2894"/>
                  </a:cubicBezTo>
                  <a:lnTo>
                    <a:pt x="3168" y="2275"/>
                  </a:lnTo>
                  <a:cubicBezTo>
                    <a:pt x="3215" y="2204"/>
                    <a:pt x="3215" y="2132"/>
                    <a:pt x="3168" y="2037"/>
                  </a:cubicBezTo>
                  <a:cubicBezTo>
                    <a:pt x="3132" y="2001"/>
                    <a:pt x="3096" y="1983"/>
                    <a:pt x="3058" y="1983"/>
                  </a:cubicBezTo>
                  <a:cubicBezTo>
                    <a:pt x="3019" y="1983"/>
                    <a:pt x="2977" y="2001"/>
                    <a:pt x="2930" y="2037"/>
                  </a:cubicBezTo>
                  <a:lnTo>
                    <a:pt x="2358" y="2608"/>
                  </a:lnTo>
                  <a:cubicBezTo>
                    <a:pt x="2334" y="2537"/>
                    <a:pt x="2263" y="2489"/>
                    <a:pt x="2215" y="2418"/>
                  </a:cubicBezTo>
                  <a:cubicBezTo>
                    <a:pt x="2144" y="2370"/>
                    <a:pt x="2096" y="2299"/>
                    <a:pt x="2001" y="2275"/>
                  </a:cubicBezTo>
                  <a:lnTo>
                    <a:pt x="4001" y="275"/>
                  </a:lnTo>
                  <a:cubicBezTo>
                    <a:pt x="4049" y="227"/>
                    <a:pt x="4049" y="132"/>
                    <a:pt x="4001" y="36"/>
                  </a:cubicBezTo>
                  <a:cubicBezTo>
                    <a:pt x="3965" y="13"/>
                    <a:pt x="3930" y="1"/>
                    <a:pt x="38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0" name="Google Shape;20960;p96"/>
          <p:cNvGrpSpPr/>
          <p:nvPr/>
        </p:nvGrpSpPr>
        <p:grpSpPr>
          <a:xfrm>
            <a:off x="1044409" y="2324969"/>
            <a:ext cx="336104" cy="351547"/>
            <a:chOff x="1014935" y="2477369"/>
            <a:chExt cx="336104" cy="351547"/>
          </a:xfrm>
        </p:grpSpPr>
        <p:sp>
          <p:nvSpPr>
            <p:cNvPr id="20961" name="Google Shape;20961;p96"/>
            <p:cNvSpPr/>
            <p:nvPr/>
          </p:nvSpPr>
          <p:spPr>
            <a:xfrm>
              <a:off x="1038877" y="2496673"/>
              <a:ext cx="288998" cy="325301"/>
            </a:xfrm>
            <a:custGeom>
              <a:rect b="b" l="l" r="r" t="t"/>
              <a:pathLst>
                <a:path extrusionOk="0" h="10027" w="8908">
                  <a:moveTo>
                    <a:pt x="3858" y="0"/>
                  </a:moveTo>
                  <a:lnTo>
                    <a:pt x="3858" y="2382"/>
                  </a:lnTo>
                  <a:cubicBezTo>
                    <a:pt x="3858" y="2525"/>
                    <a:pt x="3787" y="2644"/>
                    <a:pt x="3620" y="2668"/>
                  </a:cubicBezTo>
                  <a:cubicBezTo>
                    <a:pt x="3334" y="2739"/>
                    <a:pt x="3025" y="2858"/>
                    <a:pt x="2739" y="2977"/>
                  </a:cubicBezTo>
                  <a:cubicBezTo>
                    <a:pt x="2699" y="2993"/>
                    <a:pt x="2660" y="3001"/>
                    <a:pt x="2621" y="3001"/>
                  </a:cubicBezTo>
                  <a:cubicBezTo>
                    <a:pt x="2543" y="3001"/>
                    <a:pt x="2469" y="2969"/>
                    <a:pt x="2406" y="2906"/>
                  </a:cubicBezTo>
                  <a:lnTo>
                    <a:pt x="834" y="1310"/>
                  </a:lnTo>
                  <a:lnTo>
                    <a:pt x="0" y="2144"/>
                  </a:lnTo>
                  <a:lnTo>
                    <a:pt x="1429" y="3573"/>
                  </a:lnTo>
                  <a:cubicBezTo>
                    <a:pt x="1548" y="3692"/>
                    <a:pt x="1548" y="3834"/>
                    <a:pt x="1429" y="3954"/>
                  </a:cubicBezTo>
                  <a:cubicBezTo>
                    <a:pt x="834" y="4644"/>
                    <a:pt x="477" y="5549"/>
                    <a:pt x="477" y="6549"/>
                  </a:cubicBezTo>
                  <a:cubicBezTo>
                    <a:pt x="477" y="7764"/>
                    <a:pt x="1001" y="8835"/>
                    <a:pt x="1882" y="9574"/>
                  </a:cubicBezTo>
                  <a:cubicBezTo>
                    <a:pt x="2239" y="9883"/>
                    <a:pt x="2644" y="10026"/>
                    <a:pt x="3096" y="10026"/>
                  </a:cubicBezTo>
                  <a:lnTo>
                    <a:pt x="5740" y="10026"/>
                  </a:lnTo>
                  <a:cubicBezTo>
                    <a:pt x="6192" y="10026"/>
                    <a:pt x="6645" y="9883"/>
                    <a:pt x="7002" y="9574"/>
                  </a:cubicBezTo>
                  <a:cubicBezTo>
                    <a:pt x="7859" y="8835"/>
                    <a:pt x="8383" y="7740"/>
                    <a:pt x="8359" y="6502"/>
                  </a:cubicBezTo>
                  <a:cubicBezTo>
                    <a:pt x="8359" y="5525"/>
                    <a:pt x="8002" y="4668"/>
                    <a:pt x="7407" y="3977"/>
                  </a:cubicBezTo>
                  <a:cubicBezTo>
                    <a:pt x="7359" y="3834"/>
                    <a:pt x="7383" y="3668"/>
                    <a:pt x="7478" y="3573"/>
                  </a:cubicBezTo>
                  <a:lnTo>
                    <a:pt x="8907" y="2144"/>
                  </a:lnTo>
                  <a:lnTo>
                    <a:pt x="8074" y="1310"/>
                  </a:lnTo>
                  <a:lnTo>
                    <a:pt x="6502" y="2906"/>
                  </a:lnTo>
                  <a:cubicBezTo>
                    <a:pt x="6438" y="2969"/>
                    <a:pt x="6364" y="3001"/>
                    <a:pt x="6287" y="3001"/>
                  </a:cubicBezTo>
                  <a:cubicBezTo>
                    <a:pt x="6248" y="3001"/>
                    <a:pt x="6208" y="2993"/>
                    <a:pt x="6168" y="2977"/>
                  </a:cubicBezTo>
                  <a:cubicBezTo>
                    <a:pt x="5906" y="2858"/>
                    <a:pt x="5597" y="2739"/>
                    <a:pt x="5263" y="2668"/>
                  </a:cubicBezTo>
                  <a:cubicBezTo>
                    <a:pt x="5121" y="2644"/>
                    <a:pt x="5025" y="2525"/>
                    <a:pt x="5025" y="2382"/>
                  </a:cubicBezTo>
                  <a:lnTo>
                    <a:pt x="5025"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96"/>
            <p:cNvSpPr/>
            <p:nvPr/>
          </p:nvSpPr>
          <p:spPr>
            <a:xfrm>
              <a:off x="1082155" y="2691392"/>
              <a:ext cx="203220" cy="101999"/>
            </a:xfrm>
            <a:custGeom>
              <a:rect b="b" l="l" r="r" t="t"/>
              <a:pathLst>
                <a:path extrusionOk="0" h="3144" w="6264">
                  <a:moveTo>
                    <a:pt x="1603" y="0"/>
                  </a:moveTo>
                  <a:cubicBezTo>
                    <a:pt x="1148" y="0"/>
                    <a:pt x="705" y="110"/>
                    <a:pt x="191" y="428"/>
                  </a:cubicBezTo>
                  <a:cubicBezTo>
                    <a:pt x="71" y="476"/>
                    <a:pt x="0" y="643"/>
                    <a:pt x="0" y="762"/>
                  </a:cubicBezTo>
                  <a:cubicBezTo>
                    <a:pt x="71" y="1595"/>
                    <a:pt x="453" y="2357"/>
                    <a:pt x="1119" y="2905"/>
                  </a:cubicBezTo>
                  <a:cubicBezTo>
                    <a:pt x="1286" y="3048"/>
                    <a:pt x="1548" y="3143"/>
                    <a:pt x="1786" y="3143"/>
                  </a:cubicBezTo>
                  <a:lnTo>
                    <a:pt x="4477" y="3143"/>
                  </a:lnTo>
                  <a:cubicBezTo>
                    <a:pt x="4739" y="3143"/>
                    <a:pt x="4977" y="3048"/>
                    <a:pt x="5168" y="2857"/>
                  </a:cubicBezTo>
                  <a:cubicBezTo>
                    <a:pt x="5763" y="2357"/>
                    <a:pt x="6144" y="1643"/>
                    <a:pt x="6239" y="881"/>
                  </a:cubicBezTo>
                  <a:cubicBezTo>
                    <a:pt x="6263" y="690"/>
                    <a:pt x="6073" y="523"/>
                    <a:pt x="5882" y="523"/>
                  </a:cubicBezTo>
                  <a:cubicBezTo>
                    <a:pt x="5793" y="526"/>
                    <a:pt x="5706" y="527"/>
                    <a:pt x="5621" y="527"/>
                  </a:cubicBezTo>
                  <a:cubicBezTo>
                    <a:pt x="3653" y="527"/>
                    <a:pt x="2601" y="0"/>
                    <a:pt x="1603" y="0"/>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96"/>
            <p:cNvSpPr/>
            <p:nvPr/>
          </p:nvSpPr>
          <p:spPr>
            <a:xfrm>
              <a:off x="1083680" y="2695999"/>
              <a:ext cx="78057" cy="96614"/>
            </a:xfrm>
            <a:custGeom>
              <a:rect b="b" l="l" r="r" t="t"/>
              <a:pathLst>
                <a:path extrusionOk="0" h="2978" w="2406">
                  <a:moveTo>
                    <a:pt x="667" y="0"/>
                  </a:moveTo>
                  <a:lnTo>
                    <a:pt x="667" y="0"/>
                  </a:lnTo>
                  <a:cubicBezTo>
                    <a:pt x="501" y="72"/>
                    <a:pt x="358" y="167"/>
                    <a:pt x="167" y="286"/>
                  </a:cubicBezTo>
                  <a:cubicBezTo>
                    <a:pt x="48" y="334"/>
                    <a:pt x="1" y="477"/>
                    <a:pt x="1" y="596"/>
                  </a:cubicBezTo>
                  <a:cubicBezTo>
                    <a:pt x="48" y="1453"/>
                    <a:pt x="429" y="2215"/>
                    <a:pt x="1096" y="2739"/>
                  </a:cubicBezTo>
                  <a:cubicBezTo>
                    <a:pt x="1263" y="2906"/>
                    <a:pt x="1549" y="2977"/>
                    <a:pt x="1787" y="2977"/>
                  </a:cubicBezTo>
                  <a:lnTo>
                    <a:pt x="2406" y="2977"/>
                  </a:lnTo>
                  <a:cubicBezTo>
                    <a:pt x="2144" y="2977"/>
                    <a:pt x="1906" y="2906"/>
                    <a:pt x="1715" y="2739"/>
                  </a:cubicBezTo>
                  <a:cubicBezTo>
                    <a:pt x="1072" y="2215"/>
                    <a:pt x="667" y="1453"/>
                    <a:pt x="620" y="596"/>
                  </a:cubicBezTo>
                  <a:cubicBezTo>
                    <a:pt x="620" y="524"/>
                    <a:pt x="620" y="262"/>
                    <a:pt x="66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96"/>
            <p:cNvSpPr/>
            <p:nvPr/>
          </p:nvSpPr>
          <p:spPr>
            <a:xfrm>
              <a:off x="1146262" y="2480451"/>
              <a:ext cx="73450" cy="33254"/>
            </a:xfrm>
            <a:custGeom>
              <a:rect b="b" l="l" r="r" t="t"/>
              <a:pathLst>
                <a:path extrusionOk="0" h="1025" w="2264">
                  <a:moveTo>
                    <a:pt x="548" y="0"/>
                  </a:moveTo>
                  <a:cubicBezTo>
                    <a:pt x="263" y="0"/>
                    <a:pt x="1" y="238"/>
                    <a:pt x="24" y="548"/>
                  </a:cubicBezTo>
                  <a:cubicBezTo>
                    <a:pt x="48" y="810"/>
                    <a:pt x="263" y="1024"/>
                    <a:pt x="525" y="1024"/>
                  </a:cubicBezTo>
                  <a:lnTo>
                    <a:pt x="1691" y="1024"/>
                  </a:lnTo>
                  <a:cubicBezTo>
                    <a:pt x="2001" y="1024"/>
                    <a:pt x="2263" y="786"/>
                    <a:pt x="2239" y="477"/>
                  </a:cubicBezTo>
                  <a:cubicBezTo>
                    <a:pt x="2239" y="191"/>
                    <a:pt x="2025" y="0"/>
                    <a:pt x="1715"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96"/>
            <p:cNvSpPr/>
            <p:nvPr/>
          </p:nvSpPr>
          <p:spPr>
            <a:xfrm>
              <a:off x="1146262" y="2480451"/>
              <a:ext cx="38671" cy="33254"/>
            </a:xfrm>
            <a:custGeom>
              <a:rect b="b" l="l" r="r" t="t"/>
              <a:pathLst>
                <a:path extrusionOk="0" h="1025" w="1192">
                  <a:moveTo>
                    <a:pt x="572" y="0"/>
                  </a:moveTo>
                  <a:cubicBezTo>
                    <a:pt x="263" y="0"/>
                    <a:pt x="1" y="238"/>
                    <a:pt x="24" y="548"/>
                  </a:cubicBezTo>
                  <a:cubicBezTo>
                    <a:pt x="48" y="810"/>
                    <a:pt x="263" y="1024"/>
                    <a:pt x="525" y="1024"/>
                  </a:cubicBezTo>
                  <a:lnTo>
                    <a:pt x="1168" y="1024"/>
                  </a:lnTo>
                  <a:cubicBezTo>
                    <a:pt x="929" y="1024"/>
                    <a:pt x="691" y="786"/>
                    <a:pt x="691" y="500"/>
                  </a:cubicBezTo>
                  <a:cubicBezTo>
                    <a:pt x="691" y="191"/>
                    <a:pt x="929" y="0"/>
                    <a:pt x="1191"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96"/>
            <p:cNvSpPr/>
            <p:nvPr/>
          </p:nvSpPr>
          <p:spPr>
            <a:xfrm>
              <a:off x="1019574" y="2521588"/>
              <a:ext cx="64917" cy="61446"/>
            </a:xfrm>
            <a:custGeom>
              <a:rect b="b" l="l" r="r" t="t"/>
              <a:pathLst>
                <a:path extrusionOk="0" h="1894" w="2001">
                  <a:moveTo>
                    <a:pt x="1417" y="0"/>
                  </a:moveTo>
                  <a:cubicBezTo>
                    <a:pt x="1286" y="0"/>
                    <a:pt x="1155" y="54"/>
                    <a:pt x="1048" y="161"/>
                  </a:cubicBezTo>
                  <a:lnTo>
                    <a:pt x="214" y="995"/>
                  </a:lnTo>
                  <a:cubicBezTo>
                    <a:pt x="0" y="1185"/>
                    <a:pt x="0" y="1519"/>
                    <a:pt x="214" y="1733"/>
                  </a:cubicBezTo>
                  <a:cubicBezTo>
                    <a:pt x="322" y="1840"/>
                    <a:pt x="453" y="1894"/>
                    <a:pt x="584" y="1894"/>
                  </a:cubicBezTo>
                  <a:cubicBezTo>
                    <a:pt x="714" y="1894"/>
                    <a:pt x="845" y="1840"/>
                    <a:pt x="953" y="1733"/>
                  </a:cubicBezTo>
                  <a:lnTo>
                    <a:pt x="1786" y="899"/>
                  </a:lnTo>
                  <a:cubicBezTo>
                    <a:pt x="2000" y="685"/>
                    <a:pt x="2000" y="352"/>
                    <a:pt x="1786" y="161"/>
                  </a:cubicBezTo>
                  <a:cubicBezTo>
                    <a:pt x="1679" y="54"/>
                    <a:pt x="1548" y="0"/>
                    <a:pt x="1417"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96"/>
            <p:cNvSpPr/>
            <p:nvPr/>
          </p:nvSpPr>
          <p:spPr>
            <a:xfrm>
              <a:off x="1019574" y="2539918"/>
              <a:ext cx="44836" cy="42532"/>
            </a:xfrm>
            <a:custGeom>
              <a:rect b="b" l="l" r="r" t="t"/>
              <a:pathLst>
                <a:path extrusionOk="0" h="1311" w="1382">
                  <a:moveTo>
                    <a:pt x="619" y="1"/>
                  </a:moveTo>
                  <a:lnTo>
                    <a:pt x="214" y="406"/>
                  </a:lnTo>
                  <a:cubicBezTo>
                    <a:pt x="0" y="620"/>
                    <a:pt x="0" y="954"/>
                    <a:pt x="214" y="1168"/>
                  </a:cubicBezTo>
                  <a:cubicBezTo>
                    <a:pt x="322" y="1263"/>
                    <a:pt x="453" y="1311"/>
                    <a:pt x="584" y="1311"/>
                  </a:cubicBezTo>
                  <a:cubicBezTo>
                    <a:pt x="714" y="1311"/>
                    <a:pt x="845" y="1263"/>
                    <a:pt x="953" y="1168"/>
                  </a:cubicBezTo>
                  <a:lnTo>
                    <a:pt x="1381" y="739"/>
                  </a:lnTo>
                  <a:lnTo>
                    <a:pt x="1381" y="739"/>
                  </a:lnTo>
                  <a:cubicBezTo>
                    <a:pt x="1274" y="846"/>
                    <a:pt x="1137" y="900"/>
                    <a:pt x="1000" y="900"/>
                  </a:cubicBezTo>
                  <a:cubicBezTo>
                    <a:pt x="863" y="900"/>
                    <a:pt x="726" y="846"/>
                    <a:pt x="619" y="739"/>
                  </a:cubicBezTo>
                  <a:cubicBezTo>
                    <a:pt x="429" y="549"/>
                    <a:pt x="429" y="215"/>
                    <a:pt x="61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96"/>
            <p:cNvSpPr/>
            <p:nvPr/>
          </p:nvSpPr>
          <p:spPr>
            <a:xfrm>
              <a:off x="1283007" y="2521588"/>
              <a:ext cx="64950" cy="61446"/>
            </a:xfrm>
            <a:custGeom>
              <a:rect b="b" l="l" r="r" t="t"/>
              <a:pathLst>
                <a:path extrusionOk="0" h="1894" w="2002">
                  <a:moveTo>
                    <a:pt x="593" y="0"/>
                  </a:moveTo>
                  <a:cubicBezTo>
                    <a:pt x="459" y="0"/>
                    <a:pt x="322" y="54"/>
                    <a:pt x="215" y="161"/>
                  </a:cubicBezTo>
                  <a:cubicBezTo>
                    <a:pt x="1" y="352"/>
                    <a:pt x="1" y="685"/>
                    <a:pt x="215" y="899"/>
                  </a:cubicBezTo>
                  <a:lnTo>
                    <a:pt x="1049" y="1733"/>
                  </a:lnTo>
                  <a:cubicBezTo>
                    <a:pt x="1156" y="1840"/>
                    <a:pt x="1293" y="1894"/>
                    <a:pt x="1427" y="1894"/>
                  </a:cubicBezTo>
                  <a:cubicBezTo>
                    <a:pt x="1561" y="1894"/>
                    <a:pt x="1692" y="1840"/>
                    <a:pt x="1787" y="1733"/>
                  </a:cubicBezTo>
                  <a:cubicBezTo>
                    <a:pt x="2001" y="1519"/>
                    <a:pt x="2001" y="1185"/>
                    <a:pt x="1787" y="995"/>
                  </a:cubicBezTo>
                  <a:lnTo>
                    <a:pt x="953" y="161"/>
                  </a:lnTo>
                  <a:cubicBezTo>
                    <a:pt x="858" y="54"/>
                    <a:pt x="727" y="0"/>
                    <a:pt x="593"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96"/>
            <p:cNvSpPr/>
            <p:nvPr/>
          </p:nvSpPr>
          <p:spPr>
            <a:xfrm>
              <a:off x="1283007" y="2521588"/>
              <a:ext cx="44868" cy="42337"/>
            </a:xfrm>
            <a:custGeom>
              <a:rect b="b" l="l" r="r" t="t"/>
              <a:pathLst>
                <a:path extrusionOk="0" h="1305" w="1383">
                  <a:moveTo>
                    <a:pt x="1358" y="543"/>
                  </a:moveTo>
                  <a:lnTo>
                    <a:pt x="1382" y="566"/>
                  </a:lnTo>
                  <a:cubicBezTo>
                    <a:pt x="1374" y="558"/>
                    <a:pt x="1366" y="550"/>
                    <a:pt x="1358" y="543"/>
                  </a:cubicBezTo>
                  <a:close/>
                  <a:moveTo>
                    <a:pt x="593" y="0"/>
                  </a:moveTo>
                  <a:cubicBezTo>
                    <a:pt x="459" y="0"/>
                    <a:pt x="322" y="54"/>
                    <a:pt x="215" y="161"/>
                  </a:cubicBezTo>
                  <a:cubicBezTo>
                    <a:pt x="1" y="352"/>
                    <a:pt x="1" y="685"/>
                    <a:pt x="215" y="899"/>
                  </a:cubicBezTo>
                  <a:lnTo>
                    <a:pt x="622" y="1284"/>
                  </a:lnTo>
                  <a:lnTo>
                    <a:pt x="622" y="1284"/>
                  </a:lnTo>
                  <a:cubicBezTo>
                    <a:pt x="430" y="1091"/>
                    <a:pt x="437" y="773"/>
                    <a:pt x="644" y="566"/>
                  </a:cubicBezTo>
                  <a:cubicBezTo>
                    <a:pt x="739" y="459"/>
                    <a:pt x="870" y="405"/>
                    <a:pt x="1004" y="405"/>
                  </a:cubicBezTo>
                  <a:cubicBezTo>
                    <a:pt x="1128" y="405"/>
                    <a:pt x="1255" y="451"/>
                    <a:pt x="1358" y="543"/>
                  </a:cubicBezTo>
                  <a:lnTo>
                    <a:pt x="1358" y="543"/>
                  </a:lnTo>
                  <a:lnTo>
                    <a:pt x="953" y="161"/>
                  </a:lnTo>
                  <a:cubicBezTo>
                    <a:pt x="858" y="54"/>
                    <a:pt x="727" y="0"/>
                    <a:pt x="593" y="0"/>
                  </a:cubicBezTo>
                  <a:close/>
                  <a:moveTo>
                    <a:pt x="622" y="1284"/>
                  </a:moveTo>
                  <a:lnTo>
                    <a:pt x="622" y="1284"/>
                  </a:lnTo>
                  <a:cubicBezTo>
                    <a:pt x="629" y="1291"/>
                    <a:pt x="636" y="1298"/>
                    <a:pt x="644" y="1304"/>
                  </a:cubicBezTo>
                  <a:lnTo>
                    <a:pt x="622" y="1284"/>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96"/>
            <p:cNvSpPr/>
            <p:nvPr/>
          </p:nvSpPr>
          <p:spPr>
            <a:xfrm>
              <a:off x="1138540" y="2642696"/>
              <a:ext cx="32475" cy="32475"/>
            </a:xfrm>
            <a:custGeom>
              <a:rect b="b" l="l" r="r" t="t"/>
              <a:pathLst>
                <a:path extrusionOk="0" h="1001" w="1001">
                  <a:moveTo>
                    <a:pt x="501" y="0"/>
                  </a:moveTo>
                  <a:cubicBezTo>
                    <a:pt x="239" y="0"/>
                    <a:pt x="0" y="238"/>
                    <a:pt x="0" y="500"/>
                  </a:cubicBezTo>
                  <a:cubicBezTo>
                    <a:pt x="0" y="762"/>
                    <a:pt x="239" y="1000"/>
                    <a:pt x="501" y="1000"/>
                  </a:cubicBezTo>
                  <a:cubicBezTo>
                    <a:pt x="763" y="1000"/>
                    <a:pt x="1001" y="762"/>
                    <a:pt x="1001" y="500"/>
                  </a:cubicBezTo>
                  <a:cubicBezTo>
                    <a:pt x="1001" y="191"/>
                    <a:pt x="763" y="0"/>
                    <a:pt x="501" y="0"/>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96"/>
            <p:cNvSpPr/>
            <p:nvPr/>
          </p:nvSpPr>
          <p:spPr>
            <a:xfrm>
              <a:off x="1201901" y="2634975"/>
              <a:ext cx="27057" cy="26278"/>
            </a:xfrm>
            <a:custGeom>
              <a:rect b="b" l="l" r="r" t="t"/>
              <a:pathLst>
                <a:path extrusionOk="0" h="810" w="834">
                  <a:moveTo>
                    <a:pt x="429" y="0"/>
                  </a:moveTo>
                  <a:cubicBezTo>
                    <a:pt x="191" y="0"/>
                    <a:pt x="0" y="167"/>
                    <a:pt x="0" y="405"/>
                  </a:cubicBezTo>
                  <a:cubicBezTo>
                    <a:pt x="0" y="643"/>
                    <a:pt x="191" y="810"/>
                    <a:pt x="429" y="810"/>
                  </a:cubicBezTo>
                  <a:cubicBezTo>
                    <a:pt x="667" y="810"/>
                    <a:pt x="834" y="643"/>
                    <a:pt x="834" y="405"/>
                  </a:cubicBezTo>
                  <a:cubicBezTo>
                    <a:pt x="834" y="167"/>
                    <a:pt x="643" y="0"/>
                    <a:pt x="4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96"/>
            <p:cNvSpPr/>
            <p:nvPr/>
          </p:nvSpPr>
          <p:spPr>
            <a:xfrm>
              <a:off x="1167122" y="2600132"/>
              <a:ext cx="23229" cy="23261"/>
            </a:xfrm>
            <a:custGeom>
              <a:rect b="b" l="l" r="r" t="t"/>
              <a:pathLst>
                <a:path extrusionOk="0" h="717" w="716">
                  <a:moveTo>
                    <a:pt x="394" y="0"/>
                  </a:moveTo>
                  <a:cubicBezTo>
                    <a:pt x="382" y="0"/>
                    <a:pt x="370" y="1"/>
                    <a:pt x="358" y="2"/>
                  </a:cubicBezTo>
                  <a:cubicBezTo>
                    <a:pt x="167" y="2"/>
                    <a:pt x="1" y="169"/>
                    <a:pt x="1" y="360"/>
                  </a:cubicBezTo>
                  <a:cubicBezTo>
                    <a:pt x="1" y="550"/>
                    <a:pt x="191" y="717"/>
                    <a:pt x="358" y="717"/>
                  </a:cubicBezTo>
                  <a:cubicBezTo>
                    <a:pt x="572" y="717"/>
                    <a:pt x="715" y="526"/>
                    <a:pt x="715" y="360"/>
                  </a:cubicBezTo>
                  <a:cubicBezTo>
                    <a:pt x="715" y="159"/>
                    <a:pt x="569" y="0"/>
                    <a:pt x="39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96"/>
            <p:cNvSpPr/>
            <p:nvPr/>
          </p:nvSpPr>
          <p:spPr>
            <a:xfrm>
              <a:off x="1130819" y="2733081"/>
              <a:ext cx="10836" cy="19336"/>
            </a:xfrm>
            <a:custGeom>
              <a:rect b="b" l="l" r="r" t="t"/>
              <a:pathLst>
                <a:path extrusionOk="0" h="596" w="334">
                  <a:moveTo>
                    <a:pt x="167" y="1"/>
                  </a:moveTo>
                  <a:cubicBezTo>
                    <a:pt x="96" y="1"/>
                    <a:pt x="0" y="48"/>
                    <a:pt x="0" y="143"/>
                  </a:cubicBezTo>
                  <a:lnTo>
                    <a:pt x="0" y="405"/>
                  </a:lnTo>
                  <a:cubicBezTo>
                    <a:pt x="0" y="501"/>
                    <a:pt x="48" y="572"/>
                    <a:pt x="143" y="596"/>
                  </a:cubicBezTo>
                  <a:cubicBezTo>
                    <a:pt x="238" y="596"/>
                    <a:pt x="334" y="548"/>
                    <a:pt x="334" y="453"/>
                  </a:cubicBezTo>
                  <a:lnTo>
                    <a:pt x="334" y="191"/>
                  </a:lnTo>
                  <a:cubicBezTo>
                    <a:pt x="334" y="96"/>
                    <a:pt x="262" y="24"/>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96"/>
            <p:cNvSpPr/>
            <p:nvPr/>
          </p:nvSpPr>
          <p:spPr>
            <a:xfrm>
              <a:off x="1225843" y="2733081"/>
              <a:ext cx="10836" cy="19336"/>
            </a:xfrm>
            <a:custGeom>
              <a:rect b="b" l="l" r="r" t="t"/>
              <a:pathLst>
                <a:path extrusionOk="0" h="596" w="334">
                  <a:moveTo>
                    <a:pt x="191" y="1"/>
                  </a:moveTo>
                  <a:cubicBezTo>
                    <a:pt x="72" y="1"/>
                    <a:pt x="1" y="48"/>
                    <a:pt x="1" y="143"/>
                  </a:cubicBezTo>
                  <a:lnTo>
                    <a:pt x="1" y="405"/>
                  </a:lnTo>
                  <a:cubicBezTo>
                    <a:pt x="1" y="501"/>
                    <a:pt x="72" y="572"/>
                    <a:pt x="167" y="596"/>
                  </a:cubicBezTo>
                  <a:cubicBezTo>
                    <a:pt x="262" y="596"/>
                    <a:pt x="334" y="548"/>
                    <a:pt x="334" y="453"/>
                  </a:cubicBezTo>
                  <a:lnTo>
                    <a:pt x="334" y="191"/>
                  </a:lnTo>
                  <a:cubicBezTo>
                    <a:pt x="334" y="96"/>
                    <a:pt x="286" y="24"/>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96"/>
            <p:cNvSpPr/>
            <p:nvPr/>
          </p:nvSpPr>
          <p:spPr>
            <a:xfrm>
              <a:off x="1166344" y="2741127"/>
              <a:ext cx="34032" cy="15151"/>
            </a:xfrm>
            <a:custGeom>
              <a:rect b="b" l="l" r="r" t="t"/>
              <a:pathLst>
                <a:path extrusionOk="0" h="467" w="1049">
                  <a:moveTo>
                    <a:pt x="158" y="0"/>
                  </a:moveTo>
                  <a:cubicBezTo>
                    <a:pt x="128" y="0"/>
                    <a:pt x="98" y="6"/>
                    <a:pt x="72" y="15"/>
                  </a:cubicBezTo>
                  <a:cubicBezTo>
                    <a:pt x="1" y="86"/>
                    <a:pt x="1" y="157"/>
                    <a:pt x="25" y="253"/>
                  </a:cubicBezTo>
                  <a:cubicBezTo>
                    <a:pt x="144" y="396"/>
                    <a:pt x="334" y="467"/>
                    <a:pt x="501" y="467"/>
                  </a:cubicBezTo>
                  <a:cubicBezTo>
                    <a:pt x="691" y="467"/>
                    <a:pt x="858" y="372"/>
                    <a:pt x="977" y="253"/>
                  </a:cubicBezTo>
                  <a:cubicBezTo>
                    <a:pt x="1049" y="205"/>
                    <a:pt x="1049" y="86"/>
                    <a:pt x="953" y="15"/>
                  </a:cubicBezTo>
                  <a:cubicBezTo>
                    <a:pt x="945" y="6"/>
                    <a:pt x="926" y="0"/>
                    <a:pt x="904" y="0"/>
                  </a:cubicBezTo>
                  <a:cubicBezTo>
                    <a:pt x="866" y="0"/>
                    <a:pt x="817" y="17"/>
                    <a:pt x="787" y="62"/>
                  </a:cubicBezTo>
                  <a:cubicBezTo>
                    <a:pt x="715" y="110"/>
                    <a:pt x="620" y="157"/>
                    <a:pt x="549" y="157"/>
                  </a:cubicBezTo>
                  <a:cubicBezTo>
                    <a:pt x="453" y="157"/>
                    <a:pt x="358" y="134"/>
                    <a:pt x="310" y="62"/>
                  </a:cubicBezTo>
                  <a:cubicBezTo>
                    <a:pt x="265" y="17"/>
                    <a:pt x="210" y="0"/>
                    <a:pt x="1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96"/>
            <p:cNvSpPr/>
            <p:nvPr/>
          </p:nvSpPr>
          <p:spPr>
            <a:xfrm>
              <a:off x="1076737" y="2686039"/>
              <a:ext cx="212498" cy="113516"/>
            </a:xfrm>
            <a:custGeom>
              <a:rect b="b" l="l" r="r" t="t"/>
              <a:pathLst>
                <a:path extrusionOk="0" h="3499" w="6550">
                  <a:moveTo>
                    <a:pt x="1688" y="0"/>
                  </a:moveTo>
                  <a:cubicBezTo>
                    <a:pt x="1216" y="0"/>
                    <a:pt x="748" y="116"/>
                    <a:pt x="215" y="450"/>
                  </a:cubicBezTo>
                  <a:cubicBezTo>
                    <a:pt x="119" y="569"/>
                    <a:pt x="0" y="736"/>
                    <a:pt x="24" y="950"/>
                  </a:cubicBezTo>
                  <a:cubicBezTo>
                    <a:pt x="96" y="1832"/>
                    <a:pt x="500" y="2641"/>
                    <a:pt x="1167" y="3213"/>
                  </a:cubicBezTo>
                  <a:cubicBezTo>
                    <a:pt x="1358" y="3380"/>
                    <a:pt x="1667" y="3499"/>
                    <a:pt x="1953" y="3499"/>
                  </a:cubicBezTo>
                  <a:lnTo>
                    <a:pt x="4644" y="3499"/>
                  </a:lnTo>
                  <a:cubicBezTo>
                    <a:pt x="4930" y="3499"/>
                    <a:pt x="5216" y="3380"/>
                    <a:pt x="5454" y="3213"/>
                  </a:cubicBezTo>
                  <a:cubicBezTo>
                    <a:pt x="5621" y="3070"/>
                    <a:pt x="5787" y="2879"/>
                    <a:pt x="5930" y="2713"/>
                  </a:cubicBezTo>
                  <a:cubicBezTo>
                    <a:pt x="5978" y="2617"/>
                    <a:pt x="5954" y="2522"/>
                    <a:pt x="5859" y="2475"/>
                  </a:cubicBezTo>
                  <a:cubicBezTo>
                    <a:pt x="5839" y="2455"/>
                    <a:pt x="5811" y="2443"/>
                    <a:pt x="5780" y="2443"/>
                  </a:cubicBezTo>
                  <a:cubicBezTo>
                    <a:pt x="5736" y="2443"/>
                    <a:pt x="5686" y="2466"/>
                    <a:pt x="5644" y="2522"/>
                  </a:cubicBezTo>
                  <a:cubicBezTo>
                    <a:pt x="5525" y="2713"/>
                    <a:pt x="5382" y="2856"/>
                    <a:pt x="5216" y="2998"/>
                  </a:cubicBezTo>
                  <a:cubicBezTo>
                    <a:pt x="5025" y="3141"/>
                    <a:pt x="4811" y="3213"/>
                    <a:pt x="4620" y="3213"/>
                  </a:cubicBezTo>
                  <a:lnTo>
                    <a:pt x="1929" y="3213"/>
                  </a:lnTo>
                  <a:cubicBezTo>
                    <a:pt x="1715" y="3213"/>
                    <a:pt x="1524" y="3118"/>
                    <a:pt x="1334" y="2998"/>
                  </a:cubicBezTo>
                  <a:cubicBezTo>
                    <a:pt x="715" y="2475"/>
                    <a:pt x="358" y="1760"/>
                    <a:pt x="286" y="950"/>
                  </a:cubicBezTo>
                  <a:cubicBezTo>
                    <a:pt x="286" y="855"/>
                    <a:pt x="334" y="808"/>
                    <a:pt x="381" y="760"/>
                  </a:cubicBezTo>
                  <a:cubicBezTo>
                    <a:pt x="860" y="477"/>
                    <a:pt x="1276" y="379"/>
                    <a:pt x="1704" y="379"/>
                  </a:cubicBezTo>
                  <a:cubicBezTo>
                    <a:pt x="2105" y="379"/>
                    <a:pt x="2517" y="466"/>
                    <a:pt x="3001" y="569"/>
                  </a:cubicBezTo>
                  <a:cubicBezTo>
                    <a:pt x="3668" y="698"/>
                    <a:pt x="4490" y="886"/>
                    <a:pt x="5608" y="886"/>
                  </a:cubicBezTo>
                  <a:cubicBezTo>
                    <a:pt x="5728" y="886"/>
                    <a:pt x="5851" y="884"/>
                    <a:pt x="5978" y="879"/>
                  </a:cubicBezTo>
                  <a:cubicBezTo>
                    <a:pt x="6097" y="879"/>
                    <a:pt x="6192" y="998"/>
                    <a:pt x="6192" y="1117"/>
                  </a:cubicBezTo>
                  <a:cubicBezTo>
                    <a:pt x="6168" y="1451"/>
                    <a:pt x="6073" y="1760"/>
                    <a:pt x="5930" y="2022"/>
                  </a:cubicBezTo>
                  <a:cubicBezTo>
                    <a:pt x="5883" y="2117"/>
                    <a:pt x="5930" y="2189"/>
                    <a:pt x="6002" y="2236"/>
                  </a:cubicBezTo>
                  <a:cubicBezTo>
                    <a:pt x="6024" y="2242"/>
                    <a:pt x="6047" y="2245"/>
                    <a:pt x="6068" y="2245"/>
                  </a:cubicBezTo>
                  <a:cubicBezTo>
                    <a:pt x="6138" y="2245"/>
                    <a:pt x="6198" y="2214"/>
                    <a:pt x="6216" y="2141"/>
                  </a:cubicBezTo>
                  <a:cubicBezTo>
                    <a:pt x="6359" y="1808"/>
                    <a:pt x="6454" y="1474"/>
                    <a:pt x="6526" y="1117"/>
                  </a:cubicBezTo>
                  <a:cubicBezTo>
                    <a:pt x="6549" y="831"/>
                    <a:pt x="6311" y="522"/>
                    <a:pt x="5978" y="522"/>
                  </a:cubicBezTo>
                  <a:cubicBezTo>
                    <a:pt x="5841" y="527"/>
                    <a:pt x="5709" y="529"/>
                    <a:pt x="5581" y="529"/>
                  </a:cubicBezTo>
                  <a:cubicBezTo>
                    <a:pt x="4506" y="529"/>
                    <a:pt x="3730" y="361"/>
                    <a:pt x="3049" y="212"/>
                  </a:cubicBezTo>
                  <a:cubicBezTo>
                    <a:pt x="2558" y="98"/>
                    <a:pt x="2122" y="0"/>
                    <a:pt x="16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96"/>
            <p:cNvSpPr/>
            <p:nvPr/>
          </p:nvSpPr>
          <p:spPr>
            <a:xfrm>
              <a:off x="1132344" y="2637278"/>
              <a:ext cx="42532" cy="42532"/>
            </a:xfrm>
            <a:custGeom>
              <a:rect b="b" l="l" r="r" t="t"/>
              <a:pathLst>
                <a:path extrusionOk="0" h="1311" w="1311">
                  <a:moveTo>
                    <a:pt x="668" y="310"/>
                  </a:moveTo>
                  <a:cubicBezTo>
                    <a:pt x="882" y="310"/>
                    <a:pt x="1025" y="453"/>
                    <a:pt x="1025" y="667"/>
                  </a:cubicBezTo>
                  <a:cubicBezTo>
                    <a:pt x="1025" y="834"/>
                    <a:pt x="882" y="1025"/>
                    <a:pt x="668" y="1025"/>
                  </a:cubicBezTo>
                  <a:cubicBezTo>
                    <a:pt x="477" y="1025"/>
                    <a:pt x="311" y="882"/>
                    <a:pt x="311" y="667"/>
                  </a:cubicBezTo>
                  <a:cubicBezTo>
                    <a:pt x="311" y="453"/>
                    <a:pt x="453" y="310"/>
                    <a:pt x="668" y="310"/>
                  </a:cubicBezTo>
                  <a:close/>
                  <a:moveTo>
                    <a:pt x="668" y="1"/>
                  </a:moveTo>
                  <a:cubicBezTo>
                    <a:pt x="311" y="1"/>
                    <a:pt x="1" y="286"/>
                    <a:pt x="1" y="667"/>
                  </a:cubicBezTo>
                  <a:cubicBezTo>
                    <a:pt x="1" y="1025"/>
                    <a:pt x="311" y="1310"/>
                    <a:pt x="668" y="1310"/>
                  </a:cubicBezTo>
                  <a:cubicBezTo>
                    <a:pt x="1025" y="1310"/>
                    <a:pt x="1311" y="1025"/>
                    <a:pt x="1311" y="667"/>
                  </a:cubicBezTo>
                  <a:cubicBezTo>
                    <a:pt x="1311" y="310"/>
                    <a:pt x="1025" y="1"/>
                    <a:pt x="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96"/>
            <p:cNvSpPr/>
            <p:nvPr/>
          </p:nvSpPr>
          <p:spPr>
            <a:xfrm>
              <a:off x="1195704" y="2628778"/>
              <a:ext cx="38671" cy="38671"/>
            </a:xfrm>
            <a:custGeom>
              <a:rect b="b" l="l" r="r" t="t"/>
              <a:pathLst>
                <a:path extrusionOk="0" h="1192" w="1192">
                  <a:moveTo>
                    <a:pt x="596" y="334"/>
                  </a:moveTo>
                  <a:cubicBezTo>
                    <a:pt x="739" y="334"/>
                    <a:pt x="858" y="453"/>
                    <a:pt x="858" y="596"/>
                  </a:cubicBezTo>
                  <a:cubicBezTo>
                    <a:pt x="858" y="739"/>
                    <a:pt x="739" y="858"/>
                    <a:pt x="596" y="858"/>
                  </a:cubicBezTo>
                  <a:cubicBezTo>
                    <a:pt x="429" y="858"/>
                    <a:pt x="310" y="739"/>
                    <a:pt x="310" y="596"/>
                  </a:cubicBezTo>
                  <a:cubicBezTo>
                    <a:pt x="310" y="453"/>
                    <a:pt x="429" y="334"/>
                    <a:pt x="596" y="334"/>
                  </a:cubicBezTo>
                  <a:close/>
                  <a:moveTo>
                    <a:pt x="596" y="1"/>
                  </a:moveTo>
                  <a:cubicBezTo>
                    <a:pt x="263" y="1"/>
                    <a:pt x="1" y="263"/>
                    <a:pt x="1" y="596"/>
                  </a:cubicBezTo>
                  <a:cubicBezTo>
                    <a:pt x="1" y="929"/>
                    <a:pt x="263" y="1191"/>
                    <a:pt x="596" y="1191"/>
                  </a:cubicBezTo>
                  <a:cubicBezTo>
                    <a:pt x="906" y="1191"/>
                    <a:pt x="1191" y="929"/>
                    <a:pt x="1191" y="596"/>
                  </a:cubicBezTo>
                  <a:cubicBezTo>
                    <a:pt x="1191" y="263"/>
                    <a:pt x="906"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96"/>
            <p:cNvSpPr/>
            <p:nvPr/>
          </p:nvSpPr>
          <p:spPr>
            <a:xfrm>
              <a:off x="1162483" y="2594779"/>
              <a:ext cx="33254" cy="33254"/>
            </a:xfrm>
            <a:custGeom>
              <a:rect b="b" l="l" r="r" t="t"/>
              <a:pathLst>
                <a:path extrusionOk="0" h="1025" w="1025">
                  <a:moveTo>
                    <a:pt x="501" y="334"/>
                  </a:moveTo>
                  <a:cubicBezTo>
                    <a:pt x="596" y="334"/>
                    <a:pt x="691" y="429"/>
                    <a:pt x="691" y="525"/>
                  </a:cubicBezTo>
                  <a:cubicBezTo>
                    <a:pt x="691" y="596"/>
                    <a:pt x="596" y="691"/>
                    <a:pt x="501" y="691"/>
                  </a:cubicBezTo>
                  <a:cubicBezTo>
                    <a:pt x="429" y="691"/>
                    <a:pt x="334" y="596"/>
                    <a:pt x="334" y="525"/>
                  </a:cubicBezTo>
                  <a:cubicBezTo>
                    <a:pt x="334" y="429"/>
                    <a:pt x="429" y="334"/>
                    <a:pt x="501" y="334"/>
                  </a:cubicBezTo>
                  <a:close/>
                  <a:moveTo>
                    <a:pt x="501" y="1"/>
                  </a:moveTo>
                  <a:cubicBezTo>
                    <a:pt x="239" y="1"/>
                    <a:pt x="1" y="239"/>
                    <a:pt x="1" y="525"/>
                  </a:cubicBezTo>
                  <a:cubicBezTo>
                    <a:pt x="1" y="787"/>
                    <a:pt x="239" y="1025"/>
                    <a:pt x="501" y="1025"/>
                  </a:cubicBezTo>
                  <a:cubicBezTo>
                    <a:pt x="763" y="1025"/>
                    <a:pt x="1025" y="787"/>
                    <a:pt x="1025" y="525"/>
                  </a:cubicBezTo>
                  <a:cubicBezTo>
                    <a:pt x="1025" y="239"/>
                    <a:pt x="763" y="1"/>
                    <a:pt x="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96"/>
            <p:cNvSpPr/>
            <p:nvPr/>
          </p:nvSpPr>
          <p:spPr>
            <a:xfrm>
              <a:off x="1014935" y="2477369"/>
              <a:ext cx="336104" cy="351547"/>
            </a:xfrm>
            <a:custGeom>
              <a:rect b="b" l="l" r="r" t="t"/>
              <a:pathLst>
                <a:path extrusionOk="0" h="10836" w="10360">
                  <a:moveTo>
                    <a:pt x="5763" y="238"/>
                  </a:moveTo>
                  <a:cubicBezTo>
                    <a:pt x="5978" y="238"/>
                    <a:pt x="6168" y="405"/>
                    <a:pt x="6120" y="619"/>
                  </a:cubicBezTo>
                  <a:cubicBezTo>
                    <a:pt x="6097" y="810"/>
                    <a:pt x="5954" y="953"/>
                    <a:pt x="5763" y="953"/>
                  </a:cubicBezTo>
                  <a:lnTo>
                    <a:pt x="4620" y="953"/>
                  </a:lnTo>
                  <a:cubicBezTo>
                    <a:pt x="4430" y="953"/>
                    <a:pt x="4263" y="810"/>
                    <a:pt x="4263" y="619"/>
                  </a:cubicBezTo>
                  <a:cubicBezTo>
                    <a:pt x="4263" y="405"/>
                    <a:pt x="4406" y="238"/>
                    <a:pt x="4644" y="238"/>
                  </a:cubicBezTo>
                  <a:close/>
                  <a:moveTo>
                    <a:pt x="1569" y="1518"/>
                  </a:moveTo>
                  <a:cubicBezTo>
                    <a:pt x="1661" y="1518"/>
                    <a:pt x="1751" y="1560"/>
                    <a:pt x="1810" y="1643"/>
                  </a:cubicBezTo>
                  <a:cubicBezTo>
                    <a:pt x="1953" y="1786"/>
                    <a:pt x="1953" y="2024"/>
                    <a:pt x="1810" y="2143"/>
                  </a:cubicBezTo>
                  <a:lnTo>
                    <a:pt x="977" y="2977"/>
                  </a:lnTo>
                  <a:cubicBezTo>
                    <a:pt x="917" y="3048"/>
                    <a:pt x="828" y="3084"/>
                    <a:pt x="735" y="3084"/>
                  </a:cubicBezTo>
                  <a:cubicBezTo>
                    <a:pt x="643" y="3084"/>
                    <a:pt x="548" y="3048"/>
                    <a:pt x="476" y="2977"/>
                  </a:cubicBezTo>
                  <a:cubicBezTo>
                    <a:pt x="334" y="2834"/>
                    <a:pt x="334" y="2572"/>
                    <a:pt x="476" y="2477"/>
                  </a:cubicBezTo>
                  <a:lnTo>
                    <a:pt x="1310" y="1643"/>
                  </a:lnTo>
                  <a:cubicBezTo>
                    <a:pt x="1381" y="1560"/>
                    <a:pt x="1477" y="1518"/>
                    <a:pt x="1569" y="1518"/>
                  </a:cubicBezTo>
                  <a:close/>
                  <a:moveTo>
                    <a:pt x="8832" y="1518"/>
                  </a:moveTo>
                  <a:cubicBezTo>
                    <a:pt x="8925" y="1518"/>
                    <a:pt x="9014" y="1560"/>
                    <a:pt x="9073" y="1643"/>
                  </a:cubicBezTo>
                  <a:lnTo>
                    <a:pt x="9907" y="2477"/>
                  </a:lnTo>
                  <a:cubicBezTo>
                    <a:pt x="10050" y="2620"/>
                    <a:pt x="10050" y="2858"/>
                    <a:pt x="9907" y="2977"/>
                  </a:cubicBezTo>
                  <a:cubicBezTo>
                    <a:pt x="9836" y="3048"/>
                    <a:pt x="9740" y="3084"/>
                    <a:pt x="9648" y="3084"/>
                  </a:cubicBezTo>
                  <a:cubicBezTo>
                    <a:pt x="9556" y="3084"/>
                    <a:pt x="9466" y="3048"/>
                    <a:pt x="9407" y="2977"/>
                  </a:cubicBezTo>
                  <a:lnTo>
                    <a:pt x="8573" y="2143"/>
                  </a:lnTo>
                  <a:cubicBezTo>
                    <a:pt x="8454" y="2024"/>
                    <a:pt x="8454" y="1786"/>
                    <a:pt x="8573" y="1643"/>
                  </a:cubicBezTo>
                  <a:cubicBezTo>
                    <a:pt x="8645" y="1560"/>
                    <a:pt x="8740" y="1518"/>
                    <a:pt x="8832" y="1518"/>
                  </a:cubicBezTo>
                  <a:close/>
                  <a:moveTo>
                    <a:pt x="4596" y="0"/>
                  </a:moveTo>
                  <a:cubicBezTo>
                    <a:pt x="4596" y="0"/>
                    <a:pt x="3930" y="286"/>
                    <a:pt x="3930" y="691"/>
                  </a:cubicBezTo>
                  <a:cubicBezTo>
                    <a:pt x="3930" y="1000"/>
                    <a:pt x="4168" y="1286"/>
                    <a:pt x="4430" y="1334"/>
                  </a:cubicBezTo>
                  <a:lnTo>
                    <a:pt x="4430" y="3024"/>
                  </a:lnTo>
                  <a:cubicBezTo>
                    <a:pt x="4430" y="3096"/>
                    <a:pt x="4406" y="3143"/>
                    <a:pt x="4334" y="3143"/>
                  </a:cubicBezTo>
                  <a:cubicBezTo>
                    <a:pt x="4001" y="3215"/>
                    <a:pt x="3715" y="3334"/>
                    <a:pt x="3406" y="3453"/>
                  </a:cubicBezTo>
                  <a:cubicBezTo>
                    <a:pt x="3392" y="3460"/>
                    <a:pt x="3376" y="3463"/>
                    <a:pt x="3359" y="3463"/>
                  </a:cubicBezTo>
                  <a:cubicBezTo>
                    <a:pt x="3320" y="3463"/>
                    <a:pt x="3280" y="3446"/>
                    <a:pt x="3263" y="3429"/>
                  </a:cubicBezTo>
                  <a:lnTo>
                    <a:pt x="2143" y="2286"/>
                  </a:lnTo>
                  <a:cubicBezTo>
                    <a:pt x="2191" y="2167"/>
                    <a:pt x="2215" y="2048"/>
                    <a:pt x="2215" y="1929"/>
                  </a:cubicBezTo>
                  <a:cubicBezTo>
                    <a:pt x="2263" y="1715"/>
                    <a:pt x="2167" y="1548"/>
                    <a:pt x="2048" y="1429"/>
                  </a:cubicBezTo>
                  <a:cubicBezTo>
                    <a:pt x="1917" y="1298"/>
                    <a:pt x="1739" y="1232"/>
                    <a:pt x="1563" y="1232"/>
                  </a:cubicBezTo>
                  <a:cubicBezTo>
                    <a:pt x="1387" y="1232"/>
                    <a:pt x="1215" y="1298"/>
                    <a:pt x="1096" y="1429"/>
                  </a:cubicBezTo>
                  <a:lnTo>
                    <a:pt x="262" y="2262"/>
                  </a:lnTo>
                  <a:cubicBezTo>
                    <a:pt x="0" y="2524"/>
                    <a:pt x="0" y="2977"/>
                    <a:pt x="262" y="3215"/>
                  </a:cubicBezTo>
                  <a:cubicBezTo>
                    <a:pt x="389" y="3342"/>
                    <a:pt x="566" y="3410"/>
                    <a:pt x="744" y="3410"/>
                  </a:cubicBezTo>
                  <a:cubicBezTo>
                    <a:pt x="866" y="3410"/>
                    <a:pt x="989" y="3378"/>
                    <a:pt x="1096" y="3310"/>
                  </a:cubicBezTo>
                  <a:lnTo>
                    <a:pt x="2048" y="4263"/>
                  </a:lnTo>
                  <a:cubicBezTo>
                    <a:pt x="2120" y="4310"/>
                    <a:pt x="2120" y="4358"/>
                    <a:pt x="2048" y="4429"/>
                  </a:cubicBezTo>
                  <a:cubicBezTo>
                    <a:pt x="1882" y="4668"/>
                    <a:pt x="1691" y="4906"/>
                    <a:pt x="1548" y="5144"/>
                  </a:cubicBezTo>
                  <a:cubicBezTo>
                    <a:pt x="1524" y="5239"/>
                    <a:pt x="1548" y="5334"/>
                    <a:pt x="1596" y="5358"/>
                  </a:cubicBezTo>
                  <a:cubicBezTo>
                    <a:pt x="1620" y="5364"/>
                    <a:pt x="1643" y="5367"/>
                    <a:pt x="1666" y="5367"/>
                  </a:cubicBezTo>
                  <a:cubicBezTo>
                    <a:pt x="1734" y="5367"/>
                    <a:pt x="1792" y="5340"/>
                    <a:pt x="1810" y="5287"/>
                  </a:cubicBezTo>
                  <a:cubicBezTo>
                    <a:pt x="1929" y="5049"/>
                    <a:pt x="2120" y="4811"/>
                    <a:pt x="2263" y="4620"/>
                  </a:cubicBezTo>
                  <a:cubicBezTo>
                    <a:pt x="2405" y="4429"/>
                    <a:pt x="2405" y="4168"/>
                    <a:pt x="2239" y="3977"/>
                  </a:cubicBezTo>
                  <a:lnTo>
                    <a:pt x="1286" y="3024"/>
                  </a:lnTo>
                  <a:lnTo>
                    <a:pt x="1882" y="2429"/>
                  </a:lnTo>
                  <a:lnTo>
                    <a:pt x="3001" y="3572"/>
                  </a:lnTo>
                  <a:cubicBezTo>
                    <a:pt x="3092" y="3664"/>
                    <a:pt x="3204" y="3706"/>
                    <a:pt x="3316" y="3706"/>
                  </a:cubicBezTo>
                  <a:cubicBezTo>
                    <a:pt x="3378" y="3706"/>
                    <a:pt x="3441" y="3693"/>
                    <a:pt x="3501" y="3667"/>
                  </a:cubicBezTo>
                  <a:cubicBezTo>
                    <a:pt x="3787" y="3548"/>
                    <a:pt x="4072" y="3429"/>
                    <a:pt x="4382" y="3358"/>
                  </a:cubicBezTo>
                  <a:cubicBezTo>
                    <a:pt x="4573" y="3334"/>
                    <a:pt x="4739" y="2905"/>
                    <a:pt x="4739" y="2905"/>
                  </a:cubicBezTo>
                  <a:lnTo>
                    <a:pt x="4739" y="1286"/>
                  </a:lnTo>
                  <a:lnTo>
                    <a:pt x="5597" y="1286"/>
                  </a:lnTo>
                  <a:lnTo>
                    <a:pt x="5597" y="2977"/>
                  </a:lnTo>
                  <a:cubicBezTo>
                    <a:pt x="5597" y="3167"/>
                    <a:pt x="5739" y="3358"/>
                    <a:pt x="5954" y="3429"/>
                  </a:cubicBezTo>
                  <a:cubicBezTo>
                    <a:pt x="6240" y="3477"/>
                    <a:pt x="6549" y="3572"/>
                    <a:pt x="6811" y="3715"/>
                  </a:cubicBezTo>
                  <a:cubicBezTo>
                    <a:pt x="6879" y="3749"/>
                    <a:pt x="6946" y="3765"/>
                    <a:pt x="7010" y="3765"/>
                  </a:cubicBezTo>
                  <a:cubicBezTo>
                    <a:pt x="7128" y="3765"/>
                    <a:pt x="7234" y="3712"/>
                    <a:pt x="7311" y="3620"/>
                  </a:cubicBezTo>
                  <a:lnTo>
                    <a:pt x="8431" y="2524"/>
                  </a:lnTo>
                  <a:lnTo>
                    <a:pt x="9026" y="3120"/>
                  </a:lnTo>
                  <a:lnTo>
                    <a:pt x="8073" y="4072"/>
                  </a:lnTo>
                  <a:cubicBezTo>
                    <a:pt x="7883" y="4263"/>
                    <a:pt x="7883" y="4525"/>
                    <a:pt x="8026" y="4691"/>
                  </a:cubicBezTo>
                  <a:cubicBezTo>
                    <a:pt x="8597" y="5382"/>
                    <a:pt x="8931" y="6239"/>
                    <a:pt x="8954" y="7144"/>
                  </a:cubicBezTo>
                  <a:cubicBezTo>
                    <a:pt x="8954" y="8264"/>
                    <a:pt x="8478" y="9335"/>
                    <a:pt x="7621" y="10073"/>
                  </a:cubicBezTo>
                  <a:cubicBezTo>
                    <a:pt x="7287" y="10359"/>
                    <a:pt x="6906" y="10502"/>
                    <a:pt x="6478" y="10502"/>
                  </a:cubicBezTo>
                  <a:lnTo>
                    <a:pt x="3810" y="10502"/>
                  </a:lnTo>
                  <a:cubicBezTo>
                    <a:pt x="3382" y="10502"/>
                    <a:pt x="2977" y="10359"/>
                    <a:pt x="2667" y="10073"/>
                  </a:cubicBezTo>
                  <a:cubicBezTo>
                    <a:pt x="1810" y="9383"/>
                    <a:pt x="1334" y="8287"/>
                    <a:pt x="1334" y="7168"/>
                  </a:cubicBezTo>
                  <a:cubicBezTo>
                    <a:pt x="1334" y="6716"/>
                    <a:pt x="1405" y="6311"/>
                    <a:pt x="1548" y="5906"/>
                  </a:cubicBezTo>
                  <a:cubicBezTo>
                    <a:pt x="1572" y="5835"/>
                    <a:pt x="1548" y="5739"/>
                    <a:pt x="1453" y="5715"/>
                  </a:cubicBezTo>
                  <a:cubicBezTo>
                    <a:pt x="1430" y="5710"/>
                    <a:pt x="1409" y="5707"/>
                    <a:pt x="1389" y="5707"/>
                  </a:cubicBezTo>
                  <a:cubicBezTo>
                    <a:pt x="1325" y="5707"/>
                    <a:pt x="1275" y="5738"/>
                    <a:pt x="1239" y="5811"/>
                  </a:cubicBezTo>
                  <a:cubicBezTo>
                    <a:pt x="1096" y="6239"/>
                    <a:pt x="1000" y="6692"/>
                    <a:pt x="1000" y="7168"/>
                  </a:cubicBezTo>
                  <a:cubicBezTo>
                    <a:pt x="1000" y="8383"/>
                    <a:pt x="1548" y="9526"/>
                    <a:pt x="2477" y="10335"/>
                  </a:cubicBezTo>
                  <a:cubicBezTo>
                    <a:pt x="2858" y="10645"/>
                    <a:pt x="3334" y="10836"/>
                    <a:pt x="3810" y="10836"/>
                  </a:cubicBezTo>
                  <a:lnTo>
                    <a:pt x="6478" y="10836"/>
                  </a:lnTo>
                  <a:cubicBezTo>
                    <a:pt x="7002" y="10836"/>
                    <a:pt x="7478" y="10645"/>
                    <a:pt x="7835" y="10335"/>
                  </a:cubicBezTo>
                  <a:cubicBezTo>
                    <a:pt x="8740" y="9526"/>
                    <a:pt x="9288" y="8359"/>
                    <a:pt x="9288" y="7144"/>
                  </a:cubicBezTo>
                  <a:cubicBezTo>
                    <a:pt x="9288" y="6168"/>
                    <a:pt x="8931" y="5239"/>
                    <a:pt x="8311" y="4501"/>
                  </a:cubicBezTo>
                  <a:cubicBezTo>
                    <a:pt x="8264" y="4429"/>
                    <a:pt x="8264" y="4382"/>
                    <a:pt x="8311" y="4310"/>
                  </a:cubicBezTo>
                  <a:lnTo>
                    <a:pt x="9264" y="3358"/>
                  </a:lnTo>
                  <a:cubicBezTo>
                    <a:pt x="9383" y="3429"/>
                    <a:pt x="9502" y="3453"/>
                    <a:pt x="9621" y="3453"/>
                  </a:cubicBezTo>
                  <a:cubicBezTo>
                    <a:pt x="9788" y="3453"/>
                    <a:pt x="9955" y="3382"/>
                    <a:pt x="10074" y="3239"/>
                  </a:cubicBezTo>
                  <a:cubicBezTo>
                    <a:pt x="10359" y="2977"/>
                    <a:pt x="10359" y="2524"/>
                    <a:pt x="10074" y="2286"/>
                  </a:cubicBezTo>
                  <a:lnTo>
                    <a:pt x="9240" y="1453"/>
                  </a:lnTo>
                  <a:cubicBezTo>
                    <a:pt x="9109" y="1322"/>
                    <a:pt x="8931" y="1256"/>
                    <a:pt x="8755" y="1256"/>
                  </a:cubicBezTo>
                  <a:cubicBezTo>
                    <a:pt x="8579" y="1256"/>
                    <a:pt x="8407" y="1322"/>
                    <a:pt x="8288" y="1453"/>
                  </a:cubicBezTo>
                  <a:cubicBezTo>
                    <a:pt x="8049" y="1691"/>
                    <a:pt x="8026" y="2024"/>
                    <a:pt x="8216" y="2286"/>
                  </a:cubicBezTo>
                  <a:lnTo>
                    <a:pt x="7073" y="3429"/>
                  </a:lnTo>
                  <a:cubicBezTo>
                    <a:pt x="7056" y="3446"/>
                    <a:pt x="7016" y="3463"/>
                    <a:pt x="6976" y="3463"/>
                  </a:cubicBezTo>
                  <a:cubicBezTo>
                    <a:pt x="6960" y="3463"/>
                    <a:pt x="6944" y="3460"/>
                    <a:pt x="6930" y="3453"/>
                  </a:cubicBezTo>
                  <a:cubicBezTo>
                    <a:pt x="6621" y="3310"/>
                    <a:pt x="6335" y="3215"/>
                    <a:pt x="6001" y="3143"/>
                  </a:cubicBezTo>
                  <a:cubicBezTo>
                    <a:pt x="5954" y="3143"/>
                    <a:pt x="5906" y="3096"/>
                    <a:pt x="5906" y="3024"/>
                  </a:cubicBezTo>
                  <a:lnTo>
                    <a:pt x="5906" y="1334"/>
                  </a:lnTo>
                  <a:cubicBezTo>
                    <a:pt x="6240" y="1238"/>
                    <a:pt x="6454" y="976"/>
                    <a:pt x="6454" y="619"/>
                  </a:cubicBezTo>
                  <a:cubicBezTo>
                    <a:pt x="6430" y="262"/>
                    <a:pt x="6120" y="0"/>
                    <a:pt x="5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1" name="Google Shape;20981;p96"/>
          <p:cNvGrpSpPr/>
          <p:nvPr/>
        </p:nvGrpSpPr>
        <p:grpSpPr>
          <a:xfrm>
            <a:off x="1063713" y="2878893"/>
            <a:ext cx="300580" cy="353137"/>
            <a:chOff x="1034238" y="3031293"/>
            <a:chExt cx="300580" cy="353137"/>
          </a:xfrm>
        </p:grpSpPr>
        <p:sp>
          <p:nvSpPr>
            <p:cNvPr id="20982" name="Google Shape;20982;p96"/>
            <p:cNvSpPr/>
            <p:nvPr/>
          </p:nvSpPr>
          <p:spPr>
            <a:xfrm>
              <a:off x="1138540" y="3036710"/>
              <a:ext cx="90417" cy="54893"/>
            </a:xfrm>
            <a:custGeom>
              <a:rect b="b" l="l" r="r" t="t"/>
              <a:pathLst>
                <a:path extrusionOk="0" h="1692" w="2787">
                  <a:moveTo>
                    <a:pt x="524" y="1"/>
                  </a:moveTo>
                  <a:cubicBezTo>
                    <a:pt x="239" y="1"/>
                    <a:pt x="0" y="239"/>
                    <a:pt x="0" y="525"/>
                  </a:cubicBezTo>
                  <a:lnTo>
                    <a:pt x="0" y="1691"/>
                  </a:lnTo>
                  <a:lnTo>
                    <a:pt x="2763" y="1691"/>
                  </a:lnTo>
                  <a:lnTo>
                    <a:pt x="2763" y="525"/>
                  </a:lnTo>
                  <a:cubicBezTo>
                    <a:pt x="2787" y="215"/>
                    <a:pt x="2549" y="1"/>
                    <a:pt x="2239"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96"/>
            <p:cNvSpPr/>
            <p:nvPr/>
          </p:nvSpPr>
          <p:spPr>
            <a:xfrm>
              <a:off x="1139319" y="3036710"/>
              <a:ext cx="37893" cy="54893"/>
            </a:xfrm>
            <a:custGeom>
              <a:rect b="b" l="l" r="r" t="t"/>
              <a:pathLst>
                <a:path extrusionOk="0" h="1692" w="1168">
                  <a:moveTo>
                    <a:pt x="548" y="1"/>
                  </a:moveTo>
                  <a:cubicBezTo>
                    <a:pt x="238" y="1"/>
                    <a:pt x="0" y="239"/>
                    <a:pt x="0" y="525"/>
                  </a:cubicBezTo>
                  <a:lnTo>
                    <a:pt x="0" y="1691"/>
                  </a:lnTo>
                  <a:lnTo>
                    <a:pt x="619" y="1691"/>
                  </a:lnTo>
                  <a:lnTo>
                    <a:pt x="619" y="525"/>
                  </a:lnTo>
                  <a:cubicBezTo>
                    <a:pt x="619" y="215"/>
                    <a:pt x="858" y="1"/>
                    <a:pt x="116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96"/>
            <p:cNvSpPr/>
            <p:nvPr/>
          </p:nvSpPr>
          <p:spPr>
            <a:xfrm>
              <a:off x="1038098" y="3110095"/>
              <a:ext cx="289776" cy="137556"/>
            </a:xfrm>
            <a:custGeom>
              <a:rect b="b" l="l" r="r" t="t"/>
              <a:pathLst>
                <a:path extrusionOk="0" h="4240" w="8932">
                  <a:moveTo>
                    <a:pt x="4525" y="1"/>
                  </a:moveTo>
                  <a:lnTo>
                    <a:pt x="1596" y="1144"/>
                  </a:lnTo>
                  <a:lnTo>
                    <a:pt x="1" y="3240"/>
                  </a:lnTo>
                  <a:lnTo>
                    <a:pt x="4454" y="4240"/>
                  </a:lnTo>
                  <a:lnTo>
                    <a:pt x="8931" y="3240"/>
                  </a:lnTo>
                  <a:lnTo>
                    <a:pt x="7288" y="1144"/>
                  </a:lnTo>
                  <a:lnTo>
                    <a:pt x="4525"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96"/>
            <p:cNvSpPr/>
            <p:nvPr/>
          </p:nvSpPr>
          <p:spPr>
            <a:xfrm>
              <a:off x="1039656" y="3110095"/>
              <a:ext cx="156859" cy="137556"/>
            </a:xfrm>
            <a:custGeom>
              <a:rect b="b" l="l" r="r" t="t"/>
              <a:pathLst>
                <a:path extrusionOk="0" h="4240" w="4835">
                  <a:moveTo>
                    <a:pt x="4525" y="1"/>
                  </a:moveTo>
                  <a:lnTo>
                    <a:pt x="1620" y="1144"/>
                  </a:lnTo>
                  <a:lnTo>
                    <a:pt x="0" y="3240"/>
                  </a:lnTo>
                  <a:lnTo>
                    <a:pt x="4477" y="4240"/>
                  </a:lnTo>
                  <a:lnTo>
                    <a:pt x="4811" y="4192"/>
                  </a:lnTo>
                  <a:lnTo>
                    <a:pt x="643" y="3240"/>
                  </a:lnTo>
                  <a:lnTo>
                    <a:pt x="2239" y="1144"/>
                  </a:lnTo>
                  <a:lnTo>
                    <a:pt x="4835" y="120"/>
                  </a:lnTo>
                  <a:lnTo>
                    <a:pt x="4525"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96"/>
            <p:cNvSpPr/>
            <p:nvPr/>
          </p:nvSpPr>
          <p:spPr>
            <a:xfrm>
              <a:off x="1092180" y="3072267"/>
              <a:ext cx="184695" cy="74196"/>
            </a:xfrm>
            <a:custGeom>
              <a:rect b="b" l="l" r="r" t="t"/>
              <a:pathLst>
                <a:path extrusionOk="0" h="2287" w="5693">
                  <a:moveTo>
                    <a:pt x="882" y="0"/>
                  </a:moveTo>
                  <a:cubicBezTo>
                    <a:pt x="382" y="0"/>
                    <a:pt x="1" y="405"/>
                    <a:pt x="1" y="881"/>
                  </a:cubicBezTo>
                  <a:lnTo>
                    <a:pt x="1" y="2286"/>
                  </a:lnTo>
                  <a:lnTo>
                    <a:pt x="5692" y="2286"/>
                  </a:lnTo>
                  <a:lnTo>
                    <a:pt x="5692" y="881"/>
                  </a:lnTo>
                  <a:cubicBezTo>
                    <a:pt x="5645" y="405"/>
                    <a:pt x="5264" y="0"/>
                    <a:pt x="4764"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96"/>
            <p:cNvSpPr/>
            <p:nvPr/>
          </p:nvSpPr>
          <p:spPr>
            <a:xfrm>
              <a:off x="1092180" y="3072267"/>
              <a:ext cx="49475" cy="74196"/>
            </a:xfrm>
            <a:custGeom>
              <a:rect b="b" l="l" r="r" t="t"/>
              <a:pathLst>
                <a:path extrusionOk="0" h="2287" w="1525">
                  <a:moveTo>
                    <a:pt x="882" y="0"/>
                  </a:moveTo>
                  <a:cubicBezTo>
                    <a:pt x="382" y="0"/>
                    <a:pt x="1" y="405"/>
                    <a:pt x="1" y="881"/>
                  </a:cubicBezTo>
                  <a:lnTo>
                    <a:pt x="1" y="2286"/>
                  </a:lnTo>
                  <a:lnTo>
                    <a:pt x="620" y="2286"/>
                  </a:lnTo>
                  <a:lnTo>
                    <a:pt x="620" y="881"/>
                  </a:lnTo>
                  <a:cubicBezTo>
                    <a:pt x="620" y="405"/>
                    <a:pt x="1048" y="0"/>
                    <a:pt x="1525"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96"/>
            <p:cNvSpPr/>
            <p:nvPr/>
          </p:nvSpPr>
          <p:spPr>
            <a:xfrm>
              <a:off x="1038877" y="3215177"/>
              <a:ext cx="288998" cy="163835"/>
            </a:xfrm>
            <a:custGeom>
              <a:rect b="b" l="l" r="r" t="t"/>
              <a:pathLst>
                <a:path extrusionOk="0" h="5050" w="8908">
                  <a:moveTo>
                    <a:pt x="0" y="1"/>
                  </a:moveTo>
                  <a:lnTo>
                    <a:pt x="0" y="4263"/>
                  </a:lnTo>
                  <a:cubicBezTo>
                    <a:pt x="0" y="4692"/>
                    <a:pt x="358" y="5049"/>
                    <a:pt x="810" y="5049"/>
                  </a:cubicBezTo>
                  <a:lnTo>
                    <a:pt x="8097" y="5049"/>
                  </a:lnTo>
                  <a:cubicBezTo>
                    <a:pt x="8550" y="5049"/>
                    <a:pt x="8907" y="4692"/>
                    <a:pt x="8907" y="4263"/>
                  </a:cubicBezTo>
                  <a:lnTo>
                    <a:pt x="8907" y="1"/>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96"/>
            <p:cNvSpPr/>
            <p:nvPr/>
          </p:nvSpPr>
          <p:spPr>
            <a:xfrm>
              <a:off x="1039656" y="3215177"/>
              <a:ext cx="46393" cy="163835"/>
            </a:xfrm>
            <a:custGeom>
              <a:rect b="b" l="l" r="r" t="t"/>
              <a:pathLst>
                <a:path extrusionOk="0" h="5050" w="1430">
                  <a:moveTo>
                    <a:pt x="0" y="1"/>
                  </a:moveTo>
                  <a:lnTo>
                    <a:pt x="0" y="4263"/>
                  </a:lnTo>
                  <a:cubicBezTo>
                    <a:pt x="0" y="4692"/>
                    <a:pt x="357" y="5049"/>
                    <a:pt x="810" y="5049"/>
                  </a:cubicBezTo>
                  <a:lnTo>
                    <a:pt x="1429" y="5049"/>
                  </a:lnTo>
                  <a:cubicBezTo>
                    <a:pt x="1000" y="5049"/>
                    <a:pt x="643" y="4692"/>
                    <a:pt x="643" y="4263"/>
                  </a:cubicBezTo>
                  <a:lnTo>
                    <a:pt x="643" y="1"/>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96"/>
            <p:cNvSpPr/>
            <p:nvPr/>
          </p:nvSpPr>
          <p:spPr>
            <a:xfrm>
              <a:off x="1105319" y="3243012"/>
              <a:ext cx="154556" cy="52557"/>
            </a:xfrm>
            <a:custGeom>
              <a:rect b="b" l="l" r="r" t="t"/>
              <a:pathLst>
                <a:path extrusionOk="0" h="1620" w="4764">
                  <a:moveTo>
                    <a:pt x="405" y="0"/>
                  </a:moveTo>
                  <a:cubicBezTo>
                    <a:pt x="191" y="0"/>
                    <a:pt x="0" y="191"/>
                    <a:pt x="0" y="381"/>
                  </a:cubicBezTo>
                  <a:lnTo>
                    <a:pt x="0" y="1215"/>
                  </a:lnTo>
                  <a:cubicBezTo>
                    <a:pt x="0" y="1429"/>
                    <a:pt x="191" y="1619"/>
                    <a:pt x="405" y="1619"/>
                  </a:cubicBezTo>
                  <a:lnTo>
                    <a:pt x="4382" y="1619"/>
                  </a:lnTo>
                  <a:cubicBezTo>
                    <a:pt x="4597" y="1619"/>
                    <a:pt x="4763" y="1429"/>
                    <a:pt x="4763" y="1215"/>
                  </a:cubicBezTo>
                  <a:lnTo>
                    <a:pt x="4763" y="381"/>
                  </a:lnTo>
                  <a:cubicBezTo>
                    <a:pt x="4763" y="143"/>
                    <a:pt x="4620" y="0"/>
                    <a:pt x="4382" y="0"/>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96"/>
            <p:cNvSpPr/>
            <p:nvPr/>
          </p:nvSpPr>
          <p:spPr>
            <a:xfrm>
              <a:off x="1106877" y="3243012"/>
              <a:ext cx="32475" cy="52557"/>
            </a:xfrm>
            <a:custGeom>
              <a:rect b="b" l="l" r="r" t="t"/>
              <a:pathLst>
                <a:path extrusionOk="0" h="1620" w="1001">
                  <a:moveTo>
                    <a:pt x="381" y="0"/>
                  </a:moveTo>
                  <a:cubicBezTo>
                    <a:pt x="167" y="0"/>
                    <a:pt x="0" y="191"/>
                    <a:pt x="0" y="381"/>
                  </a:cubicBezTo>
                  <a:lnTo>
                    <a:pt x="0" y="1215"/>
                  </a:lnTo>
                  <a:cubicBezTo>
                    <a:pt x="0" y="1429"/>
                    <a:pt x="167" y="1619"/>
                    <a:pt x="381" y="1619"/>
                  </a:cubicBezTo>
                  <a:lnTo>
                    <a:pt x="1000" y="1619"/>
                  </a:lnTo>
                  <a:cubicBezTo>
                    <a:pt x="786" y="1619"/>
                    <a:pt x="619" y="1429"/>
                    <a:pt x="619" y="1215"/>
                  </a:cubicBezTo>
                  <a:lnTo>
                    <a:pt x="619" y="381"/>
                  </a:lnTo>
                  <a:cubicBezTo>
                    <a:pt x="619" y="191"/>
                    <a:pt x="786" y="0"/>
                    <a:pt x="100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96"/>
            <p:cNvSpPr/>
            <p:nvPr/>
          </p:nvSpPr>
          <p:spPr>
            <a:xfrm>
              <a:off x="1089877" y="3319479"/>
              <a:ext cx="33254" cy="32475"/>
            </a:xfrm>
            <a:custGeom>
              <a:rect b="b" l="l" r="r" t="t"/>
              <a:pathLst>
                <a:path extrusionOk="0" h="1001" w="1025">
                  <a:moveTo>
                    <a:pt x="524" y="1"/>
                  </a:moveTo>
                  <a:cubicBezTo>
                    <a:pt x="238" y="1"/>
                    <a:pt x="0" y="239"/>
                    <a:pt x="0" y="501"/>
                  </a:cubicBezTo>
                  <a:cubicBezTo>
                    <a:pt x="0" y="763"/>
                    <a:pt x="238" y="1001"/>
                    <a:pt x="524" y="1001"/>
                  </a:cubicBezTo>
                  <a:cubicBezTo>
                    <a:pt x="786" y="1001"/>
                    <a:pt x="1024" y="763"/>
                    <a:pt x="1024" y="501"/>
                  </a:cubicBezTo>
                  <a:cubicBezTo>
                    <a:pt x="1024" y="239"/>
                    <a:pt x="786" y="1"/>
                    <a:pt x="524"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96"/>
            <p:cNvSpPr/>
            <p:nvPr/>
          </p:nvSpPr>
          <p:spPr>
            <a:xfrm>
              <a:off x="1089877" y="3321037"/>
              <a:ext cx="30918" cy="30918"/>
            </a:xfrm>
            <a:custGeom>
              <a:rect b="b" l="l" r="r" t="t"/>
              <a:pathLst>
                <a:path extrusionOk="0" h="953" w="953">
                  <a:moveTo>
                    <a:pt x="286" y="0"/>
                  </a:moveTo>
                  <a:cubicBezTo>
                    <a:pt x="119" y="96"/>
                    <a:pt x="0" y="238"/>
                    <a:pt x="0" y="453"/>
                  </a:cubicBezTo>
                  <a:cubicBezTo>
                    <a:pt x="0" y="715"/>
                    <a:pt x="238" y="953"/>
                    <a:pt x="524" y="953"/>
                  </a:cubicBezTo>
                  <a:cubicBezTo>
                    <a:pt x="691" y="953"/>
                    <a:pt x="881" y="834"/>
                    <a:pt x="953" y="691"/>
                  </a:cubicBezTo>
                  <a:lnTo>
                    <a:pt x="953" y="691"/>
                  </a:lnTo>
                  <a:cubicBezTo>
                    <a:pt x="881" y="715"/>
                    <a:pt x="810" y="762"/>
                    <a:pt x="715" y="762"/>
                  </a:cubicBezTo>
                  <a:cubicBezTo>
                    <a:pt x="453" y="762"/>
                    <a:pt x="215" y="524"/>
                    <a:pt x="215" y="238"/>
                  </a:cubicBezTo>
                  <a:cubicBezTo>
                    <a:pt x="215" y="167"/>
                    <a:pt x="238" y="96"/>
                    <a:pt x="28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96"/>
            <p:cNvSpPr/>
            <p:nvPr/>
          </p:nvSpPr>
          <p:spPr>
            <a:xfrm>
              <a:off x="1244400" y="3319479"/>
              <a:ext cx="33254" cy="32475"/>
            </a:xfrm>
            <a:custGeom>
              <a:rect b="b" l="l" r="r" t="t"/>
              <a:pathLst>
                <a:path extrusionOk="0" h="1001" w="1025">
                  <a:moveTo>
                    <a:pt x="524" y="1"/>
                  </a:moveTo>
                  <a:cubicBezTo>
                    <a:pt x="238" y="1"/>
                    <a:pt x="0" y="239"/>
                    <a:pt x="0" y="501"/>
                  </a:cubicBezTo>
                  <a:cubicBezTo>
                    <a:pt x="0" y="763"/>
                    <a:pt x="238" y="1001"/>
                    <a:pt x="524" y="1001"/>
                  </a:cubicBezTo>
                  <a:cubicBezTo>
                    <a:pt x="786" y="1001"/>
                    <a:pt x="1024" y="763"/>
                    <a:pt x="1024" y="501"/>
                  </a:cubicBezTo>
                  <a:cubicBezTo>
                    <a:pt x="1024" y="239"/>
                    <a:pt x="786" y="1"/>
                    <a:pt x="524"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96"/>
            <p:cNvSpPr/>
            <p:nvPr/>
          </p:nvSpPr>
          <p:spPr>
            <a:xfrm>
              <a:off x="1244400" y="3321037"/>
              <a:ext cx="30918" cy="30918"/>
            </a:xfrm>
            <a:custGeom>
              <a:rect b="b" l="l" r="r" t="t"/>
              <a:pathLst>
                <a:path extrusionOk="0" h="953" w="953">
                  <a:moveTo>
                    <a:pt x="286" y="0"/>
                  </a:moveTo>
                  <a:lnTo>
                    <a:pt x="286" y="0"/>
                  </a:lnTo>
                  <a:cubicBezTo>
                    <a:pt x="119" y="96"/>
                    <a:pt x="0" y="238"/>
                    <a:pt x="0" y="453"/>
                  </a:cubicBezTo>
                  <a:cubicBezTo>
                    <a:pt x="0" y="715"/>
                    <a:pt x="238" y="953"/>
                    <a:pt x="500" y="953"/>
                  </a:cubicBezTo>
                  <a:cubicBezTo>
                    <a:pt x="691" y="953"/>
                    <a:pt x="857" y="834"/>
                    <a:pt x="953" y="691"/>
                  </a:cubicBezTo>
                  <a:lnTo>
                    <a:pt x="953" y="691"/>
                  </a:lnTo>
                  <a:cubicBezTo>
                    <a:pt x="881" y="715"/>
                    <a:pt x="810" y="762"/>
                    <a:pt x="715" y="762"/>
                  </a:cubicBezTo>
                  <a:cubicBezTo>
                    <a:pt x="453" y="762"/>
                    <a:pt x="214" y="524"/>
                    <a:pt x="214" y="238"/>
                  </a:cubicBezTo>
                  <a:cubicBezTo>
                    <a:pt x="214" y="167"/>
                    <a:pt x="238" y="96"/>
                    <a:pt x="28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96"/>
            <p:cNvSpPr/>
            <p:nvPr/>
          </p:nvSpPr>
          <p:spPr>
            <a:xfrm>
              <a:off x="1167122" y="3319479"/>
              <a:ext cx="33254" cy="32475"/>
            </a:xfrm>
            <a:custGeom>
              <a:rect b="b" l="l" r="r" t="t"/>
              <a:pathLst>
                <a:path extrusionOk="0" h="1001" w="1025">
                  <a:moveTo>
                    <a:pt x="525" y="1"/>
                  </a:moveTo>
                  <a:cubicBezTo>
                    <a:pt x="239" y="1"/>
                    <a:pt x="1" y="239"/>
                    <a:pt x="1" y="501"/>
                  </a:cubicBezTo>
                  <a:cubicBezTo>
                    <a:pt x="1" y="763"/>
                    <a:pt x="239" y="1001"/>
                    <a:pt x="525" y="1001"/>
                  </a:cubicBezTo>
                  <a:cubicBezTo>
                    <a:pt x="787" y="1001"/>
                    <a:pt x="1025" y="763"/>
                    <a:pt x="1025" y="501"/>
                  </a:cubicBezTo>
                  <a:cubicBezTo>
                    <a:pt x="1025" y="239"/>
                    <a:pt x="787" y="1"/>
                    <a:pt x="525"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96"/>
            <p:cNvSpPr/>
            <p:nvPr/>
          </p:nvSpPr>
          <p:spPr>
            <a:xfrm>
              <a:off x="1167122" y="3321037"/>
              <a:ext cx="30950" cy="30918"/>
            </a:xfrm>
            <a:custGeom>
              <a:rect b="b" l="l" r="r" t="t"/>
              <a:pathLst>
                <a:path extrusionOk="0" h="953" w="954">
                  <a:moveTo>
                    <a:pt x="286" y="0"/>
                  </a:moveTo>
                  <a:lnTo>
                    <a:pt x="286" y="0"/>
                  </a:lnTo>
                  <a:cubicBezTo>
                    <a:pt x="120" y="96"/>
                    <a:pt x="1" y="238"/>
                    <a:pt x="1" y="453"/>
                  </a:cubicBezTo>
                  <a:cubicBezTo>
                    <a:pt x="1" y="715"/>
                    <a:pt x="239" y="953"/>
                    <a:pt x="525" y="953"/>
                  </a:cubicBezTo>
                  <a:cubicBezTo>
                    <a:pt x="691" y="953"/>
                    <a:pt x="882" y="834"/>
                    <a:pt x="953" y="691"/>
                  </a:cubicBezTo>
                  <a:lnTo>
                    <a:pt x="953" y="691"/>
                  </a:lnTo>
                  <a:cubicBezTo>
                    <a:pt x="882" y="715"/>
                    <a:pt x="810" y="762"/>
                    <a:pt x="715" y="762"/>
                  </a:cubicBezTo>
                  <a:cubicBezTo>
                    <a:pt x="453" y="762"/>
                    <a:pt x="215" y="524"/>
                    <a:pt x="215" y="238"/>
                  </a:cubicBezTo>
                  <a:cubicBezTo>
                    <a:pt x="215" y="167"/>
                    <a:pt x="239" y="96"/>
                    <a:pt x="28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96"/>
            <p:cNvSpPr/>
            <p:nvPr/>
          </p:nvSpPr>
          <p:spPr>
            <a:xfrm>
              <a:off x="1131598" y="3257514"/>
              <a:ext cx="10836" cy="18752"/>
            </a:xfrm>
            <a:custGeom>
              <a:rect b="b" l="l" r="r" t="t"/>
              <a:pathLst>
                <a:path extrusionOk="0" h="578" w="334">
                  <a:moveTo>
                    <a:pt x="180" y="1"/>
                  </a:moveTo>
                  <a:cubicBezTo>
                    <a:pt x="168" y="1"/>
                    <a:pt x="156" y="2"/>
                    <a:pt x="143" y="6"/>
                  </a:cubicBezTo>
                  <a:cubicBezTo>
                    <a:pt x="72" y="6"/>
                    <a:pt x="0" y="53"/>
                    <a:pt x="0" y="148"/>
                  </a:cubicBezTo>
                  <a:lnTo>
                    <a:pt x="0" y="387"/>
                  </a:lnTo>
                  <a:cubicBezTo>
                    <a:pt x="0" y="482"/>
                    <a:pt x="72" y="529"/>
                    <a:pt x="143" y="577"/>
                  </a:cubicBezTo>
                  <a:cubicBezTo>
                    <a:pt x="238" y="577"/>
                    <a:pt x="334" y="506"/>
                    <a:pt x="334" y="410"/>
                  </a:cubicBezTo>
                  <a:lnTo>
                    <a:pt x="334" y="148"/>
                  </a:lnTo>
                  <a:cubicBezTo>
                    <a:pt x="334" y="66"/>
                    <a:pt x="262" y="1"/>
                    <a:pt x="1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96"/>
            <p:cNvSpPr/>
            <p:nvPr/>
          </p:nvSpPr>
          <p:spPr>
            <a:xfrm>
              <a:off x="1225065" y="3257514"/>
              <a:ext cx="10868" cy="18752"/>
            </a:xfrm>
            <a:custGeom>
              <a:rect b="b" l="l" r="r" t="t"/>
              <a:pathLst>
                <a:path extrusionOk="0" h="578" w="335">
                  <a:moveTo>
                    <a:pt x="197" y="1"/>
                  </a:moveTo>
                  <a:cubicBezTo>
                    <a:pt x="187" y="1"/>
                    <a:pt x="177" y="2"/>
                    <a:pt x="167" y="6"/>
                  </a:cubicBezTo>
                  <a:cubicBezTo>
                    <a:pt x="72" y="6"/>
                    <a:pt x="1" y="53"/>
                    <a:pt x="1" y="148"/>
                  </a:cubicBezTo>
                  <a:lnTo>
                    <a:pt x="1" y="387"/>
                  </a:lnTo>
                  <a:cubicBezTo>
                    <a:pt x="1" y="482"/>
                    <a:pt x="72" y="529"/>
                    <a:pt x="167" y="577"/>
                  </a:cubicBezTo>
                  <a:cubicBezTo>
                    <a:pt x="239" y="577"/>
                    <a:pt x="334" y="506"/>
                    <a:pt x="334" y="410"/>
                  </a:cubicBezTo>
                  <a:lnTo>
                    <a:pt x="334" y="148"/>
                  </a:lnTo>
                  <a:cubicBezTo>
                    <a:pt x="334" y="66"/>
                    <a:pt x="262"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96"/>
            <p:cNvSpPr/>
            <p:nvPr/>
          </p:nvSpPr>
          <p:spPr>
            <a:xfrm>
              <a:off x="1165597" y="3265106"/>
              <a:ext cx="35557" cy="15767"/>
            </a:xfrm>
            <a:custGeom>
              <a:rect b="b" l="l" r="r" t="t"/>
              <a:pathLst>
                <a:path extrusionOk="0" h="486" w="1096">
                  <a:moveTo>
                    <a:pt x="903" y="0"/>
                  </a:moveTo>
                  <a:cubicBezTo>
                    <a:pt x="855" y="0"/>
                    <a:pt x="801" y="18"/>
                    <a:pt x="762" y="57"/>
                  </a:cubicBezTo>
                  <a:cubicBezTo>
                    <a:pt x="714" y="129"/>
                    <a:pt x="619" y="153"/>
                    <a:pt x="524" y="153"/>
                  </a:cubicBezTo>
                  <a:cubicBezTo>
                    <a:pt x="452" y="153"/>
                    <a:pt x="357" y="129"/>
                    <a:pt x="286" y="57"/>
                  </a:cubicBezTo>
                  <a:cubicBezTo>
                    <a:pt x="258" y="29"/>
                    <a:pt x="214" y="18"/>
                    <a:pt x="163" y="18"/>
                  </a:cubicBezTo>
                  <a:cubicBezTo>
                    <a:pt x="127" y="18"/>
                    <a:pt x="87" y="24"/>
                    <a:pt x="48" y="33"/>
                  </a:cubicBezTo>
                  <a:cubicBezTo>
                    <a:pt x="0" y="105"/>
                    <a:pt x="0" y="176"/>
                    <a:pt x="24" y="272"/>
                  </a:cubicBezTo>
                  <a:cubicBezTo>
                    <a:pt x="143" y="414"/>
                    <a:pt x="333" y="486"/>
                    <a:pt x="500" y="486"/>
                  </a:cubicBezTo>
                  <a:cubicBezTo>
                    <a:pt x="691" y="486"/>
                    <a:pt x="857" y="391"/>
                    <a:pt x="976" y="272"/>
                  </a:cubicBezTo>
                  <a:cubicBezTo>
                    <a:pt x="1095" y="176"/>
                    <a:pt x="1095" y="105"/>
                    <a:pt x="1000" y="33"/>
                  </a:cubicBezTo>
                  <a:cubicBezTo>
                    <a:pt x="979" y="12"/>
                    <a:pt x="943" y="0"/>
                    <a:pt x="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96"/>
            <p:cNvSpPr/>
            <p:nvPr/>
          </p:nvSpPr>
          <p:spPr>
            <a:xfrm>
              <a:off x="1101459" y="3237594"/>
              <a:ext cx="164581" cy="61835"/>
            </a:xfrm>
            <a:custGeom>
              <a:rect b="b" l="l" r="r" t="t"/>
              <a:pathLst>
                <a:path extrusionOk="0" h="1906" w="5073">
                  <a:moveTo>
                    <a:pt x="4525" y="286"/>
                  </a:moveTo>
                  <a:cubicBezTo>
                    <a:pt x="4644" y="286"/>
                    <a:pt x="4763" y="381"/>
                    <a:pt x="4763" y="524"/>
                  </a:cubicBezTo>
                  <a:lnTo>
                    <a:pt x="4763" y="1358"/>
                  </a:lnTo>
                  <a:cubicBezTo>
                    <a:pt x="4739" y="1501"/>
                    <a:pt x="4644" y="1596"/>
                    <a:pt x="4525" y="1596"/>
                  </a:cubicBezTo>
                  <a:lnTo>
                    <a:pt x="548" y="1596"/>
                  </a:lnTo>
                  <a:cubicBezTo>
                    <a:pt x="429" y="1596"/>
                    <a:pt x="310" y="1501"/>
                    <a:pt x="310" y="1358"/>
                  </a:cubicBezTo>
                  <a:lnTo>
                    <a:pt x="310" y="524"/>
                  </a:lnTo>
                  <a:cubicBezTo>
                    <a:pt x="310" y="405"/>
                    <a:pt x="405" y="286"/>
                    <a:pt x="548" y="286"/>
                  </a:cubicBezTo>
                  <a:close/>
                  <a:moveTo>
                    <a:pt x="548" y="0"/>
                  </a:moveTo>
                  <a:cubicBezTo>
                    <a:pt x="239" y="0"/>
                    <a:pt x="0" y="238"/>
                    <a:pt x="0" y="524"/>
                  </a:cubicBezTo>
                  <a:lnTo>
                    <a:pt x="0" y="1358"/>
                  </a:lnTo>
                  <a:cubicBezTo>
                    <a:pt x="0" y="1667"/>
                    <a:pt x="239" y="1905"/>
                    <a:pt x="548" y="1905"/>
                  </a:cubicBezTo>
                  <a:lnTo>
                    <a:pt x="4525" y="1905"/>
                  </a:lnTo>
                  <a:cubicBezTo>
                    <a:pt x="4835" y="1905"/>
                    <a:pt x="5073" y="1667"/>
                    <a:pt x="5073" y="1358"/>
                  </a:cubicBezTo>
                  <a:lnTo>
                    <a:pt x="5073" y="524"/>
                  </a:lnTo>
                  <a:cubicBezTo>
                    <a:pt x="5073" y="238"/>
                    <a:pt x="4835" y="0"/>
                    <a:pt x="4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96"/>
            <p:cNvSpPr/>
            <p:nvPr/>
          </p:nvSpPr>
          <p:spPr>
            <a:xfrm>
              <a:off x="1085237" y="3314840"/>
              <a:ext cx="42532" cy="41753"/>
            </a:xfrm>
            <a:custGeom>
              <a:rect b="b" l="l" r="r" t="t"/>
              <a:pathLst>
                <a:path extrusionOk="0" h="1287" w="1311">
                  <a:moveTo>
                    <a:pt x="667" y="358"/>
                  </a:moveTo>
                  <a:cubicBezTo>
                    <a:pt x="834" y="358"/>
                    <a:pt x="977" y="501"/>
                    <a:pt x="977" y="668"/>
                  </a:cubicBezTo>
                  <a:cubicBezTo>
                    <a:pt x="977" y="834"/>
                    <a:pt x="834" y="1001"/>
                    <a:pt x="667" y="1001"/>
                  </a:cubicBezTo>
                  <a:cubicBezTo>
                    <a:pt x="477" y="1001"/>
                    <a:pt x="334" y="858"/>
                    <a:pt x="334" y="668"/>
                  </a:cubicBezTo>
                  <a:cubicBezTo>
                    <a:pt x="334" y="501"/>
                    <a:pt x="477" y="358"/>
                    <a:pt x="667" y="358"/>
                  </a:cubicBezTo>
                  <a:close/>
                  <a:moveTo>
                    <a:pt x="667" y="1"/>
                  </a:moveTo>
                  <a:cubicBezTo>
                    <a:pt x="310" y="1"/>
                    <a:pt x="0" y="287"/>
                    <a:pt x="0" y="644"/>
                  </a:cubicBezTo>
                  <a:cubicBezTo>
                    <a:pt x="0" y="1001"/>
                    <a:pt x="310" y="1287"/>
                    <a:pt x="667" y="1287"/>
                  </a:cubicBezTo>
                  <a:cubicBezTo>
                    <a:pt x="1024" y="1287"/>
                    <a:pt x="1310" y="1001"/>
                    <a:pt x="1310" y="644"/>
                  </a:cubicBezTo>
                  <a:cubicBezTo>
                    <a:pt x="1310" y="287"/>
                    <a:pt x="1024" y="1"/>
                    <a:pt x="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96"/>
            <p:cNvSpPr/>
            <p:nvPr/>
          </p:nvSpPr>
          <p:spPr>
            <a:xfrm>
              <a:off x="1239761" y="3314840"/>
              <a:ext cx="42500" cy="42532"/>
            </a:xfrm>
            <a:custGeom>
              <a:rect b="b" l="l" r="r" t="t"/>
              <a:pathLst>
                <a:path extrusionOk="0" h="1311" w="1310">
                  <a:moveTo>
                    <a:pt x="667" y="310"/>
                  </a:moveTo>
                  <a:cubicBezTo>
                    <a:pt x="834" y="310"/>
                    <a:pt x="977" y="477"/>
                    <a:pt x="977" y="644"/>
                  </a:cubicBezTo>
                  <a:cubicBezTo>
                    <a:pt x="977" y="834"/>
                    <a:pt x="834" y="977"/>
                    <a:pt x="667" y="977"/>
                  </a:cubicBezTo>
                  <a:cubicBezTo>
                    <a:pt x="476" y="977"/>
                    <a:pt x="334" y="834"/>
                    <a:pt x="334" y="644"/>
                  </a:cubicBezTo>
                  <a:cubicBezTo>
                    <a:pt x="334" y="477"/>
                    <a:pt x="476" y="310"/>
                    <a:pt x="667" y="310"/>
                  </a:cubicBezTo>
                  <a:close/>
                  <a:moveTo>
                    <a:pt x="643" y="1"/>
                  </a:moveTo>
                  <a:cubicBezTo>
                    <a:pt x="310" y="1"/>
                    <a:pt x="0" y="287"/>
                    <a:pt x="0" y="644"/>
                  </a:cubicBezTo>
                  <a:cubicBezTo>
                    <a:pt x="0" y="1001"/>
                    <a:pt x="310" y="1311"/>
                    <a:pt x="643" y="1311"/>
                  </a:cubicBezTo>
                  <a:cubicBezTo>
                    <a:pt x="1000" y="1311"/>
                    <a:pt x="1310" y="1001"/>
                    <a:pt x="1310" y="644"/>
                  </a:cubicBezTo>
                  <a:cubicBezTo>
                    <a:pt x="1310" y="287"/>
                    <a:pt x="1000"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96"/>
            <p:cNvSpPr/>
            <p:nvPr/>
          </p:nvSpPr>
          <p:spPr>
            <a:xfrm>
              <a:off x="1162483" y="3314840"/>
              <a:ext cx="42532" cy="41753"/>
            </a:xfrm>
            <a:custGeom>
              <a:rect b="b" l="l" r="r" t="t"/>
              <a:pathLst>
                <a:path extrusionOk="0" h="1287" w="1311">
                  <a:moveTo>
                    <a:pt x="668" y="358"/>
                  </a:moveTo>
                  <a:cubicBezTo>
                    <a:pt x="834" y="358"/>
                    <a:pt x="977" y="501"/>
                    <a:pt x="977" y="668"/>
                  </a:cubicBezTo>
                  <a:cubicBezTo>
                    <a:pt x="977" y="834"/>
                    <a:pt x="834" y="1001"/>
                    <a:pt x="668" y="1001"/>
                  </a:cubicBezTo>
                  <a:cubicBezTo>
                    <a:pt x="477" y="1001"/>
                    <a:pt x="334" y="858"/>
                    <a:pt x="334" y="668"/>
                  </a:cubicBezTo>
                  <a:cubicBezTo>
                    <a:pt x="334" y="501"/>
                    <a:pt x="477" y="358"/>
                    <a:pt x="668" y="358"/>
                  </a:cubicBezTo>
                  <a:close/>
                  <a:moveTo>
                    <a:pt x="668" y="1"/>
                  </a:moveTo>
                  <a:cubicBezTo>
                    <a:pt x="310" y="1"/>
                    <a:pt x="1" y="287"/>
                    <a:pt x="1" y="644"/>
                  </a:cubicBezTo>
                  <a:cubicBezTo>
                    <a:pt x="1" y="1001"/>
                    <a:pt x="310" y="1287"/>
                    <a:pt x="668" y="1287"/>
                  </a:cubicBezTo>
                  <a:cubicBezTo>
                    <a:pt x="1025" y="1287"/>
                    <a:pt x="1311" y="1001"/>
                    <a:pt x="1311" y="644"/>
                  </a:cubicBezTo>
                  <a:cubicBezTo>
                    <a:pt x="1311" y="287"/>
                    <a:pt x="1025" y="1"/>
                    <a:pt x="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96"/>
            <p:cNvSpPr/>
            <p:nvPr/>
          </p:nvSpPr>
          <p:spPr>
            <a:xfrm>
              <a:off x="1034238" y="3031293"/>
              <a:ext cx="300580" cy="353137"/>
            </a:xfrm>
            <a:custGeom>
              <a:rect b="b" l="l" r="r" t="t"/>
              <a:pathLst>
                <a:path extrusionOk="0" h="10885" w="9265">
                  <a:moveTo>
                    <a:pt x="5454" y="310"/>
                  </a:moveTo>
                  <a:cubicBezTo>
                    <a:pt x="5645" y="310"/>
                    <a:pt x="5835" y="477"/>
                    <a:pt x="5835" y="692"/>
                  </a:cubicBezTo>
                  <a:lnTo>
                    <a:pt x="5835" y="1120"/>
                  </a:lnTo>
                  <a:lnTo>
                    <a:pt x="3358" y="1120"/>
                  </a:lnTo>
                  <a:lnTo>
                    <a:pt x="3358" y="692"/>
                  </a:lnTo>
                  <a:cubicBezTo>
                    <a:pt x="3358" y="477"/>
                    <a:pt x="3549" y="310"/>
                    <a:pt x="3739" y="310"/>
                  </a:cubicBezTo>
                  <a:close/>
                  <a:moveTo>
                    <a:pt x="6550" y="1430"/>
                  </a:moveTo>
                  <a:cubicBezTo>
                    <a:pt x="6931" y="1430"/>
                    <a:pt x="7264" y="1763"/>
                    <a:pt x="7264" y="2168"/>
                  </a:cubicBezTo>
                  <a:lnTo>
                    <a:pt x="7264" y="3406"/>
                  </a:lnTo>
                  <a:lnTo>
                    <a:pt x="3454" y="3406"/>
                  </a:lnTo>
                  <a:cubicBezTo>
                    <a:pt x="3358" y="3406"/>
                    <a:pt x="3311" y="3454"/>
                    <a:pt x="3311" y="3525"/>
                  </a:cubicBezTo>
                  <a:cubicBezTo>
                    <a:pt x="3263" y="3621"/>
                    <a:pt x="3358" y="3740"/>
                    <a:pt x="3454" y="3740"/>
                  </a:cubicBezTo>
                  <a:lnTo>
                    <a:pt x="7359" y="3740"/>
                  </a:lnTo>
                  <a:lnTo>
                    <a:pt x="8717" y="5526"/>
                  </a:lnTo>
                  <a:lnTo>
                    <a:pt x="7621" y="5526"/>
                  </a:lnTo>
                  <a:cubicBezTo>
                    <a:pt x="7526" y="5526"/>
                    <a:pt x="7478" y="5573"/>
                    <a:pt x="7478" y="5669"/>
                  </a:cubicBezTo>
                  <a:cubicBezTo>
                    <a:pt x="7478" y="5764"/>
                    <a:pt x="7526" y="5812"/>
                    <a:pt x="7621" y="5812"/>
                  </a:cubicBezTo>
                  <a:lnTo>
                    <a:pt x="8907" y="5812"/>
                  </a:lnTo>
                  <a:lnTo>
                    <a:pt x="8907" y="9884"/>
                  </a:lnTo>
                  <a:cubicBezTo>
                    <a:pt x="8907" y="10241"/>
                    <a:pt x="8598" y="10551"/>
                    <a:pt x="8240" y="10551"/>
                  </a:cubicBezTo>
                  <a:lnTo>
                    <a:pt x="953" y="10551"/>
                  </a:lnTo>
                  <a:cubicBezTo>
                    <a:pt x="596" y="10551"/>
                    <a:pt x="286" y="10241"/>
                    <a:pt x="286" y="9884"/>
                  </a:cubicBezTo>
                  <a:lnTo>
                    <a:pt x="286" y="5812"/>
                  </a:lnTo>
                  <a:lnTo>
                    <a:pt x="6954" y="5812"/>
                  </a:lnTo>
                  <a:cubicBezTo>
                    <a:pt x="7026" y="5812"/>
                    <a:pt x="7121" y="5764"/>
                    <a:pt x="7121" y="5693"/>
                  </a:cubicBezTo>
                  <a:cubicBezTo>
                    <a:pt x="7145" y="5597"/>
                    <a:pt x="7050" y="5526"/>
                    <a:pt x="6954" y="5526"/>
                  </a:cubicBezTo>
                  <a:lnTo>
                    <a:pt x="477" y="5526"/>
                  </a:lnTo>
                  <a:lnTo>
                    <a:pt x="1834" y="3740"/>
                  </a:lnTo>
                  <a:lnTo>
                    <a:pt x="2834" y="3740"/>
                  </a:lnTo>
                  <a:cubicBezTo>
                    <a:pt x="2906" y="3740"/>
                    <a:pt x="2977" y="3668"/>
                    <a:pt x="2977" y="3573"/>
                  </a:cubicBezTo>
                  <a:lnTo>
                    <a:pt x="2977" y="3549"/>
                  </a:lnTo>
                  <a:cubicBezTo>
                    <a:pt x="2977" y="3454"/>
                    <a:pt x="2882" y="3406"/>
                    <a:pt x="2834" y="3406"/>
                  </a:cubicBezTo>
                  <a:lnTo>
                    <a:pt x="1930" y="3406"/>
                  </a:lnTo>
                  <a:lnTo>
                    <a:pt x="1930" y="2168"/>
                  </a:lnTo>
                  <a:cubicBezTo>
                    <a:pt x="1930" y="1763"/>
                    <a:pt x="2263" y="1430"/>
                    <a:pt x="2668" y="1430"/>
                  </a:cubicBezTo>
                  <a:close/>
                  <a:moveTo>
                    <a:pt x="3739" y="1"/>
                  </a:moveTo>
                  <a:cubicBezTo>
                    <a:pt x="3358" y="1"/>
                    <a:pt x="3073" y="334"/>
                    <a:pt x="3073" y="692"/>
                  </a:cubicBezTo>
                  <a:lnTo>
                    <a:pt x="3073" y="1120"/>
                  </a:lnTo>
                  <a:lnTo>
                    <a:pt x="2668" y="1120"/>
                  </a:lnTo>
                  <a:cubicBezTo>
                    <a:pt x="2072" y="1120"/>
                    <a:pt x="1596" y="1596"/>
                    <a:pt x="1596" y="2192"/>
                  </a:cubicBezTo>
                  <a:lnTo>
                    <a:pt x="1596" y="3525"/>
                  </a:lnTo>
                  <a:lnTo>
                    <a:pt x="24" y="5573"/>
                  </a:lnTo>
                  <a:cubicBezTo>
                    <a:pt x="1" y="5597"/>
                    <a:pt x="1" y="5645"/>
                    <a:pt x="1" y="5669"/>
                  </a:cubicBezTo>
                  <a:lnTo>
                    <a:pt x="1" y="9884"/>
                  </a:lnTo>
                  <a:cubicBezTo>
                    <a:pt x="1" y="10432"/>
                    <a:pt x="453" y="10884"/>
                    <a:pt x="977" y="10884"/>
                  </a:cubicBezTo>
                  <a:lnTo>
                    <a:pt x="8264" y="10884"/>
                  </a:lnTo>
                  <a:cubicBezTo>
                    <a:pt x="8812" y="10884"/>
                    <a:pt x="9264" y="10432"/>
                    <a:pt x="9264" y="9884"/>
                  </a:cubicBezTo>
                  <a:lnTo>
                    <a:pt x="9264" y="5669"/>
                  </a:lnTo>
                  <a:cubicBezTo>
                    <a:pt x="9264" y="5645"/>
                    <a:pt x="9264" y="5597"/>
                    <a:pt x="9217" y="5573"/>
                  </a:cubicBezTo>
                  <a:lnTo>
                    <a:pt x="7645" y="3525"/>
                  </a:lnTo>
                  <a:lnTo>
                    <a:pt x="7645" y="2192"/>
                  </a:lnTo>
                  <a:cubicBezTo>
                    <a:pt x="7645" y="1596"/>
                    <a:pt x="7169" y="1120"/>
                    <a:pt x="6573" y="1120"/>
                  </a:cubicBezTo>
                  <a:lnTo>
                    <a:pt x="6168" y="1120"/>
                  </a:lnTo>
                  <a:lnTo>
                    <a:pt x="6168" y="692"/>
                  </a:lnTo>
                  <a:cubicBezTo>
                    <a:pt x="6168" y="310"/>
                    <a:pt x="5835"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6" name="Google Shape;21006;p96"/>
          <p:cNvGrpSpPr/>
          <p:nvPr/>
        </p:nvGrpSpPr>
        <p:grpSpPr>
          <a:xfrm>
            <a:off x="1736897" y="2878698"/>
            <a:ext cx="361604" cy="352942"/>
            <a:chOff x="1738856" y="3031098"/>
            <a:chExt cx="361604" cy="352942"/>
          </a:xfrm>
        </p:grpSpPr>
        <p:sp>
          <p:nvSpPr>
            <p:cNvPr id="21007" name="Google Shape;21007;p96"/>
            <p:cNvSpPr/>
            <p:nvPr/>
          </p:nvSpPr>
          <p:spPr>
            <a:xfrm>
              <a:off x="1996125" y="3056014"/>
              <a:ext cx="77310" cy="77310"/>
            </a:xfrm>
            <a:custGeom>
              <a:rect b="b" l="l" r="r" t="t"/>
              <a:pathLst>
                <a:path extrusionOk="0" h="2383" w="2383">
                  <a:moveTo>
                    <a:pt x="1429" y="1"/>
                  </a:moveTo>
                  <a:lnTo>
                    <a:pt x="1" y="1430"/>
                  </a:lnTo>
                  <a:lnTo>
                    <a:pt x="953" y="2382"/>
                  </a:lnTo>
                  <a:lnTo>
                    <a:pt x="2382" y="954"/>
                  </a:lnTo>
                  <a:lnTo>
                    <a:pt x="1429"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96"/>
            <p:cNvSpPr/>
            <p:nvPr/>
          </p:nvSpPr>
          <p:spPr>
            <a:xfrm>
              <a:off x="2012347" y="3073014"/>
              <a:ext cx="60311" cy="60311"/>
            </a:xfrm>
            <a:custGeom>
              <a:rect b="b" l="l" r="r" t="t"/>
              <a:pathLst>
                <a:path extrusionOk="0" h="1859" w="1859">
                  <a:moveTo>
                    <a:pt x="1430" y="1"/>
                  </a:moveTo>
                  <a:lnTo>
                    <a:pt x="1" y="1430"/>
                  </a:lnTo>
                  <a:lnTo>
                    <a:pt x="429" y="1858"/>
                  </a:lnTo>
                  <a:lnTo>
                    <a:pt x="1858" y="406"/>
                  </a:lnTo>
                  <a:lnTo>
                    <a:pt x="1430"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96"/>
            <p:cNvSpPr/>
            <p:nvPr/>
          </p:nvSpPr>
          <p:spPr>
            <a:xfrm>
              <a:off x="1748881" y="3300955"/>
              <a:ext cx="78089" cy="77473"/>
            </a:xfrm>
            <a:custGeom>
              <a:rect b="b" l="l" r="r" t="t"/>
              <a:pathLst>
                <a:path extrusionOk="0" h="2388" w="2407">
                  <a:moveTo>
                    <a:pt x="977" y="0"/>
                  </a:moveTo>
                  <a:cubicBezTo>
                    <a:pt x="644" y="334"/>
                    <a:pt x="596" y="715"/>
                    <a:pt x="620" y="953"/>
                  </a:cubicBezTo>
                  <a:cubicBezTo>
                    <a:pt x="620" y="1096"/>
                    <a:pt x="596" y="1215"/>
                    <a:pt x="477" y="1310"/>
                  </a:cubicBezTo>
                  <a:lnTo>
                    <a:pt x="96" y="1691"/>
                  </a:lnTo>
                  <a:cubicBezTo>
                    <a:pt x="1" y="1786"/>
                    <a:pt x="1" y="1929"/>
                    <a:pt x="96" y="2024"/>
                  </a:cubicBezTo>
                  <a:lnTo>
                    <a:pt x="382" y="2334"/>
                  </a:lnTo>
                  <a:cubicBezTo>
                    <a:pt x="430" y="2370"/>
                    <a:pt x="489" y="2388"/>
                    <a:pt x="549" y="2388"/>
                  </a:cubicBezTo>
                  <a:cubicBezTo>
                    <a:pt x="608" y="2388"/>
                    <a:pt x="668" y="2370"/>
                    <a:pt x="715" y="2334"/>
                  </a:cubicBezTo>
                  <a:lnTo>
                    <a:pt x="1096" y="1929"/>
                  </a:lnTo>
                  <a:cubicBezTo>
                    <a:pt x="1192" y="1858"/>
                    <a:pt x="1335" y="1786"/>
                    <a:pt x="1454" y="1786"/>
                  </a:cubicBezTo>
                  <a:cubicBezTo>
                    <a:pt x="1692" y="1786"/>
                    <a:pt x="2073" y="1762"/>
                    <a:pt x="2406" y="1429"/>
                  </a:cubicBezTo>
                  <a:lnTo>
                    <a:pt x="2001" y="453"/>
                  </a:lnTo>
                  <a:lnTo>
                    <a:pt x="977"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96"/>
            <p:cNvSpPr/>
            <p:nvPr/>
          </p:nvSpPr>
          <p:spPr>
            <a:xfrm>
              <a:off x="1750438" y="3311758"/>
              <a:ext cx="77310" cy="68032"/>
            </a:xfrm>
            <a:custGeom>
              <a:rect b="b" l="l" r="r" t="t"/>
              <a:pathLst>
                <a:path extrusionOk="0" h="2097" w="2383">
                  <a:moveTo>
                    <a:pt x="1644" y="1"/>
                  </a:moveTo>
                  <a:lnTo>
                    <a:pt x="1953" y="715"/>
                  </a:lnTo>
                  <a:cubicBezTo>
                    <a:pt x="1666" y="1002"/>
                    <a:pt x="1343" y="1077"/>
                    <a:pt x="1107" y="1077"/>
                  </a:cubicBezTo>
                  <a:cubicBezTo>
                    <a:pt x="1069" y="1077"/>
                    <a:pt x="1034" y="1075"/>
                    <a:pt x="1001" y="1072"/>
                  </a:cubicBezTo>
                  <a:cubicBezTo>
                    <a:pt x="834" y="1072"/>
                    <a:pt x="715" y="1096"/>
                    <a:pt x="644" y="1215"/>
                  </a:cubicBezTo>
                  <a:lnTo>
                    <a:pt x="239" y="1596"/>
                  </a:lnTo>
                  <a:cubicBezTo>
                    <a:pt x="203" y="1650"/>
                    <a:pt x="127" y="1676"/>
                    <a:pt x="61" y="1676"/>
                  </a:cubicBezTo>
                  <a:cubicBezTo>
                    <a:pt x="39" y="1676"/>
                    <a:pt x="18" y="1673"/>
                    <a:pt x="1" y="1668"/>
                  </a:cubicBezTo>
                  <a:lnTo>
                    <a:pt x="1" y="1668"/>
                  </a:lnTo>
                  <a:cubicBezTo>
                    <a:pt x="1" y="1691"/>
                    <a:pt x="48" y="1715"/>
                    <a:pt x="72" y="1715"/>
                  </a:cubicBezTo>
                  <a:lnTo>
                    <a:pt x="358" y="2025"/>
                  </a:lnTo>
                  <a:cubicBezTo>
                    <a:pt x="405" y="2072"/>
                    <a:pt x="465" y="2096"/>
                    <a:pt x="524" y="2096"/>
                  </a:cubicBezTo>
                  <a:cubicBezTo>
                    <a:pt x="584" y="2096"/>
                    <a:pt x="644" y="2072"/>
                    <a:pt x="691" y="2025"/>
                  </a:cubicBezTo>
                  <a:lnTo>
                    <a:pt x="1072" y="1644"/>
                  </a:lnTo>
                  <a:cubicBezTo>
                    <a:pt x="1167" y="1548"/>
                    <a:pt x="1310" y="1477"/>
                    <a:pt x="1429" y="1477"/>
                  </a:cubicBezTo>
                  <a:cubicBezTo>
                    <a:pt x="1668" y="1477"/>
                    <a:pt x="2049" y="1453"/>
                    <a:pt x="2382" y="1120"/>
                  </a:cubicBezTo>
                  <a:lnTo>
                    <a:pt x="1953" y="120"/>
                  </a:lnTo>
                  <a:lnTo>
                    <a:pt x="1644"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96"/>
            <p:cNvSpPr/>
            <p:nvPr/>
          </p:nvSpPr>
          <p:spPr>
            <a:xfrm>
              <a:off x="1762020" y="3068212"/>
              <a:ext cx="300580" cy="294773"/>
            </a:xfrm>
            <a:custGeom>
              <a:rect b="b" l="l" r="r" t="t"/>
              <a:pathLst>
                <a:path extrusionOk="0" h="9086" w="9265">
                  <a:moveTo>
                    <a:pt x="6392" y="0"/>
                  </a:moveTo>
                  <a:cubicBezTo>
                    <a:pt x="6163" y="0"/>
                    <a:pt x="5931" y="89"/>
                    <a:pt x="5740" y="268"/>
                  </a:cubicBezTo>
                  <a:lnTo>
                    <a:pt x="2382" y="3626"/>
                  </a:lnTo>
                  <a:cubicBezTo>
                    <a:pt x="2224" y="3784"/>
                    <a:pt x="1989" y="3877"/>
                    <a:pt x="1761" y="3877"/>
                  </a:cubicBezTo>
                  <a:cubicBezTo>
                    <a:pt x="1680" y="3877"/>
                    <a:pt x="1600" y="3865"/>
                    <a:pt x="1525" y="3840"/>
                  </a:cubicBezTo>
                  <a:cubicBezTo>
                    <a:pt x="1311" y="3792"/>
                    <a:pt x="1072" y="3626"/>
                    <a:pt x="810" y="3435"/>
                  </a:cubicBezTo>
                  <a:cubicBezTo>
                    <a:pt x="766" y="3391"/>
                    <a:pt x="712" y="3372"/>
                    <a:pt x="656" y="3372"/>
                  </a:cubicBezTo>
                  <a:cubicBezTo>
                    <a:pt x="593" y="3372"/>
                    <a:pt x="528" y="3397"/>
                    <a:pt x="477" y="3435"/>
                  </a:cubicBezTo>
                  <a:lnTo>
                    <a:pt x="263" y="3626"/>
                  </a:lnTo>
                  <a:cubicBezTo>
                    <a:pt x="191" y="3721"/>
                    <a:pt x="191" y="3864"/>
                    <a:pt x="263" y="3959"/>
                  </a:cubicBezTo>
                  <a:cubicBezTo>
                    <a:pt x="477" y="4221"/>
                    <a:pt x="620" y="4459"/>
                    <a:pt x="691" y="4674"/>
                  </a:cubicBezTo>
                  <a:cubicBezTo>
                    <a:pt x="787" y="4983"/>
                    <a:pt x="715" y="5293"/>
                    <a:pt x="477" y="5531"/>
                  </a:cubicBezTo>
                  <a:lnTo>
                    <a:pt x="358" y="5650"/>
                  </a:lnTo>
                  <a:cubicBezTo>
                    <a:pt x="1" y="6007"/>
                    <a:pt x="1" y="6579"/>
                    <a:pt x="358" y="6936"/>
                  </a:cubicBezTo>
                  <a:lnTo>
                    <a:pt x="2239" y="8817"/>
                  </a:lnTo>
                  <a:cubicBezTo>
                    <a:pt x="2418" y="8996"/>
                    <a:pt x="2650" y="9085"/>
                    <a:pt x="2882" y="9085"/>
                  </a:cubicBezTo>
                  <a:cubicBezTo>
                    <a:pt x="3115" y="9085"/>
                    <a:pt x="3347" y="8996"/>
                    <a:pt x="3525" y="8817"/>
                  </a:cubicBezTo>
                  <a:lnTo>
                    <a:pt x="6883" y="5459"/>
                  </a:lnTo>
                  <a:cubicBezTo>
                    <a:pt x="7041" y="5302"/>
                    <a:pt x="7277" y="5208"/>
                    <a:pt x="7504" y="5208"/>
                  </a:cubicBezTo>
                  <a:cubicBezTo>
                    <a:pt x="7585" y="5208"/>
                    <a:pt x="7665" y="5220"/>
                    <a:pt x="7740" y="5245"/>
                  </a:cubicBezTo>
                  <a:cubicBezTo>
                    <a:pt x="7955" y="5293"/>
                    <a:pt x="8193" y="5459"/>
                    <a:pt x="8455" y="5650"/>
                  </a:cubicBezTo>
                  <a:cubicBezTo>
                    <a:pt x="8499" y="5694"/>
                    <a:pt x="8554" y="5713"/>
                    <a:pt x="8609" y="5713"/>
                  </a:cubicBezTo>
                  <a:cubicBezTo>
                    <a:pt x="8673" y="5713"/>
                    <a:pt x="8737" y="5688"/>
                    <a:pt x="8788" y="5650"/>
                  </a:cubicBezTo>
                  <a:lnTo>
                    <a:pt x="9003" y="5459"/>
                  </a:lnTo>
                  <a:cubicBezTo>
                    <a:pt x="9050" y="5364"/>
                    <a:pt x="9050" y="5221"/>
                    <a:pt x="9003" y="5126"/>
                  </a:cubicBezTo>
                  <a:cubicBezTo>
                    <a:pt x="8788" y="4864"/>
                    <a:pt x="8645" y="4626"/>
                    <a:pt x="8574" y="4412"/>
                  </a:cubicBezTo>
                  <a:cubicBezTo>
                    <a:pt x="8503" y="4102"/>
                    <a:pt x="8550" y="3792"/>
                    <a:pt x="8788" y="3554"/>
                  </a:cubicBezTo>
                  <a:lnTo>
                    <a:pt x="8907" y="3435"/>
                  </a:lnTo>
                  <a:cubicBezTo>
                    <a:pt x="9265" y="3078"/>
                    <a:pt x="9265" y="2506"/>
                    <a:pt x="8907" y="2149"/>
                  </a:cubicBezTo>
                  <a:lnTo>
                    <a:pt x="7026" y="268"/>
                  </a:lnTo>
                  <a:cubicBezTo>
                    <a:pt x="6847" y="89"/>
                    <a:pt x="6621" y="0"/>
                    <a:pt x="639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96"/>
            <p:cNvSpPr/>
            <p:nvPr/>
          </p:nvSpPr>
          <p:spPr>
            <a:xfrm>
              <a:off x="1819963" y="3223482"/>
              <a:ext cx="215613" cy="140281"/>
            </a:xfrm>
            <a:custGeom>
              <a:rect b="b" l="l" r="r" t="t"/>
              <a:pathLst>
                <a:path extrusionOk="0" h="4324" w="6646">
                  <a:moveTo>
                    <a:pt x="1" y="3650"/>
                  </a:moveTo>
                  <a:lnTo>
                    <a:pt x="1" y="3650"/>
                  </a:lnTo>
                  <a:cubicBezTo>
                    <a:pt x="14" y="3663"/>
                    <a:pt x="27" y="3675"/>
                    <a:pt x="40" y="3687"/>
                  </a:cubicBezTo>
                  <a:lnTo>
                    <a:pt x="40" y="3687"/>
                  </a:lnTo>
                  <a:lnTo>
                    <a:pt x="1" y="3650"/>
                  </a:lnTo>
                  <a:close/>
                  <a:moveTo>
                    <a:pt x="5266" y="0"/>
                  </a:moveTo>
                  <a:cubicBezTo>
                    <a:pt x="5039" y="0"/>
                    <a:pt x="4817" y="73"/>
                    <a:pt x="4645" y="245"/>
                  </a:cubicBezTo>
                  <a:lnTo>
                    <a:pt x="1287" y="3650"/>
                  </a:lnTo>
                  <a:cubicBezTo>
                    <a:pt x="1108" y="3829"/>
                    <a:pt x="876" y="3918"/>
                    <a:pt x="644" y="3918"/>
                  </a:cubicBezTo>
                  <a:cubicBezTo>
                    <a:pt x="428" y="3918"/>
                    <a:pt x="213" y="3841"/>
                    <a:pt x="40" y="3687"/>
                  </a:cubicBezTo>
                  <a:lnTo>
                    <a:pt x="40" y="3687"/>
                  </a:lnTo>
                  <a:lnTo>
                    <a:pt x="430" y="4055"/>
                  </a:lnTo>
                  <a:cubicBezTo>
                    <a:pt x="608" y="4234"/>
                    <a:pt x="840" y="4323"/>
                    <a:pt x="1073" y="4323"/>
                  </a:cubicBezTo>
                  <a:cubicBezTo>
                    <a:pt x="1305" y="4323"/>
                    <a:pt x="1537" y="4234"/>
                    <a:pt x="1716" y="4055"/>
                  </a:cubicBezTo>
                  <a:lnTo>
                    <a:pt x="5073" y="697"/>
                  </a:lnTo>
                  <a:cubicBezTo>
                    <a:pt x="5231" y="539"/>
                    <a:pt x="5467" y="446"/>
                    <a:pt x="5694" y="446"/>
                  </a:cubicBezTo>
                  <a:cubicBezTo>
                    <a:pt x="5775" y="446"/>
                    <a:pt x="5856" y="458"/>
                    <a:pt x="5931" y="483"/>
                  </a:cubicBezTo>
                  <a:cubicBezTo>
                    <a:pt x="6145" y="531"/>
                    <a:pt x="6383" y="697"/>
                    <a:pt x="6645" y="888"/>
                  </a:cubicBezTo>
                  <a:lnTo>
                    <a:pt x="6240" y="459"/>
                  </a:lnTo>
                  <a:cubicBezTo>
                    <a:pt x="5954" y="245"/>
                    <a:pt x="5716" y="102"/>
                    <a:pt x="5526" y="30"/>
                  </a:cubicBezTo>
                  <a:cubicBezTo>
                    <a:pt x="5440" y="11"/>
                    <a:pt x="5353" y="0"/>
                    <a:pt x="5266"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96"/>
            <p:cNvSpPr/>
            <p:nvPr/>
          </p:nvSpPr>
          <p:spPr>
            <a:xfrm>
              <a:off x="1795242" y="3122294"/>
              <a:ext cx="212498" cy="211914"/>
            </a:xfrm>
            <a:custGeom>
              <a:rect b="b" l="l" r="r" t="t"/>
              <a:pathLst>
                <a:path extrusionOk="0" h="6532" w="6550">
                  <a:moveTo>
                    <a:pt x="6112" y="0"/>
                  </a:moveTo>
                  <a:cubicBezTo>
                    <a:pt x="6008" y="0"/>
                    <a:pt x="5907" y="42"/>
                    <a:pt x="5835" y="125"/>
                  </a:cubicBezTo>
                  <a:lnTo>
                    <a:pt x="1" y="5960"/>
                  </a:lnTo>
                  <a:lnTo>
                    <a:pt x="572" y="6531"/>
                  </a:lnTo>
                  <a:lnTo>
                    <a:pt x="6407" y="673"/>
                  </a:lnTo>
                  <a:cubicBezTo>
                    <a:pt x="6550" y="530"/>
                    <a:pt x="6550" y="268"/>
                    <a:pt x="6407" y="125"/>
                  </a:cubicBezTo>
                  <a:cubicBezTo>
                    <a:pt x="6324" y="42"/>
                    <a:pt x="6216" y="0"/>
                    <a:pt x="611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96"/>
            <p:cNvSpPr/>
            <p:nvPr/>
          </p:nvSpPr>
          <p:spPr>
            <a:xfrm>
              <a:off x="1962904" y="3108343"/>
              <a:ext cx="27089" cy="89087"/>
            </a:xfrm>
            <a:custGeom>
              <a:rect b="b" l="l" r="r" t="t"/>
              <a:pathLst>
                <a:path extrusionOk="0" h="2746" w="835">
                  <a:moveTo>
                    <a:pt x="404" y="1"/>
                  </a:moveTo>
                  <a:cubicBezTo>
                    <a:pt x="176" y="1"/>
                    <a:pt x="1" y="197"/>
                    <a:pt x="1" y="412"/>
                  </a:cubicBezTo>
                  <a:lnTo>
                    <a:pt x="1" y="2317"/>
                  </a:lnTo>
                  <a:cubicBezTo>
                    <a:pt x="1" y="2436"/>
                    <a:pt x="72" y="2555"/>
                    <a:pt x="120" y="2603"/>
                  </a:cubicBezTo>
                  <a:cubicBezTo>
                    <a:pt x="215" y="2698"/>
                    <a:pt x="334" y="2722"/>
                    <a:pt x="477" y="2746"/>
                  </a:cubicBezTo>
                  <a:cubicBezTo>
                    <a:pt x="691" y="2722"/>
                    <a:pt x="834" y="2555"/>
                    <a:pt x="834" y="2341"/>
                  </a:cubicBezTo>
                  <a:lnTo>
                    <a:pt x="834" y="436"/>
                  </a:lnTo>
                  <a:cubicBezTo>
                    <a:pt x="834" y="222"/>
                    <a:pt x="691" y="55"/>
                    <a:pt x="477" y="7"/>
                  </a:cubicBezTo>
                  <a:cubicBezTo>
                    <a:pt x="452" y="3"/>
                    <a:pt x="427" y="1"/>
                    <a:pt x="404"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96"/>
            <p:cNvSpPr/>
            <p:nvPr/>
          </p:nvSpPr>
          <p:spPr>
            <a:xfrm>
              <a:off x="1916544" y="3154087"/>
              <a:ext cx="27089" cy="88373"/>
            </a:xfrm>
            <a:custGeom>
              <a:rect b="b" l="l" r="r" t="t"/>
              <a:pathLst>
                <a:path extrusionOk="0" h="2724" w="835">
                  <a:moveTo>
                    <a:pt x="403" y="0"/>
                  </a:moveTo>
                  <a:cubicBezTo>
                    <a:pt x="388" y="0"/>
                    <a:pt x="373" y="1"/>
                    <a:pt x="358" y="2"/>
                  </a:cubicBezTo>
                  <a:cubicBezTo>
                    <a:pt x="167" y="26"/>
                    <a:pt x="1" y="217"/>
                    <a:pt x="1" y="431"/>
                  </a:cubicBezTo>
                  <a:lnTo>
                    <a:pt x="1" y="2336"/>
                  </a:lnTo>
                  <a:cubicBezTo>
                    <a:pt x="1" y="2455"/>
                    <a:pt x="72" y="2574"/>
                    <a:pt x="120" y="2622"/>
                  </a:cubicBezTo>
                  <a:cubicBezTo>
                    <a:pt x="198" y="2681"/>
                    <a:pt x="293" y="2723"/>
                    <a:pt x="403" y="2723"/>
                  </a:cubicBezTo>
                  <a:cubicBezTo>
                    <a:pt x="427" y="2723"/>
                    <a:pt x="452" y="2721"/>
                    <a:pt x="477" y="2717"/>
                  </a:cubicBezTo>
                  <a:cubicBezTo>
                    <a:pt x="691" y="2693"/>
                    <a:pt x="834" y="2503"/>
                    <a:pt x="834" y="2289"/>
                  </a:cubicBezTo>
                  <a:lnTo>
                    <a:pt x="834" y="383"/>
                  </a:lnTo>
                  <a:cubicBezTo>
                    <a:pt x="834" y="160"/>
                    <a:pt x="625" y="0"/>
                    <a:pt x="403"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96"/>
            <p:cNvSpPr/>
            <p:nvPr/>
          </p:nvSpPr>
          <p:spPr>
            <a:xfrm>
              <a:off x="1870184" y="3200415"/>
              <a:ext cx="27089" cy="88406"/>
            </a:xfrm>
            <a:custGeom>
              <a:rect b="b" l="l" r="r" t="t"/>
              <a:pathLst>
                <a:path extrusionOk="0" h="2725" w="835">
                  <a:moveTo>
                    <a:pt x="404" y="1"/>
                  </a:moveTo>
                  <a:cubicBezTo>
                    <a:pt x="388" y="1"/>
                    <a:pt x="373" y="2"/>
                    <a:pt x="358" y="3"/>
                  </a:cubicBezTo>
                  <a:cubicBezTo>
                    <a:pt x="168" y="27"/>
                    <a:pt x="1" y="218"/>
                    <a:pt x="1" y="432"/>
                  </a:cubicBezTo>
                  <a:lnTo>
                    <a:pt x="1" y="2289"/>
                  </a:lnTo>
                  <a:cubicBezTo>
                    <a:pt x="1" y="2408"/>
                    <a:pt x="72" y="2528"/>
                    <a:pt x="120" y="2599"/>
                  </a:cubicBezTo>
                  <a:cubicBezTo>
                    <a:pt x="199" y="2678"/>
                    <a:pt x="294" y="2724"/>
                    <a:pt x="406" y="2724"/>
                  </a:cubicBezTo>
                  <a:cubicBezTo>
                    <a:pt x="429" y="2724"/>
                    <a:pt x="453" y="2722"/>
                    <a:pt x="477" y="2718"/>
                  </a:cubicBezTo>
                  <a:cubicBezTo>
                    <a:pt x="691" y="2694"/>
                    <a:pt x="834" y="2504"/>
                    <a:pt x="834" y="2289"/>
                  </a:cubicBezTo>
                  <a:lnTo>
                    <a:pt x="834" y="384"/>
                  </a:lnTo>
                  <a:cubicBezTo>
                    <a:pt x="834" y="161"/>
                    <a:pt x="626" y="1"/>
                    <a:pt x="404"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96"/>
            <p:cNvSpPr/>
            <p:nvPr/>
          </p:nvSpPr>
          <p:spPr>
            <a:xfrm>
              <a:off x="1825381" y="3246029"/>
              <a:ext cx="26311" cy="88438"/>
            </a:xfrm>
            <a:custGeom>
              <a:rect b="b" l="l" r="r" t="t"/>
              <a:pathLst>
                <a:path extrusionOk="0" h="2726" w="811">
                  <a:moveTo>
                    <a:pt x="383" y="0"/>
                  </a:moveTo>
                  <a:cubicBezTo>
                    <a:pt x="367" y="0"/>
                    <a:pt x="351" y="1"/>
                    <a:pt x="334" y="2"/>
                  </a:cubicBezTo>
                  <a:cubicBezTo>
                    <a:pt x="143" y="26"/>
                    <a:pt x="1" y="217"/>
                    <a:pt x="1" y="407"/>
                  </a:cubicBezTo>
                  <a:lnTo>
                    <a:pt x="1" y="2312"/>
                  </a:lnTo>
                  <a:cubicBezTo>
                    <a:pt x="1" y="2431"/>
                    <a:pt x="48" y="2550"/>
                    <a:pt x="120" y="2622"/>
                  </a:cubicBezTo>
                  <a:cubicBezTo>
                    <a:pt x="156" y="2695"/>
                    <a:pt x="248" y="2726"/>
                    <a:pt x="364" y="2726"/>
                  </a:cubicBezTo>
                  <a:cubicBezTo>
                    <a:pt x="399" y="2726"/>
                    <a:pt x="438" y="2723"/>
                    <a:pt x="477" y="2717"/>
                  </a:cubicBezTo>
                  <a:cubicBezTo>
                    <a:pt x="667" y="2670"/>
                    <a:pt x="810" y="2503"/>
                    <a:pt x="810" y="2288"/>
                  </a:cubicBezTo>
                  <a:lnTo>
                    <a:pt x="810" y="383"/>
                  </a:lnTo>
                  <a:cubicBezTo>
                    <a:pt x="810" y="160"/>
                    <a:pt x="622" y="0"/>
                    <a:pt x="383"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96"/>
            <p:cNvSpPr/>
            <p:nvPr/>
          </p:nvSpPr>
          <p:spPr>
            <a:xfrm>
              <a:off x="2020068" y="3035348"/>
              <a:ext cx="73450" cy="70725"/>
            </a:xfrm>
            <a:custGeom>
              <a:rect b="b" l="l" r="r" t="t"/>
              <a:pathLst>
                <a:path extrusionOk="0" h="2180" w="2264">
                  <a:moveTo>
                    <a:pt x="572" y="1"/>
                  </a:moveTo>
                  <a:cubicBezTo>
                    <a:pt x="447" y="1"/>
                    <a:pt x="322" y="55"/>
                    <a:pt x="215" y="162"/>
                  </a:cubicBezTo>
                  <a:cubicBezTo>
                    <a:pt x="1" y="352"/>
                    <a:pt x="1" y="662"/>
                    <a:pt x="215" y="852"/>
                  </a:cubicBezTo>
                  <a:lnTo>
                    <a:pt x="1382" y="2019"/>
                  </a:lnTo>
                  <a:cubicBezTo>
                    <a:pt x="1477" y="2126"/>
                    <a:pt x="1602" y="2180"/>
                    <a:pt x="1730" y="2180"/>
                  </a:cubicBezTo>
                  <a:cubicBezTo>
                    <a:pt x="1858" y="2180"/>
                    <a:pt x="1989" y="2126"/>
                    <a:pt x="2096" y="2019"/>
                  </a:cubicBezTo>
                  <a:cubicBezTo>
                    <a:pt x="2263" y="1852"/>
                    <a:pt x="2263" y="1519"/>
                    <a:pt x="2096" y="1305"/>
                  </a:cubicBezTo>
                  <a:lnTo>
                    <a:pt x="930" y="162"/>
                  </a:lnTo>
                  <a:cubicBezTo>
                    <a:pt x="822" y="55"/>
                    <a:pt x="697" y="1"/>
                    <a:pt x="572"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96"/>
            <p:cNvSpPr/>
            <p:nvPr/>
          </p:nvSpPr>
          <p:spPr>
            <a:xfrm>
              <a:off x="2050986" y="3064514"/>
              <a:ext cx="42532" cy="41559"/>
            </a:xfrm>
            <a:custGeom>
              <a:rect b="b" l="l" r="r" t="t"/>
              <a:pathLst>
                <a:path extrusionOk="0" h="1281" w="1311">
                  <a:moveTo>
                    <a:pt x="715" y="1"/>
                  </a:moveTo>
                  <a:cubicBezTo>
                    <a:pt x="929" y="215"/>
                    <a:pt x="929" y="501"/>
                    <a:pt x="715" y="715"/>
                  </a:cubicBezTo>
                  <a:cubicBezTo>
                    <a:pt x="608" y="811"/>
                    <a:pt x="483" y="858"/>
                    <a:pt x="358" y="858"/>
                  </a:cubicBezTo>
                  <a:cubicBezTo>
                    <a:pt x="233" y="858"/>
                    <a:pt x="108" y="811"/>
                    <a:pt x="0" y="715"/>
                  </a:cubicBezTo>
                  <a:lnTo>
                    <a:pt x="0" y="715"/>
                  </a:lnTo>
                  <a:lnTo>
                    <a:pt x="429" y="1120"/>
                  </a:lnTo>
                  <a:cubicBezTo>
                    <a:pt x="524" y="1227"/>
                    <a:pt x="649" y="1281"/>
                    <a:pt x="777" y="1281"/>
                  </a:cubicBezTo>
                  <a:cubicBezTo>
                    <a:pt x="905" y="1281"/>
                    <a:pt x="1036" y="1227"/>
                    <a:pt x="1143" y="1120"/>
                  </a:cubicBezTo>
                  <a:cubicBezTo>
                    <a:pt x="1310" y="953"/>
                    <a:pt x="1310" y="620"/>
                    <a:pt x="1143" y="406"/>
                  </a:cubicBezTo>
                  <a:lnTo>
                    <a:pt x="715"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96"/>
            <p:cNvSpPr/>
            <p:nvPr/>
          </p:nvSpPr>
          <p:spPr>
            <a:xfrm>
              <a:off x="1738856" y="3101920"/>
              <a:ext cx="271219" cy="282120"/>
            </a:xfrm>
            <a:custGeom>
              <a:rect b="b" l="l" r="r" t="t"/>
              <a:pathLst>
                <a:path extrusionOk="0" h="8696" w="8360">
                  <a:moveTo>
                    <a:pt x="7907" y="777"/>
                  </a:moveTo>
                  <a:cubicBezTo>
                    <a:pt x="7954" y="777"/>
                    <a:pt x="7978" y="801"/>
                    <a:pt x="8026" y="848"/>
                  </a:cubicBezTo>
                  <a:cubicBezTo>
                    <a:pt x="8097" y="967"/>
                    <a:pt x="8097" y="1110"/>
                    <a:pt x="8026" y="1206"/>
                  </a:cubicBezTo>
                  <a:lnTo>
                    <a:pt x="7907" y="1301"/>
                  </a:lnTo>
                  <a:lnTo>
                    <a:pt x="7907" y="777"/>
                  </a:lnTo>
                  <a:close/>
                  <a:moveTo>
                    <a:pt x="7298" y="345"/>
                  </a:moveTo>
                  <a:cubicBezTo>
                    <a:pt x="7310" y="345"/>
                    <a:pt x="7323" y="346"/>
                    <a:pt x="7335" y="348"/>
                  </a:cubicBezTo>
                  <a:cubicBezTo>
                    <a:pt x="7478" y="396"/>
                    <a:pt x="7550" y="491"/>
                    <a:pt x="7550" y="586"/>
                  </a:cubicBezTo>
                  <a:lnTo>
                    <a:pt x="7550" y="2492"/>
                  </a:lnTo>
                  <a:cubicBezTo>
                    <a:pt x="7550" y="2611"/>
                    <a:pt x="7478" y="2706"/>
                    <a:pt x="7359" y="2753"/>
                  </a:cubicBezTo>
                  <a:cubicBezTo>
                    <a:pt x="7337" y="2761"/>
                    <a:pt x="7315" y="2764"/>
                    <a:pt x="7294" y="2764"/>
                  </a:cubicBezTo>
                  <a:cubicBezTo>
                    <a:pt x="7175" y="2764"/>
                    <a:pt x="7066" y="2660"/>
                    <a:pt x="7026" y="2539"/>
                  </a:cubicBezTo>
                  <a:lnTo>
                    <a:pt x="7026" y="586"/>
                  </a:lnTo>
                  <a:cubicBezTo>
                    <a:pt x="7026" y="456"/>
                    <a:pt x="7165" y="345"/>
                    <a:pt x="7298" y="345"/>
                  </a:cubicBezTo>
                  <a:close/>
                  <a:moveTo>
                    <a:pt x="6740" y="1801"/>
                  </a:moveTo>
                  <a:lnTo>
                    <a:pt x="6740" y="2468"/>
                  </a:lnTo>
                  <a:lnTo>
                    <a:pt x="6430" y="2777"/>
                  </a:lnTo>
                  <a:lnTo>
                    <a:pt x="6430" y="2087"/>
                  </a:lnTo>
                  <a:lnTo>
                    <a:pt x="6740" y="1801"/>
                  </a:lnTo>
                  <a:close/>
                  <a:moveTo>
                    <a:pt x="5335" y="3182"/>
                  </a:moveTo>
                  <a:lnTo>
                    <a:pt x="5335" y="3873"/>
                  </a:lnTo>
                  <a:lnTo>
                    <a:pt x="5049" y="4182"/>
                  </a:lnTo>
                  <a:lnTo>
                    <a:pt x="5049" y="3492"/>
                  </a:lnTo>
                  <a:lnTo>
                    <a:pt x="5335" y="3182"/>
                  </a:lnTo>
                  <a:close/>
                  <a:moveTo>
                    <a:pt x="5883" y="1801"/>
                  </a:moveTo>
                  <a:cubicBezTo>
                    <a:pt x="6002" y="1801"/>
                    <a:pt x="6121" y="1872"/>
                    <a:pt x="6121" y="2039"/>
                  </a:cubicBezTo>
                  <a:lnTo>
                    <a:pt x="6121" y="3968"/>
                  </a:lnTo>
                  <a:cubicBezTo>
                    <a:pt x="6121" y="4111"/>
                    <a:pt x="6002" y="4206"/>
                    <a:pt x="5883" y="4206"/>
                  </a:cubicBezTo>
                  <a:cubicBezTo>
                    <a:pt x="5763" y="4206"/>
                    <a:pt x="5644" y="4111"/>
                    <a:pt x="5644" y="3968"/>
                  </a:cubicBezTo>
                  <a:lnTo>
                    <a:pt x="5644" y="2039"/>
                  </a:lnTo>
                  <a:cubicBezTo>
                    <a:pt x="5644" y="1872"/>
                    <a:pt x="5763" y="1801"/>
                    <a:pt x="5883" y="1801"/>
                  </a:cubicBezTo>
                  <a:close/>
                  <a:moveTo>
                    <a:pt x="3906" y="4611"/>
                  </a:moveTo>
                  <a:lnTo>
                    <a:pt x="3906" y="5302"/>
                  </a:lnTo>
                  <a:lnTo>
                    <a:pt x="3620" y="5611"/>
                  </a:lnTo>
                  <a:lnTo>
                    <a:pt x="3620" y="4921"/>
                  </a:lnTo>
                  <a:lnTo>
                    <a:pt x="3906" y="4611"/>
                  </a:lnTo>
                  <a:close/>
                  <a:moveTo>
                    <a:pt x="4477" y="3182"/>
                  </a:moveTo>
                  <a:cubicBezTo>
                    <a:pt x="4597" y="3182"/>
                    <a:pt x="4716" y="3277"/>
                    <a:pt x="4716" y="3420"/>
                  </a:cubicBezTo>
                  <a:lnTo>
                    <a:pt x="4716" y="5373"/>
                  </a:lnTo>
                  <a:cubicBezTo>
                    <a:pt x="4716" y="5516"/>
                    <a:pt x="4597" y="5611"/>
                    <a:pt x="4477" y="5611"/>
                  </a:cubicBezTo>
                  <a:cubicBezTo>
                    <a:pt x="4335" y="5611"/>
                    <a:pt x="4239" y="5492"/>
                    <a:pt x="4239" y="5373"/>
                  </a:cubicBezTo>
                  <a:lnTo>
                    <a:pt x="4239" y="3420"/>
                  </a:lnTo>
                  <a:cubicBezTo>
                    <a:pt x="4239" y="3277"/>
                    <a:pt x="4358" y="3182"/>
                    <a:pt x="4477" y="3182"/>
                  </a:cubicBezTo>
                  <a:close/>
                  <a:moveTo>
                    <a:pt x="2477" y="6040"/>
                  </a:moveTo>
                  <a:lnTo>
                    <a:pt x="2477" y="6730"/>
                  </a:lnTo>
                  <a:lnTo>
                    <a:pt x="2263" y="6945"/>
                  </a:lnTo>
                  <a:lnTo>
                    <a:pt x="1953" y="6588"/>
                  </a:lnTo>
                  <a:lnTo>
                    <a:pt x="2477" y="6040"/>
                  </a:lnTo>
                  <a:close/>
                  <a:moveTo>
                    <a:pt x="3072" y="4611"/>
                  </a:moveTo>
                  <a:cubicBezTo>
                    <a:pt x="3191" y="4611"/>
                    <a:pt x="3311" y="4706"/>
                    <a:pt x="3311" y="4849"/>
                  </a:cubicBezTo>
                  <a:lnTo>
                    <a:pt x="3311" y="6802"/>
                  </a:lnTo>
                  <a:cubicBezTo>
                    <a:pt x="3311" y="6945"/>
                    <a:pt x="3191" y="7040"/>
                    <a:pt x="3072" y="7040"/>
                  </a:cubicBezTo>
                  <a:cubicBezTo>
                    <a:pt x="2953" y="7040"/>
                    <a:pt x="2834" y="6945"/>
                    <a:pt x="2834" y="6802"/>
                  </a:cubicBezTo>
                  <a:lnTo>
                    <a:pt x="2834" y="4849"/>
                  </a:lnTo>
                  <a:cubicBezTo>
                    <a:pt x="2810" y="4706"/>
                    <a:pt x="2930" y="4611"/>
                    <a:pt x="3072" y="4611"/>
                  </a:cubicBezTo>
                  <a:close/>
                  <a:moveTo>
                    <a:pt x="1286" y="6373"/>
                  </a:moveTo>
                  <a:lnTo>
                    <a:pt x="2477" y="7564"/>
                  </a:lnTo>
                  <a:cubicBezTo>
                    <a:pt x="2285" y="7692"/>
                    <a:pt x="2054" y="7782"/>
                    <a:pt x="1837" y="7782"/>
                  </a:cubicBezTo>
                  <a:cubicBezTo>
                    <a:pt x="1812" y="7782"/>
                    <a:pt x="1787" y="7781"/>
                    <a:pt x="1763" y="7778"/>
                  </a:cubicBezTo>
                  <a:cubicBezTo>
                    <a:pt x="1596" y="7778"/>
                    <a:pt x="1405" y="7826"/>
                    <a:pt x="1286" y="7945"/>
                  </a:cubicBezTo>
                  <a:lnTo>
                    <a:pt x="905" y="8350"/>
                  </a:lnTo>
                  <a:cubicBezTo>
                    <a:pt x="893" y="8362"/>
                    <a:pt x="876" y="8368"/>
                    <a:pt x="858" y="8368"/>
                  </a:cubicBezTo>
                  <a:cubicBezTo>
                    <a:pt x="840" y="8368"/>
                    <a:pt x="822" y="8362"/>
                    <a:pt x="810" y="8350"/>
                  </a:cubicBezTo>
                  <a:lnTo>
                    <a:pt x="500" y="8040"/>
                  </a:lnTo>
                  <a:cubicBezTo>
                    <a:pt x="477" y="8016"/>
                    <a:pt x="477" y="7993"/>
                    <a:pt x="524" y="7945"/>
                  </a:cubicBezTo>
                  <a:lnTo>
                    <a:pt x="905" y="7564"/>
                  </a:lnTo>
                  <a:cubicBezTo>
                    <a:pt x="1024" y="7445"/>
                    <a:pt x="1120" y="7278"/>
                    <a:pt x="1072" y="7088"/>
                  </a:cubicBezTo>
                  <a:cubicBezTo>
                    <a:pt x="1072" y="6873"/>
                    <a:pt x="1120" y="6611"/>
                    <a:pt x="1286" y="6373"/>
                  </a:cubicBezTo>
                  <a:close/>
                  <a:moveTo>
                    <a:pt x="7265" y="1"/>
                  </a:moveTo>
                  <a:cubicBezTo>
                    <a:pt x="7226" y="1"/>
                    <a:pt x="7186" y="5"/>
                    <a:pt x="7145" y="15"/>
                  </a:cubicBezTo>
                  <a:cubicBezTo>
                    <a:pt x="6859" y="39"/>
                    <a:pt x="6645" y="301"/>
                    <a:pt x="6645" y="563"/>
                  </a:cubicBezTo>
                  <a:lnTo>
                    <a:pt x="6645" y="1277"/>
                  </a:lnTo>
                  <a:lnTo>
                    <a:pt x="6264" y="1682"/>
                  </a:lnTo>
                  <a:cubicBezTo>
                    <a:pt x="6168" y="1515"/>
                    <a:pt x="5978" y="1444"/>
                    <a:pt x="5787" y="1444"/>
                  </a:cubicBezTo>
                  <a:cubicBezTo>
                    <a:pt x="5478" y="1444"/>
                    <a:pt x="5216" y="1706"/>
                    <a:pt x="5216" y="1991"/>
                  </a:cubicBezTo>
                  <a:lnTo>
                    <a:pt x="5216" y="2706"/>
                  </a:lnTo>
                  <a:lnTo>
                    <a:pt x="4835" y="3111"/>
                  </a:lnTo>
                  <a:cubicBezTo>
                    <a:pt x="4739" y="2958"/>
                    <a:pt x="4583" y="2852"/>
                    <a:pt x="4403" y="2852"/>
                  </a:cubicBezTo>
                  <a:cubicBezTo>
                    <a:pt x="4357" y="2852"/>
                    <a:pt x="4311" y="2858"/>
                    <a:pt x="4263" y="2873"/>
                  </a:cubicBezTo>
                  <a:cubicBezTo>
                    <a:pt x="4001" y="2896"/>
                    <a:pt x="3787" y="3158"/>
                    <a:pt x="3787" y="3420"/>
                  </a:cubicBezTo>
                  <a:lnTo>
                    <a:pt x="3787" y="4135"/>
                  </a:lnTo>
                  <a:lnTo>
                    <a:pt x="3406" y="4540"/>
                  </a:lnTo>
                  <a:cubicBezTo>
                    <a:pt x="3311" y="4387"/>
                    <a:pt x="3154" y="4280"/>
                    <a:pt x="2974" y="4280"/>
                  </a:cubicBezTo>
                  <a:cubicBezTo>
                    <a:pt x="2929" y="4280"/>
                    <a:pt x="2882" y="4287"/>
                    <a:pt x="2834" y="4301"/>
                  </a:cubicBezTo>
                  <a:cubicBezTo>
                    <a:pt x="2572" y="4325"/>
                    <a:pt x="2358" y="4587"/>
                    <a:pt x="2358" y="4849"/>
                  </a:cubicBezTo>
                  <a:lnTo>
                    <a:pt x="2358" y="5564"/>
                  </a:lnTo>
                  <a:lnTo>
                    <a:pt x="1572" y="6349"/>
                  </a:lnTo>
                  <a:lnTo>
                    <a:pt x="1048" y="5802"/>
                  </a:lnTo>
                  <a:cubicBezTo>
                    <a:pt x="905" y="5659"/>
                    <a:pt x="810" y="5421"/>
                    <a:pt x="834" y="5206"/>
                  </a:cubicBezTo>
                  <a:cubicBezTo>
                    <a:pt x="858" y="5040"/>
                    <a:pt x="929" y="4873"/>
                    <a:pt x="1072" y="4778"/>
                  </a:cubicBezTo>
                  <a:lnTo>
                    <a:pt x="1191" y="4659"/>
                  </a:lnTo>
                  <a:cubicBezTo>
                    <a:pt x="1453" y="4373"/>
                    <a:pt x="1548" y="3992"/>
                    <a:pt x="1429" y="3635"/>
                  </a:cubicBezTo>
                  <a:cubicBezTo>
                    <a:pt x="1334" y="3373"/>
                    <a:pt x="1191" y="3111"/>
                    <a:pt x="977" y="2873"/>
                  </a:cubicBezTo>
                  <a:cubicBezTo>
                    <a:pt x="953" y="2825"/>
                    <a:pt x="953" y="2777"/>
                    <a:pt x="977" y="2777"/>
                  </a:cubicBezTo>
                  <a:lnTo>
                    <a:pt x="1191" y="2563"/>
                  </a:lnTo>
                  <a:cubicBezTo>
                    <a:pt x="1203" y="2551"/>
                    <a:pt x="1221" y="2545"/>
                    <a:pt x="1239" y="2545"/>
                  </a:cubicBezTo>
                  <a:cubicBezTo>
                    <a:pt x="1257" y="2545"/>
                    <a:pt x="1274" y="2551"/>
                    <a:pt x="1286" y="2563"/>
                  </a:cubicBezTo>
                  <a:cubicBezTo>
                    <a:pt x="1524" y="2777"/>
                    <a:pt x="1786" y="2920"/>
                    <a:pt x="2048" y="3015"/>
                  </a:cubicBezTo>
                  <a:cubicBezTo>
                    <a:pt x="2151" y="3050"/>
                    <a:pt x="2257" y="3066"/>
                    <a:pt x="2363" y="3066"/>
                  </a:cubicBezTo>
                  <a:cubicBezTo>
                    <a:pt x="2626" y="3066"/>
                    <a:pt x="2886" y="2964"/>
                    <a:pt x="3072" y="2777"/>
                  </a:cubicBezTo>
                  <a:lnTo>
                    <a:pt x="5097" y="753"/>
                  </a:lnTo>
                  <a:cubicBezTo>
                    <a:pt x="5144" y="682"/>
                    <a:pt x="5144" y="563"/>
                    <a:pt x="5073" y="515"/>
                  </a:cubicBezTo>
                  <a:cubicBezTo>
                    <a:pt x="5041" y="494"/>
                    <a:pt x="5009" y="482"/>
                    <a:pt x="4976" y="482"/>
                  </a:cubicBezTo>
                  <a:cubicBezTo>
                    <a:pt x="4937" y="482"/>
                    <a:pt x="4898" y="499"/>
                    <a:pt x="4859" y="539"/>
                  </a:cubicBezTo>
                  <a:lnTo>
                    <a:pt x="2834" y="2563"/>
                  </a:lnTo>
                  <a:cubicBezTo>
                    <a:pt x="2723" y="2690"/>
                    <a:pt x="2559" y="2753"/>
                    <a:pt x="2392" y="2753"/>
                  </a:cubicBezTo>
                  <a:cubicBezTo>
                    <a:pt x="2308" y="2753"/>
                    <a:pt x="2223" y="2738"/>
                    <a:pt x="2144" y="2706"/>
                  </a:cubicBezTo>
                  <a:cubicBezTo>
                    <a:pt x="1906" y="2634"/>
                    <a:pt x="1691" y="2515"/>
                    <a:pt x="1501" y="2325"/>
                  </a:cubicBezTo>
                  <a:cubicBezTo>
                    <a:pt x="1432" y="2268"/>
                    <a:pt x="1337" y="2238"/>
                    <a:pt x="1241" y="2238"/>
                  </a:cubicBezTo>
                  <a:cubicBezTo>
                    <a:pt x="1135" y="2238"/>
                    <a:pt x="1028" y="2274"/>
                    <a:pt x="953" y="2349"/>
                  </a:cubicBezTo>
                  <a:lnTo>
                    <a:pt x="762" y="2563"/>
                  </a:lnTo>
                  <a:cubicBezTo>
                    <a:pt x="596" y="2706"/>
                    <a:pt x="596" y="2944"/>
                    <a:pt x="715" y="3111"/>
                  </a:cubicBezTo>
                  <a:cubicBezTo>
                    <a:pt x="905" y="3301"/>
                    <a:pt x="1024" y="3539"/>
                    <a:pt x="1120" y="3754"/>
                  </a:cubicBezTo>
                  <a:cubicBezTo>
                    <a:pt x="1191" y="3992"/>
                    <a:pt x="1143" y="4254"/>
                    <a:pt x="953" y="4444"/>
                  </a:cubicBezTo>
                  <a:lnTo>
                    <a:pt x="834" y="4563"/>
                  </a:lnTo>
                  <a:cubicBezTo>
                    <a:pt x="667" y="4730"/>
                    <a:pt x="548" y="4968"/>
                    <a:pt x="524" y="5254"/>
                  </a:cubicBezTo>
                  <a:cubicBezTo>
                    <a:pt x="477" y="5564"/>
                    <a:pt x="596" y="5873"/>
                    <a:pt x="810" y="6087"/>
                  </a:cubicBezTo>
                  <a:lnTo>
                    <a:pt x="929" y="6207"/>
                  </a:lnTo>
                  <a:cubicBezTo>
                    <a:pt x="643" y="6564"/>
                    <a:pt x="596" y="6945"/>
                    <a:pt x="643" y="7159"/>
                  </a:cubicBezTo>
                  <a:cubicBezTo>
                    <a:pt x="643" y="7231"/>
                    <a:pt x="596" y="7326"/>
                    <a:pt x="548" y="7397"/>
                  </a:cubicBezTo>
                  <a:lnTo>
                    <a:pt x="167" y="7778"/>
                  </a:lnTo>
                  <a:cubicBezTo>
                    <a:pt x="0" y="7921"/>
                    <a:pt x="0" y="8159"/>
                    <a:pt x="167" y="8302"/>
                  </a:cubicBezTo>
                  <a:cubicBezTo>
                    <a:pt x="172" y="8301"/>
                    <a:pt x="178" y="8301"/>
                    <a:pt x="183" y="8301"/>
                  </a:cubicBezTo>
                  <a:cubicBezTo>
                    <a:pt x="331" y="8301"/>
                    <a:pt x="596" y="8588"/>
                    <a:pt x="596" y="8588"/>
                  </a:cubicBezTo>
                  <a:cubicBezTo>
                    <a:pt x="679" y="8659"/>
                    <a:pt x="780" y="8695"/>
                    <a:pt x="879" y="8695"/>
                  </a:cubicBezTo>
                  <a:cubicBezTo>
                    <a:pt x="977" y="8695"/>
                    <a:pt x="1072" y="8659"/>
                    <a:pt x="1143" y="8588"/>
                  </a:cubicBezTo>
                  <a:lnTo>
                    <a:pt x="1524" y="8183"/>
                  </a:lnTo>
                  <a:cubicBezTo>
                    <a:pt x="1620" y="8112"/>
                    <a:pt x="1739" y="8112"/>
                    <a:pt x="1858" y="8112"/>
                  </a:cubicBezTo>
                  <a:cubicBezTo>
                    <a:pt x="2096" y="8112"/>
                    <a:pt x="2429" y="8040"/>
                    <a:pt x="2739" y="7802"/>
                  </a:cubicBezTo>
                  <a:lnTo>
                    <a:pt x="2858" y="7921"/>
                  </a:lnTo>
                  <a:cubicBezTo>
                    <a:pt x="3072" y="8136"/>
                    <a:pt x="3334" y="8207"/>
                    <a:pt x="3620" y="8207"/>
                  </a:cubicBezTo>
                  <a:cubicBezTo>
                    <a:pt x="3882" y="8207"/>
                    <a:pt x="4144" y="8136"/>
                    <a:pt x="4358" y="7921"/>
                  </a:cubicBezTo>
                  <a:lnTo>
                    <a:pt x="5430" y="6850"/>
                  </a:lnTo>
                  <a:cubicBezTo>
                    <a:pt x="5478" y="6778"/>
                    <a:pt x="5478" y="6707"/>
                    <a:pt x="5430" y="6611"/>
                  </a:cubicBezTo>
                  <a:cubicBezTo>
                    <a:pt x="5394" y="6576"/>
                    <a:pt x="5359" y="6558"/>
                    <a:pt x="5320" y="6558"/>
                  </a:cubicBezTo>
                  <a:cubicBezTo>
                    <a:pt x="5281" y="6558"/>
                    <a:pt x="5240" y="6576"/>
                    <a:pt x="5192" y="6611"/>
                  </a:cubicBezTo>
                  <a:lnTo>
                    <a:pt x="4120" y="7683"/>
                  </a:lnTo>
                  <a:cubicBezTo>
                    <a:pt x="3965" y="7826"/>
                    <a:pt x="3769" y="7897"/>
                    <a:pt x="3578" y="7897"/>
                  </a:cubicBezTo>
                  <a:cubicBezTo>
                    <a:pt x="3388" y="7897"/>
                    <a:pt x="3203" y="7826"/>
                    <a:pt x="3072" y="7683"/>
                  </a:cubicBezTo>
                  <a:lnTo>
                    <a:pt x="2548" y="7135"/>
                  </a:lnTo>
                  <a:lnTo>
                    <a:pt x="2596" y="7088"/>
                  </a:lnTo>
                  <a:cubicBezTo>
                    <a:pt x="2620" y="7112"/>
                    <a:pt x="2668" y="7135"/>
                    <a:pt x="2668" y="7183"/>
                  </a:cubicBezTo>
                  <a:cubicBezTo>
                    <a:pt x="2767" y="7282"/>
                    <a:pt x="2899" y="7332"/>
                    <a:pt x="3023" y="7332"/>
                  </a:cubicBezTo>
                  <a:cubicBezTo>
                    <a:pt x="3048" y="7332"/>
                    <a:pt x="3072" y="7330"/>
                    <a:pt x="3096" y="7326"/>
                  </a:cubicBezTo>
                  <a:cubicBezTo>
                    <a:pt x="3406" y="7302"/>
                    <a:pt x="3596" y="7064"/>
                    <a:pt x="3596" y="6754"/>
                  </a:cubicBezTo>
                  <a:lnTo>
                    <a:pt x="3596" y="6040"/>
                  </a:lnTo>
                  <a:lnTo>
                    <a:pt x="4001" y="5659"/>
                  </a:lnTo>
                  <a:cubicBezTo>
                    <a:pt x="4025" y="5683"/>
                    <a:pt x="4025" y="5730"/>
                    <a:pt x="4049" y="5754"/>
                  </a:cubicBezTo>
                  <a:cubicBezTo>
                    <a:pt x="4144" y="5849"/>
                    <a:pt x="4287" y="5897"/>
                    <a:pt x="4406" y="5897"/>
                  </a:cubicBezTo>
                  <a:cubicBezTo>
                    <a:pt x="4739" y="5897"/>
                    <a:pt x="4978" y="5659"/>
                    <a:pt x="4978" y="5325"/>
                  </a:cubicBezTo>
                  <a:lnTo>
                    <a:pt x="4978" y="4611"/>
                  </a:lnTo>
                  <a:lnTo>
                    <a:pt x="5359" y="4230"/>
                  </a:lnTo>
                  <a:lnTo>
                    <a:pt x="5549" y="4420"/>
                  </a:lnTo>
                  <a:cubicBezTo>
                    <a:pt x="5597" y="4444"/>
                    <a:pt x="5668" y="4468"/>
                    <a:pt x="5716" y="4468"/>
                  </a:cubicBezTo>
                  <a:cubicBezTo>
                    <a:pt x="5760" y="4480"/>
                    <a:pt x="5804" y="4486"/>
                    <a:pt x="5848" y="4486"/>
                  </a:cubicBezTo>
                  <a:cubicBezTo>
                    <a:pt x="6151" y="4486"/>
                    <a:pt x="6406" y="4209"/>
                    <a:pt x="6406" y="3897"/>
                  </a:cubicBezTo>
                  <a:lnTo>
                    <a:pt x="6406" y="3182"/>
                  </a:lnTo>
                  <a:lnTo>
                    <a:pt x="6787" y="2801"/>
                  </a:lnTo>
                  <a:cubicBezTo>
                    <a:pt x="6835" y="2825"/>
                    <a:pt x="6859" y="2873"/>
                    <a:pt x="6859" y="2896"/>
                  </a:cubicBezTo>
                  <a:cubicBezTo>
                    <a:pt x="6958" y="2996"/>
                    <a:pt x="7090" y="3045"/>
                    <a:pt x="7242" y="3045"/>
                  </a:cubicBezTo>
                  <a:cubicBezTo>
                    <a:pt x="7272" y="3045"/>
                    <a:pt x="7303" y="3043"/>
                    <a:pt x="7335" y="3039"/>
                  </a:cubicBezTo>
                  <a:cubicBezTo>
                    <a:pt x="7597" y="3015"/>
                    <a:pt x="7812" y="2753"/>
                    <a:pt x="7812" y="2468"/>
                  </a:cubicBezTo>
                  <a:lnTo>
                    <a:pt x="7812" y="1753"/>
                  </a:lnTo>
                  <a:lnTo>
                    <a:pt x="8169" y="1396"/>
                  </a:lnTo>
                  <a:cubicBezTo>
                    <a:pt x="8359" y="1206"/>
                    <a:pt x="8359" y="848"/>
                    <a:pt x="8169" y="610"/>
                  </a:cubicBezTo>
                  <a:cubicBezTo>
                    <a:pt x="8073" y="515"/>
                    <a:pt x="7931" y="443"/>
                    <a:pt x="7764" y="420"/>
                  </a:cubicBezTo>
                  <a:cubicBezTo>
                    <a:pt x="7723" y="192"/>
                    <a:pt x="7520" y="1"/>
                    <a:pt x="7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96"/>
            <p:cNvSpPr/>
            <p:nvPr/>
          </p:nvSpPr>
          <p:spPr>
            <a:xfrm>
              <a:off x="1912683" y="3031098"/>
              <a:ext cx="187777" cy="280693"/>
            </a:xfrm>
            <a:custGeom>
              <a:rect b="b" l="l" r="r" t="t"/>
              <a:pathLst>
                <a:path extrusionOk="0" h="8652" w="5788">
                  <a:moveTo>
                    <a:pt x="3882" y="316"/>
                  </a:moveTo>
                  <a:cubicBezTo>
                    <a:pt x="3972" y="316"/>
                    <a:pt x="4061" y="340"/>
                    <a:pt x="4121" y="388"/>
                  </a:cubicBezTo>
                  <a:lnTo>
                    <a:pt x="5287" y="1555"/>
                  </a:lnTo>
                  <a:cubicBezTo>
                    <a:pt x="5406" y="1674"/>
                    <a:pt x="5406" y="1912"/>
                    <a:pt x="5287" y="2031"/>
                  </a:cubicBezTo>
                  <a:cubicBezTo>
                    <a:pt x="5228" y="2091"/>
                    <a:pt x="5139" y="2120"/>
                    <a:pt x="5049" y="2120"/>
                  </a:cubicBezTo>
                  <a:cubicBezTo>
                    <a:pt x="4960" y="2120"/>
                    <a:pt x="4871" y="2091"/>
                    <a:pt x="4811" y="2031"/>
                  </a:cubicBezTo>
                  <a:lnTo>
                    <a:pt x="3644" y="888"/>
                  </a:lnTo>
                  <a:cubicBezTo>
                    <a:pt x="3525" y="769"/>
                    <a:pt x="3525" y="555"/>
                    <a:pt x="3644" y="388"/>
                  </a:cubicBezTo>
                  <a:cubicBezTo>
                    <a:pt x="3704" y="340"/>
                    <a:pt x="3793" y="316"/>
                    <a:pt x="3882" y="316"/>
                  </a:cubicBezTo>
                  <a:close/>
                  <a:moveTo>
                    <a:pt x="3644" y="1317"/>
                  </a:moveTo>
                  <a:lnTo>
                    <a:pt x="4359" y="2031"/>
                  </a:lnTo>
                  <a:lnTo>
                    <a:pt x="3787" y="2603"/>
                  </a:lnTo>
                  <a:lnTo>
                    <a:pt x="3073" y="1888"/>
                  </a:lnTo>
                  <a:lnTo>
                    <a:pt x="3644" y="1317"/>
                  </a:lnTo>
                  <a:close/>
                  <a:moveTo>
                    <a:pt x="3885" y="1"/>
                  </a:moveTo>
                  <a:cubicBezTo>
                    <a:pt x="3716" y="1"/>
                    <a:pt x="3549" y="66"/>
                    <a:pt x="3430" y="197"/>
                  </a:cubicBezTo>
                  <a:cubicBezTo>
                    <a:pt x="3192" y="436"/>
                    <a:pt x="3168" y="840"/>
                    <a:pt x="3430" y="1126"/>
                  </a:cubicBezTo>
                  <a:lnTo>
                    <a:pt x="2858" y="1674"/>
                  </a:lnTo>
                  <a:lnTo>
                    <a:pt x="2501" y="1317"/>
                  </a:lnTo>
                  <a:cubicBezTo>
                    <a:pt x="2299" y="1114"/>
                    <a:pt x="2025" y="1013"/>
                    <a:pt x="1751" y="1013"/>
                  </a:cubicBezTo>
                  <a:cubicBezTo>
                    <a:pt x="1477" y="1013"/>
                    <a:pt x="1203" y="1114"/>
                    <a:pt x="1001" y="1317"/>
                  </a:cubicBezTo>
                  <a:lnTo>
                    <a:pt x="72" y="2245"/>
                  </a:lnTo>
                  <a:cubicBezTo>
                    <a:pt x="1" y="2317"/>
                    <a:pt x="1" y="2388"/>
                    <a:pt x="72" y="2484"/>
                  </a:cubicBezTo>
                  <a:cubicBezTo>
                    <a:pt x="96" y="2519"/>
                    <a:pt x="132" y="2537"/>
                    <a:pt x="173" y="2537"/>
                  </a:cubicBezTo>
                  <a:cubicBezTo>
                    <a:pt x="215" y="2537"/>
                    <a:pt x="263" y="2519"/>
                    <a:pt x="310" y="2484"/>
                  </a:cubicBezTo>
                  <a:lnTo>
                    <a:pt x="1239" y="1555"/>
                  </a:lnTo>
                  <a:cubicBezTo>
                    <a:pt x="1382" y="1412"/>
                    <a:pt x="1572" y="1341"/>
                    <a:pt x="1760" y="1341"/>
                  </a:cubicBezTo>
                  <a:cubicBezTo>
                    <a:pt x="1947" y="1341"/>
                    <a:pt x="2132" y="1412"/>
                    <a:pt x="2263" y="1555"/>
                  </a:cubicBezTo>
                  <a:lnTo>
                    <a:pt x="4144" y="3436"/>
                  </a:lnTo>
                  <a:cubicBezTo>
                    <a:pt x="4454" y="3746"/>
                    <a:pt x="4454" y="4222"/>
                    <a:pt x="4144" y="4484"/>
                  </a:cubicBezTo>
                  <a:lnTo>
                    <a:pt x="4025" y="4603"/>
                  </a:lnTo>
                  <a:cubicBezTo>
                    <a:pt x="3763" y="4865"/>
                    <a:pt x="3668" y="5246"/>
                    <a:pt x="3787" y="5603"/>
                  </a:cubicBezTo>
                  <a:cubicBezTo>
                    <a:pt x="3882" y="5889"/>
                    <a:pt x="4025" y="6151"/>
                    <a:pt x="4240" y="6389"/>
                  </a:cubicBezTo>
                  <a:cubicBezTo>
                    <a:pt x="4263" y="6413"/>
                    <a:pt x="4263" y="6484"/>
                    <a:pt x="4240" y="6484"/>
                  </a:cubicBezTo>
                  <a:lnTo>
                    <a:pt x="4025" y="6675"/>
                  </a:lnTo>
                  <a:cubicBezTo>
                    <a:pt x="4013" y="6699"/>
                    <a:pt x="4001" y="6711"/>
                    <a:pt x="3987" y="6711"/>
                  </a:cubicBezTo>
                  <a:cubicBezTo>
                    <a:pt x="3972" y="6711"/>
                    <a:pt x="3954" y="6699"/>
                    <a:pt x="3930" y="6675"/>
                  </a:cubicBezTo>
                  <a:cubicBezTo>
                    <a:pt x="3692" y="6484"/>
                    <a:pt x="3430" y="6318"/>
                    <a:pt x="3168" y="6246"/>
                  </a:cubicBezTo>
                  <a:cubicBezTo>
                    <a:pt x="3058" y="6210"/>
                    <a:pt x="2947" y="6191"/>
                    <a:pt x="2836" y="6191"/>
                  </a:cubicBezTo>
                  <a:cubicBezTo>
                    <a:pt x="2586" y="6191"/>
                    <a:pt x="2342" y="6286"/>
                    <a:pt x="2144" y="6484"/>
                  </a:cubicBezTo>
                  <a:lnTo>
                    <a:pt x="286" y="8342"/>
                  </a:lnTo>
                  <a:cubicBezTo>
                    <a:pt x="215" y="8413"/>
                    <a:pt x="215" y="8509"/>
                    <a:pt x="286" y="8580"/>
                  </a:cubicBezTo>
                  <a:cubicBezTo>
                    <a:pt x="310" y="8628"/>
                    <a:pt x="334" y="8652"/>
                    <a:pt x="405" y="8652"/>
                  </a:cubicBezTo>
                  <a:cubicBezTo>
                    <a:pt x="429" y="8652"/>
                    <a:pt x="477" y="8628"/>
                    <a:pt x="525" y="8580"/>
                  </a:cubicBezTo>
                  <a:lnTo>
                    <a:pt x="2382" y="6723"/>
                  </a:lnTo>
                  <a:cubicBezTo>
                    <a:pt x="2517" y="6588"/>
                    <a:pt x="2688" y="6524"/>
                    <a:pt x="2861" y="6524"/>
                  </a:cubicBezTo>
                  <a:cubicBezTo>
                    <a:pt x="2932" y="6524"/>
                    <a:pt x="3003" y="6535"/>
                    <a:pt x="3073" y="6556"/>
                  </a:cubicBezTo>
                  <a:cubicBezTo>
                    <a:pt x="3311" y="6651"/>
                    <a:pt x="3525" y="6770"/>
                    <a:pt x="3739" y="6961"/>
                  </a:cubicBezTo>
                  <a:cubicBezTo>
                    <a:pt x="3805" y="7015"/>
                    <a:pt x="3890" y="7045"/>
                    <a:pt x="3977" y="7045"/>
                  </a:cubicBezTo>
                  <a:cubicBezTo>
                    <a:pt x="4081" y="7045"/>
                    <a:pt x="4186" y="7003"/>
                    <a:pt x="4263" y="6913"/>
                  </a:cubicBezTo>
                  <a:lnTo>
                    <a:pt x="4478" y="6723"/>
                  </a:lnTo>
                  <a:cubicBezTo>
                    <a:pt x="4621" y="6556"/>
                    <a:pt x="4621" y="6318"/>
                    <a:pt x="4502" y="6175"/>
                  </a:cubicBezTo>
                  <a:cubicBezTo>
                    <a:pt x="4335" y="5960"/>
                    <a:pt x="4216" y="5770"/>
                    <a:pt x="4121" y="5532"/>
                  </a:cubicBezTo>
                  <a:cubicBezTo>
                    <a:pt x="4025" y="5294"/>
                    <a:pt x="4097" y="5008"/>
                    <a:pt x="4263" y="4841"/>
                  </a:cubicBezTo>
                  <a:lnTo>
                    <a:pt x="4382" y="4722"/>
                  </a:lnTo>
                  <a:cubicBezTo>
                    <a:pt x="4811" y="4293"/>
                    <a:pt x="4811" y="3627"/>
                    <a:pt x="4382" y="3198"/>
                  </a:cubicBezTo>
                  <a:lnTo>
                    <a:pt x="4025" y="2841"/>
                  </a:lnTo>
                  <a:lnTo>
                    <a:pt x="4597" y="2269"/>
                  </a:lnTo>
                  <a:cubicBezTo>
                    <a:pt x="4716" y="2388"/>
                    <a:pt x="4859" y="2460"/>
                    <a:pt x="5049" y="2460"/>
                  </a:cubicBezTo>
                  <a:cubicBezTo>
                    <a:pt x="5216" y="2460"/>
                    <a:pt x="5359" y="2388"/>
                    <a:pt x="5526" y="2269"/>
                  </a:cubicBezTo>
                  <a:cubicBezTo>
                    <a:pt x="5788" y="2007"/>
                    <a:pt x="5788" y="1602"/>
                    <a:pt x="5526" y="1364"/>
                  </a:cubicBezTo>
                  <a:lnTo>
                    <a:pt x="4359" y="197"/>
                  </a:lnTo>
                  <a:cubicBezTo>
                    <a:pt x="4228" y="66"/>
                    <a:pt x="4055" y="1"/>
                    <a:pt x="38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2" name="Google Shape;21022;p96"/>
          <p:cNvGrpSpPr/>
          <p:nvPr/>
        </p:nvGrpSpPr>
        <p:grpSpPr>
          <a:xfrm>
            <a:off x="2529597" y="2878146"/>
            <a:ext cx="320662" cy="353883"/>
            <a:chOff x="2531557" y="3030546"/>
            <a:chExt cx="320662" cy="353883"/>
          </a:xfrm>
        </p:grpSpPr>
        <p:sp>
          <p:nvSpPr>
            <p:cNvPr id="21023" name="Google Shape;21023;p96"/>
            <p:cNvSpPr/>
            <p:nvPr/>
          </p:nvSpPr>
          <p:spPr>
            <a:xfrm>
              <a:off x="2567081" y="3332618"/>
              <a:ext cx="51811" cy="46393"/>
            </a:xfrm>
            <a:custGeom>
              <a:rect b="b" l="l" r="r" t="t"/>
              <a:pathLst>
                <a:path extrusionOk="0" h="1430" w="1597">
                  <a:moveTo>
                    <a:pt x="0" y="1"/>
                  </a:moveTo>
                  <a:lnTo>
                    <a:pt x="0" y="1048"/>
                  </a:lnTo>
                  <a:cubicBezTo>
                    <a:pt x="0" y="1263"/>
                    <a:pt x="167" y="1429"/>
                    <a:pt x="382" y="1429"/>
                  </a:cubicBezTo>
                  <a:lnTo>
                    <a:pt x="1215" y="1429"/>
                  </a:lnTo>
                  <a:cubicBezTo>
                    <a:pt x="1429" y="1429"/>
                    <a:pt x="1596" y="1263"/>
                    <a:pt x="1596" y="1048"/>
                  </a:cubicBezTo>
                  <a:lnTo>
                    <a:pt x="1596"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96"/>
            <p:cNvSpPr/>
            <p:nvPr/>
          </p:nvSpPr>
          <p:spPr>
            <a:xfrm>
              <a:off x="2567081" y="3331840"/>
              <a:ext cx="32475" cy="46458"/>
            </a:xfrm>
            <a:custGeom>
              <a:rect b="b" l="l" r="r" t="t"/>
              <a:pathLst>
                <a:path extrusionOk="0" h="1432" w="1001">
                  <a:moveTo>
                    <a:pt x="0" y="1"/>
                  </a:moveTo>
                  <a:lnTo>
                    <a:pt x="0" y="1049"/>
                  </a:lnTo>
                  <a:cubicBezTo>
                    <a:pt x="0" y="1263"/>
                    <a:pt x="167" y="1430"/>
                    <a:pt x="382" y="1430"/>
                  </a:cubicBezTo>
                  <a:lnTo>
                    <a:pt x="921" y="1430"/>
                  </a:lnTo>
                  <a:cubicBezTo>
                    <a:pt x="746" y="1409"/>
                    <a:pt x="620" y="1256"/>
                    <a:pt x="620" y="1049"/>
                  </a:cubicBezTo>
                  <a:lnTo>
                    <a:pt x="620" y="1"/>
                  </a:lnTo>
                  <a:close/>
                  <a:moveTo>
                    <a:pt x="921" y="1430"/>
                  </a:moveTo>
                  <a:cubicBezTo>
                    <a:pt x="934" y="1431"/>
                    <a:pt x="947" y="1432"/>
                    <a:pt x="960" y="1432"/>
                  </a:cubicBezTo>
                  <a:cubicBezTo>
                    <a:pt x="974" y="1432"/>
                    <a:pt x="987" y="1431"/>
                    <a:pt x="1001" y="143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96"/>
            <p:cNvSpPr/>
            <p:nvPr/>
          </p:nvSpPr>
          <p:spPr>
            <a:xfrm>
              <a:off x="2765629" y="3332618"/>
              <a:ext cx="52589" cy="46393"/>
            </a:xfrm>
            <a:custGeom>
              <a:rect b="b" l="l" r="r" t="t"/>
              <a:pathLst>
                <a:path extrusionOk="0" h="1430" w="1621">
                  <a:moveTo>
                    <a:pt x="1" y="1"/>
                  </a:moveTo>
                  <a:lnTo>
                    <a:pt x="1" y="1048"/>
                  </a:lnTo>
                  <a:cubicBezTo>
                    <a:pt x="1" y="1263"/>
                    <a:pt x="191" y="1429"/>
                    <a:pt x="382" y="1429"/>
                  </a:cubicBezTo>
                  <a:lnTo>
                    <a:pt x="1215" y="1429"/>
                  </a:lnTo>
                  <a:cubicBezTo>
                    <a:pt x="1430" y="1429"/>
                    <a:pt x="1620" y="1263"/>
                    <a:pt x="1620" y="1048"/>
                  </a:cubicBezTo>
                  <a:lnTo>
                    <a:pt x="162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96"/>
            <p:cNvSpPr/>
            <p:nvPr/>
          </p:nvSpPr>
          <p:spPr>
            <a:xfrm>
              <a:off x="2766408" y="3331840"/>
              <a:ext cx="33254" cy="46458"/>
            </a:xfrm>
            <a:custGeom>
              <a:rect b="b" l="l" r="r" t="t"/>
              <a:pathLst>
                <a:path extrusionOk="0" h="1432" w="1025">
                  <a:moveTo>
                    <a:pt x="1" y="1"/>
                  </a:moveTo>
                  <a:lnTo>
                    <a:pt x="1" y="1049"/>
                  </a:lnTo>
                  <a:cubicBezTo>
                    <a:pt x="1" y="1263"/>
                    <a:pt x="191" y="1430"/>
                    <a:pt x="405" y="1430"/>
                  </a:cubicBezTo>
                  <a:lnTo>
                    <a:pt x="938" y="1430"/>
                  </a:lnTo>
                  <a:cubicBezTo>
                    <a:pt x="752" y="1409"/>
                    <a:pt x="644" y="1256"/>
                    <a:pt x="644" y="1049"/>
                  </a:cubicBezTo>
                  <a:lnTo>
                    <a:pt x="644" y="1"/>
                  </a:lnTo>
                  <a:close/>
                  <a:moveTo>
                    <a:pt x="938" y="1430"/>
                  </a:moveTo>
                  <a:cubicBezTo>
                    <a:pt x="951" y="1431"/>
                    <a:pt x="966" y="1432"/>
                    <a:pt x="980" y="1432"/>
                  </a:cubicBezTo>
                  <a:cubicBezTo>
                    <a:pt x="995" y="1432"/>
                    <a:pt x="1009" y="1431"/>
                    <a:pt x="1025" y="143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96"/>
            <p:cNvSpPr/>
            <p:nvPr/>
          </p:nvSpPr>
          <p:spPr>
            <a:xfrm>
              <a:off x="2537721" y="3036710"/>
              <a:ext cx="309858" cy="309858"/>
            </a:xfrm>
            <a:custGeom>
              <a:rect b="b" l="l" r="r" t="t"/>
              <a:pathLst>
                <a:path extrusionOk="0" h="9551" w="9551">
                  <a:moveTo>
                    <a:pt x="905" y="1"/>
                  </a:moveTo>
                  <a:cubicBezTo>
                    <a:pt x="382" y="1"/>
                    <a:pt x="1" y="405"/>
                    <a:pt x="1" y="882"/>
                  </a:cubicBezTo>
                  <a:lnTo>
                    <a:pt x="1" y="8645"/>
                  </a:lnTo>
                  <a:cubicBezTo>
                    <a:pt x="1" y="9169"/>
                    <a:pt x="405" y="9550"/>
                    <a:pt x="905" y="9550"/>
                  </a:cubicBezTo>
                  <a:lnTo>
                    <a:pt x="8669" y="9550"/>
                  </a:lnTo>
                  <a:cubicBezTo>
                    <a:pt x="9169" y="9550"/>
                    <a:pt x="9550" y="9122"/>
                    <a:pt x="9550" y="8645"/>
                  </a:cubicBezTo>
                  <a:lnTo>
                    <a:pt x="9550" y="882"/>
                  </a:lnTo>
                  <a:cubicBezTo>
                    <a:pt x="9550" y="382"/>
                    <a:pt x="9169" y="1"/>
                    <a:pt x="8669"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96"/>
            <p:cNvSpPr/>
            <p:nvPr/>
          </p:nvSpPr>
          <p:spPr>
            <a:xfrm>
              <a:off x="2537721" y="3035932"/>
              <a:ext cx="42532" cy="310637"/>
            </a:xfrm>
            <a:custGeom>
              <a:rect b="b" l="l" r="r" t="t"/>
              <a:pathLst>
                <a:path extrusionOk="0" h="9575" w="1311">
                  <a:moveTo>
                    <a:pt x="905" y="1"/>
                  </a:moveTo>
                  <a:cubicBezTo>
                    <a:pt x="382" y="1"/>
                    <a:pt x="1" y="429"/>
                    <a:pt x="1" y="906"/>
                  </a:cubicBezTo>
                  <a:lnTo>
                    <a:pt x="1" y="8669"/>
                  </a:lnTo>
                  <a:cubicBezTo>
                    <a:pt x="1" y="9193"/>
                    <a:pt x="405" y="9574"/>
                    <a:pt x="905" y="9574"/>
                  </a:cubicBezTo>
                  <a:lnTo>
                    <a:pt x="1310" y="9574"/>
                  </a:lnTo>
                  <a:cubicBezTo>
                    <a:pt x="834" y="9574"/>
                    <a:pt x="405" y="9146"/>
                    <a:pt x="405" y="8669"/>
                  </a:cubicBezTo>
                  <a:lnTo>
                    <a:pt x="405" y="906"/>
                  </a:lnTo>
                  <a:cubicBezTo>
                    <a:pt x="405" y="406"/>
                    <a:pt x="834" y="1"/>
                    <a:pt x="1310"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96"/>
            <p:cNvSpPr/>
            <p:nvPr/>
          </p:nvSpPr>
          <p:spPr>
            <a:xfrm>
              <a:off x="2618859" y="3076874"/>
              <a:ext cx="186999" cy="227973"/>
            </a:xfrm>
            <a:custGeom>
              <a:rect b="b" l="l" r="r" t="t"/>
              <a:pathLst>
                <a:path extrusionOk="0" h="7027" w="5764">
                  <a:moveTo>
                    <a:pt x="0" y="1"/>
                  </a:moveTo>
                  <a:lnTo>
                    <a:pt x="0" y="7026"/>
                  </a:lnTo>
                  <a:lnTo>
                    <a:pt x="5763" y="7026"/>
                  </a:lnTo>
                  <a:lnTo>
                    <a:pt x="5763" y="1"/>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96"/>
            <p:cNvSpPr/>
            <p:nvPr/>
          </p:nvSpPr>
          <p:spPr>
            <a:xfrm>
              <a:off x="2619605" y="3076874"/>
              <a:ext cx="27868" cy="227973"/>
            </a:xfrm>
            <a:custGeom>
              <a:rect b="b" l="l" r="r" t="t"/>
              <a:pathLst>
                <a:path extrusionOk="0" h="7027" w="859">
                  <a:moveTo>
                    <a:pt x="1" y="1"/>
                  </a:moveTo>
                  <a:lnTo>
                    <a:pt x="1" y="7026"/>
                  </a:lnTo>
                  <a:lnTo>
                    <a:pt x="858" y="7026"/>
                  </a:lnTo>
                  <a:lnTo>
                    <a:pt x="858"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96"/>
            <p:cNvSpPr/>
            <p:nvPr/>
          </p:nvSpPr>
          <p:spPr>
            <a:xfrm>
              <a:off x="2563999" y="3113988"/>
              <a:ext cx="28614" cy="155302"/>
            </a:xfrm>
            <a:custGeom>
              <a:rect b="b" l="l" r="r" t="t"/>
              <a:pathLst>
                <a:path extrusionOk="0" h="4787" w="882">
                  <a:moveTo>
                    <a:pt x="405" y="0"/>
                  </a:moveTo>
                  <a:cubicBezTo>
                    <a:pt x="167" y="0"/>
                    <a:pt x="0" y="191"/>
                    <a:pt x="0" y="429"/>
                  </a:cubicBezTo>
                  <a:lnTo>
                    <a:pt x="0" y="4334"/>
                  </a:lnTo>
                  <a:cubicBezTo>
                    <a:pt x="0" y="4572"/>
                    <a:pt x="167" y="4787"/>
                    <a:pt x="405" y="4787"/>
                  </a:cubicBezTo>
                  <a:cubicBezTo>
                    <a:pt x="667" y="4787"/>
                    <a:pt x="881" y="4572"/>
                    <a:pt x="881" y="4334"/>
                  </a:cubicBezTo>
                  <a:lnTo>
                    <a:pt x="881" y="429"/>
                  </a:lnTo>
                  <a:cubicBezTo>
                    <a:pt x="881" y="191"/>
                    <a:pt x="691" y="0"/>
                    <a:pt x="40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96"/>
            <p:cNvSpPr/>
            <p:nvPr/>
          </p:nvSpPr>
          <p:spPr>
            <a:xfrm>
              <a:off x="2618859" y="3135595"/>
              <a:ext cx="186999" cy="27868"/>
            </a:xfrm>
            <a:custGeom>
              <a:rect b="b" l="l" r="r" t="t"/>
              <a:pathLst>
                <a:path extrusionOk="0" h="859" w="5764">
                  <a:moveTo>
                    <a:pt x="0" y="1"/>
                  </a:moveTo>
                  <a:lnTo>
                    <a:pt x="0" y="858"/>
                  </a:lnTo>
                  <a:lnTo>
                    <a:pt x="5763" y="858"/>
                  </a:lnTo>
                  <a:lnTo>
                    <a:pt x="5763"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96"/>
            <p:cNvSpPr/>
            <p:nvPr/>
          </p:nvSpPr>
          <p:spPr>
            <a:xfrm>
              <a:off x="2619605" y="3135595"/>
              <a:ext cx="27868" cy="27868"/>
            </a:xfrm>
            <a:custGeom>
              <a:rect b="b" l="l" r="r" t="t"/>
              <a:pathLst>
                <a:path extrusionOk="0" h="859" w="859">
                  <a:moveTo>
                    <a:pt x="1" y="1"/>
                  </a:moveTo>
                  <a:lnTo>
                    <a:pt x="1" y="858"/>
                  </a:lnTo>
                  <a:lnTo>
                    <a:pt x="858" y="858"/>
                  </a:lnTo>
                  <a:lnTo>
                    <a:pt x="85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96"/>
            <p:cNvSpPr/>
            <p:nvPr/>
          </p:nvSpPr>
          <p:spPr>
            <a:xfrm>
              <a:off x="2618859" y="3219037"/>
              <a:ext cx="186999" cy="27868"/>
            </a:xfrm>
            <a:custGeom>
              <a:rect b="b" l="l" r="r" t="t"/>
              <a:pathLst>
                <a:path extrusionOk="0" h="859" w="5764">
                  <a:moveTo>
                    <a:pt x="0" y="1"/>
                  </a:moveTo>
                  <a:lnTo>
                    <a:pt x="0" y="858"/>
                  </a:lnTo>
                  <a:lnTo>
                    <a:pt x="5763" y="858"/>
                  </a:lnTo>
                  <a:lnTo>
                    <a:pt x="5763"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96"/>
            <p:cNvSpPr/>
            <p:nvPr/>
          </p:nvSpPr>
          <p:spPr>
            <a:xfrm>
              <a:off x="2619605" y="3219037"/>
              <a:ext cx="27868" cy="27868"/>
            </a:xfrm>
            <a:custGeom>
              <a:rect b="b" l="l" r="r" t="t"/>
              <a:pathLst>
                <a:path extrusionOk="0" h="859" w="859">
                  <a:moveTo>
                    <a:pt x="1" y="1"/>
                  </a:moveTo>
                  <a:lnTo>
                    <a:pt x="1" y="858"/>
                  </a:lnTo>
                  <a:lnTo>
                    <a:pt x="858" y="858"/>
                  </a:lnTo>
                  <a:lnTo>
                    <a:pt x="85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96"/>
            <p:cNvSpPr/>
            <p:nvPr/>
          </p:nvSpPr>
          <p:spPr>
            <a:xfrm>
              <a:off x="2614220" y="3073014"/>
              <a:ext cx="197023" cy="237998"/>
            </a:xfrm>
            <a:custGeom>
              <a:rect b="b" l="l" r="r" t="t"/>
              <a:pathLst>
                <a:path extrusionOk="0" h="7336" w="6073">
                  <a:moveTo>
                    <a:pt x="5763" y="2097"/>
                  </a:moveTo>
                  <a:lnTo>
                    <a:pt x="5763" y="2620"/>
                  </a:lnTo>
                  <a:lnTo>
                    <a:pt x="334" y="2620"/>
                  </a:lnTo>
                  <a:lnTo>
                    <a:pt x="334" y="2097"/>
                  </a:lnTo>
                  <a:close/>
                  <a:moveTo>
                    <a:pt x="5763" y="2954"/>
                  </a:moveTo>
                  <a:lnTo>
                    <a:pt x="5763" y="4359"/>
                  </a:lnTo>
                  <a:lnTo>
                    <a:pt x="334" y="4359"/>
                  </a:lnTo>
                  <a:lnTo>
                    <a:pt x="334" y="2954"/>
                  </a:lnTo>
                  <a:close/>
                  <a:moveTo>
                    <a:pt x="5763" y="4645"/>
                  </a:moveTo>
                  <a:lnTo>
                    <a:pt x="5763" y="5192"/>
                  </a:lnTo>
                  <a:lnTo>
                    <a:pt x="4930" y="5192"/>
                  </a:lnTo>
                  <a:cubicBezTo>
                    <a:pt x="4858" y="5192"/>
                    <a:pt x="4787" y="5240"/>
                    <a:pt x="4763" y="5335"/>
                  </a:cubicBezTo>
                  <a:cubicBezTo>
                    <a:pt x="4763" y="5431"/>
                    <a:pt x="4811" y="5502"/>
                    <a:pt x="4906" y="5502"/>
                  </a:cubicBezTo>
                  <a:lnTo>
                    <a:pt x="5763" y="5502"/>
                  </a:lnTo>
                  <a:lnTo>
                    <a:pt x="5763" y="7002"/>
                  </a:lnTo>
                  <a:lnTo>
                    <a:pt x="334" y="7002"/>
                  </a:lnTo>
                  <a:lnTo>
                    <a:pt x="334" y="5502"/>
                  </a:lnTo>
                  <a:lnTo>
                    <a:pt x="4287" y="5502"/>
                  </a:lnTo>
                  <a:cubicBezTo>
                    <a:pt x="4382" y="5502"/>
                    <a:pt x="4430" y="5454"/>
                    <a:pt x="4430" y="5383"/>
                  </a:cubicBezTo>
                  <a:cubicBezTo>
                    <a:pt x="4453" y="5311"/>
                    <a:pt x="4382" y="5192"/>
                    <a:pt x="4287" y="5192"/>
                  </a:cubicBezTo>
                  <a:lnTo>
                    <a:pt x="334" y="5192"/>
                  </a:lnTo>
                  <a:lnTo>
                    <a:pt x="334" y="4645"/>
                  </a:lnTo>
                  <a:close/>
                  <a:moveTo>
                    <a:pt x="214" y="1"/>
                  </a:moveTo>
                  <a:cubicBezTo>
                    <a:pt x="119" y="1"/>
                    <a:pt x="48" y="49"/>
                    <a:pt x="48" y="144"/>
                  </a:cubicBezTo>
                  <a:lnTo>
                    <a:pt x="48" y="7169"/>
                  </a:lnTo>
                  <a:lnTo>
                    <a:pt x="0" y="7169"/>
                  </a:lnTo>
                  <a:cubicBezTo>
                    <a:pt x="0" y="7264"/>
                    <a:pt x="48" y="7336"/>
                    <a:pt x="143" y="7336"/>
                  </a:cubicBezTo>
                  <a:lnTo>
                    <a:pt x="5906" y="7336"/>
                  </a:lnTo>
                  <a:cubicBezTo>
                    <a:pt x="6001" y="7336"/>
                    <a:pt x="6073" y="7264"/>
                    <a:pt x="6073" y="7169"/>
                  </a:cubicBezTo>
                  <a:lnTo>
                    <a:pt x="6073" y="144"/>
                  </a:lnTo>
                  <a:cubicBezTo>
                    <a:pt x="6073" y="49"/>
                    <a:pt x="6001" y="1"/>
                    <a:pt x="5906" y="1"/>
                  </a:cubicBezTo>
                  <a:lnTo>
                    <a:pt x="2143" y="1"/>
                  </a:lnTo>
                  <a:cubicBezTo>
                    <a:pt x="2048" y="1"/>
                    <a:pt x="1977" y="49"/>
                    <a:pt x="1953" y="144"/>
                  </a:cubicBezTo>
                  <a:cubicBezTo>
                    <a:pt x="1953" y="239"/>
                    <a:pt x="2024" y="334"/>
                    <a:pt x="2096" y="334"/>
                  </a:cubicBezTo>
                  <a:lnTo>
                    <a:pt x="5739" y="334"/>
                  </a:lnTo>
                  <a:lnTo>
                    <a:pt x="5739" y="1811"/>
                  </a:lnTo>
                  <a:lnTo>
                    <a:pt x="334" y="1811"/>
                  </a:lnTo>
                  <a:lnTo>
                    <a:pt x="334" y="334"/>
                  </a:lnTo>
                  <a:lnTo>
                    <a:pt x="1524" y="334"/>
                  </a:lnTo>
                  <a:cubicBezTo>
                    <a:pt x="1596" y="334"/>
                    <a:pt x="1667" y="263"/>
                    <a:pt x="1691" y="191"/>
                  </a:cubicBezTo>
                  <a:cubicBezTo>
                    <a:pt x="1691" y="96"/>
                    <a:pt x="1643" y="1"/>
                    <a:pt x="1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96"/>
            <p:cNvSpPr/>
            <p:nvPr/>
          </p:nvSpPr>
          <p:spPr>
            <a:xfrm>
              <a:off x="2559360" y="3107792"/>
              <a:ext cx="39418" cy="166203"/>
            </a:xfrm>
            <a:custGeom>
              <a:rect b="b" l="l" r="r" t="t"/>
              <a:pathLst>
                <a:path extrusionOk="0" h="5123" w="1215">
                  <a:moveTo>
                    <a:pt x="596" y="334"/>
                  </a:moveTo>
                  <a:cubicBezTo>
                    <a:pt x="762" y="334"/>
                    <a:pt x="881" y="453"/>
                    <a:pt x="881" y="620"/>
                  </a:cubicBezTo>
                  <a:lnTo>
                    <a:pt x="881" y="4525"/>
                  </a:lnTo>
                  <a:cubicBezTo>
                    <a:pt x="881" y="4668"/>
                    <a:pt x="762" y="4835"/>
                    <a:pt x="620" y="4835"/>
                  </a:cubicBezTo>
                  <a:cubicBezTo>
                    <a:pt x="429" y="4835"/>
                    <a:pt x="310" y="4668"/>
                    <a:pt x="310" y="4525"/>
                  </a:cubicBezTo>
                  <a:lnTo>
                    <a:pt x="310" y="620"/>
                  </a:lnTo>
                  <a:cubicBezTo>
                    <a:pt x="310" y="477"/>
                    <a:pt x="429" y="334"/>
                    <a:pt x="596" y="334"/>
                  </a:cubicBezTo>
                  <a:close/>
                  <a:moveTo>
                    <a:pt x="620" y="1"/>
                  </a:moveTo>
                  <a:cubicBezTo>
                    <a:pt x="286" y="1"/>
                    <a:pt x="0" y="262"/>
                    <a:pt x="0" y="596"/>
                  </a:cubicBezTo>
                  <a:lnTo>
                    <a:pt x="0" y="4501"/>
                  </a:lnTo>
                  <a:cubicBezTo>
                    <a:pt x="0" y="4835"/>
                    <a:pt x="262" y="5097"/>
                    <a:pt x="596" y="5121"/>
                  </a:cubicBezTo>
                  <a:cubicBezTo>
                    <a:pt x="609" y="5122"/>
                    <a:pt x="622" y="5122"/>
                    <a:pt x="635" y="5122"/>
                  </a:cubicBezTo>
                  <a:cubicBezTo>
                    <a:pt x="931" y="5122"/>
                    <a:pt x="1215" y="4867"/>
                    <a:pt x="1215" y="4525"/>
                  </a:cubicBezTo>
                  <a:lnTo>
                    <a:pt x="1215" y="620"/>
                  </a:lnTo>
                  <a:cubicBezTo>
                    <a:pt x="1215" y="286"/>
                    <a:pt x="953" y="24"/>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96"/>
            <p:cNvSpPr/>
            <p:nvPr/>
          </p:nvSpPr>
          <p:spPr>
            <a:xfrm>
              <a:off x="2531557" y="3030546"/>
              <a:ext cx="320662" cy="353883"/>
            </a:xfrm>
            <a:custGeom>
              <a:rect b="b" l="l" r="r" t="t"/>
              <a:pathLst>
                <a:path extrusionOk="0" h="10908" w="9884">
                  <a:moveTo>
                    <a:pt x="8859" y="310"/>
                  </a:moveTo>
                  <a:cubicBezTo>
                    <a:pt x="9264" y="310"/>
                    <a:pt x="9597" y="619"/>
                    <a:pt x="9597" y="1048"/>
                  </a:cubicBezTo>
                  <a:lnTo>
                    <a:pt x="9597" y="8811"/>
                  </a:lnTo>
                  <a:cubicBezTo>
                    <a:pt x="9597" y="9240"/>
                    <a:pt x="9264" y="9550"/>
                    <a:pt x="8859" y="9550"/>
                  </a:cubicBezTo>
                  <a:lnTo>
                    <a:pt x="1095" y="9550"/>
                  </a:lnTo>
                  <a:cubicBezTo>
                    <a:pt x="667" y="9550"/>
                    <a:pt x="333" y="9240"/>
                    <a:pt x="333" y="8811"/>
                  </a:cubicBezTo>
                  <a:lnTo>
                    <a:pt x="333" y="1048"/>
                  </a:lnTo>
                  <a:cubicBezTo>
                    <a:pt x="333" y="619"/>
                    <a:pt x="667" y="310"/>
                    <a:pt x="1095" y="310"/>
                  </a:cubicBezTo>
                  <a:close/>
                  <a:moveTo>
                    <a:pt x="2548" y="9883"/>
                  </a:moveTo>
                  <a:lnTo>
                    <a:pt x="2548" y="10336"/>
                  </a:lnTo>
                  <a:cubicBezTo>
                    <a:pt x="2548" y="10455"/>
                    <a:pt x="2453" y="10574"/>
                    <a:pt x="2310" y="10574"/>
                  </a:cubicBezTo>
                  <a:lnTo>
                    <a:pt x="1477" y="10574"/>
                  </a:lnTo>
                  <a:cubicBezTo>
                    <a:pt x="1357" y="10574"/>
                    <a:pt x="1238" y="10478"/>
                    <a:pt x="1238" y="10336"/>
                  </a:cubicBezTo>
                  <a:lnTo>
                    <a:pt x="1238" y="9883"/>
                  </a:lnTo>
                  <a:close/>
                  <a:moveTo>
                    <a:pt x="8692" y="9883"/>
                  </a:moveTo>
                  <a:lnTo>
                    <a:pt x="8692" y="10336"/>
                  </a:lnTo>
                  <a:cubicBezTo>
                    <a:pt x="8668" y="10455"/>
                    <a:pt x="8597" y="10574"/>
                    <a:pt x="8478" y="10574"/>
                  </a:cubicBezTo>
                  <a:lnTo>
                    <a:pt x="7644" y="10574"/>
                  </a:lnTo>
                  <a:cubicBezTo>
                    <a:pt x="7525" y="10574"/>
                    <a:pt x="7406" y="10478"/>
                    <a:pt x="7406" y="10336"/>
                  </a:cubicBezTo>
                  <a:lnTo>
                    <a:pt x="7406" y="9883"/>
                  </a:lnTo>
                  <a:close/>
                  <a:moveTo>
                    <a:pt x="1072" y="0"/>
                  </a:moveTo>
                  <a:cubicBezTo>
                    <a:pt x="476" y="0"/>
                    <a:pt x="0" y="476"/>
                    <a:pt x="0" y="1072"/>
                  </a:cubicBezTo>
                  <a:lnTo>
                    <a:pt x="0" y="8811"/>
                  </a:lnTo>
                  <a:cubicBezTo>
                    <a:pt x="0" y="9359"/>
                    <a:pt x="405" y="9764"/>
                    <a:pt x="905" y="9859"/>
                  </a:cubicBezTo>
                  <a:lnTo>
                    <a:pt x="905" y="10336"/>
                  </a:lnTo>
                  <a:cubicBezTo>
                    <a:pt x="905" y="10621"/>
                    <a:pt x="1143" y="10907"/>
                    <a:pt x="1477" y="10907"/>
                  </a:cubicBezTo>
                  <a:lnTo>
                    <a:pt x="2358" y="10907"/>
                  </a:lnTo>
                  <a:cubicBezTo>
                    <a:pt x="2620" y="10907"/>
                    <a:pt x="2858" y="10669"/>
                    <a:pt x="2858" y="10383"/>
                  </a:cubicBezTo>
                  <a:lnTo>
                    <a:pt x="2858" y="9883"/>
                  </a:lnTo>
                  <a:lnTo>
                    <a:pt x="7025" y="9883"/>
                  </a:lnTo>
                  <a:lnTo>
                    <a:pt x="7025" y="10383"/>
                  </a:lnTo>
                  <a:cubicBezTo>
                    <a:pt x="7049" y="10669"/>
                    <a:pt x="7287" y="10907"/>
                    <a:pt x="7549" y="10907"/>
                  </a:cubicBezTo>
                  <a:lnTo>
                    <a:pt x="8430" y="10907"/>
                  </a:lnTo>
                  <a:cubicBezTo>
                    <a:pt x="8740" y="10907"/>
                    <a:pt x="9002" y="10669"/>
                    <a:pt x="9002" y="10336"/>
                  </a:cubicBezTo>
                  <a:lnTo>
                    <a:pt x="9002" y="9859"/>
                  </a:lnTo>
                  <a:cubicBezTo>
                    <a:pt x="9502" y="9764"/>
                    <a:pt x="9883" y="9359"/>
                    <a:pt x="9883" y="8811"/>
                  </a:cubicBezTo>
                  <a:lnTo>
                    <a:pt x="9883" y="1072"/>
                  </a:lnTo>
                  <a:cubicBezTo>
                    <a:pt x="9883" y="476"/>
                    <a:pt x="9407" y="0"/>
                    <a:pt x="8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9" name="Google Shape;21039;p96"/>
          <p:cNvGrpSpPr/>
          <p:nvPr/>
        </p:nvGrpSpPr>
        <p:grpSpPr>
          <a:xfrm>
            <a:off x="4043104" y="2878146"/>
            <a:ext cx="307522" cy="353883"/>
            <a:chOff x="4045064" y="3030546"/>
            <a:chExt cx="307522" cy="353883"/>
          </a:xfrm>
        </p:grpSpPr>
        <p:sp>
          <p:nvSpPr>
            <p:cNvPr id="21040" name="Google Shape;21040;p96"/>
            <p:cNvSpPr/>
            <p:nvPr/>
          </p:nvSpPr>
          <p:spPr>
            <a:xfrm>
              <a:off x="4065925" y="3064514"/>
              <a:ext cx="267359" cy="314498"/>
            </a:xfrm>
            <a:custGeom>
              <a:rect b="b" l="l" r="r" t="t"/>
              <a:pathLst>
                <a:path extrusionOk="0" h="9694" w="8241">
                  <a:moveTo>
                    <a:pt x="4097" y="1"/>
                  </a:moveTo>
                  <a:lnTo>
                    <a:pt x="2930" y="834"/>
                  </a:lnTo>
                  <a:lnTo>
                    <a:pt x="2930" y="2811"/>
                  </a:lnTo>
                  <a:cubicBezTo>
                    <a:pt x="2930" y="3454"/>
                    <a:pt x="2739" y="3835"/>
                    <a:pt x="2382" y="4335"/>
                  </a:cubicBezTo>
                  <a:lnTo>
                    <a:pt x="286" y="7360"/>
                  </a:lnTo>
                  <a:cubicBezTo>
                    <a:pt x="120" y="7622"/>
                    <a:pt x="1" y="7907"/>
                    <a:pt x="1" y="8241"/>
                  </a:cubicBezTo>
                  <a:cubicBezTo>
                    <a:pt x="1" y="9050"/>
                    <a:pt x="644" y="9693"/>
                    <a:pt x="1453" y="9693"/>
                  </a:cubicBezTo>
                  <a:lnTo>
                    <a:pt x="6788" y="9693"/>
                  </a:lnTo>
                  <a:cubicBezTo>
                    <a:pt x="7574" y="9693"/>
                    <a:pt x="8240" y="9050"/>
                    <a:pt x="8240" y="8241"/>
                  </a:cubicBezTo>
                  <a:cubicBezTo>
                    <a:pt x="8217" y="7907"/>
                    <a:pt x="8098" y="7598"/>
                    <a:pt x="7907" y="7360"/>
                  </a:cubicBezTo>
                  <a:lnTo>
                    <a:pt x="5835" y="4335"/>
                  </a:lnTo>
                  <a:cubicBezTo>
                    <a:pt x="5478" y="3835"/>
                    <a:pt x="5264" y="3454"/>
                    <a:pt x="5264" y="2811"/>
                  </a:cubicBezTo>
                  <a:lnTo>
                    <a:pt x="5264" y="834"/>
                  </a:lnTo>
                  <a:lnTo>
                    <a:pt x="4097" y="1"/>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96"/>
            <p:cNvSpPr/>
            <p:nvPr/>
          </p:nvSpPr>
          <p:spPr>
            <a:xfrm>
              <a:off x="4064367" y="3062210"/>
              <a:ext cx="143753" cy="315341"/>
            </a:xfrm>
            <a:custGeom>
              <a:rect b="b" l="l" r="r" t="t"/>
              <a:pathLst>
                <a:path extrusionOk="0" h="9720" w="4431">
                  <a:moveTo>
                    <a:pt x="4121" y="0"/>
                  </a:moveTo>
                  <a:lnTo>
                    <a:pt x="2954" y="834"/>
                  </a:lnTo>
                  <a:lnTo>
                    <a:pt x="2954" y="2834"/>
                  </a:lnTo>
                  <a:cubicBezTo>
                    <a:pt x="2954" y="3454"/>
                    <a:pt x="2740" y="3835"/>
                    <a:pt x="2382" y="4359"/>
                  </a:cubicBezTo>
                  <a:lnTo>
                    <a:pt x="311" y="7359"/>
                  </a:lnTo>
                  <a:cubicBezTo>
                    <a:pt x="120" y="7621"/>
                    <a:pt x="1" y="7931"/>
                    <a:pt x="1" y="8264"/>
                  </a:cubicBezTo>
                  <a:cubicBezTo>
                    <a:pt x="1" y="9050"/>
                    <a:pt x="668" y="9717"/>
                    <a:pt x="1454" y="9717"/>
                  </a:cubicBezTo>
                  <a:lnTo>
                    <a:pt x="1929" y="9717"/>
                  </a:lnTo>
                  <a:cubicBezTo>
                    <a:pt x="1200" y="9673"/>
                    <a:pt x="644" y="9063"/>
                    <a:pt x="644" y="8288"/>
                  </a:cubicBezTo>
                  <a:cubicBezTo>
                    <a:pt x="644" y="7954"/>
                    <a:pt x="715" y="7669"/>
                    <a:pt x="930" y="7383"/>
                  </a:cubicBezTo>
                  <a:lnTo>
                    <a:pt x="3025" y="4382"/>
                  </a:lnTo>
                  <a:cubicBezTo>
                    <a:pt x="3383" y="3882"/>
                    <a:pt x="3573" y="3501"/>
                    <a:pt x="3573" y="2858"/>
                  </a:cubicBezTo>
                  <a:lnTo>
                    <a:pt x="3573" y="882"/>
                  </a:lnTo>
                  <a:lnTo>
                    <a:pt x="4430" y="239"/>
                  </a:lnTo>
                  <a:lnTo>
                    <a:pt x="4121" y="0"/>
                  </a:lnTo>
                  <a:close/>
                  <a:moveTo>
                    <a:pt x="1929" y="9717"/>
                  </a:moveTo>
                  <a:cubicBezTo>
                    <a:pt x="1956" y="9718"/>
                    <a:pt x="1984" y="9719"/>
                    <a:pt x="2012" y="9719"/>
                  </a:cubicBezTo>
                  <a:cubicBezTo>
                    <a:pt x="2040" y="9719"/>
                    <a:pt x="2068" y="9718"/>
                    <a:pt x="2097" y="9717"/>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96"/>
            <p:cNvSpPr/>
            <p:nvPr/>
          </p:nvSpPr>
          <p:spPr>
            <a:xfrm>
              <a:off x="4090646" y="3254886"/>
              <a:ext cx="214834" cy="97068"/>
            </a:xfrm>
            <a:custGeom>
              <a:rect b="b" l="l" r="r" t="t"/>
              <a:pathLst>
                <a:path extrusionOk="0" h="2992" w="6622">
                  <a:moveTo>
                    <a:pt x="2143" y="1"/>
                  </a:moveTo>
                  <a:cubicBezTo>
                    <a:pt x="2063" y="1"/>
                    <a:pt x="1977" y="5"/>
                    <a:pt x="1882" y="15"/>
                  </a:cubicBezTo>
                  <a:cubicBezTo>
                    <a:pt x="1668" y="63"/>
                    <a:pt x="1501" y="134"/>
                    <a:pt x="1382" y="325"/>
                  </a:cubicBezTo>
                  <a:lnTo>
                    <a:pt x="120" y="1992"/>
                  </a:lnTo>
                  <a:cubicBezTo>
                    <a:pt x="24" y="2111"/>
                    <a:pt x="1" y="2230"/>
                    <a:pt x="1" y="2373"/>
                  </a:cubicBezTo>
                  <a:cubicBezTo>
                    <a:pt x="1" y="2730"/>
                    <a:pt x="263" y="2992"/>
                    <a:pt x="620" y="2992"/>
                  </a:cubicBezTo>
                  <a:lnTo>
                    <a:pt x="5954" y="2992"/>
                  </a:lnTo>
                  <a:cubicBezTo>
                    <a:pt x="6311" y="2992"/>
                    <a:pt x="6573" y="2730"/>
                    <a:pt x="6573" y="2373"/>
                  </a:cubicBezTo>
                  <a:cubicBezTo>
                    <a:pt x="6621" y="2230"/>
                    <a:pt x="6573" y="2087"/>
                    <a:pt x="6502" y="1992"/>
                  </a:cubicBezTo>
                  <a:lnTo>
                    <a:pt x="5216" y="301"/>
                  </a:lnTo>
                  <a:cubicBezTo>
                    <a:pt x="5145" y="213"/>
                    <a:pt x="5049" y="164"/>
                    <a:pt x="4945" y="164"/>
                  </a:cubicBezTo>
                  <a:cubicBezTo>
                    <a:pt x="4909" y="164"/>
                    <a:pt x="4872" y="169"/>
                    <a:pt x="4835" y="182"/>
                  </a:cubicBezTo>
                  <a:cubicBezTo>
                    <a:pt x="4328" y="355"/>
                    <a:pt x="3977" y="417"/>
                    <a:pt x="3711" y="417"/>
                  </a:cubicBezTo>
                  <a:cubicBezTo>
                    <a:pt x="3024" y="417"/>
                    <a:pt x="2906" y="1"/>
                    <a:pt x="2143"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96"/>
            <p:cNvSpPr/>
            <p:nvPr/>
          </p:nvSpPr>
          <p:spPr>
            <a:xfrm>
              <a:off x="4090646" y="3254789"/>
              <a:ext cx="80393" cy="97165"/>
            </a:xfrm>
            <a:custGeom>
              <a:rect b="b" l="l" r="r" t="t"/>
              <a:pathLst>
                <a:path extrusionOk="0" h="2995" w="2478">
                  <a:moveTo>
                    <a:pt x="2224" y="0"/>
                  </a:moveTo>
                  <a:cubicBezTo>
                    <a:pt x="2126" y="0"/>
                    <a:pt x="2013" y="6"/>
                    <a:pt x="1882" y="18"/>
                  </a:cubicBezTo>
                  <a:cubicBezTo>
                    <a:pt x="1668" y="66"/>
                    <a:pt x="1477" y="137"/>
                    <a:pt x="1382" y="328"/>
                  </a:cubicBezTo>
                  <a:lnTo>
                    <a:pt x="120" y="1995"/>
                  </a:lnTo>
                  <a:cubicBezTo>
                    <a:pt x="24" y="2114"/>
                    <a:pt x="1" y="2233"/>
                    <a:pt x="1" y="2376"/>
                  </a:cubicBezTo>
                  <a:cubicBezTo>
                    <a:pt x="1" y="2733"/>
                    <a:pt x="263" y="2995"/>
                    <a:pt x="620" y="2995"/>
                  </a:cubicBezTo>
                  <a:lnTo>
                    <a:pt x="1263" y="2995"/>
                  </a:lnTo>
                  <a:cubicBezTo>
                    <a:pt x="953" y="2971"/>
                    <a:pt x="667" y="2709"/>
                    <a:pt x="667" y="2352"/>
                  </a:cubicBezTo>
                  <a:cubicBezTo>
                    <a:pt x="667" y="2209"/>
                    <a:pt x="691" y="2090"/>
                    <a:pt x="787" y="1971"/>
                  </a:cubicBezTo>
                  <a:lnTo>
                    <a:pt x="2025" y="304"/>
                  </a:lnTo>
                  <a:cubicBezTo>
                    <a:pt x="2144" y="137"/>
                    <a:pt x="2287" y="66"/>
                    <a:pt x="2477" y="18"/>
                  </a:cubicBezTo>
                  <a:cubicBezTo>
                    <a:pt x="2406" y="6"/>
                    <a:pt x="2323" y="0"/>
                    <a:pt x="222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96"/>
            <p:cNvSpPr/>
            <p:nvPr/>
          </p:nvSpPr>
          <p:spPr>
            <a:xfrm>
              <a:off x="4129285" y="3036710"/>
              <a:ext cx="137556" cy="54893"/>
            </a:xfrm>
            <a:custGeom>
              <a:rect b="b" l="l" r="r" t="t"/>
              <a:pathLst>
                <a:path extrusionOk="0" h="1692" w="4240">
                  <a:moveTo>
                    <a:pt x="953" y="1"/>
                  </a:moveTo>
                  <a:cubicBezTo>
                    <a:pt x="548" y="1"/>
                    <a:pt x="143" y="310"/>
                    <a:pt x="96" y="715"/>
                  </a:cubicBezTo>
                  <a:cubicBezTo>
                    <a:pt x="0" y="1239"/>
                    <a:pt x="429" y="1691"/>
                    <a:pt x="929" y="1691"/>
                  </a:cubicBezTo>
                  <a:lnTo>
                    <a:pt x="3287" y="1691"/>
                  </a:lnTo>
                  <a:cubicBezTo>
                    <a:pt x="3692" y="1691"/>
                    <a:pt x="4073" y="1358"/>
                    <a:pt x="4144" y="977"/>
                  </a:cubicBezTo>
                  <a:cubicBezTo>
                    <a:pt x="4239" y="429"/>
                    <a:pt x="3811" y="1"/>
                    <a:pt x="3311"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96"/>
            <p:cNvSpPr/>
            <p:nvPr/>
          </p:nvSpPr>
          <p:spPr>
            <a:xfrm>
              <a:off x="4129285" y="3035153"/>
              <a:ext cx="52557" cy="55704"/>
            </a:xfrm>
            <a:custGeom>
              <a:rect b="b" l="l" r="r" t="t"/>
              <a:pathLst>
                <a:path extrusionOk="0" h="1717" w="1620">
                  <a:moveTo>
                    <a:pt x="953" y="1"/>
                  </a:moveTo>
                  <a:cubicBezTo>
                    <a:pt x="548" y="1"/>
                    <a:pt x="143" y="334"/>
                    <a:pt x="96" y="715"/>
                  </a:cubicBezTo>
                  <a:cubicBezTo>
                    <a:pt x="0" y="1263"/>
                    <a:pt x="429" y="1716"/>
                    <a:pt x="929" y="1716"/>
                  </a:cubicBezTo>
                  <a:lnTo>
                    <a:pt x="1496" y="1716"/>
                  </a:lnTo>
                  <a:cubicBezTo>
                    <a:pt x="1097" y="1694"/>
                    <a:pt x="739" y="1329"/>
                    <a:pt x="739" y="858"/>
                  </a:cubicBezTo>
                  <a:cubicBezTo>
                    <a:pt x="739" y="382"/>
                    <a:pt x="1143" y="1"/>
                    <a:pt x="1620" y="1"/>
                  </a:cubicBezTo>
                  <a:close/>
                  <a:moveTo>
                    <a:pt x="1496" y="1716"/>
                  </a:moveTo>
                  <a:cubicBezTo>
                    <a:pt x="1508" y="1716"/>
                    <a:pt x="1521" y="1717"/>
                    <a:pt x="1534" y="1717"/>
                  </a:cubicBezTo>
                  <a:cubicBezTo>
                    <a:pt x="1547" y="1717"/>
                    <a:pt x="1559" y="1716"/>
                    <a:pt x="1572" y="1716"/>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96"/>
            <p:cNvSpPr/>
            <p:nvPr/>
          </p:nvSpPr>
          <p:spPr>
            <a:xfrm>
              <a:off x="4191866" y="3208234"/>
              <a:ext cx="34778" cy="34811"/>
            </a:xfrm>
            <a:custGeom>
              <a:rect b="b" l="l" r="r" t="t"/>
              <a:pathLst>
                <a:path extrusionOk="0" h="1073" w="1072">
                  <a:moveTo>
                    <a:pt x="548" y="0"/>
                  </a:moveTo>
                  <a:cubicBezTo>
                    <a:pt x="238" y="0"/>
                    <a:pt x="0" y="239"/>
                    <a:pt x="0" y="548"/>
                  </a:cubicBezTo>
                  <a:cubicBezTo>
                    <a:pt x="0" y="834"/>
                    <a:pt x="238" y="1072"/>
                    <a:pt x="548" y="1072"/>
                  </a:cubicBezTo>
                  <a:cubicBezTo>
                    <a:pt x="834" y="1072"/>
                    <a:pt x="1072" y="834"/>
                    <a:pt x="1072" y="548"/>
                  </a:cubicBezTo>
                  <a:cubicBezTo>
                    <a:pt x="1072" y="239"/>
                    <a:pt x="834" y="0"/>
                    <a:pt x="548"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96"/>
            <p:cNvSpPr/>
            <p:nvPr/>
          </p:nvSpPr>
          <p:spPr>
            <a:xfrm>
              <a:off x="4182588" y="3157169"/>
              <a:ext cx="24754" cy="24819"/>
            </a:xfrm>
            <a:custGeom>
              <a:rect b="b" l="l" r="r" t="t"/>
              <a:pathLst>
                <a:path extrusionOk="0" h="765" w="763">
                  <a:moveTo>
                    <a:pt x="422" y="0"/>
                  </a:moveTo>
                  <a:cubicBezTo>
                    <a:pt x="409" y="0"/>
                    <a:pt x="395" y="1"/>
                    <a:pt x="382" y="3"/>
                  </a:cubicBezTo>
                  <a:cubicBezTo>
                    <a:pt x="167" y="3"/>
                    <a:pt x="1" y="169"/>
                    <a:pt x="1" y="384"/>
                  </a:cubicBezTo>
                  <a:cubicBezTo>
                    <a:pt x="1" y="598"/>
                    <a:pt x="167" y="765"/>
                    <a:pt x="382" y="765"/>
                  </a:cubicBezTo>
                  <a:cubicBezTo>
                    <a:pt x="596" y="765"/>
                    <a:pt x="763" y="598"/>
                    <a:pt x="763" y="384"/>
                  </a:cubicBezTo>
                  <a:cubicBezTo>
                    <a:pt x="763" y="161"/>
                    <a:pt x="617" y="0"/>
                    <a:pt x="422"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96"/>
            <p:cNvSpPr/>
            <p:nvPr/>
          </p:nvSpPr>
          <p:spPr>
            <a:xfrm>
              <a:off x="4144727" y="3297743"/>
              <a:ext cx="10868" cy="19465"/>
            </a:xfrm>
            <a:custGeom>
              <a:rect b="b" l="l" r="r" t="t"/>
              <a:pathLst>
                <a:path extrusionOk="0" h="600" w="335">
                  <a:moveTo>
                    <a:pt x="184" y="0"/>
                  </a:moveTo>
                  <a:cubicBezTo>
                    <a:pt x="96" y="0"/>
                    <a:pt x="1" y="85"/>
                    <a:pt x="1" y="171"/>
                  </a:cubicBezTo>
                  <a:lnTo>
                    <a:pt x="1" y="433"/>
                  </a:lnTo>
                  <a:cubicBezTo>
                    <a:pt x="1" y="528"/>
                    <a:pt x="72" y="575"/>
                    <a:pt x="144" y="599"/>
                  </a:cubicBezTo>
                  <a:cubicBezTo>
                    <a:pt x="239" y="599"/>
                    <a:pt x="334" y="528"/>
                    <a:pt x="334" y="433"/>
                  </a:cubicBezTo>
                  <a:lnTo>
                    <a:pt x="334" y="171"/>
                  </a:lnTo>
                  <a:cubicBezTo>
                    <a:pt x="334" y="75"/>
                    <a:pt x="263" y="4"/>
                    <a:pt x="215" y="4"/>
                  </a:cubicBezTo>
                  <a:cubicBezTo>
                    <a:pt x="205" y="1"/>
                    <a:pt x="195" y="0"/>
                    <a:pt x="1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96"/>
            <p:cNvSpPr/>
            <p:nvPr/>
          </p:nvSpPr>
          <p:spPr>
            <a:xfrm>
              <a:off x="4240530" y="3297743"/>
              <a:ext cx="10868" cy="19465"/>
            </a:xfrm>
            <a:custGeom>
              <a:rect b="b" l="l" r="r" t="t"/>
              <a:pathLst>
                <a:path extrusionOk="0" h="600" w="335">
                  <a:moveTo>
                    <a:pt x="184" y="0"/>
                  </a:moveTo>
                  <a:cubicBezTo>
                    <a:pt x="96" y="0"/>
                    <a:pt x="1" y="85"/>
                    <a:pt x="1" y="171"/>
                  </a:cubicBezTo>
                  <a:lnTo>
                    <a:pt x="1" y="433"/>
                  </a:lnTo>
                  <a:cubicBezTo>
                    <a:pt x="1" y="528"/>
                    <a:pt x="48" y="575"/>
                    <a:pt x="144" y="599"/>
                  </a:cubicBezTo>
                  <a:cubicBezTo>
                    <a:pt x="239" y="599"/>
                    <a:pt x="334" y="528"/>
                    <a:pt x="334" y="433"/>
                  </a:cubicBezTo>
                  <a:lnTo>
                    <a:pt x="334" y="171"/>
                  </a:lnTo>
                  <a:cubicBezTo>
                    <a:pt x="334" y="75"/>
                    <a:pt x="263" y="4"/>
                    <a:pt x="215" y="4"/>
                  </a:cubicBezTo>
                  <a:cubicBezTo>
                    <a:pt x="205" y="1"/>
                    <a:pt x="195" y="0"/>
                    <a:pt x="1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96"/>
            <p:cNvSpPr/>
            <p:nvPr/>
          </p:nvSpPr>
          <p:spPr>
            <a:xfrm>
              <a:off x="4179506" y="3305464"/>
              <a:ext cx="35557" cy="15605"/>
            </a:xfrm>
            <a:custGeom>
              <a:rect b="b" l="l" r="r" t="t"/>
              <a:pathLst>
                <a:path extrusionOk="0" h="481" w="1096">
                  <a:moveTo>
                    <a:pt x="906" y="1"/>
                  </a:moveTo>
                  <a:cubicBezTo>
                    <a:pt x="858" y="1"/>
                    <a:pt x="812" y="24"/>
                    <a:pt x="786" y="75"/>
                  </a:cubicBezTo>
                  <a:cubicBezTo>
                    <a:pt x="715" y="123"/>
                    <a:pt x="619" y="195"/>
                    <a:pt x="524" y="195"/>
                  </a:cubicBezTo>
                  <a:cubicBezTo>
                    <a:pt x="453" y="195"/>
                    <a:pt x="358" y="171"/>
                    <a:pt x="286" y="75"/>
                  </a:cubicBezTo>
                  <a:cubicBezTo>
                    <a:pt x="260" y="36"/>
                    <a:pt x="219" y="18"/>
                    <a:pt x="172" y="18"/>
                  </a:cubicBezTo>
                  <a:cubicBezTo>
                    <a:pt x="134" y="18"/>
                    <a:pt x="91" y="30"/>
                    <a:pt x="48" y="52"/>
                  </a:cubicBezTo>
                  <a:cubicBezTo>
                    <a:pt x="0" y="99"/>
                    <a:pt x="0" y="195"/>
                    <a:pt x="24" y="290"/>
                  </a:cubicBezTo>
                  <a:cubicBezTo>
                    <a:pt x="215" y="433"/>
                    <a:pt x="381" y="480"/>
                    <a:pt x="572" y="480"/>
                  </a:cubicBezTo>
                  <a:cubicBezTo>
                    <a:pt x="739" y="480"/>
                    <a:pt x="929" y="409"/>
                    <a:pt x="1048" y="290"/>
                  </a:cubicBezTo>
                  <a:cubicBezTo>
                    <a:pt x="1096" y="218"/>
                    <a:pt x="1096" y="99"/>
                    <a:pt x="1024" y="52"/>
                  </a:cubicBezTo>
                  <a:cubicBezTo>
                    <a:pt x="991" y="18"/>
                    <a:pt x="948"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96"/>
            <p:cNvSpPr/>
            <p:nvPr/>
          </p:nvSpPr>
          <p:spPr>
            <a:xfrm>
              <a:off x="4079064" y="3249079"/>
              <a:ext cx="238777" cy="106736"/>
            </a:xfrm>
            <a:custGeom>
              <a:rect b="b" l="l" r="r" t="t"/>
              <a:pathLst>
                <a:path extrusionOk="0" h="3290" w="7360">
                  <a:moveTo>
                    <a:pt x="2473" y="1"/>
                  </a:moveTo>
                  <a:cubicBezTo>
                    <a:pt x="2141" y="1"/>
                    <a:pt x="1825" y="107"/>
                    <a:pt x="1620" y="385"/>
                  </a:cubicBezTo>
                  <a:lnTo>
                    <a:pt x="1048" y="1123"/>
                  </a:lnTo>
                  <a:cubicBezTo>
                    <a:pt x="977" y="1194"/>
                    <a:pt x="1024" y="1313"/>
                    <a:pt x="1072" y="1337"/>
                  </a:cubicBezTo>
                  <a:cubicBezTo>
                    <a:pt x="1098" y="1346"/>
                    <a:pt x="1131" y="1351"/>
                    <a:pt x="1163" y="1351"/>
                  </a:cubicBezTo>
                  <a:cubicBezTo>
                    <a:pt x="1218" y="1351"/>
                    <a:pt x="1271" y="1335"/>
                    <a:pt x="1286" y="1290"/>
                  </a:cubicBezTo>
                  <a:lnTo>
                    <a:pt x="1858" y="551"/>
                  </a:lnTo>
                  <a:cubicBezTo>
                    <a:pt x="1998" y="368"/>
                    <a:pt x="2216" y="302"/>
                    <a:pt x="2448" y="302"/>
                  </a:cubicBezTo>
                  <a:cubicBezTo>
                    <a:pt x="2729" y="302"/>
                    <a:pt x="3030" y="399"/>
                    <a:pt x="3239" y="504"/>
                  </a:cubicBezTo>
                  <a:cubicBezTo>
                    <a:pt x="3464" y="596"/>
                    <a:pt x="3681" y="703"/>
                    <a:pt x="4032" y="703"/>
                  </a:cubicBezTo>
                  <a:cubicBezTo>
                    <a:pt x="4315" y="703"/>
                    <a:pt x="4685" y="634"/>
                    <a:pt x="5216" y="432"/>
                  </a:cubicBezTo>
                  <a:cubicBezTo>
                    <a:pt x="5228" y="426"/>
                    <a:pt x="5243" y="423"/>
                    <a:pt x="5259" y="423"/>
                  </a:cubicBezTo>
                  <a:cubicBezTo>
                    <a:pt x="5310" y="423"/>
                    <a:pt x="5377" y="450"/>
                    <a:pt x="5430" y="504"/>
                  </a:cubicBezTo>
                  <a:lnTo>
                    <a:pt x="6692" y="2194"/>
                  </a:lnTo>
                  <a:cubicBezTo>
                    <a:pt x="6930" y="2480"/>
                    <a:pt x="6692" y="2933"/>
                    <a:pt x="6311" y="2933"/>
                  </a:cubicBezTo>
                  <a:lnTo>
                    <a:pt x="977" y="2933"/>
                  </a:lnTo>
                  <a:cubicBezTo>
                    <a:pt x="596" y="2933"/>
                    <a:pt x="381" y="2480"/>
                    <a:pt x="596" y="2194"/>
                  </a:cubicBezTo>
                  <a:lnTo>
                    <a:pt x="929" y="1837"/>
                  </a:lnTo>
                  <a:cubicBezTo>
                    <a:pt x="977" y="1790"/>
                    <a:pt x="977" y="1694"/>
                    <a:pt x="929" y="1623"/>
                  </a:cubicBezTo>
                  <a:cubicBezTo>
                    <a:pt x="897" y="1591"/>
                    <a:pt x="855" y="1578"/>
                    <a:pt x="814" y="1578"/>
                  </a:cubicBezTo>
                  <a:cubicBezTo>
                    <a:pt x="765" y="1578"/>
                    <a:pt x="717" y="1597"/>
                    <a:pt x="691" y="1623"/>
                  </a:cubicBezTo>
                  <a:lnTo>
                    <a:pt x="381" y="2052"/>
                  </a:lnTo>
                  <a:cubicBezTo>
                    <a:pt x="0" y="2552"/>
                    <a:pt x="381" y="3290"/>
                    <a:pt x="1024" y="3290"/>
                  </a:cubicBezTo>
                  <a:lnTo>
                    <a:pt x="6335" y="3290"/>
                  </a:lnTo>
                  <a:cubicBezTo>
                    <a:pt x="6978" y="3290"/>
                    <a:pt x="7359" y="2552"/>
                    <a:pt x="6978" y="2052"/>
                  </a:cubicBezTo>
                  <a:lnTo>
                    <a:pt x="5692" y="361"/>
                  </a:lnTo>
                  <a:cubicBezTo>
                    <a:pt x="5601" y="215"/>
                    <a:pt x="5441" y="153"/>
                    <a:pt x="5274" y="153"/>
                  </a:cubicBezTo>
                  <a:cubicBezTo>
                    <a:pt x="5223" y="153"/>
                    <a:pt x="5171" y="159"/>
                    <a:pt x="5121" y="170"/>
                  </a:cubicBezTo>
                  <a:cubicBezTo>
                    <a:pt x="4619" y="349"/>
                    <a:pt x="4289" y="412"/>
                    <a:pt x="4044" y="412"/>
                  </a:cubicBezTo>
                  <a:cubicBezTo>
                    <a:pt x="3766" y="412"/>
                    <a:pt x="3596" y="330"/>
                    <a:pt x="3406" y="242"/>
                  </a:cubicBezTo>
                  <a:cubicBezTo>
                    <a:pt x="3136" y="101"/>
                    <a:pt x="2797" y="1"/>
                    <a:pt x="24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96"/>
            <p:cNvSpPr/>
            <p:nvPr/>
          </p:nvSpPr>
          <p:spPr>
            <a:xfrm>
              <a:off x="4187227" y="3203595"/>
              <a:ext cx="44836" cy="44057"/>
            </a:xfrm>
            <a:custGeom>
              <a:rect b="b" l="l" r="r" t="t"/>
              <a:pathLst>
                <a:path extrusionOk="0" h="1358" w="1382">
                  <a:moveTo>
                    <a:pt x="691" y="286"/>
                  </a:moveTo>
                  <a:cubicBezTo>
                    <a:pt x="905" y="286"/>
                    <a:pt x="1048" y="477"/>
                    <a:pt x="1048" y="643"/>
                  </a:cubicBezTo>
                  <a:cubicBezTo>
                    <a:pt x="1048" y="834"/>
                    <a:pt x="858" y="1001"/>
                    <a:pt x="691" y="1001"/>
                  </a:cubicBezTo>
                  <a:cubicBezTo>
                    <a:pt x="501" y="1001"/>
                    <a:pt x="334" y="834"/>
                    <a:pt x="334" y="643"/>
                  </a:cubicBezTo>
                  <a:cubicBezTo>
                    <a:pt x="334" y="477"/>
                    <a:pt x="477" y="286"/>
                    <a:pt x="691" y="286"/>
                  </a:cubicBezTo>
                  <a:close/>
                  <a:moveTo>
                    <a:pt x="691" y="1"/>
                  </a:moveTo>
                  <a:cubicBezTo>
                    <a:pt x="310" y="1"/>
                    <a:pt x="0" y="286"/>
                    <a:pt x="0" y="691"/>
                  </a:cubicBezTo>
                  <a:cubicBezTo>
                    <a:pt x="0" y="1072"/>
                    <a:pt x="310" y="1358"/>
                    <a:pt x="691" y="1358"/>
                  </a:cubicBezTo>
                  <a:cubicBezTo>
                    <a:pt x="1072" y="1358"/>
                    <a:pt x="1382" y="1072"/>
                    <a:pt x="1382" y="691"/>
                  </a:cubicBezTo>
                  <a:cubicBezTo>
                    <a:pt x="1382" y="286"/>
                    <a:pt x="1072" y="1"/>
                    <a:pt x="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96"/>
            <p:cNvSpPr/>
            <p:nvPr/>
          </p:nvSpPr>
          <p:spPr>
            <a:xfrm>
              <a:off x="4177948" y="3151070"/>
              <a:ext cx="34811" cy="34778"/>
            </a:xfrm>
            <a:custGeom>
              <a:rect b="b" l="l" r="r" t="t"/>
              <a:pathLst>
                <a:path extrusionOk="0" h="1072" w="1073">
                  <a:moveTo>
                    <a:pt x="525" y="310"/>
                  </a:moveTo>
                  <a:cubicBezTo>
                    <a:pt x="667" y="310"/>
                    <a:pt x="763" y="405"/>
                    <a:pt x="763" y="548"/>
                  </a:cubicBezTo>
                  <a:cubicBezTo>
                    <a:pt x="739" y="691"/>
                    <a:pt x="644" y="786"/>
                    <a:pt x="525" y="786"/>
                  </a:cubicBezTo>
                  <a:cubicBezTo>
                    <a:pt x="406" y="786"/>
                    <a:pt x="286" y="691"/>
                    <a:pt x="286" y="548"/>
                  </a:cubicBezTo>
                  <a:cubicBezTo>
                    <a:pt x="286" y="429"/>
                    <a:pt x="382" y="310"/>
                    <a:pt x="525" y="310"/>
                  </a:cubicBezTo>
                  <a:close/>
                  <a:moveTo>
                    <a:pt x="525" y="0"/>
                  </a:moveTo>
                  <a:cubicBezTo>
                    <a:pt x="239" y="0"/>
                    <a:pt x="1" y="238"/>
                    <a:pt x="1" y="548"/>
                  </a:cubicBezTo>
                  <a:cubicBezTo>
                    <a:pt x="1" y="834"/>
                    <a:pt x="239" y="1072"/>
                    <a:pt x="525" y="1072"/>
                  </a:cubicBezTo>
                  <a:cubicBezTo>
                    <a:pt x="834" y="1072"/>
                    <a:pt x="1072" y="834"/>
                    <a:pt x="1072" y="548"/>
                  </a:cubicBezTo>
                  <a:cubicBezTo>
                    <a:pt x="1072" y="238"/>
                    <a:pt x="834" y="0"/>
                    <a:pt x="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96"/>
            <p:cNvSpPr/>
            <p:nvPr/>
          </p:nvSpPr>
          <p:spPr>
            <a:xfrm>
              <a:off x="4045064" y="3030546"/>
              <a:ext cx="307522" cy="353883"/>
            </a:xfrm>
            <a:custGeom>
              <a:rect b="b" l="l" r="r" t="t"/>
              <a:pathLst>
                <a:path extrusionOk="0" h="10908" w="9479">
                  <a:moveTo>
                    <a:pt x="5907" y="333"/>
                  </a:moveTo>
                  <a:cubicBezTo>
                    <a:pt x="6240" y="333"/>
                    <a:pt x="6526" y="572"/>
                    <a:pt x="6597" y="905"/>
                  </a:cubicBezTo>
                  <a:cubicBezTo>
                    <a:pt x="6669" y="1334"/>
                    <a:pt x="6311" y="1739"/>
                    <a:pt x="5907" y="1739"/>
                  </a:cubicBezTo>
                  <a:lnTo>
                    <a:pt x="3549" y="1739"/>
                  </a:lnTo>
                  <a:cubicBezTo>
                    <a:pt x="3144" y="1739"/>
                    <a:pt x="2787" y="1334"/>
                    <a:pt x="2858" y="905"/>
                  </a:cubicBezTo>
                  <a:cubicBezTo>
                    <a:pt x="2930" y="595"/>
                    <a:pt x="3216" y="333"/>
                    <a:pt x="3549" y="333"/>
                  </a:cubicBezTo>
                  <a:close/>
                  <a:moveTo>
                    <a:pt x="3549" y="0"/>
                  </a:moveTo>
                  <a:cubicBezTo>
                    <a:pt x="3025" y="0"/>
                    <a:pt x="2573" y="429"/>
                    <a:pt x="2549" y="953"/>
                  </a:cubicBezTo>
                  <a:cubicBezTo>
                    <a:pt x="2501" y="1453"/>
                    <a:pt x="2906" y="1905"/>
                    <a:pt x="3382" y="2000"/>
                  </a:cubicBezTo>
                  <a:lnTo>
                    <a:pt x="3382" y="3834"/>
                  </a:lnTo>
                  <a:cubicBezTo>
                    <a:pt x="3382" y="4430"/>
                    <a:pt x="3192" y="4834"/>
                    <a:pt x="2835" y="5263"/>
                  </a:cubicBezTo>
                  <a:lnTo>
                    <a:pt x="763" y="8287"/>
                  </a:lnTo>
                  <a:cubicBezTo>
                    <a:pt x="1" y="9359"/>
                    <a:pt x="715" y="10907"/>
                    <a:pt x="2072" y="10907"/>
                  </a:cubicBezTo>
                  <a:lnTo>
                    <a:pt x="7383" y="10907"/>
                  </a:lnTo>
                  <a:cubicBezTo>
                    <a:pt x="8693" y="10907"/>
                    <a:pt x="9479" y="9359"/>
                    <a:pt x="8693" y="8287"/>
                  </a:cubicBezTo>
                  <a:lnTo>
                    <a:pt x="7407" y="6430"/>
                  </a:lnTo>
                  <a:cubicBezTo>
                    <a:pt x="7377" y="6400"/>
                    <a:pt x="7328" y="6370"/>
                    <a:pt x="7283" y="6370"/>
                  </a:cubicBezTo>
                  <a:cubicBezTo>
                    <a:pt x="7258" y="6370"/>
                    <a:pt x="7234" y="6380"/>
                    <a:pt x="7216" y="6406"/>
                  </a:cubicBezTo>
                  <a:cubicBezTo>
                    <a:pt x="7145" y="6454"/>
                    <a:pt x="7121" y="6549"/>
                    <a:pt x="7169" y="6620"/>
                  </a:cubicBezTo>
                  <a:lnTo>
                    <a:pt x="8455" y="8454"/>
                  </a:lnTo>
                  <a:cubicBezTo>
                    <a:pt x="9098" y="9312"/>
                    <a:pt x="8455" y="10574"/>
                    <a:pt x="7407" y="10574"/>
                  </a:cubicBezTo>
                  <a:lnTo>
                    <a:pt x="2096" y="10574"/>
                  </a:lnTo>
                  <a:cubicBezTo>
                    <a:pt x="1048" y="10574"/>
                    <a:pt x="429" y="9312"/>
                    <a:pt x="1048" y="8454"/>
                  </a:cubicBezTo>
                  <a:lnTo>
                    <a:pt x="3144" y="5454"/>
                  </a:lnTo>
                  <a:cubicBezTo>
                    <a:pt x="3525" y="4953"/>
                    <a:pt x="3739" y="4525"/>
                    <a:pt x="3739" y="3834"/>
                  </a:cubicBezTo>
                  <a:lnTo>
                    <a:pt x="3739" y="2000"/>
                  </a:lnTo>
                  <a:lnTo>
                    <a:pt x="5764" y="2000"/>
                  </a:lnTo>
                  <a:lnTo>
                    <a:pt x="5764" y="3834"/>
                  </a:lnTo>
                  <a:cubicBezTo>
                    <a:pt x="5764" y="4501"/>
                    <a:pt x="5954" y="4953"/>
                    <a:pt x="6359" y="5454"/>
                  </a:cubicBezTo>
                  <a:lnTo>
                    <a:pt x="6788" y="6073"/>
                  </a:lnTo>
                  <a:cubicBezTo>
                    <a:pt x="6829" y="6114"/>
                    <a:pt x="6879" y="6140"/>
                    <a:pt x="6922" y="6140"/>
                  </a:cubicBezTo>
                  <a:cubicBezTo>
                    <a:pt x="6954" y="6140"/>
                    <a:pt x="6982" y="6126"/>
                    <a:pt x="7002" y="6097"/>
                  </a:cubicBezTo>
                  <a:cubicBezTo>
                    <a:pt x="7050" y="6049"/>
                    <a:pt x="7097" y="5954"/>
                    <a:pt x="7026" y="5906"/>
                  </a:cubicBezTo>
                  <a:lnTo>
                    <a:pt x="6597" y="5239"/>
                  </a:lnTo>
                  <a:cubicBezTo>
                    <a:pt x="6240" y="4763"/>
                    <a:pt x="6026" y="3834"/>
                    <a:pt x="6026" y="3834"/>
                  </a:cubicBezTo>
                  <a:lnTo>
                    <a:pt x="6026" y="2000"/>
                  </a:lnTo>
                  <a:cubicBezTo>
                    <a:pt x="6502" y="1905"/>
                    <a:pt x="6883" y="1500"/>
                    <a:pt x="6859" y="953"/>
                  </a:cubicBezTo>
                  <a:cubicBezTo>
                    <a:pt x="6835" y="429"/>
                    <a:pt x="6383" y="0"/>
                    <a:pt x="5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55" name="Google Shape;21055;p96"/>
          <p:cNvSpPr/>
          <p:nvPr/>
        </p:nvSpPr>
        <p:spPr>
          <a:xfrm>
            <a:off x="4793305" y="2902089"/>
            <a:ext cx="311383" cy="324522"/>
          </a:xfrm>
          <a:custGeom>
            <a:rect b="b" l="l" r="r" t="t"/>
            <a:pathLst>
              <a:path extrusionOk="0" h="10003" w="9598">
                <a:moveTo>
                  <a:pt x="3287" y="0"/>
                </a:moveTo>
                <a:lnTo>
                  <a:pt x="3287" y="2501"/>
                </a:lnTo>
                <a:cubicBezTo>
                  <a:pt x="1453" y="2834"/>
                  <a:pt x="0" y="4454"/>
                  <a:pt x="0" y="6406"/>
                </a:cubicBezTo>
                <a:lnTo>
                  <a:pt x="0" y="6502"/>
                </a:lnTo>
                <a:cubicBezTo>
                  <a:pt x="48" y="8431"/>
                  <a:pt x="1644" y="10002"/>
                  <a:pt x="3573" y="10002"/>
                </a:cubicBezTo>
                <a:lnTo>
                  <a:pt x="4287" y="10002"/>
                </a:lnTo>
                <a:cubicBezTo>
                  <a:pt x="6264" y="10002"/>
                  <a:pt x="7859" y="8431"/>
                  <a:pt x="7859" y="6502"/>
                </a:cubicBezTo>
                <a:lnTo>
                  <a:pt x="7859" y="6406"/>
                </a:lnTo>
                <a:cubicBezTo>
                  <a:pt x="7859" y="4477"/>
                  <a:pt x="6454" y="2858"/>
                  <a:pt x="4597" y="2548"/>
                </a:cubicBezTo>
                <a:lnTo>
                  <a:pt x="4597" y="1905"/>
                </a:lnTo>
                <a:lnTo>
                  <a:pt x="9050" y="3382"/>
                </a:lnTo>
                <a:cubicBezTo>
                  <a:pt x="9079" y="3390"/>
                  <a:pt x="9109" y="3394"/>
                  <a:pt x="9138" y="3394"/>
                </a:cubicBezTo>
                <a:cubicBezTo>
                  <a:pt x="9272" y="3394"/>
                  <a:pt x="9392" y="3309"/>
                  <a:pt x="9431" y="3191"/>
                </a:cubicBezTo>
                <a:lnTo>
                  <a:pt x="9502" y="2953"/>
                </a:lnTo>
                <a:cubicBezTo>
                  <a:pt x="9598" y="2787"/>
                  <a:pt x="9526" y="2620"/>
                  <a:pt x="9383" y="2572"/>
                </a:cubicBezTo>
                <a:lnTo>
                  <a:pt x="4668" y="1024"/>
                </a:lnTo>
                <a:lnTo>
                  <a:pt x="4668"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96"/>
          <p:cNvSpPr/>
          <p:nvPr/>
        </p:nvSpPr>
        <p:spPr>
          <a:xfrm>
            <a:off x="4793305" y="2902089"/>
            <a:ext cx="137556" cy="324522"/>
          </a:xfrm>
          <a:custGeom>
            <a:rect b="b" l="l" r="r" t="t"/>
            <a:pathLst>
              <a:path extrusionOk="0" h="10003" w="4240">
                <a:moveTo>
                  <a:pt x="3287" y="0"/>
                </a:moveTo>
                <a:lnTo>
                  <a:pt x="3287" y="2501"/>
                </a:lnTo>
                <a:cubicBezTo>
                  <a:pt x="1406" y="2834"/>
                  <a:pt x="0" y="4454"/>
                  <a:pt x="0" y="6406"/>
                </a:cubicBezTo>
                <a:lnTo>
                  <a:pt x="0" y="6502"/>
                </a:lnTo>
                <a:cubicBezTo>
                  <a:pt x="48" y="8431"/>
                  <a:pt x="1644" y="10002"/>
                  <a:pt x="3620" y="10002"/>
                </a:cubicBezTo>
                <a:lnTo>
                  <a:pt x="4239" y="10002"/>
                </a:lnTo>
                <a:cubicBezTo>
                  <a:pt x="2287" y="9979"/>
                  <a:pt x="667" y="8431"/>
                  <a:pt x="643" y="6502"/>
                </a:cubicBezTo>
                <a:lnTo>
                  <a:pt x="643" y="6406"/>
                </a:lnTo>
                <a:cubicBezTo>
                  <a:pt x="643" y="4573"/>
                  <a:pt x="1882" y="3049"/>
                  <a:pt x="3573" y="2596"/>
                </a:cubicBezTo>
                <a:cubicBezTo>
                  <a:pt x="3787" y="2548"/>
                  <a:pt x="3906" y="2358"/>
                  <a:pt x="3906" y="2144"/>
                </a:cubicBezTo>
                <a:lnTo>
                  <a:pt x="3906"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96"/>
          <p:cNvSpPr/>
          <p:nvPr/>
        </p:nvSpPr>
        <p:spPr>
          <a:xfrm>
            <a:off x="4807222" y="2958085"/>
            <a:ext cx="248802" cy="272387"/>
          </a:xfrm>
          <a:custGeom>
            <a:rect b="b" l="l" r="r" t="t"/>
            <a:pathLst>
              <a:path extrusionOk="0" h="8396" w="7669">
                <a:moveTo>
                  <a:pt x="4265" y="0"/>
                </a:moveTo>
                <a:cubicBezTo>
                  <a:pt x="4191" y="0"/>
                  <a:pt x="4096" y="78"/>
                  <a:pt x="4096" y="156"/>
                </a:cubicBezTo>
                <a:lnTo>
                  <a:pt x="4096" y="775"/>
                </a:lnTo>
                <a:cubicBezTo>
                  <a:pt x="4096" y="870"/>
                  <a:pt x="4168" y="942"/>
                  <a:pt x="4215" y="942"/>
                </a:cubicBezTo>
                <a:cubicBezTo>
                  <a:pt x="6049" y="1227"/>
                  <a:pt x="7359" y="2799"/>
                  <a:pt x="7383" y="4657"/>
                </a:cubicBezTo>
                <a:cubicBezTo>
                  <a:pt x="7383" y="5585"/>
                  <a:pt x="7025" y="6466"/>
                  <a:pt x="6359" y="7133"/>
                </a:cubicBezTo>
                <a:cubicBezTo>
                  <a:pt x="5716" y="7752"/>
                  <a:pt x="4858" y="8110"/>
                  <a:pt x="3953" y="8110"/>
                </a:cubicBezTo>
                <a:lnTo>
                  <a:pt x="3239" y="8110"/>
                </a:lnTo>
                <a:cubicBezTo>
                  <a:pt x="2120" y="8110"/>
                  <a:pt x="1048" y="7538"/>
                  <a:pt x="381" y="6609"/>
                </a:cubicBezTo>
                <a:cubicBezTo>
                  <a:pt x="306" y="6564"/>
                  <a:pt x="249" y="6547"/>
                  <a:pt x="194" y="6547"/>
                </a:cubicBezTo>
                <a:cubicBezTo>
                  <a:pt x="162" y="6547"/>
                  <a:pt x="130" y="6553"/>
                  <a:pt x="95" y="6562"/>
                </a:cubicBezTo>
                <a:cubicBezTo>
                  <a:pt x="24" y="6609"/>
                  <a:pt x="0" y="6705"/>
                  <a:pt x="72" y="6776"/>
                </a:cubicBezTo>
                <a:cubicBezTo>
                  <a:pt x="762" y="7776"/>
                  <a:pt x="1929" y="8395"/>
                  <a:pt x="3191" y="8395"/>
                </a:cubicBezTo>
                <a:lnTo>
                  <a:pt x="3906" y="8395"/>
                </a:lnTo>
                <a:cubicBezTo>
                  <a:pt x="4882" y="8395"/>
                  <a:pt x="5835" y="8014"/>
                  <a:pt x="6549" y="7324"/>
                </a:cubicBezTo>
                <a:cubicBezTo>
                  <a:pt x="7264" y="6609"/>
                  <a:pt x="7668" y="5633"/>
                  <a:pt x="7668" y="4657"/>
                </a:cubicBezTo>
                <a:cubicBezTo>
                  <a:pt x="7668" y="2680"/>
                  <a:pt x="6311" y="1037"/>
                  <a:pt x="4406" y="632"/>
                </a:cubicBezTo>
                <a:lnTo>
                  <a:pt x="4406" y="370"/>
                </a:lnTo>
                <a:lnTo>
                  <a:pt x="7025" y="1227"/>
                </a:lnTo>
                <a:cubicBezTo>
                  <a:pt x="7042" y="1232"/>
                  <a:pt x="7058" y="1234"/>
                  <a:pt x="7074" y="1234"/>
                </a:cubicBezTo>
                <a:cubicBezTo>
                  <a:pt x="7145" y="1234"/>
                  <a:pt x="7201" y="1191"/>
                  <a:pt x="7240" y="1132"/>
                </a:cubicBezTo>
                <a:cubicBezTo>
                  <a:pt x="7264" y="1037"/>
                  <a:pt x="7192" y="965"/>
                  <a:pt x="7144" y="942"/>
                </a:cubicBezTo>
                <a:lnTo>
                  <a:pt x="4311" y="13"/>
                </a:lnTo>
                <a:cubicBezTo>
                  <a:pt x="4297" y="4"/>
                  <a:pt x="4282" y="0"/>
                  <a:pt x="4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58" name="Google Shape;21058;p96"/>
          <p:cNvGrpSpPr/>
          <p:nvPr/>
        </p:nvGrpSpPr>
        <p:grpSpPr>
          <a:xfrm>
            <a:off x="4787887" y="2878893"/>
            <a:ext cx="321440" cy="324522"/>
            <a:chOff x="4789846" y="3031293"/>
            <a:chExt cx="321440" cy="324522"/>
          </a:xfrm>
        </p:grpSpPr>
        <p:sp>
          <p:nvSpPr>
            <p:cNvPr id="21059" name="Google Shape;21059;p96"/>
            <p:cNvSpPr/>
            <p:nvPr/>
          </p:nvSpPr>
          <p:spPr>
            <a:xfrm>
              <a:off x="4821543" y="3259818"/>
              <a:ext cx="202960" cy="90612"/>
            </a:xfrm>
            <a:custGeom>
              <a:rect b="b" l="l" r="r" t="t"/>
              <a:pathLst>
                <a:path extrusionOk="0" h="2793" w="6256">
                  <a:moveTo>
                    <a:pt x="1046" y="0"/>
                  </a:moveTo>
                  <a:cubicBezTo>
                    <a:pt x="826" y="0"/>
                    <a:pt x="576" y="23"/>
                    <a:pt x="286" y="77"/>
                  </a:cubicBezTo>
                  <a:cubicBezTo>
                    <a:pt x="119" y="101"/>
                    <a:pt x="0" y="268"/>
                    <a:pt x="48" y="411"/>
                  </a:cubicBezTo>
                  <a:cubicBezTo>
                    <a:pt x="119" y="1030"/>
                    <a:pt x="381" y="1602"/>
                    <a:pt x="834" y="2006"/>
                  </a:cubicBezTo>
                  <a:cubicBezTo>
                    <a:pt x="1381" y="2530"/>
                    <a:pt x="2072" y="2792"/>
                    <a:pt x="2763" y="2792"/>
                  </a:cubicBezTo>
                  <a:lnTo>
                    <a:pt x="3477" y="2792"/>
                  </a:lnTo>
                  <a:cubicBezTo>
                    <a:pt x="4239" y="2792"/>
                    <a:pt x="4906" y="2530"/>
                    <a:pt x="5430" y="1983"/>
                  </a:cubicBezTo>
                  <a:cubicBezTo>
                    <a:pt x="5811" y="1602"/>
                    <a:pt x="6073" y="1125"/>
                    <a:pt x="6192" y="625"/>
                  </a:cubicBezTo>
                  <a:cubicBezTo>
                    <a:pt x="6256" y="476"/>
                    <a:pt x="6091" y="308"/>
                    <a:pt x="5886" y="308"/>
                  </a:cubicBezTo>
                  <a:cubicBezTo>
                    <a:pt x="5861" y="308"/>
                    <a:pt x="5836" y="310"/>
                    <a:pt x="5811" y="316"/>
                  </a:cubicBezTo>
                  <a:cubicBezTo>
                    <a:pt x="4928" y="616"/>
                    <a:pt x="4300" y="724"/>
                    <a:pt x="3816" y="724"/>
                  </a:cubicBezTo>
                  <a:cubicBezTo>
                    <a:pt x="2564" y="724"/>
                    <a:pt x="2277" y="0"/>
                    <a:pt x="1046"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96"/>
            <p:cNvSpPr/>
            <p:nvPr/>
          </p:nvSpPr>
          <p:spPr>
            <a:xfrm>
              <a:off x="4821543" y="3260758"/>
              <a:ext cx="110499" cy="89671"/>
            </a:xfrm>
            <a:custGeom>
              <a:rect b="b" l="l" r="r" t="t"/>
              <a:pathLst>
                <a:path extrusionOk="0" h="2764" w="3406">
                  <a:moveTo>
                    <a:pt x="762" y="1"/>
                  </a:moveTo>
                  <a:cubicBezTo>
                    <a:pt x="596" y="1"/>
                    <a:pt x="453" y="25"/>
                    <a:pt x="286" y="48"/>
                  </a:cubicBezTo>
                  <a:cubicBezTo>
                    <a:pt x="119" y="72"/>
                    <a:pt x="0" y="239"/>
                    <a:pt x="48" y="382"/>
                  </a:cubicBezTo>
                  <a:cubicBezTo>
                    <a:pt x="119" y="1001"/>
                    <a:pt x="381" y="1573"/>
                    <a:pt x="834" y="1977"/>
                  </a:cubicBezTo>
                  <a:cubicBezTo>
                    <a:pt x="1381" y="2501"/>
                    <a:pt x="2072" y="2763"/>
                    <a:pt x="2763" y="2763"/>
                  </a:cubicBezTo>
                  <a:lnTo>
                    <a:pt x="3406" y="2763"/>
                  </a:lnTo>
                  <a:cubicBezTo>
                    <a:pt x="2667" y="2763"/>
                    <a:pt x="1977" y="2501"/>
                    <a:pt x="1477" y="1977"/>
                  </a:cubicBezTo>
                  <a:cubicBezTo>
                    <a:pt x="1024" y="1596"/>
                    <a:pt x="762" y="1025"/>
                    <a:pt x="667" y="406"/>
                  </a:cubicBezTo>
                  <a:cubicBezTo>
                    <a:pt x="667" y="310"/>
                    <a:pt x="691" y="144"/>
                    <a:pt x="76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96"/>
            <p:cNvSpPr/>
            <p:nvPr/>
          </p:nvSpPr>
          <p:spPr>
            <a:xfrm>
              <a:off x="4882567" y="3036710"/>
              <a:ext cx="81917" cy="36336"/>
            </a:xfrm>
            <a:custGeom>
              <a:rect b="b" l="l" r="r" t="t"/>
              <a:pathLst>
                <a:path extrusionOk="0" h="1120" w="2525">
                  <a:moveTo>
                    <a:pt x="596" y="1"/>
                  </a:moveTo>
                  <a:cubicBezTo>
                    <a:pt x="262" y="1"/>
                    <a:pt x="0" y="263"/>
                    <a:pt x="24" y="548"/>
                  </a:cubicBezTo>
                  <a:cubicBezTo>
                    <a:pt x="24" y="858"/>
                    <a:pt x="286" y="1120"/>
                    <a:pt x="596" y="1120"/>
                  </a:cubicBezTo>
                  <a:lnTo>
                    <a:pt x="1929" y="1120"/>
                  </a:lnTo>
                  <a:cubicBezTo>
                    <a:pt x="2239" y="1120"/>
                    <a:pt x="2501" y="882"/>
                    <a:pt x="2501" y="572"/>
                  </a:cubicBezTo>
                  <a:cubicBezTo>
                    <a:pt x="2525" y="263"/>
                    <a:pt x="2263" y="1"/>
                    <a:pt x="1929"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96"/>
            <p:cNvSpPr/>
            <p:nvPr/>
          </p:nvSpPr>
          <p:spPr>
            <a:xfrm>
              <a:off x="4882567" y="3036710"/>
              <a:ext cx="39450" cy="36336"/>
            </a:xfrm>
            <a:custGeom>
              <a:rect b="b" l="l" r="r" t="t"/>
              <a:pathLst>
                <a:path extrusionOk="0" h="1120" w="1216">
                  <a:moveTo>
                    <a:pt x="596" y="1"/>
                  </a:moveTo>
                  <a:cubicBezTo>
                    <a:pt x="262" y="1"/>
                    <a:pt x="0" y="263"/>
                    <a:pt x="24" y="548"/>
                  </a:cubicBezTo>
                  <a:cubicBezTo>
                    <a:pt x="24" y="858"/>
                    <a:pt x="286" y="1120"/>
                    <a:pt x="596" y="1120"/>
                  </a:cubicBezTo>
                  <a:lnTo>
                    <a:pt x="1215" y="1120"/>
                  </a:lnTo>
                  <a:cubicBezTo>
                    <a:pt x="929" y="1120"/>
                    <a:pt x="667" y="882"/>
                    <a:pt x="667" y="548"/>
                  </a:cubicBezTo>
                  <a:cubicBezTo>
                    <a:pt x="667" y="263"/>
                    <a:pt x="882" y="1"/>
                    <a:pt x="12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96"/>
            <p:cNvSpPr/>
            <p:nvPr/>
          </p:nvSpPr>
          <p:spPr>
            <a:xfrm>
              <a:off x="4932788" y="3220595"/>
              <a:ext cx="38671" cy="38671"/>
            </a:xfrm>
            <a:custGeom>
              <a:rect b="b" l="l" r="r" t="t"/>
              <a:pathLst>
                <a:path extrusionOk="0" h="1192" w="1192">
                  <a:moveTo>
                    <a:pt x="596" y="0"/>
                  </a:moveTo>
                  <a:cubicBezTo>
                    <a:pt x="262" y="0"/>
                    <a:pt x="0" y="286"/>
                    <a:pt x="0" y="596"/>
                  </a:cubicBezTo>
                  <a:cubicBezTo>
                    <a:pt x="0" y="929"/>
                    <a:pt x="262" y="1191"/>
                    <a:pt x="596" y="1191"/>
                  </a:cubicBezTo>
                  <a:cubicBezTo>
                    <a:pt x="929" y="1191"/>
                    <a:pt x="1191" y="929"/>
                    <a:pt x="1191" y="596"/>
                  </a:cubicBezTo>
                  <a:cubicBezTo>
                    <a:pt x="1191" y="286"/>
                    <a:pt x="929" y="48"/>
                    <a:pt x="59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96"/>
            <p:cNvSpPr/>
            <p:nvPr/>
          </p:nvSpPr>
          <p:spPr>
            <a:xfrm>
              <a:off x="4878706" y="3207455"/>
              <a:ext cx="29393" cy="28614"/>
            </a:xfrm>
            <a:custGeom>
              <a:rect b="b" l="l" r="r" t="t"/>
              <a:pathLst>
                <a:path extrusionOk="0" h="882" w="906">
                  <a:moveTo>
                    <a:pt x="453" y="1"/>
                  </a:moveTo>
                  <a:cubicBezTo>
                    <a:pt x="215" y="1"/>
                    <a:pt x="0" y="215"/>
                    <a:pt x="0" y="453"/>
                  </a:cubicBezTo>
                  <a:cubicBezTo>
                    <a:pt x="0" y="691"/>
                    <a:pt x="215" y="882"/>
                    <a:pt x="453" y="882"/>
                  </a:cubicBezTo>
                  <a:cubicBezTo>
                    <a:pt x="691" y="882"/>
                    <a:pt x="905" y="691"/>
                    <a:pt x="905" y="453"/>
                  </a:cubicBezTo>
                  <a:cubicBezTo>
                    <a:pt x="905" y="215"/>
                    <a:pt x="691" y="1"/>
                    <a:pt x="453"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96"/>
            <p:cNvSpPr/>
            <p:nvPr/>
          </p:nvSpPr>
          <p:spPr>
            <a:xfrm>
              <a:off x="4918870" y="3164177"/>
              <a:ext cx="24007" cy="23229"/>
            </a:xfrm>
            <a:custGeom>
              <a:rect b="b" l="l" r="r" t="t"/>
              <a:pathLst>
                <a:path extrusionOk="0" h="716" w="740">
                  <a:moveTo>
                    <a:pt x="358" y="1"/>
                  </a:moveTo>
                  <a:cubicBezTo>
                    <a:pt x="167" y="1"/>
                    <a:pt x="1" y="144"/>
                    <a:pt x="1" y="358"/>
                  </a:cubicBezTo>
                  <a:cubicBezTo>
                    <a:pt x="1" y="549"/>
                    <a:pt x="167" y="715"/>
                    <a:pt x="358" y="715"/>
                  </a:cubicBezTo>
                  <a:cubicBezTo>
                    <a:pt x="572" y="715"/>
                    <a:pt x="739" y="549"/>
                    <a:pt x="739" y="358"/>
                  </a:cubicBezTo>
                  <a:cubicBezTo>
                    <a:pt x="739" y="168"/>
                    <a:pt x="549" y="1"/>
                    <a:pt x="358"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96"/>
            <p:cNvSpPr/>
            <p:nvPr/>
          </p:nvSpPr>
          <p:spPr>
            <a:xfrm>
              <a:off x="4874067" y="3300176"/>
              <a:ext cx="10836" cy="17519"/>
            </a:xfrm>
            <a:custGeom>
              <a:rect b="b" l="l" r="r" t="t"/>
              <a:pathLst>
                <a:path extrusionOk="0" h="540" w="334">
                  <a:moveTo>
                    <a:pt x="167" y="0"/>
                  </a:moveTo>
                  <a:cubicBezTo>
                    <a:pt x="96" y="0"/>
                    <a:pt x="1" y="48"/>
                    <a:pt x="1" y="143"/>
                  </a:cubicBezTo>
                  <a:lnTo>
                    <a:pt x="1" y="381"/>
                  </a:lnTo>
                  <a:cubicBezTo>
                    <a:pt x="1" y="459"/>
                    <a:pt x="64" y="537"/>
                    <a:pt x="126" y="537"/>
                  </a:cubicBezTo>
                  <a:cubicBezTo>
                    <a:pt x="140" y="537"/>
                    <a:pt x="154" y="533"/>
                    <a:pt x="167" y="524"/>
                  </a:cubicBezTo>
                  <a:cubicBezTo>
                    <a:pt x="188" y="535"/>
                    <a:pt x="208" y="539"/>
                    <a:pt x="226" y="539"/>
                  </a:cubicBezTo>
                  <a:cubicBezTo>
                    <a:pt x="290" y="539"/>
                    <a:pt x="334" y="480"/>
                    <a:pt x="334" y="405"/>
                  </a:cubicBezTo>
                  <a:lnTo>
                    <a:pt x="334" y="167"/>
                  </a:lnTo>
                  <a:cubicBezTo>
                    <a:pt x="334" y="96"/>
                    <a:pt x="262" y="24"/>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96"/>
            <p:cNvSpPr/>
            <p:nvPr/>
          </p:nvSpPr>
          <p:spPr>
            <a:xfrm>
              <a:off x="4962927" y="3300176"/>
              <a:ext cx="10836" cy="17519"/>
            </a:xfrm>
            <a:custGeom>
              <a:rect b="b" l="l" r="r" t="t"/>
              <a:pathLst>
                <a:path extrusionOk="0" h="540" w="334">
                  <a:moveTo>
                    <a:pt x="167" y="0"/>
                  </a:moveTo>
                  <a:cubicBezTo>
                    <a:pt x="95" y="0"/>
                    <a:pt x="0" y="48"/>
                    <a:pt x="0" y="143"/>
                  </a:cubicBezTo>
                  <a:lnTo>
                    <a:pt x="0" y="381"/>
                  </a:lnTo>
                  <a:cubicBezTo>
                    <a:pt x="0" y="459"/>
                    <a:pt x="64" y="537"/>
                    <a:pt x="126" y="537"/>
                  </a:cubicBezTo>
                  <a:cubicBezTo>
                    <a:pt x="140" y="537"/>
                    <a:pt x="154" y="533"/>
                    <a:pt x="167" y="524"/>
                  </a:cubicBezTo>
                  <a:cubicBezTo>
                    <a:pt x="188" y="535"/>
                    <a:pt x="208" y="539"/>
                    <a:pt x="226" y="539"/>
                  </a:cubicBezTo>
                  <a:cubicBezTo>
                    <a:pt x="290" y="539"/>
                    <a:pt x="334" y="480"/>
                    <a:pt x="334" y="405"/>
                  </a:cubicBezTo>
                  <a:lnTo>
                    <a:pt x="334" y="167"/>
                  </a:lnTo>
                  <a:cubicBezTo>
                    <a:pt x="334" y="96"/>
                    <a:pt x="262" y="24"/>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96"/>
            <p:cNvSpPr/>
            <p:nvPr/>
          </p:nvSpPr>
          <p:spPr>
            <a:xfrm>
              <a:off x="4905731" y="3307605"/>
              <a:ext cx="34032" cy="15767"/>
            </a:xfrm>
            <a:custGeom>
              <a:rect b="b" l="l" r="r" t="t"/>
              <a:pathLst>
                <a:path extrusionOk="0" h="486" w="1049">
                  <a:moveTo>
                    <a:pt x="839" y="0"/>
                  </a:moveTo>
                  <a:cubicBezTo>
                    <a:pt x="789" y="0"/>
                    <a:pt x="742" y="18"/>
                    <a:pt x="715" y="57"/>
                  </a:cubicBezTo>
                  <a:cubicBezTo>
                    <a:pt x="668" y="129"/>
                    <a:pt x="596" y="152"/>
                    <a:pt x="501" y="152"/>
                  </a:cubicBezTo>
                  <a:cubicBezTo>
                    <a:pt x="406" y="152"/>
                    <a:pt x="334" y="129"/>
                    <a:pt x="287" y="57"/>
                  </a:cubicBezTo>
                  <a:cubicBezTo>
                    <a:pt x="259" y="29"/>
                    <a:pt x="215" y="18"/>
                    <a:pt x="168" y="18"/>
                  </a:cubicBezTo>
                  <a:cubicBezTo>
                    <a:pt x="136" y="18"/>
                    <a:pt x="102" y="23"/>
                    <a:pt x="72" y="33"/>
                  </a:cubicBezTo>
                  <a:cubicBezTo>
                    <a:pt x="1" y="105"/>
                    <a:pt x="1" y="176"/>
                    <a:pt x="25" y="271"/>
                  </a:cubicBezTo>
                  <a:cubicBezTo>
                    <a:pt x="168" y="414"/>
                    <a:pt x="358" y="486"/>
                    <a:pt x="549" y="486"/>
                  </a:cubicBezTo>
                  <a:cubicBezTo>
                    <a:pt x="715" y="486"/>
                    <a:pt x="906" y="414"/>
                    <a:pt x="977" y="271"/>
                  </a:cubicBezTo>
                  <a:cubicBezTo>
                    <a:pt x="1049" y="224"/>
                    <a:pt x="1049" y="105"/>
                    <a:pt x="954" y="33"/>
                  </a:cubicBezTo>
                  <a:cubicBezTo>
                    <a:pt x="921" y="12"/>
                    <a:pt x="880" y="0"/>
                    <a:pt x="8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96"/>
            <p:cNvSpPr/>
            <p:nvPr/>
          </p:nvSpPr>
          <p:spPr>
            <a:xfrm>
              <a:off x="4816125" y="3253816"/>
              <a:ext cx="213569" cy="101999"/>
            </a:xfrm>
            <a:custGeom>
              <a:rect b="b" l="l" r="r" t="t"/>
              <a:pathLst>
                <a:path extrusionOk="0" h="3144" w="6583">
                  <a:moveTo>
                    <a:pt x="1215" y="334"/>
                  </a:moveTo>
                  <a:cubicBezTo>
                    <a:pt x="1787" y="334"/>
                    <a:pt x="2144" y="501"/>
                    <a:pt x="2525" y="643"/>
                  </a:cubicBezTo>
                  <a:cubicBezTo>
                    <a:pt x="2906" y="882"/>
                    <a:pt x="3334" y="1072"/>
                    <a:pt x="3977" y="1072"/>
                  </a:cubicBezTo>
                  <a:cubicBezTo>
                    <a:pt x="4549" y="1072"/>
                    <a:pt x="5216" y="929"/>
                    <a:pt x="6026" y="643"/>
                  </a:cubicBezTo>
                  <a:cubicBezTo>
                    <a:pt x="6038" y="641"/>
                    <a:pt x="6050" y="640"/>
                    <a:pt x="6062" y="640"/>
                  </a:cubicBezTo>
                  <a:cubicBezTo>
                    <a:pt x="6163" y="640"/>
                    <a:pt x="6240" y="727"/>
                    <a:pt x="6240" y="834"/>
                  </a:cubicBezTo>
                  <a:cubicBezTo>
                    <a:pt x="6121" y="1310"/>
                    <a:pt x="5883" y="1763"/>
                    <a:pt x="5525" y="2120"/>
                  </a:cubicBezTo>
                  <a:cubicBezTo>
                    <a:pt x="5025" y="2596"/>
                    <a:pt x="4382" y="2858"/>
                    <a:pt x="3692" y="2858"/>
                  </a:cubicBezTo>
                  <a:lnTo>
                    <a:pt x="2977" y="2858"/>
                  </a:lnTo>
                  <a:cubicBezTo>
                    <a:pt x="2287" y="2858"/>
                    <a:pt x="1644" y="2596"/>
                    <a:pt x="1120" y="2120"/>
                  </a:cubicBezTo>
                  <a:cubicBezTo>
                    <a:pt x="715" y="1691"/>
                    <a:pt x="453" y="1167"/>
                    <a:pt x="358" y="596"/>
                  </a:cubicBezTo>
                  <a:cubicBezTo>
                    <a:pt x="358" y="501"/>
                    <a:pt x="381" y="453"/>
                    <a:pt x="477" y="405"/>
                  </a:cubicBezTo>
                  <a:cubicBezTo>
                    <a:pt x="739" y="358"/>
                    <a:pt x="977" y="334"/>
                    <a:pt x="1215" y="334"/>
                  </a:cubicBezTo>
                  <a:close/>
                  <a:moveTo>
                    <a:pt x="1191" y="0"/>
                  </a:moveTo>
                  <a:cubicBezTo>
                    <a:pt x="977" y="48"/>
                    <a:pt x="715" y="48"/>
                    <a:pt x="405" y="120"/>
                  </a:cubicBezTo>
                  <a:cubicBezTo>
                    <a:pt x="167" y="167"/>
                    <a:pt x="0" y="381"/>
                    <a:pt x="24" y="620"/>
                  </a:cubicBezTo>
                  <a:cubicBezTo>
                    <a:pt x="120" y="1286"/>
                    <a:pt x="405" y="1882"/>
                    <a:pt x="882" y="2310"/>
                  </a:cubicBezTo>
                  <a:cubicBezTo>
                    <a:pt x="1453" y="2858"/>
                    <a:pt x="2168" y="3144"/>
                    <a:pt x="2930" y="3144"/>
                  </a:cubicBezTo>
                  <a:lnTo>
                    <a:pt x="3644" y="3144"/>
                  </a:lnTo>
                  <a:cubicBezTo>
                    <a:pt x="4430" y="3144"/>
                    <a:pt x="5168" y="2858"/>
                    <a:pt x="5716" y="2310"/>
                  </a:cubicBezTo>
                  <a:cubicBezTo>
                    <a:pt x="6121" y="1929"/>
                    <a:pt x="6383" y="1429"/>
                    <a:pt x="6502" y="858"/>
                  </a:cubicBezTo>
                  <a:cubicBezTo>
                    <a:pt x="6582" y="557"/>
                    <a:pt x="6341" y="306"/>
                    <a:pt x="6064" y="306"/>
                  </a:cubicBezTo>
                  <a:cubicBezTo>
                    <a:pt x="6012" y="306"/>
                    <a:pt x="5959" y="315"/>
                    <a:pt x="5906" y="334"/>
                  </a:cubicBezTo>
                  <a:cubicBezTo>
                    <a:pt x="5121" y="596"/>
                    <a:pt x="4501" y="715"/>
                    <a:pt x="3954" y="715"/>
                  </a:cubicBezTo>
                  <a:cubicBezTo>
                    <a:pt x="3358" y="715"/>
                    <a:pt x="3001" y="524"/>
                    <a:pt x="2620" y="358"/>
                  </a:cubicBezTo>
                  <a:cubicBezTo>
                    <a:pt x="2239" y="167"/>
                    <a:pt x="1834"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96"/>
            <p:cNvSpPr/>
            <p:nvPr/>
          </p:nvSpPr>
          <p:spPr>
            <a:xfrm>
              <a:off x="4928149" y="3215955"/>
              <a:ext cx="47950" cy="48696"/>
            </a:xfrm>
            <a:custGeom>
              <a:rect b="b" l="l" r="r" t="t"/>
              <a:pathLst>
                <a:path extrusionOk="0" h="1501" w="1478">
                  <a:moveTo>
                    <a:pt x="739" y="334"/>
                  </a:moveTo>
                  <a:cubicBezTo>
                    <a:pt x="977" y="334"/>
                    <a:pt x="1167" y="501"/>
                    <a:pt x="1167" y="739"/>
                  </a:cubicBezTo>
                  <a:cubicBezTo>
                    <a:pt x="1167" y="977"/>
                    <a:pt x="977" y="1167"/>
                    <a:pt x="739" y="1167"/>
                  </a:cubicBezTo>
                  <a:cubicBezTo>
                    <a:pt x="501" y="1167"/>
                    <a:pt x="334" y="977"/>
                    <a:pt x="334" y="739"/>
                  </a:cubicBezTo>
                  <a:cubicBezTo>
                    <a:pt x="334" y="501"/>
                    <a:pt x="501" y="334"/>
                    <a:pt x="739" y="334"/>
                  </a:cubicBezTo>
                  <a:close/>
                  <a:moveTo>
                    <a:pt x="739" y="1"/>
                  </a:moveTo>
                  <a:cubicBezTo>
                    <a:pt x="334" y="1"/>
                    <a:pt x="1" y="358"/>
                    <a:pt x="1" y="739"/>
                  </a:cubicBezTo>
                  <a:cubicBezTo>
                    <a:pt x="1" y="1167"/>
                    <a:pt x="334" y="1501"/>
                    <a:pt x="739" y="1501"/>
                  </a:cubicBezTo>
                  <a:cubicBezTo>
                    <a:pt x="1167" y="1501"/>
                    <a:pt x="1477" y="1167"/>
                    <a:pt x="1477" y="739"/>
                  </a:cubicBezTo>
                  <a:cubicBezTo>
                    <a:pt x="1477" y="334"/>
                    <a:pt x="1167" y="1"/>
                    <a:pt x="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96"/>
            <p:cNvSpPr/>
            <p:nvPr/>
          </p:nvSpPr>
          <p:spPr>
            <a:xfrm>
              <a:off x="4874067" y="3202816"/>
              <a:ext cx="38671" cy="38704"/>
            </a:xfrm>
            <a:custGeom>
              <a:rect b="b" l="l" r="r" t="t"/>
              <a:pathLst>
                <a:path extrusionOk="0" h="1193" w="1192">
                  <a:moveTo>
                    <a:pt x="596" y="286"/>
                  </a:moveTo>
                  <a:cubicBezTo>
                    <a:pt x="739" y="286"/>
                    <a:pt x="882" y="406"/>
                    <a:pt x="882" y="596"/>
                  </a:cubicBezTo>
                  <a:cubicBezTo>
                    <a:pt x="882" y="739"/>
                    <a:pt x="763" y="882"/>
                    <a:pt x="596" y="882"/>
                  </a:cubicBezTo>
                  <a:cubicBezTo>
                    <a:pt x="405" y="882"/>
                    <a:pt x="286" y="763"/>
                    <a:pt x="286" y="596"/>
                  </a:cubicBezTo>
                  <a:cubicBezTo>
                    <a:pt x="286" y="429"/>
                    <a:pt x="405" y="286"/>
                    <a:pt x="596" y="286"/>
                  </a:cubicBezTo>
                  <a:close/>
                  <a:moveTo>
                    <a:pt x="596" y="1"/>
                  </a:moveTo>
                  <a:cubicBezTo>
                    <a:pt x="262" y="1"/>
                    <a:pt x="1" y="263"/>
                    <a:pt x="1" y="596"/>
                  </a:cubicBezTo>
                  <a:cubicBezTo>
                    <a:pt x="1" y="906"/>
                    <a:pt x="262" y="1191"/>
                    <a:pt x="596" y="1191"/>
                  </a:cubicBezTo>
                  <a:cubicBezTo>
                    <a:pt x="608" y="1192"/>
                    <a:pt x="620" y="1193"/>
                    <a:pt x="632" y="1193"/>
                  </a:cubicBezTo>
                  <a:cubicBezTo>
                    <a:pt x="948" y="1193"/>
                    <a:pt x="1191" y="894"/>
                    <a:pt x="1191" y="596"/>
                  </a:cubicBezTo>
                  <a:cubicBezTo>
                    <a:pt x="1191" y="263"/>
                    <a:pt x="929"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96"/>
            <p:cNvSpPr/>
            <p:nvPr/>
          </p:nvSpPr>
          <p:spPr>
            <a:xfrm>
              <a:off x="4914231" y="3158792"/>
              <a:ext cx="33254" cy="33254"/>
            </a:xfrm>
            <a:custGeom>
              <a:rect b="b" l="l" r="r" t="t"/>
              <a:pathLst>
                <a:path extrusionOk="0" h="1025" w="1025">
                  <a:moveTo>
                    <a:pt x="501" y="310"/>
                  </a:moveTo>
                  <a:cubicBezTo>
                    <a:pt x="644" y="310"/>
                    <a:pt x="715" y="405"/>
                    <a:pt x="715" y="524"/>
                  </a:cubicBezTo>
                  <a:cubicBezTo>
                    <a:pt x="715" y="643"/>
                    <a:pt x="596" y="715"/>
                    <a:pt x="501" y="715"/>
                  </a:cubicBezTo>
                  <a:cubicBezTo>
                    <a:pt x="406" y="715"/>
                    <a:pt x="310" y="643"/>
                    <a:pt x="310" y="524"/>
                  </a:cubicBezTo>
                  <a:cubicBezTo>
                    <a:pt x="310" y="405"/>
                    <a:pt x="382" y="310"/>
                    <a:pt x="501" y="310"/>
                  </a:cubicBezTo>
                  <a:close/>
                  <a:moveTo>
                    <a:pt x="501" y="0"/>
                  </a:moveTo>
                  <a:cubicBezTo>
                    <a:pt x="215" y="0"/>
                    <a:pt x="1" y="238"/>
                    <a:pt x="1" y="524"/>
                  </a:cubicBezTo>
                  <a:cubicBezTo>
                    <a:pt x="1" y="810"/>
                    <a:pt x="239" y="1024"/>
                    <a:pt x="501" y="1024"/>
                  </a:cubicBezTo>
                  <a:cubicBezTo>
                    <a:pt x="811" y="1024"/>
                    <a:pt x="1025" y="786"/>
                    <a:pt x="1025" y="524"/>
                  </a:cubicBezTo>
                  <a:cubicBezTo>
                    <a:pt x="1025" y="238"/>
                    <a:pt x="787" y="0"/>
                    <a:pt x="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96"/>
            <p:cNvSpPr/>
            <p:nvPr/>
          </p:nvSpPr>
          <p:spPr>
            <a:xfrm>
              <a:off x="4789846" y="3031293"/>
              <a:ext cx="321440" cy="283742"/>
            </a:xfrm>
            <a:custGeom>
              <a:rect b="b" l="l" r="r" t="t"/>
              <a:pathLst>
                <a:path extrusionOk="0" h="8746" w="9908">
                  <a:moveTo>
                    <a:pt x="4787" y="310"/>
                  </a:moveTo>
                  <a:cubicBezTo>
                    <a:pt x="5002" y="310"/>
                    <a:pt x="5216" y="477"/>
                    <a:pt x="5216" y="692"/>
                  </a:cubicBezTo>
                  <a:cubicBezTo>
                    <a:pt x="5216" y="930"/>
                    <a:pt x="5026" y="1120"/>
                    <a:pt x="4787" y="1120"/>
                  </a:cubicBezTo>
                  <a:lnTo>
                    <a:pt x="3430" y="1120"/>
                  </a:lnTo>
                  <a:cubicBezTo>
                    <a:pt x="3192" y="1120"/>
                    <a:pt x="3001" y="930"/>
                    <a:pt x="3001" y="692"/>
                  </a:cubicBezTo>
                  <a:cubicBezTo>
                    <a:pt x="3049" y="477"/>
                    <a:pt x="3240" y="310"/>
                    <a:pt x="3454" y="310"/>
                  </a:cubicBezTo>
                  <a:close/>
                  <a:moveTo>
                    <a:pt x="3359" y="1"/>
                  </a:moveTo>
                  <a:cubicBezTo>
                    <a:pt x="2978" y="1"/>
                    <a:pt x="2644" y="310"/>
                    <a:pt x="2620" y="715"/>
                  </a:cubicBezTo>
                  <a:cubicBezTo>
                    <a:pt x="2620" y="1073"/>
                    <a:pt x="2858" y="1382"/>
                    <a:pt x="3192" y="1430"/>
                  </a:cubicBezTo>
                  <a:lnTo>
                    <a:pt x="3192" y="3097"/>
                  </a:lnTo>
                  <a:cubicBezTo>
                    <a:pt x="2287" y="3287"/>
                    <a:pt x="1477" y="3764"/>
                    <a:pt x="882" y="4478"/>
                  </a:cubicBezTo>
                  <a:cubicBezTo>
                    <a:pt x="334" y="5216"/>
                    <a:pt x="1" y="6193"/>
                    <a:pt x="1" y="7217"/>
                  </a:cubicBezTo>
                  <a:cubicBezTo>
                    <a:pt x="1" y="7717"/>
                    <a:pt x="120" y="8193"/>
                    <a:pt x="334" y="8646"/>
                  </a:cubicBezTo>
                  <a:cubicBezTo>
                    <a:pt x="355" y="8687"/>
                    <a:pt x="429" y="8746"/>
                    <a:pt x="479" y="8746"/>
                  </a:cubicBezTo>
                  <a:cubicBezTo>
                    <a:pt x="487" y="8746"/>
                    <a:pt x="494" y="8744"/>
                    <a:pt x="501" y="8741"/>
                  </a:cubicBezTo>
                  <a:cubicBezTo>
                    <a:pt x="596" y="8693"/>
                    <a:pt x="668" y="8622"/>
                    <a:pt x="620" y="8526"/>
                  </a:cubicBezTo>
                  <a:cubicBezTo>
                    <a:pt x="429" y="8074"/>
                    <a:pt x="334" y="7598"/>
                    <a:pt x="334" y="7121"/>
                  </a:cubicBezTo>
                  <a:cubicBezTo>
                    <a:pt x="334" y="6240"/>
                    <a:pt x="668" y="5359"/>
                    <a:pt x="1215" y="4692"/>
                  </a:cubicBezTo>
                  <a:cubicBezTo>
                    <a:pt x="1787" y="4002"/>
                    <a:pt x="2597" y="3549"/>
                    <a:pt x="3454" y="3406"/>
                  </a:cubicBezTo>
                  <a:cubicBezTo>
                    <a:pt x="3549" y="3406"/>
                    <a:pt x="3573" y="3311"/>
                    <a:pt x="3573" y="3263"/>
                  </a:cubicBezTo>
                  <a:lnTo>
                    <a:pt x="3573" y="1477"/>
                  </a:lnTo>
                  <a:lnTo>
                    <a:pt x="4621" y="1477"/>
                  </a:lnTo>
                  <a:lnTo>
                    <a:pt x="4621" y="1763"/>
                  </a:lnTo>
                  <a:cubicBezTo>
                    <a:pt x="4621" y="1835"/>
                    <a:pt x="4645" y="1882"/>
                    <a:pt x="4740" y="1906"/>
                  </a:cubicBezTo>
                  <a:lnTo>
                    <a:pt x="9455" y="3454"/>
                  </a:lnTo>
                  <a:cubicBezTo>
                    <a:pt x="9527" y="3502"/>
                    <a:pt x="9574" y="3549"/>
                    <a:pt x="9550" y="3644"/>
                  </a:cubicBezTo>
                  <a:lnTo>
                    <a:pt x="9455" y="3883"/>
                  </a:lnTo>
                  <a:cubicBezTo>
                    <a:pt x="9435" y="3924"/>
                    <a:pt x="9396" y="3983"/>
                    <a:pt x="9325" y="3983"/>
                  </a:cubicBezTo>
                  <a:cubicBezTo>
                    <a:pt x="9314" y="3983"/>
                    <a:pt x="9301" y="3981"/>
                    <a:pt x="9288" y="3978"/>
                  </a:cubicBezTo>
                  <a:lnTo>
                    <a:pt x="8217" y="3621"/>
                  </a:lnTo>
                  <a:cubicBezTo>
                    <a:pt x="8195" y="3610"/>
                    <a:pt x="8172" y="3605"/>
                    <a:pt x="8151" y="3605"/>
                  </a:cubicBezTo>
                  <a:cubicBezTo>
                    <a:pt x="8081" y="3605"/>
                    <a:pt x="8021" y="3656"/>
                    <a:pt x="8002" y="3692"/>
                  </a:cubicBezTo>
                  <a:cubicBezTo>
                    <a:pt x="7979" y="3787"/>
                    <a:pt x="8026" y="3883"/>
                    <a:pt x="8098" y="3906"/>
                  </a:cubicBezTo>
                  <a:lnTo>
                    <a:pt x="9169" y="4264"/>
                  </a:lnTo>
                  <a:cubicBezTo>
                    <a:pt x="9220" y="4284"/>
                    <a:pt x="9272" y="4294"/>
                    <a:pt x="9323" y="4294"/>
                  </a:cubicBezTo>
                  <a:cubicBezTo>
                    <a:pt x="9511" y="4294"/>
                    <a:pt x="9685" y="4165"/>
                    <a:pt x="9741" y="3978"/>
                  </a:cubicBezTo>
                  <a:lnTo>
                    <a:pt x="9812" y="3740"/>
                  </a:lnTo>
                  <a:cubicBezTo>
                    <a:pt x="9908" y="3502"/>
                    <a:pt x="9765" y="3263"/>
                    <a:pt x="9527" y="3168"/>
                  </a:cubicBezTo>
                  <a:lnTo>
                    <a:pt x="4883" y="1644"/>
                  </a:lnTo>
                  <a:lnTo>
                    <a:pt x="4883" y="1430"/>
                  </a:lnTo>
                  <a:cubicBezTo>
                    <a:pt x="5216" y="1382"/>
                    <a:pt x="5454" y="1073"/>
                    <a:pt x="5454" y="715"/>
                  </a:cubicBezTo>
                  <a:cubicBezTo>
                    <a:pt x="5454" y="334"/>
                    <a:pt x="5097" y="1"/>
                    <a:pt x="4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4" name="Google Shape;21074;p96"/>
          <p:cNvGrpSpPr/>
          <p:nvPr/>
        </p:nvGrpSpPr>
        <p:grpSpPr>
          <a:xfrm>
            <a:off x="5522644" y="2879866"/>
            <a:ext cx="336883" cy="350606"/>
            <a:chOff x="5524604" y="3032266"/>
            <a:chExt cx="336883" cy="350606"/>
          </a:xfrm>
        </p:grpSpPr>
        <p:sp>
          <p:nvSpPr>
            <p:cNvPr id="21075" name="Google Shape;21075;p96"/>
            <p:cNvSpPr/>
            <p:nvPr/>
          </p:nvSpPr>
          <p:spPr>
            <a:xfrm>
              <a:off x="5531547" y="3312537"/>
              <a:ext cx="190697" cy="65729"/>
            </a:xfrm>
            <a:custGeom>
              <a:rect b="b" l="l" r="r" t="t"/>
              <a:pathLst>
                <a:path extrusionOk="0" h="2026" w="5878">
                  <a:moveTo>
                    <a:pt x="2954" y="0"/>
                  </a:moveTo>
                  <a:lnTo>
                    <a:pt x="2263" y="358"/>
                  </a:lnTo>
                  <a:cubicBezTo>
                    <a:pt x="2263" y="358"/>
                    <a:pt x="858" y="500"/>
                    <a:pt x="191" y="1429"/>
                  </a:cubicBezTo>
                  <a:cubicBezTo>
                    <a:pt x="1" y="1667"/>
                    <a:pt x="191" y="2025"/>
                    <a:pt x="477" y="2025"/>
                  </a:cubicBezTo>
                  <a:lnTo>
                    <a:pt x="5430" y="2025"/>
                  </a:lnTo>
                  <a:cubicBezTo>
                    <a:pt x="5440" y="2025"/>
                    <a:pt x="5450" y="2026"/>
                    <a:pt x="5459" y="2026"/>
                  </a:cubicBezTo>
                  <a:cubicBezTo>
                    <a:pt x="5749" y="2026"/>
                    <a:pt x="5878" y="1683"/>
                    <a:pt x="5716" y="1429"/>
                  </a:cubicBezTo>
                  <a:cubicBezTo>
                    <a:pt x="5026" y="500"/>
                    <a:pt x="3644" y="358"/>
                    <a:pt x="3644" y="358"/>
                  </a:cubicBezTo>
                  <a:lnTo>
                    <a:pt x="2954"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96"/>
            <p:cNvSpPr/>
            <p:nvPr/>
          </p:nvSpPr>
          <p:spPr>
            <a:xfrm>
              <a:off x="5530768" y="3311758"/>
              <a:ext cx="105892" cy="65858"/>
            </a:xfrm>
            <a:custGeom>
              <a:rect b="b" l="l" r="r" t="t"/>
              <a:pathLst>
                <a:path extrusionOk="0" h="2030" w="3264">
                  <a:moveTo>
                    <a:pt x="2954" y="1"/>
                  </a:moveTo>
                  <a:lnTo>
                    <a:pt x="2263" y="358"/>
                  </a:lnTo>
                  <a:cubicBezTo>
                    <a:pt x="2263" y="358"/>
                    <a:pt x="858" y="501"/>
                    <a:pt x="168" y="1429"/>
                  </a:cubicBezTo>
                  <a:cubicBezTo>
                    <a:pt x="1" y="1668"/>
                    <a:pt x="168" y="2025"/>
                    <a:pt x="477" y="2025"/>
                  </a:cubicBezTo>
                  <a:lnTo>
                    <a:pt x="1003" y="2025"/>
                  </a:lnTo>
                  <a:cubicBezTo>
                    <a:pt x="793" y="1985"/>
                    <a:pt x="667" y="1683"/>
                    <a:pt x="834" y="1453"/>
                  </a:cubicBezTo>
                  <a:cubicBezTo>
                    <a:pt x="1525" y="524"/>
                    <a:pt x="2906" y="382"/>
                    <a:pt x="2906" y="382"/>
                  </a:cubicBezTo>
                  <a:lnTo>
                    <a:pt x="3263" y="167"/>
                  </a:lnTo>
                  <a:lnTo>
                    <a:pt x="2954" y="1"/>
                  </a:lnTo>
                  <a:close/>
                  <a:moveTo>
                    <a:pt x="1003" y="2025"/>
                  </a:moveTo>
                  <a:cubicBezTo>
                    <a:pt x="1018" y="2028"/>
                    <a:pt x="1033" y="2029"/>
                    <a:pt x="1049" y="2029"/>
                  </a:cubicBezTo>
                  <a:cubicBezTo>
                    <a:pt x="1065" y="2029"/>
                    <a:pt x="1080" y="2028"/>
                    <a:pt x="1096" y="2025"/>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96"/>
            <p:cNvSpPr/>
            <p:nvPr/>
          </p:nvSpPr>
          <p:spPr>
            <a:xfrm>
              <a:off x="5560907" y="3249176"/>
              <a:ext cx="66475" cy="32475"/>
            </a:xfrm>
            <a:custGeom>
              <a:rect b="b" l="l" r="r" t="t"/>
              <a:pathLst>
                <a:path extrusionOk="0" h="1001" w="2049">
                  <a:moveTo>
                    <a:pt x="1" y="1"/>
                  </a:moveTo>
                  <a:lnTo>
                    <a:pt x="1" y="1001"/>
                  </a:lnTo>
                  <a:lnTo>
                    <a:pt x="2049" y="1001"/>
                  </a:lnTo>
                  <a:lnTo>
                    <a:pt x="2049" y="1"/>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96"/>
            <p:cNvSpPr/>
            <p:nvPr/>
          </p:nvSpPr>
          <p:spPr>
            <a:xfrm>
              <a:off x="5623489" y="3275098"/>
              <a:ext cx="234916" cy="67610"/>
            </a:xfrm>
            <a:custGeom>
              <a:rect b="b" l="l" r="r" t="t"/>
              <a:pathLst>
                <a:path extrusionOk="0" h="2084" w="7241">
                  <a:moveTo>
                    <a:pt x="1317" y="1"/>
                  </a:moveTo>
                  <a:cubicBezTo>
                    <a:pt x="904" y="1"/>
                    <a:pt x="467" y="65"/>
                    <a:pt x="1" y="226"/>
                  </a:cubicBezTo>
                  <a:lnTo>
                    <a:pt x="286" y="1154"/>
                  </a:lnTo>
                  <a:cubicBezTo>
                    <a:pt x="648" y="1031"/>
                    <a:pt x="988" y="981"/>
                    <a:pt x="1314" y="981"/>
                  </a:cubicBezTo>
                  <a:cubicBezTo>
                    <a:pt x="2062" y="981"/>
                    <a:pt x="2741" y="1246"/>
                    <a:pt x="3454" y="1512"/>
                  </a:cubicBezTo>
                  <a:cubicBezTo>
                    <a:pt x="4073" y="1750"/>
                    <a:pt x="4692" y="2012"/>
                    <a:pt x="5406" y="2083"/>
                  </a:cubicBezTo>
                  <a:lnTo>
                    <a:pt x="5716" y="2083"/>
                  </a:lnTo>
                  <a:cubicBezTo>
                    <a:pt x="6216" y="2083"/>
                    <a:pt x="6716" y="1964"/>
                    <a:pt x="7240" y="1726"/>
                  </a:cubicBezTo>
                  <a:lnTo>
                    <a:pt x="7240" y="630"/>
                  </a:lnTo>
                  <a:cubicBezTo>
                    <a:pt x="6680" y="993"/>
                    <a:pt x="6184" y="1130"/>
                    <a:pt x="5703" y="1130"/>
                  </a:cubicBezTo>
                  <a:cubicBezTo>
                    <a:pt x="5080" y="1130"/>
                    <a:pt x="4483" y="899"/>
                    <a:pt x="3811" y="630"/>
                  </a:cubicBezTo>
                  <a:cubicBezTo>
                    <a:pt x="3067" y="333"/>
                    <a:pt x="2254" y="1"/>
                    <a:pt x="1317"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96"/>
            <p:cNvSpPr/>
            <p:nvPr/>
          </p:nvSpPr>
          <p:spPr>
            <a:xfrm>
              <a:off x="5621186" y="3276233"/>
              <a:ext cx="48696" cy="37114"/>
            </a:xfrm>
            <a:custGeom>
              <a:rect b="b" l="l" r="r" t="t"/>
              <a:pathLst>
                <a:path extrusionOk="0" h="1144" w="1501">
                  <a:moveTo>
                    <a:pt x="1500" y="0"/>
                  </a:moveTo>
                  <a:cubicBezTo>
                    <a:pt x="1048" y="0"/>
                    <a:pt x="548" y="48"/>
                    <a:pt x="0" y="238"/>
                  </a:cubicBezTo>
                  <a:lnTo>
                    <a:pt x="334" y="1143"/>
                  </a:lnTo>
                  <a:cubicBezTo>
                    <a:pt x="738" y="1000"/>
                    <a:pt x="1143" y="976"/>
                    <a:pt x="1500" y="976"/>
                  </a:cubicBezTo>
                  <a:lnTo>
                    <a:pt x="1500"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96"/>
            <p:cNvSpPr/>
            <p:nvPr/>
          </p:nvSpPr>
          <p:spPr>
            <a:xfrm>
              <a:off x="5604964" y="3192791"/>
              <a:ext cx="44836" cy="131360"/>
            </a:xfrm>
            <a:custGeom>
              <a:rect b="b" l="l" r="r" t="t"/>
              <a:pathLst>
                <a:path extrusionOk="0" h="4049" w="1382">
                  <a:moveTo>
                    <a:pt x="0" y="0"/>
                  </a:moveTo>
                  <a:lnTo>
                    <a:pt x="0" y="4049"/>
                  </a:lnTo>
                  <a:lnTo>
                    <a:pt x="1381" y="4049"/>
                  </a:lnTo>
                  <a:lnTo>
                    <a:pt x="1381" y="0"/>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96"/>
            <p:cNvSpPr/>
            <p:nvPr/>
          </p:nvSpPr>
          <p:spPr>
            <a:xfrm>
              <a:off x="5604964" y="3192791"/>
              <a:ext cx="20114" cy="131360"/>
            </a:xfrm>
            <a:custGeom>
              <a:rect b="b" l="l" r="r" t="t"/>
              <a:pathLst>
                <a:path extrusionOk="0" h="4049" w="620">
                  <a:moveTo>
                    <a:pt x="0" y="0"/>
                  </a:moveTo>
                  <a:lnTo>
                    <a:pt x="0" y="4049"/>
                  </a:lnTo>
                  <a:lnTo>
                    <a:pt x="619" y="4049"/>
                  </a:lnTo>
                  <a:lnTo>
                    <a:pt x="619"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96"/>
            <p:cNvSpPr/>
            <p:nvPr/>
          </p:nvSpPr>
          <p:spPr>
            <a:xfrm>
              <a:off x="5580989" y="3037100"/>
              <a:ext cx="91974" cy="104724"/>
            </a:xfrm>
            <a:custGeom>
              <a:rect b="b" l="l" r="r" t="t"/>
              <a:pathLst>
                <a:path extrusionOk="0" h="3228" w="2835">
                  <a:moveTo>
                    <a:pt x="1406" y="1"/>
                  </a:moveTo>
                  <a:cubicBezTo>
                    <a:pt x="1376" y="1"/>
                    <a:pt x="1346" y="12"/>
                    <a:pt x="1334" y="36"/>
                  </a:cubicBezTo>
                  <a:cubicBezTo>
                    <a:pt x="1049" y="393"/>
                    <a:pt x="1" y="1727"/>
                    <a:pt x="739" y="3013"/>
                  </a:cubicBezTo>
                  <a:lnTo>
                    <a:pt x="1430" y="3227"/>
                  </a:lnTo>
                  <a:lnTo>
                    <a:pt x="2096" y="3013"/>
                  </a:lnTo>
                  <a:cubicBezTo>
                    <a:pt x="2835" y="1727"/>
                    <a:pt x="1811" y="370"/>
                    <a:pt x="1477" y="36"/>
                  </a:cubicBezTo>
                  <a:cubicBezTo>
                    <a:pt x="1465" y="12"/>
                    <a:pt x="1436" y="1"/>
                    <a:pt x="1406"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96"/>
            <p:cNvSpPr/>
            <p:nvPr/>
          </p:nvSpPr>
          <p:spPr>
            <a:xfrm>
              <a:off x="5611128" y="3083071"/>
              <a:ext cx="32475" cy="60278"/>
            </a:xfrm>
            <a:custGeom>
              <a:rect b="b" l="l" r="r" t="t"/>
              <a:pathLst>
                <a:path extrusionOk="0" h="1858" w="1001">
                  <a:moveTo>
                    <a:pt x="501" y="0"/>
                  </a:moveTo>
                  <a:cubicBezTo>
                    <a:pt x="405" y="120"/>
                    <a:pt x="310" y="262"/>
                    <a:pt x="263" y="405"/>
                  </a:cubicBezTo>
                  <a:cubicBezTo>
                    <a:pt x="1" y="953"/>
                    <a:pt x="1" y="1453"/>
                    <a:pt x="239" y="1858"/>
                  </a:cubicBezTo>
                  <a:lnTo>
                    <a:pt x="763" y="1858"/>
                  </a:lnTo>
                  <a:cubicBezTo>
                    <a:pt x="1001" y="1453"/>
                    <a:pt x="1001" y="929"/>
                    <a:pt x="739" y="405"/>
                  </a:cubicBezTo>
                  <a:cubicBezTo>
                    <a:pt x="644" y="262"/>
                    <a:pt x="548" y="120"/>
                    <a:pt x="501"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96"/>
            <p:cNvSpPr/>
            <p:nvPr/>
          </p:nvSpPr>
          <p:spPr>
            <a:xfrm>
              <a:off x="5596464" y="3035543"/>
              <a:ext cx="41753" cy="105503"/>
            </a:xfrm>
            <a:custGeom>
              <a:rect b="b" l="l" r="r" t="t"/>
              <a:pathLst>
                <a:path extrusionOk="0" h="3252" w="1287">
                  <a:moveTo>
                    <a:pt x="929" y="1"/>
                  </a:moveTo>
                  <a:cubicBezTo>
                    <a:pt x="911" y="1"/>
                    <a:pt x="893" y="13"/>
                    <a:pt x="881" y="37"/>
                  </a:cubicBezTo>
                  <a:cubicBezTo>
                    <a:pt x="881" y="37"/>
                    <a:pt x="857" y="37"/>
                    <a:pt x="857" y="60"/>
                  </a:cubicBezTo>
                  <a:cubicBezTo>
                    <a:pt x="762" y="179"/>
                    <a:pt x="595" y="394"/>
                    <a:pt x="405" y="680"/>
                  </a:cubicBezTo>
                  <a:cubicBezTo>
                    <a:pt x="167" y="1108"/>
                    <a:pt x="0" y="1585"/>
                    <a:pt x="0" y="2085"/>
                  </a:cubicBezTo>
                  <a:cubicBezTo>
                    <a:pt x="0" y="2418"/>
                    <a:pt x="95" y="2728"/>
                    <a:pt x="262" y="3037"/>
                  </a:cubicBezTo>
                  <a:lnTo>
                    <a:pt x="953" y="3252"/>
                  </a:lnTo>
                  <a:lnTo>
                    <a:pt x="1286" y="3156"/>
                  </a:lnTo>
                  <a:lnTo>
                    <a:pt x="905" y="3037"/>
                  </a:lnTo>
                  <a:cubicBezTo>
                    <a:pt x="310" y="1989"/>
                    <a:pt x="881" y="918"/>
                    <a:pt x="1286" y="346"/>
                  </a:cubicBezTo>
                  <a:cubicBezTo>
                    <a:pt x="1215" y="275"/>
                    <a:pt x="1167" y="203"/>
                    <a:pt x="1096" y="156"/>
                  </a:cubicBezTo>
                  <a:lnTo>
                    <a:pt x="1000" y="60"/>
                  </a:lnTo>
                  <a:lnTo>
                    <a:pt x="976" y="37"/>
                  </a:lnTo>
                  <a:cubicBezTo>
                    <a:pt x="965" y="13"/>
                    <a:pt x="947" y="1"/>
                    <a:pt x="929"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96"/>
            <p:cNvSpPr/>
            <p:nvPr/>
          </p:nvSpPr>
          <p:spPr>
            <a:xfrm>
              <a:off x="5611907" y="3100071"/>
              <a:ext cx="26311" cy="40975"/>
            </a:xfrm>
            <a:custGeom>
              <a:rect b="b" l="l" r="r" t="t"/>
              <a:pathLst>
                <a:path extrusionOk="0" h="1263" w="811">
                  <a:moveTo>
                    <a:pt x="167" y="0"/>
                  </a:moveTo>
                  <a:cubicBezTo>
                    <a:pt x="0" y="429"/>
                    <a:pt x="0" y="810"/>
                    <a:pt x="119" y="1143"/>
                  </a:cubicBezTo>
                  <a:lnTo>
                    <a:pt x="477" y="1263"/>
                  </a:lnTo>
                  <a:lnTo>
                    <a:pt x="810" y="1167"/>
                  </a:lnTo>
                  <a:lnTo>
                    <a:pt x="429" y="1048"/>
                  </a:lnTo>
                  <a:cubicBezTo>
                    <a:pt x="239" y="691"/>
                    <a:pt x="167" y="334"/>
                    <a:pt x="1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96"/>
            <p:cNvSpPr/>
            <p:nvPr/>
          </p:nvSpPr>
          <p:spPr>
            <a:xfrm>
              <a:off x="5593350" y="3134070"/>
              <a:ext cx="68032" cy="78835"/>
            </a:xfrm>
            <a:custGeom>
              <a:rect b="b" l="l" r="r" t="t"/>
              <a:pathLst>
                <a:path extrusionOk="0" h="2430" w="2097">
                  <a:moveTo>
                    <a:pt x="358" y="0"/>
                  </a:moveTo>
                  <a:cubicBezTo>
                    <a:pt x="191" y="0"/>
                    <a:pt x="1" y="143"/>
                    <a:pt x="1" y="357"/>
                  </a:cubicBezTo>
                  <a:lnTo>
                    <a:pt x="1" y="2072"/>
                  </a:lnTo>
                  <a:cubicBezTo>
                    <a:pt x="1" y="2263"/>
                    <a:pt x="144" y="2429"/>
                    <a:pt x="358" y="2429"/>
                  </a:cubicBezTo>
                  <a:lnTo>
                    <a:pt x="1739" y="2429"/>
                  </a:lnTo>
                  <a:cubicBezTo>
                    <a:pt x="1906" y="2429"/>
                    <a:pt x="2096" y="2286"/>
                    <a:pt x="2096" y="2072"/>
                  </a:cubicBezTo>
                  <a:lnTo>
                    <a:pt x="2096" y="357"/>
                  </a:lnTo>
                  <a:cubicBezTo>
                    <a:pt x="2049" y="143"/>
                    <a:pt x="1906" y="0"/>
                    <a:pt x="1739"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96"/>
            <p:cNvSpPr/>
            <p:nvPr/>
          </p:nvSpPr>
          <p:spPr>
            <a:xfrm>
              <a:off x="5594129" y="3134070"/>
              <a:ext cx="32475" cy="78835"/>
            </a:xfrm>
            <a:custGeom>
              <a:rect b="b" l="l" r="r" t="t"/>
              <a:pathLst>
                <a:path extrusionOk="0" h="2430" w="1001">
                  <a:moveTo>
                    <a:pt x="358" y="0"/>
                  </a:moveTo>
                  <a:cubicBezTo>
                    <a:pt x="191" y="0"/>
                    <a:pt x="1" y="143"/>
                    <a:pt x="1" y="357"/>
                  </a:cubicBezTo>
                  <a:lnTo>
                    <a:pt x="1" y="2072"/>
                  </a:lnTo>
                  <a:cubicBezTo>
                    <a:pt x="1" y="2263"/>
                    <a:pt x="167" y="2429"/>
                    <a:pt x="358" y="2429"/>
                  </a:cubicBezTo>
                  <a:lnTo>
                    <a:pt x="1001" y="2429"/>
                  </a:lnTo>
                  <a:cubicBezTo>
                    <a:pt x="787" y="2429"/>
                    <a:pt x="644" y="2263"/>
                    <a:pt x="644" y="2072"/>
                  </a:cubicBezTo>
                  <a:lnTo>
                    <a:pt x="644" y="357"/>
                  </a:lnTo>
                  <a:cubicBezTo>
                    <a:pt x="644" y="167"/>
                    <a:pt x="787" y="0"/>
                    <a:pt x="100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96"/>
            <p:cNvSpPr/>
            <p:nvPr/>
          </p:nvSpPr>
          <p:spPr>
            <a:xfrm>
              <a:off x="5545465" y="3233734"/>
              <a:ext cx="31696" cy="61835"/>
            </a:xfrm>
            <a:custGeom>
              <a:rect b="b" l="l" r="r" t="t"/>
              <a:pathLst>
                <a:path extrusionOk="0" h="1906" w="977">
                  <a:moveTo>
                    <a:pt x="286" y="0"/>
                  </a:moveTo>
                  <a:cubicBezTo>
                    <a:pt x="119" y="0"/>
                    <a:pt x="0" y="143"/>
                    <a:pt x="0" y="286"/>
                  </a:cubicBezTo>
                  <a:lnTo>
                    <a:pt x="0" y="1596"/>
                  </a:lnTo>
                  <a:cubicBezTo>
                    <a:pt x="0" y="1786"/>
                    <a:pt x="143" y="1905"/>
                    <a:pt x="286" y="1905"/>
                  </a:cubicBezTo>
                  <a:lnTo>
                    <a:pt x="667" y="1905"/>
                  </a:lnTo>
                  <a:cubicBezTo>
                    <a:pt x="858" y="1905"/>
                    <a:pt x="977" y="1739"/>
                    <a:pt x="977" y="1596"/>
                  </a:cubicBezTo>
                  <a:lnTo>
                    <a:pt x="977" y="286"/>
                  </a:lnTo>
                  <a:cubicBezTo>
                    <a:pt x="977" y="143"/>
                    <a:pt x="834" y="0"/>
                    <a:pt x="66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96"/>
            <p:cNvSpPr/>
            <p:nvPr/>
          </p:nvSpPr>
          <p:spPr>
            <a:xfrm>
              <a:off x="5545465" y="3265398"/>
              <a:ext cx="31696" cy="30172"/>
            </a:xfrm>
            <a:custGeom>
              <a:rect b="b" l="l" r="r" t="t"/>
              <a:pathLst>
                <a:path extrusionOk="0" h="930" w="977">
                  <a:moveTo>
                    <a:pt x="0" y="1"/>
                  </a:moveTo>
                  <a:lnTo>
                    <a:pt x="0" y="620"/>
                  </a:lnTo>
                  <a:cubicBezTo>
                    <a:pt x="0" y="810"/>
                    <a:pt x="143" y="929"/>
                    <a:pt x="286" y="929"/>
                  </a:cubicBezTo>
                  <a:lnTo>
                    <a:pt x="667" y="929"/>
                  </a:lnTo>
                  <a:cubicBezTo>
                    <a:pt x="858" y="929"/>
                    <a:pt x="977" y="763"/>
                    <a:pt x="977" y="620"/>
                  </a:cubicBezTo>
                  <a:lnTo>
                    <a:pt x="977" y="1"/>
                  </a:lnTo>
                  <a:cubicBezTo>
                    <a:pt x="977" y="144"/>
                    <a:pt x="834" y="286"/>
                    <a:pt x="667" y="286"/>
                  </a:cubicBezTo>
                  <a:lnTo>
                    <a:pt x="286" y="286"/>
                  </a:lnTo>
                  <a:cubicBezTo>
                    <a:pt x="119" y="286"/>
                    <a:pt x="0" y="144"/>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96"/>
            <p:cNvSpPr/>
            <p:nvPr/>
          </p:nvSpPr>
          <p:spPr>
            <a:xfrm>
              <a:off x="5586407" y="3344103"/>
              <a:ext cx="10836" cy="17259"/>
            </a:xfrm>
            <a:custGeom>
              <a:rect b="b" l="l" r="r" t="t"/>
              <a:pathLst>
                <a:path extrusionOk="0" h="532" w="334">
                  <a:moveTo>
                    <a:pt x="156" y="0"/>
                  </a:moveTo>
                  <a:cubicBezTo>
                    <a:pt x="144" y="0"/>
                    <a:pt x="132" y="1"/>
                    <a:pt x="120" y="4"/>
                  </a:cubicBezTo>
                  <a:cubicBezTo>
                    <a:pt x="72" y="51"/>
                    <a:pt x="0" y="123"/>
                    <a:pt x="0" y="194"/>
                  </a:cubicBezTo>
                  <a:lnTo>
                    <a:pt x="0" y="361"/>
                  </a:lnTo>
                  <a:cubicBezTo>
                    <a:pt x="0" y="456"/>
                    <a:pt x="72" y="528"/>
                    <a:pt x="120" y="528"/>
                  </a:cubicBezTo>
                  <a:cubicBezTo>
                    <a:pt x="130" y="530"/>
                    <a:pt x="140" y="531"/>
                    <a:pt x="150" y="531"/>
                  </a:cubicBezTo>
                  <a:cubicBezTo>
                    <a:pt x="239" y="531"/>
                    <a:pt x="334" y="446"/>
                    <a:pt x="334" y="361"/>
                  </a:cubicBezTo>
                  <a:lnTo>
                    <a:pt x="334" y="170"/>
                  </a:lnTo>
                  <a:cubicBezTo>
                    <a:pt x="334" y="85"/>
                    <a:pt x="258" y="0"/>
                    <a:pt x="1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96"/>
            <p:cNvSpPr/>
            <p:nvPr/>
          </p:nvSpPr>
          <p:spPr>
            <a:xfrm>
              <a:off x="5655931" y="3346374"/>
              <a:ext cx="10868" cy="16546"/>
            </a:xfrm>
            <a:custGeom>
              <a:rect b="b" l="l" r="r" t="t"/>
              <a:pathLst>
                <a:path extrusionOk="0" h="510" w="335">
                  <a:moveTo>
                    <a:pt x="177" y="1"/>
                  </a:moveTo>
                  <a:cubicBezTo>
                    <a:pt x="91" y="1"/>
                    <a:pt x="1" y="65"/>
                    <a:pt x="1" y="148"/>
                  </a:cubicBezTo>
                  <a:lnTo>
                    <a:pt x="1" y="362"/>
                  </a:lnTo>
                  <a:cubicBezTo>
                    <a:pt x="1" y="445"/>
                    <a:pt x="73" y="510"/>
                    <a:pt x="170" y="510"/>
                  </a:cubicBezTo>
                  <a:cubicBezTo>
                    <a:pt x="184" y="510"/>
                    <a:pt x="199" y="508"/>
                    <a:pt x="215" y="505"/>
                  </a:cubicBezTo>
                  <a:cubicBezTo>
                    <a:pt x="310" y="458"/>
                    <a:pt x="334" y="386"/>
                    <a:pt x="334" y="339"/>
                  </a:cubicBezTo>
                  <a:lnTo>
                    <a:pt x="334" y="148"/>
                  </a:lnTo>
                  <a:cubicBezTo>
                    <a:pt x="334" y="53"/>
                    <a:pt x="263" y="5"/>
                    <a:pt x="215" y="5"/>
                  </a:cubicBezTo>
                  <a:cubicBezTo>
                    <a:pt x="203" y="2"/>
                    <a:pt x="190" y="1"/>
                    <a:pt x="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96"/>
            <p:cNvSpPr/>
            <p:nvPr/>
          </p:nvSpPr>
          <p:spPr>
            <a:xfrm>
              <a:off x="5611907" y="3350916"/>
              <a:ext cx="30172" cy="14956"/>
            </a:xfrm>
            <a:custGeom>
              <a:rect b="b" l="l" r="r" t="t"/>
              <a:pathLst>
                <a:path extrusionOk="0" h="461" w="930">
                  <a:moveTo>
                    <a:pt x="729" y="1"/>
                  </a:moveTo>
                  <a:cubicBezTo>
                    <a:pt x="676" y="1"/>
                    <a:pt x="624" y="24"/>
                    <a:pt x="596" y="79"/>
                  </a:cubicBezTo>
                  <a:cubicBezTo>
                    <a:pt x="572" y="103"/>
                    <a:pt x="500" y="127"/>
                    <a:pt x="453" y="127"/>
                  </a:cubicBezTo>
                  <a:cubicBezTo>
                    <a:pt x="381" y="127"/>
                    <a:pt x="334" y="103"/>
                    <a:pt x="286" y="79"/>
                  </a:cubicBezTo>
                  <a:cubicBezTo>
                    <a:pt x="256" y="34"/>
                    <a:pt x="207" y="18"/>
                    <a:pt x="150" y="18"/>
                  </a:cubicBezTo>
                  <a:cubicBezTo>
                    <a:pt x="118" y="18"/>
                    <a:pt x="83" y="23"/>
                    <a:pt x="48" y="32"/>
                  </a:cubicBezTo>
                  <a:cubicBezTo>
                    <a:pt x="0" y="103"/>
                    <a:pt x="0" y="199"/>
                    <a:pt x="24" y="270"/>
                  </a:cubicBezTo>
                  <a:cubicBezTo>
                    <a:pt x="119" y="389"/>
                    <a:pt x="262" y="461"/>
                    <a:pt x="405" y="461"/>
                  </a:cubicBezTo>
                  <a:cubicBezTo>
                    <a:pt x="572" y="461"/>
                    <a:pt x="715" y="389"/>
                    <a:pt x="810" y="270"/>
                  </a:cubicBezTo>
                  <a:cubicBezTo>
                    <a:pt x="929" y="222"/>
                    <a:pt x="929" y="103"/>
                    <a:pt x="834" y="32"/>
                  </a:cubicBezTo>
                  <a:cubicBezTo>
                    <a:pt x="804" y="12"/>
                    <a:pt x="767" y="1"/>
                    <a:pt x="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96"/>
            <p:cNvSpPr/>
            <p:nvPr/>
          </p:nvSpPr>
          <p:spPr>
            <a:xfrm>
              <a:off x="5524604" y="3032266"/>
              <a:ext cx="336883" cy="350606"/>
            </a:xfrm>
            <a:custGeom>
              <a:rect b="b" l="l" r="r" t="t"/>
              <a:pathLst>
                <a:path extrusionOk="0" h="10807" w="10384">
                  <a:moveTo>
                    <a:pt x="3120" y="1852"/>
                  </a:moveTo>
                  <a:cubicBezTo>
                    <a:pt x="3168" y="1924"/>
                    <a:pt x="3191" y="1971"/>
                    <a:pt x="3215" y="2067"/>
                  </a:cubicBezTo>
                  <a:cubicBezTo>
                    <a:pt x="3358" y="2424"/>
                    <a:pt x="3430" y="2710"/>
                    <a:pt x="3406" y="3019"/>
                  </a:cubicBezTo>
                  <a:lnTo>
                    <a:pt x="2906" y="3019"/>
                  </a:lnTo>
                  <a:cubicBezTo>
                    <a:pt x="2834" y="2710"/>
                    <a:pt x="2906" y="2400"/>
                    <a:pt x="3049" y="2067"/>
                  </a:cubicBezTo>
                  <a:cubicBezTo>
                    <a:pt x="3072" y="1995"/>
                    <a:pt x="3096" y="1947"/>
                    <a:pt x="3120" y="1852"/>
                  </a:cubicBezTo>
                  <a:close/>
                  <a:moveTo>
                    <a:pt x="3858" y="3305"/>
                  </a:moveTo>
                  <a:cubicBezTo>
                    <a:pt x="3930" y="3305"/>
                    <a:pt x="4025" y="3400"/>
                    <a:pt x="4025" y="3495"/>
                  </a:cubicBezTo>
                  <a:lnTo>
                    <a:pt x="4025" y="5210"/>
                  </a:lnTo>
                  <a:cubicBezTo>
                    <a:pt x="4025" y="5305"/>
                    <a:pt x="3930" y="5401"/>
                    <a:pt x="3858" y="5401"/>
                  </a:cubicBezTo>
                  <a:lnTo>
                    <a:pt x="2477" y="5401"/>
                  </a:lnTo>
                  <a:cubicBezTo>
                    <a:pt x="2382" y="5401"/>
                    <a:pt x="2310" y="5305"/>
                    <a:pt x="2310" y="5210"/>
                  </a:cubicBezTo>
                  <a:lnTo>
                    <a:pt x="2310" y="3495"/>
                  </a:lnTo>
                  <a:cubicBezTo>
                    <a:pt x="2310" y="3400"/>
                    <a:pt x="2382" y="3305"/>
                    <a:pt x="2477" y="3305"/>
                  </a:cubicBezTo>
                  <a:close/>
                  <a:moveTo>
                    <a:pt x="2334" y="6829"/>
                  </a:moveTo>
                  <a:lnTo>
                    <a:pt x="2334" y="7520"/>
                  </a:lnTo>
                  <a:lnTo>
                    <a:pt x="1763" y="7520"/>
                  </a:lnTo>
                  <a:lnTo>
                    <a:pt x="1763" y="6829"/>
                  </a:lnTo>
                  <a:close/>
                  <a:moveTo>
                    <a:pt x="1310" y="6353"/>
                  </a:moveTo>
                  <a:cubicBezTo>
                    <a:pt x="1405" y="6353"/>
                    <a:pt x="1477" y="6401"/>
                    <a:pt x="1477" y="6496"/>
                  </a:cubicBezTo>
                  <a:lnTo>
                    <a:pt x="1477" y="7806"/>
                  </a:lnTo>
                  <a:cubicBezTo>
                    <a:pt x="1429" y="7901"/>
                    <a:pt x="1382" y="7949"/>
                    <a:pt x="1310" y="7949"/>
                  </a:cubicBezTo>
                  <a:lnTo>
                    <a:pt x="929" y="7949"/>
                  </a:lnTo>
                  <a:cubicBezTo>
                    <a:pt x="834" y="7949"/>
                    <a:pt x="786" y="7901"/>
                    <a:pt x="786" y="7806"/>
                  </a:cubicBezTo>
                  <a:lnTo>
                    <a:pt x="786" y="6496"/>
                  </a:lnTo>
                  <a:cubicBezTo>
                    <a:pt x="786" y="6401"/>
                    <a:pt x="834" y="6353"/>
                    <a:pt x="929" y="6353"/>
                  </a:cubicBezTo>
                  <a:close/>
                  <a:moveTo>
                    <a:pt x="3668" y="5734"/>
                  </a:moveTo>
                  <a:lnTo>
                    <a:pt x="3668" y="8806"/>
                  </a:lnTo>
                  <a:lnTo>
                    <a:pt x="2620" y="8806"/>
                  </a:lnTo>
                  <a:lnTo>
                    <a:pt x="2620" y="5734"/>
                  </a:lnTo>
                  <a:close/>
                  <a:moveTo>
                    <a:pt x="3811" y="9139"/>
                  </a:moveTo>
                  <a:cubicBezTo>
                    <a:pt x="3930" y="9187"/>
                    <a:pt x="5192" y="9354"/>
                    <a:pt x="5811" y="10163"/>
                  </a:cubicBezTo>
                  <a:cubicBezTo>
                    <a:pt x="5930" y="10306"/>
                    <a:pt x="5811" y="10521"/>
                    <a:pt x="5621" y="10521"/>
                  </a:cubicBezTo>
                  <a:lnTo>
                    <a:pt x="691" y="10521"/>
                  </a:lnTo>
                  <a:cubicBezTo>
                    <a:pt x="500" y="10521"/>
                    <a:pt x="429" y="10306"/>
                    <a:pt x="500" y="10163"/>
                  </a:cubicBezTo>
                  <a:cubicBezTo>
                    <a:pt x="1143" y="9354"/>
                    <a:pt x="2358" y="9139"/>
                    <a:pt x="2477" y="9139"/>
                  </a:cubicBezTo>
                  <a:close/>
                  <a:moveTo>
                    <a:pt x="3180" y="1"/>
                  </a:moveTo>
                  <a:cubicBezTo>
                    <a:pt x="3102" y="1"/>
                    <a:pt x="3025" y="30"/>
                    <a:pt x="2977" y="90"/>
                  </a:cubicBezTo>
                  <a:cubicBezTo>
                    <a:pt x="2906" y="209"/>
                    <a:pt x="2691" y="447"/>
                    <a:pt x="2501" y="781"/>
                  </a:cubicBezTo>
                  <a:cubicBezTo>
                    <a:pt x="2477" y="876"/>
                    <a:pt x="2477" y="971"/>
                    <a:pt x="2572" y="995"/>
                  </a:cubicBezTo>
                  <a:cubicBezTo>
                    <a:pt x="2604" y="1003"/>
                    <a:pt x="2633" y="1008"/>
                    <a:pt x="2660" y="1008"/>
                  </a:cubicBezTo>
                  <a:cubicBezTo>
                    <a:pt x="2713" y="1008"/>
                    <a:pt x="2755" y="987"/>
                    <a:pt x="2787" y="923"/>
                  </a:cubicBezTo>
                  <a:cubicBezTo>
                    <a:pt x="2930" y="662"/>
                    <a:pt x="3072" y="495"/>
                    <a:pt x="3168" y="376"/>
                  </a:cubicBezTo>
                  <a:cubicBezTo>
                    <a:pt x="3311" y="542"/>
                    <a:pt x="3620" y="923"/>
                    <a:pt x="3787" y="1400"/>
                  </a:cubicBezTo>
                  <a:cubicBezTo>
                    <a:pt x="4025" y="1995"/>
                    <a:pt x="4001" y="2543"/>
                    <a:pt x="3763" y="3019"/>
                  </a:cubicBezTo>
                  <a:cubicBezTo>
                    <a:pt x="3787" y="2686"/>
                    <a:pt x="3739" y="2329"/>
                    <a:pt x="3549" y="1947"/>
                  </a:cubicBezTo>
                  <a:cubicBezTo>
                    <a:pt x="3501" y="1805"/>
                    <a:pt x="3406" y="1638"/>
                    <a:pt x="3287" y="1495"/>
                  </a:cubicBezTo>
                  <a:cubicBezTo>
                    <a:pt x="3251" y="1447"/>
                    <a:pt x="3197" y="1424"/>
                    <a:pt x="3147" y="1424"/>
                  </a:cubicBezTo>
                  <a:cubicBezTo>
                    <a:pt x="3096" y="1424"/>
                    <a:pt x="3049" y="1447"/>
                    <a:pt x="3025" y="1495"/>
                  </a:cubicBezTo>
                  <a:lnTo>
                    <a:pt x="2739" y="1947"/>
                  </a:lnTo>
                  <a:cubicBezTo>
                    <a:pt x="2572" y="2329"/>
                    <a:pt x="2501" y="2686"/>
                    <a:pt x="2548" y="3019"/>
                  </a:cubicBezTo>
                  <a:cubicBezTo>
                    <a:pt x="2310" y="2567"/>
                    <a:pt x="2310" y="2043"/>
                    <a:pt x="2477" y="1471"/>
                  </a:cubicBezTo>
                  <a:cubicBezTo>
                    <a:pt x="2501" y="1376"/>
                    <a:pt x="2453" y="1257"/>
                    <a:pt x="2358" y="1257"/>
                  </a:cubicBezTo>
                  <a:cubicBezTo>
                    <a:pt x="2263" y="1257"/>
                    <a:pt x="2215" y="1281"/>
                    <a:pt x="2191" y="1376"/>
                  </a:cubicBezTo>
                  <a:cubicBezTo>
                    <a:pt x="1977" y="1995"/>
                    <a:pt x="1977" y="2567"/>
                    <a:pt x="2215" y="3067"/>
                  </a:cubicBezTo>
                  <a:cubicBezTo>
                    <a:pt x="2072" y="3162"/>
                    <a:pt x="1953" y="3353"/>
                    <a:pt x="1953" y="3519"/>
                  </a:cubicBezTo>
                  <a:lnTo>
                    <a:pt x="1953" y="5258"/>
                  </a:lnTo>
                  <a:cubicBezTo>
                    <a:pt x="1953" y="5448"/>
                    <a:pt x="2096" y="5663"/>
                    <a:pt x="2263" y="5734"/>
                  </a:cubicBezTo>
                  <a:lnTo>
                    <a:pt x="2263" y="6520"/>
                  </a:lnTo>
                  <a:lnTo>
                    <a:pt x="1739" y="6520"/>
                  </a:lnTo>
                  <a:cubicBezTo>
                    <a:pt x="1739" y="6258"/>
                    <a:pt x="1524" y="6044"/>
                    <a:pt x="1286" y="6044"/>
                  </a:cubicBezTo>
                  <a:lnTo>
                    <a:pt x="905" y="6044"/>
                  </a:lnTo>
                  <a:cubicBezTo>
                    <a:pt x="643" y="6044"/>
                    <a:pt x="453" y="6258"/>
                    <a:pt x="453" y="6496"/>
                  </a:cubicBezTo>
                  <a:lnTo>
                    <a:pt x="453" y="7806"/>
                  </a:lnTo>
                  <a:cubicBezTo>
                    <a:pt x="453" y="8068"/>
                    <a:pt x="667" y="8258"/>
                    <a:pt x="905" y="8258"/>
                  </a:cubicBezTo>
                  <a:lnTo>
                    <a:pt x="1310" y="8258"/>
                  </a:lnTo>
                  <a:cubicBezTo>
                    <a:pt x="1596" y="8258"/>
                    <a:pt x="1786" y="8044"/>
                    <a:pt x="1786" y="7782"/>
                  </a:cubicBezTo>
                  <a:lnTo>
                    <a:pt x="2334" y="7782"/>
                  </a:lnTo>
                  <a:lnTo>
                    <a:pt x="2334" y="8806"/>
                  </a:lnTo>
                  <a:cubicBezTo>
                    <a:pt x="1953" y="8877"/>
                    <a:pt x="881" y="9139"/>
                    <a:pt x="286" y="9949"/>
                  </a:cubicBezTo>
                  <a:cubicBezTo>
                    <a:pt x="0" y="10306"/>
                    <a:pt x="286" y="10806"/>
                    <a:pt x="691" y="10806"/>
                  </a:cubicBezTo>
                  <a:lnTo>
                    <a:pt x="5644" y="10806"/>
                  </a:lnTo>
                  <a:cubicBezTo>
                    <a:pt x="6073" y="10806"/>
                    <a:pt x="6311" y="10306"/>
                    <a:pt x="6049" y="9949"/>
                  </a:cubicBezTo>
                  <a:cubicBezTo>
                    <a:pt x="5454" y="9139"/>
                    <a:pt x="4382" y="8901"/>
                    <a:pt x="4001" y="8806"/>
                  </a:cubicBezTo>
                  <a:lnTo>
                    <a:pt x="4001" y="8616"/>
                  </a:lnTo>
                  <a:cubicBezTo>
                    <a:pt x="4137" y="8597"/>
                    <a:pt x="4269" y="8588"/>
                    <a:pt x="4400" y="8588"/>
                  </a:cubicBezTo>
                  <a:cubicBezTo>
                    <a:pt x="5094" y="8588"/>
                    <a:pt x="5725" y="8835"/>
                    <a:pt x="6406" y="9116"/>
                  </a:cubicBezTo>
                  <a:cubicBezTo>
                    <a:pt x="6978" y="9354"/>
                    <a:pt x="7573" y="9592"/>
                    <a:pt x="8216" y="9663"/>
                  </a:cubicBezTo>
                  <a:cubicBezTo>
                    <a:pt x="8312" y="9663"/>
                    <a:pt x="8383" y="9616"/>
                    <a:pt x="8407" y="9568"/>
                  </a:cubicBezTo>
                  <a:cubicBezTo>
                    <a:pt x="8431" y="9473"/>
                    <a:pt x="8383" y="9354"/>
                    <a:pt x="8288" y="9354"/>
                  </a:cubicBezTo>
                  <a:cubicBezTo>
                    <a:pt x="7669" y="9259"/>
                    <a:pt x="7097" y="9068"/>
                    <a:pt x="6525" y="8806"/>
                  </a:cubicBezTo>
                  <a:cubicBezTo>
                    <a:pt x="5797" y="8535"/>
                    <a:pt x="5122" y="8265"/>
                    <a:pt x="4344" y="8265"/>
                  </a:cubicBezTo>
                  <a:cubicBezTo>
                    <a:pt x="4232" y="8265"/>
                    <a:pt x="4118" y="8270"/>
                    <a:pt x="4001" y="8282"/>
                  </a:cubicBezTo>
                  <a:lnTo>
                    <a:pt x="4001" y="7687"/>
                  </a:lnTo>
                  <a:cubicBezTo>
                    <a:pt x="4118" y="7676"/>
                    <a:pt x="4234" y="7671"/>
                    <a:pt x="4347" y="7671"/>
                  </a:cubicBezTo>
                  <a:cubicBezTo>
                    <a:pt x="5250" y="7671"/>
                    <a:pt x="6045" y="7986"/>
                    <a:pt x="6764" y="8282"/>
                  </a:cubicBezTo>
                  <a:cubicBezTo>
                    <a:pt x="7455" y="8556"/>
                    <a:pt x="8077" y="8803"/>
                    <a:pt x="8734" y="8803"/>
                  </a:cubicBezTo>
                  <a:cubicBezTo>
                    <a:pt x="9164" y="8803"/>
                    <a:pt x="9608" y="8698"/>
                    <a:pt x="10098" y="8425"/>
                  </a:cubicBezTo>
                  <a:lnTo>
                    <a:pt x="10098" y="9139"/>
                  </a:lnTo>
                  <a:cubicBezTo>
                    <a:pt x="9669" y="9306"/>
                    <a:pt x="9288" y="9378"/>
                    <a:pt x="8883" y="9425"/>
                  </a:cubicBezTo>
                  <a:cubicBezTo>
                    <a:pt x="8788" y="9425"/>
                    <a:pt x="8740" y="9497"/>
                    <a:pt x="8740" y="9592"/>
                  </a:cubicBezTo>
                  <a:cubicBezTo>
                    <a:pt x="8740" y="9687"/>
                    <a:pt x="8812" y="9735"/>
                    <a:pt x="8883" y="9735"/>
                  </a:cubicBezTo>
                  <a:cubicBezTo>
                    <a:pt x="9359" y="9711"/>
                    <a:pt x="9836" y="9592"/>
                    <a:pt x="10312" y="9378"/>
                  </a:cubicBezTo>
                  <a:cubicBezTo>
                    <a:pt x="10360" y="9354"/>
                    <a:pt x="10383" y="9306"/>
                    <a:pt x="10383" y="9235"/>
                  </a:cubicBezTo>
                  <a:lnTo>
                    <a:pt x="10383" y="8139"/>
                  </a:lnTo>
                  <a:cubicBezTo>
                    <a:pt x="10383" y="8054"/>
                    <a:pt x="10311" y="7981"/>
                    <a:pt x="10243" y="7981"/>
                  </a:cubicBezTo>
                  <a:cubicBezTo>
                    <a:pt x="10216" y="7981"/>
                    <a:pt x="10190" y="7993"/>
                    <a:pt x="10169" y="8020"/>
                  </a:cubicBezTo>
                  <a:cubicBezTo>
                    <a:pt x="9637" y="8368"/>
                    <a:pt x="9175" y="8501"/>
                    <a:pt x="8726" y="8501"/>
                  </a:cubicBezTo>
                  <a:cubicBezTo>
                    <a:pt x="8132" y="8501"/>
                    <a:pt x="7562" y="8268"/>
                    <a:pt x="6883" y="7996"/>
                  </a:cubicBezTo>
                  <a:cubicBezTo>
                    <a:pt x="6156" y="7706"/>
                    <a:pt x="5339" y="7379"/>
                    <a:pt x="4415" y="7379"/>
                  </a:cubicBezTo>
                  <a:cubicBezTo>
                    <a:pt x="4279" y="7379"/>
                    <a:pt x="4141" y="7386"/>
                    <a:pt x="4001" y="7401"/>
                  </a:cubicBezTo>
                  <a:lnTo>
                    <a:pt x="4001" y="5758"/>
                  </a:lnTo>
                  <a:cubicBezTo>
                    <a:pt x="4215" y="5686"/>
                    <a:pt x="4358" y="5496"/>
                    <a:pt x="4358" y="5258"/>
                  </a:cubicBezTo>
                  <a:lnTo>
                    <a:pt x="4358" y="3519"/>
                  </a:lnTo>
                  <a:cubicBezTo>
                    <a:pt x="4358" y="3305"/>
                    <a:pt x="4239" y="3162"/>
                    <a:pt x="4096" y="3067"/>
                  </a:cubicBezTo>
                  <a:cubicBezTo>
                    <a:pt x="4311" y="2543"/>
                    <a:pt x="4311" y="1924"/>
                    <a:pt x="4096" y="1281"/>
                  </a:cubicBezTo>
                  <a:cubicBezTo>
                    <a:pt x="3882" y="733"/>
                    <a:pt x="3525" y="280"/>
                    <a:pt x="3382" y="90"/>
                  </a:cubicBezTo>
                  <a:cubicBezTo>
                    <a:pt x="3334" y="30"/>
                    <a:pt x="3257" y="1"/>
                    <a:pt x="31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4" name="Google Shape;21094;p96"/>
          <p:cNvGrpSpPr/>
          <p:nvPr/>
        </p:nvGrpSpPr>
        <p:grpSpPr>
          <a:xfrm>
            <a:off x="6278230" y="2877368"/>
            <a:ext cx="359301" cy="354694"/>
            <a:chOff x="6280190" y="3029768"/>
            <a:chExt cx="359301" cy="354694"/>
          </a:xfrm>
        </p:grpSpPr>
        <p:sp>
          <p:nvSpPr>
            <p:cNvPr id="21095" name="Google Shape;21095;p96"/>
            <p:cNvSpPr/>
            <p:nvPr/>
          </p:nvSpPr>
          <p:spPr>
            <a:xfrm>
              <a:off x="6593098" y="3137152"/>
              <a:ext cx="36368" cy="17811"/>
            </a:xfrm>
            <a:custGeom>
              <a:rect b="b" l="l" r="r" t="t"/>
              <a:pathLst>
                <a:path extrusionOk="0" h="549" w="1121">
                  <a:moveTo>
                    <a:pt x="287" y="0"/>
                  </a:moveTo>
                  <a:cubicBezTo>
                    <a:pt x="144" y="0"/>
                    <a:pt x="1" y="120"/>
                    <a:pt x="25" y="262"/>
                  </a:cubicBezTo>
                  <a:cubicBezTo>
                    <a:pt x="1" y="429"/>
                    <a:pt x="144" y="548"/>
                    <a:pt x="287" y="548"/>
                  </a:cubicBezTo>
                  <a:lnTo>
                    <a:pt x="858" y="548"/>
                  </a:lnTo>
                  <a:cubicBezTo>
                    <a:pt x="1001" y="548"/>
                    <a:pt x="1120" y="405"/>
                    <a:pt x="1120" y="262"/>
                  </a:cubicBezTo>
                  <a:cubicBezTo>
                    <a:pt x="1096" y="120"/>
                    <a:pt x="977" y="0"/>
                    <a:pt x="834"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96"/>
            <p:cNvSpPr/>
            <p:nvPr/>
          </p:nvSpPr>
          <p:spPr>
            <a:xfrm>
              <a:off x="6582295" y="3165150"/>
              <a:ext cx="33254" cy="30561"/>
            </a:xfrm>
            <a:custGeom>
              <a:rect b="b" l="l" r="r" t="t"/>
              <a:pathLst>
                <a:path extrusionOk="0" h="942" w="1025">
                  <a:moveTo>
                    <a:pt x="328" y="1"/>
                  </a:moveTo>
                  <a:cubicBezTo>
                    <a:pt x="256" y="1"/>
                    <a:pt x="179" y="31"/>
                    <a:pt x="119" y="90"/>
                  </a:cubicBezTo>
                  <a:cubicBezTo>
                    <a:pt x="0" y="209"/>
                    <a:pt x="0" y="376"/>
                    <a:pt x="119" y="471"/>
                  </a:cubicBezTo>
                  <a:lnTo>
                    <a:pt x="500" y="852"/>
                  </a:lnTo>
                  <a:cubicBezTo>
                    <a:pt x="548" y="912"/>
                    <a:pt x="620" y="941"/>
                    <a:pt x="694" y="941"/>
                  </a:cubicBezTo>
                  <a:cubicBezTo>
                    <a:pt x="768" y="941"/>
                    <a:pt x="846" y="912"/>
                    <a:pt x="905" y="852"/>
                  </a:cubicBezTo>
                  <a:cubicBezTo>
                    <a:pt x="1024" y="757"/>
                    <a:pt x="1024" y="590"/>
                    <a:pt x="905" y="471"/>
                  </a:cubicBezTo>
                  <a:lnTo>
                    <a:pt x="500" y="90"/>
                  </a:lnTo>
                  <a:cubicBezTo>
                    <a:pt x="465" y="31"/>
                    <a:pt x="399" y="1"/>
                    <a:pt x="328"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96"/>
            <p:cNvSpPr/>
            <p:nvPr/>
          </p:nvSpPr>
          <p:spPr>
            <a:xfrm>
              <a:off x="6554491" y="3175499"/>
              <a:ext cx="18557" cy="35849"/>
            </a:xfrm>
            <a:custGeom>
              <a:rect b="b" l="l" r="r" t="t"/>
              <a:pathLst>
                <a:path extrusionOk="0" h="1105" w="572">
                  <a:moveTo>
                    <a:pt x="327" y="1"/>
                  </a:moveTo>
                  <a:cubicBezTo>
                    <a:pt x="306" y="1"/>
                    <a:pt x="285" y="4"/>
                    <a:pt x="262" y="9"/>
                  </a:cubicBezTo>
                  <a:cubicBezTo>
                    <a:pt x="119" y="9"/>
                    <a:pt x="0" y="128"/>
                    <a:pt x="0" y="271"/>
                  </a:cubicBezTo>
                  <a:lnTo>
                    <a:pt x="0" y="795"/>
                  </a:lnTo>
                  <a:cubicBezTo>
                    <a:pt x="0" y="962"/>
                    <a:pt x="119" y="1081"/>
                    <a:pt x="262" y="1105"/>
                  </a:cubicBezTo>
                  <a:cubicBezTo>
                    <a:pt x="405" y="1105"/>
                    <a:pt x="572" y="986"/>
                    <a:pt x="572" y="843"/>
                  </a:cubicBezTo>
                  <a:lnTo>
                    <a:pt x="572" y="271"/>
                  </a:lnTo>
                  <a:cubicBezTo>
                    <a:pt x="572" y="145"/>
                    <a:pt x="479" y="1"/>
                    <a:pt x="327"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96"/>
            <p:cNvSpPr/>
            <p:nvPr/>
          </p:nvSpPr>
          <p:spPr>
            <a:xfrm>
              <a:off x="6511213" y="3035932"/>
              <a:ext cx="17811" cy="36433"/>
            </a:xfrm>
            <a:custGeom>
              <a:rect b="b" l="l" r="r" t="t"/>
              <a:pathLst>
                <a:path extrusionOk="0" h="1123" w="549">
                  <a:moveTo>
                    <a:pt x="286" y="1"/>
                  </a:moveTo>
                  <a:cubicBezTo>
                    <a:pt x="143" y="1"/>
                    <a:pt x="0" y="120"/>
                    <a:pt x="0" y="287"/>
                  </a:cubicBezTo>
                  <a:lnTo>
                    <a:pt x="0" y="834"/>
                  </a:lnTo>
                  <a:cubicBezTo>
                    <a:pt x="0" y="989"/>
                    <a:pt x="103" y="1123"/>
                    <a:pt x="250" y="1123"/>
                  </a:cubicBezTo>
                  <a:cubicBezTo>
                    <a:pt x="262" y="1123"/>
                    <a:pt x="274" y="1122"/>
                    <a:pt x="286" y="1120"/>
                  </a:cubicBezTo>
                  <a:cubicBezTo>
                    <a:pt x="429" y="1120"/>
                    <a:pt x="548" y="1001"/>
                    <a:pt x="548" y="834"/>
                  </a:cubicBezTo>
                  <a:lnTo>
                    <a:pt x="548" y="310"/>
                  </a:lnTo>
                  <a:cubicBezTo>
                    <a:pt x="548" y="167"/>
                    <a:pt x="429" y="48"/>
                    <a:pt x="286"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96"/>
            <p:cNvSpPr/>
            <p:nvPr/>
          </p:nvSpPr>
          <p:spPr>
            <a:xfrm>
              <a:off x="6468713" y="3050823"/>
              <a:ext cx="32475" cy="30723"/>
            </a:xfrm>
            <a:custGeom>
              <a:rect b="b" l="l" r="r" t="t"/>
              <a:pathLst>
                <a:path extrusionOk="0" h="947" w="1001">
                  <a:moveTo>
                    <a:pt x="292" y="0"/>
                  </a:moveTo>
                  <a:cubicBezTo>
                    <a:pt x="221" y="0"/>
                    <a:pt x="155" y="30"/>
                    <a:pt x="120" y="90"/>
                  </a:cubicBezTo>
                  <a:cubicBezTo>
                    <a:pt x="1" y="209"/>
                    <a:pt x="1" y="375"/>
                    <a:pt x="120" y="471"/>
                  </a:cubicBezTo>
                  <a:lnTo>
                    <a:pt x="501" y="875"/>
                  </a:lnTo>
                  <a:cubicBezTo>
                    <a:pt x="548" y="923"/>
                    <a:pt x="614" y="947"/>
                    <a:pt x="682" y="947"/>
                  </a:cubicBezTo>
                  <a:cubicBezTo>
                    <a:pt x="751" y="947"/>
                    <a:pt x="822" y="923"/>
                    <a:pt x="882" y="875"/>
                  </a:cubicBezTo>
                  <a:cubicBezTo>
                    <a:pt x="1001" y="756"/>
                    <a:pt x="1001" y="566"/>
                    <a:pt x="882" y="471"/>
                  </a:cubicBezTo>
                  <a:lnTo>
                    <a:pt x="501" y="90"/>
                  </a:lnTo>
                  <a:cubicBezTo>
                    <a:pt x="441" y="30"/>
                    <a:pt x="364" y="0"/>
                    <a:pt x="292"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96"/>
            <p:cNvSpPr/>
            <p:nvPr/>
          </p:nvSpPr>
          <p:spPr>
            <a:xfrm>
              <a:off x="6571459" y="3092544"/>
              <a:ext cx="33254" cy="30528"/>
            </a:xfrm>
            <a:custGeom>
              <a:rect b="b" l="l" r="r" t="t"/>
              <a:pathLst>
                <a:path extrusionOk="0" h="941" w="1025">
                  <a:moveTo>
                    <a:pt x="724" y="0"/>
                  </a:moveTo>
                  <a:cubicBezTo>
                    <a:pt x="656" y="0"/>
                    <a:pt x="584" y="30"/>
                    <a:pt x="525" y="89"/>
                  </a:cubicBezTo>
                  <a:lnTo>
                    <a:pt x="120" y="471"/>
                  </a:lnTo>
                  <a:cubicBezTo>
                    <a:pt x="1" y="566"/>
                    <a:pt x="1" y="732"/>
                    <a:pt x="120" y="852"/>
                  </a:cubicBezTo>
                  <a:cubicBezTo>
                    <a:pt x="180" y="911"/>
                    <a:pt x="257" y="941"/>
                    <a:pt x="331" y="941"/>
                  </a:cubicBezTo>
                  <a:cubicBezTo>
                    <a:pt x="406" y="941"/>
                    <a:pt x="477" y="911"/>
                    <a:pt x="525" y="852"/>
                  </a:cubicBezTo>
                  <a:lnTo>
                    <a:pt x="906" y="471"/>
                  </a:lnTo>
                  <a:cubicBezTo>
                    <a:pt x="1025" y="375"/>
                    <a:pt x="1025" y="209"/>
                    <a:pt x="906" y="89"/>
                  </a:cubicBezTo>
                  <a:cubicBezTo>
                    <a:pt x="858" y="30"/>
                    <a:pt x="793" y="0"/>
                    <a:pt x="724"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96"/>
            <p:cNvSpPr/>
            <p:nvPr/>
          </p:nvSpPr>
          <p:spPr>
            <a:xfrm>
              <a:off x="6509656" y="3155126"/>
              <a:ext cx="33254" cy="31307"/>
            </a:xfrm>
            <a:custGeom>
              <a:rect b="b" l="l" r="r" t="t"/>
              <a:pathLst>
                <a:path extrusionOk="0" h="965" w="1025">
                  <a:moveTo>
                    <a:pt x="697" y="0"/>
                  </a:moveTo>
                  <a:cubicBezTo>
                    <a:pt x="626" y="0"/>
                    <a:pt x="560" y="30"/>
                    <a:pt x="525" y="89"/>
                  </a:cubicBezTo>
                  <a:lnTo>
                    <a:pt x="120" y="470"/>
                  </a:lnTo>
                  <a:cubicBezTo>
                    <a:pt x="1" y="590"/>
                    <a:pt x="1" y="780"/>
                    <a:pt x="120" y="875"/>
                  </a:cubicBezTo>
                  <a:cubicBezTo>
                    <a:pt x="179" y="935"/>
                    <a:pt x="257" y="965"/>
                    <a:pt x="331" y="965"/>
                  </a:cubicBezTo>
                  <a:cubicBezTo>
                    <a:pt x="406" y="965"/>
                    <a:pt x="477" y="935"/>
                    <a:pt x="525" y="875"/>
                  </a:cubicBezTo>
                  <a:lnTo>
                    <a:pt x="906" y="470"/>
                  </a:lnTo>
                  <a:cubicBezTo>
                    <a:pt x="1025" y="351"/>
                    <a:pt x="1025" y="185"/>
                    <a:pt x="906" y="89"/>
                  </a:cubicBezTo>
                  <a:cubicBezTo>
                    <a:pt x="846" y="30"/>
                    <a:pt x="769" y="0"/>
                    <a:pt x="697"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96"/>
            <p:cNvSpPr/>
            <p:nvPr/>
          </p:nvSpPr>
          <p:spPr>
            <a:xfrm>
              <a:off x="6542131" y="3061626"/>
              <a:ext cx="31696" cy="30561"/>
            </a:xfrm>
            <a:custGeom>
              <a:rect b="b" l="l" r="r" t="t"/>
              <a:pathLst>
                <a:path extrusionOk="0" h="942" w="977">
                  <a:moveTo>
                    <a:pt x="649" y="1"/>
                  </a:moveTo>
                  <a:cubicBezTo>
                    <a:pt x="578" y="1"/>
                    <a:pt x="512" y="30"/>
                    <a:pt x="476" y="90"/>
                  </a:cubicBezTo>
                  <a:lnTo>
                    <a:pt x="71" y="471"/>
                  </a:lnTo>
                  <a:cubicBezTo>
                    <a:pt x="0" y="566"/>
                    <a:pt x="0" y="733"/>
                    <a:pt x="71" y="852"/>
                  </a:cubicBezTo>
                  <a:cubicBezTo>
                    <a:pt x="131" y="912"/>
                    <a:pt x="208" y="941"/>
                    <a:pt x="283" y="941"/>
                  </a:cubicBezTo>
                  <a:cubicBezTo>
                    <a:pt x="357" y="941"/>
                    <a:pt x="429" y="912"/>
                    <a:pt x="476" y="852"/>
                  </a:cubicBezTo>
                  <a:lnTo>
                    <a:pt x="857" y="471"/>
                  </a:lnTo>
                  <a:cubicBezTo>
                    <a:pt x="976" y="352"/>
                    <a:pt x="976" y="185"/>
                    <a:pt x="857" y="90"/>
                  </a:cubicBezTo>
                  <a:cubicBezTo>
                    <a:pt x="798" y="30"/>
                    <a:pt x="720" y="1"/>
                    <a:pt x="649"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96"/>
            <p:cNvSpPr/>
            <p:nvPr/>
          </p:nvSpPr>
          <p:spPr>
            <a:xfrm>
              <a:off x="6478771" y="3124208"/>
              <a:ext cx="33254" cy="31339"/>
            </a:xfrm>
            <a:custGeom>
              <a:rect b="b" l="l" r="r" t="t"/>
              <a:pathLst>
                <a:path extrusionOk="0" h="966" w="1025">
                  <a:moveTo>
                    <a:pt x="697" y="1"/>
                  </a:moveTo>
                  <a:cubicBezTo>
                    <a:pt x="625" y="1"/>
                    <a:pt x="560" y="30"/>
                    <a:pt x="524" y="90"/>
                  </a:cubicBezTo>
                  <a:lnTo>
                    <a:pt x="119" y="471"/>
                  </a:lnTo>
                  <a:cubicBezTo>
                    <a:pt x="0" y="566"/>
                    <a:pt x="0" y="757"/>
                    <a:pt x="119" y="876"/>
                  </a:cubicBezTo>
                  <a:cubicBezTo>
                    <a:pt x="167" y="935"/>
                    <a:pt x="238" y="965"/>
                    <a:pt x="313" y="965"/>
                  </a:cubicBezTo>
                  <a:cubicBezTo>
                    <a:pt x="387" y="965"/>
                    <a:pt x="465" y="935"/>
                    <a:pt x="524" y="876"/>
                  </a:cubicBezTo>
                  <a:lnTo>
                    <a:pt x="905" y="471"/>
                  </a:lnTo>
                  <a:cubicBezTo>
                    <a:pt x="1024" y="399"/>
                    <a:pt x="1024" y="209"/>
                    <a:pt x="905" y="90"/>
                  </a:cubicBezTo>
                  <a:cubicBezTo>
                    <a:pt x="846" y="30"/>
                    <a:pt x="768" y="1"/>
                    <a:pt x="697"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96"/>
            <p:cNvSpPr/>
            <p:nvPr/>
          </p:nvSpPr>
          <p:spPr>
            <a:xfrm>
              <a:off x="6454796" y="3092349"/>
              <a:ext cx="37147" cy="18557"/>
            </a:xfrm>
            <a:custGeom>
              <a:rect b="b" l="l" r="r" t="t"/>
              <a:pathLst>
                <a:path extrusionOk="0" h="572" w="1145">
                  <a:moveTo>
                    <a:pt x="263" y="0"/>
                  </a:moveTo>
                  <a:cubicBezTo>
                    <a:pt x="120" y="0"/>
                    <a:pt x="1" y="143"/>
                    <a:pt x="1" y="310"/>
                  </a:cubicBezTo>
                  <a:cubicBezTo>
                    <a:pt x="25" y="453"/>
                    <a:pt x="144" y="572"/>
                    <a:pt x="311" y="572"/>
                  </a:cubicBezTo>
                  <a:lnTo>
                    <a:pt x="834" y="572"/>
                  </a:lnTo>
                  <a:cubicBezTo>
                    <a:pt x="977" y="572"/>
                    <a:pt x="1096" y="453"/>
                    <a:pt x="1096" y="310"/>
                  </a:cubicBezTo>
                  <a:cubicBezTo>
                    <a:pt x="1144" y="119"/>
                    <a:pt x="977" y="0"/>
                    <a:pt x="834"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96"/>
            <p:cNvSpPr/>
            <p:nvPr/>
          </p:nvSpPr>
          <p:spPr>
            <a:xfrm>
              <a:off x="6416968" y="3152595"/>
              <a:ext cx="24754" cy="47171"/>
            </a:xfrm>
            <a:custGeom>
              <a:rect b="b" l="l" r="r" t="t"/>
              <a:pathLst>
                <a:path extrusionOk="0" h="1454" w="763">
                  <a:moveTo>
                    <a:pt x="357" y="1"/>
                  </a:moveTo>
                  <a:cubicBezTo>
                    <a:pt x="167" y="1"/>
                    <a:pt x="0" y="167"/>
                    <a:pt x="0" y="358"/>
                  </a:cubicBezTo>
                  <a:lnTo>
                    <a:pt x="0" y="1072"/>
                  </a:lnTo>
                  <a:cubicBezTo>
                    <a:pt x="0" y="1239"/>
                    <a:pt x="167" y="1430"/>
                    <a:pt x="357" y="1453"/>
                  </a:cubicBezTo>
                  <a:cubicBezTo>
                    <a:pt x="572" y="1453"/>
                    <a:pt x="762" y="1311"/>
                    <a:pt x="762" y="1096"/>
                  </a:cubicBezTo>
                  <a:lnTo>
                    <a:pt x="762" y="358"/>
                  </a:lnTo>
                  <a:cubicBezTo>
                    <a:pt x="762" y="144"/>
                    <a:pt x="572" y="1"/>
                    <a:pt x="357"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96"/>
            <p:cNvSpPr/>
            <p:nvPr/>
          </p:nvSpPr>
          <p:spPr>
            <a:xfrm>
              <a:off x="6453271" y="3170763"/>
              <a:ext cx="42532" cy="40196"/>
            </a:xfrm>
            <a:custGeom>
              <a:rect b="b" l="l" r="r" t="t"/>
              <a:pathLst>
                <a:path extrusionOk="0" h="1239" w="1311">
                  <a:moveTo>
                    <a:pt x="893" y="0"/>
                  </a:moveTo>
                  <a:cubicBezTo>
                    <a:pt x="804" y="0"/>
                    <a:pt x="715" y="36"/>
                    <a:pt x="643" y="108"/>
                  </a:cubicBezTo>
                  <a:lnTo>
                    <a:pt x="143" y="631"/>
                  </a:lnTo>
                  <a:cubicBezTo>
                    <a:pt x="0" y="774"/>
                    <a:pt x="0" y="989"/>
                    <a:pt x="143" y="1132"/>
                  </a:cubicBezTo>
                  <a:cubicBezTo>
                    <a:pt x="215" y="1203"/>
                    <a:pt x="310" y="1239"/>
                    <a:pt x="402" y="1239"/>
                  </a:cubicBezTo>
                  <a:cubicBezTo>
                    <a:pt x="494" y="1239"/>
                    <a:pt x="584" y="1203"/>
                    <a:pt x="643" y="1132"/>
                  </a:cubicBezTo>
                  <a:lnTo>
                    <a:pt x="1143" y="631"/>
                  </a:lnTo>
                  <a:cubicBezTo>
                    <a:pt x="1310" y="465"/>
                    <a:pt x="1310" y="274"/>
                    <a:pt x="1143" y="108"/>
                  </a:cubicBezTo>
                  <a:cubicBezTo>
                    <a:pt x="1072" y="36"/>
                    <a:pt x="983" y="0"/>
                    <a:pt x="893"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96"/>
            <p:cNvSpPr/>
            <p:nvPr/>
          </p:nvSpPr>
          <p:spPr>
            <a:xfrm>
              <a:off x="6466410" y="3224455"/>
              <a:ext cx="47139" cy="24754"/>
            </a:xfrm>
            <a:custGeom>
              <a:rect b="b" l="l" r="r" t="t"/>
              <a:pathLst>
                <a:path extrusionOk="0" h="763" w="1453">
                  <a:moveTo>
                    <a:pt x="357" y="0"/>
                  </a:moveTo>
                  <a:cubicBezTo>
                    <a:pt x="143" y="0"/>
                    <a:pt x="0" y="191"/>
                    <a:pt x="0" y="405"/>
                  </a:cubicBezTo>
                  <a:cubicBezTo>
                    <a:pt x="0" y="596"/>
                    <a:pt x="191" y="763"/>
                    <a:pt x="381" y="763"/>
                  </a:cubicBezTo>
                  <a:lnTo>
                    <a:pt x="1096" y="763"/>
                  </a:lnTo>
                  <a:cubicBezTo>
                    <a:pt x="1286" y="763"/>
                    <a:pt x="1453" y="596"/>
                    <a:pt x="1453" y="405"/>
                  </a:cubicBezTo>
                  <a:cubicBezTo>
                    <a:pt x="1453" y="191"/>
                    <a:pt x="1310" y="0"/>
                    <a:pt x="1096"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96"/>
            <p:cNvSpPr/>
            <p:nvPr/>
          </p:nvSpPr>
          <p:spPr>
            <a:xfrm>
              <a:off x="6287165" y="3281619"/>
              <a:ext cx="47139" cy="23975"/>
            </a:xfrm>
            <a:custGeom>
              <a:rect b="b" l="l" r="r" t="t"/>
              <a:pathLst>
                <a:path extrusionOk="0" h="739" w="1453">
                  <a:moveTo>
                    <a:pt x="357" y="1"/>
                  </a:moveTo>
                  <a:cubicBezTo>
                    <a:pt x="167" y="1"/>
                    <a:pt x="0" y="144"/>
                    <a:pt x="0" y="358"/>
                  </a:cubicBezTo>
                  <a:cubicBezTo>
                    <a:pt x="0" y="572"/>
                    <a:pt x="143" y="739"/>
                    <a:pt x="357" y="739"/>
                  </a:cubicBezTo>
                  <a:lnTo>
                    <a:pt x="1096" y="739"/>
                  </a:lnTo>
                  <a:cubicBezTo>
                    <a:pt x="1310" y="739"/>
                    <a:pt x="1453" y="572"/>
                    <a:pt x="1453" y="358"/>
                  </a:cubicBezTo>
                  <a:cubicBezTo>
                    <a:pt x="1453" y="191"/>
                    <a:pt x="1262" y="1"/>
                    <a:pt x="1072"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96"/>
            <p:cNvSpPr/>
            <p:nvPr/>
          </p:nvSpPr>
          <p:spPr>
            <a:xfrm>
              <a:off x="6304911" y="3319869"/>
              <a:ext cx="41753" cy="40002"/>
            </a:xfrm>
            <a:custGeom>
              <a:rect b="b" l="l" r="r" t="t"/>
              <a:pathLst>
                <a:path extrusionOk="0" h="1233" w="1287">
                  <a:moveTo>
                    <a:pt x="918" y="1"/>
                  </a:moveTo>
                  <a:cubicBezTo>
                    <a:pt x="829" y="1"/>
                    <a:pt x="739" y="36"/>
                    <a:pt x="668" y="108"/>
                  </a:cubicBezTo>
                  <a:lnTo>
                    <a:pt x="144" y="608"/>
                  </a:lnTo>
                  <a:cubicBezTo>
                    <a:pt x="1" y="751"/>
                    <a:pt x="1" y="965"/>
                    <a:pt x="144" y="1108"/>
                  </a:cubicBezTo>
                  <a:cubicBezTo>
                    <a:pt x="227" y="1191"/>
                    <a:pt x="322" y="1233"/>
                    <a:pt x="415" y="1233"/>
                  </a:cubicBezTo>
                  <a:cubicBezTo>
                    <a:pt x="507" y="1233"/>
                    <a:pt x="596" y="1191"/>
                    <a:pt x="668" y="1108"/>
                  </a:cubicBezTo>
                  <a:lnTo>
                    <a:pt x="1168" y="608"/>
                  </a:lnTo>
                  <a:cubicBezTo>
                    <a:pt x="1287" y="465"/>
                    <a:pt x="1287" y="251"/>
                    <a:pt x="1168" y="108"/>
                  </a:cubicBezTo>
                  <a:cubicBezTo>
                    <a:pt x="1096" y="36"/>
                    <a:pt x="1007" y="1"/>
                    <a:pt x="918"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96"/>
            <p:cNvSpPr/>
            <p:nvPr/>
          </p:nvSpPr>
          <p:spPr>
            <a:xfrm>
              <a:off x="6358247" y="3184681"/>
              <a:ext cx="42500" cy="40002"/>
            </a:xfrm>
            <a:custGeom>
              <a:rect b="b" l="l" r="r" t="t"/>
              <a:pathLst>
                <a:path extrusionOk="0" h="1233" w="1310">
                  <a:moveTo>
                    <a:pt x="396" y="0"/>
                  </a:moveTo>
                  <a:cubicBezTo>
                    <a:pt x="304" y="0"/>
                    <a:pt x="214" y="36"/>
                    <a:pt x="143" y="107"/>
                  </a:cubicBezTo>
                  <a:cubicBezTo>
                    <a:pt x="0" y="250"/>
                    <a:pt x="0" y="464"/>
                    <a:pt x="143" y="607"/>
                  </a:cubicBezTo>
                  <a:lnTo>
                    <a:pt x="667" y="1107"/>
                  </a:lnTo>
                  <a:cubicBezTo>
                    <a:pt x="738" y="1191"/>
                    <a:pt x="828" y="1232"/>
                    <a:pt x="917" y="1232"/>
                  </a:cubicBezTo>
                  <a:cubicBezTo>
                    <a:pt x="1006" y="1232"/>
                    <a:pt x="1096" y="1191"/>
                    <a:pt x="1167" y="1107"/>
                  </a:cubicBezTo>
                  <a:cubicBezTo>
                    <a:pt x="1310" y="965"/>
                    <a:pt x="1310" y="750"/>
                    <a:pt x="1167" y="607"/>
                  </a:cubicBezTo>
                  <a:lnTo>
                    <a:pt x="667" y="107"/>
                  </a:lnTo>
                  <a:cubicBezTo>
                    <a:pt x="584" y="36"/>
                    <a:pt x="488" y="0"/>
                    <a:pt x="396"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96"/>
            <p:cNvSpPr/>
            <p:nvPr/>
          </p:nvSpPr>
          <p:spPr>
            <a:xfrm>
              <a:off x="6439353" y="3265787"/>
              <a:ext cx="42532" cy="40002"/>
            </a:xfrm>
            <a:custGeom>
              <a:rect b="b" l="l" r="r" t="t"/>
              <a:pathLst>
                <a:path extrusionOk="0" h="1233" w="1311">
                  <a:moveTo>
                    <a:pt x="423" y="1"/>
                  </a:moveTo>
                  <a:cubicBezTo>
                    <a:pt x="328" y="1"/>
                    <a:pt x="227" y="36"/>
                    <a:pt x="144" y="108"/>
                  </a:cubicBezTo>
                  <a:cubicBezTo>
                    <a:pt x="1" y="251"/>
                    <a:pt x="1" y="465"/>
                    <a:pt x="144" y="608"/>
                  </a:cubicBezTo>
                  <a:lnTo>
                    <a:pt x="667" y="1108"/>
                  </a:lnTo>
                  <a:cubicBezTo>
                    <a:pt x="739" y="1191"/>
                    <a:pt x="828" y="1233"/>
                    <a:pt x="918" y="1233"/>
                  </a:cubicBezTo>
                  <a:cubicBezTo>
                    <a:pt x="1007" y="1233"/>
                    <a:pt x="1096" y="1191"/>
                    <a:pt x="1168" y="1108"/>
                  </a:cubicBezTo>
                  <a:cubicBezTo>
                    <a:pt x="1310" y="965"/>
                    <a:pt x="1310" y="751"/>
                    <a:pt x="1168" y="608"/>
                  </a:cubicBezTo>
                  <a:lnTo>
                    <a:pt x="667" y="108"/>
                  </a:lnTo>
                  <a:cubicBezTo>
                    <a:pt x="608" y="36"/>
                    <a:pt x="519" y="1"/>
                    <a:pt x="423"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96"/>
            <p:cNvSpPr/>
            <p:nvPr/>
          </p:nvSpPr>
          <p:spPr>
            <a:xfrm>
              <a:off x="6318829" y="3224845"/>
              <a:ext cx="42532" cy="40196"/>
            </a:xfrm>
            <a:custGeom>
              <a:rect b="b" l="l" r="r" t="t"/>
              <a:pathLst>
                <a:path extrusionOk="0" h="1239" w="1311">
                  <a:moveTo>
                    <a:pt x="394" y="0"/>
                  </a:moveTo>
                  <a:cubicBezTo>
                    <a:pt x="304" y="0"/>
                    <a:pt x="215" y="36"/>
                    <a:pt x="144" y="108"/>
                  </a:cubicBezTo>
                  <a:cubicBezTo>
                    <a:pt x="1" y="274"/>
                    <a:pt x="1" y="465"/>
                    <a:pt x="144" y="631"/>
                  </a:cubicBezTo>
                  <a:lnTo>
                    <a:pt x="644" y="1132"/>
                  </a:lnTo>
                  <a:cubicBezTo>
                    <a:pt x="703" y="1203"/>
                    <a:pt x="792" y="1239"/>
                    <a:pt x="888" y="1239"/>
                  </a:cubicBezTo>
                  <a:cubicBezTo>
                    <a:pt x="983" y="1239"/>
                    <a:pt x="1084" y="1203"/>
                    <a:pt x="1168" y="1132"/>
                  </a:cubicBezTo>
                  <a:cubicBezTo>
                    <a:pt x="1310" y="989"/>
                    <a:pt x="1310" y="774"/>
                    <a:pt x="1168" y="631"/>
                  </a:cubicBezTo>
                  <a:lnTo>
                    <a:pt x="644" y="108"/>
                  </a:lnTo>
                  <a:cubicBezTo>
                    <a:pt x="572" y="36"/>
                    <a:pt x="483" y="0"/>
                    <a:pt x="394"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96"/>
            <p:cNvSpPr/>
            <p:nvPr/>
          </p:nvSpPr>
          <p:spPr>
            <a:xfrm>
              <a:off x="6399968" y="3305951"/>
              <a:ext cx="42500" cy="40229"/>
            </a:xfrm>
            <a:custGeom>
              <a:rect b="b" l="l" r="r" t="t"/>
              <a:pathLst>
                <a:path extrusionOk="0" h="1240" w="1310">
                  <a:moveTo>
                    <a:pt x="393" y="1"/>
                  </a:moveTo>
                  <a:cubicBezTo>
                    <a:pt x="304" y="1"/>
                    <a:pt x="214" y="37"/>
                    <a:pt x="143" y="108"/>
                  </a:cubicBezTo>
                  <a:cubicBezTo>
                    <a:pt x="0" y="275"/>
                    <a:pt x="0" y="465"/>
                    <a:pt x="143" y="632"/>
                  </a:cubicBezTo>
                  <a:lnTo>
                    <a:pt x="643" y="1132"/>
                  </a:lnTo>
                  <a:cubicBezTo>
                    <a:pt x="726" y="1204"/>
                    <a:pt x="816" y="1239"/>
                    <a:pt x="905" y="1239"/>
                  </a:cubicBezTo>
                  <a:cubicBezTo>
                    <a:pt x="994" y="1239"/>
                    <a:pt x="1084" y="1204"/>
                    <a:pt x="1167" y="1132"/>
                  </a:cubicBezTo>
                  <a:cubicBezTo>
                    <a:pt x="1310" y="965"/>
                    <a:pt x="1310" y="775"/>
                    <a:pt x="1167" y="632"/>
                  </a:cubicBezTo>
                  <a:lnTo>
                    <a:pt x="643" y="108"/>
                  </a:lnTo>
                  <a:cubicBezTo>
                    <a:pt x="572" y="37"/>
                    <a:pt x="482" y="1"/>
                    <a:pt x="393"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96"/>
            <p:cNvSpPr/>
            <p:nvPr/>
          </p:nvSpPr>
          <p:spPr>
            <a:xfrm>
              <a:off x="6358993" y="3331061"/>
              <a:ext cx="24786" cy="47171"/>
            </a:xfrm>
            <a:custGeom>
              <a:rect b="b" l="l" r="r" t="t"/>
              <a:pathLst>
                <a:path extrusionOk="0" h="1454" w="764">
                  <a:moveTo>
                    <a:pt x="406" y="1"/>
                  </a:moveTo>
                  <a:cubicBezTo>
                    <a:pt x="191" y="1"/>
                    <a:pt x="1" y="144"/>
                    <a:pt x="1" y="358"/>
                  </a:cubicBezTo>
                  <a:lnTo>
                    <a:pt x="1" y="1096"/>
                  </a:lnTo>
                  <a:cubicBezTo>
                    <a:pt x="1" y="1311"/>
                    <a:pt x="191" y="1454"/>
                    <a:pt x="406" y="1454"/>
                  </a:cubicBezTo>
                  <a:cubicBezTo>
                    <a:pt x="596" y="1454"/>
                    <a:pt x="763" y="1287"/>
                    <a:pt x="763" y="1096"/>
                  </a:cubicBezTo>
                  <a:lnTo>
                    <a:pt x="763" y="382"/>
                  </a:lnTo>
                  <a:cubicBezTo>
                    <a:pt x="763" y="215"/>
                    <a:pt x="596" y="25"/>
                    <a:pt x="406"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96"/>
            <p:cNvSpPr/>
            <p:nvPr/>
          </p:nvSpPr>
          <p:spPr>
            <a:xfrm>
              <a:off x="6453271" y="3175791"/>
              <a:ext cx="36336" cy="35168"/>
            </a:xfrm>
            <a:custGeom>
              <a:rect b="b" l="l" r="r" t="t"/>
              <a:pathLst>
                <a:path extrusionOk="0" h="1084" w="1120">
                  <a:moveTo>
                    <a:pt x="620" y="0"/>
                  </a:moveTo>
                  <a:lnTo>
                    <a:pt x="143" y="476"/>
                  </a:lnTo>
                  <a:cubicBezTo>
                    <a:pt x="0" y="619"/>
                    <a:pt x="0" y="834"/>
                    <a:pt x="143" y="977"/>
                  </a:cubicBezTo>
                  <a:cubicBezTo>
                    <a:pt x="215" y="1048"/>
                    <a:pt x="304" y="1084"/>
                    <a:pt x="393" y="1084"/>
                  </a:cubicBezTo>
                  <a:cubicBezTo>
                    <a:pt x="483" y="1084"/>
                    <a:pt x="572" y="1048"/>
                    <a:pt x="643" y="977"/>
                  </a:cubicBezTo>
                  <a:lnTo>
                    <a:pt x="1120" y="500"/>
                  </a:lnTo>
                  <a:cubicBezTo>
                    <a:pt x="1072" y="405"/>
                    <a:pt x="977" y="310"/>
                    <a:pt x="881" y="238"/>
                  </a:cubicBezTo>
                  <a:cubicBezTo>
                    <a:pt x="786" y="143"/>
                    <a:pt x="715" y="48"/>
                    <a:pt x="620"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96"/>
            <p:cNvSpPr/>
            <p:nvPr/>
          </p:nvSpPr>
          <p:spPr>
            <a:xfrm>
              <a:off x="6466410" y="3224455"/>
              <a:ext cx="35557" cy="24754"/>
            </a:xfrm>
            <a:custGeom>
              <a:rect b="b" l="l" r="r" t="t"/>
              <a:pathLst>
                <a:path extrusionOk="0" h="763" w="1096">
                  <a:moveTo>
                    <a:pt x="357" y="0"/>
                  </a:moveTo>
                  <a:cubicBezTo>
                    <a:pt x="143" y="0"/>
                    <a:pt x="0" y="191"/>
                    <a:pt x="0" y="405"/>
                  </a:cubicBezTo>
                  <a:cubicBezTo>
                    <a:pt x="0" y="596"/>
                    <a:pt x="191" y="763"/>
                    <a:pt x="381" y="763"/>
                  </a:cubicBezTo>
                  <a:lnTo>
                    <a:pt x="1024" y="763"/>
                  </a:lnTo>
                  <a:cubicBezTo>
                    <a:pt x="1072" y="572"/>
                    <a:pt x="1096" y="358"/>
                    <a:pt x="1096" y="167"/>
                  </a:cubicBezTo>
                  <a:lnTo>
                    <a:pt x="1096"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96"/>
            <p:cNvSpPr/>
            <p:nvPr/>
          </p:nvSpPr>
          <p:spPr>
            <a:xfrm>
              <a:off x="6439353" y="3265787"/>
              <a:ext cx="35589" cy="34421"/>
            </a:xfrm>
            <a:custGeom>
              <a:rect b="b" l="l" r="r" t="t"/>
              <a:pathLst>
                <a:path extrusionOk="0" h="1061" w="1097">
                  <a:moveTo>
                    <a:pt x="406" y="1"/>
                  </a:moveTo>
                  <a:cubicBezTo>
                    <a:pt x="316" y="1"/>
                    <a:pt x="227" y="36"/>
                    <a:pt x="144" y="108"/>
                  </a:cubicBezTo>
                  <a:cubicBezTo>
                    <a:pt x="1" y="251"/>
                    <a:pt x="1" y="465"/>
                    <a:pt x="144" y="608"/>
                  </a:cubicBezTo>
                  <a:lnTo>
                    <a:pt x="596" y="1060"/>
                  </a:lnTo>
                  <a:lnTo>
                    <a:pt x="1096" y="560"/>
                  </a:lnTo>
                  <a:lnTo>
                    <a:pt x="667" y="108"/>
                  </a:lnTo>
                  <a:cubicBezTo>
                    <a:pt x="584" y="36"/>
                    <a:pt x="495" y="1"/>
                    <a:pt x="406"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96"/>
            <p:cNvSpPr/>
            <p:nvPr/>
          </p:nvSpPr>
          <p:spPr>
            <a:xfrm>
              <a:off x="6399189" y="3305205"/>
              <a:ext cx="35557" cy="34389"/>
            </a:xfrm>
            <a:custGeom>
              <a:rect b="b" l="l" r="r" t="t"/>
              <a:pathLst>
                <a:path extrusionOk="0" h="1060" w="1096">
                  <a:moveTo>
                    <a:pt x="393" y="0"/>
                  </a:moveTo>
                  <a:cubicBezTo>
                    <a:pt x="304" y="0"/>
                    <a:pt x="215" y="36"/>
                    <a:pt x="143" y="107"/>
                  </a:cubicBezTo>
                  <a:cubicBezTo>
                    <a:pt x="0" y="250"/>
                    <a:pt x="0" y="464"/>
                    <a:pt x="143" y="607"/>
                  </a:cubicBezTo>
                  <a:lnTo>
                    <a:pt x="596" y="1060"/>
                  </a:lnTo>
                  <a:lnTo>
                    <a:pt x="1096" y="560"/>
                  </a:lnTo>
                  <a:lnTo>
                    <a:pt x="643" y="107"/>
                  </a:lnTo>
                  <a:cubicBezTo>
                    <a:pt x="572" y="36"/>
                    <a:pt x="483" y="0"/>
                    <a:pt x="393"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96"/>
            <p:cNvSpPr/>
            <p:nvPr/>
          </p:nvSpPr>
          <p:spPr>
            <a:xfrm>
              <a:off x="6360550" y="3331840"/>
              <a:ext cx="23975" cy="34811"/>
            </a:xfrm>
            <a:custGeom>
              <a:rect b="b" l="l" r="r" t="t"/>
              <a:pathLst>
                <a:path extrusionOk="0" h="1073" w="739">
                  <a:moveTo>
                    <a:pt x="382" y="1"/>
                  </a:moveTo>
                  <a:cubicBezTo>
                    <a:pt x="167" y="1"/>
                    <a:pt x="1" y="144"/>
                    <a:pt x="1" y="358"/>
                  </a:cubicBezTo>
                  <a:lnTo>
                    <a:pt x="1" y="1072"/>
                  </a:lnTo>
                  <a:lnTo>
                    <a:pt x="143" y="1072"/>
                  </a:lnTo>
                  <a:cubicBezTo>
                    <a:pt x="358" y="1072"/>
                    <a:pt x="525" y="1049"/>
                    <a:pt x="739" y="977"/>
                  </a:cubicBezTo>
                  <a:lnTo>
                    <a:pt x="739" y="358"/>
                  </a:lnTo>
                  <a:cubicBezTo>
                    <a:pt x="739" y="167"/>
                    <a:pt x="596" y="1"/>
                    <a:pt x="382"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96"/>
            <p:cNvSpPr/>
            <p:nvPr/>
          </p:nvSpPr>
          <p:spPr>
            <a:xfrm>
              <a:off x="6310329" y="3319869"/>
              <a:ext cx="36336" cy="35200"/>
            </a:xfrm>
            <a:custGeom>
              <a:rect b="b" l="l" r="r" t="t"/>
              <a:pathLst>
                <a:path extrusionOk="0" h="1085" w="1120">
                  <a:moveTo>
                    <a:pt x="736" y="1"/>
                  </a:moveTo>
                  <a:cubicBezTo>
                    <a:pt x="644" y="1"/>
                    <a:pt x="548" y="36"/>
                    <a:pt x="477" y="108"/>
                  </a:cubicBezTo>
                  <a:lnTo>
                    <a:pt x="1" y="584"/>
                  </a:lnTo>
                  <a:cubicBezTo>
                    <a:pt x="48" y="679"/>
                    <a:pt x="144" y="751"/>
                    <a:pt x="239" y="846"/>
                  </a:cubicBezTo>
                  <a:cubicBezTo>
                    <a:pt x="310" y="941"/>
                    <a:pt x="406" y="1036"/>
                    <a:pt x="501" y="1084"/>
                  </a:cubicBezTo>
                  <a:lnTo>
                    <a:pt x="977" y="608"/>
                  </a:lnTo>
                  <a:cubicBezTo>
                    <a:pt x="1120" y="465"/>
                    <a:pt x="1120" y="251"/>
                    <a:pt x="977" y="108"/>
                  </a:cubicBezTo>
                  <a:cubicBezTo>
                    <a:pt x="918" y="36"/>
                    <a:pt x="828" y="1"/>
                    <a:pt x="736"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96"/>
            <p:cNvSpPr/>
            <p:nvPr/>
          </p:nvSpPr>
          <p:spPr>
            <a:xfrm>
              <a:off x="6298747" y="3281619"/>
              <a:ext cx="35557" cy="23975"/>
            </a:xfrm>
            <a:custGeom>
              <a:rect b="b" l="l" r="r" t="t"/>
              <a:pathLst>
                <a:path extrusionOk="0" h="739" w="1096">
                  <a:moveTo>
                    <a:pt x="72" y="1"/>
                  </a:moveTo>
                  <a:cubicBezTo>
                    <a:pt x="24" y="191"/>
                    <a:pt x="0" y="382"/>
                    <a:pt x="0" y="596"/>
                  </a:cubicBezTo>
                  <a:lnTo>
                    <a:pt x="0" y="739"/>
                  </a:lnTo>
                  <a:lnTo>
                    <a:pt x="715" y="739"/>
                  </a:lnTo>
                  <a:cubicBezTo>
                    <a:pt x="905" y="739"/>
                    <a:pt x="1072" y="572"/>
                    <a:pt x="1072" y="358"/>
                  </a:cubicBezTo>
                  <a:cubicBezTo>
                    <a:pt x="1096" y="191"/>
                    <a:pt x="905" y="1"/>
                    <a:pt x="715"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96"/>
            <p:cNvSpPr/>
            <p:nvPr/>
          </p:nvSpPr>
          <p:spPr>
            <a:xfrm>
              <a:off x="6324247" y="3230652"/>
              <a:ext cx="36336" cy="34389"/>
            </a:xfrm>
            <a:custGeom>
              <a:rect b="b" l="l" r="r" t="t"/>
              <a:pathLst>
                <a:path extrusionOk="0" h="1060" w="1120">
                  <a:moveTo>
                    <a:pt x="524" y="0"/>
                  </a:moveTo>
                  <a:lnTo>
                    <a:pt x="0" y="500"/>
                  </a:lnTo>
                  <a:lnTo>
                    <a:pt x="453" y="953"/>
                  </a:lnTo>
                  <a:cubicBezTo>
                    <a:pt x="524" y="1024"/>
                    <a:pt x="614" y="1060"/>
                    <a:pt x="703" y="1060"/>
                  </a:cubicBezTo>
                  <a:cubicBezTo>
                    <a:pt x="792" y="1060"/>
                    <a:pt x="881" y="1024"/>
                    <a:pt x="953" y="953"/>
                  </a:cubicBezTo>
                  <a:cubicBezTo>
                    <a:pt x="1120" y="810"/>
                    <a:pt x="1120" y="595"/>
                    <a:pt x="953" y="452"/>
                  </a:cubicBezTo>
                  <a:lnTo>
                    <a:pt x="524"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96"/>
            <p:cNvSpPr/>
            <p:nvPr/>
          </p:nvSpPr>
          <p:spPr>
            <a:xfrm>
              <a:off x="6365968" y="3189677"/>
              <a:ext cx="35557" cy="35005"/>
            </a:xfrm>
            <a:custGeom>
              <a:rect b="b" l="l" r="r" t="t"/>
              <a:pathLst>
                <a:path extrusionOk="0" h="1079" w="1096">
                  <a:moveTo>
                    <a:pt x="500" y="1"/>
                  </a:moveTo>
                  <a:lnTo>
                    <a:pt x="0" y="525"/>
                  </a:lnTo>
                  <a:lnTo>
                    <a:pt x="453" y="953"/>
                  </a:lnTo>
                  <a:cubicBezTo>
                    <a:pt x="524" y="1037"/>
                    <a:pt x="614" y="1078"/>
                    <a:pt x="703" y="1078"/>
                  </a:cubicBezTo>
                  <a:cubicBezTo>
                    <a:pt x="792" y="1078"/>
                    <a:pt x="881" y="1037"/>
                    <a:pt x="953" y="953"/>
                  </a:cubicBezTo>
                  <a:cubicBezTo>
                    <a:pt x="1096" y="811"/>
                    <a:pt x="1096" y="596"/>
                    <a:pt x="953" y="453"/>
                  </a:cubicBezTo>
                  <a:lnTo>
                    <a:pt x="500"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96"/>
            <p:cNvSpPr/>
            <p:nvPr/>
          </p:nvSpPr>
          <p:spPr>
            <a:xfrm>
              <a:off x="6416189" y="3164177"/>
              <a:ext cx="23975" cy="34811"/>
            </a:xfrm>
            <a:custGeom>
              <a:rect b="b" l="l" r="r" t="t"/>
              <a:pathLst>
                <a:path extrusionOk="0" h="1073" w="739">
                  <a:moveTo>
                    <a:pt x="596" y="1"/>
                  </a:moveTo>
                  <a:cubicBezTo>
                    <a:pt x="381" y="1"/>
                    <a:pt x="215" y="25"/>
                    <a:pt x="0" y="72"/>
                  </a:cubicBezTo>
                  <a:lnTo>
                    <a:pt x="0" y="715"/>
                  </a:lnTo>
                  <a:cubicBezTo>
                    <a:pt x="0" y="882"/>
                    <a:pt x="143" y="1073"/>
                    <a:pt x="357" y="1073"/>
                  </a:cubicBezTo>
                  <a:cubicBezTo>
                    <a:pt x="572" y="1073"/>
                    <a:pt x="738" y="906"/>
                    <a:pt x="738" y="715"/>
                  </a:cubicBezTo>
                  <a:lnTo>
                    <a:pt x="738"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96"/>
            <p:cNvSpPr/>
            <p:nvPr/>
          </p:nvSpPr>
          <p:spPr>
            <a:xfrm>
              <a:off x="6304165" y="3174429"/>
              <a:ext cx="191638" cy="181386"/>
            </a:xfrm>
            <a:custGeom>
              <a:rect b="b" l="l" r="r" t="t"/>
              <a:pathLst>
                <a:path extrusionOk="0" h="5591" w="5907">
                  <a:moveTo>
                    <a:pt x="4055" y="1"/>
                  </a:moveTo>
                  <a:cubicBezTo>
                    <a:pt x="3620" y="1"/>
                    <a:pt x="3179" y="173"/>
                    <a:pt x="2834" y="518"/>
                  </a:cubicBezTo>
                  <a:lnTo>
                    <a:pt x="667" y="2686"/>
                  </a:lnTo>
                  <a:cubicBezTo>
                    <a:pt x="0" y="3329"/>
                    <a:pt x="0" y="4448"/>
                    <a:pt x="667" y="5091"/>
                  </a:cubicBezTo>
                  <a:cubicBezTo>
                    <a:pt x="988" y="5424"/>
                    <a:pt x="1423" y="5591"/>
                    <a:pt x="1861" y="5591"/>
                  </a:cubicBezTo>
                  <a:cubicBezTo>
                    <a:pt x="2298" y="5591"/>
                    <a:pt x="2739" y="5424"/>
                    <a:pt x="3072" y="5091"/>
                  </a:cubicBezTo>
                  <a:lnTo>
                    <a:pt x="5239" y="2924"/>
                  </a:lnTo>
                  <a:cubicBezTo>
                    <a:pt x="5906" y="2257"/>
                    <a:pt x="5906" y="1161"/>
                    <a:pt x="5239" y="518"/>
                  </a:cubicBezTo>
                  <a:cubicBezTo>
                    <a:pt x="4918" y="173"/>
                    <a:pt x="4489" y="1"/>
                    <a:pt x="405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96"/>
            <p:cNvSpPr/>
            <p:nvPr/>
          </p:nvSpPr>
          <p:spPr>
            <a:xfrm>
              <a:off x="6330411" y="3198955"/>
              <a:ext cx="139892" cy="133696"/>
            </a:xfrm>
            <a:custGeom>
              <a:rect b="b" l="l" r="r" t="t"/>
              <a:pathLst>
                <a:path extrusionOk="0" h="4121" w="4312">
                  <a:moveTo>
                    <a:pt x="3231" y="1"/>
                  </a:moveTo>
                  <a:cubicBezTo>
                    <a:pt x="2984" y="1"/>
                    <a:pt x="2740" y="96"/>
                    <a:pt x="2549" y="286"/>
                  </a:cubicBezTo>
                  <a:lnTo>
                    <a:pt x="382" y="2453"/>
                  </a:lnTo>
                  <a:cubicBezTo>
                    <a:pt x="1" y="2858"/>
                    <a:pt x="1" y="3454"/>
                    <a:pt x="382" y="3835"/>
                  </a:cubicBezTo>
                  <a:cubicBezTo>
                    <a:pt x="572" y="4025"/>
                    <a:pt x="816" y="4121"/>
                    <a:pt x="1064" y="4121"/>
                  </a:cubicBezTo>
                  <a:cubicBezTo>
                    <a:pt x="1311" y="4121"/>
                    <a:pt x="1561" y="4025"/>
                    <a:pt x="1763" y="3835"/>
                  </a:cubicBezTo>
                  <a:lnTo>
                    <a:pt x="3930" y="1668"/>
                  </a:lnTo>
                  <a:cubicBezTo>
                    <a:pt x="4311" y="1263"/>
                    <a:pt x="4311" y="667"/>
                    <a:pt x="3930" y="286"/>
                  </a:cubicBezTo>
                  <a:cubicBezTo>
                    <a:pt x="3728" y="96"/>
                    <a:pt x="3478" y="1"/>
                    <a:pt x="323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96"/>
            <p:cNvSpPr/>
            <p:nvPr/>
          </p:nvSpPr>
          <p:spPr>
            <a:xfrm>
              <a:off x="6330411" y="3207455"/>
              <a:ext cx="82696" cy="124417"/>
            </a:xfrm>
            <a:custGeom>
              <a:rect b="b" l="l" r="r" t="t"/>
              <a:pathLst>
                <a:path extrusionOk="0" h="3835" w="2549">
                  <a:moveTo>
                    <a:pt x="2549" y="1"/>
                  </a:moveTo>
                  <a:lnTo>
                    <a:pt x="382" y="2168"/>
                  </a:lnTo>
                  <a:cubicBezTo>
                    <a:pt x="1" y="2549"/>
                    <a:pt x="1" y="3144"/>
                    <a:pt x="382" y="3549"/>
                  </a:cubicBezTo>
                  <a:cubicBezTo>
                    <a:pt x="572" y="3739"/>
                    <a:pt x="816" y="3835"/>
                    <a:pt x="1064" y="3835"/>
                  </a:cubicBezTo>
                  <a:cubicBezTo>
                    <a:pt x="1311" y="3835"/>
                    <a:pt x="1561" y="3739"/>
                    <a:pt x="1763" y="3549"/>
                  </a:cubicBezTo>
                  <a:lnTo>
                    <a:pt x="2168" y="3120"/>
                  </a:lnTo>
                  <a:lnTo>
                    <a:pt x="2168" y="3120"/>
                  </a:lnTo>
                  <a:cubicBezTo>
                    <a:pt x="1977" y="3311"/>
                    <a:pt x="1733" y="3406"/>
                    <a:pt x="1489" y="3406"/>
                  </a:cubicBezTo>
                  <a:cubicBezTo>
                    <a:pt x="1245" y="3406"/>
                    <a:pt x="1001" y="3311"/>
                    <a:pt x="811" y="3120"/>
                  </a:cubicBezTo>
                  <a:cubicBezTo>
                    <a:pt x="406" y="2739"/>
                    <a:pt x="406" y="2144"/>
                    <a:pt x="811" y="1763"/>
                  </a:cubicBezTo>
                  <a:lnTo>
                    <a:pt x="2549" y="1"/>
                  </a:ln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96"/>
            <p:cNvSpPr/>
            <p:nvPr/>
          </p:nvSpPr>
          <p:spPr>
            <a:xfrm>
              <a:off x="6471049" y="3053710"/>
              <a:ext cx="30139" cy="27836"/>
            </a:xfrm>
            <a:custGeom>
              <a:rect b="b" l="l" r="r" t="t"/>
              <a:pathLst>
                <a:path extrusionOk="0" h="858" w="929">
                  <a:moveTo>
                    <a:pt x="429" y="1"/>
                  </a:moveTo>
                  <a:cubicBezTo>
                    <a:pt x="333" y="48"/>
                    <a:pt x="286" y="120"/>
                    <a:pt x="214" y="191"/>
                  </a:cubicBezTo>
                  <a:cubicBezTo>
                    <a:pt x="119" y="215"/>
                    <a:pt x="72" y="286"/>
                    <a:pt x="0" y="358"/>
                  </a:cubicBezTo>
                  <a:lnTo>
                    <a:pt x="429" y="786"/>
                  </a:lnTo>
                  <a:cubicBezTo>
                    <a:pt x="488" y="834"/>
                    <a:pt x="560" y="858"/>
                    <a:pt x="628" y="858"/>
                  </a:cubicBezTo>
                  <a:cubicBezTo>
                    <a:pt x="697" y="858"/>
                    <a:pt x="762" y="834"/>
                    <a:pt x="810" y="786"/>
                  </a:cubicBezTo>
                  <a:cubicBezTo>
                    <a:pt x="929" y="667"/>
                    <a:pt x="929" y="477"/>
                    <a:pt x="810" y="382"/>
                  </a:cubicBezTo>
                  <a:lnTo>
                    <a:pt x="429"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96"/>
            <p:cNvSpPr/>
            <p:nvPr/>
          </p:nvSpPr>
          <p:spPr>
            <a:xfrm>
              <a:off x="6511992" y="3042907"/>
              <a:ext cx="18557" cy="30139"/>
            </a:xfrm>
            <a:custGeom>
              <a:rect b="b" l="l" r="r" t="t"/>
              <a:pathLst>
                <a:path extrusionOk="0" h="929" w="572">
                  <a:moveTo>
                    <a:pt x="0" y="0"/>
                  </a:moveTo>
                  <a:lnTo>
                    <a:pt x="0" y="72"/>
                  </a:lnTo>
                  <a:lnTo>
                    <a:pt x="0" y="619"/>
                  </a:lnTo>
                  <a:cubicBezTo>
                    <a:pt x="0" y="786"/>
                    <a:pt x="119" y="905"/>
                    <a:pt x="262" y="929"/>
                  </a:cubicBezTo>
                  <a:cubicBezTo>
                    <a:pt x="405" y="929"/>
                    <a:pt x="572" y="810"/>
                    <a:pt x="572" y="667"/>
                  </a:cubicBezTo>
                  <a:lnTo>
                    <a:pt x="572" y="95"/>
                  </a:lnTo>
                  <a:cubicBezTo>
                    <a:pt x="381" y="24"/>
                    <a:pt x="238" y="0"/>
                    <a:pt x="95"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96"/>
            <p:cNvSpPr/>
            <p:nvPr/>
          </p:nvSpPr>
          <p:spPr>
            <a:xfrm>
              <a:off x="6540574" y="3064514"/>
              <a:ext cx="29393" cy="27673"/>
            </a:xfrm>
            <a:custGeom>
              <a:rect b="b" l="l" r="r" t="t"/>
              <a:pathLst>
                <a:path extrusionOk="0" h="853" w="906">
                  <a:moveTo>
                    <a:pt x="524" y="1"/>
                  </a:moveTo>
                  <a:lnTo>
                    <a:pt x="119" y="382"/>
                  </a:lnTo>
                  <a:cubicBezTo>
                    <a:pt x="0" y="501"/>
                    <a:pt x="0" y="692"/>
                    <a:pt x="119" y="763"/>
                  </a:cubicBezTo>
                  <a:cubicBezTo>
                    <a:pt x="179" y="823"/>
                    <a:pt x="256" y="852"/>
                    <a:pt x="331" y="852"/>
                  </a:cubicBezTo>
                  <a:cubicBezTo>
                    <a:pt x="405" y="852"/>
                    <a:pt x="477" y="823"/>
                    <a:pt x="524" y="763"/>
                  </a:cubicBezTo>
                  <a:lnTo>
                    <a:pt x="905" y="382"/>
                  </a:lnTo>
                  <a:lnTo>
                    <a:pt x="524"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96"/>
            <p:cNvSpPr/>
            <p:nvPr/>
          </p:nvSpPr>
          <p:spPr>
            <a:xfrm>
              <a:off x="6571459" y="3095431"/>
              <a:ext cx="29393" cy="27641"/>
            </a:xfrm>
            <a:custGeom>
              <a:rect b="b" l="l" r="r" t="t"/>
              <a:pathLst>
                <a:path extrusionOk="0" h="852" w="906">
                  <a:moveTo>
                    <a:pt x="525" y="0"/>
                  </a:moveTo>
                  <a:lnTo>
                    <a:pt x="120" y="382"/>
                  </a:lnTo>
                  <a:cubicBezTo>
                    <a:pt x="1" y="501"/>
                    <a:pt x="1" y="691"/>
                    <a:pt x="120" y="763"/>
                  </a:cubicBezTo>
                  <a:cubicBezTo>
                    <a:pt x="180" y="822"/>
                    <a:pt x="257" y="852"/>
                    <a:pt x="331" y="852"/>
                  </a:cubicBezTo>
                  <a:cubicBezTo>
                    <a:pt x="406" y="852"/>
                    <a:pt x="477" y="822"/>
                    <a:pt x="525" y="763"/>
                  </a:cubicBezTo>
                  <a:lnTo>
                    <a:pt x="906" y="382"/>
                  </a:lnTo>
                  <a:lnTo>
                    <a:pt x="525"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96"/>
            <p:cNvSpPr/>
            <p:nvPr/>
          </p:nvSpPr>
          <p:spPr>
            <a:xfrm>
              <a:off x="6592319" y="3137152"/>
              <a:ext cx="30950" cy="17811"/>
            </a:xfrm>
            <a:custGeom>
              <a:rect b="b" l="l" r="r" t="t"/>
              <a:pathLst>
                <a:path extrusionOk="0" h="549" w="954">
                  <a:moveTo>
                    <a:pt x="287" y="0"/>
                  </a:moveTo>
                  <a:cubicBezTo>
                    <a:pt x="144" y="0"/>
                    <a:pt x="1" y="120"/>
                    <a:pt x="25" y="286"/>
                  </a:cubicBezTo>
                  <a:cubicBezTo>
                    <a:pt x="25" y="429"/>
                    <a:pt x="168" y="548"/>
                    <a:pt x="311" y="548"/>
                  </a:cubicBezTo>
                  <a:lnTo>
                    <a:pt x="954" y="548"/>
                  </a:lnTo>
                  <a:lnTo>
                    <a:pt x="954" y="477"/>
                  </a:lnTo>
                  <a:cubicBezTo>
                    <a:pt x="954" y="310"/>
                    <a:pt x="906" y="167"/>
                    <a:pt x="882" y="24"/>
                  </a:cubicBezTo>
                  <a:lnTo>
                    <a:pt x="287" y="24"/>
                  </a:lnTo>
                  <a:lnTo>
                    <a:pt x="287"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96"/>
            <p:cNvSpPr/>
            <p:nvPr/>
          </p:nvSpPr>
          <p:spPr>
            <a:xfrm>
              <a:off x="6582295" y="3165150"/>
              <a:ext cx="30172" cy="27673"/>
            </a:xfrm>
            <a:custGeom>
              <a:rect b="b" l="l" r="r" t="t"/>
              <a:pathLst>
                <a:path extrusionOk="0" h="853" w="930">
                  <a:moveTo>
                    <a:pt x="301" y="1"/>
                  </a:moveTo>
                  <a:cubicBezTo>
                    <a:pt x="233" y="1"/>
                    <a:pt x="167" y="31"/>
                    <a:pt x="119" y="90"/>
                  </a:cubicBezTo>
                  <a:cubicBezTo>
                    <a:pt x="0" y="209"/>
                    <a:pt x="0" y="376"/>
                    <a:pt x="119" y="471"/>
                  </a:cubicBezTo>
                  <a:lnTo>
                    <a:pt x="500" y="852"/>
                  </a:lnTo>
                  <a:cubicBezTo>
                    <a:pt x="596" y="804"/>
                    <a:pt x="667" y="733"/>
                    <a:pt x="715" y="685"/>
                  </a:cubicBezTo>
                  <a:cubicBezTo>
                    <a:pt x="810" y="638"/>
                    <a:pt x="858" y="590"/>
                    <a:pt x="929" y="495"/>
                  </a:cubicBezTo>
                  <a:lnTo>
                    <a:pt x="500" y="90"/>
                  </a:lnTo>
                  <a:cubicBezTo>
                    <a:pt x="441" y="31"/>
                    <a:pt x="369" y="1"/>
                    <a:pt x="301"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96"/>
            <p:cNvSpPr/>
            <p:nvPr/>
          </p:nvSpPr>
          <p:spPr>
            <a:xfrm>
              <a:off x="6554491" y="3174137"/>
              <a:ext cx="17000" cy="29490"/>
            </a:xfrm>
            <a:custGeom>
              <a:rect b="b" l="l" r="r" t="t"/>
              <a:pathLst>
                <a:path extrusionOk="0" h="909" w="524">
                  <a:moveTo>
                    <a:pt x="274" y="1"/>
                  </a:moveTo>
                  <a:cubicBezTo>
                    <a:pt x="263" y="1"/>
                    <a:pt x="250" y="2"/>
                    <a:pt x="238" y="4"/>
                  </a:cubicBezTo>
                  <a:cubicBezTo>
                    <a:pt x="119" y="51"/>
                    <a:pt x="0" y="170"/>
                    <a:pt x="0" y="313"/>
                  </a:cubicBezTo>
                  <a:lnTo>
                    <a:pt x="0" y="837"/>
                  </a:lnTo>
                  <a:cubicBezTo>
                    <a:pt x="143" y="885"/>
                    <a:pt x="286" y="909"/>
                    <a:pt x="453" y="909"/>
                  </a:cubicBezTo>
                  <a:lnTo>
                    <a:pt x="524" y="909"/>
                  </a:lnTo>
                  <a:lnTo>
                    <a:pt x="524" y="837"/>
                  </a:lnTo>
                  <a:lnTo>
                    <a:pt x="524" y="289"/>
                  </a:lnTo>
                  <a:cubicBezTo>
                    <a:pt x="524" y="135"/>
                    <a:pt x="422" y="1"/>
                    <a:pt x="274"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96"/>
            <p:cNvSpPr/>
            <p:nvPr/>
          </p:nvSpPr>
          <p:spPr>
            <a:xfrm>
              <a:off x="6513517" y="3155126"/>
              <a:ext cx="29393" cy="28420"/>
            </a:xfrm>
            <a:custGeom>
              <a:rect b="b" l="l" r="r" t="t"/>
              <a:pathLst>
                <a:path extrusionOk="0" h="876" w="906">
                  <a:moveTo>
                    <a:pt x="578" y="0"/>
                  </a:moveTo>
                  <a:cubicBezTo>
                    <a:pt x="507" y="0"/>
                    <a:pt x="441" y="30"/>
                    <a:pt x="406" y="89"/>
                  </a:cubicBezTo>
                  <a:lnTo>
                    <a:pt x="1" y="470"/>
                  </a:lnTo>
                  <a:lnTo>
                    <a:pt x="406" y="875"/>
                  </a:lnTo>
                  <a:lnTo>
                    <a:pt x="787" y="470"/>
                  </a:lnTo>
                  <a:cubicBezTo>
                    <a:pt x="906" y="351"/>
                    <a:pt x="906" y="185"/>
                    <a:pt x="787" y="89"/>
                  </a:cubicBezTo>
                  <a:cubicBezTo>
                    <a:pt x="727" y="30"/>
                    <a:pt x="650" y="0"/>
                    <a:pt x="578"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96"/>
            <p:cNvSpPr/>
            <p:nvPr/>
          </p:nvSpPr>
          <p:spPr>
            <a:xfrm>
              <a:off x="6482631" y="3124208"/>
              <a:ext cx="29393" cy="28420"/>
            </a:xfrm>
            <a:custGeom>
              <a:rect b="b" l="l" r="r" t="t"/>
              <a:pathLst>
                <a:path extrusionOk="0" h="876" w="906">
                  <a:moveTo>
                    <a:pt x="578" y="1"/>
                  </a:moveTo>
                  <a:cubicBezTo>
                    <a:pt x="506" y="1"/>
                    <a:pt x="441" y="30"/>
                    <a:pt x="405" y="90"/>
                  </a:cubicBezTo>
                  <a:lnTo>
                    <a:pt x="0" y="471"/>
                  </a:lnTo>
                  <a:lnTo>
                    <a:pt x="405" y="876"/>
                  </a:lnTo>
                  <a:lnTo>
                    <a:pt x="786" y="471"/>
                  </a:lnTo>
                  <a:cubicBezTo>
                    <a:pt x="905" y="352"/>
                    <a:pt x="905" y="185"/>
                    <a:pt x="786" y="90"/>
                  </a:cubicBezTo>
                  <a:cubicBezTo>
                    <a:pt x="727" y="30"/>
                    <a:pt x="649" y="1"/>
                    <a:pt x="578"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96"/>
            <p:cNvSpPr/>
            <p:nvPr/>
          </p:nvSpPr>
          <p:spPr>
            <a:xfrm>
              <a:off x="6460992" y="3092349"/>
              <a:ext cx="30950" cy="18557"/>
            </a:xfrm>
            <a:custGeom>
              <a:rect b="b" l="l" r="r" t="t"/>
              <a:pathLst>
                <a:path extrusionOk="0" h="572" w="954">
                  <a:moveTo>
                    <a:pt x="0" y="0"/>
                  </a:moveTo>
                  <a:lnTo>
                    <a:pt x="0" y="95"/>
                  </a:lnTo>
                  <a:cubicBezTo>
                    <a:pt x="0" y="238"/>
                    <a:pt x="24" y="381"/>
                    <a:pt x="48" y="548"/>
                  </a:cubicBezTo>
                  <a:lnTo>
                    <a:pt x="643" y="572"/>
                  </a:lnTo>
                  <a:cubicBezTo>
                    <a:pt x="786" y="572"/>
                    <a:pt x="953" y="453"/>
                    <a:pt x="905" y="262"/>
                  </a:cubicBezTo>
                  <a:cubicBezTo>
                    <a:pt x="905" y="119"/>
                    <a:pt x="763" y="0"/>
                    <a:pt x="620"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96"/>
            <p:cNvSpPr/>
            <p:nvPr/>
          </p:nvSpPr>
          <p:spPr>
            <a:xfrm>
              <a:off x="6468713" y="3053905"/>
              <a:ext cx="147613" cy="139470"/>
            </a:xfrm>
            <a:custGeom>
              <a:rect b="b" l="l" r="r" t="t"/>
              <a:pathLst>
                <a:path extrusionOk="0" h="4299" w="4550">
                  <a:moveTo>
                    <a:pt x="1441" y="0"/>
                  </a:moveTo>
                  <a:cubicBezTo>
                    <a:pt x="1102" y="0"/>
                    <a:pt x="763" y="125"/>
                    <a:pt x="501" y="376"/>
                  </a:cubicBezTo>
                  <a:cubicBezTo>
                    <a:pt x="1" y="876"/>
                    <a:pt x="1" y="1733"/>
                    <a:pt x="501" y="2257"/>
                  </a:cubicBezTo>
                  <a:lnTo>
                    <a:pt x="2168" y="3924"/>
                  </a:lnTo>
                  <a:cubicBezTo>
                    <a:pt x="2418" y="4174"/>
                    <a:pt x="2751" y="4299"/>
                    <a:pt x="3091" y="4299"/>
                  </a:cubicBezTo>
                  <a:cubicBezTo>
                    <a:pt x="3430" y="4299"/>
                    <a:pt x="3775" y="4174"/>
                    <a:pt x="4049" y="3924"/>
                  </a:cubicBezTo>
                  <a:cubicBezTo>
                    <a:pt x="4549" y="3424"/>
                    <a:pt x="4549" y="2590"/>
                    <a:pt x="4049" y="2043"/>
                  </a:cubicBezTo>
                  <a:lnTo>
                    <a:pt x="2382" y="376"/>
                  </a:lnTo>
                  <a:cubicBezTo>
                    <a:pt x="2120" y="125"/>
                    <a:pt x="1781" y="0"/>
                    <a:pt x="144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96"/>
            <p:cNvSpPr/>
            <p:nvPr/>
          </p:nvSpPr>
          <p:spPr>
            <a:xfrm>
              <a:off x="6488017" y="3071683"/>
              <a:ext cx="108228" cy="103362"/>
            </a:xfrm>
            <a:custGeom>
              <a:rect b="b" l="l" r="r" t="t"/>
              <a:pathLst>
                <a:path extrusionOk="0" h="3186" w="3336">
                  <a:moveTo>
                    <a:pt x="832" y="0"/>
                  </a:moveTo>
                  <a:cubicBezTo>
                    <a:pt x="638" y="0"/>
                    <a:pt x="442" y="78"/>
                    <a:pt x="287" y="232"/>
                  </a:cubicBezTo>
                  <a:cubicBezTo>
                    <a:pt x="1" y="518"/>
                    <a:pt x="1" y="994"/>
                    <a:pt x="287" y="1304"/>
                  </a:cubicBezTo>
                  <a:lnTo>
                    <a:pt x="1954" y="2971"/>
                  </a:lnTo>
                  <a:cubicBezTo>
                    <a:pt x="2109" y="3114"/>
                    <a:pt x="2305" y="3185"/>
                    <a:pt x="2499" y="3185"/>
                  </a:cubicBezTo>
                  <a:cubicBezTo>
                    <a:pt x="2692" y="3185"/>
                    <a:pt x="2883" y="3114"/>
                    <a:pt x="3025" y="2971"/>
                  </a:cubicBezTo>
                  <a:cubicBezTo>
                    <a:pt x="3335" y="2661"/>
                    <a:pt x="3335" y="2185"/>
                    <a:pt x="3025" y="1899"/>
                  </a:cubicBezTo>
                  <a:lnTo>
                    <a:pt x="1358" y="232"/>
                  </a:lnTo>
                  <a:cubicBezTo>
                    <a:pt x="1216" y="78"/>
                    <a:pt x="1025" y="0"/>
                    <a:pt x="83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96"/>
            <p:cNvSpPr/>
            <p:nvPr/>
          </p:nvSpPr>
          <p:spPr>
            <a:xfrm>
              <a:off x="6538238" y="3120153"/>
              <a:ext cx="58007" cy="55671"/>
            </a:xfrm>
            <a:custGeom>
              <a:rect b="b" l="l" r="r" t="t"/>
              <a:pathLst>
                <a:path extrusionOk="0" h="1716" w="1788">
                  <a:moveTo>
                    <a:pt x="1" y="1072"/>
                  </a:moveTo>
                  <a:lnTo>
                    <a:pt x="1" y="1072"/>
                  </a:lnTo>
                  <a:cubicBezTo>
                    <a:pt x="5" y="1076"/>
                    <a:pt x="9" y="1081"/>
                    <a:pt x="13" y="1085"/>
                  </a:cubicBezTo>
                  <a:lnTo>
                    <a:pt x="13" y="1085"/>
                  </a:lnTo>
                  <a:lnTo>
                    <a:pt x="1" y="1072"/>
                  </a:lnTo>
                  <a:close/>
                  <a:moveTo>
                    <a:pt x="1073" y="1"/>
                  </a:moveTo>
                  <a:cubicBezTo>
                    <a:pt x="1358" y="310"/>
                    <a:pt x="1358" y="786"/>
                    <a:pt x="1073" y="1072"/>
                  </a:cubicBezTo>
                  <a:cubicBezTo>
                    <a:pt x="918" y="1227"/>
                    <a:pt x="721" y="1304"/>
                    <a:pt x="528" y="1304"/>
                  </a:cubicBezTo>
                  <a:cubicBezTo>
                    <a:pt x="340" y="1304"/>
                    <a:pt x="154" y="1231"/>
                    <a:pt x="13" y="1085"/>
                  </a:cubicBezTo>
                  <a:lnTo>
                    <a:pt x="13" y="1085"/>
                  </a:lnTo>
                  <a:lnTo>
                    <a:pt x="406" y="1501"/>
                  </a:lnTo>
                  <a:cubicBezTo>
                    <a:pt x="561" y="1644"/>
                    <a:pt x="757" y="1715"/>
                    <a:pt x="951" y="1715"/>
                  </a:cubicBezTo>
                  <a:cubicBezTo>
                    <a:pt x="1144" y="1715"/>
                    <a:pt x="1335" y="1644"/>
                    <a:pt x="1477" y="1501"/>
                  </a:cubicBezTo>
                  <a:cubicBezTo>
                    <a:pt x="1787" y="1191"/>
                    <a:pt x="1787" y="715"/>
                    <a:pt x="1477" y="429"/>
                  </a:cubicBezTo>
                  <a:lnTo>
                    <a:pt x="1073" y="1"/>
                  </a:ln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96"/>
            <p:cNvSpPr/>
            <p:nvPr/>
          </p:nvSpPr>
          <p:spPr>
            <a:xfrm>
              <a:off x="6362107" y="3285090"/>
              <a:ext cx="16254" cy="15508"/>
            </a:xfrm>
            <a:custGeom>
              <a:rect b="b" l="l" r="r" t="t"/>
              <a:pathLst>
                <a:path extrusionOk="0" h="478" w="501">
                  <a:moveTo>
                    <a:pt x="191" y="1"/>
                  </a:moveTo>
                  <a:cubicBezTo>
                    <a:pt x="149" y="1"/>
                    <a:pt x="107" y="13"/>
                    <a:pt x="72" y="37"/>
                  </a:cubicBezTo>
                  <a:cubicBezTo>
                    <a:pt x="0" y="108"/>
                    <a:pt x="0" y="203"/>
                    <a:pt x="72" y="275"/>
                  </a:cubicBezTo>
                  <a:cubicBezTo>
                    <a:pt x="72" y="273"/>
                    <a:pt x="72" y="273"/>
                    <a:pt x="73" y="273"/>
                  </a:cubicBezTo>
                  <a:cubicBezTo>
                    <a:pt x="88" y="273"/>
                    <a:pt x="215" y="441"/>
                    <a:pt x="215" y="441"/>
                  </a:cubicBezTo>
                  <a:cubicBezTo>
                    <a:pt x="238" y="465"/>
                    <a:pt x="274" y="477"/>
                    <a:pt x="316" y="477"/>
                  </a:cubicBezTo>
                  <a:cubicBezTo>
                    <a:pt x="357" y="477"/>
                    <a:pt x="405" y="465"/>
                    <a:pt x="453" y="441"/>
                  </a:cubicBezTo>
                  <a:cubicBezTo>
                    <a:pt x="500" y="370"/>
                    <a:pt x="500" y="275"/>
                    <a:pt x="453" y="203"/>
                  </a:cubicBezTo>
                  <a:lnTo>
                    <a:pt x="310" y="37"/>
                  </a:lnTo>
                  <a:cubicBezTo>
                    <a:pt x="274" y="13"/>
                    <a:pt x="232"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96"/>
            <p:cNvSpPr/>
            <p:nvPr/>
          </p:nvSpPr>
          <p:spPr>
            <a:xfrm>
              <a:off x="6419271" y="3227148"/>
              <a:ext cx="16254" cy="15508"/>
            </a:xfrm>
            <a:custGeom>
              <a:rect b="b" l="l" r="r" t="t"/>
              <a:pathLst>
                <a:path extrusionOk="0" h="478" w="501">
                  <a:moveTo>
                    <a:pt x="185" y="1"/>
                  </a:moveTo>
                  <a:cubicBezTo>
                    <a:pt x="143" y="1"/>
                    <a:pt x="96" y="13"/>
                    <a:pt x="48" y="37"/>
                  </a:cubicBezTo>
                  <a:cubicBezTo>
                    <a:pt x="1" y="108"/>
                    <a:pt x="1" y="203"/>
                    <a:pt x="48" y="275"/>
                  </a:cubicBezTo>
                  <a:lnTo>
                    <a:pt x="215" y="441"/>
                  </a:lnTo>
                  <a:cubicBezTo>
                    <a:pt x="239" y="465"/>
                    <a:pt x="274" y="477"/>
                    <a:pt x="316" y="477"/>
                  </a:cubicBezTo>
                  <a:cubicBezTo>
                    <a:pt x="358" y="477"/>
                    <a:pt x="405" y="465"/>
                    <a:pt x="453" y="441"/>
                  </a:cubicBezTo>
                  <a:cubicBezTo>
                    <a:pt x="501" y="370"/>
                    <a:pt x="501" y="275"/>
                    <a:pt x="453" y="203"/>
                  </a:cubicBezTo>
                  <a:lnTo>
                    <a:pt x="286" y="37"/>
                  </a:lnTo>
                  <a:cubicBezTo>
                    <a:pt x="262" y="13"/>
                    <a:pt x="227" y="1"/>
                    <a:pt x="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96"/>
            <p:cNvSpPr/>
            <p:nvPr/>
          </p:nvSpPr>
          <p:spPr>
            <a:xfrm>
              <a:off x="6389132" y="3253037"/>
              <a:ext cx="25532" cy="24754"/>
            </a:xfrm>
            <a:custGeom>
              <a:rect b="b" l="l" r="r" t="t"/>
              <a:pathLst>
                <a:path extrusionOk="0" h="763" w="787">
                  <a:moveTo>
                    <a:pt x="596" y="1"/>
                  </a:moveTo>
                  <a:cubicBezTo>
                    <a:pt x="501" y="1"/>
                    <a:pt x="453" y="72"/>
                    <a:pt x="453" y="167"/>
                  </a:cubicBezTo>
                  <a:cubicBezTo>
                    <a:pt x="453" y="239"/>
                    <a:pt x="429" y="310"/>
                    <a:pt x="358" y="358"/>
                  </a:cubicBezTo>
                  <a:cubicBezTo>
                    <a:pt x="310" y="405"/>
                    <a:pt x="239" y="429"/>
                    <a:pt x="191" y="429"/>
                  </a:cubicBezTo>
                  <a:cubicBezTo>
                    <a:pt x="96" y="429"/>
                    <a:pt x="25" y="501"/>
                    <a:pt x="1" y="596"/>
                  </a:cubicBezTo>
                  <a:cubicBezTo>
                    <a:pt x="1" y="715"/>
                    <a:pt x="72" y="763"/>
                    <a:pt x="144" y="763"/>
                  </a:cubicBezTo>
                  <a:cubicBezTo>
                    <a:pt x="310" y="763"/>
                    <a:pt x="477" y="715"/>
                    <a:pt x="596" y="596"/>
                  </a:cubicBezTo>
                  <a:cubicBezTo>
                    <a:pt x="715" y="477"/>
                    <a:pt x="787" y="310"/>
                    <a:pt x="787" y="144"/>
                  </a:cubicBezTo>
                  <a:cubicBezTo>
                    <a:pt x="787" y="48"/>
                    <a:pt x="691"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96"/>
            <p:cNvSpPr/>
            <p:nvPr/>
          </p:nvSpPr>
          <p:spPr>
            <a:xfrm>
              <a:off x="6324247" y="3193343"/>
              <a:ext cx="152220" cy="144921"/>
            </a:xfrm>
            <a:custGeom>
              <a:rect b="b" l="l" r="r" t="t"/>
              <a:pathLst>
                <a:path extrusionOk="0" h="4467" w="4692">
                  <a:moveTo>
                    <a:pt x="3418" y="305"/>
                  </a:moveTo>
                  <a:cubicBezTo>
                    <a:pt x="3626" y="305"/>
                    <a:pt x="3834" y="388"/>
                    <a:pt x="4001" y="555"/>
                  </a:cubicBezTo>
                  <a:cubicBezTo>
                    <a:pt x="4311" y="888"/>
                    <a:pt x="4311" y="1388"/>
                    <a:pt x="4001" y="1722"/>
                  </a:cubicBezTo>
                  <a:lnTo>
                    <a:pt x="1834" y="3889"/>
                  </a:lnTo>
                  <a:cubicBezTo>
                    <a:pt x="1667" y="4055"/>
                    <a:pt x="1459" y="4139"/>
                    <a:pt x="1251" y="4139"/>
                  </a:cubicBezTo>
                  <a:cubicBezTo>
                    <a:pt x="1042" y="4139"/>
                    <a:pt x="834" y="4055"/>
                    <a:pt x="667" y="3889"/>
                  </a:cubicBezTo>
                  <a:cubicBezTo>
                    <a:pt x="358" y="3555"/>
                    <a:pt x="358" y="3055"/>
                    <a:pt x="667" y="2722"/>
                  </a:cubicBezTo>
                  <a:lnTo>
                    <a:pt x="2834" y="555"/>
                  </a:lnTo>
                  <a:cubicBezTo>
                    <a:pt x="3001" y="388"/>
                    <a:pt x="3209" y="305"/>
                    <a:pt x="3418" y="305"/>
                  </a:cubicBezTo>
                  <a:close/>
                  <a:moveTo>
                    <a:pt x="3430" y="1"/>
                  </a:moveTo>
                  <a:cubicBezTo>
                    <a:pt x="3138" y="1"/>
                    <a:pt x="2846" y="114"/>
                    <a:pt x="2620" y="340"/>
                  </a:cubicBezTo>
                  <a:lnTo>
                    <a:pt x="453" y="2507"/>
                  </a:lnTo>
                  <a:cubicBezTo>
                    <a:pt x="0" y="2960"/>
                    <a:pt x="0" y="3674"/>
                    <a:pt x="453" y="4127"/>
                  </a:cubicBezTo>
                  <a:cubicBezTo>
                    <a:pt x="679" y="4353"/>
                    <a:pt x="971" y="4466"/>
                    <a:pt x="1262" y="4466"/>
                  </a:cubicBezTo>
                  <a:cubicBezTo>
                    <a:pt x="1554" y="4466"/>
                    <a:pt x="1846" y="4353"/>
                    <a:pt x="2072" y="4127"/>
                  </a:cubicBezTo>
                  <a:lnTo>
                    <a:pt x="4239" y="1960"/>
                  </a:lnTo>
                  <a:cubicBezTo>
                    <a:pt x="4692" y="1507"/>
                    <a:pt x="4692" y="793"/>
                    <a:pt x="4239" y="340"/>
                  </a:cubicBezTo>
                  <a:cubicBezTo>
                    <a:pt x="4013" y="114"/>
                    <a:pt x="3721" y="1"/>
                    <a:pt x="3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96"/>
            <p:cNvSpPr/>
            <p:nvPr/>
          </p:nvSpPr>
          <p:spPr>
            <a:xfrm>
              <a:off x="6513517" y="3093679"/>
              <a:ext cx="15508" cy="14924"/>
            </a:xfrm>
            <a:custGeom>
              <a:rect b="b" l="l" r="r" t="t"/>
              <a:pathLst>
                <a:path extrusionOk="0" h="460" w="478">
                  <a:moveTo>
                    <a:pt x="293" y="1"/>
                  </a:moveTo>
                  <a:cubicBezTo>
                    <a:pt x="251" y="1"/>
                    <a:pt x="215" y="19"/>
                    <a:pt x="191" y="54"/>
                  </a:cubicBezTo>
                  <a:lnTo>
                    <a:pt x="72" y="174"/>
                  </a:lnTo>
                  <a:cubicBezTo>
                    <a:pt x="1" y="221"/>
                    <a:pt x="1" y="316"/>
                    <a:pt x="72" y="412"/>
                  </a:cubicBezTo>
                  <a:cubicBezTo>
                    <a:pt x="96" y="436"/>
                    <a:pt x="120" y="459"/>
                    <a:pt x="191" y="459"/>
                  </a:cubicBezTo>
                  <a:cubicBezTo>
                    <a:pt x="215" y="459"/>
                    <a:pt x="263" y="436"/>
                    <a:pt x="310" y="412"/>
                  </a:cubicBezTo>
                  <a:lnTo>
                    <a:pt x="430" y="293"/>
                  </a:lnTo>
                  <a:cubicBezTo>
                    <a:pt x="477" y="221"/>
                    <a:pt x="477" y="150"/>
                    <a:pt x="430" y="54"/>
                  </a:cubicBezTo>
                  <a:cubicBezTo>
                    <a:pt x="382" y="19"/>
                    <a:pt x="334"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96"/>
            <p:cNvSpPr/>
            <p:nvPr/>
          </p:nvSpPr>
          <p:spPr>
            <a:xfrm>
              <a:off x="6557573" y="3136179"/>
              <a:ext cx="15475" cy="14924"/>
            </a:xfrm>
            <a:custGeom>
              <a:rect b="b" l="l" r="r" t="t"/>
              <a:pathLst>
                <a:path extrusionOk="0" h="460" w="477">
                  <a:moveTo>
                    <a:pt x="295" y="1"/>
                  </a:moveTo>
                  <a:cubicBezTo>
                    <a:pt x="256" y="1"/>
                    <a:pt x="215" y="19"/>
                    <a:pt x="167" y="54"/>
                  </a:cubicBezTo>
                  <a:lnTo>
                    <a:pt x="48" y="173"/>
                  </a:lnTo>
                  <a:cubicBezTo>
                    <a:pt x="0" y="221"/>
                    <a:pt x="0" y="316"/>
                    <a:pt x="48" y="411"/>
                  </a:cubicBezTo>
                  <a:cubicBezTo>
                    <a:pt x="72" y="459"/>
                    <a:pt x="119" y="459"/>
                    <a:pt x="167" y="459"/>
                  </a:cubicBezTo>
                  <a:cubicBezTo>
                    <a:pt x="191" y="459"/>
                    <a:pt x="262" y="435"/>
                    <a:pt x="286" y="411"/>
                  </a:cubicBezTo>
                  <a:lnTo>
                    <a:pt x="405" y="292"/>
                  </a:lnTo>
                  <a:cubicBezTo>
                    <a:pt x="477" y="221"/>
                    <a:pt x="477" y="150"/>
                    <a:pt x="405" y="54"/>
                  </a:cubicBezTo>
                  <a:cubicBezTo>
                    <a:pt x="369" y="19"/>
                    <a:pt x="334"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96"/>
            <p:cNvSpPr/>
            <p:nvPr/>
          </p:nvSpPr>
          <p:spPr>
            <a:xfrm>
              <a:off x="6530516" y="3112431"/>
              <a:ext cx="20893" cy="21672"/>
            </a:xfrm>
            <a:custGeom>
              <a:rect b="b" l="l" r="r" t="t"/>
              <a:pathLst>
                <a:path extrusionOk="0" h="668" w="644">
                  <a:moveTo>
                    <a:pt x="167" y="0"/>
                  </a:moveTo>
                  <a:cubicBezTo>
                    <a:pt x="72" y="0"/>
                    <a:pt x="25" y="72"/>
                    <a:pt x="1" y="167"/>
                  </a:cubicBezTo>
                  <a:cubicBezTo>
                    <a:pt x="1" y="262"/>
                    <a:pt x="25" y="429"/>
                    <a:pt x="144" y="524"/>
                  </a:cubicBezTo>
                  <a:cubicBezTo>
                    <a:pt x="239" y="596"/>
                    <a:pt x="382" y="667"/>
                    <a:pt x="501" y="667"/>
                  </a:cubicBezTo>
                  <a:cubicBezTo>
                    <a:pt x="596" y="667"/>
                    <a:pt x="644" y="572"/>
                    <a:pt x="644" y="477"/>
                  </a:cubicBezTo>
                  <a:cubicBezTo>
                    <a:pt x="644" y="429"/>
                    <a:pt x="596" y="358"/>
                    <a:pt x="501" y="358"/>
                  </a:cubicBezTo>
                  <a:cubicBezTo>
                    <a:pt x="477" y="358"/>
                    <a:pt x="406" y="358"/>
                    <a:pt x="382" y="310"/>
                  </a:cubicBezTo>
                  <a:cubicBezTo>
                    <a:pt x="358" y="262"/>
                    <a:pt x="310" y="215"/>
                    <a:pt x="310" y="191"/>
                  </a:cubicBezTo>
                  <a:cubicBezTo>
                    <a:pt x="310" y="96"/>
                    <a:pt x="263" y="48"/>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96"/>
            <p:cNvSpPr/>
            <p:nvPr/>
          </p:nvSpPr>
          <p:spPr>
            <a:xfrm>
              <a:off x="6482631" y="3067433"/>
              <a:ext cx="118999" cy="113030"/>
            </a:xfrm>
            <a:custGeom>
              <a:rect b="b" l="l" r="r" t="t"/>
              <a:pathLst>
                <a:path extrusionOk="0" h="3484" w="3668">
                  <a:moveTo>
                    <a:pt x="989" y="304"/>
                  </a:moveTo>
                  <a:cubicBezTo>
                    <a:pt x="1137" y="304"/>
                    <a:pt x="1286" y="363"/>
                    <a:pt x="1405" y="482"/>
                  </a:cubicBezTo>
                  <a:lnTo>
                    <a:pt x="3072" y="2149"/>
                  </a:lnTo>
                  <a:cubicBezTo>
                    <a:pt x="3311" y="2388"/>
                    <a:pt x="3311" y="2745"/>
                    <a:pt x="3072" y="2983"/>
                  </a:cubicBezTo>
                  <a:cubicBezTo>
                    <a:pt x="2953" y="3102"/>
                    <a:pt x="2804" y="3162"/>
                    <a:pt x="2656" y="3162"/>
                  </a:cubicBezTo>
                  <a:cubicBezTo>
                    <a:pt x="2507" y="3162"/>
                    <a:pt x="2358" y="3102"/>
                    <a:pt x="2239" y="2983"/>
                  </a:cubicBezTo>
                  <a:lnTo>
                    <a:pt x="572" y="1316"/>
                  </a:lnTo>
                  <a:cubicBezTo>
                    <a:pt x="453" y="1197"/>
                    <a:pt x="405" y="1030"/>
                    <a:pt x="405" y="887"/>
                  </a:cubicBezTo>
                  <a:cubicBezTo>
                    <a:pt x="405" y="744"/>
                    <a:pt x="453" y="602"/>
                    <a:pt x="572" y="482"/>
                  </a:cubicBezTo>
                  <a:cubicBezTo>
                    <a:pt x="691" y="363"/>
                    <a:pt x="840" y="304"/>
                    <a:pt x="989" y="304"/>
                  </a:cubicBezTo>
                  <a:close/>
                  <a:moveTo>
                    <a:pt x="1000" y="0"/>
                  </a:moveTo>
                  <a:cubicBezTo>
                    <a:pt x="768" y="0"/>
                    <a:pt x="536" y="90"/>
                    <a:pt x="358" y="268"/>
                  </a:cubicBezTo>
                  <a:cubicBezTo>
                    <a:pt x="0" y="625"/>
                    <a:pt x="0" y="1197"/>
                    <a:pt x="358" y="1554"/>
                  </a:cubicBezTo>
                  <a:lnTo>
                    <a:pt x="2025" y="3221"/>
                  </a:lnTo>
                  <a:cubicBezTo>
                    <a:pt x="2191" y="3388"/>
                    <a:pt x="2429" y="3483"/>
                    <a:pt x="2668" y="3483"/>
                  </a:cubicBezTo>
                  <a:cubicBezTo>
                    <a:pt x="2906" y="3483"/>
                    <a:pt x="3144" y="3388"/>
                    <a:pt x="3311" y="3221"/>
                  </a:cubicBezTo>
                  <a:cubicBezTo>
                    <a:pt x="3668" y="2864"/>
                    <a:pt x="3668" y="2292"/>
                    <a:pt x="3311" y="1935"/>
                  </a:cubicBezTo>
                  <a:lnTo>
                    <a:pt x="1643" y="268"/>
                  </a:lnTo>
                  <a:cubicBezTo>
                    <a:pt x="1465" y="90"/>
                    <a:pt x="1233" y="0"/>
                    <a:pt x="10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96"/>
            <p:cNvSpPr/>
            <p:nvPr/>
          </p:nvSpPr>
          <p:spPr>
            <a:xfrm>
              <a:off x="6280190" y="3148540"/>
              <a:ext cx="239555" cy="235922"/>
            </a:xfrm>
            <a:custGeom>
              <a:rect b="b" l="l" r="r" t="t"/>
              <a:pathLst>
                <a:path extrusionOk="0" h="7272" w="7384">
                  <a:moveTo>
                    <a:pt x="4621" y="269"/>
                  </a:moveTo>
                  <a:cubicBezTo>
                    <a:pt x="4692" y="269"/>
                    <a:pt x="4788" y="388"/>
                    <a:pt x="4788" y="483"/>
                  </a:cubicBezTo>
                  <a:lnTo>
                    <a:pt x="4788" y="650"/>
                  </a:lnTo>
                  <a:cubicBezTo>
                    <a:pt x="4645" y="650"/>
                    <a:pt x="4526" y="673"/>
                    <a:pt x="4383" y="721"/>
                  </a:cubicBezTo>
                  <a:lnTo>
                    <a:pt x="4383" y="483"/>
                  </a:lnTo>
                  <a:cubicBezTo>
                    <a:pt x="4383" y="364"/>
                    <a:pt x="4502" y="269"/>
                    <a:pt x="4621" y="269"/>
                  </a:cubicBezTo>
                  <a:close/>
                  <a:moveTo>
                    <a:pt x="6276" y="816"/>
                  </a:moveTo>
                  <a:cubicBezTo>
                    <a:pt x="6330" y="816"/>
                    <a:pt x="6383" y="840"/>
                    <a:pt x="6431" y="888"/>
                  </a:cubicBezTo>
                  <a:cubicBezTo>
                    <a:pt x="6526" y="983"/>
                    <a:pt x="6526" y="1102"/>
                    <a:pt x="6431" y="1197"/>
                  </a:cubicBezTo>
                  <a:lnTo>
                    <a:pt x="6288" y="1340"/>
                  </a:lnTo>
                  <a:cubicBezTo>
                    <a:pt x="6240" y="1269"/>
                    <a:pt x="6193" y="1245"/>
                    <a:pt x="6121" y="1197"/>
                  </a:cubicBezTo>
                  <a:cubicBezTo>
                    <a:pt x="6074" y="1126"/>
                    <a:pt x="6002" y="1102"/>
                    <a:pt x="5978" y="1031"/>
                  </a:cubicBezTo>
                  <a:lnTo>
                    <a:pt x="6121" y="888"/>
                  </a:lnTo>
                  <a:cubicBezTo>
                    <a:pt x="6169" y="840"/>
                    <a:pt x="6222" y="816"/>
                    <a:pt x="6276" y="816"/>
                  </a:cubicBezTo>
                  <a:close/>
                  <a:moveTo>
                    <a:pt x="2799" y="1245"/>
                  </a:moveTo>
                  <a:cubicBezTo>
                    <a:pt x="2853" y="1245"/>
                    <a:pt x="2906" y="1269"/>
                    <a:pt x="2954" y="1316"/>
                  </a:cubicBezTo>
                  <a:lnTo>
                    <a:pt x="3144" y="1507"/>
                  </a:lnTo>
                  <a:lnTo>
                    <a:pt x="2859" y="1817"/>
                  </a:lnTo>
                  <a:lnTo>
                    <a:pt x="2644" y="1602"/>
                  </a:lnTo>
                  <a:cubicBezTo>
                    <a:pt x="2549" y="1507"/>
                    <a:pt x="2549" y="1388"/>
                    <a:pt x="2644" y="1316"/>
                  </a:cubicBezTo>
                  <a:cubicBezTo>
                    <a:pt x="2692" y="1269"/>
                    <a:pt x="2746" y="1245"/>
                    <a:pt x="2799" y="1245"/>
                  </a:cubicBezTo>
                  <a:close/>
                  <a:moveTo>
                    <a:pt x="6883" y="2531"/>
                  </a:moveTo>
                  <a:cubicBezTo>
                    <a:pt x="7002" y="2531"/>
                    <a:pt x="7074" y="2650"/>
                    <a:pt x="7074" y="2769"/>
                  </a:cubicBezTo>
                  <a:cubicBezTo>
                    <a:pt x="7026" y="2888"/>
                    <a:pt x="6931" y="2936"/>
                    <a:pt x="6836" y="2936"/>
                  </a:cubicBezTo>
                  <a:lnTo>
                    <a:pt x="6645" y="2936"/>
                  </a:lnTo>
                  <a:cubicBezTo>
                    <a:pt x="6669" y="2817"/>
                    <a:pt x="6693" y="2674"/>
                    <a:pt x="6693" y="2531"/>
                  </a:cubicBezTo>
                  <a:close/>
                  <a:moveTo>
                    <a:pt x="1573" y="2483"/>
                  </a:moveTo>
                  <a:cubicBezTo>
                    <a:pt x="1626" y="2483"/>
                    <a:pt x="1680" y="2507"/>
                    <a:pt x="1716" y="2555"/>
                  </a:cubicBezTo>
                  <a:lnTo>
                    <a:pt x="1930" y="2769"/>
                  </a:lnTo>
                  <a:lnTo>
                    <a:pt x="1644" y="3055"/>
                  </a:lnTo>
                  <a:lnTo>
                    <a:pt x="1430" y="2864"/>
                  </a:lnTo>
                  <a:cubicBezTo>
                    <a:pt x="1335" y="2769"/>
                    <a:pt x="1335" y="2650"/>
                    <a:pt x="1430" y="2555"/>
                  </a:cubicBezTo>
                  <a:cubicBezTo>
                    <a:pt x="1465" y="2507"/>
                    <a:pt x="1519" y="2483"/>
                    <a:pt x="1573" y="2483"/>
                  </a:cubicBezTo>
                  <a:close/>
                  <a:moveTo>
                    <a:pt x="763" y="4246"/>
                  </a:moveTo>
                  <a:cubicBezTo>
                    <a:pt x="739" y="4365"/>
                    <a:pt x="715" y="4531"/>
                    <a:pt x="715" y="4674"/>
                  </a:cubicBezTo>
                  <a:lnTo>
                    <a:pt x="525" y="4674"/>
                  </a:lnTo>
                  <a:cubicBezTo>
                    <a:pt x="406" y="4674"/>
                    <a:pt x="310" y="4555"/>
                    <a:pt x="310" y="4436"/>
                  </a:cubicBezTo>
                  <a:cubicBezTo>
                    <a:pt x="382" y="4341"/>
                    <a:pt x="477" y="4246"/>
                    <a:pt x="572" y="4246"/>
                  </a:cubicBezTo>
                  <a:close/>
                  <a:moveTo>
                    <a:pt x="5764" y="4127"/>
                  </a:moveTo>
                  <a:lnTo>
                    <a:pt x="5978" y="4341"/>
                  </a:lnTo>
                  <a:cubicBezTo>
                    <a:pt x="6074" y="4436"/>
                    <a:pt x="6074" y="4555"/>
                    <a:pt x="5978" y="4650"/>
                  </a:cubicBezTo>
                  <a:cubicBezTo>
                    <a:pt x="5931" y="4686"/>
                    <a:pt x="5877" y="4704"/>
                    <a:pt x="5827" y="4704"/>
                  </a:cubicBezTo>
                  <a:cubicBezTo>
                    <a:pt x="5776" y="4704"/>
                    <a:pt x="5728" y="4686"/>
                    <a:pt x="5693" y="4650"/>
                  </a:cubicBezTo>
                  <a:lnTo>
                    <a:pt x="5478" y="4436"/>
                  </a:lnTo>
                  <a:lnTo>
                    <a:pt x="5764" y="4127"/>
                  </a:lnTo>
                  <a:close/>
                  <a:moveTo>
                    <a:pt x="4549" y="5389"/>
                  </a:moveTo>
                  <a:lnTo>
                    <a:pt x="4764" y="5603"/>
                  </a:lnTo>
                  <a:cubicBezTo>
                    <a:pt x="4859" y="5675"/>
                    <a:pt x="4859" y="5794"/>
                    <a:pt x="4764" y="5889"/>
                  </a:cubicBezTo>
                  <a:cubicBezTo>
                    <a:pt x="4716" y="5936"/>
                    <a:pt x="4663" y="5960"/>
                    <a:pt x="4609" y="5960"/>
                  </a:cubicBezTo>
                  <a:cubicBezTo>
                    <a:pt x="4555" y="5960"/>
                    <a:pt x="4502" y="5936"/>
                    <a:pt x="4454" y="5889"/>
                  </a:cubicBezTo>
                  <a:lnTo>
                    <a:pt x="4264" y="5675"/>
                  </a:lnTo>
                  <a:lnTo>
                    <a:pt x="4549" y="5389"/>
                  </a:lnTo>
                  <a:close/>
                  <a:moveTo>
                    <a:pt x="4788" y="989"/>
                  </a:moveTo>
                  <a:cubicBezTo>
                    <a:pt x="5186" y="989"/>
                    <a:pt x="5585" y="1138"/>
                    <a:pt x="5883" y="1436"/>
                  </a:cubicBezTo>
                  <a:cubicBezTo>
                    <a:pt x="6478" y="2031"/>
                    <a:pt x="6478" y="3031"/>
                    <a:pt x="5883" y="3626"/>
                  </a:cubicBezTo>
                  <a:lnTo>
                    <a:pt x="3716" y="5794"/>
                  </a:lnTo>
                  <a:cubicBezTo>
                    <a:pt x="3418" y="6091"/>
                    <a:pt x="3019" y="6240"/>
                    <a:pt x="2620" y="6240"/>
                  </a:cubicBezTo>
                  <a:cubicBezTo>
                    <a:pt x="2222" y="6240"/>
                    <a:pt x="1823" y="6091"/>
                    <a:pt x="1525" y="5794"/>
                  </a:cubicBezTo>
                  <a:cubicBezTo>
                    <a:pt x="930" y="5198"/>
                    <a:pt x="930" y="4198"/>
                    <a:pt x="1525" y="3603"/>
                  </a:cubicBezTo>
                  <a:lnTo>
                    <a:pt x="3692" y="1436"/>
                  </a:lnTo>
                  <a:cubicBezTo>
                    <a:pt x="3990" y="1138"/>
                    <a:pt x="4389" y="989"/>
                    <a:pt x="4788" y="989"/>
                  </a:cubicBezTo>
                  <a:close/>
                  <a:moveTo>
                    <a:pt x="1120" y="5865"/>
                  </a:moveTo>
                  <a:cubicBezTo>
                    <a:pt x="1168" y="5913"/>
                    <a:pt x="1215" y="5960"/>
                    <a:pt x="1239" y="6008"/>
                  </a:cubicBezTo>
                  <a:cubicBezTo>
                    <a:pt x="1335" y="6079"/>
                    <a:pt x="1406" y="6103"/>
                    <a:pt x="1430" y="6151"/>
                  </a:cubicBezTo>
                  <a:lnTo>
                    <a:pt x="1287" y="6317"/>
                  </a:lnTo>
                  <a:cubicBezTo>
                    <a:pt x="1239" y="6353"/>
                    <a:pt x="1186" y="6371"/>
                    <a:pt x="1132" y="6371"/>
                  </a:cubicBezTo>
                  <a:cubicBezTo>
                    <a:pt x="1078" y="6371"/>
                    <a:pt x="1025" y="6353"/>
                    <a:pt x="977" y="6317"/>
                  </a:cubicBezTo>
                  <a:cubicBezTo>
                    <a:pt x="882" y="6222"/>
                    <a:pt x="882" y="6103"/>
                    <a:pt x="977" y="6008"/>
                  </a:cubicBezTo>
                  <a:lnTo>
                    <a:pt x="1120" y="5865"/>
                  </a:lnTo>
                  <a:close/>
                  <a:moveTo>
                    <a:pt x="3025" y="6508"/>
                  </a:moveTo>
                  <a:lnTo>
                    <a:pt x="3025" y="6722"/>
                  </a:lnTo>
                  <a:cubicBezTo>
                    <a:pt x="3025" y="6841"/>
                    <a:pt x="2906" y="6937"/>
                    <a:pt x="2787" y="6937"/>
                  </a:cubicBezTo>
                  <a:cubicBezTo>
                    <a:pt x="2716" y="6937"/>
                    <a:pt x="2620" y="6818"/>
                    <a:pt x="2620" y="6722"/>
                  </a:cubicBezTo>
                  <a:lnTo>
                    <a:pt x="2620" y="6556"/>
                  </a:lnTo>
                  <a:lnTo>
                    <a:pt x="2835" y="6556"/>
                  </a:lnTo>
                  <a:cubicBezTo>
                    <a:pt x="2882" y="6556"/>
                    <a:pt x="2954" y="6508"/>
                    <a:pt x="3025" y="6508"/>
                  </a:cubicBezTo>
                  <a:close/>
                  <a:moveTo>
                    <a:pt x="4584" y="1"/>
                  </a:moveTo>
                  <a:cubicBezTo>
                    <a:pt x="4292" y="1"/>
                    <a:pt x="4073" y="224"/>
                    <a:pt x="4073" y="507"/>
                  </a:cubicBezTo>
                  <a:lnTo>
                    <a:pt x="4073" y="840"/>
                  </a:lnTo>
                  <a:cubicBezTo>
                    <a:pt x="3859" y="912"/>
                    <a:pt x="3645" y="1078"/>
                    <a:pt x="3502" y="1221"/>
                  </a:cubicBezTo>
                  <a:lnTo>
                    <a:pt x="3406" y="1316"/>
                  </a:lnTo>
                  <a:lnTo>
                    <a:pt x="3216" y="1102"/>
                  </a:lnTo>
                  <a:cubicBezTo>
                    <a:pt x="3109" y="995"/>
                    <a:pt x="2972" y="941"/>
                    <a:pt x="2835" y="941"/>
                  </a:cubicBezTo>
                  <a:cubicBezTo>
                    <a:pt x="2698" y="941"/>
                    <a:pt x="2561" y="995"/>
                    <a:pt x="2454" y="1102"/>
                  </a:cubicBezTo>
                  <a:cubicBezTo>
                    <a:pt x="2263" y="1316"/>
                    <a:pt x="2263" y="1626"/>
                    <a:pt x="2454" y="1840"/>
                  </a:cubicBezTo>
                  <a:lnTo>
                    <a:pt x="2668" y="2055"/>
                  </a:lnTo>
                  <a:lnTo>
                    <a:pt x="2168" y="2555"/>
                  </a:lnTo>
                  <a:lnTo>
                    <a:pt x="1954" y="2340"/>
                  </a:lnTo>
                  <a:cubicBezTo>
                    <a:pt x="1851" y="2238"/>
                    <a:pt x="1721" y="2188"/>
                    <a:pt x="1592" y="2188"/>
                  </a:cubicBezTo>
                  <a:cubicBezTo>
                    <a:pt x="1422" y="2188"/>
                    <a:pt x="1252" y="2273"/>
                    <a:pt x="1144" y="2436"/>
                  </a:cubicBezTo>
                  <a:cubicBezTo>
                    <a:pt x="1025" y="2650"/>
                    <a:pt x="1073" y="2912"/>
                    <a:pt x="1239" y="3103"/>
                  </a:cubicBezTo>
                  <a:lnTo>
                    <a:pt x="1430" y="3269"/>
                  </a:lnTo>
                  <a:lnTo>
                    <a:pt x="1335" y="3365"/>
                  </a:lnTo>
                  <a:cubicBezTo>
                    <a:pt x="1144" y="3531"/>
                    <a:pt x="1025" y="3722"/>
                    <a:pt x="953" y="3936"/>
                  </a:cubicBezTo>
                  <a:lnTo>
                    <a:pt x="620" y="3936"/>
                  </a:lnTo>
                  <a:cubicBezTo>
                    <a:pt x="358" y="3936"/>
                    <a:pt x="120" y="4127"/>
                    <a:pt x="72" y="4365"/>
                  </a:cubicBezTo>
                  <a:cubicBezTo>
                    <a:pt x="1" y="4698"/>
                    <a:pt x="263" y="5008"/>
                    <a:pt x="572" y="5008"/>
                  </a:cubicBezTo>
                  <a:lnTo>
                    <a:pt x="763" y="5008"/>
                  </a:lnTo>
                  <a:cubicBezTo>
                    <a:pt x="811" y="5198"/>
                    <a:pt x="882" y="5413"/>
                    <a:pt x="977" y="5603"/>
                  </a:cubicBezTo>
                  <a:lnTo>
                    <a:pt x="811" y="5770"/>
                  </a:lnTo>
                  <a:cubicBezTo>
                    <a:pt x="596" y="5984"/>
                    <a:pt x="596" y="6317"/>
                    <a:pt x="811" y="6508"/>
                  </a:cubicBezTo>
                  <a:cubicBezTo>
                    <a:pt x="906" y="6615"/>
                    <a:pt x="1037" y="6669"/>
                    <a:pt x="1171" y="6669"/>
                  </a:cubicBezTo>
                  <a:cubicBezTo>
                    <a:pt x="1305" y="6669"/>
                    <a:pt x="1442" y="6615"/>
                    <a:pt x="1549" y="6508"/>
                  </a:cubicBezTo>
                  <a:lnTo>
                    <a:pt x="1716" y="6341"/>
                  </a:lnTo>
                  <a:cubicBezTo>
                    <a:pt x="1906" y="6460"/>
                    <a:pt x="2120" y="6508"/>
                    <a:pt x="2311" y="6556"/>
                  </a:cubicBezTo>
                  <a:lnTo>
                    <a:pt x="2311" y="6722"/>
                  </a:lnTo>
                  <a:cubicBezTo>
                    <a:pt x="2311" y="6984"/>
                    <a:pt x="2525" y="7222"/>
                    <a:pt x="2787" y="7270"/>
                  </a:cubicBezTo>
                  <a:cubicBezTo>
                    <a:pt x="2802" y="7271"/>
                    <a:pt x="2816" y="7272"/>
                    <a:pt x="2830" y="7272"/>
                  </a:cubicBezTo>
                  <a:cubicBezTo>
                    <a:pt x="3120" y="7272"/>
                    <a:pt x="3359" y="7041"/>
                    <a:pt x="3359" y="6746"/>
                  </a:cubicBezTo>
                  <a:lnTo>
                    <a:pt x="3359" y="6437"/>
                  </a:lnTo>
                  <a:cubicBezTo>
                    <a:pt x="3573" y="6341"/>
                    <a:pt x="3787" y="6198"/>
                    <a:pt x="3930" y="6032"/>
                  </a:cubicBezTo>
                  <a:lnTo>
                    <a:pt x="4026" y="5960"/>
                  </a:lnTo>
                  <a:lnTo>
                    <a:pt x="4216" y="6151"/>
                  </a:lnTo>
                  <a:cubicBezTo>
                    <a:pt x="4323" y="6258"/>
                    <a:pt x="4460" y="6312"/>
                    <a:pt x="4597" y="6312"/>
                  </a:cubicBezTo>
                  <a:cubicBezTo>
                    <a:pt x="4734" y="6312"/>
                    <a:pt x="4871" y="6258"/>
                    <a:pt x="4978" y="6151"/>
                  </a:cubicBezTo>
                  <a:cubicBezTo>
                    <a:pt x="5169" y="5960"/>
                    <a:pt x="5169" y="5627"/>
                    <a:pt x="4978" y="5413"/>
                  </a:cubicBezTo>
                  <a:lnTo>
                    <a:pt x="4764" y="5198"/>
                  </a:lnTo>
                  <a:lnTo>
                    <a:pt x="5264" y="4698"/>
                  </a:lnTo>
                  <a:lnTo>
                    <a:pt x="5478" y="4912"/>
                  </a:lnTo>
                  <a:cubicBezTo>
                    <a:pt x="5582" y="5017"/>
                    <a:pt x="5718" y="5071"/>
                    <a:pt x="5854" y="5071"/>
                  </a:cubicBezTo>
                  <a:cubicBezTo>
                    <a:pt x="6029" y="5071"/>
                    <a:pt x="6205" y="4981"/>
                    <a:pt x="6312" y="4793"/>
                  </a:cubicBezTo>
                  <a:cubicBezTo>
                    <a:pt x="6431" y="4579"/>
                    <a:pt x="6359" y="4341"/>
                    <a:pt x="6216" y="4174"/>
                  </a:cubicBezTo>
                  <a:lnTo>
                    <a:pt x="6050" y="3984"/>
                  </a:lnTo>
                  <a:lnTo>
                    <a:pt x="6121" y="3888"/>
                  </a:lnTo>
                  <a:cubicBezTo>
                    <a:pt x="6312" y="3722"/>
                    <a:pt x="6431" y="3531"/>
                    <a:pt x="6526" y="3341"/>
                  </a:cubicBezTo>
                  <a:lnTo>
                    <a:pt x="6836" y="3341"/>
                  </a:lnTo>
                  <a:cubicBezTo>
                    <a:pt x="7121" y="3341"/>
                    <a:pt x="7383" y="3103"/>
                    <a:pt x="7383" y="2817"/>
                  </a:cubicBezTo>
                  <a:cubicBezTo>
                    <a:pt x="7383" y="2531"/>
                    <a:pt x="7145" y="2293"/>
                    <a:pt x="6859" y="2293"/>
                  </a:cubicBezTo>
                  <a:lnTo>
                    <a:pt x="6669" y="2293"/>
                  </a:lnTo>
                  <a:cubicBezTo>
                    <a:pt x="6621" y="2079"/>
                    <a:pt x="6574" y="1864"/>
                    <a:pt x="6455" y="1698"/>
                  </a:cubicBezTo>
                  <a:lnTo>
                    <a:pt x="6621" y="1507"/>
                  </a:lnTo>
                  <a:cubicBezTo>
                    <a:pt x="6836" y="1316"/>
                    <a:pt x="6836" y="983"/>
                    <a:pt x="6621" y="769"/>
                  </a:cubicBezTo>
                  <a:cubicBezTo>
                    <a:pt x="6526" y="662"/>
                    <a:pt x="6395" y="608"/>
                    <a:pt x="6261" y="608"/>
                  </a:cubicBezTo>
                  <a:cubicBezTo>
                    <a:pt x="6127" y="608"/>
                    <a:pt x="5990" y="662"/>
                    <a:pt x="5883" y="769"/>
                  </a:cubicBezTo>
                  <a:lnTo>
                    <a:pt x="5716" y="959"/>
                  </a:lnTo>
                  <a:cubicBezTo>
                    <a:pt x="5526" y="840"/>
                    <a:pt x="5312" y="769"/>
                    <a:pt x="5121" y="745"/>
                  </a:cubicBezTo>
                  <a:lnTo>
                    <a:pt x="5121" y="531"/>
                  </a:lnTo>
                  <a:cubicBezTo>
                    <a:pt x="5121" y="269"/>
                    <a:pt x="4907" y="30"/>
                    <a:pt x="4669" y="7"/>
                  </a:cubicBezTo>
                  <a:cubicBezTo>
                    <a:pt x="4640" y="3"/>
                    <a:pt x="4612" y="1"/>
                    <a:pt x="45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96"/>
            <p:cNvSpPr/>
            <p:nvPr/>
          </p:nvSpPr>
          <p:spPr>
            <a:xfrm>
              <a:off x="6447853" y="3029768"/>
              <a:ext cx="191638" cy="184760"/>
            </a:xfrm>
            <a:custGeom>
              <a:rect b="b" l="l" r="r" t="t"/>
              <a:pathLst>
                <a:path extrusionOk="0" h="5695" w="5907">
                  <a:moveTo>
                    <a:pt x="2239" y="357"/>
                  </a:moveTo>
                  <a:cubicBezTo>
                    <a:pt x="2311" y="381"/>
                    <a:pt x="2358" y="405"/>
                    <a:pt x="2358" y="477"/>
                  </a:cubicBezTo>
                  <a:lnTo>
                    <a:pt x="2358" y="596"/>
                  </a:lnTo>
                  <a:cubicBezTo>
                    <a:pt x="2334" y="596"/>
                    <a:pt x="2263" y="596"/>
                    <a:pt x="2239" y="548"/>
                  </a:cubicBezTo>
                  <a:lnTo>
                    <a:pt x="2120" y="548"/>
                  </a:lnTo>
                  <a:lnTo>
                    <a:pt x="2120" y="477"/>
                  </a:lnTo>
                  <a:cubicBezTo>
                    <a:pt x="2120" y="405"/>
                    <a:pt x="2192" y="357"/>
                    <a:pt x="2239" y="357"/>
                  </a:cubicBezTo>
                  <a:close/>
                  <a:moveTo>
                    <a:pt x="929" y="780"/>
                  </a:moveTo>
                  <a:cubicBezTo>
                    <a:pt x="959" y="780"/>
                    <a:pt x="989" y="798"/>
                    <a:pt x="1025" y="834"/>
                  </a:cubicBezTo>
                  <a:lnTo>
                    <a:pt x="1120" y="929"/>
                  </a:lnTo>
                  <a:cubicBezTo>
                    <a:pt x="1120" y="929"/>
                    <a:pt x="1025" y="977"/>
                    <a:pt x="1025" y="1000"/>
                  </a:cubicBezTo>
                  <a:lnTo>
                    <a:pt x="929" y="1096"/>
                  </a:lnTo>
                  <a:lnTo>
                    <a:pt x="834" y="1000"/>
                  </a:lnTo>
                  <a:cubicBezTo>
                    <a:pt x="787" y="953"/>
                    <a:pt x="787" y="881"/>
                    <a:pt x="834" y="834"/>
                  </a:cubicBezTo>
                  <a:cubicBezTo>
                    <a:pt x="870" y="798"/>
                    <a:pt x="900" y="780"/>
                    <a:pt x="929" y="780"/>
                  </a:cubicBezTo>
                  <a:close/>
                  <a:moveTo>
                    <a:pt x="3585" y="1114"/>
                  </a:moveTo>
                  <a:cubicBezTo>
                    <a:pt x="3614" y="1114"/>
                    <a:pt x="3644" y="1131"/>
                    <a:pt x="3668" y="1167"/>
                  </a:cubicBezTo>
                  <a:cubicBezTo>
                    <a:pt x="3740" y="1215"/>
                    <a:pt x="3740" y="1286"/>
                    <a:pt x="3668" y="1334"/>
                  </a:cubicBezTo>
                  <a:lnTo>
                    <a:pt x="3549" y="1453"/>
                  </a:lnTo>
                  <a:lnTo>
                    <a:pt x="3382" y="1286"/>
                  </a:lnTo>
                  <a:lnTo>
                    <a:pt x="3501" y="1167"/>
                  </a:lnTo>
                  <a:cubicBezTo>
                    <a:pt x="3525" y="1131"/>
                    <a:pt x="3555" y="1114"/>
                    <a:pt x="3585" y="1114"/>
                  </a:cubicBezTo>
                  <a:close/>
                  <a:moveTo>
                    <a:pt x="572" y="2120"/>
                  </a:moveTo>
                  <a:cubicBezTo>
                    <a:pt x="572" y="2191"/>
                    <a:pt x="572" y="2263"/>
                    <a:pt x="596" y="2358"/>
                  </a:cubicBezTo>
                  <a:lnTo>
                    <a:pt x="477" y="2358"/>
                  </a:lnTo>
                  <a:cubicBezTo>
                    <a:pt x="429" y="2358"/>
                    <a:pt x="358" y="2286"/>
                    <a:pt x="358" y="2239"/>
                  </a:cubicBezTo>
                  <a:cubicBezTo>
                    <a:pt x="358" y="2167"/>
                    <a:pt x="429" y="2120"/>
                    <a:pt x="477" y="2120"/>
                  </a:cubicBezTo>
                  <a:close/>
                  <a:moveTo>
                    <a:pt x="4561" y="2066"/>
                  </a:moveTo>
                  <a:cubicBezTo>
                    <a:pt x="4591" y="2066"/>
                    <a:pt x="4621" y="2084"/>
                    <a:pt x="4644" y="2120"/>
                  </a:cubicBezTo>
                  <a:cubicBezTo>
                    <a:pt x="4716" y="2167"/>
                    <a:pt x="4716" y="2215"/>
                    <a:pt x="4644" y="2286"/>
                  </a:cubicBezTo>
                  <a:lnTo>
                    <a:pt x="4502" y="2406"/>
                  </a:lnTo>
                  <a:lnTo>
                    <a:pt x="4335" y="2215"/>
                  </a:lnTo>
                  <a:lnTo>
                    <a:pt x="4478" y="2120"/>
                  </a:lnTo>
                  <a:cubicBezTo>
                    <a:pt x="4502" y="2084"/>
                    <a:pt x="4531" y="2066"/>
                    <a:pt x="4561" y="2066"/>
                  </a:cubicBezTo>
                  <a:close/>
                  <a:moveTo>
                    <a:pt x="5311" y="3453"/>
                  </a:moveTo>
                  <a:cubicBezTo>
                    <a:pt x="5359" y="3453"/>
                    <a:pt x="5430" y="3501"/>
                    <a:pt x="5430" y="3572"/>
                  </a:cubicBezTo>
                  <a:cubicBezTo>
                    <a:pt x="5430" y="3620"/>
                    <a:pt x="5359" y="3691"/>
                    <a:pt x="5311" y="3691"/>
                  </a:cubicBezTo>
                  <a:lnTo>
                    <a:pt x="5216" y="3691"/>
                  </a:lnTo>
                  <a:cubicBezTo>
                    <a:pt x="5216" y="3596"/>
                    <a:pt x="5216" y="3525"/>
                    <a:pt x="5192" y="3453"/>
                  </a:cubicBezTo>
                  <a:close/>
                  <a:moveTo>
                    <a:pt x="1287" y="3358"/>
                  </a:moveTo>
                  <a:lnTo>
                    <a:pt x="1477" y="3549"/>
                  </a:lnTo>
                  <a:lnTo>
                    <a:pt x="1358" y="3668"/>
                  </a:lnTo>
                  <a:cubicBezTo>
                    <a:pt x="1322" y="3691"/>
                    <a:pt x="1293" y="3703"/>
                    <a:pt x="1263" y="3703"/>
                  </a:cubicBezTo>
                  <a:cubicBezTo>
                    <a:pt x="1233" y="3703"/>
                    <a:pt x="1203" y="3691"/>
                    <a:pt x="1168" y="3668"/>
                  </a:cubicBezTo>
                  <a:cubicBezTo>
                    <a:pt x="1096" y="3596"/>
                    <a:pt x="1096" y="3549"/>
                    <a:pt x="1168" y="3477"/>
                  </a:cubicBezTo>
                  <a:lnTo>
                    <a:pt x="1287" y="3358"/>
                  </a:lnTo>
                  <a:close/>
                  <a:moveTo>
                    <a:pt x="2239" y="4334"/>
                  </a:moveTo>
                  <a:lnTo>
                    <a:pt x="2427" y="4522"/>
                  </a:lnTo>
                  <a:lnTo>
                    <a:pt x="2427" y="4522"/>
                  </a:lnTo>
                  <a:cubicBezTo>
                    <a:pt x="2410" y="4525"/>
                    <a:pt x="2311" y="4644"/>
                    <a:pt x="2311" y="4644"/>
                  </a:cubicBezTo>
                  <a:cubicBezTo>
                    <a:pt x="2275" y="4668"/>
                    <a:pt x="2245" y="4680"/>
                    <a:pt x="2215" y="4680"/>
                  </a:cubicBezTo>
                  <a:cubicBezTo>
                    <a:pt x="2186" y="4680"/>
                    <a:pt x="2156" y="4668"/>
                    <a:pt x="2120" y="4644"/>
                  </a:cubicBezTo>
                  <a:cubicBezTo>
                    <a:pt x="2072" y="4573"/>
                    <a:pt x="2072" y="4525"/>
                    <a:pt x="2120" y="4454"/>
                  </a:cubicBezTo>
                  <a:lnTo>
                    <a:pt x="2239" y="4334"/>
                  </a:lnTo>
                  <a:close/>
                  <a:moveTo>
                    <a:pt x="2048" y="909"/>
                  </a:moveTo>
                  <a:cubicBezTo>
                    <a:pt x="2356" y="909"/>
                    <a:pt x="2668" y="1029"/>
                    <a:pt x="2906" y="1239"/>
                  </a:cubicBezTo>
                  <a:lnTo>
                    <a:pt x="4573" y="2906"/>
                  </a:lnTo>
                  <a:cubicBezTo>
                    <a:pt x="5002" y="3358"/>
                    <a:pt x="5002" y="4096"/>
                    <a:pt x="4573" y="4549"/>
                  </a:cubicBezTo>
                  <a:cubicBezTo>
                    <a:pt x="4347" y="4775"/>
                    <a:pt x="4049" y="4888"/>
                    <a:pt x="3751" y="4888"/>
                  </a:cubicBezTo>
                  <a:cubicBezTo>
                    <a:pt x="3454" y="4888"/>
                    <a:pt x="3156" y="4775"/>
                    <a:pt x="2930" y="4549"/>
                  </a:cubicBezTo>
                  <a:lnTo>
                    <a:pt x="1430" y="3072"/>
                  </a:lnTo>
                  <a:cubicBezTo>
                    <a:pt x="1263" y="2882"/>
                    <a:pt x="1048" y="2715"/>
                    <a:pt x="1001" y="2477"/>
                  </a:cubicBezTo>
                  <a:cubicBezTo>
                    <a:pt x="810" y="1953"/>
                    <a:pt x="1001" y="1382"/>
                    <a:pt x="1430" y="1096"/>
                  </a:cubicBezTo>
                  <a:cubicBezTo>
                    <a:pt x="1616" y="968"/>
                    <a:pt x="1831" y="909"/>
                    <a:pt x="2048" y="909"/>
                  </a:cubicBezTo>
                  <a:close/>
                  <a:moveTo>
                    <a:pt x="4859" y="4692"/>
                  </a:moveTo>
                  <a:lnTo>
                    <a:pt x="4954" y="4787"/>
                  </a:lnTo>
                  <a:cubicBezTo>
                    <a:pt x="5002" y="4858"/>
                    <a:pt x="5002" y="4906"/>
                    <a:pt x="4954" y="4977"/>
                  </a:cubicBezTo>
                  <a:cubicBezTo>
                    <a:pt x="4918" y="5001"/>
                    <a:pt x="4889" y="5013"/>
                    <a:pt x="4859" y="5013"/>
                  </a:cubicBezTo>
                  <a:cubicBezTo>
                    <a:pt x="4829" y="5013"/>
                    <a:pt x="4799" y="5001"/>
                    <a:pt x="4764" y="4977"/>
                  </a:cubicBezTo>
                  <a:lnTo>
                    <a:pt x="4692" y="4882"/>
                  </a:lnTo>
                  <a:lnTo>
                    <a:pt x="4716" y="4858"/>
                  </a:lnTo>
                  <a:cubicBezTo>
                    <a:pt x="4764" y="4787"/>
                    <a:pt x="4835" y="4763"/>
                    <a:pt x="4859" y="4692"/>
                  </a:cubicBezTo>
                  <a:close/>
                  <a:moveTo>
                    <a:pt x="3430" y="5168"/>
                  </a:moveTo>
                  <a:cubicBezTo>
                    <a:pt x="3454" y="5168"/>
                    <a:pt x="3525" y="5168"/>
                    <a:pt x="3549" y="5216"/>
                  </a:cubicBezTo>
                  <a:lnTo>
                    <a:pt x="3668" y="5216"/>
                  </a:lnTo>
                  <a:lnTo>
                    <a:pt x="3668" y="5287"/>
                  </a:lnTo>
                  <a:cubicBezTo>
                    <a:pt x="3668" y="5359"/>
                    <a:pt x="3597" y="5406"/>
                    <a:pt x="3549" y="5406"/>
                  </a:cubicBezTo>
                  <a:cubicBezTo>
                    <a:pt x="3501" y="5406"/>
                    <a:pt x="3430" y="5359"/>
                    <a:pt x="3430" y="5287"/>
                  </a:cubicBezTo>
                  <a:lnTo>
                    <a:pt x="3430" y="5168"/>
                  </a:lnTo>
                  <a:close/>
                  <a:moveTo>
                    <a:pt x="2239" y="0"/>
                  </a:moveTo>
                  <a:cubicBezTo>
                    <a:pt x="2001" y="0"/>
                    <a:pt x="1787" y="429"/>
                    <a:pt x="1787" y="429"/>
                  </a:cubicBezTo>
                  <a:lnTo>
                    <a:pt x="1787" y="548"/>
                  </a:lnTo>
                  <a:cubicBezTo>
                    <a:pt x="1644" y="596"/>
                    <a:pt x="1501" y="643"/>
                    <a:pt x="1382" y="715"/>
                  </a:cubicBezTo>
                  <a:lnTo>
                    <a:pt x="1263" y="596"/>
                  </a:lnTo>
                  <a:cubicBezTo>
                    <a:pt x="1168" y="500"/>
                    <a:pt x="1054" y="453"/>
                    <a:pt x="941" y="453"/>
                  </a:cubicBezTo>
                  <a:cubicBezTo>
                    <a:pt x="828" y="453"/>
                    <a:pt x="715" y="500"/>
                    <a:pt x="620" y="596"/>
                  </a:cubicBezTo>
                  <a:cubicBezTo>
                    <a:pt x="453" y="762"/>
                    <a:pt x="453" y="1024"/>
                    <a:pt x="620" y="1215"/>
                  </a:cubicBezTo>
                  <a:lnTo>
                    <a:pt x="739" y="1334"/>
                  </a:lnTo>
                  <a:cubicBezTo>
                    <a:pt x="691" y="1453"/>
                    <a:pt x="620" y="1596"/>
                    <a:pt x="596" y="1739"/>
                  </a:cubicBezTo>
                  <a:lnTo>
                    <a:pt x="477" y="1739"/>
                  </a:lnTo>
                  <a:cubicBezTo>
                    <a:pt x="239" y="1739"/>
                    <a:pt x="72" y="1929"/>
                    <a:pt x="24" y="2144"/>
                  </a:cubicBezTo>
                  <a:cubicBezTo>
                    <a:pt x="1" y="2406"/>
                    <a:pt x="215" y="2620"/>
                    <a:pt x="477" y="2620"/>
                  </a:cubicBezTo>
                  <a:lnTo>
                    <a:pt x="715" y="2620"/>
                  </a:lnTo>
                  <a:cubicBezTo>
                    <a:pt x="787" y="2763"/>
                    <a:pt x="906" y="2906"/>
                    <a:pt x="1025" y="3025"/>
                  </a:cubicBezTo>
                  <a:lnTo>
                    <a:pt x="1072" y="3096"/>
                  </a:lnTo>
                  <a:lnTo>
                    <a:pt x="953" y="3215"/>
                  </a:lnTo>
                  <a:cubicBezTo>
                    <a:pt x="787" y="3382"/>
                    <a:pt x="787" y="3644"/>
                    <a:pt x="953" y="3834"/>
                  </a:cubicBezTo>
                  <a:cubicBezTo>
                    <a:pt x="1048" y="3918"/>
                    <a:pt x="1162" y="3959"/>
                    <a:pt x="1275" y="3959"/>
                  </a:cubicBezTo>
                  <a:cubicBezTo>
                    <a:pt x="1388" y="3959"/>
                    <a:pt x="1501" y="3918"/>
                    <a:pt x="1596" y="3834"/>
                  </a:cubicBezTo>
                  <a:lnTo>
                    <a:pt x="1691" y="3715"/>
                  </a:lnTo>
                  <a:lnTo>
                    <a:pt x="2025" y="4049"/>
                  </a:lnTo>
                  <a:lnTo>
                    <a:pt x="1906" y="4168"/>
                  </a:lnTo>
                  <a:cubicBezTo>
                    <a:pt x="1739" y="4334"/>
                    <a:pt x="1739" y="4596"/>
                    <a:pt x="1906" y="4787"/>
                  </a:cubicBezTo>
                  <a:cubicBezTo>
                    <a:pt x="2001" y="4882"/>
                    <a:pt x="2114" y="4930"/>
                    <a:pt x="2227" y="4930"/>
                  </a:cubicBezTo>
                  <a:cubicBezTo>
                    <a:pt x="2340" y="4930"/>
                    <a:pt x="2454" y="4882"/>
                    <a:pt x="2549" y="4787"/>
                  </a:cubicBezTo>
                  <a:lnTo>
                    <a:pt x="2668" y="4668"/>
                  </a:lnTo>
                  <a:lnTo>
                    <a:pt x="2715" y="4716"/>
                  </a:lnTo>
                  <a:cubicBezTo>
                    <a:pt x="2835" y="4835"/>
                    <a:pt x="2977" y="4977"/>
                    <a:pt x="3168" y="5025"/>
                  </a:cubicBezTo>
                  <a:lnTo>
                    <a:pt x="3168" y="5359"/>
                  </a:lnTo>
                  <a:cubicBezTo>
                    <a:pt x="3168" y="5454"/>
                    <a:pt x="3192" y="5501"/>
                    <a:pt x="3263" y="5573"/>
                  </a:cubicBezTo>
                  <a:cubicBezTo>
                    <a:pt x="3370" y="5659"/>
                    <a:pt x="3482" y="5695"/>
                    <a:pt x="3585" y="5695"/>
                  </a:cubicBezTo>
                  <a:cubicBezTo>
                    <a:pt x="3827" y="5695"/>
                    <a:pt x="4025" y="5497"/>
                    <a:pt x="4025" y="5263"/>
                  </a:cubicBezTo>
                  <a:lnTo>
                    <a:pt x="4025" y="5144"/>
                  </a:lnTo>
                  <a:cubicBezTo>
                    <a:pt x="4168" y="5120"/>
                    <a:pt x="4335" y="5049"/>
                    <a:pt x="4454" y="5001"/>
                  </a:cubicBezTo>
                  <a:lnTo>
                    <a:pt x="4573" y="5120"/>
                  </a:lnTo>
                  <a:cubicBezTo>
                    <a:pt x="4656" y="5204"/>
                    <a:pt x="4764" y="5245"/>
                    <a:pt x="4874" y="5245"/>
                  </a:cubicBezTo>
                  <a:cubicBezTo>
                    <a:pt x="4984" y="5245"/>
                    <a:pt x="5097" y="5204"/>
                    <a:pt x="5192" y="5120"/>
                  </a:cubicBezTo>
                  <a:cubicBezTo>
                    <a:pt x="5359" y="4930"/>
                    <a:pt x="5359" y="4668"/>
                    <a:pt x="5192" y="4477"/>
                  </a:cubicBezTo>
                  <a:lnTo>
                    <a:pt x="5073" y="4382"/>
                  </a:lnTo>
                  <a:cubicBezTo>
                    <a:pt x="5121" y="4263"/>
                    <a:pt x="5192" y="4096"/>
                    <a:pt x="5216" y="3953"/>
                  </a:cubicBezTo>
                  <a:lnTo>
                    <a:pt x="5407" y="3977"/>
                  </a:lnTo>
                  <a:cubicBezTo>
                    <a:pt x="5478" y="3977"/>
                    <a:pt x="5549" y="3953"/>
                    <a:pt x="5597" y="3906"/>
                  </a:cubicBezTo>
                  <a:cubicBezTo>
                    <a:pt x="5907" y="3549"/>
                    <a:pt x="5645" y="3120"/>
                    <a:pt x="5311" y="3120"/>
                  </a:cubicBezTo>
                  <a:lnTo>
                    <a:pt x="5097" y="3120"/>
                  </a:lnTo>
                  <a:cubicBezTo>
                    <a:pt x="5097" y="3120"/>
                    <a:pt x="4930" y="2810"/>
                    <a:pt x="4811" y="2667"/>
                  </a:cubicBezTo>
                  <a:lnTo>
                    <a:pt x="4740" y="2620"/>
                  </a:lnTo>
                  <a:lnTo>
                    <a:pt x="4859" y="2501"/>
                  </a:lnTo>
                  <a:cubicBezTo>
                    <a:pt x="5049" y="2310"/>
                    <a:pt x="5049" y="2048"/>
                    <a:pt x="4859" y="1882"/>
                  </a:cubicBezTo>
                  <a:cubicBezTo>
                    <a:pt x="4764" y="1786"/>
                    <a:pt x="4650" y="1739"/>
                    <a:pt x="4540" y="1739"/>
                  </a:cubicBezTo>
                  <a:cubicBezTo>
                    <a:pt x="4430" y="1739"/>
                    <a:pt x="4323" y="1786"/>
                    <a:pt x="4240" y="1882"/>
                  </a:cubicBezTo>
                  <a:lnTo>
                    <a:pt x="4121" y="1977"/>
                  </a:lnTo>
                  <a:lnTo>
                    <a:pt x="3787" y="1667"/>
                  </a:lnTo>
                  <a:lnTo>
                    <a:pt x="3906" y="1548"/>
                  </a:lnTo>
                  <a:cubicBezTo>
                    <a:pt x="4073" y="1358"/>
                    <a:pt x="4073" y="1096"/>
                    <a:pt x="3906" y="905"/>
                  </a:cubicBezTo>
                  <a:cubicBezTo>
                    <a:pt x="3811" y="822"/>
                    <a:pt x="3698" y="780"/>
                    <a:pt x="3588" y="780"/>
                  </a:cubicBezTo>
                  <a:cubicBezTo>
                    <a:pt x="3478" y="780"/>
                    <a:pt x="3370" y="822"/>
                    <a:pt x="3287" y="905"/>
                  </a:cubicBezTo>
                  <a:lnTo>
                    <a:pt x="3168" y="1024"/>
                  </a:lnTo>
                  <a:cubicBezTo>
                    <a:pt x="3001" y="881"/>
                    <a:pt x="2858" y="762"/>
                    <a:pt x="2692" y="667"/>
                  </a:cubicBezTo>
                  <a:lnTo>
                    <a:pt x="2692" y="429"/>
                  </a:lnTo>
                  <a:cubicBezTo>
                    <a:pt x="2692" y="191"/>
                    <a:pt x="2477" y="0"/>
                    <a:pt x="2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1" name="Google Shape;21151;p96"/>
          <p:cNvGrpSpPr/>
          <p:nvPr/>
        </p:nvGrpSpPr>
        <p:grpSpPr>
          <a:xfrm>
            <a:off x="7050848" y="2879185"/>
            <a:ext cx="292858" cy="351287"/>
            <a:chOff x="7052808" y="3031585"/>
            <a:chExt cx="292858" cy="351287"/>
          </a:xfrm>
        </p:grpSpPr>
        <p:sp>
          <p:nvSpPr>
            <p:cNvPr id="21152" name="Google Shape;21152;p96"/>
            <p:cNvSpPr/>
            <p:nvPr/>
          </p:nvSpPr>
          <p:spPr>
            <a:xfrm>
              <a:off x="7160971" y="3256898"/>
              <a:ext cx="143720" cy="37114"/>
            </a:xfrm>
            <a:custGeom>
              <a:rect b="b" l="l" r="r" t="t"/>
              <a:pathLst>
                <a:path extrusionOk="0" h="1144" w="4430">
                  <a:moveTo>
                    <a:pt x="0" y="1"/>
                  </a:moveTo>
                  <a:lnTo>
                    <a:pt x="0" y="1144"/>
                  </a:lnTo>
                  <a:lnTo>
                    <a:pt x="4144" y="1144"/>
                  </a:lnTo>
                  <a:cubicBezTo>
                    <a:pt x="4311" y="1144"/>
                    <a:pt x="4430" y="1025"/>
                    <a:pt x="4430" y="858"/>
                  </a:cubicBezTo>
                  <a:lnTo>
                    <a:pt x="4430" y="286"/>
                  </a:lnTo>
                  <a:cubicBezTo>
                    <a:pt x="4430" y="120"/>
                    <a:pt x="4311" y="1"/>
                    <a:pt x="4144"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96"/>
            <p:cNvSpPr/>
            <p:nvPr/>
          </p:nvSpPr>
          <p:spPr>
            <a:xfrm>
              <a:off x="7106890" y="3133292"/>
              <a:ext cx="76532" cy="169999"/>
            </a:xfrm>
            <a:custGeom>
              <a:rect b="b" l="l" r="r" t="t"/>
              <a:pathLst>
                <a:path extrusionOk="0" h="5240" w="2359">
                  <a:moveTo>
                    <a:pt x="953" y="0"/>
                  </a:moveTo>
                  <a:cubicBezTo>
                    <a:pt x="334" y="643"/>
                    <a:pt x="0" y="1477"/>
                    <a:pt x="0" y="2382"/>
                  </a:cubicBezTo>
                  <a:cubicBezTo>
                    <a:pt x="0" y="3525"/>
                    <a:pt x="572" y="4573"/>
                    <a:pt x="1525" y="5240"/>
                  </a:cubicBezTo>
                  <a:lnTo>
                    <a:pt x="2358" y="3977"/>
                  </a:lnTo>
                  <a:cubicBezTo>
                    <a:pt x="1810" y="3620"/>
                    <a:pt x="1477" y="3025"/>
                    <a:pt x="1477" y="2382"/>
                  </a:cubicBezTo>
                  <a:cubicBezTo>
                    <a:pt x="1477" y="1858"/>
                    <a:pt x="1667" y="1382"/>
                    <a:pt x="2025" y="1024"/>
                  </a:cubicBezTo>
                  <a:lnTo>
                    <a:pt x="953"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96"/>
            <p:cNvSpPr/>
            <p:nvPr/>
          </p:nvSpPr>
          <p:spPr>
            <a:xfrm>
              <a:off x="7106111" y="3134070"/>
              <a:ext cx="55671" cy="169999"/>
            </a:xfrm>
            <a:custGeom>
              <a:rect b="b" l="l" r="r" t="t"/>
              <a:pathLst>
                <a:path extrusionOk="0" h="5240" w="1716">
                  <a:moveTo>
                    <a:pt x="953" y="0"/>
                  </a:moveTo>
                  <a:cubicBezTo>
                    <a:pt x="310" y="643"/>
                    <a:pt x="1" y="1477"/>
                    <a:pt x="1" y="2382"/>
                  </a:cubicBezTo>
                  <a:cubicBezTo>
                    <a:pt x="1" y="3549"/>
                    <a:pt x="548" y="4573"/>
                    <a:pt x="1501" y="5239"/>
                  </a:cubicBezTo>
                  <a:lnTo>
                    <a:pt x="1715" y="4906"/>
                  </a:lnTo>
                  <a:cubicBezTo>
                    <a:pt x="1072" y="4215"/>
                    <a:pt x="644" y="3310"/>
                    <a:pt x="644" y="2358"/>
                  </a:cubicBezTo>
                  <a:cubicBezTo>
                    <a:pt x="644" y="1596"/>
                    <a:pt x="882" y="881"/>
                    <a:pt x="1310" y="334"/>
                  </a:cubicBezTo>
                  <a:lnTo>
                    <a:pt x="953"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96"/>
            <p:cNvSpPr/>
            <p:nvPr/>
          </p:nvSpPr>
          <p:spPr>
            <a:xfrm>
              <a:off x="7235135" y="3161874"/>
              <a:ext cx="62614" cy="61057"/>
            </a:xfrm>
            <a:custGeom>
              <a:rect b="b" l="l" r="r" t="t"/>
              <a:pathLst>
                <a:path extrusionOk="0" h="1882" w="1930">
                  <a:moveTo>
                    <a:pt x="739" y="1"/>
                  </a:moveTo>
                  <a:lnTo>
                    <a:pt x="1" y="834"/>
                  </a:lnTo>
                  <a:lnTo>
                    <a:pt x="1191" y="1882"/>
                  </a:lnTo>
                  <a:lnTo>
                    <a:pt x="1930" y="1048"/>
                  </a:lnTo>
                  <a:lnTo>
                    <a:pt x="739"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96"/>
            <p:cNvSpPr/>
            <p:nvPr/>
          </p:nvSpPr>
          <p:spPr>
            <a:xfrm>
              <a:off x="7235135" y="3161095"/>
              <a:ext cx="51032" cy="61089"/>
            </a:xfrm>
            <a:custGeom>
              <a:rect b="b" l="l" r="r" t="t"/>
              <a:pathLst>
                <a:path extrusionOk="0" h="1883" w="1573">
                  <a:moveTo>
                    <a:pt x="739" y="1"/>
                  </a:moveTo>
                  <a:lnTo>
                    <a:pt x="1" y="834"/>
                  </a:lnTo>
                  <a:lnTo>
                    <a:pt x="1191" y="1882"/>
                  </a:lnTo>
                  <a:lnTo>
                    <a:pt x="1572" y="1453"/>
                  </a:lnTo>
                  <a:lnTo>
                    <a:pt x="453" y="477"/>
                  </a:lnTo>
                  <a:lnTo>
                    <a:pt x="810" y="48"/>
                  </a:lnTo>
                  <a:lnTo>
                    <a:pt x="739"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96"/>
            <p:cNvSpPr/>
            <p:nvPr/>
          </p:nvSpPr>
          <p:spPr>
            <a:xfrm>
              <a:off x="7103029" y="3046768"/>
              <a:ext cx="65696" cy="63360"/>
            </a:xfrm>
            <a:custGeom>
              <a:rect b="b" l="l" r="r" t="t"/>
              <a:pathLst>
                <a:path extrusionOk="0" h="1953" w="2025">
                  <a:moveTo>
                    <a:pt x="596" y="0"/>
                  </a:moveTo>
                  <a:lnTo>
                    <a:pt x="0" y="691"/>
                  </a:lnTo>
                  <a:lnTo>
                    <a:pt x="1429" y="1953"/>
                  </a:lnTo>
                  <a:lnTo>
                    <a:pt x="2025" y="1262"/>
                  </a:lnTo>
                  <a:lnTo>
                    <a:pt x="596"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96"/>
            <p:cNvSpPr/>
            <p:nvPr/>
          </p:nvSpPr>
          <p:spPr>
            <a:xfrm>
              <a:off x="7103029" y="3045989"/>
              <a:ext cx="58753" cy="62614"/>
            </a:xfrm>
            <a:custGeom>
              <a:rect b="b" l="l" r="r" t="t"/>
              <a:pathLst>
                <a:path extrusionOk="0" h="1930" w="1811">
                  <a:moveTo>
                    <a:pt x="596" y="0"/>
                  </a:moveTo>
                  <a:lnTo>
                    <a:pt x="0" y="691"/>
                  </a:lnTo>
                  <a:lnTo>
                    <a:pt x="1429" y="1929"/>
                  </a:lnTo>
                  <a:lnTo>
                    <a:pt x="1810" y="1477"/>
                  </a:lnTo>
                  <a:lnTo>
                    <a:pt x="405" y="262"/>
                  </a:lnTo>
                  <a:lnTo>
                    <a:pt x="619" y="24"/>
                  </a:lnTo>
                  <a:lnTo>
                    <a:pt x="59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96"/>
            <p:cNvSpPr/>
            <p:nvPr/>
          </p:nvSpPr>
          <p:spPr>
            <a:xfrm>
              <a:off x="7122332" y="3061399"/>
              <a:ext cx="155335" cy="145797"/>
            </a:xfrm>
            <a:custGeom>
              <a:rect b="b" l="l" r="r" t="t"/>
              <a:pathLst>
                <a:path extrusionOk="0" h="4494" w="4788">
                  <a:moveTo>
                    <a:pt x="1368" y="1"/>
                  </a:moveTo>
                  <a:cubicBezTo>
                    <a:pt x="1272" y="1"/>
                    <a:pt x="1174" y="43"/>
                    <a:pt x="1096" y="121"/>
                  </a:cubicBezTo>
                  <a:lnTo>
                    <a:pt x="120" y="1264"/>
                  </a:lnTo>
                  <a:cubicBezTo>
                    <a:pt x="1" y="1407"/>
                    <a:pt x="1" y="1645"/>
                    <a:pt x="144" y="1764"/>
                  </a:cubicBezTo>
                  <a:lnTo>
                    <a:pt x="3192" y="4407"/>
                  </a:lnTo>
                  <a:cubicBezTo>
                    <a:pt x="3260" y="4464"/>
                    <a:pt x="3350" y="4494"/>
                    <a:pt x="3438" y="4494"/>
                  </a:cubicBezTo>
                  <a:cubicBezTo>
                    <a:pt x="3535" y="4494"/>
                    <a:pt x="3630" y="4458"/>
                    <a:pt x="3692" y="4384"/>
                  </a:cubicBezTo>
                  <a:lnTo>
                    <a:pt x="4668" y="3240"/>
                  </a:lnTo>
                  <a:cubicBezTo>
                    <a:pt x="4787" y="3098"/>
                    <a:pt x="4787" y="2859"/>
                    <a:pt x="4645" y="2740"/>
                  </a:cubicBezTo>
                  <a:lnTo>
                    <a:pt x="1596" y="97"/>
                  </a:lnTo>
                  <a:cubicBezTo>
                    <a:pt x="1531" y="31"/>
                    <a:pt x="1450" y="1"/>
                    <a:pt x="136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96"/>
            <p:cNvSpPr/>
            <p:nvPr/>
          </p:nvSpPr>
          <p:spPr>
            <a:xfrm>
              <a:off x="7122332" y="3086931"/>
              <a:ext cx="132917" cy="119421"/>
            </a:xfrm>
            <a:custGeom>
              <a:rect b="b" l="l" r="r" t="t"/>
              <a:pathLst>
                <a:path extrusionOk="0" h="3681" w="4097">
                  <a:moveTo>
                    <a:pt x="4097" y="3096"/>
                  </a:moveTo>
                  <a:lnTo>
                    <a:pt x="4082" y="3113"/>
                  </a:lnTo>
                  <a:lnTo>
                    <a:pt x="4082" y="3113"/>
                  </a:lnTo>
                  <a:cubicBezTo>
                    <a:pt x="4087" y="3107"/>
                    <a:pt x="4092" y="3102"/>
                    <a:pt x="4097" y="3096"/>
                  </a:cubicBezTo>
                  <a:close/>
                  <a:moveTo>
                    <a:pt x="501" y="1"/>
                  </a:moveTo>
                  <a:lnTo>
                    <a:pt x="120" y="429"/>
                  </a:lnTo>
                  <a:cubicBezTo>
                    <a:pt x="1" y="596"/>
                    <a:pt x="1" y="834"/>
                    <a:pt x="144" y="953"/>
                  </a:cubicBezTo>
                  <a:lnTo>
                    <a:pt x="3192" y="3597"/>
                  </a:lnTo>
                  <a:cubicBezTo>
                    <a:pt x="3257" y="3651"/>
                    <a:pt x="3343" y="3681"/>
                    <a:pt x="3428" y="3681"/>
                  </a:cubicBezTo>
                  <a:cubicBezTo>
                    <a:pt x="3528" y="3681"/>
                    <a:pt x="3627" y="3639"/>
                    <a:pt x="3692" y="3549"/>
                  </a:cubicBezTo>
                  <a:lnTo>
                    <a:pt x="4082" y="3113"/>
                  </a:lnTo>
                  <a:lnTo>
                    <a:pt x="4082" y="3113"/>
                  </a:lnTo>
                  <a:cubicBezTo>
                    <a:pt x="4018" y="3180"/>
                    <a:pt x="3926" y="3216"/>
                    <a:pt x="3833" y="3216"/>
                  </a:cubicBezTo>
                  <a:cubicBezTo>
                    <a:pt x="3748" y="3216"/>
                    <a:pt x="3662" y="3186"/>
                    <a:pt x="3597" y="3120"/>
                  </a:cubicBezTo>
                  <a:lnTo>
                    <a:pt x="548" y="477"/>
                  </a:lnTo>
                  <a:cubicBezTo>
                    <a:pt x="406" y="358"/>
                    <a:pt x="406" y="143"/>
                    <a:pt x="501"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96"/>
            <p:cNvSpPr/>
            <p:nvPr/>
          </p:nvSpPr>
          <p:spPr>
            <a:xfrm>
              <a:off x="7160971" y="3256898"/>
              <a:ext cx="63393" cy="37114"/>
            </a:xfrm>
            <a:custGeom>
              <a:rect b="b" l="l" r="r" t="t"/>
              <a:pathLst>
                <a:path extrusionOk="0" h="1144" w="1954">
                  <a:moveTo>
                    <a:pt x="0" y="1"/>
                  </a:moveTo>
                  <a:lnTo>
                    <a:pt x="0" y="1144"/>
                  </a:lnTo>
                  <a:lnTo>
                    <a:pt x="1953" y="1144"/>
                  </a:lnTo>
                  <a:lnTo>
                    <a:pt x="1548" y="239"/>
                  </a:lnTo>
                  <a:cubicBezTo>
                    <a:pt x="1525" y="144"/>
                    <a:pt x="1453" y="72"/>
                    <a:pt x="142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96"/>
            <p:cNvSpPr/>
            <p:nvPr/>
          </p:nvSpPr>
          <p:spPr>
            <a:xfrm>
              <a:off x="7099169" y="3249955"/>
              <a:ext cx="117474" cy="84999"/>
            </a:xfrm>
            <a:custGeom>
              <a:rect b="b" l="l" r="r" t="t"/>
              <a:pathLst>
                <a:path extrusionOk="0" h="2620" w="3621">
                  <a:moveTo>
                    <a:pt x="1810" y="0"/>
                  </a:moveTo>
                  <a:cubicBezTo>
                    <a:pt x="1334" y="0"/>
                    <a:pt x="881" y="262"/>
                    <a:pt x="715" y="715"/>
                  </a:cubicBezTo>
                  <a:lnTo>
                    <a:pt x="0" y="2287"/>
                  </a:lnTo>
                  <a:lnTo>
                    <a:pt x="1834" y="2620"/>
                  </a:lnTo>
                  <a:lnTo>
                    <a:pt x="3620" y="2287"/>
                  </a:lnTo>
                  <a:lnTo>
                    <a:pt x="2906" y="715"/>
                  </a:lnTo>
                  <a:cubicBezTo>
                    <a:pt x="2715" y="262"/>
                    <a:pt x="2286" y="0"/>
                    <a:pt x="1810" y="0"/>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96"/>
            <p:cNvSpPr/>
            <p:nvPr/>
          </p:nvSpPr>
          <p:spPr>
            <a:xfrm>
              <a:off x="7144750" y="3270037"/>
              <a:ext cx="24754" cy="25532"/>
            </a:xfrm>
            <a:custGeom>
              <a:rect b="b" l="l" r="r" t="t"/>
              <a:pathLst>
                <a:path extrusionOk="0" h="787" w="763">
                  <a:moveTo>
                    <a:pt x="381" y="1"/>
                  </a:moveTo>
                  <a:cubicBezTo>
                    <a:pt x="167" y="1"/>
                    <a:pt x="0" y="191"/>
                    <a:pt x="0" y="382"/>
                  </a:cubicBezTo>
                  <a:cubicBezTo>
                    <a:pt x="0" y="596"/>
                    <a:pt x="167" y="786"/>
                    <a:pt x="381" y="786"/>
                  </a:cubicBezTo>
                  <a:cubicBezTo>
                    <a:pt x="596" y="786"/>
                    <a:pt x="762" y="596"/>
                    <a:pt x="762" y="382"/>
                  </a:cubicBezTo>
                  <a:cubicBezTo>
                    <a:pt x="762" y="191"/>
                    <a:pt x="619" y="1"/>
                    <a:pt x="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96"/>
            <p:cNvSpPr/>
            <p:nvPr/>
          </p:nvSpPr>
          <p:spPr>
            <a:xfrm>
              <a:off x="7129308" y="3115513"/>
              <a:ext cx="59500" cy="60311"/>
            </a:xfrm>
            <a:custGeom>
              <a:rect b="b" l="l" r="r" t="t"/>
              <a:pathLst>
                <a:path extrusionOk="0" h="1859" w="1834">
                  <a:moveTo>
                    <a:pt x="905" y="1"/>
                  </a:moveTo>
                  <a:cubicBezTo>
                    <a:pt x="405" y="1"/>
                    <a:pt x="0" y="406"/>
                    <a:pt x="0" y="929"/>
                  </a:cubicBezTo>
                  <a:cubicBezTo>
                    <a:pt x="0" y="1430"/>
                    <a:pt x="405" y="1858"/>
                    <a:pt x="905" y="1858"/>
                  </a:cubicBezTo>
                  <a:cubicBezTo>
                    <a:pt x="1429" y="1858"/>
                    <a:pt x="1834" y="1430"/>
                    <a:pt x="1834" y="929"/>
                  </a:cubicBezTo>
                  <a:cubicBezTo>
                    <a:pt x="1834" y="429"/>
                    <a:pt x="1429" y="1"/>
                    <a:pt x="905"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96"/>
            <p:cNvSpPr/>
            <p:nvPr/>
          </p:nvSpPr>
          <p:spPr>
            <a:xfrm>
              <a:off x="7147054" y="3134070"/>
              <a:ext cx="23229" cy="23196"/>
            </a:xfrm>
            <a:custGeom>
              <a:rect b="b" l="l" r="r" t="t"/>
              <a:pathLst>
                <a:path extrusionOk="0" h="715" w="716">
                  <a:moveTo>
                    <a:pt x="358" y="0"/>
                  </a:moveTo>
                  <a:cubicBezTo>
                    <a:pt x="167" y="0"/>
                    <a:pt x="1" y="143"/>
                    <a:pt x="1" y="357"/>
                  </a:cubicBezTo>
                  <a:cubicBezTo>
                    <a:pt x="1" y="572"/>
                    <a:pt x="167" y="715"/>
                    <a:pt x="358" y="715"/>
                  </a:cubicBezTo>
                  <a:cubicBezTo>
                    <a:pt x="572" y="715"/>
                    <a:pt x="715" y="572"/>
                    <a:pt x="715" y="357"/>
                  </a:cubicBezTo>
                  <a:cubicBezTo>
                    <a:pt x="715" y="143"/>
                    <a:pt x="572" y="0"/>
                    <a:pt x="3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96"/>
            <p:cNvSpPr/>
            <p:nvPr/>
          </p:nvSpPr>
          <p:spPr>
            <a:xfrm>
              <a:off x="7262938" y="3185719"/>
              <a:ext cx="46393" cy="47366"/>
            </a:xfrm>
            <a:custGeom>
              <a:rect b="b" l="l" r="r" t="t"/>
              <a:pathLst>
                <a:path extrusionOk="0" h="1460" w="1430">
                  <a:moveTo>
                    <a:pt x="969" y="0"/>
                  </a:moveTo>
                  <a:cubicBezTo>
                    <a:pt x="908" y="0"/>
                    <a:pt x="849" y="24"/>
                    <a:pt x="811" y="75"/>
                  </a:cubicBezTo>
                  <a:lnTo>
                    <a:pt x="72" y="909"/>
                  </a:lnTo>
                  <a:cubicBezTo>
                    <a:pt x="1" y="1004"/>
                    <a:pt x="1" y="1123"/>
                    <a:pt x="96" y="1194"/>
                  </a:cubicBezTo>
                  <a:lnTo>
                    <a:pt x="334" y="1409"/>
                  </a:lnTo>
                  <a:cubicBezTo>
                    <a:pt x="379" y="1442"/>
                    <a:pt x="428" y="1460"/>
                    <a:pt x="478" y="1460"/>
                  </a:cubicBezTo>
                  <a:cubicBezTo>
                    <a:pt x="535" y="1460"/>
                    <a:pt x="593" y="1436"/>
                    <a:pt x="644" y="1385"/>
                  </a:cubicBezTo>
                  <a:lnTo>
                    <a:pt x="1382" y="552"/>
                  </a:lnTo>
                  <a:cubicBezTo>
                    <a:pt x="1430" y="456"/>
                    <a:pt x="1430" y="337"/>
                    <a:pt x="1358" y="242"/>
                  </a:cubicBezTo>
                  <a:lnTo>
                    <a:pt x="1120" y="51"/>
                  </a:lnTo>
                  <a:cubicBezTo>
                    <a:pt x="1076" y="18"/>
                    <a:pt x="1022" y="0"/>
                    <a:pt x="969"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96"/>
            <p:cNvSpPr/>
            <p:nvPr/>
          </p:nvSpPr>
          <p:spPr>
            <a:xfrm>
              <a:off x="7262938" y="3201291"/>
              <a:ext cx="33254" cy="31794"/>
            </a:xfrm>
            <a:custGeom>
              <a:rect b="b" l="l" r="r" t="t"/>
              <a:pathLst>
                <a:path extrusionOk="0" h="980" w="1025">
                  <a:moveTo>
                    <a:pt x="1025" y="453"/>
                  </a:moveTo>
                  <a:lnTo>
                    <a:pt x="1012" y="468"/>
                  </a:lnTo>
                  <a:lnTo>
                    <a:pt x="1012" y="468"/>
                  </a:lnTo>
                  <a:cubicBezTo>
                    <a:pt x="1016" y="463"/>
                    <a:pt x="1021" y="458"/>
                    <a:pt x="1025" y="453"/>
                  </a:cubicBezTo>
                  <a:close/>
                  <a:moveTo>
                    <a:pt x="453" y="0"/>
                  </a:moveTo>
                  <a:lnTo>
                    <a:pt x="72" y="429"/>
                  </a:lnTo>
                  <a:cubicBezTo>
                    <a:pt x="1" y="524"/>
                    <a:pt x="1" y="643"/>
                    <a:pt x="96" y="714"/>
                  </a:cubicBezTo>
                  <a:lnTo>
                    <a:pt x="334" y="929"/>
                  </a:lnTo>
                  <a:cubicBezTo>
                    <a:pt x="379" y="962"/>
                    <a:pt x="428" y="980"/>
                    <a:pt x="478" y="980"/>
                  </a:cubicBezTo>
                  <a:cubicBezTo>
                    <a:pt x="535" y="980"/>
                    <a:pt x="593" y="956"/>
                    <a:pt x="644" y="905"/>
                  </a:cubicBezTo>
                  <a:lnTo>
                    <a:pt x="1012" y="468"/>
                  </a:lnTo>
                  <a:lnTo>
                    <a:pt x="1012" y="468"/>
                  </a:lnTo>
                  <a:cubicBezTo>
                    <a:pt x="974" y="509"/>
                    <a:pt x="921" y="527"/>
                    <a:pt x="867" y="527"/>
                  </a:cubicBezTo>
                  <a:cubicBezTo>
                    <a:pt x="814" y="527"/>
                    <a:pt x="760" y="510"/>
                    <a:pt x="715" y="476"/>
                  </a:cubicBezTo>
                  <a:lnTo>
                    <a:pt x="477" y="286"/>
                  </a:lnTo>
                  <a:cubicBezTo>
                    <a:pt x="406" y="214"/>
                    <a:pt x="406" y="95"/>
                    <a:pt x="45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96"/>
            <p:cNvSpPr/>
            <p:nvPr/>
          </p:nvSpPr>
          <p:spPr>
            <a:xfrm>
              <a:off x="7092193" y="3035834"/>
              <a:ext cx="41753" cy="42727"/>
            </a:xfrm>
            <a:custGeom>
              <a:rect b="b" l="l" r="r" t="t"/>
              <a:pathLst>
                <a:path extrusionOk="0" h="1317" w="1287">
                  <a:moveTo>
                    <a:pt x="813" y="0"/>
                  </a:moveTo>
                  <a:cubicBezTo>
                    <a:pt x="758" y="0"/>
                    <a:pt x="706" y="24"/>
                    <a:pt x="668" y="75"/>
                  </a:cubicBezTo>
                  <a:lnTo>
                    <a:pt x="72" y="766"/>
                  </a:lnTo>
                  <a:cubicBezTo>
                    <a:pt x="1" y="861"/>
                    <a:pt x="1" y="980"/>
                    <a:pt x="96" y="1052"/>
                  </a:cubicBezTo>
                  <a:lnTo>
                    <a:pt x="334" y="1266"/>
                  </a:lnTo>
                  <a:cubicBezTo>
                    <a:pt x="367" y="1299"/>
                    <a:pt x="416" y="1317"/>
                    <a:pt x="466" y="1317"/>
                  </a:cubicBezTo>
                  <a:cubicBezTo>
                    <a:pt x="523" y="1317"/>
                    <a:pt x="582" y="1293"/>
                    <a:pt x="620" y="1242"/>
                  </a:cubicBezTo>
                  <a:lnTo>
                    <a:pt x="1215" y="552"/>
                  </a:lnTo>
                  <a:cubicBezTo>
                    <a:pt x="1287" y="456"/>
                    <a:pt x="1287" y="337"/>
                    <a:pt x="1192" y="242"/>
                  </a:cubicBezTo>
                  <a:lnTo>
                    <a:pt x="953" y="51"/>
                  </a:lnTo>
                  <a:cubicBezTo>
                    <a:pt x="909" y="18"/>
                    <a:pt x="860" y="0"/>
                    <a:pt x="813"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96"/>
            <p:cNvSpPr/>
            <p:nvPr/>
          </p:nvSpPr>
          <p:spPr>
            <a:xfrm>
              <a:off x="7092193" y="3046768"/>
              <a:ext cx="33254" cy="32572"/>
            </a:xfrm>
            <a:custGeom>
              <a:rect b="b" l="l" r="r" t="t"/>
              <a:pathLst>
                <a:path extrusionOk="0" h="1004" w="1025">
                  <a:moveTo>
                    <a:pt x="1025" y="453"/>
                  </a:moveTo>
                  <a:lnTo>
                    <a:pt x="1010" y="470"/>
                  </a:lnTo>
                  <a:lnTo>
                    <a:pt x="1010" y="470"/>
                  </a:lnTo>
                  <a:cubicBezTo>
                    <a:pt x="1016" y="464"/>
                    <a:pt x="1020" y="459"/>
                    <a:pt x="1025" y="453"/>
                  </a:cubicBezTo>
                  <a:close/>
                  <a:moveTo>
                    <a:pt x="453" y="0"/>
                  </a:moveTo>
                  <a:lnTo>
                    <a:pt x="72" y="453"/>
                  </a:lnTo>
                  <a:cubicBezTo>
                    <a:pt x="1" y="548"/>
                    <a:pt x="1" y="667"/>
                    <a:pt x="96" y="762"/>
                  </a:cubicBezTo>
                  <a:lnTo>
                    <a:pt x="334" y="953"/>
                  </a:lnTo>
                  <a:cubicBezTo>
                    <a:pt x="379" y="986"/>
                    <a:pt x="428" y="1004"/>
                    <a:pt x="475" y="1004"/>
                  </a:cubicBezTo>
                  <a:cubicBezTo>
                    <a:pt x="530" y="1004"/>
                    <a:pt x="582" y="980"/>
                    <a:pt x="620" y="929"/>
                  </a:cubicBezTo>
                  <a:lnTo>
                    <a:pt x="1010" y="470"/>
                  </a:lnTo>
                  <a:lnTo>
                    <a:pt x="1010" y="470"/>
                  </a:lnTo>
                  <a:cubicBezTo>
                    <a:pt x="973" y="509"/>
                    <a:pt x="921" y="527"/>
                    <a:pt x="867" y="527"/>
                  </a:cubicBezTo>
                  <a:cubicBezTo>
                    <a:pt x="814" y="527"/>
                    <a:pt x="760" y="510"/>
                    <a:pt x="715" y="476"/>
                  </a:cubicBezTo>
                  <a:lnTo>
                    <a:pt x="477" y="286"/>
                  </a:lnTo>
                  <a:cubicBezTo>
                    <a:pt x="430" y="215"/>
                    <a:pt x="382" y="95"/>
                    <a:pt x="45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96"/>
            <p:cNvSpPr/>
            <p:nvPr/>
          </p:nvSpPr>
          <p:spPr>
            <a:xfrm>
              <a:off x="7058226" y="3324119"/>
              <a:ext cx="280465" cy="53335"/>
            </a:xfrm>
            <a:custGeom>
              <a:rect b="b" l="l" r="r" t="t"/>
              <a:pathLst>
                <a:path extrusionOk="0" h="1644" w="8645">
                  <a:moveTo>
                    <a:pt x="1262" y="1"/>
                  </a:moveTo>
                  <a:cubicBezTo>
                    <a:pt x="738" y="1"/>
                    <a:pt x="310" y="358"/>
                    <a:pt x="143" y="834"/>
                  </a:cubicBezTo>
                  <a:lnTo>
                    <a:pt x="72" y="1215"/>
                  </a:lnTo>
                  <a:cubicBezTo>
                    <a:pt x="0" y="1429"/>
                    <a:pt x="191" y="1644"/>
                    <a:pt x="405" y="1644"/>
                  </a:cubicBezTo>
                  <a:lnTo>
                    <a:pt x="8264" y="1644"/>
                  </a:lnTo>
                  <a:cubicBezTo>
                    <a:pt x="8454" y="1644"/>
                    <a:pt x="8645" y="1429"/>
                    <a:pt x="8573" y="1215"/>
                  </a:cubicBezTo>
                  <a:lnTo>
                    <a:pt x="8502" y="834"/>
                  </a:lnTo>
                  <a:cubicBezTo>
                    <a:pt x="8383" y="334"/>
                    <a:pt x="7930" y="1"/>
                    <a:pt x="7383"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96"/>
            <p:cNvSpPr/>
            <p:nvPr/>
          </p:nvSpPr>
          <p:spPr>
            <a:xfrm>
              <a:off x="7058226" y="3324119"/>
              <a:ext cx="61057" cy="53335"/>
            </a:xfrm>
            <a:custGeom>
              <a:rect b="b" l="l" r="r" t="t"/>
              <a:pathLst>
                <a:path extrusionOk="0" h="1644" w="1882">
                  <a:moveTo>
                    <a:pt x="1262" y="1"/>
                  </a:moveTo>
                  <a:cubicBezTo>
                    <a:pt x="738" y="1"/>
                    <a:pt x="310" y="358"/>
                    <a:pt x="143" y="834"/>
                  </a:cubicBezTo>
                  <a:lnTo>
                    <a:pt x="72" y="1215"/>
                  </a:lnTo>
                  <a:cubicBezTo>
                    <a:pt x="0" y="1429"/>
                    <a:pt x="191" y="1644"/>
                    <a:pt x="405" y="1644"/>
                  </a:cubicBezTo>
                  <a:lnTo>
                    <a:pt x="1024" y="1644"/>
                  </a:lnTo>
                  <a:cubicBezTo>
                    <a:pt x="810" y="1644"/>
                    <a:pt x="643" y="1429"/>
                    <a:pt x="691" y="1215"/>
                  </a:cubicBezTo>
                  <a:lnTo>
                    <a:pt x="786" y="834"/>
                  </a:lnTo>
                  <a:cubicBezTo>
                    <a:pt x="905" y="334"/>
                    <a:pt x="1334" y="1"/>
                    <a:pt x="1881"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96"/>
            <p:cNvSpPr/>
            <p:nvPr/>
          </p:nvSpPr>
          <p:spPr>
            <a:xfrm>
              <a:off x="7144750" y="3339464"/>
              <a:ext cx="10057" cy="18817"/>
            </a:xfrm>
            <a:custGeom>
              <a:rect b="b" l="l" r="r" t="t"/>
              <a:pathLst>
                <a:path extrusionOk="0" h="580" w="310">
                  <a:moveTo>
                    <a:pt x="156" y="0"/>
                  </a:moveTo>
                  <a:cubicBezTo>
                    <a:pt x="144" y="0"/>
                    <a:pt x="132" y="1"/>
                    <a:pt x="119" y="4"/>
                  </a:cubicBezTo>
                  <a:cubicBezTo>
                    <a:pt x="24" y="4"/>
                    <a:pt x="0" y="75"/>
                    <a:pt x="0" y="147"/>
                  </a:cubicBezTo>
                  <a:lnTo>
                    <a:pt x="0" y="432"/>
                  </a:lnTo>
                  <a:cubicBezTo>
                    <a:pt x="0" y="504"/>
                    <a:pt x="48" y="575"/>
                    <a:pt x="119" y="575"/>
                  </a:cubicBezTo>
                  <a:cubicBezTo>
                    <a:pt x="127" y="578"/>
                    <a:pt x="135" y="579"/>
                    <a:pt x="144" y="579"/>
                  </a:cubicBezTo>
                  <a:cubicBezTo>
                    <a:pt x="215" y="579"/>
                    <a:pt x="310" y="496"/>
                    <a:pt x="310" y="432"/>
                  </a:cubicBezTo>
                  <a:lnTo>
                    <a:pt x="310" y="147"/>
                  </a:lnTo>
                  <a:cubicBezTo>
                    <a:pt x="310" y="83"/>
                    <a:pt x="253" y="0"/>
                    <a:pt x="1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96"/>
            <p:cNvSpPr/>
            <p:nvPr/>
          </p:nvSpPr>
          <p:spPr>
            <a:xfrm>
              <a:off x="7242856" y="3339464"/>
              <a:ext cx="10868" cy="18817"/>
            </a:xfrm>
            <a:custGeom>
              <a:rect b="b" l="l" r="r" t="t"/>
              <a:pathLst>
                <a:path extrusionOk="0" h="580" w="335">
                  <a:moveTo>
                    <a:pt x="184" y="0"/>
                  </a:moveTo>
                  <a:cubicBezTo>
                    <a:pt x="96" y="0"/>
                    <a:pt x="1" y="83"/>
                    <a:pt x="1" y="147"/>
                  </a:cubicBezTo>
                  <a:lnTo>
                    <a:pt x="1" y="432"/>
                  </a:lnTo>
                  <a:cubicBezTo>
                    <a:pt x="1" y="496"/>
                    <a:pt x="77" y="579"/>
                    <a:pt x="178" y="579"/>
                  </a:cubicBezTo>
                  <a:cubicBezTo>
                    <a:pt x="190" y="579"/>
                    <a:pt x="202" y="578"/>
                    <a:pt x="215" y="575"/>
                  </a:cubicBezTo>
                  <a:cubicBezTo>
                    <a:pt x="263" y="575"/>
                    <a:pt x="334" y="480"/>
                    <a:pt x="334" y="432"/>
                  </a:cubicBezTo>
                  <a:lnTo>
                    <a:pt x="334" y="147"/>
                  </a:lnTo>
                  <a:cubicBezTo>
                    <a:pt x="334" y="75"/>
                    <a:pt x="263" y="4"/>
                    <a:pt x="215" y="4"/>
                  </a:cubicBezTo>
                  <a:cubicBezTo>
                    <a:pt x="205" y="1"/>
                    <a:pt x="194" y="0"/>
                    <a:pt x="1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96"/>
            <p:cNvSpPr/>
            <p:nvPr/>
          </p:nvSpPr>
          <p:spPr>
            <a:xfrm>
              <a:off x="7179496" y="3347055"/>
              <a:ext cx="37147" cy="15735"/>
            </a:xfrm>
            <a:custGeom>
              <a:rect b="b" l="l" r="r" t="t"/>
              <a:pathLst>
                <a:path extrusionOk="0" h="485" w="1145">
                  <a:moveTo>
                    <a:pt x="968" y="1"/>
                  </a:moveTo>
                  <a:cubicBezTo>
                    <a:pt x="915" y="1"/>
                    <a:pt x="862" y="24"/>
                    <a:pt x="834" y="79"/>
                  </a:cubicBezTo>
                  <a:cubicBezTo>
                    <a:pt x="763" y="127"/>
                    <a:pt x="668" y="198"/>
                    <a:pt x="549" y="198"/>
                  </a:cubicBezTo>
                  <a:cubicBezTo>
                    <a:pt x="430" y="198"/>
                    <a:pt x="358" y="151"/>
                    <a:pt x="287" y="79"/>
                  </a:cubicBezTo>
                  <a:cubicBezTo>
                    <a:pt x="257" y="34"/>
                    <a:pt x="207" y="18"/>
                    <a:pt x="151" y="18"/>
                  </a:cubicBezTo>
                  <a:cubicBezTo>
                    <a:pt x="118" y="18"/>
                    <a:pt x="83" y="23"/>
                    <a:pt x="49" y="32"/>
                  </a:cubicBezTo>
                  <a:cubicBezTo>
                    <a:pt x="1" y="103"/>
                    <a:pt x="1" y="198"/>
                    <a:pt x="25" y="270"/>
                  </a:cubicBezTo>
                  <a:cubicBezTo>
                    <a:pt x="144" y="437"/>
                    <a:pt x="311" y="484"/>
                    <a:pt x="525" y="484"/>
                  </a:cubicBezTo>
                  <a:cubicBezTo>
                    <a:pt x="739" y="484"/>
                    <a:pt x="906" y="389"/>
                    <a:pt x="1025" y="270"/>
                  </a:cubicBezTo>
                  <a:cubicBezTo>
                    <a:pt x="1144" y="222"/>
                    <a:pt x="1144" y="103"/>
                    <a:pt x="1073" y="32"/>
                  </a:cubicBezTo>
                  <a:cubicBezTo>
                    <a:pt x="1043" y="12"/>
                    <a:pt x="1005" y="1"/>
                    <a:pt x="9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96"/>
            <p:cNvSpPr/>
            <p:nvPr/>
          </p:nvSpPr>
          <p:spPr>
            <a:xfrm>
              <a:off x="7138554" y="3264619"/>
              <a:ext cx="37114" cy="36368"/>
            </a:xfrm>
            <a:custGeom>
              <a:rect b="b" l="l" r="r" t="t"/>
              <a:pathLst>
                <a:path extrusionOk="0" h="1121" w="1144">
                  <a:moveTo>
                    <a:pt x="572" y="310"/>
                  </a:moveTo>
                  <a:cubicBezTo>
                    <a:pt x="691" y="310"/>
                    <a:pt x="810" y="429"/>
                    <a:pt x="810" y="549"/>
                  </a:cubicBezTo>
                  <a:cubicBezTo>
                    <a:pt x="810" y="668"/>
                    <a:pt x="715" y="787"/>
                    <a:pt x="572" y="787"/>
                  </a:cubicBezTo>
                  <a:cubicBezTo>
                    <a:pt x="453" y="787"/>
                    <a:pt x="334" y="668"/>
                    <a:pt x="334" y="549"/>
                  </a:cubicBezTo>
                  <a:cubicBezTo>
                    <a:pt x="334" y="429"/>
                    <a:pt x="453" y="310"/>
                    <a:pt x="572" y="310"/>
                  </a:cubicBezTo>
                  <a:close/>
                  <a:moveTo>
                    <a:pt x="572" y="1"/>
                  </a:moveTo>
                  <a:cubicBezTo>
                    <a:pt x="263" y="1"/>
                    <a:pt x="1" y="239"/>
                    <a:pt x="1" y="549"/>
                  </a:cubicBezTo>
                  <a:cubicBezTo>
                    <a:pt x="1" y="882"/>
                    <a:pt x="239" y="1120"/>
                    <a:pt x="572" y="1120"/>
                  </a:cubicBezTo>
                  <a:cubicBezTo>
                    <a:pt x="858" y="1120"/>
                    <a:pt x="1144" y="882"/>
                    <a:pt x="1144" y="549"/>
                  </a:cubicBezTo>
                  <a:cubicBezTo>
                    <a:pt x="1144" y="239"/>
                    <a:pt x="858"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96"/>
            <p:cNvSpPr/>
            <p:nvPr/>
          </p:nvSpPr>
          <p:spPr>
            <a:xfrm>
              <a:off x="7141668" y="3129236"/>
              <a:ext cx="32475" cy="32670"/>
            </a:xfrm>
            <a:custGeom>
              <a:rect b="b" l="l" r="r" t="t"/>
              <a:pathLst>
                <a:path extrusionOk="0" h="1007" w="1001">
                  <a:moveTo>
                    <a:pt x="500" y="292"/>
                  </a:moveTo>
                  <a:cubicBezTo>
                    <a:pt x="619" y="292"/>
                    <a:pt x="714" y="387"/>
                    <a:pt x="714" y="506"/>
                  </a:cubicBezTo>
                  <a:cubicBezTo>
                    <a:pt x="714" y="625"/>
                    <a:pt x="619" y="721"/>
                    <a:pt x="500" y="721"/>
                  </a:cubicBezTo>
                  <a:cubicBezTo>
                    <a:pt x="381" y="721"/>
                    <a:pt x="286" y="625"/>
                    <a:pt x="286" y="506"/>
                  </a:cubicBezTo>
                  <a:cubicBezTo>
                    <a:pt x="286" y="387"/>
                    <a:pt x="381" y="292"/>
                    <a:pt x="500" y="292"/>
                  </a:cubicBezTo>
                  <a:close/>
                  <a:moveTo>
                    <a:pt x="433" y="0"/>
                  </a:moveTo>
                  <a:cubicBezTo>
                    <a:pt x="199" y="0"/>
                    <a:pt x="0" y="224"/>
                    <a:pt x="0" y="506"/>
                  </a:cubicBezTo>
                  <a:cubicBezTo>
                    <a:pt x="0" y="792"/>
                    <a:pt x="238" y="1007"/>
                    <a:pt x="500" y="1007"/>
                  </a:cubicBezTo>
                  <a:cubicBezTo>
                    <a:pt x="810" y="1007"/>
                    <a:pt x="1000" y="768"/>
                    <a:pt x="1000" y="506"/>
                  </a:cubicBezTo>
                  <a:cubicBezTo>
                    <a:pt x="1000" y="244"/>
                    <a:pt x="762" y="6"/>
                    <a:pt x="500" y="6"/>
                  </a:cubicBezTo>
                  <a:cubicBezTo>
                    <a:pt x="478" y="2"/>
                    <a:pt x="455" y="0"/>
                    <a:pt x="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96"/>
            <p:cNvSpPr/>
            <p:nvPr/>
          </p:nvSpPr>
          <p:spPr>
            <a:xfrm>
              <a:off x="7052808" y="3031585"/>
              <a:ext cx="292858" cy="351287"/>
            </a:xfrm>
            <a:custGeom>
              <a:rect b="b" l="l" r="r" t="t"/>
              <a:pathLst>
                <a:path extrusionOk="0" h="10828" w="9027">
                  <a:moveTo>
                    <a:pt x="2025" y="307"/>
                  </a:moveTo>
                  <a:cubicBezTo>
                    <a:pt x="2031" y="307"/>
                    <a:pt x="2037" y="313"/>
                    <a:pt x="2048" y="325"/>
                  </a:cubicBezTo>
                  <a:lnTo>
                    <a:pt x="2287" y="540"/>
                  </a:lnTo>
                  <a:cubicBezTo>
                    <a:pt x="2310" y="563"/>
                    <a:pt x="2310" y="563"/>
                    <a:pt x="2287" y="587"/>
                  </a:cubicBezTo>
                  <a:lnTo>
                    <a:pt x="1691" y="1278"/>
                  </a:lnTo>
                  <a:cubicBezTo>
                    <a:pt x="1679" y="1290"/>
                    <a:pt x="1673" y="1296"/>
                    <a:pt x="1667" y="1296"/>
                  </a:cubicBezTo>
                  <a:cubicBezTo>
                    <a:pt x="1661" y="1296"/>
                    <a:pt x="1655" y="1290"/>
                    <a:pt x="1644" y="1278"/>
                  </a:cubicBezTo>
                  <a:lnTo>
                    <a:pt x="1405" y="1064"/>
                  </a:lnTo>
                  <a:cubicBezTo>
                    <a:pt x="1358" y="1040"/>
                    <a:pt x="1358" y="1040"/>
                    <a:pt x="1405" y="1016"/>
                  </a:cubicBezTo>
                  <a:lnTo>
                    <a:pt x="2001" y="325"/>
                  </a:lnTo>
                  <a:cubicBezTo>
                    <a:pt x="2013" y="313"/>
                    <a:pt x="2019" y="307"/>
                    <a:pt x="2025" y="307"/>
                  </a:cubicBezTo>
                  <a:close/>
                  <a:moveTo>
                    <a:pt x="2429" y="921"/>
                  </a:moveTo>
                  <a:lnTo>
                    <a:pt x="2834" y="1278"/>
                  </a:lnTo>
                  <a:lnTo>
                    <a:pt x="2429" y="1730"/>
                  </a:lnTo>
                  <a:lnTo>
                    <a:pt x="2048" y="1373"/>
                  </a:lnTo>
                  <a:lnTo>
                    <a:pt x="2429" y="921"/>
                  </a:lnTo>
                  <a:close/>
                  <a:moveTo>
                    <a:pt x="3239" y="2731"/>
                  </a:moveTo>
                  <a:cubicBezTo>
                    <a:pt x="3692" y="2731"/>
                    <a:pt x="4025" y="3088"/>
                    <a:pt x="4025" y="3516"/>
                  </a:cubicBezTo>
                  <a:cubicBezTo>
                    <a:pt x="4025" y="3921"/>
                    <a:pt x="3668" y="4278"/>
                    <a:pt x="3239" y="4278"/>
                  </a:cubicBezTo>
                  <a:cubicBezTo>
                    <a:pt x="2834" y="4278"/>
                    <a:pt x="2477" y="3969"/>
                    <a:pt x="2477" y="3516"/>
                  </a:cubicBezTo>
                  <a:cubicBezTo>
                    <a:pt x="2477" y="3088"/>
                    <a:pt x="2834" y="2731"/>
                    <a:pt x="3239" y="2731"/>
                  </a:cubicBezTo>
                  <a:close/>
                  <a:moveTo>
                    <a:pt x="6692" y="4517"/>
                  </a:moveTo>
                  <a:lnTo>
                    <a:pt x="7049" y="4826"/>
                  </a:lnTo>
                  <a:lnTo>
                    <a:pt x="6526" y="5422"/>
                  </a:lnTo>
                  <a:lnTo>
                    <a:pt x="6168" y="5112"/>
                  </a:lnTo>
                  <a:lnTo>
                    <a:pt x="6692" y="4517"/>
                  </a:lnTo>
                  <a:close/>
                  <a:moveTo>
                    <a:pt x="7433" y="4927"/>
                  </a:moveTo>
                  <a:cubicBezTo>
                    <a:pt x="7442" y="4927"/>
                    <a:pt x="7454" y="4933"/>
                    <a:pt x="7478" y="4945"/>
                  </a:cubicBezTo>
                  <a:lnTo>
                    <a:pt x="7716" y="5160"/>
                  </a:lnTo>
                  <a:cubicBezTo>
                    <a:pt x="7740" y="5183"/>
                    <a:pt x="7740" y="5183"/>
                    <a:pt x="7716" y="5207"/>
                  </a:cubicBezTo>
                  <a:lnTo>
                    <a:pt x="6954" y="6041"/>
                  </a:lnTo>
                  <a:cubicBezTo>
                    <a:pt x="6942" y="6053"/>
                    <a:pt x="6936" y="6059"/>
                    <a:pt x="6930" y="6059"/>
                  </a:cubicBezTo>
                  <a:cubicBezTo>
                    <a:pt x="6924" y="6059"/>
                    <a:pt x="6918" y="6053"/>
                    <a:pt x="6907" y="6041"/>
                  </a:cubicBezTo>
                  <a:lnTo>
                    <a:pt x="6668" y="5826"/>
                  </a:lnTo>
                  <a:cubicBezTo>
                    <a:pt x="6645" y="5803"/>
                    <a:pt x="6645" y="5803"/>
                    <a:pt x="6668" y="5779"/>
                  </a:cubicBezTo>
                  <a:lnTo>
                    <a:pt x="7407" y="4945"/>
                  </a:lnTo>
                  <a:cubicBezTo>
                    <a:pt x="7419" y="4933"/>
                    <a:pt x="7425" y="4927"/>
                    <a:pt x="7433" y="4927"/>
                  </a:cubicBezTo>
                  <a:close/>
                  <a:moveTo>
                    <a:pt x="2263" y="3874"/>
                  </a:moveTo>
                  <a:cubicBezTo>
                    <a:pt x="2287" y="3993"/>
                    <a:pt x="2334" y="4064"/>
                    <a:pt x="2406" y="4159"/>
                  </a:cubicBezTo>
                  <a:cubicBezTo>
                    <a:pt x="2596" y="4398"/>
                    <a:pt x="2882" y="4564"/>
                    <a:pt x="3215" y="4588"/>
                  </a:cubicBezTo>
                  <a:cubicBezTo>
                    <a:pt x="3072" y="4874"/>
                    <a:pt x="3001" y="5183"/>
                    <a:pt x="3001" y="5517"/>
                  </a:cubicBezTo>
                  <a:cubicBezTo>
                    <a:pt x="3001" y="5850"/>
                    <a:pt x="3096" y="6255"/>
                    <a:pt x="3263" y="6541"/>
                  </a:cubicBezTo>
                  <a:cubicBezTo>
                    <a:pt x="3192" y="6541"/>
                    <a:pt x="3096" y="6541"/>
                    <a:pt x="2977" y="6588"/>
                  </a:cubicBezTo>
                  <a:cubicBezTo>
                    <a:pt x="2668" y="6612"/>
                    <a:pt x="2406" y="6779"/>
                    <a:pt x="2191" y="7017"/>
                  </a:cubicBezTo>
                  <a:cubicBezTo>
                    <a:pt x="1953" y="6541"/>
                    <a:pt x="1834" y="6041"/>
                    <a:pt x="1834" y="5517"/>
                  </a:cubicBezTo>
                  <a:cubicBezTo>
                    <a:pt x="1834" y="4945"/>
                    <a:pt x="2001" y="4374"/>
                    <a:pt x="2263" y="3874"/>
                  </a:cubicBezTo>
                  <a:close/>
                  <a:moveTo>
                    <a:pt x="3215" y="6874"/>
                  </a:moveTo>
                  <a:cubicBezTo>
                    <a:pt x="3620" y="6874"/>
                    <a:pt x="4025" y="7112"/>
                    <a:pt x="4168" y="7493"/>
                  </a:cubicBezTo>
                  <a:lnTo>
                    <a:pt x="4763" y="8875"/>
                  </a:lnTo>
                  <a:lnTo>
                    <a:pt x="1667" y="8875"/>
                  </a:lnTo>
                  <a:lnTo>
                    <a:pt x="2263" y="7493"/>
                  </a:lnTo>
                  <a:cubicBezTo>
                    <a:pt x="2406" y="7136"/>
                    <a:pt x="2787" y="6874"/>
                    <a:pt x="3215" y="6874"/>
                  </a:cubicBezTo>
                  <a:close/>
                  <a:moveTo>
                    <a:pt x="7597" y="9204"/>
                  </a:moveTo>
                  <a:cubicBezTo>
                    <a:pt x="8050" y="9204"/>
                    <a:pt x="8389" y="9521"/>
                    <a:pt x="8478" y="9922"/>
                  </a:cubicBezTo>
                  <a:lnTo>
                    <a:pt x="8574" y="10304"/>
                  </a:lnTo>
                  <a:cubicBezTo>
                    <a:pt x="8597" y="10423"/>
                    <a:pt x="8502" y="10542"/>
                    <a:pt x="8383" y="10542"/>
                  </a:cubicBezTo>
                  <a:lnTo>
                    <a:pt x="572" y="10542"/>
                  </a:lnTo>
                  <a:cubicBezTo>
                    <a:pt x="453" y="10542"/>
                    <a:pt x="358" y="10423"/>
                    <a:pt x="381" y="10304"/>
                  </a:cubicBezTo>
                  <a:lnTo>
                    <a:pt x="477" y="9922"/>
                  </a:lnTo>
                  <a:cubicBezTo>
                    <a:pt x="596" y="9494"/>
                    <a:pt x="977" y="9208"/>
                    <a:pt x="1405" y="9208"/>
                  </a:cubicBezTo>
                  <a:lnTo>
                    <a:pt x="7502" y="9208"/>
                  </a:lnTo>
                  <a:cubicBezTo>
                    <a:pt x="7534" y="9205"/>
                    <a:pt x="7566" y="9204"/>
                    <a:pt x="7597" y="9204"/>
                  </a:cubicBezTo>
                  <a:close/>
                  <a:moveTo>
                    <a:pt x="2016" y="1"/>
                  </a:moveTo>
                  <a:cubicBezTo>
                    <a:pt x="1920" y="1"/>
                    <a:pt x="1825" y="36"/>
                    <a:pt x="1763" y="111"/>
                  </a:cubicBezTo>
                  <a:lnTo>
                    <a:pt x="1167" y="802"/>
                  </a:lnTo>
                  <a:cubicBezTo>
                    <a:pt x="1048" y="944"/>
                    <a:pt x="1048" y="1183"/>
                    <a:pt x="1191" y="1302"/>
                  </a:cubicBezTo>
                  <a:lnTo>
                    <a:pt x="1429" y="1516"/>
                  </a:lnTo>
                  <a:cubicBezTo>
                    <a:pt x="1493" y="1580"/>
                    <a:pt x="1577" y="1611"/>
                    <a:pt x="1669" y="1611"/>
                  </a:cubicBezTo>
                  <a:cubicBezTo>
                    <a:pt x="1715" y="1611"/>
                    <a:pt x="1763" y="1603"/>
                    <a:pt x="1810" y="1587"/>
                  </a:cubicBezTo>
                  <a:lnTo>
                    <a:pt x="2239" y="1945"/>
                  </a:lnTo>
                  <a:lnTo>
                    <a:pt x="2144" y="2016"/>
                  </a:lnTo>
                  <a:cubicBezTo>
                    <a:pt x="1953" y="2230"/>
                    <a:pt x="2001" y="2564"/>
                    <a:pt x="2191" y="2731"/>
                  </a:cubicBezTo>
                  <a:lnTo>
                    <a:pt x="2358" y="2897"/>
                  </a:lnTo>
                  <a:cubicBezTo>
                    <a:pt x="2263" y="3040"/>
                    <a:pt x="2191" y="3183"/>
                    <a:pt x="2167" y="3374"/>
                  </a:cubicBezTo>
                  <a:cubicBezTo>
                    <a:pt x="1715" y="3993"/>
                    <a:pt x="1477" y="4707"/>
                    <a:pt x="1477" y="5469"/>
                  </a:cubicBezTo>
                  <a:cubicBezTo>
                    <a:pt x="1477" y="6112"/>
                    <a:pt x="1667" y="6731"/>
                    <a:pt x="1953" y="7303"/>
                  </a:cubicBezTo>
                  <a:cubicBezTo>
                    <a:pt x="1953" y="7303"/>
                    <a:pt x="1953" y="7327"/>
                    <a:pt x="1929" y="7327"/>
                  </a:cubicBezTo>
                  <a:lnTo>
                    <a:pt x="1310" y="8875"/>
                  </a:lnTo>
                  <a:cubicBezTo>
                    <a:pt x="762" y="8898"/>
                    <a:pt x="286" y="9280"/>
                    <a:pt x="167" y="9827"/>
                  </a:cubicBezTo>
                  <a:lnTo>
                    <a:pt x="96" y="10208"/>
                  </a:lnTo>
                  <a:cubicBezTo>
                    <a:pt x="0" y="10518"/>
                    <a:pt x="239" y="10827"/>
                    <a:pt x="572" y="10827"/>
                  </a:cubicBezTo>
                  <a:lnTo>
                    <a:pt x="8455" y="10827"/>
                  </a:lnTo>
                  <a:cubicBezTo>
                    <a:pt x="8788" y="10827"/>
                    <a:pt x="9026" y="10542"/>
                    <a:pt x="8931" y="10208"/>
                  </a:cubicBezTo>
                  <a:lnTo>
                    <a:pt x="8836" y="9827"/>
                  </a:lnTo>
                  <a:cubicBezTo>
                    <a:pt x="8693" y="9256"/>
                    <a:pt x="8193" y="8875"/>
                    <a:pt x="7597" y="8875"/>
                  </a:cubicBezTo>
                  <a:lnTo>
                    <a:pt x="5097" y="8875"/>
                  </a:lnTo>
                  <a:lnTo>
                    <a:pt x="4811" y="8279"/>
                  </a:lnTo>
                  <a:lnTo>
                    <a:pt x="7502" y="8279"/>
                  </a:lnTo>
                  <a:cubicBezTo>
                    <a:pt x="7764" y="8279"/>
                    <a:pt x="7954" y="8065"/>
                    <a:pt x="7954" y="7827"/>
                  </a:cubicBezTo>
                  <a:lnTo>
                    <a:pt x="7954" y="6970"/>
                  </a:lnTo>
                  <a:cubicBezTo>
                    <a:pt x="7954" y="6874"/>
                    <a:pt x="7859" y="6779"/>
                    <a:pt x="7764" y="6779"/>
                  </a:cubicBezTo>
                  <a:lnTo>
                    <a:pt x="6526" y="6779"/>
                  </a:lnTo>
                  <a:cubicBezTo>
                    <a:pt x="6478" y="6779"/>
                    <a:pt x="6478" y="6779"/>
                    <a:pt x="6478" y="6827"/>
                  </a:cubicBezTo>
                  <a:cubicBezTo>
                    <a:pt x="6359" y="6970"/>
                    <a:pt x="6454" y="7112"/>
                    <a:pt x="6573" y="7112"/>
                  </a:cubicBezTo>
                  <a:lnTo>
                    <a:pt x="7478" y="7112"/>
                  </a:lnTo>
                  <a:cubicBezTo>
                    <a:pt x="7550" y="7112"/>
                    <a:pt x="7621" y="7184"/>
                    <a:pt x="7621" y="7255"/>
                  </a:cubicBezTo>
                  <a:lnTo>
                    <a:pt x="7621" y="7827"/>
                  </a:lnTo>
                  <a:cubicBezTo>
                    <a:pt x="7621" y="7922"/>
                    <a:pt x="7550" y="7970"/>
                    <a:pt x="7478" y="7970"/>
                  </a:cubicBezTo>
                  <a:lnTo>
                    <a:pt x="4739" y="7970"/>
                  </a:lnTo>
                  <a:lnTo>
                    <a:pt x="4454" y="7374"/>
                  </a:lnTo>
                  <a:cubicBezTo>
                    <a:pt x="4430" y="7303"/>
                    <a:pt x="4382" y="7208"/>
                    <a:pt x="4311" y="7112"/>
                  </a:cubicBezTo>
                  <a:lnTo>
                    <a:pt x="5930" y="7112"/>
                  </a:lnTo>
                  <a:cubicBezTo>
                    <a:pt x="6002" y="7112"/>
                    <a:pt x="6073" y="7065"/>
                    <a:pt x="6073" y="6993"/>
                  </a:cubicBezTo>
                  <a:cubicBezTo>
                    <a:pt x="6097" y="6898"/>
                    <a:pt x="6002" y="6779"/>
                    <a:pt x="5930" y="6779"/>
                  </a:cubicBezTo>
                  <a:lnTo>
                    <a:pt x="3930" y="6779"/>
                  </a:lnTo>
                  <a:cubicBezTo>
                    <a:pt x="3858" y="6731"/>
                    <a:pt x="3787" y="6708"/>
                    <a:pt x="3692" y="6660"/>
                  </a:cubicBezTo>
                  <a:cubicBezTo>
                    <a:pt x="3430" y="6350"/>
                    <a:pt x="3263" y="5945"/>
                    <a:pt x="3263" y="5517"/>
                  </a:cubicBezTo>
                  <a:cubicBezTo>
                    <a:pt x="3263" y="5160"/>
                    <a:pt x="3358" y="4826"/>
                    <a:pt x="3573" y="4517"/>
                  </a:cubicBezTo>
                  <a:cubicBezTo>
                    <a:pt x="3692" y="4493"/>
                    <a:pt x="3811" y="4398"/>
                    <a:pt x="3930" y="4326"/>
                  </a:cubicBezTo>
                  <a:lnTo>
                    <a:pt x="5216" y="5422"/>
                  </a:lnTo>
                  <a:cubicBezTo>
                    <a:pt x="5299" y="5495"/>
                    <a:pt x="5410" y="5531"/>
                    <a:pt x="5524" y="5531"/>
                  </a:cubicBezTo>
                  <a:cubicBezTo>
                    <a:pt x="5671" y="5531"/>
                    <a:pt x="5823" y="5471"/>
                    <a:pt x="5930" y="5350"/>
                  </a:cubicBezTo>
                  <a:lnTo>
                    <a:pt x="5954" y="5326"/>
                  </a:lnTo>
                  <a:lnTo>
                    <a:pt x="6335" y="5660"/>
                  </a:lnTo>
                  <a:lnTo>
                    <a:pt x="6335" y="5779"/>
                  </a:lnTo>
                  <a:cubicBezTo>
                    <a:pt x="6335" y="5874"/>
                    <a:pt x="6406" y="5945"/>
                    <a:pt x="6454" y="6017"/>
                  </a:cubicBezTo>
                  <a:lnTo>
                    <a:pt x="6692" y="6231"/>
                  </a:lnTo>
                  <a:cubicBezTo>
                    <a:pt x="6758" y="6286"/>
                    <a:pt x="6843" y="6315"/>
                    <a:pt x="6928" y="6315"/>
                  </a:cubicBezTo>
                  <a:cubicBezTo>
                    <a:pt x="7028" y="6315"/>
                    <a:pt x="7128" y="6274"/>
                    <a:pt x="7192" y="6184"/>
                  </a:cubicBezTo>
                  <a:lnTo>
                    <a:pt x="7954" y="5350"/>
                  </a:lnTo>
                  <a:cubicBezTo>
                    <a:pt x="8050" y="5207"/>
                    <a:pt x="8050" y="4969"/>
                    <a:pt x="7907" y="4850"/>
                  </a:cubicBezTo>
                  <a:lnTo>
                    <a:pt x="7669" y="4636"/>
                  </a:lnTo>
                  <a:cubicBezTo>
                    <a:pt x="7622" y="4589"/>
                    <a:pt x="7535" y="4553"/>
                    <a:pt x="7441" y="4553"/>
                  </a:cubicBezTo>
                  <a:cubicBezTo>
                    <a:pt x="7390" y="4553"/>
                    <a:pt x="7337" y="4563"/>
                    <a:pt x="7288" y="4588"/>
                  </a:cubicBezTo>
                  <a:lnTo>
                    <a:pt x="6907" y="4255"/>
                  </a:lnTo>
                  <a:lnTo>
                    <a:pt x="6930" y="4231"/>
                  </a:lnTo>
                  <a:cubicBezTo>
                    <a:pt x="7121" y="4017"/>
                    <a:pt x="7121" y="3683"/>
                    <a:pt x="6883" y="3516"/>
                  </a:cubicBezTo>
                  <a:lnTo>
                    <a:pt x="4930" y="1826"/>
                  </a:lnTo>
                  <a:cubicBezTo>
                    <a:pt x="4908" y="1792"/>
                    <a:pt x="4870" y="1775"/>
                    <a:pt x="4829" y="1775"/>
                  </a:cubicBezTo>
                  <a:cubicBezTo>
                    <a:pt x="4782" y="1775"/>
                    <a:pt x="4730" y="1798"/>
                    <a:pt x="4692" y="1849"/>
                  </a:cubicBezTo>
                  <a:cubicBezTo>
                    <a:pt x="4644" y="1897"/>
                    <a:pt x="4644" y="2016"/>
                    <a:pt x="4739" y="2088"/>
                  </a:cubicBezTo>
                  <a:lnTo>
                    <a:pt x="6668" y="3778"/>
                  </a:lnTo>
                  <a:cubicBezTo>
                    <a:pt x="6764" y="3850"/>
                    <a:pt x="6764" y="3993"/>
                    <a:pt x="6692" y="4040"/>
                  </a:cubicBezTo>
                  <a:lnTo>
                    <a:pt x="5716" y="5183"/>
                  </a:lnTo>
                  <a:cubicBezTo>
                    <a:pt x="5678" y="5234"/>
                    <a:pt x="5619" y="5258"/>
                    <a:pt x="5565" y="5258"/>
                  </a:cubicBezTo>
                  <a:cubicBezTo>
                    <a:pt x="5519" y="5258"/>
                    <a:pt x="5476" y="5240"/>
                    <a:pt x="5454" y="5207"/>
                  </a:cubicBezTo>
                  <a:lnTo>
                    <a:pt x="4168" y="4112"/>
                  </a:lnTo>
                  <a:lnTo>
                    <a:pt x="4168" y="4088"/>
                  </a:lnTo>
                  <a:cubicBezTo>
                    <a:pt x="4287" y="3897"/>
                    <a:pt x="4335" y="3683"/>
                    <a:pt x="4311" y="3445"/>
                  </a:cubicBezTo>
                  <a:cubicBezTo>
                    <a:pt x="4287" y="2897"/>
                    <a:pt x="3811" y="2445"/>
                    <a:pt x="3239" y="2445"/>
                  </a:cubicBezTo>
                  <a:cubicBezTo>
                    <a:pt x="3001" y="2445"/>
                    <a:pt x="2739" y="2540"/>
                    <a:pt x="2549" y="2707"/>
                  </a:cubicBezTo>
                  <a:lnTo>
                    <a:pt x="2406" y="2564"/>
                  </a:lnTo>
                  <a:cubicBezTo>
                    <a:pt x="2310" y="2492"/>
                    <a:pt x="2310" y="2350"/>
                    <a:pt x="2382" y="2302"/>
                  </a:cubicBezTo>
                  <a:lnTo>
                    <a:pt x="3358" y="1159"/>
                  </a:lnTo>
                  <a:cubicBezTo>
                    <a:pt x="3397" y="1108"/>
                    <a:pt x="3455" y="1084"/>
                    <a:pt x="3509" y="1084"/>
                  </a:cubicBezTo>
                  <a:cubicBezTo>
                    <a:pt x="3555" y="1084"/>
                    <a:pt x="3598" y="1102"/>
                    <a:pt x="3620" y="1135"/>
                  </a:cubicBezTo>
                  <a:lnTo>
                    <a:pt x="4263" y="1707"/>
                  </a:lnTo>
                  <a:cubicBezTo>
                    <a:pt x="4283" y="1726"/>
                    <a:pt x="4315" y="1738"/>
                    <a:pt x="4351" y="1738"/>
                  </a:cubicBezTo>
                  <a:cubicBezTo>
                    <a:pt x="4401" y="1738"/>
                    <a:pt x="4459" y="1715"/>
                    <a:pt x="4501" y="1659"/>
                  </a:cubicBezTo>
                  <a:cubicBezTo>
                    <a:pt x="4549" y="1611"/>
                    <a:pt x="4549" y="1492"/>
                    <a:pt x="4454" y="1421"/>
                  </a:cubicBezTo>
                  <a:lnTo>
                    <a:pt x="3835" y="873"/>
                  </a:lnTo>
                  <a:cubicBezTo>
                    <a:pt x="3737" y="786"/>
                    <a:pt x="3619" y="744"/>
                    <a:pt x="3502" y="744"/>
                  </a:cubicBezTo>
                  <a:cubicBezTo>
                    <a:pt x="3363" y="744"/>
                    <a:pt x="3224" y="804"/>
                    <a:pt x="3120" y="921"/>
                  </a:cubicBezTo>
                  <a:lnTo>
                    <a:pt x="3025" y="1016"/>
                  </a:lnTo>
                  <a:lnTo>
                    <a:pt x="2620" y="659"/>
                  </a:lnTo>
                  <a:lnTo>
                    <a:pt x="2620" y="540"/>
                  </a:lnTo>
                  <a:cubicBezTo>
                    <a:pt x="2620" y="444"/>
                    <a:pt x="2549" y="349"/>
                    <a:pt x="2501" y="301"/>
                  </a:cubicBezTo>
                  <a:lnTo>
                    <a:pt x="2263" y="87"/>
                  </a:lnTo>
                  <a:cubicBezTo>
                    <a:pt x="2195" y="30"/>
                    <a:pt x="2105"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8" name="Google Shape;21178;p96"/>
          <p:cNvGrpSpPr/>
          <p:nvPr/>
        </p:nvGrpSpPr>
        <p:grpSpPr>
          <a:xfrm>
            <a:off x="7749568" y="2878146"/>
            <a:ext cx="341522" cy="352326"/>
            <a:chOff x="7779034" y="3030546"/>
            <a:chExt cx="341522" cy="352326"/>
          </a:xfrm>
        </p:grpSpPr>
        <p:sp>
          <p:nvSpPr>
            <p:cNvPr id="21179" name="Google Shape;21179;p96"/>
            <p:cNvSpPr/>
            <p:nvPr/>
          </p:nvSpPr>
          <p:spPr>
            <a:xfrm>
              <a:off x="7847812" y="3059907"/>
              <a:ext cx="204777" cy="210163"/>
            </a:xfrm>
            <a:custGeom>
              <a:rect b="b" l="l" r="r" t="t"/>
              <a:pathLst>
                <a:path extrusionOk="0" h="6478" w="6312">
                  <a:moveTo>
                    <a:pt x="0" y="0"/>
                  </a:moveTo>
                  <a:lnTo>
                    <a:pt x="0" y="6478"/>
                  </a:lnTo>
                  <a:lnTo>
                    <a:pt x="6311" y="6478"/>
                  </a:lnTo>
                  <a:lnTo>
                    <a:pt x="6311"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96"/>
            <p:cNvSpPr/>
            <p:nvPr/>
          </p:nvSpPr>
          <p:spPr>
            <a:xfrm>
              <a:off x="7847812" y="3059907"/>
              <a:ext cx="204777" cy="34778"/>
            </a:xfrm>
            <a:custGeom>
              <a:rect b="b" l="l" r="r" t="t"/>
              <a:pathLst>
                <a:path extrusionOk="0" h="1072" w="6312">
                  <a:moveTo>
                    <a:pt x="0" y="0"/>
                  </a:moveTo>
                  <a:lnTo>
                    <a:pt x="0" y="1072"/>
                  </a:lnTo>
                  <a:lnTo>
                    <a:pt x="6311" y="1072"/>
                  </a:lnTo>
                  <a:lnTo>
                    <a:pt x="6311"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96"/>
            <p:cNvSpPr/>
            <p:nvPr/>
          </p:nvSpPr>
          <p:spPr>
            <a:xfrm>
              <a:off x="7830812" y="3056014"/>
              <a:ext cx="33254" cy="214834"/>
            </a:xfrm>
            <a:custGeom>
              <a:rect b="b" l="l" r="r" t="t"/>
              <a:pathLst>
                <a:path extrusionOk="0" h="6622" w="1025">
                  <a:moveTo>
                    <a:pt x="1" y="1"/>
                  </a:moveTo>
                  <a:lnTo>
                    <a:pt x="1" y="6621"/>
                  </a:lnTo>
                  <a:lnTo>
                    <a:pt x="1025" y="6621"/>
                  </a:lnTo>
                  <a:lnTo>
                    <a:pt x="1025" y="1"/>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96"/>
            <p:cNvSpPr/>
            <p:nvPr/>
          </p:nvSpPr>
          <p:spPr>
            <a:xfrm>
              <a:off x="8035556" y="3054489"/>
              <a:ext cx="33254" cy="215580"/>
            </a:xfrm>
            <a:custGeom>
              <a:rect b="b" l="l" r="r" t="t"/>
              <a:pathLst>
                <a:path extrusionOk="0" h="6645" w="1025">
                  <a:moveTo>
                    <a:pt x="0" y="0"/>
                  </a:moveTo>
                  <a:lnTo>
                    <a:pt x="0" y="6645"/>
                  </a:lnTo>
                  <a:lnTo>
                    <a:pt x="1024" y="6645"/>
                  </a:lnTo>
                  <a:lnTo>
                    <a:pt x="1024" y="0"/>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96"/>
            <p:cNvSpPr/>
            <p:nvPr/>
          </p:nvSpPr>
          <p:spPr>
            <a:xfrm>
              <a:off x="7880254" y="3204373"/>
              <a:ext cx="139113" cy="60278"/>
            </a:xfrm>
            <a:custGeom>
              <a:rect b="b" l="l" r="r" t="t"/>
              <a:pathLst>
                <a:path extrusionOk="0" h="1858" w="4288">
                  <a:moveTo>
                    <a:pt x="1191" y="0"/>
                  </a:moveTo>
                  <a:cubicBezTo>
                    <a:pt x="858" y="0"/>
                    <a:pt x="572" y="191"/>
                    <a:pt x="429" y="477"/>
                  </a:cubicBezTo>
                  <a:lnTo>
                    <a:pt x="1" y="1334"/>
                  </a:lnTo>
                  <a:lnTo>
                    <a:pt x="2144" y="1858"/>
                  </a:lnTo>
                  <a:lnTo>
                    <a:pt x="4287" y="1334"/>
                  </a:lnTo>
                  <a:lnTo>
                    <a:pt x="3882" y="477"/>
                  </a:lnTo>
                  <a:cubicBezTo>
                    <a:pt x="3716" y="191"/>
                    <a:pt x="3430" y="0"/>
                    <a:pt x="3097" y="0"/>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96"/>
            <p:cNvSpPr/>
            <p:nvPr/>
          </p:nvSpPr>
          <p:spPr>
            <a:xfrm>
              <a:off x="7881033" y="3203595"/>
              <a:ext cx="80393" cy="59532"/>
            </a:xfrm>
            <a:custGeom>
              <a:rect b="b" l="l" r="r" t="t"/>
              <a:pathLst>
                <a:path extrusionOk="0" h="1835" w="2478">
                  <a:moveTo>
                    <a:pt x="1191" y="1"/>
                  </a:moveTo>
                  <a:cubicBezTo>
                    <a:pt x="882" y="1"/>
                    <a:pt x="572" y="167"/>
                    <a:pt x="429" y="477"/>
                  </a:cubicBezTo>
                  <a:lnTo>
                    <a:pt x="1" y="1334"/>
                  </a:lnTo>
                  <a:lnTo>
                    <a:pt x="2144" y="1834"/>
                  </a:lnTo>
                  <a:lnTo>
                    <a:pt x="2477" y="1739"/>
                  </a:lnTo>
                  <a:lnTo>
                    <a:pt x="643" y="1334"/>
                  </a:lnTo>
                  <a:lnTo>
                    <a:pt x="1048" y="477"/>
                  </a:lnTo>
                  <a:cubicBezTo>
                    <a:pt x="1191" y="167"/>
                    <a:pt x="1501" y="1"/>
                    <a:pt x="183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96"/>
            <p:cNvSpPr/>
            <p:nvPr/>
          </p:nvSpPr>
          <p:spPr>
            <a:xfrm>
              <a:off x="8035556" y="3054489"/>
              <a:ext cx="33254" cy="40196"/>
            </a:xfrm>
            <a:custGeom>
              <a:rect b="b" l="l" r="r" t="t"/>
              <a:pathLst>
                <a:path extrusionOk="0" h="1239" w="1025">
                  <a:moveTo>
                    <a:pt x="0" y="0"/>
                  </a:moveTo>
                  <a:lnTo>
                    <a:pt x="0" y="1239"/>
                  </a:lnTo>
                  <a:lnTo>
                    <a:pt x="1024" y="1239"/>
                  </a:lnTo>
                  <a:lnTo>
                    <a:pt x="1024"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96"/>
            <p:cNvSpPr/>
            <p:nvPr/>
          </p:nvSpPr>
          <p:spPr>
            <a:xfrm>
              <a:off x="7830812" y="3054489"/>
              <a:ext cx="33254" cy="40196"/>
            </a:xfrm>
            <a:custGeom>
              <a:rect b="b" l="l" r="r" t="t"/>
              <a:pathLst>
                <a:path extrusionOk="0" h="1239" w="1025">
                  <a:moveTo>
                    <a:pt x="1" y="0"/>
                  </a:moveTo>
                  <a:lnTo>
                    <a:pt x="1" y="1239"/>
                  </a:lnTo>
                  <a:lnTo>
                    <a:pt x="1025" y="1239"/>
                  </a:lnTo>
                  <a:lnTo>
                    <a:pt x="1025"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96"/>
            <p:cNvSpPr/>
            <p:nvPr/>
          </p:nvSpPr>
          <p:spPr>
            <a:xfrm>
              <a:off x="7821533" y="3036710"/>
              <a:ext cx="256555" cy="36336"/>
            </a:xfrm>
            <a:custGeom>
              <a:rect b="b" l="l" r="r" t="t"/>
              <a:pathLst>
                <a:path extrusionOk="0" h="1120" w="7908">
                  <a:moveTo>
                    <a:pt x="287" y="1"/>
                  </a:moveTo>
                  <a:cubicBezTo>
                    <a:pt x="120" y="1"/>
                    <a:pt x="1" y="143"/>
                    <a:pt x="1" y="286"/>
                  </a:cubicBezTo>
                  <a:lnTo>
                    <a:pt x="1" y="834"/>
                  </a:lnTo>
                  <a:cubicBezTo>
                    <a:pt x="1" y="1001"/>
                    <a:pt x="144" y="1120"/>
                    <a:pt x="287" y="1120"/>
                  </a:cubicBezTo>
                  <a:lnTo>
                    <a:pt x="7621" y="1120"/>
                  </a:lnTo>
                  <a:cubicBezTo>
                    <a:pt x="7788" y="1120"/>
                    <a:pt x="7907" y="977"/>
                    <a:pt x="7907" y="834"/>
                  </a:cubicBezTo>
                  <a:lnTo>
                    <a:pt x="7907" y="310"/>
                  </a:lnTo>
                  <a:cubicBezTo>
                    <a:pt x="7907" y="120"/>
                    <a:pt x="7788" y="1"/>
                    <a:pt x="7621"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96"/>
            <p:cNvSpPr/>
            <p:nvPr/>
          </p:nvSpPr>
          <p:spPr>
            <a:xfrm>
              <a:off x="7782927" y="3246873"/>
              <a:ext cx="333768" cy="132138"/>
            </a:xfrm>
            <a:custGeom>
              <a:rect b="b" l="l" r="r" t="t"/>
              <a:pathLst>
                <a:path extrusionOk="0" h="4073" w="10288">
                  <a:moveTo>
                    <a:pt x="1477" y="0"/>
                  </a:moveTo>
                  <a:cubicBezTo>
                    <a:pt x="1072" y="0"/>
                    <a:pt x="715" y="310"/>
                    <a:pt x="595" y="691"/>
                  </a:cubicBezTo>
                  <a:lnTo>
                    <a:pt x="119" y="3215"/>
                  </a:lnTo>
                  <a:cubicBezTo>
                    <a:pt x="0" y="3668"/>
                    <a:pt x="333" y="4072"/>
                    <a:pt x="786" y="4072"/>
                  </a:cubicBezTo>
                  <a:lnTo>
                    <a:pt x="9502" y="4072"/>
                  </a:lnTo>
                  <a:cubicBezTo>
                    <a:pt x="9978" y="4072"/>
                    <a:pt x="10288" y="3644"/>
                    <a:pt x="10169" y="3215"/>
                  </a:cubicBezTo>
                  <a:lnTo>
                    <a:pt x="9693" y="691"/>
                  </a:lnTo>
                  <a:cubicBezTo>
                    <a:pt x="9621" y="262"/>
                    <a:pt x="9216" y="0"/>
                    <a:pt x="8811"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96"/>
            <p:cNvSpPr/>
            <p:nvPr/>
          </p:nvSpPr>
          <p:spPr>
            <a:xfrm>
              <a:off x="7783673" y="3246873"/>
              <a:ext cx="68811" cy="132138"/>
            </a:xfrm>
            <a:custGeom>
              <a:rect b="b" l="l" r="r" t="t"/>
              <a:pathLst>
                <a:path extrusionOk="0" h="4073" w="2121">
                  <a:moveTo>
                    <a:pt x="1501" y="0"/>
                  </a:moveTo>
                  <a:cubicBezTo>
                    <a:pt x="1073" y="0"/>
                    <a:pt x="715" y="310"/>
                    <a:pt x="596" y="691"/>
                  </a:cubicBezTo>
                  <a:lnTo>
                    <a:pt x="120" y="3215"/>
                  </a:lnTo>
                  <a:cubicBezTo>
                    <a:pt x="1" y="3668"/>
                    <a:pt x="334" y="4072"/>
                    <a:pt x="811" y="4072"/>
                  </a:cubicBezTo>
                  <a:lnTo>
                    <a:pt x="1430" y="4072"/>
                  </a:lnTo>
                  <a:cubicBezTo>
                    <a:pt x="977" y="4072"/>
                    <a:pt x="620" y="3644"/>
                    <a:pt x="739" y="3215"/>
                  </a:cubicBezTo>
                  <a:lnTo>
                    <a:pt x="1215" y="691"/>
                  </a:lnTo>
                  <a:cubicBezTo>
                    <a:pt x="1311" y="262"/>
                    <a:pt x="1692" y="0"/>
                    <a:pt x="2120"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96"/>
            <p:cNvSpPr/>
            <p:nvPr/>
          </p:nvSpPr>
          <p:spPr>
            <a:xfrm>
              <a:off x="7881033" y="3268480"/>
              <a:ext cx="138335" cy="46393"/>
            </a:xfrm>
            <a:custGeom>
              <a:rect b="b" l="l" r="r" t="t"/>
              <a:pathLst>
                <a:path extrusionOk="0" h="1430" w="4264">
                  <a:moveTo>
                    <a:pt x="310" y="1"/>
                  </a:moveTo>
                  <a:cubicBezTo>
                    <a:pt x="120" y="1"/>
                    <a:pt x="1" y="144"/>
                    <a:pt x="1" y="287"/>
                  </a:cubicBezTo>
                  <a:lnTo>
                    <a:pt x="1" y="1120"/>
                  </a:lnTo>
                  <a:cubicBezTo>
                    <a:pt x="1" y="1311"/>
                    <a:pt x="167" y="1430"/>
                    <a:pt x="310" y="1430"/>
                  </a:cubicBezTo>
                  <a:lnTo>
                    <a:pt x="3978" y="1430"/>
                  </a:lnTo>
                  <a:cubicBezTo>
                    <a:pt x="4144" y="1430"/>
                    <a:pt x="4263" y="1263"/>
                    <a:pt x="4263" y="1120"/>
                  </a:cubicBezTo>
                  <a:lnTo>
                    <a:pt x="4263" y="287"/>
                  </a:lnTo>
                  <a:cubicBezTo>
                    <a:pt x="4263" y="144"/>
                    <a:pt x="4144" y="1"/>
                    <a:pt x="3978" y="1"/>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96"/>
            <p:cNvSpPr/>
            <p:nvPr/>
          </p:nvSpPr>
          <p:spPr>
            <a:xfrm>
              <a:off x="7881033" y="3268480"/>
              <a:ext cx="30172" cy="46490"/>
            </a:xfrm>
            <a:custGeom>
              <a:rect b="b" l="l" r="r" t="t"/>
              <a:pathLst>
                <a:path extrusionOk="0" h="1433" w="930">
                  <a:moveTo>
                    <a:pt x="310" y="1"/>
                  </a:moveTo>
                  <a:cubicBezTo>
                    <a:pt x="120" y="1"/>
                    <a:pt x="1" y="144"/>
                    <a:pt x="1" y="287"/>
                  </a:cubicBezTo>
                  <a:lnTo>
                    <a:pt x="1" y="1120"/>
                  </a:lnTo>
                  <a:cubicBezTo>
                    <a:pt x="1" y="1311"/>
                    <a:pt x="167" y="1430"/>
                    <a:pt x="310" y="1430"/>
                  </a:cubicBezTo>
                  <a:lnTo>
                    <a:pt x="866" y="1430"/>
                  </a:lnTo>
                  <a:cubicBezTo>
                    <a:pt x="747" y="1410"/>
                    <a:pt x="643" y="1282"/>
                    <a:pt x="643" y="1120"/>
                  </a:cubicBezTo>
                  <a:lnTo>
                    <a:pt x="643" y="287"/>
                  </a:lnTo>
                  <a:cubicBezTo>
                    <a:pt x="643" y="96"/>
                    <a:pt x="786" y="1"/>
                    <a:pt x="929" y="1"/>
                  </a:cubicBezTo>
                  <a:close/>
                  <a:moveTo>
                    <a:pt x="866" y="1430"/>
                  </a:moveTo>
                  <a:cubicBezTo>
                    <a:pt x="877" y="1431"/>
                    <a:pt x="887" y="1432"/>
                    <a:pt x="898" y="1432"/>
                  </a:cubicBezTo>
                  <a:cubicBezTo>
                    <a:pt x="908" y="1432"/>
                    <a:pt x="919" y="1432"/>
                    <a:pt x="929" y="143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96"/>
            <p:cNvSpPr/>
            <p:nvPr/>
          </p:nvSpPr>
          <p:spPr>
            <a:xfrm>
              <a:off x="7826173" y="3332618"/>
              <a:ext cx="33254" cy="27057"/>
            </a:xfrm>
            <a:custGeom>
              <a:rect b="b" l="l" r="r" t="t"/>
              <a:pathLst>
                <a:path extrusionOk="0" h="834" w="1025">
                  <a:moveTo>
                    <a:pt x="501" y="1"/>
                  </a:moveTo>
                  <a:cubicBezTo>
                    <a:pt x="239" y="1"/>
                    <a:pt x="1" y="191"/>
                    <a:pt x="1" y="429"/>
                  </a:cubicBezTo>
                  <a:cubicBezTo>
                    <a:pt x="1" y="667"/>
                    <a:pt x="239" y="834"/>
                    <a:pt x="501" y="834"/>
                  </a:cubicBezTo>
                  <a:cubicBezTo>
                    <a:pt x="787" y="810"/>
                    <a:pt x="1025" y="643"/>
                    <a:pt x="1025" y="429"/>
                  </a:cubicBezTo>
                  <a:cubicBezTo>
                    <a:pt x="1025" y="191"/>
                    <a:pt x="787" y="1"/>
                    <a:pt x="501"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96"/>
            <p:cNvSpPr/>
            <p:nvPr/>
          </p:nvSpPr>
          <p:spPr>
            <a:xfrm>
              <a:off x="7897254" y="3332618"/>
              <a:ext cx="33254" cy="27057"/>
            </a:xfrm>
            <a:custGeom>
              <a:rect b="b" l="l" r="r" t="t"/>
              <a:pathLst>
                <a:path extrusionOk="0" h="834" w="1025">
                  <a:moveTo>
                    <a:pt x="525" y="1"/>
                  </a:moveTo>
                  <a:cubicBezTo>
                    <a:pt x="239" y="1"/>
                    <a:pt x="1" y="191"/>
                    <a:pt x="1" y="429"/>
                  </a:cubicBezTo>
                  <a:cubicBezTo>
                    <a:pt x="1" y="667"/>
                    <a:pt x="239" y="834"/>
                    <a:pt x="525" y="834"/>
                  </a:cubicBezTo>
                  <a:cubicBezTo>
                    <a:pt x="810" y="810"/>
                    <a:pt x="1025" y="643"/>
                    <a:pt x="1025" y="429"/>
                  </a:cubicBezTo>
                  <a:cubicBezTo>
                    <a:pt x="1025" y="191"/>
                    <a:pt x="786" y="1"/>
                    <a:pt x="52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96"/>
            <p:cNvSpPr/>
            <p:nvPr/>
          </p:nvSpPr>
          <p:spPr>
            <a:xfrm>
              <a:off x="7969114" y="3332618"/>
              <a:ext cx="33254" cy="27057"/>
            </a:xfrm>
            <a:custGeom>
              <a:rect b="b" l="l" r="r" t="t"/>
              <a:pathLst>
                <a:path extrusionOk="0" h="834" w="1025">
                  <a:moveTo>
                    <a:pt x="500" y="1"/>
                  </a:moveTo>
                  <a:cubicBezTo>
                    <a:pt x="239" y="1"/>
                    <a:pt x="0" y="191"/>
                    <a:pt x="0" y="429"/>
                  </a:cubicBezTo>
                  <a:cubicBezTo>
                    <a:pt x="0" y="667"/>
                    <a:pt x="239" y="834"/>
                    <a:pt x="500" y="834"/>
                  </a:cubicBezTo>
                  <a:cubicBezTo>
                    <a:pt x="810" y="810"/>
                    <a:pt x="1024" y="643"/>
                    <a:pt x="1024" y="429"/>
                  </a:cubicBezTo>
                  <a:cubicBezTo>
                    <a:pt x="1024" y="191"/>
                    <a:pt x="786" y="1"/>
                    <a:pt x="500"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96"/>
            <p:cNvSpPr/>
            <p:nvPr/>
          </p:nvSpPr>
          <p:spPr>
            <a:xfrm>
              <a:off x="8040974" y="3332618"/>
              <a:ext cx="32475" cy="27057"/>
            </a:xfrm>
            <a:custGeom>
              <a:rect b="b" l="l" r="r" t="t"/>
              <a:pathLst>
                <a:path extrusionOk="0" h="834" w="1001">
                  <a:moveTo>
                    <a:pt x="500" y="1"/>
                  </a:moveTo>
                  <a:cubicBezTo>
                    <a:pt x="214" y="1"/>
                    <a:pt x="0" y="191"/>
                    <a:pt x="0" y="429"/>
                  </a:cubicBezTo>
                  <a:cubicBezTo>
                    <a:pt x="0" y="667"/>
                    <a:pt x="214" y="834"/>
                    <a:pt x="500" y="834"/>
                  </a:cubicBezTo>
                  <a:cubicBezTo>
                    <a:pt x="786" y="810"/>
                    <a:pt x="1000" y="643"/>
                    <a:pt x="1000" y="429"/>
                  </a:cubicBezTo>
                  <a:cubicBezTo>
                    <a:pt x="1000" y="191"/>
                    <a:pt x="762" y="1"/>
                    <a:pt x="500"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96"/>
            <p:cNvSpPr/>
            <p:nvPr/>
          </p:nvSpPr>
          <p:spPr>
            <a:xfrm>
              <a:off x="7906533" y="3281522"/>
              <a:ext cx="10836" cy="16773"/>
            </a:xfrm>
            <a:custGeom>
              <a:rect b="b" l="l" r="r" t="t"/>
              <a:pathLst>
                <a:path extrusionOk="0" h="517" w="334">
                  <a:moveTo>
                    <a:pt x="184" y="0"/>
                  </a:moveTo>
                  <a:cubicBezTo>
                    <a:pt x="95" y="0"/>
                    <a:pt x="0" y="83"/>
                    <a:pt x="0" y="147"/>
                  </a:cubicBezTo>
                  <a:lnTo>
                    <a:pt x="0" y="361"/>
                  </a:lnTo>
                  <a:cubicBezTo>
                    <a:pt x="0" y="439"/>
                    <a:pt x="64" y="517"/>
                    <a:pt x="152" y="517"/>
                  </a:cubicBezTo>
                  <a:cubicBezTo>
                    <a:pt x="172" y="517"/>
                    <a:pt x="193" y="513"/>
                    <a:pt x="215" y="504"/>
                  </a:cubicBezTo>
                  <a:cubicBezTo>
                    <a:pt x="262" y="480"/>
                    <a:pt x="334" y="432"/>
                    <a:pt x="334" y="361"/>
                  </a:cubicBezTo>
                  <a:lnTo>
                    <a:pt x="334" y="147"/>
                  </a:lnTo>
                  <a:cubicBezTo>
                    <a:pt x="334" y="75"/>
                    <a:pt x="262" y="4"/>
                    <a:pt x="215" y="4"/>
                  </a:cubicBezTo>
                  <a:cubicBezTo>
                    <a:pt x="205" y="1"/>
                    <a:pt x="194" y="0"/>
                    <a:pt x="1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96"/>
            <p:cNvSpPr/>
            <p:nvPr/>
          </p:nvSpPr>
          <p:spPr>
            <a:xfrm>
              <a:off x="7983032" y="3281522"/>
              <a:ext cx="10057" cy="16773"/>
            </a:xfrm>
            <a:custGeom>
              <a:rect b="b" l="l" r="r" t="t"/>
              <a:pathLst>
                <a:path extrusionOk="0" h="517" w="310">
                  <a:moveTo>
                    <a:pt x="166" y="0"/>
                  </a:moveTo>
                  <a:cubicBezTo>
                    <a:pt x="95" y="0"/>
                    <a:pt x="0" y="83"/>
                    <a:pt x="0" y="147"/>
                  </a:cubicBezTo>
                  <a:lnTo>
                    <a:pt x="0" y="361"/>
                  </a:lnTo>
                  <a:cubicBezTo>
                    <a:pt x="0" y="439"/>
                    <a:pt x="48" y="517"/>
                    <a:pt x="130" y="517"/>
                  </a:cubicBezTo>
                  <a:cubicBezTo>
                    <a:pt x="148" y="517"/>
                    <a:pt x="169" y="513"/>
                    <a:pt x="191" y="504"/>
                  </a:cubicBezTo>
                  <a:cubicBezTo>
                    <a:pt x="262" y="480"/>
                    <a:pt x="310" y="432"/>
                    <a:pt x="310" y="361"/>
                  </a:cubicBezTo>
                  <a:lnTo>
                    <a:pt x="310" y="147"/>
                  </a:lnTo>
                  <a:cubicBezTo>
                    <a:pt x="310" y="75"/>
                    <a:pt x="262" y="4"/>
                    <a:pt x="191" y="4"/>
                  </a:cubicBezTo>
                  <a:cubicBezTo>
                    <a:pt x="183" y="1"/>
                    <a:pt x="175" y="0"/>
                    <a:pt x="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96"/>
            <p:cNvSpPr/>
            <p:nvPr/>
          </p:nvSpPr>
          <p:spPr>
            <a:xfrm>
              <a:off x="7933557" y="3286939"/>
              <a:ext cx="31729" cy="14794"/>
            </a:xfrm>
            <a:custGeom>
              <a:rect b="b" l="l" r="r" t="t"/>
              <a:pathLst>
                <a:path extrusionOk="0" h="456" w="978">
                  <a:moveTo>
                    <a:pt x="781" y="0"/>
                  </a:moveTo>
                  <a:cubicBezTo>
                    <a:pt x="734" y="0"/>
                    <a:pt x="682" y="24"/>
                    <a:pt x="644" y="75"/>
                  </a:cubicBezTo>
                  <a:cubicBezTo>
                    <a:pt x="620" y="146"/>
                    <a:pt x="572" y="146"/>
                    <a:pt x="477" y="146"/>
                  </a:cubicBezTo>
                  <a:cubicBezTo>
                    <a:pt x="382" y="146"/>
                    <a:pt x="358" y="99"/>
                    <a:pt x="287" y="75"/>
                  </a:cubicBezTo>
                  <a:cubicBezTo>
                    <a:pt x="259" y="47"/>
                    <a:pt x="215" y="35"/>
                    <a:pt x="164" y="35"/>
                  </a:cubicBezTo>
                  <a:cubicBezTo>
                    <a:pt x="127" y="35"/>
                    <a:pt x="88" y="41"/>
                    <a:pt x="49" y="51"/>
                  </a:cubicBezTo>
                  <a:cubicBezTo>
                    <a:pt x="1" y="99"/>
                    <a:pt x="1" y="194"/>
                    <a:pt x="25" y="289"/>
                  </a:cubicBezTo>
                  <a:cubicBezTo>
                    <a:pt x="215" y="408"/>
                    <a:pt x="358" y="456"/>
                    <a:pt x="501" y="456"/>
                  </a:cubicBezTo>
                  <a:cubicBezTo>
                    <a:pt x="644" y="456"/>
                    <a:pt x="811" y="408"/>
                    <a:pt x="930" y="289"/>
                  </a:cubicBezTo>
                  <a:cubicBezTo>
                    <a:pt x="977" y="218"/>
                    <a:pt x="977" y="99"/>
                    <a:pt x="882" y="51"/>
                  </a:cubicBezTo>
                  <a:cubicBezTo>
                    <a:pt x="860" y="18"/>
                    <a:pt x="822" y="0"/>
                    <a:pt x="7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96"/>
            <p:cNvSpPr/>
            <p:nvPr/>
          </p:nvSpPr>
          <p:spPr>
            <a:xfrm>
              <a:off x="7875615" y="3261537"/>
              <a:ext cx="149917" cy="57975"/>
            </a:xfrm>
            <a:custGeom>
              <a:rect b="b" l="l" r="r" t="t"/>
              <a:pathLst>
                <a:path extrusionOk="0" h="1787" w="4621">
                  <a:moveTo>
                    <a:pt x="4121" y="358"/>
                  </a:moveTo>
                  <a:cubicBezTo>
                    <a:pt x="4216" y="358"/>
                    <a:pt x="4287" y="405"/>
                    <a:pt x="4287" y="501"/>
                  </a:cubicBezTo>
                  <a:lnTo>
                    <a:pt x="4287" y="1334"/>
                  </a:lnTo>
                  <a:cubicBezTo>
                    <a:pt x="4287" y="1429"/>
                    <a:pt x="4216" y="1477"/>
                    <a:pt x="4121" y="1477"/>
                  </a:cubicBezTo>
                  <a:lnTo>
                    <a:pt x="477" y="1477"/>
                  </a:lnTo>
                  <a:cubicBezTo>
                    <a:pt x="382" y="1477"/>
                    <a:pt x="334" y="1429"/>
                    <a:pt x="334" y="1334"/>
                  </a:cubicBezTo>
                  <a:lnTo>
                    <a:pt x="334" y="501"/>
                  </a:lnTo>
                  <a:cubicBezTo>
                    <a:pt x="334" y="405"/>
                    <a:pt x="382" y="358"/>
                    <a:pt x="477" y="358"/>
                  </a:cubicBezTo>
                  <a:close/>
                  <a:moveTo>
                    <a:pt x="477" y="1"/>
                  </a:moveTo>
                  <a:cubicBezTo>
                    <a:pt x="215" y="1"/>
                    <a:pt x="1" y="191"/>
                    <a:pt x="1" y="477"/>
                  </a:cubicBezTo>
                  <a:lnTo>
                    <a:pt x="1" y="1310"/>
                  </a:lnTo>
                  <a:cubicBezTo>
                    <a:pt x="1" y="1572"/>
                    <a:pt x="215" y="1787"/>
                    <a:pt x="477" y="1787"/>
                  </a:cubicBezTo>
                  <a:lnTo>
                    <a:pt x="4121" y="1787"/>
                  </a:lnTo>
                  <a:cubicBezTo>
                    <a:pt x="4406" y="1787"/>
                    <a:pt x="4621" y="1572"/>
                    <a:pt x="4621" y="1310"/>
                  </a:cubicBezTo>
                  <a:lnTo>
                    <a:pt x="4621" y="477"/>
                  </a:lnTo>
                  <a:cubicBezTo>
                    <a:pt x="4621" y="215"/>
                    <a:pt x="4406" y="1"/>
                    <a:pt x="41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96"/>
            <p:cNvSpPr/>
            <p:nvPr/>
          </p:nvSpPr>
          <p:spPr>
            <a:xfrm>
              <a:off x="7821533" y="3327979"/>
              <a:ext cx="42532" cy="37114"/>
            </a:xfrm>
            <a:custGeom>
              <a:rect b="b" l="l" r="r" t="t"/>
              <a:pathLst>
                <a:path extrusionOk="0" h="1144" w="1311">
                  <a:moveTo>
                    <a:pt x="644" y="310"/>
                  </a:moveTo>
                  <a:cubicBezTo>
                    <a:pt x="834" y="310"/>
                    <a:pt x="1001" y="429"/>
                    <a:pt x="1001" y="548"/>
                  </a:cubicBezTo>
                  <a:cubicBezTo>
                    <a:pt x="1001" y="691"/>
                    <a:pt x="858" y="786"/>
                    <a:pt x="644" y="786"/>
                  </a:cubicBezTo>
                  <a:cubicBezTo>
                    <a:pt x="429" y="786"/>
                    <a:pt x="287" y="667"/>
                    <a:pt x="287" y="548"/>
                  </a:cubicBezTo>
                  <a:cubicBezTo>
                    <a:pt x="287" y="429"/>
                    <a:pt x="477" y="310"/>
                    <a:pt x="644" y="310"/>
                  </a:cubicBezTo>
                  <a:close/>
                  <a:moveTo>
                    <a:pt x="644" y="1"/>
                  </a:moveTo>
                  <a:cubicBezTo>
                    <a:pt x="287" y="1"/>
                    <a:pt x="1" y="239"/>
                    <a:pt x="1" y="572"/>
                  </a:cubicBezTo>
                  <a:cubicBezTo>
                    <a:pt x="1" y="858"/>
                    <a:pt x="287" y="1144"/>
                    <a:pt x="644" y="1144"/>
                  </a:cubicBezTo>
                  <a:cubicBezTo>
                    <a:pt x="1001" y="1144"/>
                    <a:pt x="1311" y="858"/>
                    <a:pt x="1311" y="572"/>
                  </a:cubicBezTo>
                  <a:cubicBezTo>
                    <a:pt x="1311" y="263"/>
                    <a:pt x="1001"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96"/>
            <p:cNvSpPr/>
            <p:nvPr/>
          </p:nvSpPr>
          <p:spPr>
            <a:xfrm>
              <a:off x="7892615" y="3327979"/>
              <a:ext cx="42532" cy="37114"/>
            </a:xfrm>
            <a:custGeom>
              <a:rect b="b" l="l" r="r" t="t"/>
              <a:pathLst>
                <a:path extrusionOk="0" h="1144" w="1311">
                  <a:moveTo>
                    <a:pt x="668" y="334"/>
                  </a:moveTo>
                  <a:cubicBezTo>
                    <a:pt x="834" y="334"/>
                    <a:pt x="1025" y="453"/>
                    <a:pt x="1025" y="572"/>
                  </a:cubicBezTo>
                  <a:cubicBezTo>
                    <a:pt x="1025" y="691"/>
                    <a:pt x="834" y="810"/>
                    <a:pt x="668" y="810"/>
                  </a:cubicBezTo>
                  <a:cubicBezTo>
                    <a:pt x="477" y="810"/>
                    <a:pt x="310" y="691"/>
                    <a:pt x="310" y="572"/>
                  </a:cubicBezTo>
                  <a:cubicBezTo>
                    <a:pt x="310" y="429"/>
                    <a:pt x="453" y="334"/>
                    <a:pt x="668" y="334"/>
                  </a:cubicBezTo>
                  <a:close/>
                  <a:moveTo>
                    <a:pt x="668" y="1"/>
                  </a:moveTo>
                  <a:cubicBezTo>
                    <a:pt x="310" y="1"/>
                    <a:pt x="1" y="263"/>
                    <a:pt x="1" y="572"/>
                  </a:cubicBezTo>
                  <a:cubicBezTo>
                    <a:pt x="1" y="858"/>
                    <a:pt x="310" y="1144"/>
                    <a:pt x="668" y="1144"/>
                  </a:cubicBezTo>
                  <a:cubicBezTo>
                    <a:pt x="1025" y="1144"/>
                    <a:pt x="1311" y="858"/>
                    <a:pt x="1311" y="572"/>
                  </a:cubicBezTo>
                  <a:cubicBezTo>
                    <a:pt x="1311" y="239"/>
                    <a:pt x="1025" y="1"/>
                    <a:pt x="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96"/>
            <p:cNvSpPr/>
            <p:nvPr/>
          </p:nvSpPr>
          <p:spPr>
            <a:xfrm>
              <a:off x="7964475" y="3327979"/>
              <a:ext cx="42532" cy="37114"/>
            </a:xfrm>
            <a:custGeom>
              <a:rect b="b" l="l" r="r" t="t"/>
              <a:pathLst>
                <a:path extrusionOk="0" h="1144" w="1311">
                  <a:moveTo>
                    <a:pt x="643" y="334"/>
                  </a:moveTo>
                  <a:cubicBezTo>
                    <a:pt x="858" y="334"/>
                    <a:pt x="1001" y="453"/>
                    <a:pt x="1001" y="572"/>
                  </a:cubicBezTo>
                  <a:cubicBezTo>
                    <a:pt x="1001" y="691"/>
                    <a:pt x="834" y="810"/>
                    <a:pt x="643" y="810"/>
                  </a:cubicBezTo>
                  <a:cubicBezTo>
                    <a:pt x="477" y="810"/>
                    <a:pt x="286" y="691"/>
                    <a:pt x="286" y="572"/>
                  </a:cubicBezTo>
                  <a:cubicBezTo>
                    <a:pt x="286" y="429"/>
                    <a:pt x="453" y="334"/>
                    <a:pt x="643" y="334"/>
                  </a:cubicBezTo>
                  <a:close/>
                  <a:moveTo>
                    <a:pt x="643" y="1"/>
                  </a:moveTo>
                  <a:cubicBezTo>
                    <a:pt x="286" y="1"/>
                    <a:pt x="0" y="263"/>
                    <a:pt x="0" y="572"/>
                  </a:cubicBezTo>
                  <a:cubicBezTo>
                    <a:pt x="0" y="858"/>
                    <a:pt x="286" y="1144"/>
                    <a:pt x="643" y="1144"/>
                  </a:cubicBezTo>
                  <a:cubicBezTo>
                    <a:pt x="1001" y="1144"/>
                    <a:pt x="1310" y="858"/>
                    <a:pt x="1310" y="572"/>
                  </a:cubicBezTo>
                  <a:cubicBezTo>
                    <a:pt x="1310" y="239"/>
                    <a:pt x="1001"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96"/>
            <p:cNvSpPr/>
            <p:nvPr/>
          </p:nvSpPr>
          <p:spPr>
            <a:xfrm>
              <a:off x="8035556" y="3327979"/>
              <a:ext cx="42532" cy="37114"/>
            </a:xfrm>
            <a:custGeom>
              <a:rect b="b" l="l" r="r" t="t"/>
              <a:pathLst>
                <a:path extrusionOk="0" h="1144" w="1311">
                  <a:moveTo>
                    <a:pt x="667" y="310"/>
                  </a:moveTo>
                  <a:cubicBezTo>
                    <a:pt x="834" y="310"/>
                    <a:pt x="1024" y="429"/>
                    <a:pt x="1024" y="548"/>
                  </a:cubicBezTo>
                  <a:cubicBezTo>
                    <a:pt x="1024" y="691"/>
                    <a:pt x="882" y="786"/>
                    <a:pt x="667" y="786"/>
                  </a:cubicBezTo>
                  <a:cubicBezTo>
                    <a:pt x="477" y="786"/>
                    <a:pt x="310" y="667"/>
                    <a:pt x="310" y="548"/>
                  </a:cubicBezTo>
                  <a:cubicBezTo>
                    <a:pt x="334" y="429"/>
                    <a:pt x="477" y="310"/>
                    <a:pt x="667" y="310"/>
                  </a:cubicBezTo>
                  <a:close/>
                  <a:moveTo>
                    <a:pt x="667" y="1"/>
                  </a:moveTo>
                  <a:cubicBezTo>
                    <a:pt x="310" y="1"/>
                    <a:pt x="0" y="263"/>
                    <a:pt x="0" y="572"/>
                  </a:cubicBezTo>
                  <a:cubicBezTo>
                    <a:pt x="0" y="858"/>
                    <a:pt x="310" y="1144"/>
                    <a:pt x="667" y="1144"/>
                  </a:cubicBezTo>
                  <a:cubicBezTo>
                    <a:pt x="1024" y="1144"/>
                    <a:pt x="1310" y="858"/>
                    <a:pt x="1310" y="572"/>
                  </a:cubicBezTo>
                  <a:cubicBezTo>
                    <a:pt x="1310" y="263"/>
                    <a:pt x="1024" y="1"/>
                    <a:pt x="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96"/>
            <p:cNvSpPr/>
            <p:nvPr/>
          </p:nvSpPr>
          <p:spPr>
            <a:xfrm>
              <a:off x="7779034" y="3030546"/>
              <a:ext cx="341522" cy="352326"/>
            </a:xfrm>
            <a:custGeom>
              <a:rect b="b" l="l" r="r" t="t"/>
              <a:pathLst>
                <a:path extrusionOk="0" h="10860" w="10527">
                  <a:moveTo>
                    <a:pt x="8931" y="333"/>
                  </a:moveTo>
                  <a:cubicBezTo>
                    <a:pt x="9027" y="333"/>
                    <a:pt x="9074" y="381"/>
                    <a:pt x="9074" y="476"/>
                  </a:cubicBezTo>
                  <a:lnTo>
                    <a:pt x="9074" y="1000"/>
                  </a:lnTo>
                  <a:cubicBezTo>
                    <a:pt x="9074" y="1096"/>
                    <a:pt x="9027" y="1167"/>
                    <a:pt x="8931" y="1167"/>
                  </a:cubicBezTo>
                  <a:lnTo>
                    <a:pt x="1597" y="1167"/>
                  </a:lnTo>
                  <a:cubicBezTo>
                    <a:pt x="1525" y="1167"/>
                    <a:pt x="1454" y="1096"/>
                    <a:pt x="1454" y="1000"/>
                  </a:cubicBezTo>
                  <a:lnTo>
                    <a:pt x="1454" y="476"/>
                  </a:lnTo>
                  <a:cubicBezTo>
                    <a:pt x="1454" y="381"/>
                    <a:pt x="1525" y="333"/>
                    <a:pt x="1597" y="333"/>
                  </a:cubicBezTo>
                  <a:close/>
                  <a:moveTo>
                    <a:pt x="6217" y="5477"/>
                  </a:moveTo>
                  <a:cubicBezTo>
                    <a:pt x="6479" y="5477"/>
                    <a:pt x="6717" y="5620"/>
                    <a:pt x="6836" y="5858"/>
                  </a:cubicBezTo>
                  <a:lnTo>
                    <a:pt x="7145" y="6501"/>
                  </a:lnTo>
                  <a:lnTo>
                    <a:pt x="3430" y="6501"/>
                  </a:lnTo>
                  <a:lnTo>
                    <a:pt x="3716" y="5858"/>
                  </a:lnTo>
                  <a:cubicBezTo>
                    <a:pt x="3835" y="5620"/>
                    <a:pt x="4073" y="5477"/>
                    <a:pt x="4335" y="5477"/>
                  </a:cubicBezTo>
                  <a:close/>
                  <a:moveTo>
                    <a:pt x="8789" y="1500"/>
                  </a:moveTo>
                  <a:lnTo>
                    <a:pt x="8789" y="6501"/>
                  </a:lnTo>
                  <a:lnTo>
                    <a:pt x="8098" y="6501"/>
                  </a:lnTo>
                  <a:lnTo>
                    <a:pt x="8098" y="2882"/>
                  </a:lnTo>
                  <a:cubicBezTo>
                    <a:pt x="8098" y="2786"/>
                    <a:pt x="8026" y="2739"/>
                    <a:pt x="7955" y="2715"/>
                  </a:cubicBezTo>
                  <a:cubicBezTo>
                    <a:pt x="7860" y="2715"/>
                    <a:pt x="7765" y="2763"/>
                    <a:pt x="7765" y="2858"/>
                  </a:cubicBezTo>
                  <a:lnTo>
                    <a:pt x="7765" y="6478"/>
                  </a:lnTo>
                  <a:lnTo>
                    <a:pt x="7503" y="6478"/>
                  </a:lnTo>
                  <a:lnTo>
                    <a:pt x="7122" y="5739"/>
                  </a:lnTo>
                  <a:cubicBezTo>
                    <a:pt x="6931" y="5382"/>
                    <a:pt x="6574" y="5192"/>
                    <a:pt x="6193" y="5192"/>
                  </a:cubicBezTo>
                  <a:lnTo>
                    <a:pt x="4288" y="5192"/>
                  </a:lnTo>
                  <a:cubicBezTo>
                    <a:pt x="3907" y="5192"/>
                    <a:pt x="3549" y="5382"/>
                    <a:pt x="3359" y="5739"/>
                  </a:cubicBezTo>
                  <a:lnTo>
                    <a:pt x="2978" y="6478"/>
                  </a:lnTo>
                  <a:lnTo>
                    <a:pt x="2740" y="6478"/>
                  </a:lnTo>
                  <a:lnTo>
                    <a:pt x="2740" y="1500"/>
                  </a:lnTo>
                  <a:lnTo>
                    <a:pt x="7765" y="1500"/>
                  </a:lnTo>
                  <a:lnTo>
                    <a:pt x="7765" y="2239"/>
                  </a:lnTo>
                  <a:cubicBezTo>
                    <a:pt x="7765" y="2334"/>
                    <a:pt x="7836" y="2382"/>
                    <a:pt x="7884" y="2382"/>
                  </a:cubicBezTo>
                  <a:cubicBezTo>
                    <a:pt x="7896" y="2385"/>
                    <a:pt x="7909" y="2386"/>
                    <a:pt x="7922" y="2386"/>
                  </a:cubicBezTo>
                  <a:cubicBezTo>
                    <a:pt x="8008" y="2386"/>
                    <a:pt x="8098" y="2321"/>
                    <a:pt x="8098" y="2239"/>
                  </a:cubicBezTo>
                  <a:lnTo>
                    <a:pt x="8098" y="1500"/>
                  </a:lnTo>
                  <a:close/>
                  <a:moveTo>
                    <a:pt x="8931" y="6811"/>
                  </a:moveTo>
                  <a:cubicBezTo>
                    <a:pt x="9289" y="6811"/>
                    <a:pt x="9574" y="7049"/>
                    <a:pt x="9670" y="7383"/>
                  </a:cubicBezTo>
                  <a:lnTo>
                    <a:pt x="10146" y="9883"/>
                  </a:lnTo>
                  <a:cubicBezTo>
                    <a:pt x="10241" y="10216"/>
                    <a:pt x="9979" y="10574"/>
                    <a:pt x="9622" y="10574"/>
                  </a:cubicBezTo>
                  <a:lnTo>
                    <a:pt x="930" y="10574"/>
                  </a:lnTo>
                  <a:cubicBezTo>
                    <a:pt x="573" y="10574"/>
                    <a:pt x="334" y="10240"/>
                    <a:pt x="382" y="9883"/>
                  </a:cubicBezTo>
                  <a:lnTo>
                    <a:pt x="858" y="7383"/>
                  </a:lnTo>
                  <a:cubicBezTo>
                    <a:pt x="954" y="7049"/>
                    <a:pt x="1239" y="6811"/>
                    <a:pt x="1597" y="6811"/>
                  </a:cubicBezTo>
                  <a:close/>
                  <a:moveTo>
                    <a:pt x="1620" y="0"/>
                  </a:moveTo>
                  <a:cubicBezTo>
                    <a:pt x="1358" y="0"/>
                    <a:pt x="1144" y="214"/>
                    <a:pt x="1144" y="476"/>
                  </a:cubicBezTo>
                  <a:lnTo>
                    <a:pt x="1144" y="976"/>
                  </a:lnTo>
                  <a:cubicBezTo>
                    <a:pt x="1144" y="1191"/>
                    <a:pt x="1263" y="1381"/>
                    <a:pt x="1477" y="1429"/>
                  </a:cubicBezTo>
                  <a:lnTo>
                    <a:pt x="1477" y="4882"/>
                  </a:lnTo>
                  <a:cubicBezTo>
                    <a:pt x="1477" y="4977"/>
                    <a:pt x="1549" y="5025"/>
                    <a:pt x="1620" y="5073"/>
                  </a:cubicBezTo>
                  <a:cubicBezTo>
                    <a:pt x="1716" y="5073"/>
                    <a:pt x="1811" y="5001"/>
                    <a:pt x="1811" y="4906"/>
                  </a:cubicBezTo>
                  <a:lnTo>
                    <a:pt x="1811" y="1500"/>
                  </a:lnTo>
                  <a:lnTo>
                    <a:pt x="2502" y="1500"/>
                  </a:lnTo>
                  <a:lnTo>
                    <a:pt x="2502" y="6501"/>
                  </a:lnTo>
                  <a:lnTo>
                    <a:pt x="1811" y="6501"/>
                  </a:lnTo>
                  <a:lnTo>
                    <a:pt x="1811" y="5549"/>
                  </a:lnTo>
                  <a:cubicBezTo>
                    <a:pt x="1787" y="5477"/>
                    <a:pt x="1716" y="5382"/>
                    <a:pt x="1668" y="5382"/>
                  </a:cubicBezTo>
                  <a:cubicBezTo>
                    <a:pt x="1658" y="5380"/>
                    <a:pt x="1648" y="5378"/>
                    <a:pt x="1637" y="5378"/>
                  </a:cubicBezTo>
                  <a:cubicBezTo>
                    <a:pt x="1549" y="5378"/>
                    <a:pt x="1454" y="5464"/>
                    <a:pt x="1454" y="5549"/>
                  </a:cubicBezTo>
                  <a:lnTo>
                    <a:pt x="1454" y="6501"/>
                  </a:lnTo>
                  <a:cubicBezTo>
                    <a:pt x="1049" y="6549"/>
                    <a:pt x="668" y="6882"/>
                    <a:pt x="549" y="7287"/>
                  </a:cubicBezTo>
                  <a:lnTo>
                    <a:pt x="72" y="9788"/>
                  </a:lnTo>
                  <a:cubicBezTo>
                    <a:pt x="1" y="10336"/>
                    <a:pt x="358" y="10859"/>
                    <a:pt x="906" y="10859"/>
                  </a:cubicBezTo>
                  <a:lnTo>
                    <a:pt x="9574" y="10859"/>
                  </a:lnTo>
                  <a:cubicBezTo>
                    <a:pt x="10122" y="10859"/>
                    <a:pt x="10527" y="10336"/>
                    <a:pt x="10408" y="9788"/>
                  </a:cubicBezTo>
                  <a:lnTo>
                    <a:pt x="9932" y="7287"/>
                  </a:lnTo>
                  <a:cubicBezTo>
                    <a:pt x="9813" y="6882"/>
                    <a:pt x="9479" y="6549"/>
                    <a:pt x="9074" y="6501"/>
                  </a:cubicBezTo>
                  <a:lnTo>
                    <a:pt x="9074" y="1429"/>
                  </a:lnTo>
                  <a:cubicBezTo>
                    <a:pt x="9241" y="1381"/>
                    <a:pt x="9408" y="1191"/>
                    <a:pt x="9408" y="976"/>
                  </a:cubicBezTo>
                  <a:lnTo>
                    <a:pt x="9408" y="476"/>
                  </a:lnTo>
                  <a:cubicBezTo>
                    <a:pt x="9408" y="214"/>
                    <a:pt x="9193" y="0"/>
                    <a:pt x="8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05" name="Google Shape;21205;p96"/>
          <p:cNvSpPr/>
          <p:nvPr/>
        </p:nvSpPr>
        <p:spPr>
          <a:xfrm>
            <a:off x="7861625" y="3724896"/>
            <a:ext cx="112803" cy="57196"/>
          </a:xfrm>
          <a:custGeom>
            <a:rect b="b" l="l" r="r" t="t"/>
            <a:pathLst>
              <a:path extrusionOk="0" h="1763" w="3477">
                <a:moveTo>
                  <a:pt x="1667" y="1"/>
                </a:moveTo>
                <a:lnTo>
                  <a:pt x="0" y="453"/>
                </a:lnTo>
                <a:lnTo>
                  <a:pt x="0" y="1239"/>
                </a:lnTo>
                <a:cubicBezTo>
                  <a:pt x="0" y="1525"/>
                  <a:pt x="238" y="1763"/>
                  <a:pt x="524" y="1763"/>
                </a:cubicBezTo>
                <a:lnTo>
                  <a:pt x="2953" y="1763"/>
                </a:lnTo>
                <a:cubicBezTo>
                  <a:pt x="3239" y="1763"/>
                  <a:pt x="3477" y="1525"/>
                  <a:pt x="3477" y="1239"/>
                </a:cubicBezTo>
                <a:lnTo>
                  <a:pt x="3477" y="453"/>
                </a:lnTo>
                <a:lnTo>
                  <a:pt x="1667" y="1"/>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96"/>
          <p:cNvSpPr/>
          <p:nvPr/>
        </p:nvSpPr>
        <p:spPr>
          <a:xfrm>
            <a:off x="7860846" y="3724117"/>
            <a:ext cx="67999" cy="57229"/>
          </a:xfrm>
          <a:custGeom>
            <a:rect b="b" l="l" r="r" t="t"/>
            <a:pathLst>
              <a:path extrusionOk="0" h="1764" w="2096">
                <a:moveTo>
                  <a:pt x="1667" y="1"/>
                </a:moveTo>
                <a:lnTo>
                  <a:pt x="0" y="453"/>
                </a:lnTo>
                <a:lnTo>
                  <a:pt x="0" y="1215"/>
                </a:lnTo>
                <a:cubicBezTo>
                  <a:pt x="0" y="1525"/>
                  <a:pt x="238" y="1763"/>
                  <a:pt x="524" y="1763"/>
                </a:cubicBezTo>
                <a:lnTo>
                  <a:pt x="1382" y="1763"/>
                </a:lnTo>
                <a:cubicBezTo>
                  <a:pt x="1096" y="1763"/>
                  <a:pt x="858" y="1525"/>
                  <a:pt x="858" y="1263"/>
                </a:cubicBezTo>
                <a:lnTo>
                  <a:pt x="858" y="477"/>
                </a:lnTo>
                <a:lnTo>
                  <a:pt x="2096" y="120"/>
                </a:lnTo>
                <a:lnTo>
                  <a:pt x="16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07" name="Google Shape;21207;p96"/>
          <p:cNvGrpSpPr/>
          <p:nvPr/>
        </p:nvGrpSpPr>
        <p:grpSpPr>
          <a:xfrm>
            <a:off x="7745708" y="3454455"/>
            <a:ext cx="348497" cy="285916"/>
            <a:chOff x="7775173" y="3606855"/>
            <a:chExt cx="348497" cy="285916"/>
          </a:xfrm>
        </p:grpSpPr>
        <p:sp>
          <p:nvSpPr>
            <p:cNvPr id="21208" name="Google Shape;21208;p96"/>
            <p:cNvSpPr/>
            <p:nvPr/>
          </p:nvSpPr>
          <p:spPr>
            <a:xfrm>
              <a:off x="7948254" y="3606855"/>
              <a:ext cx="175417" cy="173146"/>
            </a:xfrm>
            <a:custGeom>
              <a:rect b="b" l="l" r="r" t="t"/>
              <a:pathLst>
                <a:path extrusionOk="0" h="5337" w="5407">
                  <a:moveTo>
                    <a:pt x="4590" y="1"/>
                  </a:moveTo>
                  <a:cubicBezTo>
                    <a:pt x="4342" y="1"/>
                    <a:pt x="4082" y="111"/>
                    <a:pt x="3882" y="311"/>
                  </a:cubicBezTo>
                  <a:cubicBezTo>
                    <a:pt x="3834" y="359"/>
                    <a:pt x="3811" y="430"/>
                    <a:pt x="3739" y="478"/>
                  </a:cubicBezTo>
                  <a:cubicBezTo>
                    <a:pt x="3358" y="1073"/>
                    <a:pt x="2906" y="1621"/>
                    <a:pt x="2334" y="2026"/>
                  </a:cubicBezTo>
                  <a:lnTo>
                    <a:pt x="0" y="3860"/>
                  </a:lnTo>
                  <a:lnTo>
                    <a:pt x="1477" y="5336"/>
                  </a:lnTo>
                  <a:lnTo>
                    <a:pt x="3287" y="2978"/>
                  </a:lnTo>
                  <a:cubicBezTo>
                    <a:pt x="3715" y="2431"/>
                    <a:pt x="4239" y="1978"/>
                    <a:pt x="4835" y="1597"/>
                  </a:cubicBezTo>
                  <a:cubicBezTo>
                    <a:pt x="4906" y="1550"/>
                    <a:pt x="4954" y="1502"/>
                    <a:pt x="5025" y="1430"/>
                  </a:cubicBezTo>
                  <a:cubicBezTo>
                    <a:pt x="5382" y="1073"/>
                    <a:pt x="5406" y="526"/>
                    <a:pt x="5120" y="216"/>
                  </a:cubicBezTo>
                  <a:cubicBezTo>
                    <a:pt x="4974" y="69"/>
                    <a:pt x="4785" y="1"/>
                    <a:pt x="4590"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96"/>
            <p:cNvSpPr/>
            <p:nvPr/>
          </p:nvSpPr>
          <p:spPr>
            <a:xfrm>
              <a:off x="7948254" y="3607277"/>
              <a:ext cx="159195" cy="172724"/>
            </a:xfrm>
            <a:custGeom>
              <a:rect b="b" l="l" r="r" t="t"/>
              <a:pathLst>
                <a:path extrusionOk="0" h="5324" w="4907">
                  <a:moveTo>
                    <a:pt x="4568" y="0"/>
                  </a:moveTo>
                  <a:cubicBezTo>
                    <a:pt x="4331" y="0"/>
                    <a:pt x="4091" y="90"/>
                    <a:pt x="3882" y="298"/>
                  </a:cubicBezTo>
                  <a:cubicBezTo>
                    <a:pt x="3834" y="346"/>
                    <a:pt x="3811" y="417"/>
                    <a:pt x="3739" y="465"/>
                  </a:cubicBezTo>
                  <a:cubicBezTo>
                    <a:pt x="3358" y="1060"/>
                    <a:pt x="2906" y="1608"/>
                    <a:pt x="2334" y="2013"/>
                  </a:cubicBezTo>
                  <a:lnTo>
                    <a:pt x="0" y="3847"/>
                  </a:lnTo>
                  <a:lnTo>
                    <a:pt x="1477" y="5323"/>
                  </a:lnTo>
                  <a:lnTo>
                    <a:pt x="1739" y="4966"/>
                  </a:lnTo>
                  <a:lnTo>
                    <a:pt x="643" y="3847"/>
                  </a:lnTo>
                  <a:lnTo>
                    <a:pt x="3001" y="2013"/>
                  </a:lnTo>
                  <a:cubicBezTo>
                    <a:pt x="3573" y="1608"/>
                    <a:pt x="4001" y="1060"/>
                    <a:pt x="4406" y="465"/>
                  </a:cubicBezTo>
                  <a:cubicBezTo>
                    <a:pt x="4430" y="417"/>
                    <a:pt x="4477" y="346"/>
                    <a:pt x="4549" y="298"/>
                  </a:cubicBezTo>
                  <a:cubicBezTo>
                    <a:pt x="4668" y="179"/>
                    <a:pt x="4787" y="108"/>
                    <a:pt x="4906" y="60"/>
                  </a:cubicBezTo>
                  <a:cubicBezTo>
                    <a:pt x="4797" y="21"/>
                    <a:pt x="4683" y="0"/>
                    <a:pt x="4568"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96"/>
            <p:cNvSpPr/>
            <p:nvPr/>
          </p:nvSpPr>
          <p:spPr>
            <a:xfrm>
              <a:off x="7796033" y="3748272"/>
              <a:ext cx="301358" cy="144499"/>
            </a:xfrm>
            <a:custGeom>
              <a:rect b="b" l="l" r="r" t="t"/>
              <a:pathLst>
                <a:path extrusionOk="0" h="4454" w="9289">
                  <a:moveTo>
                    <a:pt x="4645" y="1"/>
                  </a:moveTo>
                  <a:lnTo>
                    <a:pt x="96" y="691"/>
                  </a:lnTo>
                  <a:cubicBezTo>
                    <a:pt x="96" y="691"/>
                    <a:pt x="1" y="3811"/>
                    <a:pt x="2906" y="4454"/>
                  </a:cubicBezTo>
                  <a:lnTo>
                    <a:pt x="6383" y="4454"/>
                  </a:lnTo>
                  <a:cubicBezTo>
                    <a:pt x="9289" y="3811"/>
                    <a:pt x="9169" y="691"/>
                    <a:pt x="9169" y="691"/>
                  </a:cubicBezTo>
                  <a:lnTo>
                    <a:pt x="4645" y="1"/>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96"/>
            <p:cNvSpPr/>
            <p:nvPr/>
          </p:nvSpPr>
          <p:spPr>
            <a:xfrm>
              <a:off x="7796812" y="3747493"/>
              <a:ext cx="164613" cy="144531"/>
            </a:xfrm>
            <a:custGeom>
              <a:rect b="b" l="l" r="r" t="t"/>
              <a:pathLst>
                <a:path extrusionOk="0" h="4455" w="5074">
                  <a:moveTo>
                    <a:pt x="4668" y="1"/>
                  </a:moveTo>
                  <a:lnTo>
                    <a:pt x="120" y="668"/>
                  </a:lnTo>
                  <a:cubicBezTo>
                    <a:pt x="120" y="668"/>
                    <a:pt x="1" y="3811"/>
                    <a:pt x="2930" y="4454"/>
                  </a:cubicBezTo>
                  <a:lnTo>
                    <a:pt x="3787" y="4454"/>
                  </a:lnTo>
                  <a:cubicBezTo>
                    <a:pt x="858" y="3835"/>
                    <a:pt x="977" y="668"/>
                    <a:pt x="977" y="668"/>
                  </a:cubicBezTo>
                  <a:lnTo>
                    <a:pt x="5073" y="48"/>
                  </a:lnTo>
                  <a:lnTo>
                    <a:pt x="4668" y="1"/>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96"/>
            <p:cNvSpPr/>
            <p:nvPr/>
          </p:nvSpPr>
          <p:spPr>
            <a:xfrm>
              <a:off x="7775952" y="3725108"/>
              <a:ext cx="342301" cy="44057"/>
            </a:xfrm>
            <a:custGeom>
              <a:rect b="b" l="l" r="r" t="t"/>
              <a:pathLst>
                <a:path extrusionOk="0" h="1358" w="10551">
                  <a:moveTo>
                    <a:pt x="739" y="0"/>
                  </a:moveTo>
                  <a:cubicBezTo>
                    <a:pt x="429" y="0"/>
                    <a:pt x="120" y="238"/>
                    <a:pt x="72" y="548"/>
                  </a:cubicBezTo>
                  <a:cubicBezTo>
                    <a:pt x="1" y="977"/>
                    <a:pt x="334" y="1358"/>
                    <a:pt x="715" y="1358"/>
                  </a:cubicBezTo>
                  <a:lnTo>
                    <a:pt x="9765" y="1358"/>
                  </a:lnTo>
                  <a:cubicBezTo>
                    <a:pt x="10098" y="1358"/>
                    <a:pt x="10384" y="1119"/>
                    <a:pt x="10455" y="810"/>
                  </a:cubicBezTo>
                  <a:cubicBezTo>
                    <a:pt x="10551" y="381"/>
                    <a:pt x="10217" y="0"/>
                    <a:pt x="9788"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96"/>
            <p:cNvSpPr/>
            <p:nvPr/>
          </p:nvSpPr>
          <p:spPr>
            <a:xfrm>
              <a:off x="7775173" y="3725108"/>
              <a:ext cx="53368" cy="44057"/>
            </a:xfrm>
            <a:custGeom>
              <a:rect b="b" l="l" r="r" t="t"/>
              <a:pathLst>
                <a:path extrusionOk="0" h="1358" w="1645">
                  <a:moveTo>
                    <a:pt x="763" y="0"/>
                  </a:moveTo>
                  <a:cubicBezTo>
                    <a:pt x="453" y="0"/>
                    <a:pt x="168" y="215"/>
                    <a:pt x="96" y="524"/>
                  </a:cubicBezTo>
                  <a:cubicBezTo>
                    <a:pt x="1" y="977"/>
                    <a:pt x="334" y="1358"/>
                    <a:pt x="739" y="1358"/>
                  </a:cubicBezTo>
                  <a:lnTo>
                    <a:pt x="1596" y="1358"/>
                  </a:lnTo>
                  <a:cubicBezTo>
                    <a:pt x="1239" y="1358"/>
                    <a:pt x="954" y="1072"/>
                    <a:pt x="954" y="691"/>
                  </a:cubicBezTo>
                  <a:cubicBezTo>
                    <a:pt x="954" y="286"/>
                    <a:pt x="1239" y="0"/>
                    <a:pt x="1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96"/>
            <p:cNvSpPr/>
            <p:nvPr/>
          </p:nvSpPr>
          <p:spPr>
            <a:xfrm>
              <a:off x="7878729" y="3813935"/>
              <a:ext cx="10057" cy="20341"/>
            </a:xfrm>
            <a:custGeom>
              <a:rect b="b" l="l" r="r" t="t"/>
              <a:pathLst>
                <a:path extrusionOk="0" h="627" w="310">
                  <a:moveTo>
                    <a:pt x="167" y="1"/>
                  </a:moveTo>
                  <a:cubicBezTo>
                    <a:pt x="72" y="1"/>
                    <a:pt x="0" y="48"/>
                    <a:pt x="0" y="144"/>
                  </a:cubicBezTo>
                  <a:lnTo>
                    <a:pt x="0" y="477"/>
                  </a:lnTo>
                  <a:cubicBezTo>
                    <a:pt x="0" y="560"/>
                    <a:pt x="54" y="625"/>
                    <a:pt x="131" y="625"/>
                  </a:cubicBezTo>
                  <a:cubicBezTo>
                    <a:pt x="142" y="625"/>
                    <a:pt x="154" y="623"/>
                    <a:pt x="167" y="620"/>
                  </a:cubicBezTo>
                  <a:cubicBezTo>
                    <a:pt x="183" y="624"/>
                    <a:pt x="198" y="626"/>
                    <a:pt x="212" y="626"/>
                  </a:cubicBezTo>
                  <a:cubicBezTo>
                    <a:pt x="277" y="626"/>
                    <a:pt x="310" y="580"/>
                    <a:pt x="310" y="501"/>
                  </a:cubicBezTo>
                  <a:lnTo>
                    <a:pt x="310" y="168"/>
                  </a:lnTo>
                  <a:cubicBezTo>
                    <a:pt x="310" y="96"/>
                    <a:pt x="262" y="25"/>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96"/>
            <p:cNvSpPr/>
            <p:nvPr/>
          </p:nvSpPr>
          <p:spPr>
            <a:xfrm>
              <a:off x="7999253" y="3813935"/>
              <a:ext cx="10836" cy="20341"/>
            </a:xfrm>
            <a:custGeom>
              <a:rect b="b" l="l" r="r" t="t"/>
              <a:pathLst>
                <a:path extrusionOk="0" h="627" w="334">
                  <a:moveTo>
                    <a:pt x="167" y="1"/>
                  </a:moveTo>
                  <a:cubicBezTo>
                    <a:pt x="95" y="1"/>
                    <a:pt x="0" y="48"/>
                    <a:pt x="0" y="144"/>
                  </a:cubicBezTo>
                  <a:lnTo>
                    <a:pt x="0" y="477"/>
                  </a:lnTo>
                  <a:cubicBezTo>
                    <a:pt x="0" y="560"/>
                    <a:pt x="72" y="625"/>
                    <a:pt x="138" y="625"/>
                  </a:cubicBezTo>
                  <a:cubicBezTo>
                    <a:pt x="148" y="625"/>
                    <a:pt x="157" y="623"/>
                    <a:pt x="167" y="620"/>
                  </a:cubicBezTo>
                  <a:cubicBezTo>
                    <a:pt x="183" y="624"/>
                    <a:pt x="199" y="626"/>
                    <a:pt x="214" y="626"/>
                  </a:cubicBezTo>
                  <a:cubicBezTo>
                    <a:pt x="284" y="626"/>
                    <a:pt x="334" y="580"/>
                    <a:pt x="334" y="501"/>
                  </a:cubicBezTo>
                  <a:lnTo>
                    <a:pt x="334" y="168"/>
                  </a:lnTo>
                  <a:cubicBezTo>
                    <a:pt x="334" y="96"/>
                    <a:pt x="262" y="25"/>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96"/>
            <p:cNvSpPr/>
            <p:nvPr/>
          </p:nvSpPr>
          <p:spPr>
            <a:xfrm>
              <a:off x="7923532" y="3823895"/>
              <a:ext cx="41753" cy="17908"/>
            </a:xfrm>
            <a:custGeom>
              <a:rect b="b" l="l" r="r" t="t"/>
              <a:pathLst>
                <a:path extrusionOk="0" h="552" w="1287">
                  <a:moveTo>
                    <a:pt x="1090" y="0"/>
                  </a:moveTo>
                  <a:cubicBezTo>
                    <a:pt x="1043" y="0"/>
                    <a:pt x="991" y="24"/>
                    <a:pt x="953" y="75"/>
                  </a:cubicBezTo>
                  <a:cubicBezTo>
                    <a:pt x="881" y="170"/>
                    <a:pt x="762" y="218"/>
                    <a:pt x="643" y="218"/>
                  </a:cubicBezTo>
                  <a:cubicBezTo>
                    <a:pt x="524" y="218"/>
                    <a:pt x="358" y="170"/>
                    <a:pt x="310" y="75"/>
                  </a:cubicBezTo>
                  <a:cubicBezTo>
                    <a:pt x="268" y="47"/>
                    <a:pt x="226" y="35"/>
                    <a:pt x="180" y="35"/>
                  </a:cubicBezTo>
                  <a:cubicBezTo>
                    <a:pt x="147" y="35"/>
                    <a:pt x="111" y="41"/>
                    <a:pt x="72" y="51"/>
                  </a:cubicBezTo>
                  <a:cubicBezTo>
                    <a:pt x="0" y="99"/>
                    <a:pt x="0" y="194"/>
                    <a:pt x="48" y="289"/>
                  </a:cubicBezTo>
                  <a:cubicBezTo>
                    <a:pt x="215" y="456"/>
                    <a:pt x="429" y="551"/>
                    <a:pt x="667" y="551"/>
                  </a:cubicBezTo>
                  <a:cubicBezTo>
                    <a:pt x="905" y="551"/>
                    <a:pt x="1120" y="456"/>
                    <a:pt x="1239" y="289"/>
                  </a:cubicBezTo>
                  <a:cubicBezTo>
                    <a:pt x="1286" y="218"/>
                    <a:pt x="1286" y="99"/>
                    <a:pt x="1191" y="51"/>
                  </a:cubicBezTo>
                  <a:cubicBezTo>
                    <a:pt x="1169" y="18"/>
                    <a:pt x="1131" y="0"/>
                    <a:pt x="1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17" name="Google Shape;21217;p96"/>
          <p:cNvSpPr/>
          <p:nvPr/>
        </p:nvSpPr>
        <p:spPr>
          <a:xfrm>
            <a:off x="7743404" y="3448972"/>
            <a:ext cx="358522" cy="337759"/>
          </a:xfrm>
          <a:custGeom>
            <a:rect b="b" l="l" r="r" t="t"/>
            <a:pathLst>
              <a:path extrusionOk="0" h="10411" w="11051">
                <a:moveTo>
                  <a:pt x="9883" y="3957"/>
                </a:moveTo>
                <a:lnTo>
                  <a:pt x="9883" y="3981"/>
                </a:lnTo>
                <a:cubicBezTo>
                  <a:pt x="10122" y="3981"/>
                  <a:pt x="10360" y="4171"/>
                  <a:pt x="10407" y="4410"/>
                </a:cubicBezTo>
                <a:cubicBezTo>
                  <a:pt x="10455" y="4743"/>
                  <a:pt x="10217" y="5029"/>
                  <a:pt x="9883" y="5029"/>
                </a:cubicBezTo>
                <a:lnTo>
                  <a:pt x="2834" y="5029"/>
                </a:lnTo>
                <a:cubicBezTo>
                  <a:pt x="2739" y="5029"/>
                  <a:pt x="2692" y="5100"/>
                  <a:pt x="2692" y="5172"/>
                </a:cubicBezTo>
                <a:cubicBezTo>
                  <a:pt x="2692" y="5267"/>
                  <a:pt x="2739" y="5338"/>
                  <a:pt x="2834" y="5338"/>
                </a:cubicBezTo>
                <a:lnTo>
                  <a:pt x="9741" y="5338"/>
                </a:lnTo>
                <a:cubicBezTo>
                  <a:pt x="9741" y="5600"/>
                  <a:pt x="9669" y="6172"/>
                  <a:pt x="9455" y="6767"/>
                </a:cubicBezTo>
                <a:cubicBezTo>
                  <a:pt x="9264" y="7243"/>
                  <a:pt x="9002" y="7648"/>
                  <a:pt x="8645" y="7982"/>
                </a:cubicBezTo>
                <a:cubicBezTo>
                  <a:pt x="8216" y="8387"/>
                  <a:pt x="7693" y="8672"/>
                  <a:pt x="7073" y="8815"/>
                </a:cubicBezTo>
                <a:lnTo>
                  <a:pt x="3620" y="8815"/>
                </a:lnTo>
                <a:cubicBezTo>
                  <a:pt x="2977" y="8672"/>
                  <a:pt x="2453" y="8387"/>
                  <a:pt x="2025" y="7982"/>
                </a:cubicBezTo>
                <a:cubicBezTo>
                  <a:pt x="1715" y="7648"/>
                  <a:pt x="1429" y="7243"/>
                  <a:pt x="1239" y="6767"/>
                </a:cubicBezTo>
                <a:cubicBezTo>
                  <a:pt x="1001" y="6172"/>
                  <a:pt x="929" y="5576"/>
                  <a:pt x="929" y="5291"/>
                </a:cubicBezTo>
                <a:lnTo>
                  <a:pt x="2144" y="5291"/>
                </a:lnTo>
                <a:cubicBezTo>
                  <a:pt x="2239" y="5291"/>
                  <a:pt x="2310" y="5243"/>
                  <a:pt x="2310" y="5148"/>
                </a:cubicBezTo>
                <a:cubicBezTo>
                  <a:pt x="2310" y="5053"/>
                  <a:pt x="2239" y="5005"/>
                  <a:pt x="2144" y="5005"/>
                </a:cubicBezTo>
                <a:lnTo>
                  <a:pt x="786" y="5005"/>
                </a:lnTo>
                <a:cubicBezTo>
                  <a:pt x="548" y="5005"/>
                  <a:pt x="310" y="4814"/>
                  <a:pt x="262" y="4576"/>
                </a:cubicBezTo>
                <a:cubicBezTo>
                  <a:pt x="215" y="4267"/>
                  <a:pt x="453" y="3957"/>
                  <a:pt x="786" y="3957"/>
                </a:cubicBezTo>
                <a:close/>
                <a:moveTo>
                  <a:pt x="6978" y="9149"/>
                </a:moveTo>
                <a:lnTo>
                  <a:pt x="6978" y="9744"/>
                </a:lnTo>
                <a:cubicBezTo>
                  <a:pt x="6954" y="9934"/>
                  <a:pt x="6788" y="10101"/>
                  <a:pt x="6597" y="10101"/>
                </a:cubicBezTo>
                <a:lnTo>
                  <a:pt x="4168" y="10101"/>
                </a:lnTo>
                <a:cubicBezTo>
                  <a:pt x="3977" y="10101"/>
                  <a:pt x="3811" y="9911"/>
                  <a:pt x="3811" y="9744"/>
                </a:cubicBezTo>
                <a:lnTo>
                  <a:pt x="3811" y="9149"/>
                </a:lnTo>
                <a:close/>
                <a:moveTo>
                  <a:pt x="10050" y="1"/>
                </a:moveTo>
                <a:cubicBezTo>
                  <a:pt x="9737" y="1"/>
                  <a:pt x="9417" y="113"/>
                  <a:pt x="9169" y="361"/>
                </a:cubicBezTo>
                <a:cubicBezTo>
                  <a:pt x="9121" y="409"/>
                  <a:pt x="9050" y="480"/>
                  <a:pt x="9026" y="575"/>
                </a:cubicBezTo>
                <a:cubicBezTo>
                  <a:pt x="8645" y="1171"/>
                  <a:pt x="8169" y="1671"/>
                  <a:pt x="7669" y="2076"/>
                </a:cubicBezTo>
                <a:lnTo>
                  <a:pt x="5597" y="3695"/>
                </a:lnTo>
                <a:lnTo>
                  <a:pt x="882" y="3695"/>
                </a:lnTo>
                <a:cubicBezTo>
                  <a:pt x="429" y="3695"/>
                  <a:pt x="72" y="4029"/>
                  <a:pt x="48" y="4433"/>
                </a:cubicBezTo>
                <a:cubicBezTo>
                  <a:pt x="0" y="4886"/>
                  <a:pt x="310" y="5267"/>
                  <a:pt x="715" y="5338"/>
                </a:cubicBezTo>
                <a:cubicBezTo>
                  <a:pt x="715" y="5600"/>
                  <a:pt x="786" y="6219"/>
                  <a:pt x="1048" y="6910"/>
                </a:cubicBezTo>
                <a:cubicBezTo>
                  <a:pt x="1358" y="7720"/>
                  <a:pt x="2025" y="8744"/>
                  <a:pt x="3525" y="9101"/>
                </a:cubicBezTo>
                <a:lnTo>
                  <a:pt x="3525" y="9744"/>
                </a:lnTo>
                <a:cubicBezTo>
                  <a:pt x="3525" y="10125"/>
                  <a:pt x="3811" y="10411"/>
                  <a:pt x="4216" y="10411"/>
                </a:cubicBezTo>
                <a:lnTo>
                  <a:pt x="6621" y="10411"/>
                </a:lnTo>
                <a:cubicBezTo>
                  <a:pt x="7002" y="10411"/>
                  <a:pt x="7288" y="10125"/>
                  <a:pt x="7288" y="9744"/>
                </a:cubicBezTo>
                <a:lnTo>
                  <a:pt x="7288" y="9077"/>
                </a:lnTo>
                <a:cubicBezTo>
                  <a:pt x="7288" y="9077"/>
                  <a:pt x="9455" y="7672"/>
                  <a:pt x="9764" y="6886"/>
                </a:cubicBezTo>
                <a:cubicBezTo>
                  <a:pt x="10026" y="6196"/>
                  <a:pt x="10074" y="5600"/>
                  <a:pt x="10098" y="5291"/>
                </a:cubicBezTo>
                <a:cubicBezTo>
                  <a:pt x="10479" y="5243"/>
                  <a:pt x="10788" y="4886"/>
                  <a:pt x="10788" y="4505"/>
                </a:cubicBezTo>
                <a:cubicBezTo>
                  <a:pt x="10788" y="4052"/>
                  <a:pt x="10384" y="3671"/>
                  <a:pt x="9955" y="3624"/>
                </a:cubicBezTo>
                <a:lnTo>
                  <a:pt x="8550" y="3624"/>
                </a:lnTo>
                <a:lnTo>
                  <a:pt x="8883" y="3243"/>
                </a:lnTo>
                <a:cubicBezTo>
                  <a:pt x="9074" y="2981"/>
                  <a:pt x="9360" y="2719"/>
                  <a:pt x="9645" y="2433"/>
                </a:cubicBezTo>
                <a:cubicBezTo>
                  <a:pt x="9717" y="2385"/>
                  <a:pt x="9717" y="2290"/>
                  <a:pt x="9669" y="2195"/>
                </a:cubicBezTo>
                <a:cubicBezTo>
                  <a:pt x="9641" y="2167"/>
                  <a:pt x="9597" y="2155"/>
                  <a:pt x="9551" y="2155"/>
                </a:cubicBezTo>
                <a:cubicBezTo>
                  <a:pt x="9518" y="2155"/>
                  <a:pt x="9484" y="2161"/>
                  <a:pt x="9455" y="2171"/>
                </a:cubicBezTo>
                <a:cubicBezTo>
                  <a:pt x="9145" y="2433"/>
                  <a:pt x="8883" y="2719"/>
                  <a:pt x="8645" y="3005"/>
                </a:cubicBezTo>
                <a:lnTo>
                  <a:pt x="8169" y="3600"/>
                </a:lnTo>
                <a:lnTo>
                  <a:pt x="6168" y="3600"/>
                </a:lnTo>
                <a:lnTo>
                  <a:pt x="7883" y="2266"/>
                </a:lnTo>
                <a:cubicBezTo>
                  <a:pt x="8431" y="1838"/>
                  <a:pt x="8907" y="1314"/>
                  <a:pt x="9312" y="695"/>
                </a:cubicBezTo>
                <a:cubicBezTo>
                  <a:pt x="9467" y="462"/>
                  <a:pt x="9753" y="290"/>
                  <a:pt x="10032" y="290"/>
                </a:cubicBezTo>
                <a:cubicBezTo>
                  <a:pt x="10182" y="290"/>
                  <a:pt x="10330" y="340"/>
                  <a:pt x="10455" y="456"/>
                </a:cubicBezTo>
                <a:cubicBezTo>
                  <a:pt x="10717" y="718"/>
                  <a:pt x="10669" y="1171"/>
                  <a:pt x="10360" y="1457"/>
                </a:cubicBezTo>
                <a:cubicBezTo>
                  <a:pt x="10241" y="1576"/>
                  <a:pt x="10074" y="1671"/>
                  <a:pt x="9955" y="1766"/>
                </a:cubicBezTo>
                <a:cubicBezTo>
                  <a:pt x="9883" y="1814"/>
                  <a:pt x="9860" y="1909"/>
                  <a:pt x="9907" y="1957"/>
                </a:cubicBezTo>
                <a:cubicBezTo>
                  <a:pt x="9953" y="2003"/>
                  <a:pt x="10010" y="2029"/>
                  <a:pt x="10056" y="2029"/>
                </a:cubicBezTo>
                <a:cubicBezTo>
                  <a:pt x="10082" y="2029"/>
                  <a:pt x="10105" y="2021"/>
                  <a:pt x="10122" y="2004"/>
                </a:cubicBezTo>
                <a:cubicBezTo>
                  <a:pt x="10265" y="1885"/>
                  <a:pt x="10455" y="1790"/>
                  <a:pt x="10598" y="1647"/>
                </a:cubicBezTo>
                <a:cubicBezTo>
                  <a:pt x="11027" y="1218"/>
                  <a:pt x="11050" y="575"/>
                  <a:pt x="10693" y="171"/>
                </a:cubicBezTo>
                <a:cubicBezTo>
                  <a:pt x="10503" y="60"/>
                  <a:pt x="10278" y="1"/>
                  <a:pt x="100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18" name="Google Shape;21218;p96"/>
          <p:cNvGrpSpPr/>
          <p:nvPr/>
        </p:nvGrpSpPr>
        <p:grpSpPr>
          <a:xfrm>
            <a:off x="7015291" y="3454293"/>
            <a:ext cx="376301" cy="325982"/>
            <a:chOff x="7017251" y="3606693"/>
            <a:chExt cx="376301" cy="325982"/>
          </a:xfrm>
        </p:grpSpPr>
        <p:sp>
          <p:nvSpPr>
            <p:cNvPr id="21219" name="Google Shape;21219;p96"/>
            <p:cNvSpPr/>
            <p:nvPr/>
          </p:nvSpPr>
          <p:spPr>
            <a:xfrm>
              <a:off x="7247496" y="3776464"/>
              <a:ext cx="146056" cy="127142"/>
            </a:xfrm>
            <a:custGeom>
              <a:rect b="b" l="l" r="r" t="t"/>
              <a:pathLst>
                <a:path extrusionOk="0" h="3919" w="4502">
                  <a:moveTo>
                    <a:pt x="2254" y="1"/>
                  </a:moveTo>
                  <a:cubicBezTo>
                    <a:pt x="2150" y="1"/>
                    <a:pt x="2049" y="37"/>
                    <a:pt x="1977" y="108"/>
                  </a:cubicBezTo>
                  <a:cubicBezTo>
                    <a:pt x="1" y="2132"/>
                    <a:pt x="596" y="3918"/>
                    <a:pt x="2263" y="3918"/>
                  </a:cubicBezTo>
                  <a:cubicBezTo>
                    <a:pt x="3930" y="3918"/>
                    <a:pt x="4502" y="2132"/>
                    <a:pt x="2549" y="108"/>
                  </a:cubicBezTo>
                  <a:cubicBezTo>
                    <a:pt x="2465" y="37"/>
                    <a:pt x="2358" y="1"/>
                    <a:pt x="2254"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96"/>
            <p:cNvSpPr/>
            <p:nvPr/>
          </p:nvSpPr>
          <p:spPr>
            <a:xfrm>
              <a:off x="7278413" y="3776854"/>
              <a:ext cx="115138" cy="125974"/>
            </a:xfrm>
            <a:custGeom>
              <a:rect b="b" l="l" r="r" t="t"/>
              <a:pathLst>
                <a:path extrusionOk="0" h="3883" w="3549">
                  <a:moveTo>
                    <a:pt x="1477" y="1"/>
                  </a:moveTo>
                  <a:lnTo>
                    <a:pt x="1477" y="1"/>
                  </a:lnTo>
                  <a:cubicBezTo>
                    <a:pt x="3072" y="1906"/>
                    <a:pt x="2453" y="3501"/>
                    <a:pt x="905" y="3501"/>
                  </a:cubicBezTo>
                  <a:cubicBezTo>
                    <a:pt x="548" y="3501"/>
                    <a:pt x="238" y="3406"/>
                    <a:pt x="0" y="3263"/>
                  </a:cubicBezTo>
                  <a:lnTo>
                    <a:pt x="0" y="3263"/>
                  </a:lnTo>
                  <a:cubicBezTo>
                    <a:pt x="238" y="3644"/>
                    <a:pt x="715" y="3882"/>
                    <a:pt x="1310" y="3882"/>
                  </a:cubicBezTo>
                  <a:cubicBezTo>
                    <a:pt x="2953" y="3882"/>
                    <a:pt x="3549" y="2120"/>
                    <a:pt x="1596" y="96"/>
                  </a:cubicBezTo>
                  <a:cubicBezTo>
                    <a:pt x="1548" y="72"/>
                    <a:pt x="1524" y="48"/>
                    <a:pt x="1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96"/>
            <p:cNvSpPr/>
            <p:nvPr/>
          </p:nvSpPr>
          <p:spPr>
            <a:xfrm>
              <a:off x="7021890" y="3644748"/>
              <a:ext cx="288998" cy="283969"/>
            </a:xfrm>
            <a:custGeom>
              <a:rect b="b" l="l" r="r" t="t"/>
              <a:pathLst>
                <a:path extrusionOk="0" h="8753" w="8908">
                  <a:moveTo>
                    <a:pt x="6597" y="1"/>
                  </a:moveTo>
                  <a:lnTo>
                    <a:pt x="620" y="5978"/>
                  </a:lnTo>
                  <a:cubicBezTo>
                    <a:pt x="1" y="6621"/>
                    <a:pt x="1" y="7645"/>
                    <a:pt x="620" y="8288"/>
                  </a:cubicBezTo>
                  <a:cubicBezTo>
                    <a:pt x="930" y="8597"/>
                    <a:pt x="1346" y="8752"/>
                    <a:pt x="1763" y="8752"/>
                  </a:cubicBezTo>
                  <a:cubicBezTo>
                    <a:pt x="2180" y="8752"/>
                    <a:pt x="2597" y="8597"/>
                    <a:pt x="2906" y="8288"/>
                  </a:cubicBezTo>
                  <a:lnTo>
                    <a:pt x="8907" y="2287"/>
                  </a:lnTo>
                  <a:lnTo>
                    <a:pt x="6597" y="1"/>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96"/>
            <p:cNvSpPr/>
            <p:nvPr/>
          </p:nvSpPr>
          <p:spPr>
            <a:xfrm>
              <a:off x="7036587" y="3705772"/>
              <a:ext cx="274301" cy="222945"/>
            </a:xfrm>
            <a:custGeom>
              <a:rect b="b" l="l" r="r" t="t"/>
              <a:pathLst>
                <a:path extrusionOk="0" h="6872" w="8455">
                  <a:moveTo>
                    <a:pt x="8026" y="1"/>
                  </a:moveTo>
                  <a:lnTo>
                    <a:pt x="2048" y="5978"/>
                  </a:lnTo>
                  <a:cubicBezTo>
                    <a:pt x="1728" y="6298"/>
                    <a:pt x="1319" y="6454"/>
                    <a:pt x="912" y="6454"/>
                  </a:cubicBezTo>
                  <a:cubicBezTo>
                    <a:pt x="592" y="6454"/>
                    <a:pt x="273" y="6357"/>
                    <a:pt x="0" y="6169"/>
                  </a:cubicBezTo>
                  <a:lnTo>
                    <a:pt x="0" y="6169"/>
                  </a:lnTo>
                  <a:cubicBezTo>
                    <a:pt x="48" y="6240"/>
                    <a:pt x="119" y="6312"/>
                    <a:pt x="167" y="6407"/>
                  </a:cubicBezTo>
                  <a:cubicBezTo>
                    <a:pt x="477" y="6716"/>
                    <a:pt x="893" y="6871"/>
                    <a:pt x="1310" y="6871"/>
                  </a:cubicBezTo>
                  <a:cubicBezTo>
                    <a:pt x="1727" y="6871"/>
                    <a:pt x="2144" y="6716"/>
                    <a:pt x="2453" y="6407"/>
                  </a:cubicBezTo>
                  <a:lnTo>
                    <a:pt x="8454" y="406"/>
                  </a:lnTo>
                  <a:lnTo>
                    <a:pt x="8026"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96"/>
            <p:cNvSpPr/>
            <p:nvPr/>
          </p:nvSpPr>
          <p:spPr>
            <a:xfrm>
              <a:off x="7201135" y="3613084"/>
              <a:ext cx="144531" cy="137556"/>
            </a:xfrm>
            <a:custGeom>
              <a:rect b="b" l="l" r="r" t="t"/>
              <a:pathLst>
                <a:path extrusionOk="0" h="4240" w="4455">
                  <a:moveTo>
                    <a:pt x="1075" y="0"/>
                  </a:moveTo>
                  <a:cubicBezTo>
                    <a:pt x="828" y="0"/>
                    <a:pt x="584" y="95"/>
                    <a:pt x="406" y="286"/>
                  </a:cubicBezTo>
                  <a:cubicBezTo>
                    <a:pt x="1" y="691"/>
                    <a:pt x="1" y="1310"/>
                    <a:pt x="406" y="1667"/>
                  </a:cubicBezTo>
                  <a:lnTo>
                    <a:pt x="2692" y="3953"/>
                  </a:lnTo>
                  <a:cubicBezTo>
                    <a:pt x="2882" y="4144"/>
                    <a:pt x="3132" y="4239"/>
                    <a:pt x="3379" y="4239"/>
                  </a:cubicBezTo>
                  <a:cubicBezTo>
                    <a:pt x="3627" y="4239"/>
                    <a:pt x="3871" y="4144"/>
                    <a:pt x="4049" y="3953"/>
                  </a:cubicBezTo>
                  <a:cubicBezTo>
                    <a:pt x="4454" y="3572"/>
                    <a:pt x="4454" y="2977"/>
                    <a:pt x="4049" y="2596"/>
                  </a:cubicBezTo>
                  <a:lnTo>
                    <a:pt x="1763" y="286"/>
                  </a:lnTo>
                  <a:cubicBezTo>
                    <a:pt x="1573" y="95"/>
                    <a:pt x="1322" y="0"/>
                    <a:pt x="1075"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96"/>
            <p:cNvSpPr/>
            <p:nvPr/>
          </p:nvSpPr>
          <p:spPr>
            <a:xfrm>
              <a:off x="7274553" y="3683387"/>
              <a:ext cx="71114" cy="67253"/>
            </a:xfrm>
            <a:custGeom>
              <a:rect b="b" l="l" r="r" t="t"/>
              <a:pathLst>
                <a:path extrusionOk="0" h="2073" w="2192">
                  <a:moveTo>
                    <a:pt x="1381" y="0"/>
                  </a:moveTo>
                  <a:lnTo>
                    <a:pt x="1419" y="40"/>
                  </a:lnTo>
                  <a:lnTo>
                    <a:pt x="1419" y="40"/>
                  </a:lnTo>
                  <a:cubicBezTo>
                    <a:pt x="1407" y="26"/>
                    <a:pt x="1394" y="13"/>
                    <a:pt x="1381" y="0"/>
                  </a:cubicBezTo>
                  <a:close/>
                  <a:moveTo>
                    <a:pt x="0" y="1381"/>
                  </a:moveTo>
                  <a:cubicBezTo>
                    <a:pt x="25" y="1407"/>
                    <a:pt x="50" y="1432"/>
                    <a:pt x="77" y="1454"/>
                  </a:cubicBezTo>
                  <a:lnTo>
                    <a:pt x="77" y="1454"/>
                  </a:lnTo>
                  <a:lnTo>
                    <a:pt x="0" y="1381"/>
                  </a:lnTo>
                  <a:close/>
                  <a:moveTo>
                    <a:pt x="1419" y="40"/>
                  </a:moveTo>
                  <a:cubicBezTo>
                    <a:pt x="1762" y="425"/>
                    <a:pt x="1749" y="1036"/>
                    <a:pt x="1381" y="1381"/>
                  </a:cubicBezTo>
                  <a:cubicBezTo>
                    <a:pt x="1191" y="1572"/>
                    <a:pt x="935" y="1667"/>
                    <a:pt x="682" y="1667"/>
                  </a:cubicBezTo>
                  <a:cubicBezTo>
                    <a:pt x="463" y="1667"/>
                    <a:pt x="247" y="1596"/>
                    <a:pt x="77" y="1454"/>
                  </a:cubicBezTo>
                  <a:lnTo>
                    <a:pt x="77" y="1454"/>
                  </a:lnTo>
                  <a:lnTo>
                    <a:pt x="429" y="1786"/>
                  </a:lnTo>
                  <a:cubicBezTo>
                    <a:pt x="619" y="1977"/>
                    <a:pt x="869" y="2072"/>
                    <a:pt x="1116" y="2072"/>
                  </a:cubicBezTo>
                  <a:cubicBezTo>
                    <a:pt x="1364" y="2072"/>
                    <a:pt x="1608" y="1977"/>
                    <a:pt x="1786" y="1786"/>
                  </a:cubicBezTo>
                  <a:cubicBezTo>
                    <a:pt x="2143" y="1405"/>
                    <a:pt x="2191" y="810"/>
                    <a:pt x="1786" y="429"/>
                  </a:cubicBezTo>
                  <a:lnTo>
                    <a:pt x="1419" y="4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96"/>
            <p:cNvSpPr/>
            <p:nvPr/>
          </p:nvSpPr>
          <p:spPr>
            <a:xfrm>
              <a:off x="7052808" y="3774388"/>
              <a:ext cx="147581" cy="125942"/>
            </a:xfrm>
            <a:custGeom>
              <a:rect b="b" l="l" r="r" t="t"/>
              <a:pathLst>
                <a:path extrusionOk="0" h="3882" w="4549">
                  <a:moveTo>
                    <a:pt x="2979" y="0"/>
                  </a:moveTo>
                  <a:cubicBezTo>
                    <a:pt x="2942" y="0"/>
                    <a:pt x="2902" y="2"/>
                    <a:pt x="2858" y="5"/>
                  </a:cubicBezTo>
                  <a:lnTo>
                    <a:pt x="286" y="2553"/>
                  </a:lnTo>
                  <a:cubicBezTo>
                    <a:pt x="0" y="2863"/>
                    <a:pt x="0" y="3363"/>
                    <a:pt x="286" y="3649"/>
                  </a:cubicBezTo>
                  <a:cubicBezTo>
                    <a:pt x="441" y="3804"/>
                    <a:pt x="643" y="3881"/>
                    <a:pt x="846" y="3881"/>
                  </a:cubicBezTo>
                  <a:cubicBezTo>
                    <a:pt x="1048" y="3881"/>
                    <a:pt x="1251" y="3804"/>
                    <a:pt x="1405" y="3649"/>
                  </a:cubicBezTo>
                  <a:lnTo>
                    <a:pt x="4549" y="505"/>
                  </a:lnTo>
                  <a:lnTo>
                    <a:pt x="4549" y="505"/>
                  </a:lnTo>
                  <a:cubicBezTo>
                    <a:pt x="4446" y="515"/>
                    <a:pt x="4355" y="519"/>
                    <a:pt x="4273" y="519"/>
                  </a:cubicBezTo>
                  <a:cubicBezTo>
                    <a:pt x="3381" y="519"/>
                    <a:pt x="3636" y="0"/>
                    <a:pt x="2979"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96"/>
            <p:cNvSpPr/>
            <p:nvPr/>
          </p:nvSpPr>
          <p:spPr>
            <a:xfrm>
              <a:off x="7288438" y="3846248"/>
              <a:ext cx="10868" cy="14859"/>
            </a:xfrm>
            <a:custGeom>
              <a:rect b="b" l="l" r="r" t="t"/>
              <a:pathLst>
                <a:path extrusionOk="0" h="458" w="335">
                  <a:moveTo>
                    <a:pt x="108" y="0"/>
                  </a:moveTo>
                  <a:cubicBezTo>
                    <a:pt x="37" y="0"/>
                    <a:pt x="1" y="62"/>
                    <a:pt x="1" y="124"/>
                  </a:cubicBezTo>
                  <a:lnTo>
                    <a:pt x="1" y="291"/>
                  </a:lnTo>
                  <a:cubicBezTo>
                    <a:pt x="1" y="362"/>
                    <a:pt x="48" y="434"/>
                    <a:pt x="144" y="458"/>
                  </a:cubicBezTo>
                  <a:cubicBezTo>
                    <a:pt x="239" y="458"/>
                    <a:pt x="334" y="410"/>
                    <a:pt x="334" y="315"/>
                  </a:cubicBezTo>
                  <a:lnTo>
                    <a:pt x="334" y="172"/>
                  </a:lnTo>
                  <a:cubicBezTo>
                    <a:pt x="334" y="87"/>
                    <a:pt x="258" y="1"/>
                    <a:pt x="174" y="1"/>
                  </a:cubicBezTo>
                  <a:cubicBezTo>
                    <a:pt x="164" y="1"/>
                    <a:pt x="154" y="3"/>
                    <a:pt x="144" y="5"/>
                  </a:cubicBezTo>
                  <a:cubicBezTo>
                    <a:pt x="131" y="2"/>
                    <a:pt x="119" y="0"/>
                    <a:pt x="1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96"/>
            <p:cNvSpPr/>
            <p:nvPr/>
          </p:nvSpPr>
          <p:spPr>
            <a:xfrm>
              <a:off x="7342520" y="3844075"/>
              <a:ext cx="10868" cy="14761"/>
            </a:xfrm>
            <a:custGeom>
              <a:rect b="b" l="l" r="r" t="t"/>
              <a:pathLst>
                <a:path extrusionOk="0" h="455" w="335">
                  <a:moveTo>
                    <a:pt x="168" y="1"/>
                  </a:moveTo>
                  <a:cubicBezTo>
                    <a:pt x="96" y="1"/>
                    <a:pt x="1" y="48"/>
                    <a:pt x="1" y="143"/>
                  </a:cubicBezTo>
                  <a:lnTo>
                    <a:pt x="1" y="286"/>
                  </a:lnTo>
                  <a:cubicBezTo>
                    <a:pt x="1" y="364"/>
                    <a:pt x="64" y="442"/>
                    <a:pt x="127" y="442"/>
                  </a:cubicBezTo>
                  <a:cubicBezTo>
                    <a:pt x="140" y="442"/>
                    <a:pt x="154" y="438"/>
                    <a:pt x="168" y="429"/>
                  </a:cubicBezTo>
                  <a:cubicBezTo>
                    <a:pt x="191" y="447"/>
                    <a:pt x="213" y="454"/>
                    <a:pt x="232" y="454"/>
                  </a:cubicBezTo>
                  <a:cubicBezTo>
                    <a:pt x="293" y="454"/>
                    <a:pt x="334" y="382"/>
                    <a:pt x="334" y="310"/>
                  </a:cubicBezTo>
                  <a:lnTo>
                    <a:pt x="334" y="167"/>
                  </a:lnTo>
                  <a:cubicBezTo>
                    <a:pt x="334" y="72"/>
                    <a:pt x="263" y="24"/>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96"/>
            <p:cNvSpPr/>
            <p:nvPr/>
          </p:nvSpPr>
          <p:spPr>
            <a:xfrm>
              <a:off x="7308520" y="3849460"/>
              <a:ext cx="24007" cy="13950"/>
            </a:xfrm>
            <a:custGeom>
              <a:rect b="b" l="l" r="r" t="t"/>
              <a:pathLst>
                <a:path extrusionOk="0" h="430" w="740">
                  <a:moveTo>
                    <a:pt x="609" y="0"/>
                  </a:moveTo>
                  <a:cubicBezTo>
                    <a:pt x="570" y="0"/>
                    <a:pt x="523" y="27"/>
                    <a:pt x="477" y="73"/>
                  </a:cubicBezTo>
                  <a:cubicBezTo>
                    <a:pt x="453" y="97"/>
                    <a:pt x="430" y="97"/>
                    <a:pt x="382" y="97"/>
                  </a:cubicBezTo>
                  <a:cubicBezTo>
                    <a:pt x="358" y="97"/>
                    <a:pt x="334" y="97"/>
                    <a:pt x="311" y="73"/>
                  </a:cubicBezTo>
                  <a:cubicBezTo>
                    <a:pt x="265" y="27"/>
                    <a:pt x="210" y="11"/>
                    <a:pt x="158" y="11"/>
                  </a:cubicBezTo>
                  <a:cubicBezTo>
                    <a:pt x="128" y="11"/>
                    <a:pt x="99" y="16"/>
                    <a:pt x="72" y="25"/>
                  </a:cubicBezTo>
                  <a:cubicBezTo>
                    <a:pt x="1" y="97"/>
                    <a:pt x="1" y="192"/>
                    <a:pt x="25" y="263"/>
                  </a:cubicBezTo>
                  <a:cubicBezTo>
                    <a:pt x="120" y="359"/>
                    <a:pt x="239" y="430"/>
                    <a:pt x="358" y="430"/>
                  </a:cubicBezTo>
                  <a:cubicBezTo>
                    <a:pt x="477" y="430"/>
                    <a:pt x="596" y="359"/>
                    <a:pt x="692" y="263"/>
                  </a:cubicBezTo>
                  <a:cubicBezTo>
                    <a:pt x="739" y="216"/>
                    <a:pt x="739" y="97"/>
                    <a:pt x="668" y="25"/>
                  </a:cubicBezTo>
                  <a:cubicBezTo>
                    <a:pt x="651" y="8"/>
                    <a:pt x="631" y="0"/>
                    <a:pt x="6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96"/>
            <p:cNvSpPr/>
            <p:nvPr/>
          </p:nvSpPr>
          <p:spPr>
            <a:xfrm>
              <a:off x="7046612" y="3769035"/>
              <a:ext cx="159974" cy="136291"/>
            </a:xfrm>
            <a:custGeom>
              <a:rect b="b" l="l" r="r" t="t"/>
              <a:pathLst>
                <a:path extrusionOk="0" h="4201" w="4931">
                  <a:moveTo>
                    <a:pt x="3155" y="1"/>
                  </a:moveTo>
                  <a:cubicBezTo>
                    <a:pt x="3121" y="1"/>
                    <a:pt x="3086" y="2"/>
                    <a:pt x="3049" y="4"/>
                  </a:cubicBezTo>
                  <a:cubicBezTo>
                    <a:pt x="3025" y="4"/>
                    <a:pt x="2978" y="51"/>
                    <a:pt x="2954" y="75"/>
                  </a:cubicBezTo>
                  <a:lnTo>
                    <a:pt x="1501" y="1528"/>
                  </a:lnTo>
                  <a:cubicBezTo>
                    <a:pt x="1430" y="1575"/>
                    <a:pt x="1430" y="1671"/>
                    <a:pt x="1501" y="1766"/>
                  </a:cubicBezTo>
                  <a:cubicBezTo>
                    <a:pt x="1525" y="1790"/>
                    <a:pt x="1561" y="1802"/>
                    <a:pt x="1602" y="1802"/>
                  </a:cubicBezTo>
                  <a:cubicBezTo>
                    <a:pt x="1644" y="1802"/>
                    <a:pt x="1692" y="1790"/>
                    <a:pt x="1739" y="1766"/>
                  </a:cubicBezTo>
                  <a:lnTo>
                    <a:pt x="3144" y="361"/>
                  </a:lnTo>
                  <a:cubicBezTo>
                    <a:pt x="3430" y="361"/>
                    <a:pt x="3502" y="432"/>
                    <a:pt x="3621" y="551"/>
                  </a:cubicBezTo>
                  <a:cubicBezTo>
                    <a:pt x="3764" y="694"/>
                    <a:pt x="3906" y="837"/>
                    <a:pt x="4359" y="885"/>
                  </a:cubicBezTo>
                  <a:lnTo>
                    <a:pt x="1477" y="3766"/>
                  </a:lnTo>
                  <a:cubicBezTo>
                    <a:pt x="1358" y="3885"/>
                    <a:pt x="1198" y="3945"/>
                    <a:pt x="1037" y="3945"/>
                  </a:cubicBezTo>
                  <a:cubicBezTo>
                    <a:pt x="876" y="3945"/>
                    <a:pt x="715" y="3885"/>
                    <a:pt x="596" y="3766"/>
                  </a:cubicBezTo>
                  <a:cubicBezTo>
                    <a:pt x="358" y="3528"/>
                    <a:pt x="358" y="3123"/>
                    <a:pt x="596" y="2909"/>
                  </a:cubicBezTo>
                  <a:lnTo>
                    <a:pt x="1263" y="2195"/>
                  </a:lnTo>
                  <a:cubicBezTo>
                    <a:pt x="1311" y="2123"/>
                    <a:pt x="1311" y="2028"/>
                    <a:pt x="1263" y="1956"/>
                  </a:cubicBezTo>
                  <a:cubicBezTo>
                    <a:pt x="1227" y="1921"/>
                    <a:pt x="1192" y="1903"/>
                    <a:pt x="1153" y="1903"/>
                  </a:cubicBezTo>
                  <a:cubicBezTo>
                    <a:pt x="1114" y="1903"/>
                    <a:pt x="1073" y="1921"/>
                    <a:pt x="1025" y="1956"/>
                  </a:cubicBezTo>
                  <a:lnTo>
                    <a:pt x="358" y="2599"/>
                  </a:lnTo>
                  <a:cubicBezTo>
                    <a:pt x="1" y="2957"/>
                    <a:pt x="1" y="3552"/>
                    <a:pt x="358" y="3933"/>
                  </a:cubicBezTo>
                  <a:cubicBezTo>
                    <a:pt x="537" y="4112"/>
                    <a:pt x="775" y="4201"/>
                    <a:pt x="1019" y="4201"/>
                  </a:cubicBezTo>
                  <a:cubicBezTo>
                    <a:pt x="1263" y="4201"/>
                    <a:pt x="1513" y="4112"/>
                    <a:pt x="1716" y="3933"/>
                  </a:cubicBezTo>
                  <a:lnTo>
                    <a:pt x="4859" y="789"/>
                  </a:lnTo>
                  <a:cubicBezTo>
                    <a:pt x="4930" y="718"/>
                    <a:pt x="4930" y="670"/>
                    <a:pt x="4883" y="599"/>
                  </a:cubicBezTo>
                  <a:cubicBezTo>
                    <a:pt x="4859" y="551"/>
                    <a:pt x="4811" y="504"/>
                    <a:pt x="4740" y="504"/>
                  </a:cubicBezTo>
                  <a:cubicBezTo>
                    <a:pt x="4628" y="517"/>
                    <a:pt x="4532" y="523"/>
                    <a:pt x="4449" y="523"/>
                  </a:cubicBezTo>
                  <a:cubicBezTo>
                    <a:pt x="4077" y="523"/>
                    <a:pt x="3976" y="402"/>
                    <a:pt x="3859" y="266"/>
                  </a:cubicBezTo>
                  <a:cubicBezTo>
                    <a:pt x="3704" y="133"/>
                    <a:pt x="3571" y="1"/>
                    <a:pt x="3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96"/>
            <p:cNvSpPr/>
            <p:nvPr/>
          </p:nvSpPr>
          <p:spPr>
            <a:xfrm>
              <a:off x="7259078" y="3770690"/>
              <a:ext cx="125196" cy="136778"/>
            </a:xfrm>
            <a:custGeom>
              <a:rect b="b" l="l" r="r" t="t"/>
              <a:pathLst>
                <a:path extrusionOk="0" h="4216" w="3859">
                  <a:moveTo>
                    <a:pt x="1930" y="334"/>
                  </a:moveTo>
                  <a:cubicBezTo>
                    <a:pt x="1989" y="334"/>
                    <a:pt x="2049" y="357"/>
                    <a:pt x="2097" y="405"/>
                  </a:cubicBezTo>
                  <a:cubicBezTo>
                    <a:pt x="2597" y="953"/>
                    <a:pt x="2978" y="1501"/>
                    <a:pt x="3168" y="2024"/>
                  </a:cubicBezTo>
                  <a:cubicBezTo>
                    <a:pt x="3287" y="2453"/>
                    <a:pt x="3287" y="2882"/>
                    <a:pt x="3168" y="3215"/>
                  </a:cubicBezTo>
                  <a:cubicBezTo>
                    <a:pt x="2978" y="3644"/>
                    <a:pt x="2501" y="3906"/>
                    <a:pt x="1906" y="3906"/>
                  </a:cubicBezTo>
                  <a:cubicBezTo>
                    <a:pt x="1311" y="3906"/>
                    <a:pt x="882" y="3644"/>
                    <a:pt x="668" y="3215"/>
                  </a:cubicBezTo>
                  <a:cubicBezTo>
                    <a:pt x="501" y="2882"/>
                    <a:pt x="501" y="2453"/>
                    <a:pt x="691" y="2024"/>
                  </a:cubicBezTo>
                  <a:cubicBezTo>
                    <a:pt x="882" y="1501"/>
                    <a:pt x="1215" y="929"/>
                    <a:pt x="1763" y="405"/>
                  </a:cubicBezTo>
                  <a:cubicBezTo>
                    <a:pt x="1811" y="357"/>
                    <a:pt x="1870" y="334"/>
                    <a:pt x="1930" y="334"/>
                  </a:cubicBezTo>
                  <a:close/>
                  <a:moveTo>
                    <a:pt x="1906" y="0"/>
                  </a:moveTo>
                  <a:cubicBezTo>
                    <a:pt x="1763" y="0"/>
                    <a:pt x="1620" y="48"/>
                    <a:pt x="1525" y="167"/>
                  </a:cubicBezTo>
                  <a:cubicBezTo>
                    <a:pt x="453" y="1310"/>
                    <a:pt x="1" y="2501"/>
                    <a:pt x="406" y="3334"/>
                  </a:cubicBezTo>
                  <a:cubicBezTo>
                    <a:pt x="644" y="3882"/>
                    <a:pt x="1192" y="4215"/>
                    <a:pt x="1954" y="4215"/>
                  </a:cubicBezTo>
                  <a:cubicBezTo>
                    <a:pt x="2692" y="4215"/>
                    <a:pt x="3263" y="3882"/>
                    <a:pt x="3502" y="3334"/>
                  </a:cubicBezTo>
                  <a:cubicBezTo>
                    <a:pt x="3859" y="2453"/>
                    <a:pt x="3430" y="1262"/>
                    <a:pt x="2358" y="167"/>
                  </a:cubicBezTo>
                  <a:cubicBezTo>
                    <a:pt x="2216" y="48"/>
                    <a:pt x="2073" y="0"/>
                    <a:pt x="1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96"/>
            <p:cNvSpPr/>
            <p:nvPr/>
          </p:nvSpPr>
          <p:spPr>
            <a:xfrm>
              <a:off x="7017251" y="3606693"/>
              <a:ext cx="334580" cy="325982"/>
            </a:xfrm>
            <a:custGeom>
              <a:rect b="b" l="l" r="r" t="t"/>
              <a:pathLst>
                <a:path extrusionOk="0" h="10048" w="10313">
                  <a:moveTo>
                    <a:pt x="6764" y="370"/>
                  </a:moveTo>
                  <a:cubicBezTo>
                    <a:pt x="6973" y="370"/>
                    <a:pt x="7181" y="447"/>
                    <a:pt x="7336" y="602"/>
                  </a:cubicBezTo>
                  <a:lnTo>
                    <a:pt x="9646" y="2912"/>
                  </a:lnTo>
                  <a:cubicBezTo>
                    <a:pt x="9955" y="3222"/>
                    <a:pt x="9955" y="3745"/>
                    <a:pt x="9646" y="4055"/>
                  </a:cubicBezTo>
                  <a:cubicBezTo>
                    <a:pt x="9479" y="4222"/>
                    <a:pt x="9271" y="4305"/>
                    <a:pt x="9062" y="4305"/>
                  </a:cubicBezTo>
                  <a:cubicBezTo>
                    <a:pt x="8854" y="4305"/>
                    <a:pt x="8646" y="4222"/>
                    <a:pt x="8479" y="4055"/>
                  </a:cubicBezTo>
                  <a:lnTo>
                    <a:pt x="6193" y="1769"/>
                  </a:lnTo>
                  <a:cubicBezTo>
                    <a:pt x="5859" y="1435"/>
                    <a:pt x="5859" y="912"/>
                    <a:pt x="6193" y="602"/>
                  </a:cubicBezTo>
                  <a:cubicBezTo>
                    <a:pt x="6347" y="447"/>
                    <a:pt x="6556" y="370"/>
                    <a:pt x="6764" y="370"/>
                  </a:cubicBezTo>
                  <a:close/>
                  <a:moveTo>
                    <a:pt x="6785" y="1"/>
                  </a:moveTo>
                  <a:cubicBezTo>
                    <a:pt x="6496" y="1"/>
                    <a:pt x="6205" y="114"/>
                    <a:pt x="5978" y="340"/>
                  </a:cubicBezTo>
                  <a:cubicBezTo>
                    <a:pt x="5550" y="769"/>
                    <a:pt x="5526" y="1388"/>
                    <a:pt x="5859" y="1840"/>
                  </a:cubicBezTo>
                  <a:lnTo>
                    <a:pt x="668" y="7008"/>
                  </a:lnTo>
                  <a:cubicBezTo>
                    <a:pt x="1" y="7699"/>
                    <a:pt x="1" y="8818"/>
                    <a:pt x="668" y="9509"/>
                  </a:cubicBezTo>
                  <a:cubicBezTo>
                    <a:pt x="1016" y="9869"/>
                    <a:pt x="1479" y="10047"/>
                    <a:pt x="1938" y="10047"/>
                  </a:cubicBezTo>
                  <a:cubicBezTo>
                    <a:pt x="2390" y="10047"/>
                    <a:pt x="2838" y="9875"/>
                    <a:pt x="3168" y="9532"/>
                  </a:cubicBezTo>
                  <a:lnTo>
                    <a:pt x="7336" y="5365"/>
                  </a:lnTo>
                  <a:cubicBezTo>
                    <a:pt x="7407" y="5317"/>
                    <a:pt x="7407" y="5222"/>
                    <a:pt x="7336" y="5127"/>
                  </a:cubicBezTo>
                  <a:cubicBezTo>
                    <a:pt x="7314" y="5094"/>
                    <a:pt x="7283" y="5082"/>
                    <a:pt x="7247" y="5082"/>
                  </a:cubicBezTo>
                  <a:cubicBezTo>
                    <a:pt x="7202" y="5082"/>
                    <a:pt x="7150" y="5101"/>
                    <a:pt x="7098" y="5127"/>
                  </a:cubicBezTo>
                  <a:lnTo>
                    <a:pt x="2930" y="9294"/>
                  </a:lnTo>
                  <a:cubicBezTo>
                    <a:pt x="2656" y="9580"/>
                    <a:pt x="2287" y="9723"/>
                    <a:pt x="1915" y="9723"/>
                  </a:cubicBezTo>
                  <a:cubicBezTo>
                    <a:pt x="1543" y="9723"/>
                    <a:pt x="1168" y="9580"/>
                    <a:pt x="882" y="9294"/>
                  </a:cubicBezTo>
                  <a:cubicBezTo>
                    <a:pt x="311" y="8746"/>
                    <a:pt x="311" y="7818"/>
                    <a:pt x="882" y="7246"/>
                  </a:cubicBezTo>
                  <a:lnTo>
                    <a:pt x="6074" y="2078"/>
                  </a:lnTo>
                  <a:lnTo>
                    <a:pt x="8122" y="4126"/>
                  </a:lnTo>
                  <a:lnTo>
                    <a:pt x="7574" y="4650"/>
                  </a:lnTo>
                  <a:cubicBezTo>
                    <a:pt x="7526" y="4722"/>
                    <a:pt x="7526" y="4817"/>
                    <a:pt x="7574" y="4889"/>
                  </a:cubicBezTo>
                  <a:cubicBezTo>
                    <a:pt x="7610" y="4924"/>
                    <a:pt x="7651" y="4942"/>
                    <a:pt x="7693" y="4942"/>
                  </a:cubicBezTo>
                  <a:cubicBezTo>
                    <a:pt x="7735" y="4942"/>
                    <a:pt x="7776" y="4924"/>
                    <a:pt x="7812" y="4889"/>
                  </a:cubicBezTo>
                  <a:lnTo>
                    <a:pt x="8384" y="4341"/>
                  </a:lnTo>
                  <a:cubicBezTo>
                    <a:pt x="8598" y="4484"/>
                    <a:pt x="8836" y="4579"/>
                    <a:pt x="9074" y="4579"/>
                  </a:cubicBezTo>
                  <a:cubicBezTo>
                    <a:pt x="9360" y="4579"/>
                    <a:pt x="9670" y="4460"/>
                    <a:pt x="9884" y="4246"/>
                  </a:cubicBezTo>
                  <a:cubicBezTo>
                    <a:pt x="10313" y="3793"/>
                    <a:pt x="10313" y="3079"/>
                    <a:pt x="9884" y="2626"/>
                  </a:cubicBezTo>
                  <a:lnTo>
                    <a:pt x="7574" y="340"/>
                  </a:lnTo>
                  <a:cubicBezTo>
                    <a:pt x="7360" y="114"/>
                    <a:pt x="7074" y="1"/>
                    <a:pt x="67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2" name="Google Shape;21232;p96"/>
          <p:cNvGrpSpPr/>
          <p:nvPr/>
        </p:nvGrpSpPr>
        <p:grpSpPr>
          <a:xfrm>
            <a:off x="6286730" y="3441348"/>
            <a:ext cx="335358" cy="353104"/>
            <a:chOff x="6288690" y="3593748"/>
            <a:chExt cx="335358" cy="353104"/>
          </a:xfrm>
        </p:grpSpPr>
        <p:sp>
          <p:nvSpPr>
            <p:cNvPr id="21233" name="Google Shape;21233;p96"/>
            <p:cNvSpPr/>
            <p:nvPr/>
          </p:nvSpPr>
          <p:spPr>
            <a:xfrm>
              <a:off x="6296411" y="3674887"/>
              <a:ext cx="322998" cy="267359"/>
            </a:xfrm>
            <a:custGeom>
              <a:rect b="b" l="l" r="r" t="t"/>
              <a:pathLst>
                <a:path extrusionOk="0" h="8241" w="9956">
                  <a:moveTo>
                    <a:pt x="715" y="0"/>
                  </a:moveTo>
                  <a:cubicBezTo>
                    <a:pt x="334" y="0"/>
                    <a:pt x="1" y="334"/>
                    <a:pt x="1" y="715"/>
                  </a:cubicBezTo>
                  <a:lnTo>
                    <a:pt x="1" y="8240"/>
                  </a:lnTo>
                  <a:lnTo>
                    <a:pt x="3097" y="8240"/>
                  </a:lnTo>
                  <a:lnTo>
                    <a:pt x="4978" y="7645"/>
                  </a:lnTo>
                  <a:lnTo>
                    <a:pt x="6860" y="8240"/>
                  </a:lnTo>
                  <a:lnTo>
                    <a:pt x="9932" y="8240"/>
                  </a:lnTo>
                  <a:lnTo>
                    <a:pt x="9932" y="715"/>
                  </a:lnTo>
                  <a:cubicBezTo>
                    <a:pt x="9955" y="334"/>
                    <a:pt x="9622" y="0"/>
                    <a:pt x="9241"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96"/>
            <p:cNvSpPr/>
            <p:nvPr/>
          </p:nvSpPr>
          <p:spPr>
            <a:xfrm>
              <a:off x="6296411" y="3674887"/>
              <a:ext cx="43311" cy="267359"/>
            </a:xfrm>
            <a:custGeom>
              <a:rect b="b" l="l" r="r" t="t"/>
              <a:pathLst>
                <a:path extrusionOk="0" h="8241" w="1335">
                  <a:moveTo>
                    <a:pt x="715" y="0"/>
                  </a:moveTo>
                  <a:cubicBezTo>
                    <a:pt x="334" y="0"/>
                    <a:pt x="1" y="334"/>
                    <a:pt x="1" y="715"/>
                  </a:cubicBezTo>
                  <a:lnTo>
                    <a:pt x="1" y="8240"/>
                  </a:lnTo>
                  <a:lnTo>
                    <a:pt x="620" y="8240"/>
                  </a:lnTo>
                  <a:lnTo>
                    <a:pt x="620" y="715"/>
                  </a:lnTo>
                  <a:cubicBezTo>
                    <a:pt x="620" y="334"/>
                    <a:pt x="954" y="0"/>
                    <a:pt x="1335" y="0"/>
                  </a:cubicBezTo>
                  <a:close/>
                </a:path>
              </a:pathLst>
            </a:custGeom>
            <a:solidFill>
              <a:srgbClr val="B4C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96"/>
            <p:cNvSpPr/>
            <p:nvPr/>
          </p:nvSpPr>
          <p:spPr>
            <a:xfrm>
              <a:off x="6343550" y="3599166"/>
              <a:ext cx="227195" cy="118253"/>
            </a:xfrm>
            <a:custGeom>
              <a:rect b="b" l="l" r="r" t="t"/>
              <a:pathLst>
                <a:path extrusionOk="0" h="3645" w="7003">
                  <a:moveTo>
                    <a:pt x="596" y="0"/>
                  </a:moveTo>
                  <a:cubicBezTo>
                    <a:pt x="286" y="0"/>
                    <a:pt x="1" y="262"/>
                    <a:pt x="1" y="596"/>
                  </a:cubicBezTo>
                  <a:lnTo>
                    <a:pt x="1" y="3049"/>
                  </a:lnTo>
                  <a:cubicBezTo>
                    <a:pt x="1" y="3382"/>
                    <a:pt x="286" y="3644"/>
                    <a:pt x="596" y="3644"/>
                  </a:cubicBezTo>
                  <a:lnTo>
                    <a:pt x="6407" y="3644"/>
                  </a:lnTo>
                  <a:cubicBezTo>
                    <a:pt x="6740" y="3644"/>
                    <a:pt x="7002" y="3382"/>
                    <a:pt x="7002" y="3049"/>
                  </a:cubicBezTo>
                  <a:lnTo>
                    <a:pt x="7002" y="643"/>
                  </a:lnTo>
                  <a:cubicBezTo>
                    <a:pt x="7002" y="286"/>
                    <a:pt x="6740" y="0"/>
                    <a:pt x="6407"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96"/>
            <p:cNvSpPr/>
            <p:nvPr/>
          </p:nvSpPr>
          <p:spPr>
            <a:xfrm>
              <a:off x="6343550" y="3600723"/>
              <a:ext cx="40229" cy="117442"/>
            </a:xfrm>
            <a:custGeom>
              <a:rect b="b" l="l" r="r" t="t"/>
              <a:pathLst>
                <a:path extrusionOk="0" h="3620" w="1240">
                  <a:moveTo>
                    <a:pt x="596" y="0"/>
                  </a:moveTo>
                  <a:cubicBezTo>
                    <a:pt x="286" y="0"/>
                    <a:pt x="1" y="262"/>
                    <a:pt x="1" y="595"/>
                  </a:cubicBezTo>
                  <a:lnTo>
                    <a:pt x="1" y="3025"/>
                  </a:lnTo>
                  <a:cubicBezTo>
                    <a:pt x="1" y="3358"/>
                    <a:pt x="286" y="3620"/>
                    <a:pt x="596" y="3620"/>
                  </a:cubicBezTo>
                  <a:lnTo>
                    <a:pt x="1239" y="3620"/>
                  </a:lnTo>
                  <a:cubicBezTo>
                    <a:pt x="906" y="3596"/>
                    <a:pt x="644" y="3334"/>
                    <a:pt x="644" y="3001"/>
                  </a:cubicBezTo>
                  <a:lnTo>
                    <a:pt x="644" y="595"/>
                  </a:lnTo>
                  <a:cubicBezTo>
                    <a:pt x="644" y="262"/>
                    <a:pt x="906" y="0"/>
                    <a:pt x="1239"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96"/>
            <p:cNvSpPr/>
            <p:nvPr/>
          </p:nvSpPr>
          <p:spPr>
            <a:xfrm>
              <a:off x="6439353" y="3832493"/>
              <a:ext cx="79614" cy="109753"/>
            </a:xfrm>
            <a:custGeom>
              <a:rect b="b" l="l" r="r" t="t"/>
              <a:pathLst>
                <a:path extrusionOk="0" h="3383" w="2454">
                  <a:moveTo>
                    <a:pt x="548" y="0"/>
                  </a:moveTo>
                  <a:lnTo>
                    <a:pt x="1" y="1691"/>
                  </a:lnTo>
                  <a:lnTo>
                    <a:pt x="548" y="3382"/>
                  </a:lnTo>
                  <a:lnTo>
                    <a:pt x="2454" y="3382"/>
                  </a:lnTo>
                  <a:lnTo>
                    <a:pt x="2454" y="548"/>
                  </a:lnTo>
                  <a:cubicBezTo>
                    <a:pt x="2454" y="262"/>
                    <a:pt x="2168" y="0"/>
                    <a:pt x="1858"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96"/>
            <p:cNvSpPr/>
            <p:nvPr/>
          </p:nvSpPr>
          <p:spPr>
            <a:xfrm>
              <a:off x="6324247" y="3842517"/>
              <a:ext cx="44836" cy="44868"/>
            </a:xfrm>
            <a:custGeom>
              <a:rect b="b" l="l" r="r" t="t"/>
              <a:pathLst>
                <a:path extrusionOk="0" h="1383" w="1382">
                  <a:moveTo>
                    <a:pt x="334" y="1"/>
                  </a:moveTo>
                  <a:cubicBezTo>
                    <a:pt x="167" y="1"/>
                    <a:pt x="0" y="168"/>
                    <a:pt x="0" y="334"/>
                  </a:cubicBezTo>
                  <a:lnTo>
                    <a:pt x="0" y="1049"/>
                  </a:lnTo>
                  <a:cubicBezTo>
                    <a:pt x="0" y="1239"/>
                    <a:pt x="167" y="1382"/>
                    <a:pt x="334" y="1382"/>
                  </a:cubicBezTo>
                  <a:lnTo>
                    <a:pt x="1048" y="1382"/>
                  </a:lnTo>
                  <a:cubicBezTo>
                    <a:pt x="1239" y="1382"/>
                    <a:pt x="1382" y="1239"/>
                    <a:pt x="1382" y="1049"/>
                  </a:cubicBezTo>
                  <a:lnTo>
                    <a:pt x="1382" y="334"/>
                  </a:lnTo>
                  <a:cubicBezTo>
                    <a:pt x="1358" y="120"/>
                    <a:pt x="1239" y="1"/>
                    <a:pt x="1048"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96"/>
            <p:cNvSpPr/>
            <p:nvPr/>
          </p:nvSpPr>
          <p:spPr>
            <a:xfrm>
              <a:off x="6324247" y="3752132"/>
              <a:ext cx="44836" cy="44089"/>
            </a:xfrm>
            <a:custGeom>
              <a:rect b="b" l="l" r="r" t="t"/>
              <a:pathLst>
                <a:path extrusionOk="0" h="1359" w="1382">
                  <a:moveTo>
                    <a:pt x="334" y="1"/>
                  </a:moveTo>
                  <a:cubicBezTo>
                    <a:pt x="167" y="1"/>
                    <a:pt x="0" y="144"/>
                    <a:pt x="0" y="334"/>
                  </a:cubicBezTo>
                  <a:lnTo>
                    <a:pt x="0" y="1049"/>
                  </a:lnTo>
                  <a:cubicBezTo>
                    <a:pt x="0" y="1215"/>
                    <a:pt x="167" y="1358"/>
                    <a:pt x="334" y="1358"/>
                  </a:cubicBezTo>
                  <a:lnTo>
                    <a:pt x="1048" y="1358"/>
                  </a:lnTo>
                  <a:cubicBezTo>
                    <a:pt x="1239" y="1358"/>
                    <a:pt x="1382" y="1215"/>
                    <a:pt x="1382" y="1049"/>
                  </a:cubicBezTo>
                  <a:lnTo>
                    <a:pt x="1382" y="334"/>
                  </a:lnTo>
                  <a:cubicBezTo>
                    <a:pt x="1358" y="144"/>
                    <a:pt x="1239" y="1"/>
                    <a:pt x="1048"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96"/>
            <p:cNvSpPr/>
            <p:nvPr/>
          </p:nvSpPr>
          <p:spPr>
            <a:xfrm>
              <a:off x="6546738" y="3842517"/>
              <a:ext cx="44089" cy="44868"/>
            </a:xfrm>
            <a:custGeom>
              <a:rect b="b" l="l" r="r" t="t"/>
              <a:pathLst>
                <a:path extrusionOk="0" h="1383" w="1359">
                  <a:moveTo>
                    <a:pt x="287" y="1"/>
                  </a:moveTo>
                  <a:cubicBezTo>
                    <a:pt x="120" y="1"/>
                    <a:pt x="1" y="120"/>
                    <a:pt x="1" y="334"/>
                  </a:cubicBezTo>
                  <a:lnTo>
                    <a:pt x="1" y="1049"/>
                  </a:lnTo>
                  <a:cubicBezTo>
                    <a:pt x="1" y="1239"/>
                    <a:pt x="144" y="1382"/>
                    <a:pt x="334" y="1382"/>
                  </a:cubicBezTo>
                  <a:lnTo>
                    <a:pt x="1049" y="1382"/>
                  </a:lnTo>
                  <a:cubicBezTo>
                    <a:pt x="1215" y="1382"/>
                    <a:pt x="1358" y="1239"/>
                    <a:pt x="1358" y="1049"/>
                  </a:cubicBezTo>
                  <a:lnTo>
                    <a:pt x="1358" y="334"/>
                  </a:lnTo>
                  <a:cubicBezTo>
                    <a:pt x="1358" y="168"/>
                    <a:pt x="1215" y="1"/>
                    <a:pt x="1049"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96"/>
            <p:cNvSpPr/>
            <p:nvPr/>
          </p:nvSpPr>
          <p:spPr>
            <a:xfrm>
              <a:off x="6546738" y="3752132"/>
              <a:ext cx="44089" cy="44089"/>
            </a:xfrm>
            <a:custGeom>
              <a:rect b="b" l="l" r="r" t="t"/>
              <a:pathLst>
                <a:path extrusionOk="0" h="1359" w="1359">
                  <a:moveTo>
                    <a:pt x="287" y="1"/>
                  </a:moveTo>
                  <a:cubicBezTo>
                    <a:pt x="120" y="1"/>
                    <a:pt x="1" y="144"/>
                    <a:pt x="1" y="334"/>
                  </a:cubicBezTo>
                  <a:lnTo>
                    <a:pt x="1" y="1049"/>
                  </a:lnTo>
                  <a:cubicBezTo>
                    <a:pt x="1" y="1215"/>
                    <a:pt x="144" y="1358"/>
                    <a:pt x="334" y="1358"/>
                  </a:cubicBezTo>
                  <a:lnTo>
                    <a:pt x="1049" y="1358"/>
                  </a:lnTo>
                  <a:cubicBezTo>
                    <a:pt x="1215" y="1358"/>
                    <a:pt x="1358" y="1215"/>
                    <a:pt x="1358" y="1049"/>
                  </a:cubicBezTo>
                  <a:lnTo>
                    <a:pt x="1358" y="334"/>
                  </a:lnTo>
                  <a:cubicBezTo>
                    <a:pt x="1358" y="144"/>
                    <a:pt x="1215" y="1"/>
                    <a:pt x="1049"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96"/>
            <p:cNvSpPr/>
            <p:nvPr/>
          </p:nvSpPr>
          <p:spPr>
            <a:xfrm>
              <a:off x="6435492" y="3752132"/>
              <a:ext cx="44836" cy="44089"/>
            </a:xfrm>
            <a:custGeom>
              <a:rect b="b" l="l" r="r" t="t"/>
              <a:pathLst>
                <a:path extrusionOk="0" h="1359" w="1382">
                  <a:moveTo>
                    <a:pt x="334" y="1"/>
                  </a:moveTo>
                  <a:cubicBezTo>
                    <a:pt x="143" y="1"/>
                    <a:pt x="1" y="144"/>
                    <a:pt x="1" y="334"/>
                  </a:cubicBezTo>
                  <a:lnTo>
                    <a:pt x="1" y="1049"/>
                  </a:lnTo>
                  <a:cubicBezTo>
                    <a:pt x="1" y="1215"/>
                    <a:pt x="143" y="1358"/>
                    <a:pt x="334" y="1358"/>
                  </a:cubicBezTo>
                  <a:lnTo>
                    <a:pt x="1048" y="1358"/>
                  </a:lnTo>
                  <a:cubicBezTo>
                    <a:pt x="1215" y="1358"/>
                    <a:pt x="1382" y="1215"/>
                    <a:pt x="1382" y="1049"/>
                  </a:cubicBezTo>
                  <a:lnTo>
                    <a:pt x="1382" y="334"/>
                  </a:lnTo>
                  <a:cubicBezTo>
                    <a:pt x="1382" y="144"/>
                    <a:pt x="1215" y="1"/>
                    <a:pt x="1048"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96"/>
            <p:cNvSpPr/>
            <p:nvPr/>
          </p:nvSpPr>
          <p:spPr>
            <a:xfrm>
              <a:off x="6396107" y="3830935"/>
              <a:ext cx="61835" cy="111310"/>
            </a:xfrm>
            <a:custGeom>
              <a:rect b="b" l="l" r="r" t="t"/>
              <a:pathLst>
                <a:path extrusionOk="0" h="3431" w="1906">
                  <a:moveTo>
                    <a:pt x="595" y="1"/>
                  </a:moveTo>
                  <a:cubicBezTo>
                    <a:pt x="262" y="1"/>
                    <a:pt x="0" y="263"/>
                    <a:pt x="0" y="596"/>
                  </a:cubicBezTo>
                  <a:lnTo>
                    <a:pt x="0" y="3430"/>
                  </a:lnTo>
                  <a:lnTo>
                    <a:pt x="1905" y="3430"/>
                  </a:lnTo>
                  <a:lnTo>
                    <a:pt x="1905" y="48"/>
                  </a:lnTo>
                  <a:lnTo>
                    <a:pt x="1905"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96"/>
            <p:cNvSpPr/>
            <p:nvPr/>
          </p:nvSpPr>
          <p:spPr>
            <a:xfrm>
              <a:off x="6377550" y="3622330"/>
              <a:ext cx="43311" cy="74228"/>
            </a:xfrm>
            <a:custGeom>
              <a:rect b="b" l="l" r="r" t="t"/>
              <a:pathLst>
                <a:path extrusionOk="0" h="2288" w="1335">
                  <a:moveTo>
                    <a:pt x="215" y="1"/>
                  </a:moveTo>
                  <a:cubicBezTo>
                    <a:pt x="96" y="1"/>
                    <a:pt x="1" y="49"/>
                    <a:pt x="1" y="120"/>
                  </a:cubicBezTo>
                  <a:lnTo>
                    <a:pt x="1" y="2192"/>
                  </a:lnTo>
                  <a:cubicBezTo>
                    <a:pt x="1" y="2263"/>
                    <a:pt x="96" y="2287"/>
                    <a:pt x="191" y="2287"/>
                  </a:cubicBezTo>
                  <a:lnTo>
                    <a:pt x="1215" y="2287"/>
                  </a:lnTo>
                  <a:cubicBezTo>
                    <a:pt x="1310" y="2287"/>
                    <a:pt x="1334" y="2216"/>
                    <a:pt x="1334" y="2120"/>
                  </a:cubicBezTo>
                  <a:cubicBezTo>
                    <a:pt x="1334" y="2025"/>
                    <a:pt x="1310" y="1954"/>
                    <a:pt x="1215" y="1954"/>
                  </a:cubicBezTo>
                  <a:lnTo>
                    <a:pt x="429" y="1954"/>
                  </a:lnTo>
                  <a:lnTo>
                    <a:pt x="429" y="120"/>
                  </a:lnTo>
                  <a:cubicBezTo>
                    <a:pt x="429" y="49"/>
                    <a:pt x="310"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96"/>
            <p:cNvSpPr/>
            <p:nvPr/>
          </p:nvSpPr>
          <p:spPr>
            <a:xfrm>
              <a:off x="6424689" y="3620027"/>
              <a:ext cx="58753" cy="77278"/>
            </a:xfrm>
            <a:custGeom>
              <a:rect b="b" l="l" r="r" t="t"/>
              <a:pathLst>
                <a:path extrusionOk="0" h="2382" w="1811">
                  <a:moveTo>
                    <a:pt x="905" y="524"/>
                  </a:moveTo>
                  <a:lnTo>
                    <a:pt x="1167" y="1501"/>
                  </a:lnTo>
                  <a:lnTo>
                    <a:pt x="643" y="1501"/>
                  </a:lnTo>
                  <a:lnTo>
                    <a:pt x="905" y="524"/>
                  </a:lnTo>
                  <a:close/>
                  <a:moveTo>
                    <a:pt x="905" y="0"/>
                  </a:moveTo>
                  <a:cubicBezTo>
                    <a:pt x="786" y="0"/>
                    <a:pt x="667" y="48"/>
                    <a:pt x="643" y="143"/>
                  </a:cubicBezTo>
                  <a:lnTo>
                    <a:pt x="0" y="2168"/>
                  </a:lnTo>
                  <a:lnTo>
                    <a:pt x="0" y="2191"/>
                  </a:lnTo>
                  <a:cubicBezTo>
                    <a:pt x="0" y="2287"/>
                    <a:pt x="167" y="2382"/>
                    <a:pt x="286" y="2382"/>
                  </a:cubicBezTo>
                  <a:cubicBezTo>
                    <a:pt x="334" y="2382"/>
                    <a:pt x="405" y="2334"/>
                    <a:pt x="429" y="2287"/>
                  </a:cubicBezTo>
                  <a:lnTo>
                    <a:pt x="548" y="1858"/>
                  </a:lnTo>
                  <a:lnTo>
                    <a:pt x="1286" y="1858"/>
                  </a:lnTo>
                  <a:lnTo>
                    <a:pt x="1405" y="2287"/>
                  </a:lnTo>
                  <a:cubicBezTo>
                    <a:pt x="1429" y="2334"/>
                    <a:pt x="1477" y="2382"/>
                    <a:pt x="1548" y="2382"/>
                  </a:cubicBezTo>
                  <a:cubicBezTo>
                    <a:pt x="1667" y="2382"/>
                    <a:pt x="1810" y="2310"/>
                    <a:pt x="1810" y="2191"/>
                  </a:cubicBezTo>
                  <a:lnTo>
                    <a:pt x="1810" y="2168"/>
                  </a:lnTo>
                  <a:lnTo>
                    <a:pt x="1167" y="143"/>
                  </a:lnTo>
                  <a:cubicBezTo>
                    <a:pt x="1143" y="48"/>
                    <a:pt x="1024" y="0"/>
                    <a:pt x="9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96"/>
            <p:cNvSpPr/>
            <p:nvPr/>
          </p:nvSpPr>
          <p:spPr>
            <a:xfrm>
              <a:off x="6487271" y="3620805"/>
              <a:ext cx="49475" cy="74975"/>
            </a:xfrm>
            <a:custGeom>
              <a:rect b="b" l="l" r="r" t="t"/>
              <a:pathLst>
                <a:path extrusionOk="0" h="2311" w="1525">
                  <a:moveTo>
                    <a:pt x="810" y="357"/>
                  </a:moveTo>
                  <a:cubicBezTo>
                    <a:pt x="1000" y="357"/>
                    <a:pt x="1096" y="453"/>
                    <a:pt x="1096" y="619"/>
                  </a:cubicBezTo>
                  <a:cubicBezTo>
                    <a:pt x="1096" y="786"/>
                    <a:pt x="1000" y="881"/>
                    <a:pt x="810" y="881"/>
                  </a:cubicBezTo>
                  <a:lnTo>
                    <a:pt x="453" y="881"/>
                  </a:lnTo>
                  <a:lnTo>
                    <a:pt x="453" y="357"/>
                  </a:lnTo>
                  <a:close/>
                  <a:moveTo>
                    <a:pt x="810" y="1239"/>
                  </a:moveTo>
                  <a:cubicBezTo>
                    <a:pt x="1024" y="1239"/>
                    <a:pt x="1143" y="1334"/>
                    <a:pt x="1143" y="1572"/>
                  </a:cubicBezTo>
                  <a:lnTo>
                    <a:pt x="1143" y="1643"/>
                  </a:lnTo>
                  <a:cubicBezTo>
                    <a:pt x="1143" y="1882"/>
                    <a:pt x="1024" y="2001"/>
                    <a:pt x="810" y="2001"/>
                  </a:cubicBezTo>
                  <a:lnTo>
                    <a:pt x="453" y="2001"/>
                  </a:lnTo>
                  <a:lnTo>
                    <a:pt x="453" y="1239"/>
                  </a:lnTo>
                  <a:close/>
                  <a:moveTo>
                    <a:pt x="191" y="0"/>
                  </a:moveTo>
                  <a:cubicBezTo>
                    <a:pt x="95" y="0"/>
                    <a:pt x="0" y="48"/>
                    <a:pt x="0" y="119"/>
                  </a:cubicBezTo>
                  <a:lnTo>
                    <a:pt x="0" y="2191"/>
                  </a:lnTo>
                  <a:cubicBezTo>
                    <a:pt x="0" y="2263"/>
                    <a:pt x="72" y="2310"/>
                    <a:pt x="191" y="2310"/>
                  </a:cubicBezTo>
                  <a:lnTo>
                    <a:pt x="881" y="2310"/>
                  </a:lnTo>
                  <a:cubicBezTo>
                    <a:pt x="1239" y="2310"/>
                    <a:pt x="1524" y="2144"/>
                    <a:pt x="1524" y="1643"/>
                  </a:cubicBezTo>
                  <a:lnTo>
                    <a:pt x="1524" y="1572"/>
                  </a:lnTo>
                  <a:cubicBezTo>
                    <a:pt x="1524" y="1286"/>
                    <a:pt x="1405" y="1167"/>
                    <a:pt x="1215" y="1072"/>
                  </a:cubicBezTo>
                  <a:cubicBezTo>
                    <a:pt x="1381" y="1000"/>
                    <a:pt x="1477" y="834"/>
                    <a:pt x="1477" y="572"/>
                  </a:cubicBezTo>
                  <a:cubicBezTo>
                    <a:pt x="1477" y="119"/>
                    <a:pt x="1167"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96"/>
            <p:cNvSpPr/>
            <p:nvPr/>
          </p:nvSpPr>
          <p:spPr>
            <a:xfrm>
              <a:off x="6318829" y="3837910"/>
              <a:ext cx="54114" cy="54114"/>
            </a:xfrm>
            <a:custGeom>
              <a:rect b="b" l="l" r="r" t="t"/>
              <a:pathLst>
                <a:path extrusionOk="0" h="1668" w="1668">
                  <a:moveTo>
                    <a:pt x="1191" y="310"/>
                  </a:moveTo>
                  <a:cubicBezTo>
                    <a:pt x="1287" y="310"/>
                    <a:pt x="1358" y="381"/>
                    <a:pt x="1358" y="476"/>
                  </a:cubicBezTo>
                  <a:lnTo>
                    <a:pt x="1358" y="1191"/>
                  </a:lnTo>
                  <a:cubicBezTo>
                    <a:pt x="1358" y="1286"/>
                    <a:pt x="1287" y="1381"/>
                    <a:pt x="1191" y="1381"/>
                  </a:cubicBezTo>
                  <a:lnTo>
                    <a:pt x="477" y="1381"/>
                  </a:lnTo>
                  <a:cubicBezTo>
                    <a:pt x="382" y="1381"/>
                    <a:pt x="286" y="1286"/>
                    <a:pt x="286" y="1191"/>
                  </a:cubicBezTo>
                  <a:lnTo>
                    <a:pt x="286" y="476"/>
                  </a:lnTo>
                  <a:cubicBezTo>
                    <a:pt x="334" y="357"/>
                    <a:pt x="382" y="310"/>
                    <a:pt x="477" y="310"/>
                  </a:cubicBezTo>
                  <a:close/>
                  <a:moveTo>
                    <a:pt x="477" y="0"/>
                  </a:moveTo>
                  <a:cubicBezTo>
                    <a:pt x="215" y="0"/>
                    <a:pt x="1" y="214"/>
                    <a:pt x="1" y="476"/>
                  </a:cubicBezTo>
                  <a:lnTo>
                    <a:pt x="1" y="1191"/>
                  </a:lnTo>
                  <a:cubicBezTo>
                    <a:pt x="1" y="1453"/>
                    <a:pt x="215" y="1667"/>
                    <a:pt x="477" y="1667"/>
                  </a:cubicBezTo>
                  <a:lnTo>
                    <a:pt x="1191" y="1667"/>
                  </a:lnTo>
                  <a:cubicBezTo>
                    <a:pt x="1453" y="1667"/>
                    <a:pt x="1668" y="1453"/>
                    <a:pt x="1668" y="1191"/>
                  </a:cubicBezTo>
                  <a:lnTo>
                    <a:pt x="1668" y="476"/>
                  </a:lnTo>
                  <a:cubicBezTo>
                    <a:pt x="1668" y="214"/>
                    <a:pt x="1453"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96"/>
            <p:cNvSpPr/>
            <p:nvPr/>
          </p:nvSpPr>
          <p:spPr>
            <a:xfrm>
              <a:off x="6318829" y="3748272"/>
              <a:ext cx="54114" cy="54114"/>
            </a:xfrm>
            <a:custGeom>
              <a:rect b="b" l="l" r="r" t="t"/>
              <a:pathLst>
                <a:path extrusionOk="0" h="1668" w="1668">
                  <a:moveTo>
                    <a:pt x="1191" y="286"/>
                  </a:moveTo>
                  <a:cubicBezTo>
                    <a:pt x="1287" y="286"/>
                    <a:pt x="1358" y="382"/>
                    <a:pt x="1358" y="477"/>
                  </a:cubicBezTo>
                  <a:lnTo>
                    <a:pt x="1358" y="1191"/>
                  </a:lnTo>
                  <a:cubicBezTo>
                    <a:pt x="1358" y="1287"/>
                    <a:pt x="1287" y="1358"/>
                    <a:pt x="1191" y="1358"/>
                  </a:cubicBezTo>
                  <a:lnTo>
                    <a:pt x="477" y="1358"/>
                  </a:lnTo>
                  <a:cubicBezTo>
                    <a:pt x="382" y="1358"/>
                    <a:pt x="286" y="1287"/>
                    <a:pt x="286" y="1191"/>
                  </a:cubicBezTo>
                  <a:lnTo>
                    <a:pt x="286" y="477"/>
                  </a:lnTo>
                  <a:cubicBezTo>
                    <a:pt x="334" y="358"/>
                    <a:pt x="382" y="286"/>
                    <a:pt x="477" y="286"/>
                  </a:cubicBezTo>
                  <a:close/>
                  <a:moveTo>
                    <a:pt x="477" y="1"/>
                  </a:moveTo>
                  <a:cubicBezTo>
                    <a:pt x="215" y="1"/>
                    <a:pt x="1" y="191"/>
                    <a:pt x="1" y="477"/>
                  </a:cubicBezTo>
                  <a:lnTo>
                    <a:pt x="1" y="1191"/>
                  </a:lnTo>
                  <a:cubicBezTo>
                    <a:pt x="1" y="1453"/>
                    <a:pt x="215" y="1668"/>
                    <a:pt x="477" y="1668"/>
                  </a:cubicBezTo>
                  <a:lnTo>
                    <a:pt x="1191" y="1668"/>
                  </a:lnTo>
                  <a:cubicBezTo>
                    <a:pt x="1453" y="1668"/>
                    <a:pt x="1668" y="1453"/>
                    <a:pt x="1668" y="1191"/>
                  </a:cubicBezTo>
                  <a:lnTo>
                    <a:pt x="1668" y="477"/>
                  </a:lnTo>
                  <a:cubicBezTo>
                    <a:pt x="1668" y="215"/>
                    <a:pt x="1453" y="1"/>
                    <a:pt x="1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96"/>
            <p:cNvSpPr/>
            <p:nvPr/>
          </p:nvSpPr>
          <p:spPr>
            <a:xfrm>
              <a:off x="6542131" y="3837910"/>
              <a:ext cx="54114" cy="54114"/>
            </a:xfrm>
            <a:custGeom>
              <a:rect b="b" l="l" r="r" t="t"/>
              <a:pathLst>
                <a:path extrusionOk="0" h="1668" w="1668">
                  <a:moveTo>
                    <a:pt x="1191" y="310"/>
                  </a:moveTo>
                  <a:cubicBezTo>
                    <a:pt x="1262" y="310"/>
                    <a:pt x="1357" y="381"/>
                    <a:pt x="1357" y="476"/>
                  </a:cubicBezTo>
                  <a:lnTo>
                    <a:pt x="1357" y="1191"/>
                  </a:lnTo>
                  <a:cubicBezTo>
                    <a:pt x="1357" y="1286"/>
                    <a:pt x="1262" y="1381"/>
                    <a:pt x="1191" y="1381"/>
                  </a:cubicBezTo>
                  <a:lnTo>
                    <a:pt x="476" y="1381"/>
                  </a:lnTo>
                  <a:cubicBezTo>
                    <a:pt x="381" y="1381"/>
                    <a:pt x="286" y="1286"/>
                    <a:pt x="286" y="1191"/>
                  </a:cubicBezTo>
                  <a:lnTo>
                    <a:pt x="286" y="476"/>
                  </a:lnTo>
                  <a:cubicBezTo>
                    <a:pt x="286" y="357"/>
                    <a:pt x="381" y="310"/>
                    <a:pt x="476" y="310"/>
                  </a:cubicBezTo>
                  <a:close/>
                  <a:moveTo>
                    <a:pt x="476" y="0"/>
                  </a:moveTo>
                  <a:cubicBezTo>
                    <a:pt x="191" y="0"/>
                    <a:pt x="0" y="214"/>
                    <a:pt x="0" y="476"/>
                  </a:cubicBezTo>
                  <a:lnTo>
                    <a:pt x="0" y="1191"/>
                  </a:lnTo>
                  <a:cubicBezTo>
                    <a:pt x="0" y="1453"/>
                    <a:pt x="191" y="1667"/>
                    <a:pt x="476" y="1667"/>
                  </a:cubicBezTo>
                  <a:lnTo>
                    <a:pt x="1191" y="1667"/>
                  </a:lnTo>
                  <a:cubicBezTo>
                    <a:pt x="1453" y="1667"/>
                    <a:pt x="1667" y="1453"/>
                    <a:pt x="1667" y="1191"/>
                  </a:cubicBezTo>
                  <a:lnTo>
                    <a:pt x="1667" y="476"/>
                  </a:lnTo>
                  <a:cubicBezTo>
                    <a:pt x="1667" y="214"/>
                    <a:pt x="1453"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96"/>
            <p:cNvSpPr/>
            <p:nvPr/>
          </p:nvSpPr>
          <p:spPr>
            <a:xfrm>
              <a:off x="6542131" y="3748272"/>
              <a:ext cx="54114" cy="54114"/>
            </a:xfrm>
            <a:custGeom>
              <a:rect b="b" l="l" r="r" t="t"/>
              <a:pathLst>
                <a:path extrusionOk="0" h="1668" w="1668">
                  <a:moveTo>
                    <a:pt x="1191" y="286"/>
                  </a:moveTo>
                  <a:cubicBezTo>
                    <a:pt x="1262" y="286"/>
                    <a:pt x="1357" y="382"/>
                    <a:pt x="1357" y="477"/>
                  </a:cubicBezTo>
                  <a:lnTo>
                    <a:pt x="1357" y="1191"/>
                  </a:lnTo>
                  <a:cubicBezTo>
                    <a:pt x="1357" y="1287"/>
                    <a:pt x="1262" y="1358"/>
                    <a:pt x="1191" y="1358"/>
                  </a:cubicBezTo>
                  <a:lnTo>
                    <a:pt x="476" y="1358"/>
                  </a:lnTo>
                  <a:cubicBezTo>
                    <a:pt x="381" y="1358"/>
                    <a:pt x="286" y="1287"/>
                    <a:pt x="286" y="1191"/>
                  </a:cubicBezTo>
                  <a:lnTo>
                    <a:pt x="286" y="477"/>
                  </a:lnTo>
                  <a:cubicBezTo>
                    <a:pt x="286" y="358"/>
                    <a:pt x="381" y="286"/>
                    <a:pt x="476" y="286"/>
                  </a:cubicBezTo>
                  <a:close/>
                  <a:moveTo>
                    <a:pt x="476" y="1"/>
                  </a:moveTo>
                  <a:cubicBezTo>
                    <a:pt x="191" y="1"/>
                    <a:pt x="0" y="191"/>
                    <a:pt x="0" y="477"/>
                  </a:cubicBezTo>
                  <a:lnTo>
                    <a:pt x="0" y="1191"/>
                  </a:lnTo>
                  <a:cubicBezTo>
                    <a:pt x="0" y="1453"/>
                    <a:pt x="191" y="1668"/>
                    <a:pt x="476" y="1668"/>
                  </a:cubicBezTo>
                  <a:lnTo>
                    <a:pt x="1191" y="1668"/>
                  </a:lnTo>
                  <a:cubicBezTo>
                    <a:pt x="1453" y="1668"/>
                    <a:pt x="1667" y="1453"/>
                    <a:pt x="1667" y="1191"/>
                  </a:cubicBezTo>
                  <a:lnTo>
                    <a:pt x="1667" y="477"/>
                  </a:lnTo>
                  <a:cubicBezTo>
                    <a:pt x="1667" y="215"/>
                    <a:pt x="1453" y="1"/>
                    <a:pt x="1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96"/>
            <p:cNvSpPr/>
            <p:nvPr/>
          </p:nvSpPr>
          <p:spPr>
            <a:xfrm>
              <a:off x="6430853" y="3748272"/>
              <a:ext cx="54114" cy="54114"/>
            </a:xfrm>
            <a:custGeom>
              <a:rect b="b" l="l" r="r" t="t"/>
              <a:pathLst>
                <a:path extrusionOk="0" h="1668" w="1668">
                  <a:moveTo>
                    <a:pt x="1191" y="286"/>
                  </a:moveTo>
                  <a:cubicBezTo>
                    <a:pt x="1287" y="286"/>
                    <a:pt x="1358" y="382"/>
                    <a:pt x="1358" y="477"/>
                  </a:cubicBezTo>
                  <a:lnTo>
                    <a:pt x="1358" y="1191"/>
                  </a:lnTo>
                  <a:cubicBezTo>
                    <a:pt x="1358" y="1287"/>
                    <a:pt x="1287" y="1358"/>
                    <a:pt x="1191" y="1358"/>
                  </a:cubicBezTo>
                  <a:lnTo>
                    <a:pt x="477" y="1358"/>
                  </a:lnTo>
                  <a:cubicBezTo>
                    <a:pt x="358" y="1334"/>
                    <a:pt x="286" y="1287"/>
                    <a:pt x="286" y="1191"/>
                  </a:cubicBezTo>
                  <a:lnTo>
                    <a:pt x="286" y="477"/>
                  </a:lnTo>
                  <a:cubicBezTo>
                    <a:pt x="286" y="382"/>
                    <a:pt x="382" y="286"/>
                    <a:pt x="477" y="286"/>
                  </a:cubicBezTo>
                  <a:close/>
                  <a:moveTo>
                    <a:pt x="477" y="1"/>
                  </a:moveTo>
                  <a:cubicBezTo>
                    <a:pt x="215" y="1"/>
                    <a:pt x="1" y="215"/>
                    <a:pt x="1" y="477"/>
                  </a:cubicBezTo>
                  <a:lnTo>
                    <a:pt x="1" y="1191"/>
                  </a:lnTo>
                  <a:cubicBezTo>
                    <a:pt x="1" y="1453"/>
                    <a:pt x="215" y="1668"/>
                    <a:pt x="477" y="1668"/>
                  </a:cubicBezTo>
                  <a:lnTo>
                    <a:pt x="1191" y="1668"/>
                  </a:lnTo>
                  <a:cubicBezTo>
                    <a:pt x="1453" y="1668"/>
                    <a:pt x="1668" y="1453"/>
                    <a:pt x="1668" y="1191"/>
                  </a:cubicBezTo>
                  <a:lnTo>
                    <a:pt x="1668" y="477"/>
                  </a:lnTo>
                  <a:cubicBezTo>
                    <a:pt x="1668" y="215"/>
                    <a:pt x="1453" y="1"/>
                    <a:pt x="1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96"/>
            <p:cNvSpPr/>
            <p:nvPr/>
          </p:nvSpPr>
          <p:spPr>
            <a:xfrm>
              <a:off x="6429328" y="3880378"/>
              <a:ext cx="13918" cy="13950"/>
            </a:xfrm>
            <a:custGeom>
              <a:rect b="b" l="l" r="r" t="t"/>
              <a:pathLst>
                <a:path extrusionOk="0" h="430" w="429">
                  <a:moveTo>
                    <a:pt x="214" y="1"/>
                  </a:moveTo>
                  <a:cubicBezTo>
                    <a:pt x="95" y="1"/>
                    <a:pt x="0" y="96"/>
                    <a:pt x="0" y="215"/>
                  </a:cubicBezTo>
                  <a:cubicBezTo>
                    <a:pt x="0" y="334"/>
                    <a:pt x="95" y="430"/>
                    <a:pt x="214" y="430"/>
                  </a:cubicBezTo>
                  <a:cubicBezTo>
                    <a:pt x="333" y="430"/>
                    <a:pt x="429" y="334"/>
                    <a:pt x="429" y="215"/>
                  </a:cubicBezTo>
                  <a:cubicBezTo>
                    <a:pt x="429" y="96"/>
                    <a:pt x="333"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96"/>
            <p:cNvSpPr/>
            <p:nvPr/>
          </p:nvSpPr>
          <p:spPr>
            <a:xfrm>
              <a:off x="6471049" y="3880378"/>
              <a:ext cx="13918" cy="13950"/>
            </a:xfrm>
            <a:custGeom>
              <a:rect b="b" l="l" r="r" t="t"/>
              <a:pathLst>
                <a:path extrusionOk="0" h="430" w="429">
                  <a:moveTo>
                    <a:pt x="214" y="1"/>
                  </a:moveTo>
                  <a:cubicBezTo>
                    <a:pt x="95" y="1"/>
                    <a:pt x="0" y="96"/>
                    <a:pt x="0" y="215"/>
                  </a:cubicBezTo>
                  <a:cubicBezTo>
                    <a:pt x="0" y="334"/>
                    <a:pt x="95" y="430"/>
                    <a:pt x="214" y="430"/>
                  </a:cubicBezTo>
                  <a:cubicBezTo>
                    <a:pt x="333" y="430"/>
                    <a:pt x="429" y="334"/>
                    <a:pt x="429" y="215"/>
                  </a:cubicBezTo>
                  <a:cubicBezTo>
                    <a:pt x="429" y="96"/>
                    <a:pt x="333"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96"/>
            <p:cNvSpPr/>
            <p:nvPr/>
          </p:nvSpPr>
          <p:spPr>
            <a:xfrm>
              <a:off x="6288690" y="3593748"/>
              <a:ext cx="335358" cy="298049"/>
            </a:xfrm>
            <a:custGeom>
              <a:rect b="b" l="l" r="r" t="t"/>
              <a:pathLst>
                <a:path extrusionOk="0" h="9187" w="10337">
                  <a:moveTo>
                    <a:pt x="8098" y="334"/>
                  </a:moveTo>
                  <a:cubicBezTo>
                    <a:pt x="8336" y="334"/>
                    <a:pt x="8550" y="525"/>
                    <a:pt x="8550" y="763"/>
                  </a:cubicBezTo>
                  <a:lnTo>
                    <a:pt x="8550" y="3216"/>
                  </a:lnTo>
                  <a:cubicBezTo>
                    <a:pt x="8550" y="3454"/>
                    <a:pt x="8360" y="3668"/>
                    <a:pt x="8098" y="3668"/>
                  </a:cubicBezTo>
                  <a:lnTo>
                    <a:pt x="2287" y="3668"/>
                  </a:lnTo>
                  <a:cubicBezTo>
                    <a:pt x="2049" y="3668"/>
                    <a:pt x="1858" y="3454"/>
                    <a:pt x="1858" y="3216"/>
                  </a:cubicBezTo>
                  <a:lnTo>
                    <a:pt x="1858" y="763"/>
                  </a:lnTo>
                  <a:cubicBezTo>
                    <a:pt x="1858" y="525"/>
                    <a:pt x="2049" y="334"/>
                    <a:pt x="2287" y="334"/>
                  </a:cubicBezTo>
                  <a:close/>
                  <a:moveTo>
                    <a:pt x="2263" y="1"/>
                  </a:moveTo>
                  <a:cubicBezTo>
                    <a:pt x="1858" y="1"/>
                    <a:pt x="1501" y="334"/>
                    <a:pt x="1501" y="763"/>
                  </a:cubicBezTo>
                  <a:lnTo>
                    <a:pt x="1501" y="2311"/>
                  </a:lnTo>
                  <a:lnTo>
                    <a:pt x="191" y="2311"/>
                  </a:lnTo>
                  <a:cubicBezTo>
                    <a:pt x="96" y="2311"/>
                    <a:pt x="1" y="2406"/>
                    <a:pt x="1" y="2501"/>
                  </a:cubicBezTo>
                  <a:lnTo>
                    <a:pt x="1" y="4264"/>
                  </a:lnTo>
                  <a:lnTo>
                    <a:pt x="1" y="4287"/>
                  </a:lnTo>
                  <a:cubicBezTo>
                    <a:pt x="51" y="4337"/>
                    <a:pt x="103" y="4358"/>
                    <a:pt x="151" y="4358"/>
                  </a:cubicBezTo>
                  <a:cubicBezTo>
                    <a:pt x="240" y="4358"/>
                    <a:pt x="310" y="4285"/>
                    <a:pt x="310" y="4192"/>
                  </a:cubicBezTo>
                  <a:lnTo>
                    <a:pt x="310" y="2763"/>
                  </a:lnTo>
                  <a:cubicBezTo>
                    <a:pt x="310" y="2716"/>
                    <a:pt x="358" y="2644"/>
                    <a:pt x="430" y="2644"/>
                  </a:cubicBezTo>
                  <a:lnTo>
                    <a:pt x="1454" y="2644"/>
                  </a:lnTo>
                  <a:lnTo>
                    <a:pt x="1454" y="3216"/>
                  </a:lnTo>
                  <a:cubicBezTo>
                    <a:pt x="1454" y="3621"/>
                    <a:pt x="1811" y="3978"/>
                    <a:pt x="2239" y="3978"/>
                  </a:cubicBezTo>
                  <a:lnTo>
                    <a:pt x="8050" y="3978"/>
                  </a:lnTo>
                  <a:cubicBezTo>
                    <a:pt x="8455" y="3978"/>
                    <a:pt x="8812" y="3621"/>
                    <a:pt x="8812" y="3216"/>
                  </a:cubicBezTo>
                  <a:lnTo>
                    <a:pt x="8812" y="2644"/>
                  </a:lnTo>
                  <a:lnTo>
                    <a:pt x="9860" y="2644"/>
                  </a:lnTo>
                  <a:cubicBezTo>
                    <a:pt x="9908" y="2644"/>
                    <a:pt x="9979" y="2716"/>
                    <a:pt x="9979" y="2763"/>
                  </a:cubicBezTo>
                  <a:lnTo>
                    <a:pt x="9979" y="9074"/>
                  </a:lnTo>
                  <a:lnTo>
                    <a:pt x="9979" y="9098"/>
                  </a:lnTo>
                  <a:cubicBezTo>
                    <a:pt x="10033" y="9161"/>
                    <a:pt x="10087" y="9186"/>
                    <a:pt x="10133" y="9186"/>
                  </a:cubicBezTo>
                  <a:cubicBezTo>
                    <a:pt x="10209" y="9186"/>
                    <a:pt x="10265" y="9116"/>
                    <a:pt x="10265" y="9026"/>
                  </a:cubicBezTo>
                  <a:lnTo>
                    <a:pt x="10265" y="2501"/>
                  </a:lnTo>
                  <a:lnTo>
                    <a:pt x="10336" y="2501"/>
                  </a:lnTo>
                  <a:cubicBezTo>
                    <a:pt x="10336" y="2406"/>
                    <a:pt x="10241" y="2311"/>
                    <a:pt x="10146" y="2311"/>
                  </a:cubicBezTo>
                  <a:lnTo>
                    <a:pt x="8836" y="2311"/>
                  </a:lnTo>
                  <a:lnTo>
                    <a:pt x="8836" y="763"/>
                  </a:lnTo>
                  <a:cubicBezTo>
                    <a:pt x="8836" y="358"/>
                    <a:pt x="8526" y="1"/>
                    <a:pt x="80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96"/>
            <p:cNvSpPr/>
            <p:nvPr/>
          </p:nvSpPr>
          <p:spPr>
            <a:xfrm>
              <a:off x="6289469" y="3745839"/>
              <a:ext cx="334580" cy="201014"/>
            </a:xfrm>
            <a:custGeom>
              <a:rect b="b" l="l" r="r" t="t"/>
              <a:pathLst>
                <a:path extrusionOk="0" h="6196" w="10313">
                  <a:moveTo>
                    <a:pt x="6502" y="2814"/>
                  </a:moveTo>
                  <a:cubicBezTo>
                    <a:pt x="6740" y="2814"/>
                    <a:pt x="6907" y="2981"/>
                    <a:pt x="6907" y="3219"/>
                  </a:cubicBezTo>
                  <a:lnTo>
                    <a:pt x="6907" y="5863"/>
                  </a:lnTo>
                  <a:lnTo>
                    <a:pt x="5335" y="5863"/>
                  </a:lnTo>
                  <a:lnTo>
                    <a:pt x="5335" y="2814"/>
                  </a:lnTo>
                  <a:close/>
                  <a:moveTo>
                    <a:pt x="5049" y="2814"/>
                  </a:moveTo>
                  <a:lnTo>
                    <a:pt x="5049" y="5886"/>
                  </a:lnTo>
                  <a:lnTo>
                    <a:pt x="3454" y="5886"/>
                  </a:lnTo>
                  <a:lnTo>
                    <a:pt x="3454" y="3219"/>
                  </a:lnTo>
                  <a:cubicBezTo>
                    <a:pt x="3454" y="2981"/>
                    <a:pt x="3644" y="2814"/>
                    <a:pt x="3882" y="2814"/>
                  </a:cubicBezTo>
                  <a:close/>
                  <a:moveTo>
                    <a:pt x="184" y="0"/>
                  </a:moveTo>
                  <a:cubicBezTo>
                    <a:pt x="96" y="0"/>
                    <a:pt x="1" y="86"/>
                    <a:pt x="1" y="171"/>
                  </a:cubicBezTo>
                  <a:lnTo>
                    <a:pt x="1" y="6053"/>
                  </a:lnTo>
                  <a:cubicBezTo>
                    <a:pt x="1" y="6148"/>
                    <a:pt x="72" y="6196"/>
                    <a:pt x="167" y="6196"/>
                  </a:cubicBezTo>
                  <a:lnTo>
                    <a:pt x="10169" y="6196"/>
                  </a:lnTo>
                  <a:cubicBezTo>
                    <a:pt x="10241" y="6196"/>
                    <a:pt x="10312" y="6148"/>
                    <a:pt x="10312" y="6053"/>
                  </a:cubicBezTo>
                  <a:lnTo>
                    <a:pt x="10312" y="4958"/>
                  </a:lnTo>
                  <a:cubicBezTo>
                    <a:pt x="10312" y="4862"/>
                    <a:pt x="10241" y="4815"/>
                    <a:pt x="10193" y="4815"/>
                  </a:cubicBezTo>
                  <a:cubicBezTo>
                    <a:pt x="10176" y="4806"/>
                    <a:pt x="10158" y="4802"/>
                    <a:pt x="10139" y="4802"/>
                  </a:cubicBezTo>
                  <a:cubicBezTo>
                    <a:pt x="10058" y="4802"/>
                    <a:pt x="9979" y="4880"/>
                    <a:pt x="9979" y="4958"/>
                  </a:cubicBezTo>
                  <a:lnTo>
                    <a:pt x="9979" y="5910"/>
                  </a:lnTo>
                  <a:lnTo>
                    <a:pt x="7216" y="5910"/>
                  </a:lnTo>
                  <a:lnTo>
                    <a:pt x="7216" y="3267"/>
                  </a:lnTo>
                  <a:cubicBezTo>
                    <a:pt x="7216" y="2838"/>
                    <a:pt x="6883" y="2505"/>
                    <a:pt x="6478" y="2505"/>
                  </a:cubicBezTo>
                  <a:lnTo>
                    <a:pt x="3859" y="2505"/>
                  </a:lnTo>
                  <a:cubicBezTo>
                    <a:pt x="3430" y="2505"/>
                    <a:pt x="3097" y="2838"/>
                    <a:pt x="3097" y="3267"/>
                  </a:cubicBezTo>
                  <a:lnTo>
                    <a:pt x="3097" y="5910"/>
                  </a:lnTo>
                  <a:lnTo>
                    <a:pt x="334" y="5910"/>
                  </a:lnTo>
                  <a:lnTo>
                    <a:pt x="334" y="171"/>
                  </a:lnTo>
                  <a:cubicBezTo>
                    <a:pt x="334" y="76"/>
                    <a:pt x="286" y="4"/>
                    <a:pt x="215" y="4"/>
                  </a:cubicBezTo>
                  <a:cubicBezTo>
                    <a:pt x="205" y="2"/>
                    <a:pt x="195" y="0"/>
                    <a:pt x="1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6" name="Google Shape;21256;p96"/>
          <p:cNvGrpSpPr/>
          <p:nvPr/>
        </p:nvGrpSpPr>
        <p:grpSpPr>
          <a:xfrm>
            <a:off x="5541948" y="3442127"/>
            <a:ext cx="302883" cy="352326"/>
            <a:chOff x="5543908" y="3594527"/>
            <a:chExt cx="302883" cy="352326"/>
          </a:xfrm>
        </p:grpSpPr>
        <p:sp>
          <p:nvSpPr>
            <p:cNvPr id="21257" name="Google Shape;21257;p96"/>
            <p:cNvSpPr/>
            <p:nvPr/>
          </p:nvSpPr>
          <p:spPr>
            <a:xfrm>
              <a:off x="5570186" y="3652469"/>
              <a:ext cx="253441" cy="108974"/>
            </a:xfrm>
            <a:custGeom>
              <a:rect b="b" l="l" r="r" t="t"/>
              <a:pathLst>
                <a:path extrusionOk="0" h="3359" w="7812">
                  <a:moveTo>
                    <a:pt x="3930" y="1"/>
                  </a:moveTo>
                  <a:lnTo>
                    <a:pt x="0" y="1144"/>
                  </a:lnTo>
                  <a:lnTo>
                    <a:pt x="215" y="2811"/>
                  </a:lnTo>
                  <a:lnTo>
                    <a:pt x="3906" y="3358"/>
                  </a:lnTo>
                  <a:lnTo>
                    <a:pt x="7597" y="2811"/>
                  </a:lnTo>
                  <a:lnTo>
                    <a:pt x="7812" y="1144"/>
                  </a:lnTo>
                  <a:lnTo>
                    <a:pt x="3930" y="1"/>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96"/>
            <p:cNvSpPr/>
            <p:nvPr/>
          </p:nvSpPr>
          <p:spPr>
            <a:xfrm>
              <a:off x="5592604" y="3860296"/>
              <a:ext cx="206302" cy="81950"/>
            </a:xfrm>
            <a:custGeom>
              <a:rect b="b" l="l" r="r" t="t"/>
              <a:pathLst>
                <a:path extrusionOk="0" h="2526" w="6359">
                  <a:moveTo>
                    <a:pt x="3191" y="1"/>
                  </a:moveTo>
                  <a:lnTo>
                    <a:pt x="0" y="382"/>
                  </a:lnTo>
                  <a:lnTo>
                    <a:pt x="167" y="1787"/>
                  </a:lnTo>
                  <a:cubicBezTo>
                    <a:pt x="238" y="2192"/>
                    <a:pt x="595" y="2525"/>
                    <a:pt x="1048" y="2525"/>
                  </a:cubicBezTo>
                  <a:lnTo>
                    <a:pt x="5334" y="2525"/>
                  </a:lnTo>
                  <a:cubicBezTo>
                    <a:pt x="5763" y="2525"/>
                    <a:pt x="6120" y="2192"/>
                    <a:pt x="6192" y="1787"/>
                  </a:cubicBezTo>
                  <a:lnTo>
                    <a:pt x="6358" y="382"/>
                  </a:lnTo>
                  <a:lnTo>
                    <a:pt x="3191" y="1"/>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96"/>
            <p:cNvSpPr/>
            <p:nvPr/>
          </p:nvSpPr>
          <p:spPr>
            <a:xfrm>
              <a:off x="5569407" y="3652469"/>
              <a:ext cx="254998" cy="57196"/>
            </a:xfrm>
            <a:custGeom>
              <a:rect b="b" l="l" r="r" t="t"/>
              <a:pathLst>
                <a:path extrusionOk="0" h="1763" w="7860">
                  <a:moveTo>
                    <a:pt x="3930" y="1"/>
                  </a:moveTo>
                  <a:lnTo>
                    <a:pt x="1" y="1144"/>
                  </a:lnTo>
                  <a:lnTo>
                    <a:pt x="72" y="1763"/>
                  </a:lnTo>
                  <a:lnTo>
                    <a:pt x="7764" y="1763"/>
                  </a:lnTo>
                  <a:lnTo>
                    <a:pt x="7859" y="1144"/>
                  </a:lnTo>
                  <a:lnTo>
                    <a:pt x="3930"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96"/>
            <p:cNvSpPr/>
            <p:nvPr/>
          </p:nvSpPr>
          <p:spPr>
            <a:xfrm>
              <a:off x="5597211" y="3681830"/>
              <a:ext cx="195499" cy="233359"/>
            </a:xfrm>
            <a:custGeom>
              <a:rect b="b" l="l" r="r" t="t"/>
              <a:pathLst>
                <a:path extrusionOk="0" h="7193" w="6026">
                  <a:moveTo>
                    <a:pt x="1" y="1"/>
                  </a:moveTo>
                  <a:lnTo>
                    <a:pt x="834" y="7169"/>
                  </a:lnTo>
                  <a:cubicBezTo>
                    <a:pt x="834" y="7193"/>
                    <a:pt x="858" y="7193"/>
                    <a:pt x="858" y="7193"/>
                  </a:cubicBezTo>
                  <a:lnTo>
                    <a:pt x="5145" y="7193"/>
                  </a:lnTo>
                  <a:cubicBezTo>
                    <a:pt x="5192" y="7193"/>
                    <a:pt x="5192" y="7169"/>
                    <a:pt x="5192" y="7169"/>
                  </a:cubicBezTo>
                  <a:lnTo>
                    <a:pt x="6026"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96"/>
            <p:cNvSpPr/>
            <p:nvPr/>
          </p:nvSpPr>
          <p:spPr>
            <a:xfrm>
              <a:off x="5598768" y="3682608"/>
              <a:ext cx="193195" cy="27836"/>
            </a:xfrm>
            <a:custGeom>
              <a:rect b="b" l="l" r="r" t="t"/>
              <a:pathLst>
                <a:path extrusionOk="0" h="858" w="5955">
                  <a:moveTo>
                    <a:pt x="1" y="0"/>
                  </a:moveTo>
                  <a:lnTo>
                    <a:pt x="96" y="858"/>
                  </a:lnTo>
                  <a:lnTo>
                    <a:pt x="5883" y="858"/>
                  </a:lnTo>
                  <a:lnTo>
                    <a:pt x="595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96"/>
            <p:cNvSpPr/>
            <p:nvPr/>
          </p:nvSpPr>
          <p:spPr>
            <a:xfrm>
              <a:off x="5550104" y="3599166"/>
              <a:ext cx="292826" cy="91196"/>
            </a:xfrm>
            <a:custGeom>
              <a:rect b="b" l="l" r="r" t="t"/>
              <a:pathLst>
                <a:path extrusionOk="0" h="2811" w="9026">
                  <a:moveTo>
                    <a:pt x="596" y="0"/>
                  </a:moveTo>
                  <a:cubicBezTo>
                    <a:pt x="262" y="0"/>
                    <a:pt x="0" y="262"/>
                    <a:pt x="0" y="596"/>
                  </a:cubicBezTo>
                  <a:lnTo>
                    <a:pt x="0" y="2215"/>
                  </a:lnTo>
                  <a:cubicBezTo>
                    <a:pt x="0" y="2549"/>
                    <a:pt x="262" y="2811"/>
                    <a:pt x="596" y="2811"/>
                  </a:cubicBezTo>
                  <a:lnTo>
                    <a:pt x="8431" y="2811"/>
                  </a:lnTo>
                  <a:cubicBezTo>
                    <a:pt x="8740" y="2811"/>
                    <a:pt x="9026" y="2549"/>
                    <a:pt x="9026" y="2215"/>
                  </a:cubicBezTo>
                  <a:lnTo>
                    <a:pt x="9026" y="596"/>
                  </a:lnTo>
                  <a:cubicBezTo>
                    <a:pt x="9026" y="286"/>
                    <a:pt x="8740" y="0"/>
                    <a:pt x="8431"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96"/>
            <p:cNvSpPr/>
            <p:nvPr/>
          </p:nvSpPr>
          <p:spPr>
            <a:xfrm>
              <a:off x="5550104" y="3599166"/>
              <a:ext cx="47139" cy="91196"/>
            </a:xfrm>
            <a:custGeom>
              <a:rect b="b" l="l" r="r" t="t"/>
              <a:pathLst>
                <a:path extrusionOk="0" h="2811" w="1453">
                  <a:moveTo>
                    <a:pt x="596" y="0"/>
                  </a:moveTo>
                  <a:cubicBezTo>
                    <a:pt x="262" y="0"/>
                    <a:pt x="0" y="286"/>
                    <a:pt x="0" y="596"/>
                  </a:cubicBezTo>
                  <a:lnTo>
                    <a:pt x="0" y="2215"/>
                  </a:lnTo>
                  <a:cubicBezTo>
                    <a:pt x="0" y="2549"/>
                    <a:pt x="262" y="2811"/>
                    <a:pt x="596" y="2811"/>
                  </a:cubicBezTo>
                  <a:lnTo>
                    <a:pt x="1453" y="2811"/>
                  </a:lnTo>
                  <a:cubicBezTo>
                    <a:pt x="1096" y="2811"/>
                    <a:pt x="858" y="2549"/>
                    <a:pt x="858" y="2215"/>
                  </a:cubicBezTo>
                  <a:lnTo>
                    <a:pt x="858" y="596"/>
                  </a:lnTo>
                  <a:cubicBezTo>
                    <a:pt x="858" y="286"/>
                    <a:pt x="1119" y="0"/>
                    <a:pt x="145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96"/>
            <p:cNvSpPr/>
            <p:nvPr/>
          </p:nvSpPr>
          <p:spPr>
            <a:xfrm>
              <a:off x="5577129" y="3743633"/>
              <a:ext cx="239555" cy="128278"/>
            </a:xfrm>
            <a:custGeom>
              <a:rect b="b" l="l" r="r" t="t"/>
              <a:pathLst>
                <a:path extrusionOk="0" h="3954" w="7384">
                  <a:moveTo>
                    <a:pt x="1" y="1"/>
                  </a:moveTo>
                  <a:lnTo>
                    <a:pt x="501" y="3954"/>
                  </a:lnTo>
                  <a:lnTo>
                    <a:pt x="6859" y="3954"/>
                  </a:lnTo>
                  <a:lnTo>
                    <a:pt x="7383" y="1"/>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96"/>
            <p:cNvSpPr/>
            <p:nvPr/>
          </p:nvSpPr>
          <p:spPr>
            <a:xfrm>
              <a:off x="5576350" y="3743633"/>
              <a:ext cx="44089" cy="128278"/>
            </a:xfrm>
            <a:custGeom>
              <a:rect b="b" l="l" r="r" t="t"/>
              <a:pathLst>
                <a:path extrusionOk="0" h="3954" w="1359">
                  <a:moveTo>
                    <a:pt x="1" y="1"/>
                  </a:moveTo>
                  <a:lnTo>
                    <a:pt x="501" y="3954"/>
                  </a:lnTo>
                  <a:lnTo>
                    <a:pt x="1358" y="3954"/>
                  </a:lnTo>
                  <a:lnTo>
                    <a:pt x="858" y="1"/>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96"/>
            <p:cNvSpPr/>
            <p:nvPr/>
          </p:nvSpPr>
          <p:spPr>
            <a:xfrm>
              <a:off x="5628128" y="3630084"/>
              <a:ext cx="10836" cy="21769"/>
            </a:xfrm>
            <a:custGeom>
              <a:rect b="b" l="l" r="r" t="t"/>
              <a:pathLst>
                <a:path extrusionOk="0" h="671" w="334">
                  <a:moveTo>
                    <a:pt x="191" y="0"/>
                  </a:moveTo>
                  <a:cubicBezTo>
                    <a:pt x="96" y="0"/>
                    <a:pt x="0" y="71"/>
                    <a:pt x="0" y="167"/>
                  </a:cubicBezTo>
                  <a:lnTo>
                    <a:pt x="0" y="500"/>
                  </a:lnTo>
                  <a:cubicBezTo>
                    <a:pt x="0" y="585"/>
                    <a:pt x="77" y="671"/>
                    <a:pt x="178" y="671"/>
                  </a:cubicBezTo>
                  <a:cubicBezTo>
                    <a:pt x="190" y="671"/>
                    <a:pt x="202" y="669"/>
                    <a:pt x="215" y="667"/>
                  </a:cubicBezTo>
                  <a:cubicBezTo>
                    <a:pt x="262" y="667"/>
                    <a:pt x="334" y="595"/>
                    <a:pt x="334" y="524"/>
                  </a:cubicBezTo>
                  <a:lnTo>
                    <a:pt x="334" y="191"/>
                  </a:lnTo>
                  <a:cubicBezTo>
                    <a:pt x="334" y="95"/>
                    <a:pt x="262" y="48"/>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96"/>
            <p:cNvSpPr/>
            <p:nvPr/>
          </p:nvSpPr>
          <p:spPr>
            <a:xfrm>
              <a:off x="5752513" y="3630084"/>
              <a:ext cx="10836" cy="21769"/>
            </a:xfrm>
            <a:custGeom>
              <a:rect b="b" l="l" r="r" t="t"/>
              <a:pathLst>
                <a:path extrusionOk="0" h="671" w="334">
                  <a:moveTo>
                    <a:pt x="191" y="0"/>
                  </a:moveTo>
                  <a:cubicBezTo>
                    <a:pt x="96" y="0"/>
                    <a:pt x="1" y="71"/>
                    <a:pt x="1" y="167"/>
                  </a:cubicBezTo>
                  <a:lnTo>
                    <a:pt x="1" y="500"/>
                  </a:lnTo>
                  <a:cubicBezTo>
                    <a:pt x="1" y="585"/>
                    <a:pt x="77" y="671"/>
                    <a:pt x="178" y="671"/>
                  </a:cubicBezTo>
                  <a:cubicBezTo>
                    <a:pt x="190" y="671"/>
                    <a:pt x="202" y="669"/>
                    <a:pt x="215" y="667"/>
                  </a:cubicBezTo>
                  <a:cubicBezTo>
                    <a:pt x="310" y="667"/>
                    <a:pt x="334" y="595"/>
                    <a:pt x="334" y="524"/>
                  </a:cubicBezTo>
                  <a:lnTo>
                    <a:pt x="334" y="191"/>
                  </a:lnTo>
                  <a:cubicBezTo>
                    <a:pt x="334" y="95"/>
                    <a:pt x="263" y="48"/>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96"/>
            <p:cNvSpPr/>
            <p:nvPr/>
          </p:nvSpPr>
          <p:spPr>
            <a:xfrm>
              <a:off x="5673710" y="3640628"/>
              <a:ext cx="43311" cy="18070"/>
            </a:xfrm>
            <a:custGeom>
              <a:rect b="b" l="l" r="r" t="t"/>
              <a:pathLst>
                <a:path extrusionOk="0" h="557" w="1335">
                  <a:moveTo>
                    <a:pt x="1131" y="1"/>
                  </a:moveTo>
                  <a:cubicBezTo>
                    <a:pt x="1084" y="1"/>
                    <a:pt x="1043" y="24"/>
                    <a:pt x="1001" y="80"/>
                  </a:cubicBezTo>
                  <a:cubicBezTo>
                    <a:pt x="929" y="151"/>
                    <a:pt x="810" y="223"/>
                    <a:pt x="644" y="223"/>
                  </a:cubicBezTo>
                  <a:cubicBezTo>
                    <a:pt x="501" y="223"/>
                    <a:pt x="382" y="151"/>
                    <a:pt x="286" y="80"/>
                  </a:cubicBezTo>
                  <a:cubicBezTo>
                    <a:pt x="256" y="35"/>
                    <a:pt x="207" y="18"/>
                    <a:pt x="150" y="18"/>
                  </a:cubicBezTo>
                  <a:cubicBezTo>
                    <a:pt x="118" y="18"/>
                    <a:pt x="83" y="24"/>
                    <a:pt x="48" y="32"/>
                  </a:cubicBezTo>
                  <a:cubicBezTo>
                    <a:pt x="1" y="104"/>
                    <a:pt x="1" y="199"/>
                    <a:pt x="24" y="270"/>
                  </a:cubicBezTo>
                  <a:cubicBezTo>
                    <a:pt x="239" y="461"/>
                    <a:pt x="453" y="556"/>
                    <a:pt x="691" y="556"/>
                  </a:cubicBezTo>
                  <a:cubicBezTo>
                    <a:pt x="905" y="556"/>
                    <a:pt x="1120" y="461"/>
                    <a:pt x="1287" y="270"/>
                  </a:cubicBezTo>
                  <a:cubicBezTo>
                    <a:pt x="1334" y="223"/>
                    <a:pt x="1334" y="104"/>
                    <a:pt x="1239" y="32"/>
                  </a:cubicBezTo>
                  <a:cubicBezTo>
                    <a:pt x="1199" y="13"/>
                    <a:pt x="1164" y="1"/>
                    <a:pt x="1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96"/>
            <p:cNvSpPr/>
            <p:nvPr/>
          </p:nvSpPr>
          <p:spPr>
            <a:xfrm>
              <a:off x="5543908" y="3594527"/>
              <a:ext cx="302883" cy="352326"/>
            </a:xfrm>
            <a:custGeom>
              <a:rect b="b" l="l" r="r" t="t"/>
              <a:pathLst>
                <a:path extrusionOk="0" h="10860" w="9336">
                  <a:moveTo>
                    <a:pt x="1596" y="3096"/>
                  </a:moveTo>
                  <a:lnTo>
                    <a:pt x="1739" y="4478"/>
                  </a:lnTo>
                  <a:lnTo>
                    <a:pt x="1120" y="4478"/>
                  </a:lnTo>
                  <a:lnTo>
                    <a:pt x="929" y="3096"/>
                  </a:lnTo>
                  <a:close/>
                  <a:moveTo>
                    <a:pt x="8431" y="3096"/>
                  </a:moveTo>
                  <a:lnTo>
                    <a:pt x="8264" y="4478"/>
                  </a:lnTo>
                  <a:lnTo>
                    <a:pt x="7621" y="4478"/>
                  </a:lnTo>
                  <a:lnTo>
                    <a:pt x="7788" y="3096"/>
                  </a:lnTo>
                  <a:close/>
                  <a:moveTo>
                    <a:pt x="8598" y="310"/>
                  </a:moveTo>
                  <a:cubicBezTo>
                    <a:pt x="8836" y="310"/>
                    <a:pt x="9050" y="477"/>
                    <a:pt x="9050" y="739"/>
                  </a:cubicBezTo>
                  <a:lnTo>
                    <a:pt x="9050" y="2620"/>
                  </a:lnTo>
                  <a:cubicBezTo>
                    <a:pt x="9050" y="2715"/>
                    <a:pt x="8979" y="2811"/>
                    <a:pt x="8883" y="2811"/>
                  </a:cubicBezTo>
                  <a:lnTo>
                    <a:pt x="3073" y="2811"/>
                  </a:lnTo>
                  <a:cubicBezTo>
                    <a:pt x="3049" y="2811"/>
                    <a:pt x="3049" y="2811"/>
                    <a:pt x="3001" y="2834"/>
                  </a:cubicBezTo>
                  <a:cubicBezTo>
                    <a:pt x="2882" y="2977"/>
                    <a:pt x="2978" y="3120"/>
                    <a:pt x="3097" y="3120"/>
                  </a:cubicBezTo>
                  <a:lnTo>
                    <a:pt x="7478" y="3120"/>
                  </a:lnTo>
                  <a:lnTo>
                    <a:pt x="7336" y="4501"/>
                  </a:lnTo>
                  <a:lnTo>
                    <a:pt x="2096" y="4501"/>
                  </a:lnTo>
                  <a:lnTo>
                    <a:pt x="1930" y="3120"/>
                  </a:lnTo>
                  <a:lnTo>
                    <a:pt x="2477" y="3120"/>
                  </a:lnTo>
                  <a:cubicBezTo>
                    <a:pt x="2573" y="3120"/>
                    <a:pt x="2620" y="3073"/>
                    <a:pt x="2620" y="3001"/>
                  </a:cubicBezTo>
                  <a:cubicBezTo>
                    <a:pt x="2644" y="2930"/>
                    <a:pt x="2573" y="2811"/>
                    <a:pt x="2477" y="2811"/>
                  </a:cubicBezTo>
                  <a:lnTo>
                    <a:pt x="787" y="2811"/>
                  </a:lnTo>
                  <a:cubicBezTo>
                    <a:pt x="548" y="2763"/>
                    <a:pt x="334" y="2596"/>
                    <a:pt x="334" y="2358"/>
                  </a:cubicBezTo>
                  <a:lnTo>
                    <a:pt x="334" y="739"/>
                  </a:lnTo>
                  <a:cubicBezTo>
                    <a:pt x="334" y="501"/>
                    <a:pt x="525" y="310"/>
                    <a:pt x="787" y="310"/>
                  </a:cubicBezTo>
                  <a:close/>
                  <a:moveTo>
                    <a:pt x="8217" y="4763"/>
                  </a:moveTo>
                  <a:lnTo>
                    <a:pt x="7740" y="8431"/>
                  </a:lnTo>
                  <a:lnTo>
                    <a:pt x="1644" y="8431"/>
                  </a:lnTo>
                  <a:lnTo>
                    <a:pt x="1168" y="4763"/>
                  </a:lnTo>
                  <a:close/>
                  <a:moveTo>
                    <a:pt x="7645" y="8669"/>
                  </a:moveTo>
                  <a:lnTo>
                    <a:pt x="7502" y="9884"/>
                  </a:lnTo>
                  <a:cubicBezTo>
                    <a:pt x="7478" y="10265"/>
                    <a:pt x="7193" y="10550"/>
                    <a:pt x="6835" y="10550"/>
                  </a:cubicBezTo>
                  <a:lnTo>
                    <a:pt x="2549" y="10550"/>
                  </a:lnTo>
                  <a:cubicBezTo>
                    <a:pt x="2192" y="10550"/>
                    <a:pt x="1882" y="10265"/>
                    <a:pt x="1834" y="9907"/>
                  </a:cubicBezTo>
                  <a:lnTo>
                    <a:pt x="1668" y="8693"/>
                  </a:lnTo>
                  <a:lnTo>
                    <a:pt x="2239" y="8693"/>
                  </a:lnTo>
                  <a:lnTo>
                    <a:pt x="2358" y="9836"/>
                  </a:lnTo>
                  <a:cubicBezTo>
                    <a:pt x="2358" y="9907"/>
                    <a:pt x="2454" y="9979"/>
                    <a:pt x="2549" y="9979"/>
                  </a:cubicBezTo>
                  <a:lnTo>
                    <a:pt x="5573" y="9979"/>
                  </a:lnTo>
                  <a:cubicBezTo>
                    <a:pt x="5669" y="9979"/>
                    <a:pt x="5716" y="9907"/>
                    <a:pt x="5716" y="9860"/>
                  </a:cubicBezTo>
                  <a:cubicBezTo>
                    <a:pt x="5764" y="9764"/>
                    <a:pt x="5669" y="9645"/>
                    <a:pt x="5573" y="9645"/>
                  </a:cubicBezTo>
                  <a:lnTo>
                    <a:pt x="2692" y="9645"/>
                  </a:lnTo>
                  <a:lnTo>
                    <a:pt x="2573" y="8669"/>
                  </a:lnTo>
                  <a:lnTo>
                    <a:pt x="6812" y="8669"/>
                  </a:lnTo>
                  <a:lnTo>
                    <a:pt x="6693" y="9645"/>
                  </a:lnTo>
                  <a:lnTo>
                    <a:pt x="6192" y="9645"/>
                  </a:lnTo>
                  <a:cubicBezTo>
                    <a:pt x="6097" y="9645"/>
                    <a:pt x="6050" y="9717"/>
                    <a:pt x="6050" y="9764"/>
                  </a:cubicBezTo>
                  <a:cubicBezTo>
                    <a:pt x="6026" y="9860"/>
                    <a:pt x="6097" y="9979"/>
                    <a:pt x="6192" y="9979"/>
                  </a:cubicBezTo>
                  <a:lnTo>
                    <a:pt x="6764" y="9979"/>
                  </a:lnTo>
                  <a:cubicBezTo>
                    <a:pt x="6859" y="9979"/>
                    <a:pt x="6931" y="9907"/>
                    <a:pt x="6978" y="9836"/>
                  </a:cubicBezTo>
                  <a:lnTo>
                    <a:pt x="6978" y="9788"/>
                  </a:lnTo>
                  <a:lnTo>
                    <a:pt x="7097" y="8669"/>
                  </a:lnTo>
                  <a:close/>
                  <a:moveTo>
                    <a:pt x="763" y="1"/>
                  </a:moveTo>
                  <a:cubicBezTo>
                    <a:pt x="334" y="1"/>
                    <a:pt x="1" y="334"/>
                    <a:pt x="1" y="739"/>
                  </a:cubicBezTo>
                  <a:lnTo>
                    <a:pt x="1" y="2334"/>
                  </a:lnTo>
                  <a:cubicBezTo>
                    <a:pt x="1" y="2692"/>
                    <a:pt x="286" y="3001"/>
                    <a:pt x="596" y="3073"/>
                  </a:cubicBezTo>
                  <a:lnTo>
                    <a:pt x="1501" y="9979"/>
                  </a:lnTo>
                  <a:cubicBezTo>
                    <a:pt x="1549" y="10479"/>
                    <a:pt x="2001" y="10860"/>
                    <a:pt x="2501" y="10860"/>
                  </a:cubicBezTo>
                  <a:lnTo>
                    <a:pt x="6788" y="10860"/>
                  </a:lnTo>
                  <a:cubicBezTo>
                    <a:pt x="7336" y="10860"/>
                    <a:pt x="7788" y="10479"/>
                    <a:pt x="7836" y="9979"/>
                  </a:cubicBezTo>
                  <a:lnTo>
                    <a:pt x="8741" y="3073"/>
                  </a:lnTo>
                  <a:cubicBezTo>
                    <a:pt x="9098" y="3001"/>
                    <a:pt x="9336" y="2715"/>
                    <a:pt x="9336" y="2334"/>
                  </a:cubicBezTo>
                  <a:lnTo>
                    <a:pt x="9336" y="739"/>
                  </a:lnTo>
                  <a:cubicBezTo>
                    <a:pt x="9336" y="334"/>
                    <a:pt x="9003" y="1"/>
                    <a:pt x="85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96"/>
            <p:cNvSpPr/>
            <p:nvPr/>
          </p:nvSpPr>
          <p:spPr>
            <a:xfrm>
              <a:off x="5638185" y="3772993"/>
              <a:ext cx="116696" cy="10868"/>
            </a:xfrm>
            <a:custGeom>
              <a:rect b="b" l="l" r="r" t="t"/>
              <a:pathLst>
                <a:path extrusionOk="0" h="335" w="3597">
                  <a:moveTo>
                    <a:pt x="0" y="1"/>
                  </a:moveTo>
                  <a:lnTo>
                    <a:pt x="0" y="334"/>
                  </a:lnTo>
                  <a:lnTo>
                    <a:pt x="3596" y="334"/>
                  </a:lnTo>
                  <a:lnTo>
                    <a:pt x="359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96"/>
            <p:cNvSpPr/>
            <p:nvPr/>
          </p:nvSpPr>
          <p:spPr>
            <a:xfrm>
              <a:off x="5638185" y="3803132"/>
              <a:ext cx="116696" cy="10836"/>
            </a:xfrm>
            <a:custGeom>
              <a:rect b="b" l="l" r="r" t="t"/>
              <a:pathLst>
                <a:path extrusionOk="0" h="334" w="3597">
                  <a:moveTo>
                    <a:pt x="0" y="0"/>
                  </a:moveTo>
                  <a:lnTo>
                    <a:pt x="0" y="334"/>
                  </a:lnTo>
                  <a:lnTo>
                    <a:pt x="3596" y="334"/>
                  </a:lnTo>
                  <a:lnTo>
                    <a:pt x="35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96"/>
            <p:cNvSpPr/>
            <p:nvPr/>
          </p:nvSpPr>
          <p:spPr>
            <a:xfrm>
              <a:off x="5638185" y="3833271"/>
              <a:ext cx="116696" cy="10836"/>
            </a:xfrm>
            <a:custGeom>
              <a:rect b="b" l="l" r="r" t="t"/>
              <a:pathLst>
                <a:path extrusionOk="0" h="334" w="3597">
                  <a:moveTo>
                    <a:pt x="0" y="0"/>
                  </a:moveTo>
                  <a:lnTo>
                    <a:pt x="0" y="334"/>
                  </a:lnTo>
                  <a:lnTo>
                    <a:pt x="3596" y="334"/>
                  </a:lnTo>
                  <a:lnTo>
                    <a:pt x="35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3" name="Google Shape;21273;p96"/>
          <p:cNvGrpSpPr/>
          <p:nvPr/>
        </p:nvGrpSpPr>
        <p:grpSpPr>
          <a:xfrm>
            <a:off x="4775526" y="3443684"/>
            <a:ext cx="348497" cy="353104"/>
            <a:chOff x="4777486" y="3596084"/>
            <a:chExt cx="348497" cy="353104"/>
          </a:xfrm>
        </p:grpSpPr>
        <p:sp>
          <p:nvSpPr>
            <p:cNvPr id="21274" name="Google Shape;21274;p96"/>
            <p:cNvSpPr/>
            <p:nvPr/>
          </p:nvSpPr>
          <p:spPr>
            <a:xfrm>
              <a:off x="4855510" y="3616166"/>
              <a:ext cx="188556" cy="248899"/>
            </a:xfrm>
            <a:custGeom>
              <a:rect b="b" l="l" r="r" t="t"/>
              <a:pathLst>
                <a:path extrusionOk="0" h="7672" w="5812">
                  <a:moveTo>
                    <a:pt x="2382" y="0"/>
                  </a:moveTo>
                  <a:lnTo>
                    <a:pt x="2382" y="1977"/>
                  </a:lnTo>
                  <a:cubicBezTo>
                    <a:pt x="1025" y="2263"/>
                    <a:pt x="1" y="3477"/>
                    <a:pt x="72" y="4930"/>
                  </a:cubicBezTo>
                  <a:cubicBezTo>
                    <a:pt x="120" y="6430"/>
                    <a:pt x="1335" y="7621"/>
                    <a:pt x="2835" y="7669"/>
                  </a:cubicBezTo>
                  <a:cubicBezTo>
                    <a:pt x="2878" y="7670"/>
                    <a:pt x="2921" y="7671"/>
                    <a:pt x="2963" y="7671"/>
                  </a:cubicBezTo>
                  <a:cubicBezTo>
                    <a:pt x="4546" y="7671"/>
                    <a:pt x="5788" y="6388"/>
                    <a:pt x="5788" y="4811"/>
                  </a:cubicBezTo>
                  <a:cubicBezTo>
                    <a:pt x="5812" y="3406"/>
                    <a:pt x="4788" y="2263"/>
                    <a:pt x="3454" y="1977"/>
                  </a:cubicBezTo>
                  <a:lnTo>
                    <a:pt x="3454"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96"/>
            <p:cNvSpPr/>
            <p:nvPr/>
          </p:nvSpPr>
          <p:spPr>
            <a:xfrm>
              <a:off x="4857846" y="3616166"/>
              <a:ext cx="102778" cy="248023"/>
            </a:xfrm>
            <a:custGeom>
              <a:rect b="b" l="l" r="r" t="t"/>
              <a:pathLst>
                <a:path extrusionOk="0" h="7645" w="3168">
                  <a:moveTo>
                    <a:pt x="2310" y="0"/>
                  </a:moveTo>
                  <a:lnTo>
                    <a:pt x="2310" y="1977"/>
                  </a:lnTo>
                  <a:cubicBezTo>
                    <a:pt x="1001" y="2215"/>
                    <a:pt x="0" y="3406"/>
                    <a:pt x="0" y="4787"/>
                  </a:cubicBezTo>
                  <a:cubicBezTo>
                    <a:pt x="0" y="6359"/>
                    <a:pt x="1263" y="7645"/>
                    <a:pt x="2834" y="7645"/>
                  </a:cubicBezTo>
                  <a:cubicBezTo>
                    <a:pt x="2953" y="7645"/>
                    <a:pt x="3049" y="7645"/>
                    <a:pt x="3168" y="7621"/>
                  </a:cubicBezTo>
                  <a:cubicBezTo>
                    <a:pt x="1739" y="7502"/>
                    <a:pt x="620" y="6264"/>
                    <a:pt x="620" y="4811"/>
                  </a:cubicBezTo>
                  <a:cubicBezTo>
                    <a:pt x="620" y="3644"/>
                    <a:pt x="1310" y="2668"/>
                    <a:pt x="2287" y="2191"/>
                  </a:cubicBezTo>
                  <a:cubicBezTo>
                    <a:pt x="2668" y="2025"/>
                    <a:pt x="2930" y="1596"/>
                    <a:pt x="2930" y="1191"/>
                  </a:cubicBezTo>
                  <a:lnTo>
                    <a:pt x="2930"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96"/>
            <p:cNvSpPr/>
            <p:nvPr/>
          </p:nvSpPr>
          <p:spPr>
            <a:xfrm>
              <a:off x="4916567" y="3599166"/>
              <a:ext cx="69557" cy="31696"/>
            </a:xfrm>
            <a:custGeom>
              <a:rect b="b" l="l" r="r" t="t"/>
              <a:pathLst>
                <a:path extrusionOk="0" h="977" w="2144">
                  <a:moveTo>
                    <a:pt x="524" y="0"/>
                  </a:moveTo>
                  <a:cubicBezTo>
                    <a:pt x="286" y="0"/>
                    <a:pt x="48" y="191"/>
                    <a:pt x="24" y="429"/>
                  </a:cubicBezTo>
                  <a:cubicBezTo>
                    <a:pt x="0" y="715"/>
                    <a:pt x="238" y="977"/>
                    <a:pt x="524" y="977"/>
                  </a:cubicBezTo>
                  <a:lnTo>
                    <a:pt x="1596" y="977"/>
                  </a:lnTo>
                  <a:cubicBezTo>
                    <a:pt x="1834" y="977"/>
                    <a:pt x="2072" y="810"/>
                    <a:pt x="2120" y="572"/>
                  </a:cubicBezTo>
                  <a:cubicBezTo>
                    <a:pt x="2144" y="286"/>
                    <a:pt x="1905" y="0"/>
                    <a:pt x="1596"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96"/>
            <p:cNvSpPr/>
            <p:nvPr/>
          </p:nvSpPr>
          <p:spPr>
            <a:xfrm>
              <a:off x="4916567" y="3598387"/>
              <a:ext cx="37893" cy="31923"/>
            </a:xfrm>
            <a:custGeom>
              <a:rect b="b" l="l" r="r" t="t"/>
              <a:pathLst>
                <a:path extrusionOk="0" h="984" w="1168">
                  <a:moveTo>
                    <a:pt x="524" y="1"/>
                  </a:moveTo>
                  <a:cubicBezTo>
                    <a:pt x="286" y="1"/>
                    <a:pt x="48" y="191"/>
                    <a:pt x="24" y="429"/>
                  </a:cubicBezTo>
                  <a:cubicBezTo>
                    <a:pt x="0" y="715"/>
                    <a:pt x="238" y="977"/>
                    <a:pt x="524" y="977"/>
                  </a:cubicBezTo>
                  <a:lnTo>
                    <a:pt x="1011" y="977"/>
                  </a:lnTo>
                  <a:cubicBezTo>
                    <a:pt x="800" y="940"/>
                    <a:pt x="643" y="752"/>
                    <a:pt x="643" y="501"/>
                  </a:cubicBezTo>
                  <a:cubicBezTo>
                    <a:pt x="643" y="239"/>
                    <a:pt x="881" y="1"/>
                    <a:pt x="1167" y="1"/>
                  </a:cubicBezTo>
                  <a:close/>
                  <a:moveTo>
                    <a:pt x="1011" y="977"/>
                  </a:moveTo>
                  <a:cubicBezTo>
                    <a:pt x="1036" y="981"/>
                    <a:pt x="1062" y="984"/>
                    <a:pt x="1088" y="984"/>
                  </a:cubicBezTo>
                  <a:cubicBezTo>
                    <a:pt x="1114" y="984"/>
                    <a:pt x="1140" y="981"/>
                    <a:pt x="1167" y="977"/>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96"/>
            <p:cNvSpPr/>
            <p:nvPr/>
          </p:nvSpPr>
          <p:spPr>
            <a:xfrm>
              <a:off x="4885649" y="3751257"/>
              <a:ext cx="132171" cy="86686"/>
            </a:xfrm>
            <a:custGeom>
              <a:rect b="b" l="l" r="r" t="t"/>
              <a:pathLst>
                <a:path extrusionOk="0" h="2672" w="4074">
                  <a:moveTo>
                    <a:pt x="1009" y="0"/>
                  </a:moveTo>
                  <a:cubicBezTo>
                    <a:pt x="839" y="0"/>
                    <a:pt x="633" y="34"/>
                    <a:pt x="358" y="123"/>
                  </a:cubicBezTo>
                  <a:cubicBezTo>
                    <a:pt x="144" y="171"/>
                    <a:pt x="1" y="385"/>
                    <a:pt x="1" y="623"/>
                  </a:cubicBezTo>
                  <a:lnTo>
                    <a:pt x="1" y="647"/>
                  </a:lnTo>
                  <a:cubicBezTo>
                    <a:pt x="1" y="1775"/>
                    <a:pt x="929" y="2672"/>
                    <a:pt x="2075" y="2672"/>
                  </a:cubicBezTo>
                  <a:cubicBezTo>
                    <a:pt x="2090" y="2672"/>
                    <a:pt x="2105" y="2671"/>
                    <a:pt x="2120" y="2671"/>
                  </a:cubicBezTo>
                  <a:cubicBezTo>
                    <a:pt x="3144" y="2647"/>
                    <a:pt x="4025" y="1790"/>
                    <a:pt x="4073" y="742"/>
                  </a:cubicBezTo>
                  <a:cubicBezTo>
                    <a:pt x="4049" y="647"/>
                    <a:pt x="4049" y="552"/>
                    <a:pt x="4025" y="480"/>
                  </a:cubicBezTo>
                  <a:cubicBezTo>
                    <a:pt x="4025" y="371"/>
                    <a:pt x="3886" y="263"/>
                    <a:pt x="3772" y="263"/>
                  </a:cubicBezTo>
                  <a:cubicBezTo>
                    <a:pt x="3761" y="263"/>
                    <a:pt x="3750" y="264"/>
                    <a:pt x="3740" y="266"/>
                  </a:cubicBezTo>
                  <a:cubicBezTo>
                    <a:pt x="3292" y="355"/>
                    <a:pt x="2945" y="389"/>
                    <a:pt x="2667" y="389"/>
                  </a:cubicBezTo>
                  <a:cubicBezTo>
                    <a:pt x="1730" y="389"/>
                    <a:pt x="1580" y="0"/>
                    <a:pt x="1009"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96"/>
            <p:cNvSpPr/>
            <p:nvPr/>
          </p:nvSpPr>
          <p:spPr>
            <a:xfrm>
              <a:off x="4885649" y="3751354"/>
              <a:ext cx="76532" cy="86589"/>
            </a:xfrm>
            <a:custGeom>
              <a:rect b="b" l="l" r="r" t="t"/>
              <a:pathLst>
                <a:path extrusionOk="0" h="2669" w="2359">
                  <a:moveTo>
                    <a:pt x="834" y="1"/>
                  </a:moveTo>
                  <a:cubicBezTo>
                    <a:pt x="691" y="1"/>
                    <a:pt x="525" y="49"/>
                    <a:pt x="358" y="96"/>
                  </a:cubicBezTo>
                  <a:cubicBezTo>
                    <a:pt x="144" y="168"/>
                    <a:pt x="1" y="382"/>
                    <a:pt x="1" y="620"/>
                  </a:cubicBezTo>
                  <a:lnTo>
                    <a:pt x="1" y="644"/>
                  </a:lnTo>
                  <a:cubicBezTo>
                    <a:pt x="1" y="1772"/>
                    <a:pt x="929" y="2669"/>
                    <a:pt x="2075" y="2669"/>
                  </a:cubicBezTo>
                  <a:cubicBezTo>
                    <a:pt x="2090" y="2669"/>
                    <a:pt x="2105" y="2668"/>
                    <a:pt x="2120" y="2668"/>
                  </a:cubicBezTo>
                  <a:cubicBezTo>
                    <a:pt x="2192" y="2668"/>
                    <a:pt x="2263" y="2668"/>
                    <a:pt x="2358" y="2644"/>
                  </a:cubicBezTo>
                  <a:cubicBezTo>
                    <a:pt x="1358" y="2501"/>
                    <a:pt x="620" y="1620"/>
                    <a:pt x="620" y="620"/>
                  </a:cubicBezTo>
                  <a:lnTo>
                    <a:pt x="620" y="596"/>
                  </a:lnTo>
                  <a:cubicBezTo>
                    <a:pt x="620" y="406"/>
                    <a:pt x="715" y="144"/>
                    <a:pt x="83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96"/>
            <p:cNvSpPr/>
            <p:nvPr/>
          </p:nvSpPr>
          <p:spPr>
            <a:xfrm>
              <a:off x="4964452" y="3718133"/>
              <a:ext cx="27089" cy="27089"/>
            </a:xfrm>
            <a:custGeom>
              <a:rect b="b" l="l" r="r" t="t"/>
              <a:pathLst>
                <a:path extrusionOk="0" h="835" w="835">
                  <a:moveTo>
                    <a:pt x="429" y="1"/>
                  </a:moveTo>
                  <a:cubicBezTo>
                    <a:pt x="191" y="1"/>
                    <a:pt x="1" y="191"/>
                    <a:pt x="1" y="430"/>
                  </a:cubicBezTo>
                  <a:cubicBezTo>
                    <a:pt x="1" y="668"/>
                    <a:pt x="191" y="834"/>
                    <a:pt x="429" y="834"/>
                  </a:cubicBezTo>
                  <a:cubicBezTo>
                    <a:pt x="668" y="834"/>
                    <a:pt x="834" y="668"/>
                    <a:pt x="834" y="430"/>
                  </a:cubicBezTo>
                  <a:cubicBezTo>
                    <a:pt x="834" y="191"/>
                    <a:pt x="644" y="1"/>
                    <a:pt x="429"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96"/>
            <p:cNvSpPr/>
            <p:nvPr/>
          </p:nvSpPr>
          <p:spPr>
            <a:xfrm>
              <a:off x="4925845" y="3703469"/>
              <a:ext cx="19336" cy="19336"/>
            </a:xfrm>
            <a:custGeom>
              <a:rect b="b" l="l" r="r" t="t"/>
              <a:pathLst>
                <a:path extrusionOk="0" h="596" w="596">
                  <a:moveTo>
                    <a:pt x="310" y="0"/>
                  </a:moveTo>
                  <a:cubicBezTo>
                    <a:pt x="143" y="0"/>
                    <a:pt x="0" y="119"/>
                    <a:pt x="0" y="310"/>
                  </a:cubicBezTo>
                  <a:cubicBezTo>
                    <a:pt x="0" y="453"/>
                    <a:pt x="119" y="596"/>
                    <a:pt x="310" y="596"/>
                  </a:cubicBezTo>
                  <a:cubicBezTo>
                    <a:pt x="453" y="596"/>
                    <a:pt x="595" y="477"/>
                    <a:pt x="595" y="310"/>
                  </a:cubicBezTo>
                  <a:cubicBezTo>
                    <a:pt x="595" y="167"/>
                    <a:pt x="453" y="0"/>
                    <a:pt x="310"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96"/>
            <p:cNvSpPr/>
            <p:nvPr/>
          </p:nvSpPr>
          <p:spPr>
            <a:xfrm>
              <a:off x="4781347" y="3788436"/>
              <a:ext cx="339219" cy="153810"/>
            </a:xfrm>
            <a:custGeom>
              <a:rect b="b" l="l" r="r" t="t"/>
              <a:pathLst>
                <a:path extrusionOk="0" h="4741" w="10456">
                  <a:moveTo>
                    <a:pt x="2216" y="1"/>
                  </a:moveTo>
                  <a:cubicBezTo>
                    <a:pt x="2025" y="1"/>
                    <a:pt x="1811" y="120"/>
                    <a:pt x="1739" y="334"/>
                  </a:cubicBezTo>
                  <a:lnTo>
                    <a:pt x="1" y="4740"/>
                  </a:lnTo>
                  <a:lnTo>
                    <a:pt x="1120" y="4740"/>
                  </a:lnTo>
                  <a:lnTo>
                    <a:pt x="2597" y="1049"/>
                  </a:lnTo>
                  <a:lnTo>
                    <a:pt x="7860" y="1049"/>
                  </a:lnTo>
                  <a:lnTo>
                    <a:pt x="9312" y="4740"/>
                  </a:lnTo>
                  <a:lnTo>
                    <a:pt x="10455" y="4740"/>
                  </a:lnTo>
                  <a:lnTo>
                    <a:pt x="8693" y="334"/>
                  </a:lnTo>
                  <a:cubicBezTo>
                    <a:pt x="8598" y="120"/>
                    <a:pt x="8431" y="1"/>
                    <a:pt x="82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96"/>
            <p:cNvSpPr/>
            <p:nvPr/>
          </p:nvSpPr>
          <p:spPr>
            <a:xfrm>
              <a:off x="4919649" y="3856435"/>
              <a:ext cx="63393" cy="85810"/>
            </a:xfrm>
            <a:custGeom>
              <a:rect b="b" l="l" r="r" t="t"/>
              <a:pathLst>
                <a:path extrusionOk="0" h="2645" w="1954">
                  <a:moveTo>
                    <a:pt x="977" y="1"/>
                  </a:moveTo>
                  <a:cubicBezTo>
                    <a:pt x="382" y="334"/>
                    <a:pt x="1" y="953"/>
                    <a:pt x="1" y="1668"/>
                  </a:cubicBezTo>
                  <a:cubicBezTo>
                    <a:pt x="1" y="2025"/>
                    <a:pt x="72" y="2358"/>
                    <a:pt x="263" y="2644"/>
                  </a:cubicBezTo>
                  <a:lnTo>
                    <a:pt x="1691" y="2644"/>
                  </a:lnTo>
                  <a:cubicBezTo>
                    <a:pt x="1858" y="2358"/>
                    <a:pt x="1953" y="2025"/>
                    <a:pt x="1953" y="1668"/>
                  </a:cubicBezTo>
                  <a:cubicBezTo>
                    <a:pt x="1953" y="953"/>
                    <a:pt x="1525" y="334"/>
                    <a:pt x="9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96"/>
            <p:cNvSpPr/>
            <p:nvPr/>
          </p:nvSpPr>
          <p:spPr>
            <a:xfrm>
              <a:off x="4937427" y="3889656"/>
              <a:ext cx="27057" cy="52589"/>
            </a:xfrm>
            <a:custGeom>
              <a:rect b="b" l="l" r="r" t="t"/>
              <a:pathLst>
                <a:path extrusionOk="0" h="1621" w="834">
                  <a:moveTo>
                    <a:pt x="429" y="1"/>
                  </a:moveTo>
                  <a:cubicBezTo>
                    <a:pt x="167" y="286"/>
                    <a:pt x="0" y="691"/>
                    <a:pt x="0" y="1144"/>
                  </a:cubicBezTo>
                  <a:cubicBezTo>
                    <a:pt x="0" y="1287"/>
                    <a:pt x="48" y="1477"/>
                    <a:pt x="72" y="1620"/>
                  </a:cubicBezTo>
                  <a:lnTo>
                    <a:pt x="786" y="1620"/>
                  </a:lnTo>
                  <a:cubicBezTo>
                    <a:pt x="810" y="1477"/>
                    <a:pt x="834" y="1334"/>
                    <a:pt x="834" y="1144"/>
                  </a:cubicBezTo>
                  <a:cubicBezTo>
                    <a:pt x="834" y="691"/>
                    <a:pt x="691" y="310"/>
                    <a:pt x="429"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96"/>
            <p:cNvSpPr/>
            <p:nvPr/>
          </p:nvSpPr>
          <p:spPr>
            <a:xfrm>
              <a:off x="4959067" y="3712747"/>
              <a:ext cx="38639" cy="38639"/>
            </a:xfrm>
            <a:custGeom>
              <a:rect b="b" l="l" r="r" t="t"/>
              <a:pathLst>
                <a:path extrusionOk="0" h="1191" w="1191">
                  <a:moveTo>
                    <a:pt x="572" y="310"/>
                  </a:moveTo>
                  <a:cubicBezTo>
                    <a:pt x="715" y="310"/>
                    <a:pt x="834" y="429"/>
                    <a:pt x="834" y="596"/>
                  </a:cubicBezTo>
                  <a:cubicBezTo>
                    <a:pt x="834" y="738"/>
                    <a:pt x="715" y="857"/>
                    <a:pt x="572" y="857"/>
                  </a:cubicBezTo>
                  <a:cubicBezTo>
                    <a:pt x="405" y="857"/>
                    <a:pt x="286" y="738"/>
                    <a:pt x="286" y="596"/>
                  </a:cubicBezTo>
                  <a:cubicBezTo>
                    <a:pt x="286" y="429"/>
                    <a:pt x="405" y="310"/>
                    <a:pt x="572" y="310"/>
                  </a:cubicBezTo>
                  <a:close/>
                  <a:moveTo>
                    <a:pt x="595" y="0"/>
                  </a:moveTo>
                  <a:cubicBezTo>
                    <a:pt x="262" y="0"/>
                    <a:pt x="0" y="262"/>
                    <a:pt x="0" y="596"/>
                  </a:cubicBezTo>
                  <a:cubicBezTo>
                    <a:pt x="0" y="905"/>
                    <a:pt x="262" y="1191"/>
                    <a:pt x="595" y="1191"/>
                  </a:cubicBezTo>
                  <a:cubicBezTo>
                    <a:pt x="929" y="1191"/>
                    <a:pt x="1191" y="905"/>
                    <a:pt x="1191" y="596"/>
                  </a:cubicBezTo>
                  <a:cubicBezTo>
                    <a:pt x="1191" y="262"/>
                    <a:pt x="929"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96"/>
            <p:cNvSpPr/>
            <p:nvPr/>
          </p:nvSpPr>
          <p:spPr>
            <a:xfrm>
              <a:off x="4920428" y="3698051"/>
              <a:ext cx="30918" cy="30950"/>
            </a:xfrm>
            <a:custGeom>
              <a:rect b="b" l="l" r="r" t="t"/>
              <a:pathLst>
                <a:path extrusionOk="0" h="954" w="953">
                  <a:moveTo>
                    <a:pt x="477" y="334"/>
                  </a:moveTo>
                  <a:cubicBezTo>
                    <a:pt x="524" y="334"/>
                    <a:pt x="620" y="406"/>
                    <a:pt x="620" y="477"/>
                  </a:cubicBezTo>
                  <a:cubicBezTo>
                    <a:pt x="620" y="572"/>
                    <a:pt x="548" y="620"/>
                    <a:pt x="477" y="620"/>
                  </a:cubicBezTo>
                  <a:cubicBezTo>
                    <a:pt x="381" y="620"/>
                    <a:pt x="310" y="572"/>
                    <a:pt x="310" y="477"/>
                  </a:cubicBezTo>
                  <a:cubicBezTo>
                    <a:pt x="310" y="382"/>
                    <a:pt x="381" y="334"/>
                    <a:pt x="477" y="334"/>
                  </a:cubicBezTo>
                  <a:close/>
                  <a:moveTo>
                    <a:pt x="477" y="1"/>
                  </a:moveTo>
                  <a:cubicBezTo>
                    <a:pt x="215" y="25"/>
                    <a:pt x="0" y="239"/>
                    <a:pt x="0" y="477"/>
                  </a:cubicBezTo>
                  <a:cubicBezTo>
                    <a:pt x="0" y="739"/>
                    <a:pt x="215" y="953"/>
                    <a:pt x="477" y="953"/>
                  </a:cubicBezTo>
                  <a:cubicBezTo>
                    <a:pt x="739" y="953"/>
                    <a:pt x="953" y="739"/>
                    <a:pt x="953" y="477"/>
                  </a:cubicBezTo>
                  <a:cubicBezTo>
                    <a:pt x="953" y="191"/>
                    <a:pt x="739" y="1"/>
                    <a:pt x="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96"/>
            <p:cNvSpPr/>
            <p:nvPr/>
          </p:nvSpPr>
          <p:spPr>
            <a:xfrm>
              <a:off x="4777486" y="3596084"/>
              <a:ext cx="348497" cy="353104"/>
            </a:xfrm>
            <a:custGeom>
              <a:rect b="b" l="l" r="r" t="t"/>
              <a:pathLst>
                <a:path extrusionOk="0" h="10884" w="10742">
                  <a:moveTo>
                    <a:pt x="5883" y="262"/>
                  </a:moveTo>
                  <a:cubicBezTo>
                    <a:pt x="6073" y="262"/>
                    <a:pt x="6216" y="357"/>
                    <a:pt x="6216" y="524"/>
                  </a:cubicBezTo>
                  <a:cubicBezTo>
                    <a:pt x="6240" y="715"/>
                    <a:pt x="6097" y="929"/>
                    <a:pt x="5883" y="929"/>
                  </a:cubicBezTo>
                  <a:lnTo>
                    <a:pt x="4787" y="929"/>
                  </a:lnTo>
                  <a:cubicBezTo>
                    <a:pt x="4573" y="929"/>
                    <a:pt x="4406" y="762"/>
                    <a:pt x="4454" y="524"/>
                  </a:cubicBezTo>
                  <a:cubicBezTo>
                    <a:pt x="4502" y="381"/>
                    <a:pt x="4645" y="262"/>
                    <a:pt x="4811" y="262"/>
                  </a:cubicBezTo>
                  <a:close/>
                  <a:moveTo>
                    <a:pt x="4335" y="4930"/>
                  </a:moveTo>
                  <a:cubicBezTo>
                    <a:pt x="4573" y="4930"/>
                    <a:pt x="4716" y="4977"/>
                    <a:pt x="4907" y="5073"/>
                  </a:cubicBezTo>
                  <a:cubicBezTo>
                    <a:pt x="5145" y="5192"/>
                    <a:pt x="5478" y="5311"/>
                    <a:pt x="6026" y="5311"/>
                  </a:cubicBezTo>
                  <a:cubicBezTo>
                    <a:pt x="6359" y="5311"/>
                    <a:pt x="6716" y="5287"/>
                    <a:pt x="7145" y="5192"/>
                  </a:cubicBezTo>
                  <a:cubicBezTo>
                    <a:pt x="7169" y="5192"/>
                    <a:pt x="7193" y="5216"/>
                    <a:pt x="7193" y="5263"/>
                  </a:cubicBezTo>
                  <a:lnTo>
                    <a:pt x="7193" y="5501"/>
                  </a:lnTo>
                  <a:cubicBezTo>
                    <a:pt x="7193" y="5573"/>
                    <a:pt x="7193" y="5668"/>
                    <a:pt x="7169" y="5763"/>
                  </a:cubicBezTo>
                  <a:lnTo>
                    <a:pt x="3501" y="5763"/>
                  </a:lnTo>
                  <a:cubicBezTo>
                    <a:pt x="3478" y="5644"/>
                    <a:pt x="3478" y="5525"/>
                    <a:pt x="3478" y="5406"/>
                  </a:cubicBezTo>
                  <a:cubicBezTo>
                    <a:pt x="3478" y="4977"/>
                    <a:pt x="4025" y="4930"/>
                    <a:pt x="4335" y="4930"/>
                  </a:cubicBezTo>
                  <a:close/>
                  <a:moveTo>
                    <a:pt x="6097" y="7121"/>
                  </a:moveTo>
                  <a:cubicBezTo>
                    <a:pt x="5883" y="7216"/>
                    <a:pt x="5645" y="7287"/>
                    <a:pt x="5407" y="7287"/>
                  </a:cubicBezTo>
                  <a:lnTo>
                    <a:pt x="5359" y="7287"/>
                  </a:lnTo>
                  <a:cubicBezTo>
                    <a:pt x="5097" y="7287"/>
                    <a:pt x="4835" y="7216"/>
                    <a:pt x="4621" y="7121"/>
                  </a:cubicBezTo>
                  <a:close/>
                  <a:moveTo>
                    <a:pt x="7455" y="7121"/>
                  </a:moveTo>
                  <a:cubicBezTo>
                    <a:pt x="7026" y="7645"/>
                    <a:pt x="6407" y="8002"/>
                    <a:pt x="5740" y="8073"/>
                  </a:cubicBezTo>
                  <a:cubicBezTo>
                    <a:pt x="5692" y="8049"/>
                    <a:pt x="5645" y="8002"/>
                    <a:pt x="5597" y="7954"/>
                  </a:cubicBezTo>
                  <a:lnTo>
                    <a:pt x="5407" y="7883"/>
                  </a:lnTo>
                  <a:cubicBezTo>
                    <a:pt x="5383" y="7859"/>
                    <a:pt x="5353" y="7847"/>
                    <a:pt x="5326" y="7847"/>
                  </a:cubicBezTo>
                  <a:cubicBezTo>
                    <a:pt x="5299" y="7847"/>
                    <a:pt x="5276" y="7859"/>
                    <a:pt x="5264" y="7883"/>
                  </a:cubicBezTo>
                  <a:lnTo>
                    <a:pt x="5097" y="7954"/>
                  </a:lnTo>
                  <a:cubicBezTo>
                    <a:pt x="5026" y="8002"/>
                    <a:pt x="4978" y="8026"/>
                    <a:pt x="4930" y="8073"/>
                  </a:cubicBezTo>
                  <a:cubicBezTo>
                    <a:pt x="4264" y="8002"/>
                    <a:pt x="3668" y="7645"/>
                    <a:pt x="3239" y="7121"/>
                  </a:cubicBezTo>
                  <a:lnTo>
                    <a:pt x="3978" y="7121"/>
                  </a:lnTo>
                  <a:cubicBezTo>
                    <a:pt x="4359" y="7430"/>
                    <a:pt x="4835" y="7597"/>
                    <a:pt x="5359" y="7597"/>
                  </a:cubicBezTo>
                  <a:lnTo>
                    <a:pt x="5430" y="7597"/>
                  </a:lnTo>
                  <a:cubicBezTo>
                    <a:pt x="5907" y="7573"/>
                    <a:pt x="6359" y="7430"/>
                    <a:pt x="6716" y="7121"/>
                  </a:cubicBezTo>
                  <a:close/>
                  <a:moveTo>
                    <a:pt x="5359" y="9335"/>
                  </a:moveTo>
                  <a:cubicBezTo>
                    <a:pt x="5526" y="9574"/>
                    <a:pt x="5621" y="9859"/>
                    <a:pt x="5621" y="10193"/>
                  </a:cubicBezTo>
                  <a:cubicBezTo>
                    <a:pt x="5621" y="10288"/>
                    <a:pt x="5621" y="10407"/>
                    <a:pt x="5597" y="10502"/>
                  </a:cubicBezTo>
                  <a:lnTo>
                    <a:pt x="5121" y="10502"/>
                  </a:lnTo>
                  <a:cubicBezTo>
                    <a:pt x="5097" y="10407"/>
                    <a:pt x="5097" y="10288"/>
                    <a:pt x="5097" y="10193"/>
                  </a:cubicBezTo>
                  <a:cubicBezTo>
                    <a:pt x="5097" y="9859"/>
                    <a:pt x="5168" y="9574"/>
                    <a:pt x="5359" y="9335"/>
                  </a:cubicBezTo>
                  <a:close/>
                  <a:moveTo>
                    <a:pt x="5288" y="8192"/>
                  </a:moveTo>
                  <a:cubicBezTo>
                    <a:pt x="5335" y="8192"/>
                    <a:pt x="5526" y="8383"/>
                    <a:pt x="5526" y="8383"/>
                  </a:cubicBezTo>
                  <a:cubicBezTo>
                    <a:pt x="5883" y="8716"/>
                    <a:pt x="6121" y="9193"/>
                    <a:pt x="6121" y="9693"/>
                  </a:cubicBezTo>
                  <a:cubicBezTo>
                    <a:pt x="6192" y="9978"/>
                    <a:pt x="6097" y="10264"/>
                    <a:pt x="5978" y="10502"/>
                  </a:cubicBezTo>
                  <a:lnTo>
                    <a:pt x="5883" y="10502"/>
                  </a:lnTo>
                  <a:cubicBezTo>
                    <a:pt x="5931" y="10407"/>
                    <a:pt x="5931" y="10288"/>
                    <a:pt x="5931" y="10193"/>
                  </a:cubicBezTo>
                  <a:cubicBezTo>
                    <a:pt x="5931" y="9716"/>
                    <a:pt x="5740" y="9264"/>
                    <a:pt x="5454" y="8978"/>
                  </a:cubicBezTo>
                  <a:cubicBezTo>
                    <a:pt x="5419" y="8942"/>
                    <a:pt x="5371" y="8925"/>
                    <a:pt x="5326" y="8925"/>
                  </a:cubicBezTo>
                  <a:cubicBezTo>
                    <a:pt x="5282" y="8925"/>
                    <a:pt x="5240" y="8942"/>
                    <a:pt x="5216" y="8978"/>
                  </a:cubicBezTo>
                  <a:cubicBezTo>
                    <a:pt x="4907" y="9264"/>
                    <a:pt x="4740" y="9740"/>
                    <a:pt x="4740" y="10193"/>
                  </a:cubicBezTo>
                  <a:cubicBezTo>
                    <a:pt x="4740" y="10288"/>
                    <a:pt x="4740" y="10407"/>
                    <a:pt x="4764" y="10502"/>
                  </a:cubicBezTo>
                  <a:lnTo>
                    <a:pt x="4668" y="10502"/>
                  </a:lnTo>
                  <a:cubicBezTo>
                    <a:pt x="4549" y="10264"/>
                    <a:pt x="4454" y="9955"/>
                    <a:pt x="4454" y="9693"/>
                  </a:cubicBezTo>
                  <a:cubicBezTo>
                    <a:pt x="4454" y="9193"/>
                    <a:pt x="4668" y="8716"/>
                    <a:pt x="5049" y="8383"/>
                  </a:cubicBezTo>
                  <a:cubicBezTo>
                    <a:pt x="5049" y="8383"/>
                    <a:pt x="5216" y="8264"/>
                    <a:pt x="5288" y="8192"/>
                  </a:cubicBezTo>
                  <a:close/>
                  <a:moveTo>
                    <a:pt x="4811" y="0"/>
                  </a:moveTo>
                  <a:cubicBezTo>
                    <a:pt x="4454" y="0"/>
                    <a:pt x="4168" y="286"/>
                    <a:pt x="4168" y="596"/>
                  </a:cubicBezTo>
                  <a:cubicBezTo>
                    <a:pt x="4121" y="929"/>
                    <a:pt x="4383" y="1239"/>
                    <a:pt x="4668" y="1286"/>
                  </a:cubicBezTo>
                  <a:lnTo>
                    <a:pt x="4668" y="2501"/>
                  </a:lnTo>
                  <a:cubicBezTo>
                    <a:pt x="3335" y="2834"/>
                    <a:pt x="2358" y="4049"/>
                    <a:pt x="2358" y="5454"/>
                  </a:cubicBezTo>
                  <a:cubicBezTo>
                    <a:pt x="2358" y="5573"/>
                    <a:pt x="2358" y="5692"/>
                    <a:pt x="2382" y="5811"/>
                  </a:cubicBezTo>
                  <a:cubicBezTo>
                    <a:pt x="2120" y="5811"/>
                    <a:pt x="1882" y="6001"/>
                    <a:pt x="1787" y="6240"/>
                  </a:cubicBezTo>
                  <a:cubicBezTo>
                    <a:pt x="1787" y="6240"/>
                    <a:pt x="48" y="10645"/>
                    <a:pt x="25" y="10645"/>
                  </a:cubicBezTo>
                  <a:cubicBezTo>
                    <a:pt x="1" y="10717"/>
                    <a:pt x="48" y="10836"/>
                    <a:pt x="167" y="10836"/>
                  </a:cubicBezTo>
                  <a:lnTo>
                    <a:pt x="1239" y="10836"/>
                  </a:lnTo>
                  <a:lnTo>
                    <a:pt x="1239" y="10812"/>
                  </a:lnTo>
                  <a:cubicBezTo>
                    <a:pt x="1311" y="10812"/>
                    <a:pt x="1358" y="10788"/>
                    <a:pt x="1406" y="10740"/>
                  </a:cubicBezTo>
                  <a:lnTo>
                    <a:pt x="1882" y="9550"/>
                  </a:lnTo>
                  <a:cubicBezTo>
                    <a:pt x="1906" y="9454"/>
                    <a:pt x="1882" y="9359"/>
                    <a:pt x="1787" y="9335"/>
                  </a:cubicBezTo>
                  <a:cubicBezTo>
                    <a:pt x="1764" y="9330"/>
                    <a:pt x="1742" y="9327"/>
                    <a:pt x="1720" y="9327"/>
                  </a:cubicBezTo>
                  <a:cubicBezTo>
                    <a:pt x="1651" y="9327"/>
                    <a:pt x="1591" y="9358"/>
                    <a:pt x="1572" y="9431"/>
                  </a:cubicBezTo>
                  <a:lnTo>
                    <a:pt x="1168" y="10526"/>
                  </a:lnTo>
                  <a:lnTo>
                    <a:pt x="382" y="10526"/>
                  </a:lnTo>
                  <a:lnTo>
                    <a:pt x="2049" y="6311"/>
                  </a:lnTo>
                  <a:cubicBezTo>
                    <a:pt x="2120" y="6168"/>
                    <a:pt x="2239" y="6073"/>
                    <a:pt x="2382" y="6073"/>
                  </a:cubicBezTo>
                  <a:lnTo>
                    <a:pt x="8360" y="6073"/>
                  </a:lnTo>
                  <a:cubicBezTo>
                    <a:pt x="8502" y="6073"/>
                    <a:pt x="8622" y="6168"/>
                    <a:pt x="8693" y="6311"/>
                  </a:cubicBezTo>
                  <a:lnTo>
                    <a:pt x="10360" y="10526"/>
                  </a:lnTo>
                  <a:lnTo>
                    <a:pt x="9550" y="10526"/>
                  </a:lnTo>
                  <a:lnTo>
                    <a:pt x="8121" y="6906"/>
                  </a:lnTo>
                  <a:cubicBezTo>
                    <a:pt x="8098" y="6859"/>
                    <a:pt x="8026" y="6835"/>
                    <a:pt x="7979" y="6835"/>
                  </a:cubicBezTo>
                  <a:lnTo>
                    <a:pt x="2716" y="6835"/>
                  </a:lnTo>
                  <a:cubicBezTo>
                    <a:pt x="2644" y="6835"/>
                    <a:pt x="2597" y="6859"/>
                    <a:pt x="2549" y="6906"/>
                  </a:cubicBezTo>
                  <a:lnTo>
                    <a:pt x="1787" y="8859"/>
                  </a:lnTo>
                  <a:cubicBezTo>
                    <a:pt x="1739" y="8954"/>
                    <a:pt x="1787" y="9026"/>
                    <a:pt x="1882" y="9050"/>
                  </a:cubicBezTo>
                  <a:cubicBezTo>
                    <a:pt x="1902" y="9063"/>
                    <a:pt x="1924" y="9069"/>
                    <a:pt x="1945" y="9069"/>
                  </a:cubicBezTo>
                  <a:cubicBezTo>
                    <a:pt x="2001" y="9069"/>
                    <a:pt x="2055" y="9030"/>
                    <a:pt x="2073" y="8978"/>
                  </a:cubicBezTo>
                  <a:lnTo>
                    <a:pt x="2787" y="7145"/>
                  </a:lnTo>
                  <a:lnTo>
                    <a:pt x="2835" y="7145"/>
                  </a:lnTo>
                  <a:cubicBezTo>
                    <a:pt x="3263" y="7787"/>
                    <a:pt x="3906" y="8216"/>
                    <a:pt x="4645" y="8407"/>
                  </a:cubicBezTo>
                  <a:cubicBezTo>
                    <a:pt x="4335" y="8764"/>
                    <a:pt x="4168" y="9240"/>
                    <a:pt x="4168" y="9740"/>
                  </a:cubicBezTo>
                  <a:cubicBezTo>
                    <a:pt x="4168" y="10097"/>
                    <a:pt x="4240" y="10479"/>
                    <a:pt x="4454" y="10788"/>
                  </a:cubicBezTo>
                  <a:cubicBezTo>
                    <a:pt x="4502" y="10836"/>
                    <a:pt x="4549" y="10883"/>
                    <a:pt x="4621" y="10883"/>
                  </a:cubicBezTo>
                  <a:lnTo>
                    <a:pt x="6073" y="10883"/>
                  </a:lnTo>
                  <a:cubicBezTo>
                    <a:pt x="6121" y="10883"/>
                    <a:pt x="6192" y="10836"/>
                    <a:pt x="6216" y="10788"/>
                  </a:cubicBezTo>
                  <a:cubicBezTo>
                    <a:pt x="6407" y="10455"/>
                    <a:pt x="6502" y="10097"/>
                    <a:pt x="6502" y="9740"/>
                  </a:cubicBezTo>
                  <a:cubicBezTo>
                    <a:pt x="6502" y="9240"/>
                    <a:pt x="6335" y="8788"/>
                    <a:pt x="6026" y="8407"/>
                  </a:cubicBezTo>
                  <a:cubicBezTo>
                    <a:pt x="6788" y="8216"/>
                    <a:pt x="7431" y="7811"/>
                    <a:pt x="7860" y="7145"/>
                  </a:cubicBezTo>
                  <a:lnTo>
                    <a:pt x="7883" y="7145"/>
                  </a:lnTo>
                  <a:lnTo>
                    <a:pt x="9312" y="10764"/>
                  </a:lnTo>
                  <a:cubicBezTo>
                    <a:pt x="9336" y="10812"/>
                    <a:pt x="9407" y="10836"/>
                    <a:pt x="9455" y="10836"/>
                  </a:cubicBezTo>
                  <a:lnTo>
                    <a:pt x="10574" y="10836"/>
                  </a:lnTo>
                  <a:cubicBezTo>
                    <a:pt x="10670" y="10836"/>
                    <a:pt x="10741" y="10740"/>
                    <a:pt x="10717" y="10645"/>
                  </a:cubicBezTo>
                  <a:lnTo>
                    <a:pt x="8955" y="6240"/>
                  </a:lnTo>
                  <a:cubicBezTo>
                    <a:pt x="8860" y="5978"/>
                    <a:pt x="8622" y="5811"/>
                    <a:pt x="8360" y="5811"/>
                  </a:cubicBezTo>
                  <a:cubicBezTo>
                    <a:pt x="8360" y="5692"/>
                    <a:pt x="8383" y="5573"/>
                    <a:pt x="8383" y="5454"/>
                  </a:cubicBezTo>
                  <a:cubicBezTo>
                    <a:pt x="8383" y="4906"/>
                    <a:pt x="8241" y="4358"/>
                    <a:pt x="7955" y="3882"/>
                  </a:cubicBezTo>
                  <a:cubicBezTo>
                    <a:pt x="7921" y="3848"/>
                    <a:pt x="7875" y="3815"/>
                    <a:pt x="7826" y="3815"/>
                  </a:cubicBezTo>
                  <a:cubicBezTo>
                    <a:pt x="7806" y="3815"/>
                    <a:pt x="7785" y="3820"/>
                    <a:pt x="7764" y="3834"/>
                  </a:cubicBezTo>
                  <a:cubicBezTo>
                    <a:pt x="7669" y="3858"/>
                    <a:pt x="7621" y="3977"/>
                    <a:pt x="7669" y="4072"/>
                  </a:cubicBezTo>
                  <a:cubicBezTo>
                    <a:pt x="7955" y="4477"/>
                    <a:pt x="8074" y="4977"/>
                    <a:pt x="8074" y="5454"/>
                  </a:cubicBezTo>
                  <a:cubicBezTo>
                    <a:pt x="8074" y="5573"/>
                    <a:pt x="8074" y="5692"/>
                    <a:pt x="8026" y="5811"/>
                  </a:cubicBezTo>
                  <a:lnTo>
                    <a:pt x="7502" y="5811"/>
                  </a:lnTo>
                  <a:cubicBezTo>
                    <a:pt x="7526" y="5644"/>
                    <a:pt x="7526" y="5454"/>
                    <a:pt x="7526" y="5287"/>
                  </a:cubicBezTo>
                  <a:cubicBezTo>
                    <a:pt x="7506" y="5104"/>
                    <a:pt x="7347" y="4938"/>
                    <a:pt x="7167" y="4938"/>
                  </a:cubicBezTo>
                  <a:cubicBezTo>
                    <a:pt x="7136" y="4938"/>
                    <a:pt x="7105" y="4943"/>
                    <a:pt x="7074" y="4954"/>
                  </a:cubicBezTo>
                  <a:cubicBezTo>
                    <a:pt x="6669" y="5049"/>
                    <a:pt x="6335" y="5073"/>
                    <a:pt x="6050" y="5073"/>
                  </a:cubicBezTo>
                  <a:cubicBezTo>
                    <a:pt x="5526" y="5073"/>
                    <a:pt x="5288" y="4954"/>
                    <a:pt x="5049" y="4858"/>
                  </a:cubicBezTo>
                  <a:cubicBezTo>
                    <a:pt x="4859" y="4763"/>
                    <a:pt x="4668" y="4692"/>
                    <a:pt x="4383" y="4692"/>
                  </a:cubicBezTo>
                  <a:cubicBezTo>
                    <a:pt x="3859" y="4692"/>
                    <a:pt x="3192" y="4858"/>
                    <a:pt x="3192" y="5478"/>
                  </a:cubicBezTo>
                  <a:cubicBezTo>
                    <a:pt x="3192" y="5597"/>
                    <a:pt x="3192" y="5716"/>
                    <a:pt x="3216" y="5835"/>
                  </a:cubicBezTo>
                  <a:lnTo>
                    <a:pt x="2668" y="5835"/>
                  </a:lnTo>
                  <a:cubicBezTo>
                    <a:pt x="2644" y="5716"/>
                    <a:pt x="2644" y="5597"/>
                    <a:pt x="2644" y="5478"/>
                  </a:cubicBezTo>
                  <a:cubicBezTo>
                    <a:pt x="2644" y="4215"/>
                    <a:pt x="3573" y="3072"/>
                    <a:pt x="4859" y="2834"/>
                  </a:cubicBezTo>
                  <a:cubicBezTo>
                    <a:pt x="4930" y="2834"/>
                    <a:pt x="4978" y="2739"/>
                    <a:pt x="4978" y="2691"/>
                  </a:cubicBezTo>
                  <a:lnTo>
                    <a:pt x="4978" y="1358"/>
                  </a:lnTo>
                  <a:lnTo>
                    <a:pt x="5740" y="1358"/>
                  </a:lnTo>
                  <a:lnTo>
                    <a:pt x="5740" y="2691"/>
                  </a:lnTo>
                  <a:cubicBezTo>
                    <a:pt x="5740" y="2786"/>
                    <a:pt x="5811" y="2834"/>
                    <a:pt x="5859" y="2834"/>
                  </a:cubicBezTo>
                  <a:cubicBezTo>
                    <a:pt x="6407" y="2953"/>
                    <a:pt x="6907" y="3215"/>
                    <a:pt x="7288" y="3620"/>
                  </a:cubicBezTo>
                  <a:cubicBezTo>
                    <a:pt x="7324" y="3644"/>
                    <a:pt x="7359" y="3656"/>
                    <a:pt x="7398" y="3656"/>
                  </a:cubicBezTo>
                  <a:cubicBezTo>
                    <a:pt x="7437" y="3656"/>
                    <a:pt x="7478" y="3644"/>
                    <a:pt x="7526" y="3620"/>
                  </a:cubicBezTo>
                  <a:cubicBezTo>
                    <a:pt x="7598" y="3549"/>
                    <a:pt x="7598" y="3453"/>
                    <a:pt x="7526" y="3382"/>
                  </a:cubicBezTo>
                  <a:cubicBezTo>
                    <a:pt x="7121" y="2953"/>
                    <a:pt x="6597" y="2667"/>
                    <a:pt x="6050" y="2548"/>
                  </a:cubicBezTo>
                  <a:lnTo>
                    <a:pt x="6050" y="1286"/>
                  </a:lnTo>
                  <a:cubicBezTo>
                    <a:pt x="6335" y="1239"/>
                    <a:pt x="6550" y="953"/>
                    <a:pt x="6550" y="667"/>
                  </a:cubicBezTo>
                  <a:cubicBezTo>
                    <a:pt x="6550" y="310"/>
                    <a:pt x="6240" y="0"/>
                    <a:pt x="58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8" name="Google Shape;21288;p96"/>
          <p:cNvGrpSpPr/>
          <p:nvPr/>
        </p:nvGrpSpPr>
        <p:grpSpPr>
          <a:xfrm>
            <a:off x="4038465" y="3441348"/>
            <a:ext cx="316022" cy="353396"/>
            <a:chOff x="4040425" y="3593748"/>
            <a:chExt cx="316022" cy="353396"/>
          </a:xfrm>
        </p:grpSpPr>
        <p:sp>
          <p:nvSpPr>
            <p:cNvPr id="21289" name="Google Shape;21289;p96"/>
            <p:cNvSpPr/>
            <p:nvPr/>
          </p:nvSpPr>
          <p:spPr>
            <a:xfrm>
              <a:off x="4066703" y="3620805"/>
              <a:ext cx="262719" cy="322186"/>
            </a:xfrm>
            <a:custGeom>
              <a:rect b="b" l="l" r="r" t="t"/>
              <a:pathLst>
                <a:path extrusionOk="0" h="9931" w="8098">
                  <a:moveTo>
                    <a:pt x="4049" y="0"/>
                  </a:moveTo>
                  <a:lnTo>
                    <a:pt x="0" y="643"/>
                  </a:lnTo>
                  <a:cubicBezTo>
                    <a:pt x="0" y="643"/>
                    <a:pt x="286" y="3549"/>
                    <a:pt x="3501" y="5454"/>
                  </a:cubicBezTo>
                  <a:lnTo>
                    <a:pt x="3501" y="9693"/>
                  </a:lnTo>
                  <a:cubicBezTo>
                    <a:pt x="3501" y="9830"/>
                    <a:pt x="3613" y="9931"/>
                    <a:pt x="3729" y="9931"/>
                  </a:cubicBezTo>
                  <a:cubicBezTo>
                    <a:pt x="3774" y="9931"/>
                    <a:pt x="3819" y="9916"/>
                    <a:pt x="3858" y="9883"/>
                  </a:cubicBezTo>
                  <a:lnTo>
                    <a:pt x="4287" y="9550"/>
                  </a:lnTo>
                  <a:cubicBezTo>
                    <a:pt x="4454" y="9407"/>
                    <a:pt x="4573" y="9193"/>
                    <a:pt x="4573" y="8954"/>
                  </a:cubicBezTo>
                  <a:lnTo>
                    <a:pt x="4573" y="5478"/>
                  </a:lnTo>
                  <a:cubicBezTo>
                    <a:pt x="7788" y="3572"/>
                    <a:pt x="8097" y="691"/>
                    <a:pt x="8097" y="691"/>
                  </a:cubicBezTo>
                  <a:lnTo>
                    <a:pt x="4049"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96"/>
            <p:cNvSpPr/>
            <p:nvPr/>
          </p:nvSpPr>
          <p:spPr>
            <a:xfrm>
              <a:off x="4066703" y="3620805"/>
              <a:ext cx="142195" cy="322186"/>
            </a:xfrm>
            <a:custGeom>
              <a:rect b="b" l="l" r="r" t="t"/>
              <a:pathLst>
                <a:path extrusionOk="0" h="9931" w="4383">
                  <a:moveTo>
                    <a:pt x="4049" y="0"/>
                  </a:moveTo>
                  <a:lnTo>
                    <a:pt x="0" y="643"/>
                  </a:lnTo>
                  <a:cubicBezTo>
                    <a:pt x="0" y="643"/>
                    <a:pt x="286" y="3549"/>
                    <a:pt x="3501" y="5454"/>
                  </a:cubicBezTo>
                  <a:lnTo>
                    <a:pt x="3501" y="9693"/>
                  </a:lnTo>
                  <a:cubicBezTo>
                    <a:pt x="3501" y="9830"/>
                    <a:pt x="3613" y="9931"/>
                    <a:pt x="3729" y="9931"/>
                  </a:cubicBezTo>
                  <a:cubicBezTo>
                    <a:pt x="3774" y="9931"/>
                    <a:pt x="3819" y="9916"/>
                    <a:pt x="3858" y="9883"/>
                  </a:cubicBezTo>
                  <a:cubicBezTo>
                    <a:pt x="3977" y="9740"/>
                    <a:pt x="4049" y="9550"/>
                    <a:pt x="4049" y="9383"/>
                  </a:cubicBezTo>
                  <a:lnTo>
                    <a:pt x="4049" y="5882"/>
                  </a:lnTo>
                  <a:cubicBezTo>
                    <a:pt x="4049" y="5597"/>
                    <a:pt x="3906" y="5358"/>
                    <a:pt x="3692" y="5216"/>
                  </a:cubicBezTo>
                  <a:cubicBezTo>
                    <a:pt x="810" y="3310"/>
                    <a:pt x="643" y="643"/>
                    <a:pt x="643" y="643"/>
                  </a:cubicBezTo>
                  <a:lnTo>
                    <a:pt x="4382" y="48"/>
                  </a:lnTo>
                  <a:lnTo>
                    <a:pt x="4049"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96"/>
            <p:cNvSpPr/>
            <p:nvPr/>
          </p:nvSpPr>
          <p:spPr>
            <a:xfrm>
              <a:off x="4043507" y="3599166"/>
              <a:ext cx="309858" cy="42532"/>
            </a:xfrm>
            <a:custGeom>
              <a:rect b="b" l="l" r="r" t="t"/>
              <a:pathLst>
                <a:path extrusionOk="0" h="1311" w="9551">
                  <a:moveTo>
                    <a:pt x="715" y="0"/>
                  </a:moveTo>
                  <a:cubicBezTo>
                    <a:pt x="382" y="0"/>
                    <a:pt x="120" y="239"/>
                    <a:pt x="49" y="548"/>
                  </a:cubicBezTo>
                  <a:cubicBezTo>
                    <a:pt x="1" y="953"/>
                    <a:pt x="287" y="1310"/>
                    <a:pt x="692" y="1310"/>
                  </a:cubicBezTo>
                  <a:lnTo>
                    <a:pt x="8812" y="1310"/>
                  </a:lnTo>
                  <a:cubicBezTo>
                    <a:pt x="9146" y="1310"/>
                    <a:pt x="9408" y="1072"/>
                    <a:pt x="9455" y="786"/>
                  </a:cubicBezTo>
                  <a:cubicBezTo>
                    <a:pt x="9551" y="358"/>
                    <a:pt x="9217" y="0"/>
                    <a:pt x="8836"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96"/>
            <p:cNvSpPr/>
            <p:nvPr/>
          </p:nvSpPr>
          <p:spPr>
            <a:xfrm>
              <a:off x="4044285" y="3599166"/>
              <a:ext cx="43311" cy="42532"/>
            </a:xfrm>
            <a:custGeom>
              <a:rect b="b" l="l" r="r" t="t"/>
              <a:pathLst>
                <a:path extrusionOk="0" h="1311" w="1335">
                  <a:moveTo>
                    <a:pt x="715" y="0"/>
                  </a:moveTo>
                  <a:cubicBezTo>
                    <a:pt x="382" y="0"/>
                    <a:pt x="120" y="239"/>
                    <a:pt x="72" y="548"/>
                  </a:cubicBezTo>
                  <a:cubicBezTo>
                    <a:pt x="1" y="953"/>
                    <a:pt x="310" y="1310"/>
                    <a:pt x="691" y="1310"/>
                  </a:cubicBezTo>
                  <a:lnTo>
                    <a:pt x="1334" y="1310"/>
                  </a:lnTo>
                  <a:cubicBezTo>
                    <a:pt x="977" y="1310"/>
                    <a:pt x="691" y="1024"/>
                    <a:pt x="691" y="667"/>
                  </a:cubicBezTo>
                  <a:cubicBezTo>
                    <a:pt x="691" y="310"/>
                    <a:pt x="977" y="0"/>
                    <a:pt x="1334"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96"/>
            <p:cNvSpPr/>
            <p:nvPr/>
          </p:nvSpPr>
          <p:spPr>
            <a:xfrm>
              <a:off x="4137785" y="3685268"/>
              <a:ext cx="10836" cy="19887"/>
            </a:xfrm>
            <a:custGeom>
              <a:rect b="b" l="l" r="r" t="t"/>
              <a:pathLst>
                <a:path extrusionOk="0" h="613" w="334">
                  <a:moveTo>
                    <a:pt x="152" y="1"/>
                  </a:moveTo>
                  <a:cubicBezTo>
                    <a:pt x="64" y="1"/>
                    <a:pt x="0" y="79"/>
                    <a:pt x="0" y="157"/>
                  </a:cubicBezTo>
                  <a:lnTo>
                    <a:pt x="0" y="442"/>
                  </a:lnTo>
                  <a:cubicBezTo>
                    <a:pt x="0" y="538"/>
                    <a:pt x="72" y="609"/>
                    <a:pt x="119" y="609"/>
                  </a:cubicBezTo>
                  <a:cubicBezTo>
                    <a:pt x="129" y="612"/>
                    <a:pt x="140" y="613"/>
                    <a:pt x="150" y="613"/>
                  </a:cubicBezTo>
                  <a:cubicBezTo>
                    <a:pt x="238" y="613"/>
                    <a:pt x="334" y="528"/>
                    <a:pt x="334" y="442"/>
                  </a:cubicBezTo>
                  <a:lnTo>
                    <a:pt x="334" y="157"/>
                  </a:lnTo>
                  <a:cubicBezTo>
                    <a:pt x="334" y="61"/>
                    <a:pt x="286" y="14"/>
                    <a:pt x="215" y="14"/>
                  </a:cubicBezTo>
                  <a:cubicBezTo>
                    <a:pt x="193" y="5"/>
                    <a:pt x="172" y="1"/>
                    <a:pt x="1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96"/>
            <p:cNvSpPr/>
            <p:nvPr/>
          </p:nvSpPr>
          <p:spPr>
            <a:xfrm>
              <a:off x="4247473" y="3685268"/>
              <a:ext cx="10090" cy="19920"/>
            </a:xfrm>
            <a:custGeom>
              <a:rect b="b" l="l" r="r" t="t"/>
              <a:pathLst>
                <a:path extrusionOk="0" h="614" w="311">
                  <a:moveTo>
                    <a:pt x="148" y="1"/>
                  </a:moveTo>
                  <a:cubicBezTo>
                    <a:pt x="80" y="1"/>
                    <a:pt x="1" y="79"/>
                    <a:pt x="1" y="157"/>
                  </a:cubicBezTo>
                  <a:lnTo>
                    <a:pt x="1" y="442"/>
                  </a:lnTo>
                  <a:cubicBezTo>
                    <a:pt x="1" y="538"/>
                    <a:pt x="49" y="609"/>
                    <a:pt x="120" y="609"/>
                  </a:cubicBezTo>
                  <a:cubicBezTo>
                    <a:pt x="135" y="612"/>
                    <a:pt x="150" y="614"/>
                    <a:pt x="164" y="614"/>
                  </a:cubicBezTo>
                  <a:cubicBezTo>
                    <a:pt x="256" y="614"/>
                    <a:pt x="311" y="546"/>
                    <a:pt x="311" y="442"/>
                  </a:cubicBezTo>
                  <a:lnTo>
                    <a:pt x="311" y="157"/>
                  </a:lnTo>
                  <a:cubicBezTo>
                    <a:pt x="311" y="61"/>
                    <a:pt x="263" y="14"/>
                    <a:pt x="192" y="14"/>
                  </a:cubicBezTo>
                  <a:cubicBezTo>
                    <a:pt x="178" y="5"/>
                    <a:pt x="164" y="1"/>
                    <a:pt x="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96"/>
            <p:cNvSpPr/>
            <p:nvPr/>
          </p:nvSpPr>
          <p:spPr>
            <a:xfrm>
              <a:off x="4177170" y="3693898"/>
              <a:ext cx="40229" cy="16546"/>
            </a:xfrm>
            <a:custGeom>
              <a:rect b="b" l="l" r="r" t="t"/>
              <a:pathLst>
                <a:path extrusionOk="0" h="510" w="1240">
                  <a:moveTo>
                    <a:pt x="1039" y="0"/>
                  </a:moveTo>
                  <a:cubicBezTo>
                    <a:pt x="987" y="0"/>
                    <a:pt x="932" y="18"/>
                    <a:pt x="906" y="57"/>
                  </a:cubicBezTo>
                  <a:cubicBezTo>
                    <a:pt x="858" y="153"/>
                    <a:pt x="715" y="176"/>
                    <a:pt x="596" y="176"/>
                  </a:cubicBezTo>
                  <a:cubicBezTo>
                    <a:pt x="501" y="176"/>
                    <a:pt x="358" y="129"/>
                    <a:pt x="310" y="57"/>
                  </a:cubicBezTo>
                  <a:cubicBezTo>
                    <a:pt x="283" y="29"/>
                    <a:pt x="238" y="18"/>
                    <a:pt x="187" y="18"/>
                  </a:cubicBezTo>
                  <a:cubicBezTo>
                    <a:pt x="151" y="18"/>
                    <a:pt x="112" y="24"/>
                    <a:pt x="72" y="33"/>
                  </a:cubicBezTo>
                  <a:cubicBezTo>
                    <a:pt x="1" y="105"/>
                    <a:pt x="1" y="176"/>
                    <a:pt x="48" y="272"/>
                  </a:cubicBezTo>
                  <a:cubicBezTo>
                    <a:pt x="168" y="414"/>
                    <a:pt x="358" y="510"/>
                    <a:pt x="572" y="510"/>
                  </a:cubicBezTo>
                  <a:cubicBezTo>
                    <a:pt x="858" y="510"/>
                    <a:pt x="1049" y="414"/>
                    <a:pt x="1168" y="272"/>
                  </a:cubicBezTo>
                  <a:cubicBezTo>
                    <a:pt x="1239" y="224"/>
                    <a:pt x="1239" y="105"/>
                    <a:pt x="1144" y="33"/>
                  </a:cubicBezTo>
                  <a:cubicBezTo>
                    <a:pt x="1123" y="12"/>
                    <a:pt x="1082" y="0"/>
                    <a:pt x="10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96"/>
            <p:cNvSpPr/>
            <p:nvPr/>
          </p:nvSpPr>
          <p:spPr>
            <a:xfrm>
              <a:off x="4040425" y="3593748"/>
              <a:ext cx="316022" cy="353396"/>
            </a:xfrm>
            <a:custGeom>
              <a:rect b="b" l="l" r="r" t="t"/>
              <a:pathLst>
                <a:path extrusionOk="0" h="10893" w="9741">
                  <a:moveTo>
                    <a:pt x="834" y="1"/>
                  </a:moveTo>
                  <a:cubicBezTo>
                    <a:pt x="429" y="1"/>
                    <a:pt x="48" y="334"/>
                    <a:pt x="25" y="739"/>
                  </a:cubicBezTo>
                  <a:cubicBezTo>
                    <a:pt x="1" y="1168"/>
                    <a:pt x="310" y="1549"/>
                    <a:pt x="691" y="1596"/>
                  </a:cubicBezTo>
                  <a:cubicBezTo>
                    <a:pt x="715" y="1882"/>
                    <a:pt x="858" y="2477"/>
                    <a:pt x="1215" y="3216"/>
                  </a:cubicBezTo>
                  <a:cubicBezTo>
                    <a:pt x="1668" y="4097"/>
                    <a:pt x="2525" y="5359"/>
                    <a:pt x="4168" y="6335"/>
                  </a:cubicBezTo>
                  <a:lnTo>
                    <a:pt x="4168" y="10503"/>
                  </a:lnTo>
                  <a:cubicBezTo>
                    <a:pt x="4168" y="10740"/>
                    <a:pt x="4361" y="10893"/>
                    <a:pt x="4558" y="10893"/>
                  </a:cubicBezTo>
                  <a:cubicBezTo>
                    <a:pt x="4638" y="10893"/>
                    <a:pt x="4719" y="10868"/>
                    <a:pt x="4787" y="10812"/>
                  </a:cubicBezTo>
                  <a:lnTo>
                    <a:pt x="5216" y="10479"/>
                  </a:lnTo>
                  <a:cubicBezTo>
                    <a:pt x="5407" y="10289"/>
                    <a:pt x="5573" y="10027"/>
                    <a:pt x="5573" y="9765"/>
                  </a:cubicBezTo>
                  <a:lnTo>
                    <a:pt x="5573" y="8979"/>
                  </a:lnTo>
                  <a:cubicBezTo>
                    <a:pt x="5573" y="8884"/>
                    <a:pt x="5502" y="8836"/>
                    <a:pt x="5454" y="8836"/>
                  </a:cubicBezTo>
                  <a:cubicBezTo>
                    <a:pt x="5442" y="8833"/>
                    <a:pt x="5429" y="8831"/>
                    <a:pt x="5416" y="8831"/>
                  </a:cubicBezTo>
                  <a:cubicBezTo>
                    <a:pt x="5330" y="8831"/>
                    <a:pt x="5240" y="8896"/>
                    <a:pt x="5240" y="8979"/>
                  </a:cubicBezTo>
                  <a:lnTo>
                    <a:pt x="5240" y="9788"/>
                  </a:lnTo>
                  <a:cubicBezTo>
                    <a:pt x="5240" y="9955"/>
                    <a:pt x="5145" y="10146"/>
                    <a:pt x="5002" y="10265"/>
                  </a:cubicBezTo>
                  <a:lnTo>
                    <a:pt x="4597" y="10598"/>
                  </a:lnTo>
                  <a:cubicBezTo>
                    <a:pt x="4585" y="10604"/>
                    <a:pt x="4572" y="10607"/>
                    <a:pt x="4558" y="10607"/>
                  </a:cubicBezTo>
                  <a:cubicBezTo>
                    <a:pt x="4518" y="10607"/>
                    <a:pt x="4478" y="10580"/>
                    <a:pt x="4478" y="10527"/>
                  </a:cubicBezTo>
                  <a:lnTo>
                    <a:pt x="4478" y="6288"/>
                  </a:lnTo>
                  <a:cubicBezTo>
                    <a:pt x="4478" y="6216"/>
                    <a:pt x="4430" y="6169"/>
                    <a:pt x="4383" y="6121"/>
                  </a:cubicBezTo>
                  <a:cubicBezTo>
                    <a:pt x="2739" y="5168"/>
                    <a:pt x="1906" y="3954"/>
                    <a:pt x="1501" y="3097"/>
                  </a:cubicBezTo>
                  <a:cubicBezTo>
                    <a:pt x="1168" y="2430"/>
                    <a:pt x="1049" y="1906"/>
                    <a:pt x="977" y="1644"/>
                  </a:cubicBezTo>
                  <a:lnTo>
                    <a:pt x="2406" y="1644"/>
                  </a:lnTo>
                  <a:cubicBezTo>
                    <a:pt x="2501" y="1644"/>
                    <a:pt x="2573" y="1573"/>
                    <a:pt x="2573" y="1525"/>
                  </a:cubicBezTo>
                  <a:cubicBezTo>
                    <a:pt x="2596" y="1430"/>
                    <a:pt x="2501" y="1311"/>
                    <a:pt x="2406" y="1311"/>
                  </a:cubicBezTo>
                  <a:lnTo>
                    <a:pt x="787" y="1311"/>
                  </a:lnTo>
                  <a:cubicBezTo>
                    <a:pt x="548" y="1311"/>
                    <a:pt x="334" y="1168"/>
                    <a:pt x="310" y="930"/>
                  </a:cubicBezTo>
                  <a:cubicBezTo>
                    <a:pt x="239" y="596"/>
                    <a:pt x="477" y="334"/>
                    <a:pt x="787" y="334"/>
                  </a:cubicBezTo>
                  <a:lnTo>
                    <a:pt x="8884" y="334"/>
                  </a:lnTo>
                  <a:cubicBezTo>
                    <a:pt x="9122" y="334"/>
                    <a:pt x="9312" y="477"/>
                    <a:pt x="9360" y="715"/>
                  </a:cubicBezTo>
                  <a:cubicBezTo>
                    <a:pt x="9407" y="1049"/>
                    <a:pt x="9169" y="1311"/>
                    <a:pt x="8884" y="1311"/>
                  </a:cubicBezTo>
                  <a:lnTo>
                    <a:pt x="3097" y="1311"/>
                  </a:lnTo>
                  <a:cubicBezTo>
                    <a:pt x="3001" y="1311"/>
                    <a:pt x="2954" y="1358"/>
                    <a:pt x="2954" y="1430"/>
                  </a:cubicBezTo>
                  <a:cubicBezTo>
                    <a:pt x="2930" y="1525"/>
                    <a:pt x="3001" y="1644"/>
                    <a:pt x="3097" y="1644"/>
                  </a:cubicBezTo>
                  <a:lnTo>
                    <a:pt x="8764" y="1644"/>
                  </a:lnTo>
                  <a:cubicBezTo>
                    <a:pt x="8693" y="1906"/>
                    <a:pt x="8574" y="2430"/>
                    <a:pt x="8241" y="3097"/>
                  </a:cubicBezTo>
                  <a:cubicBezTo>
                    <a:pt x="7836" y="3954"/>
                    <a:pt x="6978" y="5168"/>
                    <a:pt x="5335" y="6121"/>
                  </a:cubicBezTo>
                  <a:cubicBezTo>
                    <a:pt x="5264" y="6169"/>
                    <a:pt x="5240" y="6216"/>
                    <a:pt x="5240" y="6288"/>
                  </a:cubicBezTo>
                  <a:lnTo>
                    <a:pt x="5240" y="8360"/>
                  </a:lnTo>
                  <a:cubicBezTo>
                    <a:pt x="5240" y="8431"/>
                    <a:pt x="5311" y="8502"/>
                    <a:pt x="5359" y="8502"/>
                  </a:cubicBezTo>
                  <a:cubicBezTo>
                    <a:pt x="5376" y="8511"/>
                    <a:pt x="5395" y="8515"/>
                    <a:pt x="5413" y="8515"/>
                  </a:cubicBezTo>
                  <a:cubicBezTo>
                    <a:pt x="5494" y="8515"/>
                    <a:pt x="5573" y="8437"/>
                    <a:pt x="5573" y="8360"/>
                  </a:cubicBezTo>
                  <a:lnTo>
                    <a:pt x="5573" y="6335"/>
                  </a:lnTo>
                  <a:cubicBezTo>
                    <a:pt x="7216" y="5359"/>
                    <a:pt x="8098" y="4097"/>
                    <a:pt x="8526" y="3216"/>
                  </a:cubicBezTo>
                  <a:cubicBezTo>
                    <a:pt x="8884" y="2477"/>
                    <a:pt x="9026" y="1882"/>
                    <a:pt x="9050" y="1596"/>
                  </a:cubicBezTo>
                  <a:cubicBezTo>
                    <a:pt x="9431" y="1549"/>
                    <a:pt x="9741" y="1168"/>
                    <a:pt x="9717" y="739"/>
                  </a:cubicBezTo>
                  <a:cubicBezTo>
                    <a:pt x="9669" y="334"/>
                    <a:pt x="9312" y="1"/>
                    <a:pt x="8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7" name="Google Shape;21297;p96"/>
          <p:cNvGrpSpPr/>
          <p:nvPr/>
        </p:nvGrpSpPr>
        <p:grpSpPr>
          <a:xfrm>
            <a:off x="3279018" y="3442127"/>
            <a:ext cx="329908" cy="351579"/>
            <a:chOff x="3280978" y="3594527"/>
            <a:chExt cx="329908" cy="351579"/>
          </a:xfrm>
        </p:grpSpPr>
        <p:sp>
          <p:nvSpPr>
            <p:cNvPr id="21298" name="Google Shape;21298;p96"/>
            <p:cNvSpPr/>
            <p:nvPr/>
          </p:nvSpPr>
          <p:spPr>
            <a:xfrm>
              <a:off x="3398388" y="3869574"/>
              <a:ext cx="100474" cy="71893"/>
            </a:xfrm>
            <a:custGeom>
              <a:rect b="b" l="l" r="r" t="t"/>
              <a:pathLst>
                <a:path extrusionOk="0" h="2216" w="3097">
                  <a:moveTo>
                    <a:pt x="572" y="0"/>
                  </a:moveTo>
                  <a:lnTo>
                    <a:pt x="1" y="1120"/>
                  </a:lnTo>
                  <a:lnTo>
                    <a:pt x="572" y="2215"/>
                  </a:lnTo>
                  <a:lnTo>
                    <a:pt x="2501" y="2215"/>
                  </a:lnTo>
                  <a:lnTo>
                    <a:pt x="3097" y="1120"/>
                  </a:lnTo>
                  <a:lnTo>
                    <a:pt x="2501" y="0"/>
                  </a:ln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96"/>
            <p:cNvSpPr/>
            <p:nvPr/>
          </p:nvSpPr>
          <p:spPr>
            <a:xfrm>
              <a:off x="3479526" y="3869574"/>
              <a:ext cx="47171" cy="72671"/>
            </a:xfrm>
            <a:custGeom>
              <a:rect b="b" l="l" r="r" t="t"/>
              <a:pathLst>
                <a:path extrusionOk="0" h="2240" w="1454">
                  <a:moveTo>
                    <a:pt x="0" y="0"/>
                  </a:moveTo>
                  <a:lnTo>
                    <a:pt x="0" y="2239"/>
                  </a:lnTo>
                  <a:lnTo>
                    <a:pt x="1453" y="2239"/>
                  </a:lnTo>
                  <a:cubicBezTo>
                    <a:pt x="1453" y="882"/>
                    <a:pt x="453" y="0"/>
                    <a:pt x="477"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96"/>
            <p:cNvSpPr/>
            <p:nvPr/>
          </p:nvSpPr>
          <p:spPr>
            <a:xfrm>
              <a:off x="3368281" y="3869574"/>
              <a:ext cx="48696" cy="72671"/>
            </a:xfrm>
            <a:custGeom>
              <a:rect b="b" l="l" r="r" t="t"/>
              <a:pathLst>
                <a:path extrusionOk="0" h="2240" w="1501">
                  <a:moveTo>
                    <a:pt x="1024" y="0"/>
                  </a:moveTo>
                  <a:cubicBezTo>
                    <a:pt x="1024" y="0"/>
                    <a:pt x="0" y="858"/>
                    <a:pt x="0" y="2239"/>
                  </a:cubicBezTo>
                  <a:lnTo>
                    <a:pt x="1500" y="2239"/>
                  </a:lnTo>
                  <a:lnTo>
                    <a:pt x="1500" y="0"/>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96"/>
            <p:cNvSpPr/>
            <p:nvPr/>
          </p:nvSpPr>
          <p:spPr>
            <a:xfrm>
              <a:off x="3369027" y="3869574"/>
              <a:ext cx="46393" cy="72671"/>
            </a:xfrm>
            <a:custGeom>
              <a:rect b="b" l="l" r="r" t="t"/>
              <a:pathLst>
                <a:path extrusionOk="0" h="2240" w="1430">
                  <a:moveTo>
                    <a:pt x="1025" y="0"/>
                  </a:moveTo>
                  <a:cubicBezTo>
                    <a:pt x="1025" y="0"/>
                    <a:pt x="1" y="858"/>
                    <a:pt x="1" y="2239"/>
                  </a:cubicBezTo>
                  <a:lnTo>
                    <a:pt x="430" y="2239"/>
                  </a:lnTo>
                  <a:cubicBezTo>
                    <a:pt x="430" y="882"/>
                    <a:pt x="1430" y="0"/>
                    <a:pt x="1430"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96"/>
            <p:cNvSpPr/>
            <p:nvPr/>
          </p:nvSpPr>
          <p:spPr>
            <a:xfrm>
              <a:off x="3416945" y="3869574"/>
              <a:ext cx="61835" cy="34032"/>
            </a:xfrm>
            <a:custGeom>
              <a:rect b="b" l="l" r="r" t="t"/>
              <a:pathLst>
                <a:path extrusionOk="0" h="1049" w="1906">
                  <a:moveTo>
                    <a:pt x="0" y="0"/>
                  </a:moveTo>
                  <a:cubicBezTo>
                    <a:pt x="0" y="0"/>
                    <a:pt x="381" y="929"/>
                    <a:pt x="953" y="1048"/>
                  </a:cubicBezTo>
                  <a:cubicBezTo>
                    <a:pt x="1501" y="929"/>
                    <a:pt x="1906" y="0"/>
                    <a:pt x="1906" y="0"/>
                  </a:cubicBezTo>
                  <a:close/>
                </a:path>
              </a:pathLst>
            </a:custGeom>
            <a:solidFill>
              <a:srgbClr val="DD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96"/>
            <p:cNvSpPr/>
            <p:nvPr/>
          </p:nvSpPr>
          <p:spPr>
            <a:xfrm>
              <a:off x="3298724" y="3599166"/>
              <a:ext cx="300580" cy="149917"/>
            </a:xfrm>
            <a:custGeom>
              <a:rect b="b" l="l" r="r" t="t"/>
              <a:pathLst>
                <a:path extrusionOk="0" h="4621" w="9265">
                  <a:moveTo>
                    <a:pt x="4621" y="0"/>
                  </a:moveTo>
                  <a:cubicBezTo>
                    <a:pt x="2049" y="0"/>
                    <a:pt x="1" y="2096"/>
                    <a:pt x="1" y="4620"/>
                  </a:cubicBezTo>
                  <a:lnTo>
                    <a:pt x="9265" y="4620"/>
                  </a:lnTo>
                  <a:cubicBezTo>
                    <a:pt x="9241" y="3620"/>
                    <a:pt x="8907" y="2668"/>
                    <a:pt x="8336" y="1882"/>
                  </a:cubicBezTo>
                  <a:cubicBezTo>
                    <a:pt x="8288" y="1834"/>
                    <a:pt x="8288" y="1739"/>
                    <a:pt x="8288" y="1667"/>
                  </a:cubicBezTo>
                  <a:cubicBezTo>
                    <a:pt x="8288" y="1620"/>
                    <a:pt x="8288" y="1548"/>
                    <a:pt x="8312" y="1525"/>
                  </a:cubicBezTo>
                  <a:cubicBezTo>
                    <a:pt x="8598" y="905"/>
                    <a:pt x="8455" y="477"/>
                    <a:pt x="8336" y="286"/>
                  </a:cubicBezTo>
                  <a:cubicBezTo>
                    <a:pt x="8299" y="213"/>
                    <a:pt x="8221" y="182"/>
                    <a:pt x="8144" y="182"/>
                  </a:cubicBezTo>
                  <a:cubicBezTo>
                    <a:pt x="8120" y="182"/>
                    <a:pt x="8096" y="185"/>
                    <a:pt x="8074" y="191"/>
                  </a:cubicBezTo>
                  <a:cubicBezTo>
                    <a:pt x="7915" y="257"/>
                    <a:pt x="7739" y="282"/>
                    <a:pt x="7541" y="282"/>
                  </a:cubicBezTo>
                  <a:cubicBezTo>
                    <a:pt x="6881" y="282"/>
                    <a:pt x="5976" y="0"/>
                    <a:pt x="4621"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96"/>
            <p:cNvSpPr/>
            <p:nvPr/>
          </p:nvSpPr>
          <p:spPr>
            <a:xfrm>
              <a:off x="3297946" y="3599166"/>
              <a:ext cx="162310" cy="149917"/>
            </a:xfrm>
            <a:custGeom>
              <a:rect b="b" l="l" r="r" t="t"/>
              <a:pathLst>
                <a:path extrusionOk="0" h="4621" w="5003">
                  <a:moveTo>
                    <a:pt x="4621" y="0"/>
                  </a:moveTo>
                  <a:cubicBezTo>
                    <a:pt x="2049" y="0"/>
                    <a:pt x="1" y="2096"/>
                    <a:pt x="1" y="4620"/>
                  </a:cubicBezTo>
                  <a:lnTo>
                    <a:pt x="620" y="4620"/>
                  </a:lnTo>
                  <a:cubicBezTo>
                    <a:pt x="620" y="2144"/>
                    <a:pt x="2549" y="167"/>
                    <a:pt x="500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96"/>
            <p:cNvSpPr/>
            <p:nvPr/>
          </p:nvSpPr>
          <p:spPr>
            <a:xfrm>
              <a:off x="3545190" y="3724329"/>
              <a:ext cx="61835" cy="61835"/>
            </a:xfrm>
            <a:custGeom>
              <a:rect b="b" l="l" r="r" t="t"/>
              <a:pathLst>
                <a:path extrusionOk="0" h="1906" w="1906">
                  <a:moveTo>
                    <a:pt x="953" y="0"/>
                  </a:moveTo>
                  <a:cubicBezTo>
                    <a:pt x="405" y="0"/>
                    <a:pt x="1" y="429"/>
                    <a:pt x="1" y="953"/>
                  </a:cubicBezTo>
                  <a:cubicBezTo>
                    <a:pt x="1" y="1477"/>
                    <a:pt x="453" y="1906"/>
                    <a:pt x="953" y="1906"/>
                  </a:cubicBezTo>
                  <a:cubicBezTo>
                    <a:pt x="1477" y="1906"/>
                    <a:pt x="1906" y="1453"/>
                    <a:pt x="1906" y="953"/>
                  </a:cubicBezTo>
                  <a:cubicBezTo>
                    <a:pt x="1906" y="429"/>
                    <a:pt x="1477" y="24"/>
                    <a:pt x="95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96"/>
            <p:cNvSpPr/>
            <p:nvPr/>
          </p:nvSpPr>
          <p:spPr>
            <a:xfrm>
              <a:off x="3320363" y="3654513"/>
              <a:ext cx="257301" cy="222815"/>
            </a:xfrm>
            <a:custGeom>
              <a:rect b="b" l="l" r="r" t="t"/>
              <a:pathLst>
                <a:path extrusionOk="0" h="6868" w="7931">
                  <a:moveTo>
                    <a:pt x="2439" y="1"/>
                  </a:moveTo>
                  <a:cubicBezTo>
                    <a:pt x="1849" y="1"/>
                    <a:pt x="1287" y="178"/>
                    <a:pt x="763" y="771"/>
                  </a:cubicBezTo>
                  <a:cubicBezTo>
                    <a:pt x="310" y="1271"/>
                    <a:pt x="48" y="1938"/>
                    <a:pt x="1" y="2629"/>
                  </a:cubicBezTo>
                  <a:lnTo>
                    <a:pt x="1" y="2914"/>
                  </a:lnTo>
                  <a:cubicBezTo>
                    <a:pt x="1" y="5082"/>
                    <a:pt x="1787" y="6868"/>
                    <a:pt x="3954" y="6868"/>
                  </a:cubicBezTo>
                  <a:cubicBezTo>
                    <a:pt x="6145" y="6868"/>
                    <a:pt x="7931" y="5082"/>
                    <a:pt x="7931" y="2914"/>
                  </a:cubicBezTo>
                  <a:cubicBezTo>
                    <a:pt x="7907" y="1867"/>
                    <a:pt x="7502" y="914"/>
                    <a:pt x="6835" y="200"/>
                  </a:cubicBezTo>
                  <a:cubicBezTo>
                    <a:pt x="6761" y="125"/>
                    <a:pt x="6677" y="88"/>
                    <a:pt x="6590" y="88"/>
                  </a:cubicBezTo>
                  <a:cubicBezTo>
                    <a:pt x="6538" y="88"/>
                    <a:pt x="6484" y="101"/>
                    <a:pt x="6431" y="128"/>
                  </a:cubicBezTo>
                  <a:cubicBezTo>
                    <a:pt x="6018" y="318"/>
                    <a:pt x="5609" y="385"/>
                    <a:pt x="5206" y="385"/>
                  </a:cubicBezTo>
                  <a:cubicBezTo>
                    <a:pt x="4241" y="385"/>
                    <a:pt x="3309" y="1"/>
                    <a:pt x="2439" y="1"/>
                  </a:cubicBezTo>
                  <a:close/>
                </a:path>
              </a:pathLst>
            </a:custGeom>
            <a:solidFill>
              <a:srgbClr val="DD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96"/>
            <p:cNvSpPr/>
            <p:nvPr/>
          </p:nvSpPr>
          <p:spPr>
            <a:xfrm>
              <a:off x="3290224" y="3654221"/>
              <a:ext cx="170031" cy="223886"/>
            </a:xfrm>
            <a:custGeom>
              <a:rect b="b" l="l" r="r" t="t"/>
              <a:pathLst>
                <a:path extrusionOk="0" h="6901" w="5241">
                  <a:moveTo>
                    <a:pt x="3375" y="0"/>
                  </a:moveTo>
                  <a:cubicBezTo>
                    <a:pt x="2782" y="0"/>
                    <a:pt x="2212" y="180"/>
                    <a:pt x="1692" y="780"/>
                  </a:cubicBezTo>
                  <a:cubicBezTo>
                    <a:pt x="1334" y="1161"/>
                    <a:pt x="1096" y="1637"/>
                    <a:pt x="1001" y="2185"/>
                  </a:cubicBezTo>
                  <a:lnTo>
                    <a:pt x="858" y="2185"/>
                  </a:lnTo>
                  <a:cubicBezTo>
                    <a:pt x="382" y="2233"/>
                    <a:pt x="1" y="2638"/>
                    <a:pt x="1" y="3114"/>
                  </a:cubicBezTo>
                  <a:cubicBezTo>
                    <a:pt x="1" y="3638"/>
                    <a:pt x="406" y="4067"/>
                    <a:pt x="953" y="4067"/>
                  </a:cubicBezTo>
                  <a:cubicBezTo>
                    <a:pt x="1001" y="4067"/>
                    <a:pt x="1072" y="4067"/>
                    <a:pt x="1096" y="4019"/>
                  </a:cubicBezTo>
                  <a:cubicBezTo>
                    <a:pt x="1573" y="5686"/>
                    <a:pt x="3097" y="6877"/>
                    <a:pt x="4907" y="6900"/>
                  </a:cubicBezTo>
                  <a:lnTo>
                    <a:pt x="5240" y="6900"/>
                  </a:lnTo>
                  <a:cubicBezTo>
                    <a:pt x="3144" y="6734"/>
                    <a:pt x="1549" y="5019"/>
                    <a:pt x="1549" y="2923"/>
                  </a:cubicBezTo>
                  <a:lnTo>
                    <a:pt x="1549" y="2638"/>
                  </a:lnTo>
                  <a:cubicBezTo>
                    <a:pt x="1596" y="1947"/>
                    <a:pt x="1835" y="1280"/>
                    <a:pt x="2311" y="780"/>
                  </a:cubicBezTo>
                  <a:cubicBezTo>
                    <a:pt x="2763" y="280"/>
                    <a:pt x="3216" y="66"/>
                    <a:pt x="3716" y="18"/>
                  </a:cubicBezTo>
                  <a:cubicBezTo>
                    <a:pt x="3601" y="7"/>
                    <a:pt x="3488" y="0"/>
                    <a:pt x="3375"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96"/>
            <p:cNvSpPr/>
            <p:nvPr/>
          </p:nvSpPr>
          <p:spPr>
            <a:xfrm>
              <a:off x="3314199" y="3717387"/>
              <a:ext cx="268883" cy="75753"/>
            </a:xfrm>
            <a:custGeom>
              <a:rect b="b" l="l" r="r" t="t"/>
              <a:pathLst>
                <a:path extrusionOk="0" h="2335" w="8288">
                  <a:moveTo>
                    <a:pt x="4144" y="0"/>
                  </a:moveTo>
                  <a:lnTo>
                    <a:pt x="0" y="357"/>
                  </a:lnTo>
                  <a:cubicBezTo>
                    <a:pt x="72" y="881"/>
                    <a:pt x="238" y="1286"/>
                    <a:pt x="429" y="1572"/>
                  </a:cubicBezTo>
                  <a:cubicBezTo>
                    <a:pt x="746" y="2069"/>
                    <a:pt x="1297" y="2334"/>
                    <a:pt x="1851" y="2334"/>
                  </a:cubicBezTo>
                  <a:cubicBezTo>
                    <a:pt x="2253" y="2334"/>
                    <a:pt x="2657" y="2195"/>
                    <a:pt x="2977" y="1905"/>
                  </a:cubicBezTo>
                  <a:cubicBezTo>
                    <a:pt x="3358" y="1548"/>
                    <a:pt x="3644" y="1167"/>
                    <a:pt x="4144" y="1167"/>
                  </a:cubicBezTo>
                  <a:cubicBezTo>
                    <a:pt x="4644" y="1167"/>
                    <a:pt x="4906" y="1572"/>
                    <a:pt x="5311" y="1905"/>
                  </a:cubicBezTo>
                  <a:cubicBezTo>
                    <a:pt x="5631" y="2195"/>
                    <a:pt x="6031" y="2334"/>
                    <a:pt x="6429" y="2334"/>
                  </a:cubicBezTo>
                  <a:cubicBezTo>
                    <a:pt x="6979" y="2334"/>
                    <a:pt x="7527" y="2069"/>
                    <a:pt x="7859" y="1572"/>
                  </a:cubicBezTo>
                  <a:cubicBezTo>
                    <a:pt x="8049" y="1286"/>
                    <a:pt x="8192" y="881"/>
                    <a:pt x="8288" y="357"/>
                  </a:cubicBezTo>
                  <a:lnTo>
                    <a:pt x="4144"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96"/>
            <p:cNvSpPr/>
            <p:nvPr/>
          </p:nvSpPr>
          <p:spPr>
            <a:xfrm>
              <a:off x="3314199" y="3715829"/>
              <a:ext cx="145278" cy="76207"/>
            </a:xfrm>
            <a:custGeom>
              <a:rect b="b" l="l" r="r" t="t"/>
              <a:pathLst>
                <a:path extrusionOk="0" h="2349" w="4478">
                  <a:moveTo>
                    <a:pt x="4144" y="0"/>
                  </a:moveTo>
                  <a:lnTo>
                    <a:pt x="0" y="358"/>
                  </a:lnTo>
                  <a:cubicBezTo>
                    <a:pt x="95" y="905"/>
                    <a:pt x="238" y="1286"/>
                    <a:pt x="405" y="1596"/>
                  </a:cubicBezTo>
                  <a:cubicBezTo>
                    <a:pt x="737" y="2085"/>
                    <a:pt x="1278" y="2349"/>
                    <a:pt x="1803" y="2349"/>
                  </a:cubicBezTo>
                  <a:cubicBezTo>
                    <a:pt x="1918" y="2349"/>
                    <a:pt x="2032" y="2336"/>
                    <a:pt x="2143" y="2310"/>
                  </a:cubicBezTo>
                  <a:cubicBezTo>
                    <a:pt x="1691" y="2287"/>
                    <a:pt x="1310" y="2048"/>
                    <a:pt x="1048" y="1620"/>
                  </a:cubicBezTo>
                  <a:cubicBezTo>
                    <a:pt x="857" y="1334"/>
                    <a:pt x="691" y="929"/>
                    <a:pt x="619" y="405"/>
                  </a:cubicBezTo>
                  <a:lnTo>
                    <a:pt x="4477" y="48"/>
                  </a:lnTo>
                  <a:lnTo>
                    <a:pt x="4144"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96"/>
            <p:cNvSpPr/>
            <p:nvPr/>
          </p:nvSpPr>
          <p:spPr>
            <a:xfrm>
              <a:off x="3311085" y="3705026"/>
              <a:ext cx="272777" cy="23975"/>
            </a:xfrm>
            <a:custGeom>
              <a:rect b="b" l="l" r="r" t="t"/>
              <a:pathLst>
                <a:path extrusionOk="0" h="739" w="8408">
                  <a:moveTo>
                    <a:pt x="429" y="0"/>
                  </a:moveTo>
                  <a:cubicBezTo>
                    <a:pt x="215" y="0"/>
                    <a:pt x="1" y="191"/>
                    <a:pt x="48" y="429"/>
                  </a:cubicBezTo>
                  <a:cubicBezTo>
                    <a:pt x="48" y="524"/>
                    <a:pt x="72" y="643"/>
                    <a:pt x="72" y="738"/>
                  </a:cubicBezTo>
                  <a:lnTo>
                    <a:pt x="8384" y="738"/>
                  </a:lnTo>
                  <a:cubicBezTo>
                    <a:pt x="8384" y="643"/>
                    <a:pt x="8407" y="548"/>
                    <a:pt x="8407" y="429"/>
                  </a:cubicBezTo>
                  <a:cubicBezTo>
                    <a:pt x="8407" y="191"/>
                    <a:pt x="8217" y="24"/>
                    <a:pt x="7979"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96"/>
            <p:cNvSpPr/>
            <p:nvPr/>
          </p:nvSpPr>
          <p:spPr>
            <a:xfrm>
              <a:off x="3312642" y="3705772"/>
              <a:ext cx="33254" cy="24007"/>
            </a:xfrm>
            <a:custGeom>
              <a:rect b="b" l="l" r="r" t="t"/>
              <a:pathLst>
                <a:path extrusionOk="0" h="740" w="1025">
                  <a:moveTo>
                    <a:pt x="405" y="1"/>
                  </a:moveTo>
                  <a:cubicBezTo>
                    <a:pt x="167" y="1"/>
                    <a:pt x="0" y="215"/>
                    <a:pt x="24" y="453"/>
                  </a:cubicBezTo>
                  <a:cubicBezTo>
                    <a:pt x="24" y="549"/>
                    <a:pt x="48" y="644"/>
                    <a:pt x="48" y="739"/>
                  </a:cubicBezTo>
                  <a:lnTo>
                    <a:pt x="667" y="739"/>
                  </a:lnTo>
                  <a:cubicBezTo>
                    <a:pt x="667" y="644"/>
                    <a:pt x="643" y="525"/>
                    <a:pt x="643" y="453"/>
                  </a:cubicBezTo>
                  <a:cubicBezTo>
                    <a:pt x="620" y="168"/>
                    <a:pt x="786" y="1"/>
                    <a:pt x="102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96"/>
            <p:cNvSpPr/>
            <p:nvPr/>
          </p:nvSpPr>
          <p:spPr>
            <a:xfrm>
              <a:off x="3509665" y="3744216"/>
              <a:ext cx="10057" cy="22645"/>
            </a:xfrm>
            <a:custGeom>
              <a:rect b="b" l="l" r="r" t="t"/>
              <a:pathLst>
                <a:path extrusionOk="0" h="698" w="310">
                  <a:moveTo>
                    <a:pt x="90" y="0"/>
                  </a:moveTo>
                  <a:cubicBezTo>
                    <a:pt x="16" y="0"/>
                    <a:pt x="0" y="47"/>
                    <a:pt x="0" y="126"/>
                  </a:cubicBezTo>
                  <a:lnTo>
                    <a:pt x="0" y="507"/>
                  </a:lnTo>
                  <a:cubicBezTo>
                    <a:pt x="0" y="602"/>
                    <a:pt x="48" y="650"/>
                    <a:pt x="143" y="697"/>
                  </a:cubicBezTo>
                  <a:cubicBezTo>
                    <a:pt x="238" y="697"/>
                    <a:pt x="310" y="626"/>
                    <a:pt x="310" y="530"/>
                  </a:cubicBezTo>
                  <a:lnTo>
                    <a:pt x="310" y="149"/>
                  </a:lnTo>
                  <a:cubicBezTo>
                    <a:pt x="310" y="67"/>
                    <a:pt x="256" y="2"/>
                    <a:pt x="179" y="2"/>
                  </a:cubicBezTo>
                  <a:cubicBezTo>
                    <a:pt x="168" y="2"/>
                    <a:pt x="156" y="3"/>
                    <a:pt x="143" y="7"/>
                  </a:cubicBezTo>
                  <a:cubicBezTo>
                    <a:pt x="123" y="2"/>
                    <a:pt x="105" y="0"/>
                    <a:pt x="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96"/>
            <p:cNvSpPr/>
            <p:nvPr/>
          </p:nvSpPr>
          <p:spPr>
            <a:xfrm>
              <a:off x="3376781" y="3744216"/>
              <a:ext cx="10836" cy="22645"/>
            </a:xfrm>
            <a:custGeom>
              <a:rect b="b" l="l" r="r" t="t"/>
              <a:pathLst>
                <a:path extrusionOk="0" h="698" w="334">
                  <a:moveTo>
                    <a:pt x="112" y="0"/>
                  </a:moveTo>
                  <a:cubicBezTo>
                    <a:pt x="33" y="0"/>
                    <a:pt x="0" y="47"/>
                    <a:pt x="0" y="126"/>
                  </a:cubicBezTo>
                  <a:lnTo>
                    <a:pt x="0" y="507"/>
                  </a:lnTo>
                  <a:cubicBezTo>
                    <a:pt x="0" y="602"/>
                    <a:pt x="72" y="650"/>
                    <a:pt x="167" y="697"/>
                  </a:cubicBezTo>
                  <a:cubicBezTo>
                    <a:pt x="238" y="697"/>
                    <a:pt x="333" y="626"/>
                    <a:pt x="333" y="530"/>
                  </a:cubicBezTo>
                  <a:lnTo>
                    <a:pt x="333" y="149"/>
                  </a:lnTo>
                  <a:cubicBezTo>
                    <a:pt x="333" y="67"/>
                    <a:pt x="262" y="2"/>
                    <a:pt x="196" y="2"/>
                  </a:cubicBezTo>
                  <a:cubicBezTo>
                    <a:pt x="186" y="2"/>
                    <a:pt x="176" y="3"/>
                    <a:pt x="167" y="7"/>
                  </a:cubicBezTo>
                  <a:cubicBezTo>
                    <a:pt x="146" y="2"/>
                    <a:pt x="128" y="0"/>
                    <a:pt x="1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96"/>
            <p:cNvSpPr/>
            <p:nvPr/>
          </p:nvSpPr>
          <p:spPr>
            <a:xfrm>
              <a:off x="3430084" y="3775848"/>
              <a:ext cx="35557" cy="15735"/>
            </a:xfrm>
            <a:custGeom>
              <a:rect b="b" l="l" r="r" t="t"/>
              <a:pathLst>
                <a:path extrusionOk="0" h="485" w="1096">
                  <a:moveTo>
                    <a:pt x="919" y="0"/>
                  </a:moveTo>
                  <a:cubicBezTo>
                    <a:pt x="866" y="0"/>
                    <a:pt x="814" y="24"/>
                    <a:pt x="786" y="79"/>
                  </a:cubicBezTo>
                  <a:cubicBezTo>
                    <a:pt x="715" y="127"/>
                    <a:pt x="619" y="198"/>
                    <a:pt x="548" y="198"/>
                  </a:cubicBezTo>
                  <a:cubicBezTo>
                    <a:pt x="453" y="198"/>
                    <a:pt x="357" y="151"/>
                    <a:pt x="310" y="79"/>
                  </a:cubicBezTo>
                  <a:cubicBezTo>
                    <a:pt x="265" y="34"/>
                    <a:pt x="210" y="18"/>
                    <a:pt x="157" y="18"/>
                  </a:cubicBezTo>
                  <a:cubicBezTo>
                    <a:pt x="127" y="18"/>
                    <a:pt x="98" y="23"/>
                    <a:pt x="72" y="32"/>
                  </a:cubicBezTo>
                  <a:cubicBezTo>
                    <a:pt x="0" y="103"/>
                    <a:pt x="0" y="198"/>
                    <a:pt x="24" y="270"/>
                  </a:cubicBezTo>
                  <a:cubicBezTo>
                    <a:pt x="143" y="437"/>
                    <a:pt x="334" y="484"/>
                    <a:pt x="500" y="484"/>
                  </a:cubicBezTo>
                  <a:cubicBezTo>
                    <a:pt x="691" y="484"/>
                    <a:pt x="858" y="389"/>
                    <a:pt x="977" y="270"/>
                  </a:cubicBezTo>
                  <a:cubicBezTo>
                    <a:pt x="1096" y="198"/>
                    <a:pt x="1072" y="103"/>
                    <a:pt x="1024" y="32"/>
                  </a:cubicBezTo>
                  <a:cubicBezTo>
                    <a:pt x="995" y="12"/>
                    <a:pt x="957" y="0"/>
                    <a:pt x="9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96"/>
            <p:cNvSpPr/>
            <p:nvPr/>
          </p:nvSpPr>
          <p:spPr>
            <a:xfrm>
              <a:off x="3280978" y="3594527"/>
              <a:ext cx="329908" cy="351579"/>
            </a:xfrm>
            <a:custGeom>
              <a:rect b="b" l="l" r="r" t="t"/>
              <a:pathLst>
                <a:path extrusionOk="0" h="10837" w="10169">
                  <a:moveTo>
                    <a:pt x="3644" y="2001"/>
                  </a:moveTo>
                  <a:cubicBezTo>
                    <a:pt x="4072" y="2001"/>
                    <a:pt x="4477" y="2096"/>
                    <a:pt x="4930" y="2168"/>
                  </a:cubicBezTo>
                  <a:cubicBezTo>
                    <a:pt x="5406" y="2263"/>
                    <a:pt x="5906" y="2382"/>
                    <a:pt x="6406" y="2382"/>
                  </a:cubicBezTo>
                  <a:cubicBezTo>
                    <a:pt x="6882" y="2382"/>
                    <a:pt x="7311" y="2287"/>
                    <a:pt x="7692" y="2120"/>
                  </a:cubicBezTo>
                  <a:cubicBezTo>
                    <a:pt x="7727" y="2111"/>
                    <a:pt x="7762" y="2106"/>
                    <a:pt x="7794" y="2106"/>
                  </a:cubicBezTo>
                  <a:cubicBezTo>
                    <a:pt x="7851" y="2106"/>
                    <a:pt x="7900" y="2122"/>
                    <a:pt x="7930" y="2168"/>
                  </a:cubicBezTo>
                  <a:cubicBezTo>
                    <a:pt x="8240" y="2501"/>
                    <a:pt x="8478" y="2858"/>
                    <a:pt x="8645" y="3239"/>
                  </a:cubicBezTo>
                  <a:lnTo>
                    <a:pt x="1715" y="3239"/>
                  </a:lnTo>
                  <a:cubicBezTo>
                    <a:pt x="1810" y="3073"/>
                    <a:pt x="1929" y="2882"/>
                    <a:pt x="2072" y="2715"/>
                  </a:cubicBezTo>
                  <a:cubicBezTo>
                    <a:pt x="2524" y="2215"/>
                    <a:pt x="3001" y="2001"/>
                    <a:pt x="3644" y="2001"/>
                  </a:cubicBezTo>
                  <a:close/>
                  <a:moveTo>
                    <a:pt x="857" y="4240"/>
                  </a:moveTo>
                  <a:cubicBezTo>
                    <a:pt x="857" y="4263"/>
                    <a:pt x="857" y="4287"/>
                    <a:pt x="881" y="4311"/>
                  </a:cubicBezTo>
                  <a:cubicBezTo>
                    <a:pt x="905" y="4501"/>
                    <a:pt x="976" y="4668"/>
                    <a:pt x="1024" y="4859"/>
                  </a:cubicBezTo>
                  <a:cubicBezTo>
                    <a:pt x="1024" y="4978"/>
                    <a:pt x="1024" y="5073"/>
                    <a:pt x="1048" y="5192"/>
                  </a:cubicBezTo>
                  <a:cubicBezTo>
                    <a:pt x="1096" y="5359"/>
                    <a:pt x="1119" y="5549"/>
                    <a:pt x="1143" y="5692"/>
                  </a:cubicBezTo>
                  <a:cubicBezTo>
                    <a:pt x="738" y="5692"/>
                    <a:pt x="405" y="5359"/>
                    <a:pt x="405" y="4954"/>
                  </a:cubicBezTo>
                  <a:cubicBezTo>
                    <a:pt x="405" y="4716"/>
                    <a:pt x="500" y="4501"/>
                    <a:pt x="667" y="4359"/>
                  </a:cubicBezTo>
                  <a:cubicBezTo>
                    <a:pt x="738" y="4287"/>
                    <a:pt x="786" y="4263"/>
                    <a:pt x="857" y="4240"/>
                  </a:cubicBezTo>
                  <a:close/>
                  <a:moveTo>
                    <a:pt x="9431" y="4263"/>
                  </a:moveTo>
                  <a:cubicBezTo>
                    <a:pt x="9693" y="4382"/>
                    <a:pt x="9859" y="4668"/>
                    <a:pt x="9859" y="4978"/>
                  </a:cubicBezTo>
                  <a:cubicBezTo>
                    <a:pt x="9907" y="5359"/>
                    <a:pt x="9573" y="5692"/>
                    <a:pt x="9145" y="5716"/>
                  </a:cubicBezTo>
                  <a:cubicBezTo>
                    <a:pt x="9192" y="5573"/>
                    <a:pt x="9216" y="5454"/>
                    <a:pt x="9240" y="5311"/>
                  </a:cubicBezTo>
                  <a:cubicBezTo>
                    <a:pt x="9264" y="5144"/>
                    <a:pt x="9264" y="5025"/>
                    <a:pt x="9264" y="4883"/>
                  </a:cubicBezTo>
                  <a:cubicBezTo>
                    <a:pt x="9335" y="4668"/>
                    <a:pt x="9383" y="4478"/>
                    <a:pt x="9431" y="4263"/>
                  </a:cubicBezTo>
                  <a:close/>
                  <a:moveTo>
                    <a:pt x="8883" y="3573"/>
                  </a:moveTo>
                  <a:cubicBezTo>
                    <a:pt x="8978" y="3573"/>
                    <a:pt x="9073" y="3573"/>
                    <a:pt x="9121" y="3668"/>
                  </a:cubicBezTo>
                  <a:cubicBezTo>
                    <a:pt x="9216" y="3763"/>
                    <a:pt x="9192" y="3906"/>
                    <a:pt x="9192" y="4025"/>
                  </a:cubicBezTo>
                  <a:lnTo>
                    <a:pt x="8264" y="4025"/>
                  </a:lnTo>
                  <a:cubicBezTo>
                    <a:pt x="8240" y="4025"/>
                    <a:pt x="8240" y="4025"/>
                    <a:pt x="8192" y="4049"/>
                  </a:cubicBezTo>
                  <a:cubicBezTo>
                    <a:pt x="8073" y="4192"/>
                    <a:pt x="8168" y="4359"/>
                    <a:pt x="8288" y="4359"/>
                  </a:cubicBezTo>
                  <a:lnTo>
                    <a:pt x="9121" y="4359"/>
                  </a:lnTo>
                  <a:cubicBezTo>
                    <a:pt x="9121" y="4382"/>
                    <a:pt x="9121" y="4406"/>
                    <a:pt x="9097" y="4430"/>
                  </a:cubicBezTo>
                  <a:cubicBezTo>
                    <a:pt x="9002" y="4787"/>
                    <a:pt x="8883" y="5192"/>
                    <a:pt x="8645" y="5454"/>
                  </a:cubicBezTo>
                  <a:cubicBezTo>
                    <a:pt x="8383" y="5787"/>
                    <a:pt x="7930" y="5978"/>
                    <a:pt x="7525" y="5978"/>
                  </a:cubicBezTo>
                  <a:cubicBezTo>
                    <a:pt x="7121" y="5978"/>
                    <a:pt x="6740" y="5859"/>
                    <a:pt x="6454" y="5597"/>
                  </a:cubicBezTo>
                  <a:cubicBezTo>
                    <a:pt x="6049" y="5264"/>
                    <a:pt x="5739" y="4835"/>
                    <a:pt x="5168" y="4835"/>
                  </a:cubicBezTo>
                  <a:cubicBezTo>
                    <a:pt x="4715" y="4835"/>
                    <a:pt x="4382" y="5144"/>
                    <a:pt x="4072" y="5430"/>
                  </a:cubicBezTo>
                  <a:cubicBezTo>
                    <a:pt x="3728" y="5754"/>
                    <a:pt x="3280" y="5975"/>
                    <a:pt x="2817" y="5975"/>
                  </a:cubicBezTo>
                  <a:cubicBezTo>
                    <a:pt x="2735" y="5975"/>
                    <a:pt x="2654" y="5968"/>
                    <a:pt x="2572" y="5954"/>
                  </a:cubicBezTo>
                  <a:cubicBezTo>
                    <a:pt x="1834" y="5811"/>
                    <a:pt x="1381" y="5121"/>
                    <a:pt x="1238" y="4430"/>
                  </a:cubicBezTo>
                  <a:cubicBezTo>
                    <a:pt x="1238" y="4406"/>
                    <a:pt x="1238" y="4382"/>
                    <a:pt x="1191" y="4335"/>
                  </a:cubicBezTo>
                  <a:lnTo>
                    <a:pt x="7692" y="4335"/>
                  </a:lnTo>
                  <a:cubicBezTo>
                    <a:pt x="7716" y="4335"/>
                    <a:pt x="7716" y="4335"/>
                    <a:pt x="7740" y="4311"/>
                  </a:cubicBezTo>
                  <a:cubicBezTo>
                    <a:pt x="7859" y="4168"/>
                    <a:pt x="7787" y="4025"/>
                    <a:pt x="7668" y="4025"/>
                  </a:cubicBezTo>
                  <a:lnTo>
                    <a:pt x="1143" y="4025"/>
                  </a:lnTo>
                  <a:cubicBezTo>
                    <a:pt x="1119" y="3906"/>
                    <a:pt x="1119" y="3811"/>
                    <a:pt x="1119" y="3763"/>
                  </a:cubicBezTo>
                  <a:cubicBezTo>
                    <a:pt x="1143" y="3644"/>
                    <a:pt x="1238" y="3573"/>
                    <a:pt x="1357" y="3573"/>
                  </a:cubicBezTo>
                  <a:close/>
                  <a:moveTo>
                    <a:pt x="5144" y="5097"/>
                  </a:moveTo>
                  <a:cubicBezTo>
                    <a:pt x="5573" y="5097"/>
                    <a:pt x="5882" y="5549"/>
                    <a:pt x="6216" y="5811"/>
                  </a:cubicBezTo>
                  <a:cubicBezTo>
                    <a:pt x="6525" y="6097"/>
                    <a:pt x="6978" y="6264"/>
                    <a:pt x="7430" y="6264"/>
                  </a:cubicBezTo>
                  <a:cubicBezTo>
                    <a:pt x="7930" y="6264"/>
                    <a:pt x="8430" y="6049"/>
                    <a:pt x="8788" y="5668"/>
                  </a:cubicBezTo>
                  <a:cubicBezTo>
                    <a:pt x="8788" y="5668"/>
                    <a:pt x="8835" y="5597"/>
                    <a:pt x="8859" y="5597"/>
                  </a:cubicBezTo>
                  <a:cubicBezTo>
                    <a:pt x="8835" y="5668"/>
                    <a:pt x="8788" y="5811"/>
                    <a:pt x="8788" y="5811"/>
                  </a:cubicBezTo>
                  <a:cubicBezTo>
                    <a:pt x="8621" y="6454"/>
                    <a:pt x="8288" y="7026"/>
                    <a:pt x="7811" y="7502"/>
                  </a:cubicBezTo>
                  <a:cubicBezTo>
                    <a:pt x="7430" y="7859"/>
                    <a:pt x="7002" y="8169"/>
                    <a:pt x="6501" y="8336"/>
                  </a:cubicBezTo>
                  <a:cubicBezTo>
                    <a:pt x="6105" y="8503"/>
                    <a:pt x="5726" y="8578"/>
                    <a:pt x="5318" y="8578"/>
                  </a:cubicBezTo>
                  <a:cubicBezTo>
                    <a:pt x="5261" y="8578"/>
                    <a:pt x="5203" y="8577"/>
                    <a:pt x="5144" y="8574"/>
                  </a:cubicBezTo>
                  <a:cubicBezTo>
                    <a:pt x="4692" y="8574"/>
                    <a:pt x="4215" y="8478"/>
                    <a:pt x="3763" y="8312"/>
                  </a:cubicBezTo>
                  <a:cubicBezTo>
                    <a:pt x="3286" y="8121"/>
                    <a:pt x="2834" y="7835"/>
                    <a:pt x="2453" y="7478"/>
                  </a:cubicBezTo>
                  <a:cubicBezTo>
                    <a:pt x="1977" y="7002"/>
                    <a:pt x="1643" y="6430"/>
                    <a:pt x="1477" y="5811"/>
                  </a:cubicBezTo>
                  <a:cubicBezTo>
                    <a:pt x="1477" y="5811"/>
                    <a:pt x="1429" y="5692"/>
                    <a:pt x="1405" y="5597"/>
                  </a:cubicBezTo>
                  <a:lnTo>
                    <a:pt x="1405" y="5597"/>
                  </a:lnTo>
                  <a:lnTo>
                    <a:pt x="1477" y="5668"/>
                  </a:lnTo>
                  <a:cubicBezTo>
                    <a:pt x="1834" y="6049"/>
                    <a:pt x="2310" y="6264"/>
                    <a:pt x="2834" y="6264"/>
                  </a:cubicBezTo>
                  <a:cubicBezTo>
                    <a:pt x="3286" y="6264"/>
                    <a:pt x="3739" y="6073"/>
                    <a:pt x="4072" y="5811"/>
                  </a:cubicBezTo>
                  <a:cubicBezTo>
                    <a:pt x="4358" y="5549"/>
                    <a:pt x="4668" y="5097"/>
                    <a:pt x="5144" y="5097"/>
                  </a:cubicBezTo>
                  <a:close/>
                  <a:moveTo>
                    <a:pt x="4572" y="8883"/>
                  </a:moveTo>
                  <a:cubicBezTo>
                    <a:pt x="4620" y="8883"/>
                    <a:pt x="5025" y="8907"/>
                    <a:pt x="5144" y="8907"/>
                  </a:cubicBezTo>
                  <a:cubicBezTo>
                    <a:pt x="5311" y="8907"/>
                    <a:pt x="5525" y="8907"/>
                    <a:pt x="5692" y="8883"/>
                  </a:cubicBezTo>
                  <a:lnTo>
                    <a:pt x="5692" y="8883"/>
                  </a:lnTo>
                  <a:cubicBezTo>
                    <a:pt x="5454" y="9241"/>
                    <a:pt x="5263" y="9360"/>
                    <a:pt x="5144" y="9383"/>
                  </a:cubicBezTo>
                  <a:cubicBezTo>
                    <a:pt x="5025" y="9336"/>
                    <a:pt x="4811" y="9241"/>
                    <a:pt x="4572" y="8883"/>
                  </a:cubicBezTo>
                  <a:close/>
                  <a:moveTo>
                    <a:pt x="3763" y="8669"/>
                  </a:moveTo>
                  <a:lnTo>
                    <a:pt x="4025" y="8764"/>
                  </a:lnTo>
                  <a:lnTo>
                    <a:pt x="4025" y="10550"/>
                  </a:lnTo>
                  <a:lnTo>
                    <a:pt x="3620" y="10550"/>
                  </a:lnTo>
                  <a:lnTo>
                    <a:pt x="3620" y="9955"/>
                  </a:lnTo>
                  <a:cubicBezTo>
                    <a:pt x="3620" y="9860"/>
                    <a:pt x="3548" y="9788"/>
                    <a:pt x="3477" y="9764"/>
                  </a:cubicBezTo>
                  <a:cubicBezTo>
                    <a:pt x="3382" y="9764"/>
                    <a:pt x="3286" y="9836"/>
                    <a:pt x="3286" y="9907"/>
                  </a:cubicBezTo>
                  <a:lnTo>
                    <a:pt x="3286" y="10503"/>
                  </a:lnTo>
                  <a:lnTo>
                    <a:pt x="2882" y="10503"/>
                  </a:lnTo>
                  <a:cubicBezTo>
                    <a:pt x="2929" y="9550"/>
                    <a:pt x="3548" y="8883"/>
                    <a:pt x="3763" y="8669"/>
                  </a:cubicBezTo>
                  <a:close/>
                  <a:moveTo>
                    <a:pt x="6525" y="8669"/>
                  </a:moveTo>
                  <a:cubicBezTo>
                    <a:pt x="6740" y="8883"/>
                    <a:pt x="7359" y="9550"/>
                    <a:pt x="7430" y="10550"/>
                  </a:cubicBezTo>
                  <a:lnTo>
                    <a:pt x="6978" y="10550"/>
                  </a:lnTo>
                  <a:lnTo>
                    <a:pt x="6978" y="9955"/>
                  </a:lnTo>
                  <a:cubicBezTo>
                    <a:pt x="6978" y="9884"/>
                    <a:pt x="6930" y="9788"/>
                    <a:pt x="6859" y="9788"/>
                  </a:cubicBezTo>
                  <a:cubicBezTo>
                    <a:pt x="6849" y="9786"/>
                    <a:pt x="6839" y="9785"/>
                    <a:pt x="6829" y="9785"/>
                  </a:cubicBezTo>
                  <a:cubicBezTo>
                    <a:pt x="6749" y="9785"/>
                    <a:pt x="6692" y="9870"/>
                    <a:pt x="6692" y="9955"/>
                  </a:cubicBezTo>
                  <a:lnTo>
                    <a:pt x="6692" y="10550"/>
                  </a:lnTo>
                  <a:lnTo>
                    <a:pt x="6263" y="10550"/>
                  </a:lnTo>
                  <a:lnTo>
                    <a:pt x="6263" y="8764"/>
                  </a:lnTo>
                  <a:lnTo>
                    <a:pt x="6525" y="8669"/>
                  </a:lnTo>
                  <a:close/>
                  <a:moveTo>
                    <a:pt x="4358" y="9074"/>
                  </a:moveTo>
                  <a:cubicBezTo>
                    <a:pt x="4549" y="9336"/>
                    <a:pt x="4811" y="9622"/>
                    <a:pt x="5144" y="9717"/>
                  </a:cubicBezTo>
                  <a:lnTo>
                    <a:pt x="5192" y="9717"/>
                  </a:lnTo>
                  <a:cubicBezTo>
                    <a:pt x="5525" y="9645"/>
                    <a:pt x="5763" y="9383"/>
                    <a:pt x="5930" y="9121"/>
                  </a:cubicBezTo>
                  <a:lnTo>
                    <a:pt x="5930" y="10574"/>
                  </a:lnTo>
                  <a:lnTo>
                    <a:pt x="4334" y="10574"/>
                  </a:lnTo>
                  <a:lnTo>
                    <a:pt x="4358" y="9074"/>
                  </a:lnTo>
                  <a:close/>
                  <a:moveTo>
                    <a:pt x="5096" y="1"/>
                  </a:moveTo>
                  <a:cubicBezTo>
                    <a:pt x="3953" y="1"/>
                    <a:pt x="2834" y="405"/>
                    <a:pt x="1977" y="1167"/>
                  </a:cubicBezTo>
                  <a:cubicBezTo>
                    <a:pt x="1929" y="1215"/>
                    <a:pt x="1929" y="1310"/>
                    <a:pt x="1953" y="1406"/>
                  </a:cubicBezTo>
                  <a:cubicBezTo>
                    <a:pt x="1981" y="1434"/>
                    <a:pt x="2025" y="1445"/>
                    <a:pt x="2076" y="1445"/>
                  </a:cubicBezTo>
                  <a:cubicBezTo>
                    <a:pt x="2112" y="1445"/>
                    <a:pt x="2152" y="1439"/>
                    <a:pt x="2191" y="1429"/>
                  </a:cubicBezTo>
                  <a:cubicBezTo>
                    <a:pt x="2977" y="715"/>
                    <a:pt x="4025" y="334"/>
                    <a:pt x="5096" y="334"/>
                  </a:cubicBezTo>
                  <a:cubicBezTo>
                    <a:pt x="5882" y="334"/>
                    <a:pt x="6525" y="429"/>
                    <a:pt x="7049" y="501"/>
                  </a:cubicBezTo>
                  <a:cubicBezTo>
                    <a:pt x="7434" y="556"/>
                    <a:pt x="7756" y="611"/>
                    <a:pt x="8041" y="611"/>
                  </a:cubicBezTo>
                  <a:cubicBezTo>
                    <a:pt x="8250" y="611"/>
                    <a:pt x="8440" y="581"/>
                    <a:pt x="8621" y="501"/>
                  </a:cubicBezTo>
                  <a:cubicBezTo>
                    <a:pt x="8645" y="501"/>
                    <a:pt x="8669" y="501"/>
                    <a:pt x="8716" y="548"/>
                  </a:cubicBezTo>
                  <a:cubicBezTo>
                    <a:pt x="8835" y="739"/>
                    <a:pt x="8907" y="1072"/>
                    <a:pt x="8669" y="1644"/>
                  </a:cubicBezTo>
                  <a:cubicBezTo>
                    <a:pt x="8573" y="1810"/>
                    <a:pt x="8621" y="2025"/>
                    <a:pt x="8740" y="2168"/>
                  </a:cubicBezTo>
                  <a:cubicBezTo>
                    <a:pt x="9121" y="2715"/>
                    <a:pt x="9383" y="3335"/>
                    <a:pt x="9502" y="3954"/>
                  </a:cubicBezTo>
                  <a:cubicBezTo>
                    <a:pt x="9478" y="3954"/>
                    <a:pt x="9478" y="3954"/>
                    <a:pt x="9454" y="3930"/>
                  </a:cubicBezTo>
                  <a:lnTo>
                    <a:pt x="9454" y="3882"/>
                  </a:lnTo>
                  <a:cubicBezTo>
                    <a:pt x="9454" y="3716"/>
                    <a:pt x="9431" y="3573"/>
                    <a:pt x="9312" y="3454"/>
                  </a:cubicBezTo>
                  <a:cubicBezTo>
                    <a:pt x="9216" y="3358"/>
                    <a:pt x="9097" y="3311"/>
                    <a:pt x="8954" y="3287"/>
                  </a:cubicBezTo>
                  <a:cubicBezTo>
                    <a:pt x="8764" y="2811"/>
                    <a:pt x="8478" y="2358"/>
                    <a:pt x="8121" y="1977"/>
                  </a:cubicBezTo>
                  <a:cubicBezTo>
                    <a:pt x="8016" y="1858"/>
                    <a:pt x="7874" y="1804"/>
                    <a:pt x="7741" y="1804"/>
                  </a:cubicBezTo>
                  <a:cubicBezTo>
                    <a:pt x="7663" y="1804"/>
                    <a:pt x="7587" y="1823"/>
                    <a:pt x="7525" y="1858"/>
                  </a:cubicBezTo>
                  <a:cubicBezTo>
                    <a:pt x="7168" y="2001"/>
                    <a:pt x="6811" y="2096"/>
                    <a:pt x="6382" y="2096"/>
                  </a:cubicBezTo>
                  <a:cubicBezTo>
                    <a:pt x="5906" y="2096"/>
                    <a:pt x="5430" y="2001"/>
                    <a:pt x="4953" y="1882"/>
                  </a:cubicBezTo>
                  <a:cubicBezTo>
                    <a:pt x="4477" y="1787"/>
                    <a:pt x="4025" y="1691"/>
                    <a:pt x="3572" y="1691"/>
                  </a:cubicBezTo>
                  <a:cubicBezTo>
                    <a:pt x="2834" y="1691"/>
                    <a:pt x="2286" y="1977"/>
                    <a:pt x="1762" y="2525"/>
                  </a:cubicBezTo>
                  <a:cubicBezTo>
                    <a:pt x="1596" y="2739"/>
                    <a:pt x="1405" y="3001"/>
                    <a:pt x="1286" y="3239"/>
                  </a:cubicBezTo>
                  <a:cubicBezTo>
                    <a:pt x="1143" y="3239"/>
                    <a:pt x="1000" y="3311"/>
                    <a:pt x="905" y="3430"/>
                  </a:cubicBezTo>
                  <a:cubicBezTo>
                    <a:pt x="786" y="3573"/>
                    <a:pt x="762" y="3716"/>
                    <a:pt x="762" y="3906"/>
                  </a:cubicBezTo>
                  <a:cubicBezTo>
                    <a:pt x="714" y="3906"/>
                    <a:pt x="714" y="3906"/>
                    <a:pt x="691" y="3930"/>
                  </a:cubicBezTo>
                  <a:cubicBezTo>
                    <a:pt x="834" y="3168"/>
                    <a:pt x="1191" y="2406"/>
                    <a:pt x="1739" y="1810"/>
                  </a:cubicBezTo>
                  <a:cubicBezTo>
                    <a:pt x="1786" y="1763"/>
                    <a:pt x="1786" y="1644"/>
                    <a:pt x="1739" y="1572"/>
                  </a:cubicBezTo>
                  <a:cubicBezTo>
                    <a:pt x="1703" y="1549"/>
                    <a:pt x="1655" y="1537"/>
                    <a:pt x="1611" y="1537"/>
                  </a:cubicBezTo>
                  <a:cubicBezTo>
                    <a:pt x="1566" y="1537"/>
                    <a:pt x="1524" y="1549"/>
                    <a:pt x="1500" y="1572"/>
                  </a:cubicBezTo>
                  <a:cubicBezTo>
                    <a:pt x="881" y="2287"/>
                    <a:pt x="453" y="3192"/>
                    <a:pt x="333" y="4144"/>
                  </a:cubicBezTo>
                  <a:cubicBezTo>
                    <a:pt x="119" y="4359"/>
                    <a:pt x="0" y="4621"/>
                    <a:pt x="0" y="4906"/>
                  </a:cubicBezTo>
                  <a:cubicBezTo>
                    <a:pt x="0" y="5502"/>
                    <a:pt x="524" y="6026"/>
                    <a:pt x="1119" y="6026"/>
                  </a:cubicBezTo>
                  <a:lnTo>
                    <a:pt x="1143" y="6026"/>
                  </a:lnTo>
                  <a:cubicBezTo>
                    <a:pt x="1405" y="6669"/>
                    <a:pt x="1762" y="7240"/>
                    <a:pt x="2239" y="7716"/>
                  </a:cubicBezTo>
                  <a:cubicBezTo>
                    <a:pt x="2596" y="8074"/>
                    <a:pt x="3001" y="8336"/>
                    <a:pt x="3429" y="8526"/>
                  </a:cubicBezTo>
                  <a:cubicBezTo>
                    <a:pt x="3144" y="8836"/>
                    <a:pt x="2548" y="9622"/>
                    <a:pt x="2548" y="10693"/>
                  </a:cubicBezTo>
                  <a:cubicBezTo>
                    <a:pt x="2548" y="10788"/>
                    <a:pt x="2596" y="10836"/>
                    <a:pt x="2691" y="10836"/>
                  </a:cubicBezTo>
                  <a:lnTo>
                    <a:pt x="7549" y="10836"/>
                  </a:lnTo>
                  <a:cubicBezTo>
                    <a:pt x="7645" y="10836"/>
                    <a:pt x="7692" y="10788"/>
                    <a:pt x="7692" y="10693"/>
                  </a:cubicBezTo>
                  <a:cubicBezTo>
                    <a:pt x="7692" y="9622"/>
                    <a:pt x="7121" y="8836"/>
                    <a:pt x="6811" y="8526"/>
                  </a:cubicBezTo>
                  <a:cubicBezTo>
                    <a:pt x="7240" y="8312"/>
                    <a:pt x="7645" y="8050"/>
                    <a:pt x="8002" y="7716"/>
                  </a:cubicBezTo>
                  <a:cubicBezTo>
                    <a:pt x="8478" y="7240"/>
                    <a:pt x="8835" y="6669"/>
                    <a:pt x="9026" y="6049"/>
                  </a:cubicBezTo>
                  <a:lnTo>
                    <a:pt x="9073" y="6049"/>
                  </a:lnTo>
                  <a:cubicBezTo>
                    <a:pt x="9669" y="6049"/>
                    <a:pt x="10169" y="5549"/>
                    <a:pt x="10169" y="4954"/>
                  </a:cubicBezTo>
                  <a:cubicBezTo>
                    <a:pt x="10169" y="4644"/>
                    <a:pt x="10050" y="4382"/>
                    <a:pt x="9835" y="4168"/>
                  </a:cubicBezTo>
                  <a:cubicBezTo>
                    <a:pt x="9740" y="3358"/>
                    <a:pt x="9431" y="2596"/>
                    <a:pt x="8954" y="1930"/>
                  </a:cubicBezTo>
                  <a:cubicBezTo>
                    <a:pt x="8883" y="1882"/>
                    <a:pt x="8883" y="1787"/>
                    <a:pt x="8907" y="1739"/>
                  </a:cubicBezTo>
                  <a:cubicBezTo>
                    <a:pt x="9240" y="1025"/>
                    <a:pt x="9073" y="548"/>
                    <a:pt x="8954" y="334"/>
                  </a:cubicBezTo>
                  <a:cubicBezTo>
                    <a:pt x="8886" y="231"/>
                    <a:pt x="8755" y="153"/>
                    <a:pt x="8625" y="153"/>
                  </a:cubicBezTo>
                  <a:cubicBezTo>
                    <a:pt x="8575" y="153"/>
                    <a:pt x="8525" y="164"/>
                    <a:pt x="8478" y="191"/>
                  </a:cubicBezTo>
                  <a:cubicBezTo>
                    <a:pt x="8337" y="251"/>
                    <a:pt x="8175" y="274"/>
                    <a:pt x="7988" y="274"/>
                  </a:cubicBezTo>
                  <a:cubicBezTo>
                    <a:pt x="7732" y="274"/>
                    <a:pt x="7430" y="232"/>
                    <a:pt x="7073" y="191"/>
                  </a:cubicBezTo>
                  <a:cubicBezTo>
                    <a:pt x="6525" y="96"/>
                    <a:pt x="5906" y="1"/>
                    <a:pt x="50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6" name="Google Shape;21316;p96"/>
          <p:cNvGrpSpPr/>
          <p:nvPr/>
        </p:nvGrpSpPr>
        <p:grpSpPr>
          <a:xfrm>
            <a:off x="2496343" y="3442516"/>
            <a:ext cx="371661" cy="351936"/>
            <a:chOff x="2498303" y="3594916"/>
            <a:chExt cx="371661" cy="351936"/>
          </a:xfrm>
        </p:grpSpPr>
        <p:sp>
          <p:nvSpPr>
            <p:cNvPr id="21317" name="Google Shape;21317;p96"/>
            <p:cNvSpPr/>
            <p:nvPr/>
          </p:nvSpPr>
          <p:spPr>
            <a:xfrm>
              <a:off x="2627359" y="3598971"/>
              <a:ext cx="95803" cy="96030"/>
            </a:xfrm>
            <a:custGeom>
              <a:rect b="b" l="l" r="r" t="t"/>
              <a:pathLst>
                <a:path extrusionOk="0" h="2960" w="2953">
                  <a:moveTo>
                    <a:pt x="1465" y="1"/>
                  </a:moveTo>
                  <a:cubicBezTo>
                    <a:pt x="1346" y="1"/>
                    <a:pt x="1226" y="42"/>
                    <a:pt x="1143" y="126"/>
                  </a:cubicBezTo>
                  <a:lnTo>
                    <a:pt x="0" y="1269"/>
                  </a:lnTo>
                  <a:lnTo>
                    <a:pt x="524" y="2436"/>
                  </a:lnTo>
                  <a:lnTo>
                    <a:pt x="1643" y="2959"/>
                  </a:lnTo>
                  <a:lnTo>
                    <a:pt x="2786" y="1840"/>
                  </a:lnTo>
                  <a:cubicBezTo>
                    <a:pt x="2953" y="1650"/>
                    <a:pt x="2953" y="1364"/>
                    <a:pt x="2810" y="1150"/>
                  </a:cubicBezTo>
                  <a:lnTo>
                    <a:pt x="1786" y="126"/>
                  </a:lnTo>
                  <a:cubicBezTo>
                    <a:pt x="1703" y="42"/>
                    <a:pt x="1584" y="1"/>
                    <a:pt x="1465"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96"/>
            <p:cNvSpPr/>
            <p:nvPr/>
          </p:nvSpPr>
          <p:spPr>
            <a:xfrm>
              <a:off x="2768744" y="3741134"/>
              <a:ext cx="96581" cy="95251"/>
            </a:xfrm>
            <a:custGeom>
              <a:rect b="b" l="l" r="r" t="t"/>
              <a:pathLst>
                <a:path extrusionOk="0" h="2936" w="2977">
                  <a:moveTo>
                    <a:pt x="1453" y="0"/>
                  </a:moveTo>
                  <a:cubicBezTo>
                    <a:pt x="1334" y="0"/>
                    <a:pt x="1215" y="42"/>
                    <a:pt x="1119" y="125"/>
                  </a:cubicBezTo>
                  <a:lnTo>
                    <a:pt x="0" y="1268"/>
                  </a:lnTo>
                  <a:lnTo>
                    <a:pt x="500" y="2412"/>
                  </a:lnTo>
                  <a:lnTo>
                    <a:pt x="1667" y="2935"/>
                  </a:lnTo>
                  <a:lnTo>
                    <a:pt x="2786" y="1792"/>
                  </a:lnTo>
                  <a:cubicBezTo>
                    <a:pt x="2977" y="1626"/>
                    <a:pt x="2977" y="1316"/>
                    <a:pt x="2786" y="1149"/>
                  </a:cubicBezTo>
                  <a:lnTo>
                    <a:pt x="1786" y="125"/>
                  </a:lnTo>
                  <a:cubicBezTo>
                    <a:pt x="1691" y="42"/>
                    <a:pt x="1572" y="0"/>
                    <a:pt x="1453"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96"/>
            <p:cNvSpPr/>
            <p:nvPr/>
          </p:nvSpPr>
          <p:spPr>
            <a:xfrm>
              <a:off x="2507581" y="3640887"/>
              <a:ext cx="315276" cy="301715"/>
            </a:xfrm>
            <a:custGeom>
              <a:rect b="b" l="l" r="r" t="t"/>
              <a:pathLst>
                <a:path extrusionOk="0" h="9300" w="9718">
                  <a:moveTo>
                    <a:pt x="3692" y="0"/>
                  </a:moveTo>
                  <a:lnTo>
                    <a:pt x="1715" y="2001"/>
                  </a:lnTo>
                  <a:cubicBezTo>
                    <a:pt x="48" y="3644"/>
                    <a:pt x="1" y="6383"/>
                    <a:pt x="1668" y="8050"/>
                  </a:cubicBezTo>
                  <a:cubicBezTo>
                    <a:pt x="2489" y="8883"/>
                    <a:pt x="3579" y="9300"/>
                    <a:pt x="4671" y="9300"/>
                  </a:cubicBezTo>
                  <a:cubicBezTo>
                    <a:pt x="5764" y="9300"/>
                    <a:pt x="6859" y="8883"/>
                    <a:pt x="7693" y="8050"/>
                  </a:cubicBezTo>
                  <a:lnTo>
                    <a:pt x="9717" y="6025"/>
                  </a:lnTo>
                  <a:lnTo>
                    <a:pt x="8074" y="4358"/>
                  </a:lnTo>
                  <a:lnTo>
                    <a:pt x="6050" y="6383"/>
                  </a:lnTo>
                  <a:cubicBezTo>
                    <a:pt x="5683" y="6761"/>
                    <a:pt x="5200" y="6945"/>
                    <a:pt x="4713" y="6945"/>
                  </a:cubicBezTo>
                  <a:cubicBezTo>
                    <a:pt x="4218" y="6945"/>
                    <a:pt x="3719" y="6755"/>
                    <a:pt x="3335" y="6383"/>
                  </a:cubicBezTo>
                  <a:cubicBezTo>
                    <a:pt x="2597" y="5597"/>
                    <a:pt x="2620" y="4406"/>
                    <a:pt x="3382" y="3668"/>
                  </a:cubicBezTo>
                  <a:lnTo>
                    <a:pt x="5359" y="1667"/>
                  </a:lnTo>
                  <a:lnTo>
                    <a:pt x="3692" y="0"/>
                  </a:ln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96"/>
            <p:cNvSpPr/>
            <p:nvPr/>
          </p:nvSpPr>
          <p:spPr>
            <a:xfrm>
              <a:off x="2793465" y="3757550"/>
              <a:ext cx="71860" cy="78835"/>
            </a:xfrm>
            <a:custGeom>
              <a:rect b="b" l="l" r="r" t="t"/>
              <a:pathLst>
                <a:path extrusionOk="0" h="2430" w="2215">
                  <a:moveTo>
                    <a:pt x="1381" y="0"/>
                  </a:moveTo>
                  <a:lnTo>
                    <a:pt x="1381" y="0"/>
                  </a:lnTo>
                  <a:cubicBezTo>
                    <a:pt x="1548" y="191"/>
                    <a:pt x="1548" y="477"/>
                    <a:pt x="1381" y="667"/>
                  </a:cubicBezTo>
                  <a:lnTo>
                    <a:pt x="0" y="2025"/>
                  </a:lnTo>
                  <a:lnTo>
                    <a:pt x="905" y="2429"/>
                  </a:lnTo>
                  <a:lnTo>
                    <a:pt x="2024" y="1286"/>
                  </a:lnTo>
                  <a:cubicBezTo>
                    <a:pt x="2143" y="1143"/>
                    <a:pt x="2215" y="929"/>
                    <a:pt x="2096" y="762"/>
                  </a:cubicBezTo>
                  <a:cubicBezTo>
                    <a:pt x="2048" y="715"/>
                    <a:pt x="2024" y="667"/>
                    <a:pt x="2001" y="643"/>
                  </a:cubicBezTo>
                  <a:lnTo>
                    <a:pt x="138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96"/>
            <p:cNvSpPr/>
            <p:nvPr/>
          </p:nvSpPr>
          <p:spPr>
            <a:xfrm>
              <a:off x="2552417" y="3815493"/>
              <a:ext cx="270441" cy="126785"/>
            </a:xfrm>
            <a:custGeom>
              <a:rect b="b" l="l" r="r" t="t"/>
              <a:pathLst>
                <a:path extrusionOk="0" h="3908" w="8336">
                  <a:moveTo>
                    <a:pt x="7692" y="0"/>
                  </a:moveTo>
                  <a:lnTo>
                    <a:pt x="5668" y="2025"/>
                  </a:lnTo>
                  <a:cubicBezTo>
                    <a:pt x="4837" y="2856"/>
                    <a:pt x="3745" y="3275"/>
                    <a:pt x="2654" y="3275"/>
                  </a:cubicBezTo>
                  <a:cubicBezTo>
                    <a:pt x="1713" y="3275"/>
                    <a:pt x="772" y="2963"/>
                    <a:pt x="0" y="2334"/>
                  </a:cubicBezTo>
                  <a:lnTo>
                    <a:pt x="0" y="2334"/>
                  </a:lnTo>
                  <a:cubicBezTo>
                    <a:pt x="48" y="2382"/>
                    <a:pt x="71" y="2453"/>
                    <a:pt x="143" y="2501"/>
                  </a:cubicBezTo>
                  <a:cubicBezTo>
                    <a:pt x="762" y="3215"/>
                    <a:pt x="1667" y="3692"/>
                    <a:pt x="2572" y="3858"/>
                  </a:cubicBezTo>
                  <a:cubicBezTo>
                    <a:pt x="2811" y="3890"/>
                    <a:pt x="3055" y="3907"/>
                    <a:pt x="3297" y="3907"/>
                  </a:cubicBezTo>
                  <a:cubicBezTo>
                    <a:pt x="3610" y="3907"/>
                    <a:pt x="3920" y="3878"/>
                    <a:pt x="4215" y="3811"/>
                  </a:cubicBezTo>
                  <a:cubicBezTo>
                    <a:pt x="4715" y="3692"/>
                    <a:pt x="5192" y="3477"/>
                    <a:pt x="5644" y="3215"/>
                  </a:cubicBezTo>
                  <a:cubicBezTo>
                    <a:pt x="5882" y="3073"/>
                    <a:pt x="6097" y="2882"/>
                    <a:pt x="6311" y="2691"/>
                  </a:cubicBezTo>
                  <a:lnTo>
                    <a:pt x="8335" y="643"/>
                  </a:lnTo>
                  <a:lnTo>
                    <a:pt x="7692"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96"/>
            <p:cNvSpPr/>
            <p:nvPr/>
          </p:nvSpPr>
          <p:spPr>
            <a:xfrm>
              <a:off x="2552417" y="3818185"/>
              <a:ext cx="17778" cy="17616"/>
            </a:xfrm>
            <a:custGeom>
              <a:rect b="b" l="l" r="r" t="t"/>
              <a:pathLst>
                <a:path extrusionOk="0" h="543" w="548">
                  <a:moveTo>
                    <a:pt x="372" y="1"/>
                  </a:moveTo>
                  <a:cubicBezTo>
                    <a:pt x="333" y="1"/>
                    <a:pt x="298" y="13"/>
                    <a:pt x="262" y="37"/>
                  </a:cubicBezTo>
                  <a:lnTo>
                    <a:pt x="48" y="251"/>
                  </a:lnTo>
                  <a:cubicBezTo>
                    <a:pt x="0" y="322"/>
                    <a:pt x="0" y="394"/>
                    <a:pt x="48" y="489"/>
                  </a:cubicBezTo>
                  <a:cubicBezTo>
                    <a:pt x="83" y="525"/>
                    <a:pt x="125" y="543"/>
                    <a:pt x="167" y="543"/>
                  </a:cubicBezTo>
                  <a:cubicBezTo>
                    <a:pt x="208" y="543"/>
                    <a:pt x="250" y="525"/>
                    <a:pt x="286" y="489"/>
                  </a:cubicBezTo>
                  <a:lnTo>
                    <a:pt x="500" y="275"/>
                  </a:lnTo>
                  <a:cubicBezTo>
                    <a:pt x="548" y="227"/>
                    <a:pt x="548" y="132"/>
                    <a:pt x="500" y="37"/>
                  </a:cubicBezTo>
                  <a:cubicBezTo>
                    <a:pt x="452" y="13"/>
                    <a:pt x="411"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96"/>
            <p:cNvSpPr/>
            <p:nvPr/>
          </p:nvSpPr>
          <p:spPr>
            <a:xfrm>
              <a:off x="2627359" y="3893322"/>
              <a:ext cx="18557" cy="17616"/>
            </a:xfrm>
            <a:custGeom>
              <a:rect b="b" l="l" r="r" t="t"/>
              <a:pathLst>
                <a:path extrusionOk="0" h="543" w="572">
                  <a:moveTo>
                    <a:pt x="396" y="1"/>
                  </a:moveTo>
                  <a:cubicBezTo>
                    <a:pt x="351" y="1"/>
                    <a:pt x="310" y="19"/>
                    <a:pt x="286" y="54"/>
                  </a:cubicBezTo>
                  <a:lnTo>
                    <a:pt x="71" y="269"/>
                  </a:lnTo>
                  <a:cubicBezTo>
                    <a:pt x="0" y="316"/>
                    <a:pt x="0" y="412"/>
                    <a:pt x="71" y="507"/>
                  </a:cubicBezTo>
                  <a:cubicBezTo>
                    <a:pt x="95" y="531"/>
                    <a:pt x="131" y="543"/>
                    <a:pt x="173" y="543"/>
                  </a:cubicBezTo>
                  <a:cubicBezTo>
                    <a:pt x="214" y="543"/>
                    <a:pt x="262" y="531"/>
                    <a:pt x="310" y="507"/>
                  </a:cubicBezTo>
                  <a:lnTo>
                    <a:pt x="524" y="292"/>
                  </a:lnTo>
                  <a:cubicBezTo>
                    <a:pt x="572" y="221"/>
                    <a:pt x="572" y="150"/>
                    <a:pt x="524" y="54"/>
                  </a:cubicBezTo>
                  <a:cubicBezTo>
                    <a:pt x="488" y="19"/>
                    <a:pt x="441"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96"/>
            <p:cNvSpPr/>
            <p:nvPr/>
          </p:nvSpPr>
          <p:spPr>
            <a:xfrm>
              <a:off x="2580999" y="3852574"/>
              <a:ext cx="29393" cy="28614"/>
            </a:xfrm>
            <a:custGeom>
              <a:rect b="b" l="l" r="r" t="t"/>
              <a:pathLst>
                <a:path extrusionOk="0" h="882" w="906">
                  <a:moveTo>
                    <a:pt x="191" y="1"/>
                  </a:moveTo>
                  <a:cubicBezTo>
                    <a:pt x="95" y="1"/>
                    <a:pt x="48" y="48"/>
                    <a:pt x="0" y="143"/>
                  </a:cubicBezTo>
                  <a:cubicBezTo>
                    <a:pt x="0" y="358"/>
                    <a:pt x="72" y="524"/>
                    <a:pt x="214" y="691"/>
                  </a:cubicBezTo>
                  <a:cubicBezTo>
                    <a:pt x="357" y="834"/>
                    <a:pt x="548" y="882"/>
                    <a:pt x="762" y="882"/>
                  </a:cubicBezTo>
                  <a:cubicBezTo>
                    <a:pt x="834" y="882"/>
                    <a:pt x="905" y="810"/>
                    <a:pt x="905" y="715"/>
                  </a:cubicBezTo>
                  <a:cubicBezTo>
                    <a:pt x="905" y="620"/>
                    <a:pt x="810" y="572"/>
                    <a:pt x="715" y="572"/>
                  </a:cubicBezTo>
                  <a:cubicBezTo>
                    <a:pt x="596" y="572"/>
                    <a:pt x="524" y="524"/>
                    <a:pt x="429" y="453"/>
                  </a:cubicBezTo>
                  <a:cubicBezTo>
                    <a:pt x="334" y="358"/>
                    <a:pt x="310" y="263"/>
                    <a:pt x="310" y="143"/>
                  </a:cubicBezTo>
                  <a:cubicBezTo>
                    <a:pt x="334" y="96"/>
                    <a:pt x="262"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96"/>
            <p:cNvSpPr/>
            <p:nvPr/>
          </p:nvSpPr>
          <p:spPr>
            <a:xfrm>
              <a:off x="2498303" y="3709341"/>
              <a:ext cx="371661" cy="237512"/>
            </a:xfrm>
            <a:custGeom>
              <a:rect b="b" l="l" r="r" t="t"/>
              <a:pathLst>
                <a:path extrusionOk="0" h="7321" w="11456">
                  <a:moveTo>
                    <a:pt x="9777" y="1135"/>
                  </a:moveTo>
                  <a:cubicBezTo>
                    <a:pt x="9860" y="1135"/>
                    <a:pt x="9944" y="1165"/>
                    <a:pt x="10003" y="1224"/>
                  </a:cubicBezTo>
                  <a:lnTo>
                    <a:pt x="11003" y="2225"/>
                  </a:lnTo>
                  <a:cubicBezTo>
                    <a:pt x="11122" y="2344"/>
                    <a:pt x="11122" y="2558"/>
                    <a:pt x="11003" y="2677"/>
                  </a:cubicBezTo>
                  <a:lnTo>
                    <a:pt x="10003" y="3701"/>
                  </a:lnTo>
                  <a:lnTo>
                    <a:pt x="8574" y="2272"/>
                  </a:lnTo>
                  <a:cubicBezTo>
                    <a:pt x="8574" y="2248"/>
                    <a:pt x="9551" y="1224"/>
                    <a:pt x="9551" y="1224"/>
                  </a:cubicBezTo>
                  <a:cubicBezTo>
                    <a:pt x="9610" y="1165"/>
                    <a:pt x="9693" y="1135"/>
                    <a:pt x="9777" y="1135"/>
                  </a:cubicBezTo>
                  <a:close/>
                  <a:moveTo>
                    <a:pt x="1619" y="1"/>
                  </a:moveTo>
                  <a:cubicBezTo>
                    <a:pt x="1571" y="1"/>
                    <a:pt x="1517" y="18"/>
                    <a:pt x="1477" y="58"/>
                  </a:cubicBezTo>
                  <a:cubicBezTo>
                    <a:pt x="1" y="1820"/>
                    <a:pt x="120" y="4463"/>
                    <a:pt x="1716" y="6083"/>
                  </a:cubicBezTo>
                  <a:cubicBezTo>
                    <a:pt x="2668" y="6845"/>
                    <a:pt x="3787" y="7321"/>
                    <a:pt x="4978" y="7321"/>
                  </a:cubicBezTo>
                  <a:cubicBezTo>
                    <a:pt x="6169" y="7321"/>
                    <a:pt x="7264" y="6892"/>
                    <a:pt x="8098" y="6059"/>
                  </a:cubicBezTo>
                  <a:lnTo>
                    <a:pt x="11218" y="2915"/>
                  </a:lnTo>
                  <a:cubicBezTo>
                    <a:pt x="11456" y="2677"/>
                    <a:pt x="11456" y="2272"/>
                    <a:pt x="11218" y="2034"/>
                  </a:cubicBezTo>
                  <a:lnTo>
                    <a:pt x="10217" y="1010"/>
                  </a:lnTo>
                  <a:cubicBezTo>
                    <a:pt x="10098" y="891"/>
                    <a:pt x="9932" y="832"/>
                    <a:pt x="9765" y="832"/>
                  </a:cubicBezTo>
                  <a:cubicBezTo>
                    <a:pt x="9598" y="832"/>
                    <a:pt x="9432" y="891"/>
                    <a:pt x="9312" y="1010"/>
                  </a:cubicBezTo>
                  <a:lnTo>
                    <a:pt x="6431" y="3915"/>
                  </a:lnTo>
                  <a:cubicBezTo>
                    <a:pt x="6359" y="3963"/>
                    <a:pt x="6359" y="4058"/>
                    <a:pt x="6407" y="4106"/>
                  </a:cubicBezTo>
                  <a:cubicBezTo>
                    <a:pt x="6435" y="4162"/>
                    <a:pt x="6487" y="4185"/>
                    <a:pt x="6540" y="4185"/>
                  </a:cubicBezTo>
                  <a:cubicBezTo>
                    <a:pt x="6578" y="4185"/>
                    <a:pt x="6616" y="4173"/>
                    <a:pt x="6645" y="4154"/>
                  </a:cubicBezTo>
                  <a:lnTo>
                    <a:pt x="8265" y="2510"/>
                  </a:lnTo>
                  <a:lnTo>
                    <a:pt x="9693" y="3939"/>
                  </a:lnTo>
                  <a:lnTo>
                    <a:pt x="7788" y="5844"/>
                  </a:lnTo>
                  <a:cubicBezTo>
                    <a:pt x="7026" y="6606"/>
                    <a:pt x="5978" y="7035"/>
                    <a:pt x="4883" y="7035"/>
                  </a:cubicBezTo>
                  <a:cubicBezTo>
                    <a:pt x="3787" y="7035"/>
                    <a:pt x="2740" y="6606"/>
                    <a:pt x="1954" y="5844"/>
                  </a:cubicBezTo>
                  <a:cubicBezTo>
                    <a:pt x="477" y="4344"/>
                    <a:pt x="382" y="1915"/>
                    <a:pt x="1763" y="272"/>
                  </a:cubicBezTo>
                  <a:cubicBezTo>
                    <a:pt x="1811" y="224"/>
                    <a:pt x="1811" y="105"/>
                    <a:pt x="1716" y="34"/>
                  </a:cubicBezTo>
                  <a:cubicBezTo>
                    <a:pt x="1694" y="12"/>
                    <a:pt x="1658" y="1"/>
                    <a:pt x="16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96"/>
            <p:cNvSpPr/>
            <p:nvPr/>
          </p:nvSpPr>
          <p:spPr>
            <a:xfrm>
              <a:off x="2563220" y="3594916"/>
              <a:ext cx="166138" cy="274691"/>
            </a:xfrm>
            <a:custGeom>
              <a:rect b="b" l="l" r="r" t="t"/>
              <a:pathLst>
                <a:path extrusionOk="0" h="8467" w="5121">
                  <a:moveTo>
                    <a:pt x="3418" y="328"/>
                  </a:moveTo>
                  <a:cubicBezTo>
                    <a:pt x="3501" y="328"/>
                    <a:pt x="3584" y="358"/>
                    <a:pt x="3644" y="417"/>
                  </a:cubicBezTo>
                  <a:lnTo>
                    <a:pt x="4668" y="1417"/>
                  </a:lnTo>
                  <a:cubicBezTo>
                    <a:pt x="4787" y="1537"/>
                    <a:pt x="4787" y="1751"/>
                    <a:pt x="4668" y="1870"/>
                  </a:cubicBezTo>
                  <a:lnTo>
                    <a:pt x="3644" y="2870"/>
                  </a:lnTo>
                  <a:lnTo>
                    <a:pt x="2191" y="1417"/>
                  </a:lnTo>
                  <a:lnTo>
                    <a:pt x="3192" y="417"/>
                  </a:lnTo>
                  <a:cubicBezTo>
                    <a:pt x="3251" y="358"/>
                    <a:pt x="3334" y="328"/>
                    <a:pt x="3418" y="328"/>
                  </a:cubicBezTo>
                  <a:close/>
                  <a:moveTo>
                    <a:pt x="3418" y="0"/>
                  </a:moveTo>
                  <a:cubicBezTo>
                    <a:pt x="3257" y="0"/>
                    <a:pt x="3096" y="60"/>
                    <a:pt x="2977" y="179"/>
                  </a:cubicBezTo>
                  <a:lnTo>
                    <a:pt x="48" y="3084"/>
                  </a:lnTo>
                  <a:cubicBezTo>
                    <a:pt x="0" y="3156"/>
                    <a:pt x="0" y="3227"/>
                    <a:pt x="48" y="3323"/>
                  </a:cubicBezTo>
                  <a:cubicBezTo>
                    <a:pt x="84" y="3358"/>
                    <a:pt x="119" y="3376"/>
                    <a:pt x="158" y="3376"/>
                  </a:cubicBezTo>
                  <a:cubicBezTo>
                    <a:pt x="197" y="3376"/>
                    <a:pt x="239" y="3358"/>
                    <a:pt x="286" y="3323"/>
                  </a:cubicBezTo>
                  <a:lnTo>
                    <a:pt x="1977" y="1632"/>
                  </a:lnTo>
                  <a:lnTo>
                    <a:pt x="3406" y="3061"/>
                  </a:lnTo>
                  <a:lnTo>
                    <a:pt x="1548" y="4942"/>
                  </a:lnTo>
                  <a:cubicBezTo>
                    <a:pt x="739" y="5728"/>
                    <a:pt x="715" y="7038"/>
                    <a:pt x="1501" y="7847"/>
                  </a:cubicBezTo>
                  <a:cubicBezTo>
                    <a:pt x="1906" y="8276"/>
                    <a:pt x="2429" y="8466"/>
                    <a:pt x="3001" y="8466"/>
                  </a:cubicBezTo>
                  <a:cubicBezTo>
                    <a:pt x="3454" y="8466"/>
                    <a:pt x="3858" y="8324"/>
                    <a:pt x="4216" y="8062"/>
                  </a:cubicBezTo>
                  <a:cubicBezTo>
                    <a:pt x="4287" y="7990"/>
                    <a:pt x="4311" y="7919"/>
                    <a:pt x="4239" y="7847"/>
                  </a:cubicBezTo>
                  <a:cubicBezTo>
                    <a:pt x="4209" y="7817"/>
                    <a:pt x="4160" y="7787"/>
                    <a:pt x="4116" y="7787"/>
                  </a:cubicBezTo>
                  <a:cubicBezTo>
                    <a:pt x="4090" y="7787"/>
                    <a:pt x="4066" y="7797"/>
                    <a:pt x="4049" y="7823"/>
                  </a:cubicBezTo>
                  <a:cubicBezTo>
                    <a:pt x="3742" y="8056"/>
                    <a:pt x="3379" y="8171"/>
                    <a:pt x="3014" y="8171"/>
                  </a:cubicBezTo>
                  <a:cubicBezTo>
                    <a:pt x="2557" y="8171"/>
                    <a:pt x="2096" y="7991"/>
                    <a:pt x="1739" y="7633"/>
                  </a:cubicBezTo>
                  <a:cubicBezTo>
                    <a:pt x="1096" y="6966"/>
                    <a:pt x="1096" y="5847"/>
                    <a:pt x="1786" y="5180"/>
                  </a:cubicBezTo>
                  <a:cubicBezTo>
                    <a:pt x="1739" y="5180"/>
                    <a:pt x="4882" y="2084"/>
                    <a:pt x="4882" y="2084"/>
                  </a:cubicBezTo>
                  <a:cubicBezTo>
                    <a:pt x="5121" y="1846"/>
                    <a:pt x="5121" y="1417"/>
                    <a:pt x="4882" y="1179"/>
                  </a:cubicBezTo>
                  <a:lnTo>
                    <a:pt x="3858" y="179"/>
                  </a:lnTo>
                  <a:cubicBezTo>
                    <a:pt x="3739" y="60"/>
                    <a:pt x="3579" y="0"/>
                    <a:pt x="3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7" name="Google Shape;21327;p96"/>
          <p:cNvGrpSpPr/>
          <p:nvPr/>
        </p:nvGrpSpPr>
        <p:grpSpPr>
          <a:xfrm>
            <a:off x="1816478" y="3439045"/>
            <a:ext cx="207859" cy="354661"/>
            <a:chOff x="1818438" y="3591445"/>
            <a:chExt cx="207859" cy="354661"/>
          </a:xfrm>
        </p:grpSpPr>
        <p:sp>
          <p:nvSpPr>
            <p:cNvPr id="21328" name="Google Shape;21328;p96"/>
            <p:cNvSpPr/>
            <p:nvPr/>
          </p:nvSpPr>
          <p:spPr>
            <a:xfrm>
              <a:off x="1881019" y="3625444"/>
              <a:ext cx="79614" cy="278162"/>
            </a:xfrm>
            <a:custGeom>
              <a:rect b="b" l="l" r="r" t="t"/>
              <a:pathLst>
                <a:path extrusionOk="0" h="8574" w="2454">
                  <a:moveTo>
                    <a:pt x="0" y="0"/>
                  </a:moveTo>
                  <a:lnTo>
                    <a:pt x="0" y="8573"/>
                  </a:lnTo>
                  <a:lnTo>
                    <a:pt x="2453" y="8573"/>
                  </a:lnTo>
                  <a:lnTo>
                    <a:pt x="2453" y="0"/>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96"/>
            <p:cNvSpPr/>
            <p:nvPr/>
          </p:nvSpPr>
          <p:spPr>
            <a:xfrm>
              <a:off x="1881019" y="3625444"/>
              <a:ext cx="20114" cy="278162"/>
            </a:xfrm>
            <a:custGeom>
              <a:rect b="b" l="l" r="r" t="t"/>
              <a:pathLst>
                <a:path extrusionOk="0" h="8574" w="620">
                  <a:moveTo>
                    <a:pt x="0" y="0"/>
                  </a:moveTo>
                  <a:lnTo>
                    <a:pt x="0" y="8573"/>
                  </a:lnTo>
                  <a:lnTo>
                    <a:pt x="619" y="8573"/>
                  </a:lnTo>
                  <a:lnTo>
                    <a:pt x="619"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96"/>
            <p:cNvSpPr/>
            <p:nvPr/>
          </p:nvSpPr>
          <p:spPr>
            <a:xfrm>
              <a:off x="1823077" y="3877296"/>
              <a:ext cx="195499" cy="64171"/>
            </a:xfrm>
            <a:custGeom>
              <a:rect b="b" l="l" r="r" t="t"/>
              <a:pathLst>
                <a:path extrusionOk="0" h="1978" w="6026">
                  <a:moveTo>
                    <a:pt x="1786" y="1"/>
                  </a:moveTo>
                  <a:cubicBezTo>
                    <a:pt x="1786" y="1"/>
                    <a:pt x="929" y="405"/>
                    <a:pt x="143" y="1501"/>
                  </a:cubicBezTo>
                  <a:cubicBezTo>
                    <a:pt x="0" y="1715"/>
                    <a:pt x="143" y="1977"/>
                    <a:pt x="381" y="1977"/>
                  </a:cubicBezTo>
                  <a:lnTo>
                    <a:pt x="5573" y="1977"/>
                  </a:lnTo>
                  <a:cubicBezTo>
                    <a:pt x="5858" y="1977"/>
                    <a:pt x="6025" y="1715"/>
                    <a:pt x="5858" y="1501"/>
                  </a:cubicBezTo>
                  <a:cubicBezTo>
                    <a:pt x="5096" y="405"/>
                    <a:pt x="4239" y="1"/>
                    <a:pt x="4239"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96"/>
            <p:cNvSpPr/>
            <p:nvPr/>
          </p:nvSpPr>
          <p:spPr>
            <a:xfrm>
              <a:off x="1823077" y="3877296"/>
              <a:ext cx="79614" cy="64171"/>
            </a:xfrm>
            <a:custGeom>
              <a:rect b="b" l="l" r="r" t="t"/>
              <a:pathLst>
                <a:path extrusionOk="0" h="1978" w="2454">
                  <a:moveTo>
                    <a:pt x="1786" y="1"/>
                  </a:moveTo>
                  <a:cubicBezTo>
                    <a:pt x="1786" y="1"/>
                    <a:pt x="929" y="405"/>
                    <a:pt x="143" y="1501"/>
                  </a:cubicBezTo>
                  <a:cubicBezTo>
                    <a:pt x="0" y="1715"/>
                    <a:pt x="143" y="1977"/>
                    <a:pt x="381" y="1977"/>
                  </a:cubicBezTo>
                  <a:lnTo>
                    <a:pt x="1024" y="1977"/>
                  </a:lnTo>
                  <a:cubicBezTo>
                    <a:pt x="810" y="1977"/>
                    <a:pt x="667" y="1715"/>
                    <a:pt x="810" y="1501"/>
                  </a:cubicBezTo>
                  <a:cubicBezTo>
                    <a:pt x="1572" y="405"/>
                    <a:pt x="2453" y="1"/>
                    <a:pt x="245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96"/>
            <p:cNvSpPr/>
            <p:nvPr/>
          </p:nvSpPr>
          <p:spPr>
            <a:xfrm>
              <a:off x="1854741" y="3599166"/>
              <a:ext cx="131360" cy="53335"/>
            </a:xfrm>
            <a:custGeom>
              <a:rect b="b" l="l" r="r" t="t"/>
              <a:pathLst>
                <a:path extrusionOk="0" h="1644" w="4049">
                  <a:moveTo>
                    <a:pt x="834" y="0"/>
                  </a:moveTo>
                  <a:cubicBezTo>
                    <a:pt x="405" y="0"/>
                    <a:pt x="1" y="358"/>
                    <a:pt x="1" y="834"/>
                  </a:cubicBezTo>
                  <a:cubicBezTo>
                    <a:pt x="1" y="1286"/>
                    <a:pt x="358" y="1644"/>
                    <a:pt x="810" y="1644"/>
                  </a:cubicBezTo>
                  <a:lnTo>
                    <a:pt x="3215" y="1644"/>
                  </a:lnTo>
                  <a:cubicBezTo>
                    <a:pt x="3668" y="1644"/>
                    <a:pt x="4049" y="1286"/>
                    <a:pt x="4049" y="810"/>
                  </a:cubicBezTo>
                  <a:cubicBezTo>
                    <a:pt x="4049" y="358"/>
                    <a:pt x="3692" y="0"/>
                    <a:pt x="3263"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96"/>
            <p:cNvSpPr/>
            <p:nvPr/>
          </p:nvSpPr>
          <p:spPr>
            <a:xfrm>
              <a:off x="1853962" y="3599166"/>
              <a:ext cx="47171" cy="53335"/>
            </a:xfrm>
            <a:custGeom>
              <a:rect b="b" l="l" r="r" t="t"/>
              <a:pathLst>
                <a:path extrusionOk="0" h="1644" w="1454">
                  <a:moveTo>
                    <a:pt x="834" y="0"/>
                  </a:moveTo>
                  <a:cubicBezTo>
                    <a:pt x="382" y="0"/>
                    <a:pt x="1" y="358"/>
                    <a:pt x="1" y="834"/>
                  </a:cubicBezTo>
                  <a:cubicBezTo>
                    <a:pt x="1" y="1286"/>
                    <a:pt x="358" y="1644"/>
                    <a:pt x="810" y="1644"/>
                  </a:cubicBezTo>
                  <a:lnTo>
                    <a:pt x="1430" y="1644"/>
                  </a:lnTo>
                  <a:cubicBezTo>
                    <a:pt x="1025" y="1644"/>
                    <a:pt x="668" y="1263"/>
                    <a:pt x="668" y="810"/>
                  </a:cubicBezTo>
                  <a:cubicBezTo>
                    <a:pt x="668" y="358"/>
                    <a:pt x="1025" y="0"/>
                    <a:pt x="1453"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96"/>
            <p:cNvSpPr/>
            <p:nvPr/>
          </p:nvSpPr>
          <p:spPr>
            <a:xfrm>
              <a:off x="1870184" y="3903574"/>
              <a:ext cx="10868" cy="18752"/>
            </a:xfrm>
            <a:custGeom>
              <a:rect b="b" l="l" r="r" t="t"/>
              <a:pathLst>
                <a:path extrusionOk="0" h="578" w="335">
                  <a:moveTo>
                    <a:pt x="191" y="0"/>
                  </a:moveTo>
                  <a:cubicBezTo>
                    <a:pt x="96" y="0"/>
                    <a:pt x="1" y="72"/>
                    <a:pt x="1" y="143"/>
                  </a:cubicBezTo>
                  <a:lnTo>
                    <a:pt x="1" y="381"/>
                  </a:lnTo>
                  <a:cubicBezTo>
                    <a:pt x="1" y="477"/>
                    <a:pt x="72" y="548"/>
                    <a:pt x="120" y="548"/>
                  </a:cubicBezTo>
                  <a:cubicBezTo>
                    <a:pt x="154" y="568"/>
                    <a:pt x="185" y="577"/>
                    <a:pt x="214" y="577"/>
                  </a:cubicBezTo>
                  <a:cubicBezTo>
                    <a:pt x="285" y="577"/>
                    <a:pt x="334" y="521"/>
                    <a:pt x="334" y="453"/>
                  </a:cubicBezTo>
                  <a:lnTo>
                    <a:pt x="334" y="191"/>
                  </a:lnTo>
                  <a:cubicBezTo>
                    <a:pt x="334" y="96"/>
                    <a:pt x="287" y="24"/>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96"/>
            <p:cNvSpPr/>
            <p:nvPr/>
          </p:nvSpPr>
          <p:spPr>
            <a:xfrm>
              <a:off x="1960601" y="3903574"/>
              <a:ext cx="10057" cy="18752"/>
            </a:xfrm>
            <a:custGeom>
              <a:rect b="b" l="l" r="r" t="t"/>
              <a:pathLst>
                <a:path extrusionOk="0" h="578" w="310">
                  <a:moveTo>
                    <a:pt x="167" y="0"/>
                  </a:moveTo>
                  <a:cubicBezTo>
                    <a:pt x="72" y="0"/>
                    <a:pt x="0" y="72"/>
                    <a:pt x="0" y="143"/>
                  </a:cubicBezTo>
                  <a:lnTo>
                    <a:pt x="0" y="381"/>
                  </a:lnTo>
                  <a:cubicBezTo>
                    <a:pt x="0" y="477"/>
                    <a:pt x="48" y="548"/>
                    <a:pt x="143" y="572"/>
                  </a:cubicBezTo>
                  <a:cubicBezTo>
                    <a:pt x="159" y="576"/>
                    <a:pt x="175" y="578"/>
                    <a:pt x="190" y="578"/>
                  </a:cubicBezTo>
                  <a:cubicBezTo>
                    <a:pt x="261" y="578"/>
                    <a:pt x="310" y="532"/>
                    <a:pt x="310" y="453"/>
                  </a:cubicBezTo>
                  <a:lnTo>
                    <a:pt x="310" y="191"/>
                  </a:lnTo>
                  <a:cubicBezTo>
                    <a:pt x="310" y="96"/>
                    <a:pt x="262" y="24"/>
                    <a:pt x="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96"/>
            <p:cNvSpPr/>
            <p:nvPr/>
          </p:nvSpPr>
          <p:spPr>
            <a:xfrm>
              <a:off x="1903405" y="3911036"/>
              <a:ext cx="34032" cy="15735"/>
            </a:xfrm>
            <a:custGeom>
              <a:rect b="b" l="l" r="r" t="t"/>
              <a:pathLst>
                <a:path extrusionOk="0" h="485" w="1049">
                  <a:moveTo>
                    <a:pt x="849" y="1"/>
                  </a:moveTo>
                  <a:cubicBezTo>
                    <a:pt x="796" y="1"/>
                    <a:pt x="743" y="24"/>
                    <a:pt x="715" y="80"/>
                  </a:cubicBezTo>
                  <a:cubicBezTo>
                    <a:pt x="644" y="128"/>
                    <a:pt x="572" y="151"/>
                    <a:pt x="501" y="151"/>
                  </a:cubicBezTo>
                  <a:cubicBezTo>
                    <a:pt x="406" y="151"/>
                    <a:pt x="334" y="128"/>
                    <a:pt x="287" y="80"/>
                  </a:cubicBezTo>
                  <a:cubicBezTo>
                    <a:pt x="256" y="35"/>
                    <a:pt x="207" y="18"/>
                    <a:pt x="151" y="18"/>
                  </a:cubicBezTo>
                  <a:cubicBezTo>
                    <a:pt x="118" y="18"/>
                    <a:pt x="83" y="24"/>
                    <a:pt x="48" y="32"/>
                  </a:cubicBezTo>
                  <a:cubicBezTo>
                    <a:pt x="1" y="104"/>
                    <a:pt x="1" y="199"/>
                    <a:pt x="25" y="270"/>
                  </a:cubicBezTo>
                  <a:cubicBezTo>
                    <a:pt x="215" y="437"/>
                    <a:pt x="358" y="485"/>
                    <a:pt x="525" y="485"/>
                  </a:cubicBezTo>
                  <a:cubicBezTo>
                    <a:pt x="715" y="485"/>
                    <a:pt x="882" y="389"/>
                    <a:pt x="977" y="270"/>
                  </a:cubicBezTo>
                  <a:cubicBezTo>
                    <a:pt x="1049" y="223"/>
                    <a:pt x="1049" y="104"/>
                    <a:pt x="953" y="32"/>
                  </a:cubicBezTo>
                  <a:cubicBezTo>
                    <a:pt x="924" y="13"/>
                    <a:pt x="886" y="1"/>
                    <a:pt x="8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96"/>
            <p:cNvSpPr/>
            <p:nvPr/>
          </p:nvSpPr>
          <p:spPr>
            <a:xfrm>
              <a:off x="1818438" y="3591445"/>
              <a:ext cx="207859" cy="354661"/>
            </a:xfrm>
            <a:custGeom>
              <a:rect b="b" l="l" r="r" t="t"/>
              <a:pathLst>
                <a:path extrusionOk="0" h="10932" w="6407">
                  <a:moveTo>
                    <a:pt x="4382" y="405"/>
                  </a:moveTo>
                  <a:cubicBezTo>
                    <a:pt x="4716" y="405"/>
                    <a:pt x="5025" y="667"/>
                    <a:pt x="5025" y="1024"/>
                  </a:cubicBezTo>
                  <a:cubicBezTo>
                    <a:pt x="5025" y="1382"/>
                    <a:pt x="4716" y="1667"/>
                    <a:pt x="4382" y="1667"/>
                  </a:cubicBezTo>
                  <a:lnTo>
                    <a:pt x="1929" y="1667"/>
                  </a:lnTo>
                  <a:cubicBezTo>
                    <a:pt x="1572" y="1667"/>
                    <a:pt x="1286" y="1382"/>
                    <a:pt x="1286" y="1024"/>
                  </a:cubicBezTo>
                  <a:cubicBezTo>
                    <a:pt x="1310" y="691"/>
                    <a:pt x="1596" y="405"/>
                    <a:pt x="1953" y="405"/>
                  </a:cubicBezTo>
                  <a:close/>
                  <a:moveTo>
                    <a:pt x="2072" y="0"/>
                  </a:moveTo>
                  <a:cubicBezTo>
                    <a:pt x="1548" y="0"/>
                    <a:pt x="1120" y="429"/>
                    <a:pt x="1096" y="929"/>
                  </a:cubicBezTo>
                  <a:cubicBezTo>
                    <a:pt x="1072" y="1429"/>
                    <a:pt x="1429" y="1858"/>
                    <a:pt x="1905" y="1953"/>
                  </a:cubicBezTo>
                  <a:lnTo>
                    <a:pt x="1905" y="8669"/>
                  </a:lnTo>
                  <a:cubicBezTo>
                    <a:pt x="1786" y="8740"/>
                    <a:pt x="1501" y="8883"/>
                    <a:pt x="1215" y="9145"/>
                  </a:cubicBezTo>
                  <a:cubicBezTo>
                    <a:pt x="1143" y="9216"/>
                    <a:pt x="1143" y="9288"/>
                    <a:pt x="1191" y="9359"/>
                  </a:cubicBezTo>
                  <a:cubicBezTo>
                    <a:pt x="1205" y="9387"/>
                    <a:pt x="1252" y="9399"/>
                    <a:pt x="1307" y="9399"/>
                  </a:cubicBezTo>
                  <a:cubicBezTo>
                    <a:pt x="1346" y="9399"/>
                    <a:pt x="1390" y="9393"/>
                    <a:pt x="1429" y="9383"/>
                  </a:cubicBezTo>
                  <a:cubicBezTo>
                    <a:pt x="1739" y="9121"/>
                    <a:pt x="2024" y="8978"/>
                    <a:pt x="2096" y="8907"/>
                  </a:cubicBezTo>
                  <a:lnTo>
                    <a:pt x="4454" y="8907"/>
                  </a:lnTo>
                  <a:cubicBezTo>
                    <a:pt x="4596" y="9002"/>
                    <a:pt x="5359" y="9383"/>
                    <a:pt x="5978" y="10336"/>
                  </a:cubicBezTo>
                  <a:cubicBezTo>
                    <a:pt x="6025" y="10431"/>
                    <a:pt x="5978" y="10574"/>
                    <a:pt x="5859" y="10574"/>
                  </a:cubicBezTo>
                  <a:lnTo>
                    <a:pt x="643" y="10574"/>
                  </a:lnTo>
                  <a:cubicBezTo>
                    <a:pt x="524" y="10574"/>
                    <a:pt x="477" y="10431"/>
                    <a:pt x="524" y="10336"/>
                  </a:cubicBezTo>
                  <a:cubicBezTo>
                    <a:pt x="572" y="10217"/>
                    <a:pt x="715" y="10050"/>
                    <a:pt x="858" y="9859"/>
                  </a:cubicBezTo>
                  <a:cubicBezTo>
                    <a:pt x="929" y="9812"/>
                    <a:pt x="929" y="9717"/>
                    <a:pt x="881" y="9645"/>
                  </a:cubicBezTo>
                  <a:cubicBezTo>
                    <a:pt x="855" y="9606"/>
                    <a:pt x="807" y="9588"/>
                    <a:pt x="758" y="9588"/>
                  </a:cubicBezTo>
                  <a:cubicBezTo>
                    <a:pt x="717" y="9588"/>
                    <a:pt x="675" y="9600"/>
                    <a:pt x="643" y="9621"/>
                  </a:cubicBezTo>
                  <a:cubicBezTo>
                    <a:pt x="500" y="9812"/>
                    <a:pt x="334" y="9979"/>
                    <a:pt x="215" y="10193"/>
                  </a:cubicBezTo>
                  <a:cubicBezTo>
                    <a:pt x="0" y="10479"/>
                    <a:pt x="238" y="10931"/>
                    <a:pt x="596" y="10931"/>
                  </a:cubicBezTo>
                  <a:lnTo>
                    <a:pt x="5811" y="10931"/>
                  </a:lnTo>
                  <a:cubicBezTo>
                    <a:pt x="6168" y="10931"/>
                    <a:pt x="6406" y="10526"/>
                    <a:pt x="6192" y="10193"/>
                  </a:cubicBezTo>
                  <a:cubicBezTo>
                    <a:pt x="5525" y="9264"/>
                    <a:pt x="4811" y="8812"/>
                    <a:pt x="4573" y="8669"/>
                  </a:cubicBezTo>
                  <a:lnTo>
                    <a:pt x="4573" y="3572"/>
                  </a:lnTo>
                  <a:cubicBezTo>
                    <a:pt x="4573" y="3477"/>
                    <a:pt x="4525" y="3430"/>
                    <a:pt x="4454" y="3430"/>
                  </a:cubicBezTo>
                  <a:cubicBezTo>
                    <a:pt x="4444" y="3426"/>
                    <a:pt x="4434" y="3425"/>
                    <a:pt x="4423" y="3425"/>
                  </a:cubicBezTo>
                  <a:cubicBezTo>
                    <a:pt x="4353" y="3425"/>
                    <a:pt x="4263" y="3490"/>
                    <a:pt x="4263" y="3572"/>
                  </a:cubicBezTo>
                  <a:lnTo>
                    <a:pt x="4263" y="8621"/>
                  </a:lnTo>
                  <a:lnTo>
                    <a:pt x="2144" y="8621"/>
                  </a:lnTo>
                  <a:lnTo>
                    <a:pt x="2144" y="8145"/>
                  </a:lnTo>
                  <a:lnTo>
                    <a:pt x="2739" y="8145"/>
                  </a:lnTo>
                  <a:cubicBezTo>
                    <a:pt x="2834" y="8145"/>
                    <a:pt x="2882" y="8073"/>
                    <a:pt x="2882" y="8026"/>
                  </a:cubicBezTo>
                  <a:cubicBezTo>
                    <a:pt x="2906" y="7930"/>
                    <a:pt x="2834" y="7811"/>
                    <a:pt x="2739" y="7811"/>
                  </a:cubicBezTo>
                  <a:lnTo>
                    <a:pt x="2144" y="7811"/>
                  </a:lnTo>
                  <a:lnTo>
                    <a:pt x="2144" y="7549"/>
                  </a:lnTo>
                  <a:lnTo>
                    <a:pt x="2739" y="7549"/>
                  </a:lnTo>
                  <a:cubicBezTo>
                    <a:pt x="2834" y="7549"/>
                    <a:pt x="2882" y="7478"/>
                    <a:pt x="2882" y="7430"/>
                  </a:cubicBezTo>
                  <a:cubicBezTo>
                    <a:pt x="2906" y="7335"/>
                    <a:pt x="2834" y="7216"/>
                    <a:pt x="2739" y="7216"/>
                  </a:cubicBezTo>
                  <a:lnTo>
                    <a:pt x="2144" y="7216"/>
                  </a:lnTo>
                  <a:lnTo>
                    <a:pt x="2144" y="6906"/>
                  </a:lnTo>
                  <a:lnTo>
                    <a:pt x="2739" y="6906"/>
                  </a:lnTo>
                  <a:cubicBezTo>
                    <a:pt x="2834" y="6906"/>
                    <a:pt x="2882" y="6859"/>
                    <a:pt x="2906" y="6764"/>
                  </a:cubicBezTo>
                  <a:cubicBezTo>
                    <a:pt x="2906" y="6668"/>
                    <a:pt x="2858" y="6597"/>
                    <a:pt x="2763" y="6597"/>
                  </a:cubicBezTo>
                  <a:lnTo>
                    <a:pt x="2167" y="6597"/>
                  </a:lnTo>
                  <a:lnTo>
                    <a:pt x="2167" y="6311"/>
                  </a:lnTo>
                  <a:lnTo>
                    <a:pt x="2763" y="6311"/>
                  </a:lnTo>
                  <a:cubicBezTo>
                    <a:pt x="2858" y="6311"/>
                    <a:pt x="2906" y="6263"/>
                    <a:pt x="2906" y="6192"/>
                  </a:cubicBezTo>
                  <a:cubicBezTo>
                    <a:pt x="2953" y="6121"/>
                    <a:pt x="2858" y="6002"/>
                    <a:pt x="2763" y="6002"/>
                  </a:cubicBezTo>
                  <a:lnTo>
                    <a:pt x="2167" y="6002"/>
                  </a:lnTo>
                  <a:lnTo>
                    <a:pt x="2167" y="5716"/>
                  </a:lnTo>
                  <a:lnTo>
                    <a:pt x="3025" y="5716"/>
                  </a:lnTo>
                  <a:cubicBezTo>
                    <a:pt x="3120" y="5716"/>
                    <a:pt x="3191" y="5668"/>
                    <a:pt x="3191" y="5597"/>
                  </a:cubicBezTo>
                  <a:cubicBezTo>
                    <a:pt x="3215" y="5525"/>
                    <a:pt x="3120" y="5406"/>
                    <a:pt x="3025" y="5406"/>
                  </a:cubicBezTo>
                  <a:lnTo>
                    <a:pt x="2167" y="5406"/>
                  </a:lnTo>
                  <a:lnTo>
                    <a:pt x="2167" y="5120"/>
                  </a:lnTo>
                  <a:lnTo>
                    <a:pt x="2763" y="5120"/>
                  </a:lnTo>
                  <a:cubicBezTo>
                    <a:pt x="2858" y="5120"/>
                    <a:pt x="2906" y="5073"/>
                    <a:pt x="2953" y="4978"/>
                  </a:cubicBezTo>
                  <a:cubicBezTo>
                    <a:pt x="2953" y="4882"/>
                    <a:pt x="2882" y="4811"/>
                    <a:pt x="2787" y="4811"/>
                  </a:cubicBezTo>
                  <a:lnTo>
                    <a:pt x="2191" y="4811"/>
                  </a:lnTo>
                  <a:lnTo>
                    <a:pt x="2191" y="4525"/>
                  </a:lnTo>
                  <a:lnTo>
                    <a:pt x="2787" y="4525"/>
                  </a:lnTo>
                  <a:cubicBezTo>
                    <a:pt x="2882" y="4525"/>
                    <a:pt x="2953" y="4477"/>
                    <a:pt x="2953" y="4406"/>
                  </a:cubicBezTo>
                  <a:cubicBezTo>
                    <a:pt x="2977" y="4335"/>
                    <a:pt x="2882" y="4215"/>
                    <a:pt x="2787" y="4215"/>
                  </a:cubicBezTo>
                  <a:lnTo>
                    <a:pt x="2191" y="4215"/>
                  </a:lnTo>
                  <a:lnTo>
                    <a:pt x="2191" y="3906"/>
                  </a:lnTo>
                  <a:lnTo>
                    <a:pt x="2787" y="3906"/>
                  </a:lnTo>
                  <a:cubicBezTo>
                    <a:pt x="2882" y="3906"/>
                    <a:pt x="2953" y="3858"/>
                    <a:pt x="2953" y="3787"/>
                  </a:cubicBezTo>
                  <a:cubicBezTo>
                    <a:pt x="2977" y="3692"/>
                    <a:pt x="2882" y="3572"/>
                    <a:pt x="2787" y="3572"/>
                  </a:cubicBezTo>
                  <a:lnTo>
                    <a:pt x="2191" y="3572"/>
                  </a:lnTo>
                  <a:lnTo>
                    <a:pt x="2191" y="3311"/>
                  </a:lnTo>
                  <a:lnTo>
                    <a:pt x="2787" y="3311"/>
                  </a:lnTo>
                  <a:cubicBezTo>
                    <a:pt x="2882" y="3311"/>
                    <a:pt x="2953" y="3263"/>
                    <a:pt x="2977" y="3168"/>
                  </a:cubicBezTo>
                  <a:cubicBezTo>
                    <a:pt x="2977" y="3072"/>
                    <a:pt x="2906" y="2977"/>
                    <a:pt x="2834" y="2977"/>
                  </a:cubicBezTo>
                  <a:lnTo>
                    <a:pt x="2239" y="2977"/>
                  </a:lnTo>
                  <a:lnTo>
                    <a:pt x="2239" y="2715"/>
                  </a:lnTo>
                  <a:lnTo>
                    <a:pt x="3096" y="2715"/>
                  </a:lnTo>
                  <a:cubicBezTo>
                    <a:pt x="3191" y="2715"/>
                    <a:pt x="3239" y="2668"/>
                    <a:pt x="3239" y="2596"/>
                  </a:cubicBezTo>
                  <a:cubicBezTo>
                    <a:pt x="3263" y="2501"/>
                    <a:pt x="3191" y="2382"/>
                    <a:pt x="3096" y="2382"/>
                  </a:cubicBezTo>
                  <a:lnTo>
                    <a:pt x="2191" y="2382"/>
                  </a:lnTo>
                  <a:lnTo>
                    <a:pt x="2191" y="1953"/>
                  </a:lnTo>
                  <a:lnTo>
                    <a:pt x="4334" y="1953"/>
                  </a:lnTo>
                  <a:lnTo>
                    <a:pt x="4334" y="2906"/>
                  </a:lnTo>
                  <a:cubicBezTo>
                    <a:pt x="4334" y="2977"/>
                    <a:pt x="4406" y="3049"/>
                    <a:pt x="4501" y="3072"/>
                  </a:cubicBezTo>
                  <a:cubicBezTo>
                    <a:pt x="4573" y="3072"/>
                    <a:pt x="4668" y="3025"/>
                    <a:pt x="4668" y="2929"/>
                  </a:cubicBezTo>
                  <a:lnTo>
                    <a:pt x="4668" y="1953"/>
                  </a:lnTo>
                  <a:cubicBezTo>
                    <a:pt x="5144" y="1858"/>
                    <a:pt x="5501" y="1429"/>
                    <a:pt x="5478" y="929"/>
                  </a:cubicBezTo>
                  <a:cubicBezTo>
                    <a:pt x="5454" y="429"/>
                    <a:pt x="5001" y="0"/>
                    <a:pt x="4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8" name="Google Shape;21338;p96"/>
          <p:cNvGrpSpPr/>
          <p:nvPr/>
        </p:nvGrpSpPr>
        <p:grpSpPr>
          <a:xfrm>
            <a:off x="1059073" y="3443684"/>
            <a:ext cx="307522" cy="350768"/>
            <a:chOff x="1029599" y="3596084"/>
            <a:chExt cx="307522" cy="350768"/>
          </a:xfrm>
        </p:grpSpPr>
        <p:sp>
          <p:nvSpPr>
            <p:cNvPr id="21339" name="Google Shape;21339;p96"/>
            <p:cNvSpPr/>
            <p:nvPr/>
          </p:nvSpPr>
          <p:spPr>
            <a:xfrm>
              <a:off x="1177958" y="3598971"/>
              <a:ext cx="153777" cy="147029"/>
            </a:xfrm>
            <a:custGeom>
              <a:rect b="b" l="l" r="r" t="t"/>
              <a:pathLst>
                <a:path extrusionOk="0" h="4532" w="4740">
                  <a:moveTo>
                    <a:pt x="2635" y="1"/>
                  </a:moveTo>
                  <a:cubicBezTo>
                    <a:pt x="2143" y="1"/>
                    <a:pt x="1655" y="185"/>
                    <a:pt x="1286" y="554"/>
                  </a:cubicBezTo>
                  <a:cubicBezTo>
                    <a:pt x="1024" y="816"/>
                    <a:pt x="857" y="1150"/>
                    <a:pt x="738" y="1531"/>
                  </a:cubicBezTo>
                  <a:cubicBezTo>
                    <a:pt x="595" y="2102"/>
                    <a:pt x="619" y="2578"/>
                    <a:pt x="0" y="3221"/>
                  </a:cubicBezTo>
                  <a:lnTo>
                    <a:pt x="238" y="4341"/>
                  </a:lnTo>
                  <a:lnTo>
                    <a:pt x="1310" y="4531"/>
                  </a:lnTo>
                  <a:cubicBezTo>
                    <a:pt x="1953" y="3888"/>
                    <a:pt x="2453" y="3936"/>
                    <a:pt x="3001" y="3793"/>
                  </a:cubicBezTo>
                  <a:cubicBezTo>
                    <a:pt x="3358" y="3698"/>
                    <a:pt x="3691" y="3555"/>
                    <a:pt x="4001" y="3269"/>
                  </a:cubicBezTo>
                  <a:cubicBezTo>
                    <a:pt x="4739" y="2507"/>
                    <a:pt x="4739" y="1292"/>
                    <a:pt x="4001" y="554"/>
                  </a:cubicBezTo>
                  <a:cubicBezTo>
                    <a:pt x="3620" y="185"/>
                    <a:pt x="3126" y="1"/>
                    <a:pt x="2635"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96"/>
            <p:cNvSpPr/>
            <p:nvPr/>
          </p:nvSpPr>
          <p:spPr>
            <a:xfrm>
              <a:off x="1181819" y="3610748"/>
              <a:ext cx="149917" cy="136778"/>
            </a:xfrm>
            <a:custGeom>
              <a:rect b="b" l="l" r="r" t="t"/>
              <a:pathLst>
                <a:path extrusionOk="0" h="4216" w="4621">
                  <a:moveTo>
                    <a:pt x="3620" y="1"/>
                  </a:moveTo>
                  <a:cubicBezTo>
                    <a:pt x="4168" y="763"/>
                    <a:pt x="4096" y="1787"/>
                    <a:pt x="3429" y="2477"/>
                  </a:cubicBezTo>
                  <a:cubicBezTo>
                    <a:pt x="3144" y="2739"/>
                    <a:pt x="2834" y="2906"/>
                    <a:pt x="2429" y="3025"/>
                  </a:cubicBezTo>
                  <a:cubicBezTo>
                    <a:pt x="1881" y="3168"/>
                    <a:pt x="1405" y="3144"/>
                    <a:pt x="738" y="3763"/>
                  </a:cubicBezTo>
                  <a:lnTo>
                    <a:pt x="0" y="3620"/>
                  </a:lnTo>
                  <a:lnTo>
                    <a:pt x="95" y="3978"/>
                  </a:lnTo>
                  <a:lnTo>
                    <a:pt x="1191" y="4216"/>
                  </a:lnTo>
                  <a:cubicBezTo>
                    <a:pt x="1834" y="3549"/>
                    <a:pt x="2334" y="3620"/>
                    <a:pt x="2882" y="3454"/>
                  </a:cubicBezTo>
                  <a:cubicBezTo>
                    <a:pt x="3239" y="3382"/>
                    <a:pt x="3572" y="3216"/>
                    <a:pt x="3882" y="2930"/>
                  </a:cubicBezTo>
                  <a:cubicBezTo>
                    <a:pt x="4620" y="2144"/>
                    <a:pt x="4620" y="953"/>
                    <a:pt x="3882" y="215"/>
                  </a:cubicBezTo>
                  <a:cubicBezTo>
                    <a:pt x="3810" y="167"/>
                    <a:pt x="3715" y="72"/>
                    <a:pt x="362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96"/>
            <p:cNvSpPr/>
            <p:nvPr/>
          </p:nvSpPr>
          <p:spPr>
            <a:xfrm>
              <a:off x="1072877" y="3732051"/>
              <a:ext cx="120556" cy="120199"/>
            </a:xfrm>
            <a:custGeom>
              <a:rect b="b" l="l" r="r" t="t"/>
              <a:pathLst>
                <a:path extrusionOk="0" h="3705" w="3716">
                  <a:moveTo>
                    <a:pt x="2382" y="1"/>
                  </a:moveTo>
                  <a:lnTo>
                    <a:pt x="953" y="1429"/>
                  </a:lnTo>
                  <a:cubicBezTo>
                    <a:pt x="619" y="1739"/>
                    <a:pt x="381" y="2168"/>
                    <a:pt x="262" y="2620"/>
                  </a:cubicBezTo>
                  <a:cubicBezTo>
                    <a:pt x="215" y="2787"/>
                    <a:pt x="143" y="2977"/>
                    <a:pt x="48" y="3120"/>
                  </a:cubicBezTo>
                  <a:cubicBezTo>
                    <a:pt x="0" y="3239"/>
                    <a:pt x="0" y="3358"/>
                    <a:pt x="96" y="3477"/>
                  </a:cubicBezTo>
                  <a:lnTo>
                    <a:pt x="238" y="3620"/>
                  </a:lnTo>
                  <a:cubicBezTo>
                    <a:pt x="292" y="3674"/>
                    <a:pt x="360" y="3705"/>
                    <a:pt x="431" y="3705"/>
                  </a:cubicBezTo>
                  <a:cubicBezTo>
                    <a:pt x="487" y="3705"/>
                    <a:pt x="543" y="3686"/>
                    <a:pt x="596" y="3644"/>
                  </a:cubicBezTo>
                  <a:cubicBezTo>
                    <a:pt x="739" y="3573"/>
                    <a:pt x="929" y="3501"/>
                    <a:pt x="1096" y="3454"/>
                  </a:cubicBezTo>
                  <a:cubicBezTo>
                    <a:pt x="1548" y="3335"/>
                    <a:pt x="1953" y="3096"/>
                    <a:pt x="2286" y="2763"/>
                  </a:cubicBezTo>
                  <a:lnTo>
                    <a:pt x="3715" y="1334"/>
                  </a:lnTo>
                  <a:lnTo>
                    <a:pt x="3477" y="239"/>
                  </a:lnTo>
                  <a:lnTo>
                    <a:pt x="2382" y="1"/>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96"/>
            <p:cNvSpPr/>
            <p:nvPr/>
          </p:nvSpPr>
          <p:spPr>
            <a:xfrm>
              <a:off x="1072877" y="3736690"/>
              <a:ext cx="120556" cy="114782"/>
            </a:xfrm>
            <a:custGeom>
              <a:rect b="b" l="l" r="r" t="t"/>
              <a:pathLst>
                <a:path extrusionOk="0" h="3538" w="3716">
                  <a:moveTo>
                    <a:pt x="3120" y="0"/>
                  </a:moveTo>
                  <a:lnTo>
                    <a:pt x="3263" y="739"/>
                  </a:lnTo>
                  <a:lnTo>
                    <a:pt x="1834" y="2168"/>
                  </a:lnTo>
                  <a:cubicBezTo>
                    <a:pt x="1524" y="2501"/>
                    <a:pt x="1096" y="2739"/>
                    <a:pt x="643" y="2858"/>
                  </a:cubicBezTo>
                  <a:cubicBezTo>
                    <a:pt x="477" y="2906"/>
                    <a:pt x="286" y="2977"/>
                    <a:pt x="143" y="3072"/>
                  </a:cubicBezTo>
                  <a:cubicBezTo>
                    <a:pt x="119" y="3096"/>
                    <a:pt x="48" y="3096"/>
                    <a:pt x="0" y="3096"/>
                  </a:cubicBezTo>
                  <a:cubicBezTo>
                    <a:pt x="0" y="3144"/>
                    <a:pt x="24" y="3239"/>
                    <a:pt x="96" y="3311"/>
                  </a:cubicBezTo>
                  <a:lnTo>
                    <a:pt x="238" y="3453"/>
                  </a:lnTo>
                  <a:cubicBezTo>
                    <a:pt x="292" y="3507"/>
                    <a:pt x="360" y="3538"/>
                    <a:pt x="431" y="3538"/>
                  </a:cubicBezTo>
                  <a:cubicBezTo>
                    <a:pt x="487" y="3538"/>
                    <a:pt x="543" y="3519"/>
                    <a:pt x="596" y="3477"/>
                  </a:cubicBezTo>
                  <a:cubicBezTo>
                    <a:pt x="739" y="3382"/>
                    <a:pt x="929" y="3334"/>
                    <a:pt x="1096" y="3263"/>
                  </a:cubicBezTo>
                  <a:cubicBezTo>
                    <a:pt x="1548" y="3144"/>
                    <a:pt x="1953" y="2906"/>
                    <a:pt x="2286" y="2596"/>
                  </a:cubicBezTo>
                  <a:lnTo>
                    <a:pt x="3715" y="1167"/>
                  </a:lnTo>
                  <a:lnTo>
                    <a:pt x="3477" y="96"/>
                  </a:lnTo>
                  <a:lnTo>
                    <a:pt x="3120" y="0"/>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96"/>
            <p:cNvSpPr/>
            <p:nvPr/>
          </p:nvSpPr>
          <p:spPr>
            <a:xfrm>
              <a:off x="1143958" y="3699413"/>
              <a:ext cx="81917" cy="79225"/>
            </a:xfrm>
            <a:custGeom>
              <a:rect b="b" l="l" r="r" t="t"/>
              <a:pathLst>
                <a:path extrusionOk="0" h="2442" w="2525">
                  <a:moveTo>
                    <a:pt x="724" y="0"/>
                  </a:moveTo>
                  <a:cubicBezTo>
                    <a:pt x="602" y="0"/>
                    <a:pt x="476" y="42"/>
                    <a:pt x="381" y="125"/>
                  </a:cubicBezTo>
                  <a:lnTo>
                    <a:pt x="191" y="340"/>
                  </a:lnTo>
                  <a:cubicBezTo>
                    <a:pt x="0" y="530"/>
                    <a:pt x="0" y="816"/>
                    <a:pt x="191" y="1007"/>
                  </a:cubicBezTo>
                  <a:lnTo>
                    <a:pt x="1501" y="2316"/>
                  </a:lnTo>
                  <a:cubicBezTo>
                    <a:pt x="1584" y="2400"/>
                    <a:pt x="1703" y="2441"/>
                    <a:pt x="1822" y="2441"/>
                  </a:cubicBezTo>
                  <a:cubicBezTo>
                    <a:pt x="1941" y="2441"/>
                    <a:pt x="2060" y="2400"/>
                    <a:pt x="2143" y="2316"/>
                  </a:cubicBezTo>
                  <a:lnTo>
                    <a:pt x="2358" y="2102"/>
                  </a:lnTo>
                  <a:cubicBezTo>
                    <a:pt x="2525" y="1911"/>
                    <a:pt x="2525" y="1626"/>
                    <a:pt x="2358" y="1435"/>
                  </a:cubicBezTo>
                  <a:lnTo>
                    <a:pt x="1048" y="125"/>
                  </a:lnTo>
                  <a:cubicBezTo>
                    <a:pt x="965" y="42"/>
                    <a:pt x="846" y="0"/>
                    <a:pt x="724"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96"/>
            <p:cNvSpPr/>
            <p:nvPr/>
          </p:nvSpPr>
          <p:spPr>
            <a:xfrm>
              <a:off x="1178704" y="3732829"/>
              <a:ext cx="47171" cy="45809"/>
            </a:xfrm>
            <a:custGeom>
              <a:rect b="b" l="l" r="r" t="t"/>
              <a:pathLst>
                <a:path extrusionOk="0" h="1412" w="1454">
                  <a:moveTo>
                    <a:pt x="858" y="0"/>
                  </a:moveTo>
                  <a:lnTo>
                    <a:pt x="881" y="22"/>
                  </a:lnTo>
                  <a:lnTo>
                    <a:pt x="881" y="22"/>
                  </a:lnTo>
                  <a:cubicBezTo>
                    <a:pt x="874" y="14"/>
                    <a:pt x="866" y="7"/>
                    <a:pt x="858" y="0"/>
                  </a:cubicBezTo>
                  <a:close/>
                  <a:moveTo>
                    <a:pt x="881" y="22"/>
                  </a:moveTo>
                  <a:lnTo>
                    <a:pt x="881" y="22"/>
                  </a:lnTo>
                  <a:cubicBezTo>
                    <a:pt x="1048" y="192"/>
                    <a:pt x="1041" y="484"/>
                    <a:pt x="858" y="643"/>
                  </a:cubicBezTo>
                  <a:lnTo>
                    <a:pt x="668" y="858"/>
                  </a:lnTo>
                  <a:cubicBezTo>
                    <a:pt x="572" y="953"/>
                    <a:pt x="453" y="1001"/>
                    <a:pt x="334" y="1001"/>
                  </a:cubicBezTo>
                  <a:cubicBezTo>
                    <a:pt x="215" y="1001"/>
                    <a:pt x="96" y="953"/>
                    <a:pt x="1" y="858"/>
                  </a:cubicBezTo>
                  <a:lnTo>
                    <a:pt x="1" y="858"/>
                  </a:lnTo>
                  <a:lnTo>
                    <a:pt x="430" y="1286"/>
                  </a:lnTo>
                  <a:cubicBezTo>
                    <a:pt x="513" y="1370"/>
                    <a:pt x="632" y="1411"/>
                    <a:pt x="751" y="1411"/>
                  </a:cubicBezTo>
                  <a:cubicBezTo>
                    <a:pt x="870" y="1411"/>
                    <a:pt x="989" y="1370"/>
                    <a:pt x="1072" y="1286"/>
                  </a:cubicBezTo>
                  <a:lnTo>
                    <a:pt x="1287" y="1072"/>
                  </a:lnTo>
                  <a:cubicBezTo>
                    <a:pt x="1454" y="881"/>
                    <a:pt x="1454" y="596"/>
                    <a:pt x="1287" y="405"/>
                  </a:cubicBezTo>
                  <a:lnTo>
                    <a:pt x="881" y="22"/>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96"/>
            <p:cNvSpPr/>
            <p:nvPr/>
          </p:nvSpPr>
          <p:spPr>
            <a:xfrm>
              <a:off x="1029599" y="3867822"/>
              <a:ext cx="83475" cy="73644"/>
            </a:xfrm>
            <a:custGeom>
              <a:rect b="b" l="l" r="r" t="t"/>
              <a:pathLst>
                <a:path extrusionOk="0" h="2270" w="2573">
                  <a:moveTo>
                    <a:pt x="1287" y="1"/>
                  </a:moveTo>
                  <a:cubicBezTo>
                    <a:pt x="1227" y="1"/>
                    <a:pt x="1168" y="19"/>
                    <a:pt x="1120" y="54"/>
                  </a:cubicBezTo>
                  <a:cubicBezTo>
                    <a:pt x="1" y="1245"/>
                    <a:pt x="310" y="2269"/>
                    <a:pt x="1310" y="2269"/>
                  </a:cubicBezTo>
                  <a:cubicBezTo>
                    <a:pt x="2287" y="2269"/>
                    <a:pt x="2573" y="1245"/>
                    <a:pt x="1453" y="54"/>
                  </a:cubicBezTo>
                  <a:cubicBezTo>
                    <a:pt x="1406" y="19"/>
                    <a:pt x="1346" y="1"/>
                    <a:pt x="1287"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96"/>
            <p:cNvSpPr/>
            <p:nvPr/>
          </p:nvSpPr>
          <p:spPr>
            <a:xfrm>
              <a:off x="1045041" y="3868017"/>
              <a:ext cx="68032" cy="74228"/>
            </a:xfrm>
            <a:custGeom>
              <a:rect b="b" l="l" r="r" t="t"/>
              <a:pathLst>
                <a:path extrusionOk="0" h="2288" w="2097">
                  <a:moveTo>
                    <a:pt x="858" y="1"/>
                  </a:moveTo>
                  <a:cubicBezTo>
                    <a:pt x="1597" y="1001"/>
                    <a:pt x="1239" y="1835"/>
                    <a:pt x="382" y="1835"/>
                  </a:cubicBezTo>
                  <a:cubicBezTo>
                    <a:pt x="239" y="1835"/>
                    <a:pt x="120" y="1811"/>
                    <a:pt x="1" y="1787"/>
                  </a:cubicBezTo>
                  <a:lnTo>
                    <a:pt x="1" y="1787"/>
                  </a:lnTo>
                  <a:cubicBezTo>
                    <a:pt x="120" y="2073"/>
                    <a:pt x="406" y="2287"/>
                    <a:pt x="834" y="2287"/>
                  </a:cubicBezTo>
                  <a:cubicBezTo>
                    <a:pt x="1739" y="2287"/>
                    <a:pt x="2097" y="1239"/>
                    <a:pt x="977" y="48"/>
                  </a:cubicBezTo>
                  <a:cubicBezTo>
                    <a:pt x="954" y="25"/>
                    <a:pt x="882" y="1"/>
                    <a:pt x="858"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96"/>
            <p:cNvSpPr/>
            <p:nvPr/>
          </p:nvSpPr>
          <p:spPr>
            <a:xfrm>
              <a:off x="1228925" y="3633750"/>
              <a:ext cx="15508" cy="14502"/>
            </a:xfrm>
            <a:custGeom>
              <a:rect b="b" l="l" r="r" t="t"/>
              <a:pathLst>
                <a:path extrusionOk="0" h="447" w="478">
                  <a:moveTo>
                    <a:pt x="293" y="0"/>
                  </a:moveTo>
                  <a:cubicBezTo>
                    <a:pt x="251" y="0"/>
                    <a:pt x="215" y="18"/>
                    <a:pt x="191" y="54"/>
                  </a:cubicBezTo>
                  <a:lnTo>
                    <a:pt x="72" y="173"/>
                  </a:lnTo>
                  <a:cubicBezTo>
                    <a:pt x="1" y="220"/>
                    <a:pt x="1" y="316"/>
                    <a:pt x="72" y="411"/>
                  </a:cubicBezTo>
                  <a:cubicBezTo>
                    <a:pt x="96" y="435"/>
                    <a:pt x="132" y="447"/>
                    <a:pt x="173" y="447"/>
                  </a:cubicBezTo>
                  <a:cubicBezTo>
                    <a:pt x="215" y="447"/>
                    <a:pt x="263" y="435"/>
                    <a:pt x="310" y="411"/>
                  </a:cubicBezTo>
                  <a:lnTo>
                    <a:pt x="429" y="292"/>
                  </a:lnTo>
                  <a:cubicBezTo>
                    <a:pt x="477" y="220"/>
                    <a:pt x="477" y="125"/>
                    <a:pt x="429" y="54"/>
                  </a:cubicBezTo>
                  <a:cubicBezTo>
                    <a:pt x="382" y="18"/>
                    <a:pt x="334"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96"/>
            <p:cNvSpPr/>
            <p:nvPr/>
          </p:nvSpPr>
          <p:spPr>
            <a:xfrm>
              <a:off x="1274507" y="3680856"/>
              <a:ext cx="15508" cy="14534"/>
            </a:xfrm>
            <a:custGeom>
              <a:rect b="b" l="l" r="r" t="t"/>
              <a:pathLst>
                <a:path extrusionOk="0" h="448" w="478">
                  <a:moveTo>
                    <a:pt x="307" y="1"/>
                  </a:moveTo>
                  <a:cubicBezTo>
                    <a:pt x="263" y="1"/>
                    <a:pt x="215" y="19"/>
                    <a:pt x="168" y="54"/>
                  </a:cubicBezTo>
                  <a:lnTo>
                    <a:pt x="48" y="173"/>
                  </a:lnTo>
                  <a:cubicBezTo>
                    <a:pt x="1" y="221"/>
                    <a:pt x="1" y="316"/>
                    <a:pt x="48" y="412"/>
                  </a:cubicBezTo>
                  <a:cubicBezTo>
                    <a:pt x="96" y="435"/>
                    <a:pt x="144" y="447"/>
                    <a:pt x="185" y="447"/>
                  </a:cubicBezTo>
                  <a:cubicBezTo>
                    <a:pt x="227" y="447"/>
                    <a:pt x="263" y="435"/>
                    <a:pt x="287" y="412"/>
                  </a:cubicBezTo>
                  <a:lnTo>
                    <a:pt x="430" y="293"/>
                  </a:lnTo>
                  <a:cubicBezTo>
                    <a:pt x="477" y="221"/>
                    <a:pt x="477" y="150"/>
                    <a:pt x="430" y="54"/>
                  </a:cubicBezTo>
                  <a:cubicBezTo>
                    <a:pt x="394" y="19"/>
                    <a:pt x="352"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96"/>
            <p:cNvSpPr/>
            <p:nvPr/>
          </p:nvSpPr>
          <p:spPr>
            <a:xfrm>
              <a:off x="1246704" y="3655551"/>
              <a:ext cx="22450" cy="22450"/>
            </a:xfrm>
            <a:custGeom>
              <a:rect b="b" l="l" r="r" t="t"/>
              <a:pathLst>
                <a:path extrusionOk="0" h="692" w="692">
                  <a:moveTo>
                    <a:pt x="167" y="1"/>
                  </a:moveTo>
                  <a:cubicBezTo>
                    <a:pt x="96" y="1"/>
                    <a:pt x="1" y="49"/>
                    <a:pt x="1" y="144"/>
                  </a:cubicBezTo>
                  <a:cubicBezTo>
                    <a:pt x="1" y="287"/>
                    <a:pt x="24" y="406"/>
                    <a:pt x="143" y="525"/>
                  </a:cubicBezTo>
                  <a:cubicBezTo>
                    <a:pt x="239" y="620"/>
                    <a:pt x="382" y="692"/>
                    <a:pt x="524" y="692"/>
                  </a:cubicBezTo>
                  <a:cubicBezTo>
                    <a:pt x="620" y="692"/>
                    <a:pt x="691" y="596"/>
                    <a:pt x="691" y="501"/>
                  </a:cubicBezTo>
                  <a:cubicBezTo>
                    <a:pt x="691" y="406"/>
                    <a:pt x="596" y="358"/>
                    <a:pt x="501" y="358"/>
                  </a:cubicBezTo>
                  <a:cubicBezTo>
                    <a:pt x="453" y="358"/>
                    <a:pt x="405" y="310"/>
                    <a:pt x="382" y="287"/>
                  </a:cubicBezTo>
                  <a:cubicBezTo>
                    <a:pt x="358" y="263"/>
                    <a:pt x="334" y="215"/>
                    <a:pt x="334" y="168"/>
                  </a:cubicBezTo>
                  <a:cubicBezTo>
                    <a:pt x="334" y="96"/>
                    <a:pt x="262" y="1"/>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96"/>
            <p:cNvSpPr/>
            <p:nvPr/>
          </p:nvSpPr>
          <p:spPr>
            <a:xfrm>
              <a:off x="1031934" y="3863216"/>
              <a:ext cx="77278" cy="83637"/>
            </a:xfrm>
            <a:custGeom>
              <a:rect b="b" l="l" r="r" t="t"/>
              <a:pathLst>
                <a:path extrusionOk="0" h="2578" w="2382">
                  <a:moveTo>
                    <a:pt x="1191" y="292"/>
                  </a:moveTo>
                  <a:cubicBezTo>
                    <a:pt x="1191" y="292"/>
                    <a:pt x="1215" y="292"/>
                    <a:pt x="1262" y="316"/>
                  </a:cubicBezTo>
                  <a:cubicBezTo>
                    <a:pt x="1667" y="768"/>
                    <a:pt x="2072" y="1435"/>
                    <a:pt x="1881" y="1911"/>
                  </a:cubicBezTo>
                  <a:cubicBezTo>
                    <a:pt x="1786" y="2149"/>
                    <a:pt x="1524" y="2292"/>
                    <a:pt x="1215" y="2292"/>
                  </a:cubicBezTo>
                  <a:cubicBezTo>
                    <a:pt x="905" y="2292"/>
                    <a:pt x="667" y="2149"/>
                    <a:pt x="572" y="1911"/>
                  </a:cubicBezTo>
                  <a:cubicBezTo>
                    <a:pt x="357" y="1435"/>
                    <a:pt x="738" y="768"/>
                    <a:pt x="1191" y="316"/>
                  </a:cubicBezTo>
                  <a:cubicBezTo>
                    <a:pt x="1167" y="292"/>
                    <a:pt x="1191" y="292"/>
                    <a:pt x="1191" y="292"/>
                  </a:cubicBezTo>
                  <a:close/>
                  <a:moveTo>
                    <a:pt x="1182" y="0"/>
                  </a:moveTo>
                  <a:cubicBezTo>
                    <a:pt x="1078" y="0"/>
                    <a:pt x="976" y="42"/>
                    <a:pt x="905" y="125"/>
                  </a:cubicBezTo>
                  <a:cubicBezTo>
                    <a:pt x="286" y="768"/>
                    <a:pt x="0" y="1482"/>
                    <a:pt x="238" y="2030"/>
                  </a:cubicBezTo>
                  <a:cubicBezTo>
                    <a:pt x="405" y="2387"/>
                    <a:pt x="762" y="2578"/>
                    <a:pt x="1191" y="2578"/>
                  </a:cubicBezTo>
                  <a:cubicBezTo>
                    <a:pt x="1643" y="2578"/>
                    <a:pt x="2001" y="2387"/>
                    <a:pt x="2143" y="2030"/>
                  </a:cubicBezTo>
                  <a:cubicBezTo>
                    <a:pt x="2382" y="1482"/>
                    <a:pt x="2120" y="768"/>
                    <a:pt x="1477" y="125"/>
                  </a:cubicBezTo>
                  <a:cubicBezTo>
                    <a:pt x="1393" y="42"/>
                    <a:pt x="1286" y="0"/>
                    <a:pt x="11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96"/>
            <p:cNvSpPr/>
            <p:nvPr/>
          </p:nvSpPr>
          <p:spPr>
            <a:xfrm>
              <a:off x="1066680" y="3596084"/>
              <a:ext cx="270441" cy="260384"/>
            </a:xfrm>
            <a:custGeom>
              <a:rect b="b" l="l" r="r" t="t"/>
              <a:pathLst>
                <a:path extrusionOk="0" h="8026" w="8336">
                  <a:moveTo>
                    <a:pt x="3109" y="3340"/>
                  </a:moveTo>
                  <a:cubicBezTo>
                    <a:pt x="3180" y="3340"/>
                    <a:pt x="3251" y="3370"/>
                    <a:pt x="3311" y="3429"/>
                  </a:cubicBezTo>
                  <a:lnTo>
                    <a:pt x="4621" y="4739"/>
                  </a:lnTo>
                  <a:cubicBezTo>
                    <a:pt x="4740" y="4858"/>
                    <a:pt x="4740" y="5049"/>
                    <a:pt x="4621" y="5168"/>
                  </a:cubicBezTo>
                  <a:lnTo>
                    <a:pt x="4406" y="5382"/>
                  </a:lnTo>
                  <a:cubicBezTo>
                    <a:pt x="4347" y="5430"/>
                    <a:pt x="4275" y="5454"/>
                    <a:pt x="4204" y="5454"/>
                  </a:cubicBezTo>
                  <a:cubicBezTo>
                    <a:pt x="4133" y="5454"/>
                    <a:pt x="4061" y="5430"/>
                    <a:pt x="4002" y="5382"/>
                  </a:cubicBezTo>
                  <a:lnTo>
                    <a:pt x="2692" y="4072"/>
                  </a:lnTo>
                  <a:cubicBezTo>
                    <a:pt x="2573" y="3953"/>
                    <a:pt x="2573" y="3763"/>
                    <a:pt x="2692" y="3644"/>
                  </a:cubicBezTo>
                  <a:lnTo>
                    <a:pt x="2906" y="3429"/>
                  </a:lnTo>
                  <a:cubicBezTo>
                    <a:pt x="2966" y="3370"/>
                    <a:pt x="3037" y="3340"/>
                    <a:pt x="3109" y="3340"/>
                  </a:cubicBezTo>
                  <a:close/>
                  <a:moveTo>
                    <a:pt x="5907" y="0"/>
                  </a:moveTo>
                  <a:cubicBezTo>
                    <a:pt x="5430" y="48"/>
                    <a:pt x="4954" y="238"/>
                    <a:pt x="4597" y="596"/>
                  </a:cubicBezTo>
                  <a:cubicBezTo>
                    <a:pt x="4216" y="1000"/>
                    <a:pt x="4049" y="1501"/>
                    <a:pt x="3930" y="2001"/>
                  </a:cubicBezTo>
                  <a:cubicBezTo>
                    <a:pt x="3859" y="2382"/>
                    <a:pt x="3787" y="2715"/>
                    <a:pt x="3406" y="3168"/>
                  </a:cubicBezTo>
                  <a:cubicBezTo>
                    <a:pt x="3311" y="3096"/>
                    <a:pt x="3192" y="3072"/>
                    <a:pt x="3097" y="3072"/>
                  </a:cubicBezTo>
                  <a:cubicBezTo>
                    <a:pt x="2930" y="3072"/>
                    <a:pt x="2787" y="3144"/>
                    <a:pt x="2668" y="3263"/>
                  </a:cubicBezTo>
                  <a:lnTo>
                    <a:pt x="2454" y="3453"/>
                  </a:lnTo>
                  <a:cubicBezTo>
                    <a:pt x="2239" y="3668"/>
                    <a:pt x="2215" y="3977"/>
                    <a:pt x="2358" y="4215"/>
                  </a:cubicBezTo>
                  <a:lnTo>
                    <a:pt x="1025" y="5549"/>
                  </a:lnTo>
                  <a:cubicBezTo>
                    <a:pt x="691" y="5811"/>
                    <a:pt x="429" y="6263"/>
                    <a:pt x="310" y="6740"/>
                  </a:cubicBezTo>
                  <a:cubicBezTo>
                    <a:pt x="239" y="6930"/>
                    <a:pt x="191" y="7097"/>
                    <a:pt x="120" y="7216"/>
                  </a:cubicBezTo>
                  <a:cubicBezTo>
                    <a:pt x="1" y="7406"/>
                    <a:pt x="48" y="7597"/>
                    <a:pt x="191" y="7764"/>
                  </a:cubicBezTo>
                  <a:lnTo>
                    <a:pt x="334" y="7907"/>
                  </a:lnTo>
                  <a:cubicBezTo>
                    <a:pt x="429" y="8002"/>
                    <a:pt x="548" y="8026"/>
                    <a:pt x="644" y="8026"/>
                  </a:cubicBezTo>
                  <a:cubicBezTo>
                    <a:pt x="715" y="8026"/>
                    <a:pt x="787" y="8002"/>
                    <a:pt x="882" y="7954"/>
                  </a:cubicBezTo>
                  <a:cubicBezTo>
                    <a:pt x="1001" y="7883"/>
                    <a:pt x="1144" y="7811"/>
                    <a:pt x="1358" y="7787"/>
                  </a:cubicBezTo>
                  <a:cubicBezTo>
                    <a:pt x="1715" y="7692"/>
                    <a:pt x="2073" y="7526"/>
                    <a:pt x="2358" y="7287"/>
                  </a:cubicBezTo>
                  <a:cubicBezTo>
                    <a:pt x="2430" y="7216"/>
                    <a:pt x="2454" y="7121"/>
                    <a:pt x="2382" y="7049"/>
                  </a:cubicBezTo>
                  <a:cubicBezTo>
                    <a:pt x="2351" y="7003"/>
                    <a:pt x="2301" y="6977"/>
                    <a:pt x="2243" y="6977"/>
                  </a:cubicBezTo>
                  <a:cubicBezTo>
                    <a:pt x="2212" y="6977"/>
                    <a:pt x="2178" y="6985"/>
                    <a:pt x="2144" y="7002"/>
                  </a:cubicBezTo>
                  <a:cubicBezTo>
                    <a:pt x="1882" y="7216"/>
                    <a:pt x="1596" y="7359"/>
                    <a:pt x="1263" y="7454"/>
                  </a:cubicBezTo>
                  <a:cubicBezTo>
                    <a:pt x="1049" y="7502"/>
                    <a:pt x="834" y="7597"/>
                    <a:pt x="715" y="7692"/>
                  </a:cubicBezTo>
                  <a:cubicBezTo>
                    <a:pt x="695" y="7702"/>
                    <a:pt x="672" y="7708"/>
                    <a:pt x="649" y="7708"/>
                  </a:cubicBezTo>
                  <a:cubicBezTo>
                    <a:pt x="617" y="7708"/>
                    <a:pt x="586" y="7696"/>
                    <a:pt x="572" y="7668"/>
                  </a:cubicBezTo>
                  <a:lnTo>
                    <a:pt x="429" y="7502"/>
                  </a:lnTo>
                  <a:cubicBezTo>
                    <a:pt x="406" y="7478"/>
                    <a:pt x="358" y="7430"/>
                    <a:pt x="406" y="7359"/>
                  </a:cubicBezTo>
                  <a:cubicBezTo>
                    <a:pt x="477" y="7216"/>
                    <a:pt x="572" y="7025"/>
                    <a:pt x="644" y="6835"/>
                  </a:cubicBezTo>
                  <a:cubicBezTo>
                    <a:pt x="763" y="6406"/>
                    <a:pt x="953" y="6025"/>
                    <a:pt x="1287" y="5716"/>
                  </a:cubicBezTo>
                  <a:lnTo>
                    <a:pt x="2597" y="4430"/>
                  </a:lnTo>
                  <a:lnTo>
                    <a:pt x="3692" y="5525"/>
                  </a:lnTo>
                  <a:lnTo>
                    <a:pt x="2597" y="6621"/>
                  </a:lnTo>
                  <a:cubicBezTo>
                    <a:pt x="2549" y="6668"/>
                    <a:pt x="2549" y="6763"/>
                    <a:pt x="2597" y="6859"/>
                  </a:cubicBezTo>
                  <a:cubicBezTo>
                    <a:pt x="2632" y="6883"/>
                    <a:pt x="2668" y="6894"/>
                    <a:pt x="2707" y="6894"/>
                  </a:cubicBezTo>
                  <a:cubicBezTo>
                    <a:pt x="2745" y="6894"/>
                    <a:pt x="2787" y="6883"/>
                    <a:pt x="2835" y="6859"/>
                  </a:cubicBezTo>
                  <a:lnTo>
                    <a:pt x="3930" y="5763"/>
                  </a:lnTo>
                  <a:cubicBezTo>
                    <a:pt x="4025" y="5811"/>
                    <a:pt x="4144" y="5859"/>
                    <a:pt x="4240" y="5859"/>
                  </a:cubicBezTo>
                  <a:cubicBezTo>
                    <a:pt x="4406" y="5859"/>
                    <a:pt x="4573" y="5787"/>
                    <a:pt x="4692" y="5668"/>
                  </a:cubicBezTo>
                  <a:lnTo>
                    <a:pt x="4883" y="5454"/>
                  </a:lnTo>
                  <a:cubicBezTo>
                    <a:pt x="5097" y="5263"/>
                    <a:pt x="5121" y="4954"/>
                    <a:pt x="4978" y="4715"/>
                  </a:cubicBezTo>
                  <a:cubicBezTo>
                    <a:pt x="5192" y="4501"/>
                    <a:pt x="5454" y="4334"/>
                    <a:pt x="6145" y="4192"/>
                  </a:cubicBezTo>
                  <a:cubicBezTo>
                    <a:pt x="6645" y="4072"/>
                    <a:pt x="7193" y="3906"/>
                    <a:pt x="7550" y="3525"/>
                  </a:cubicBezTo>
                  <a:cubicBezTo>
                    <a:pt x="8336" y="2715"/>
                    <a:pt x="8336" y="1405"/>
                    <a:pt x="7550" y="619"/>
                  </a:cubicBezTo>
                  <a:cubicBezTo>
                    <a:pt x="7264" y="334"/>
                    <a:pt x="6955" y="167"/>
                    <a:pt x="6597" y="72"/>
                  </a:cubicBezTo>
                  <a:cubicBezTo>
                    <a:pt x="6581" y="68"/>
                    <a:pt x="6565" y="66"/>
                    <a:pt x="6549" y="66"/>
                  </a:cubicBezTo>
                  <a:cubicBezTo>
                    <a:pt x="6472" y="66"/>
                    <a:pt x="6403" y="112"/>
                    <a:pt x="6383" y="191"/>
                  </a:cubicBezTo>
                  <a:cubicBezTo>
                    <a:pt x="6359" y="286"/>
                    <a:pt x="6407" y="357"/>
                    <a:pt x="6502" y="405"/>
                  </a:cubicBezTo>
                  <a:cubicBezTo>
                    <a:pt x="6788" y="476"/>
                    <a:pt x="7074" y="643"/>
                    <a:pt x="7312" y="834"/>
                  </a:cubicBezTo>
                  <a:cubicBezTo>
                    <a:pt x="7979" y="1524"/>
                    <a:pt x="7979" y="2620"/>
                    <a:pt x="7312" y="3310"/>
                  </a:cubicBezTo>
                  <a:cubicBezTo>
                    <a:pt x="6978" y="3644"/>
                    <a:pt x="6502" y="3787"/>
                    <a:pt x="6050" y="3882"/>
                  </a:cubicBezTo>
                  <a:cubicBezTo>
                    <a:pt x="5669" y="3977"/>
                    <a:pt x="5240" y="4049"/>
                    <a:pt x="4764" y="4477"/>
                  </a:cubicBezTo>
                  <a:lnTo>
                    <a:pt x="3668" y="3382"/>
                  </a:lnTo>
                  <a:cubicBezTo>
                    <a:pt x="4121" y="2906"/>
                    <a:pt x="4216" y="2477"/>
                    <a:pt x="4264" y="2096"/>
                  </a:cubicBezTo>
                  <a:cubicBezTo>
                    <a:pt x="4359" y="1643"/>
                    <a:pt x="4502" y="1167"/>
                    <a:pt x="4835" y="834"/>
                  </a:cubicBezTo>
                  <a:cubicBezTo>
                    <a:pt x="5121" y="548"/>
                    <a:pt x="5526" y="357"/>
                    <a:pt x="5931" y="334"/>
                  </a:cubicBezTo>
                  <a:cubicBezTo>
                    <a:pt x="6026" y="334"/>
                    <a:pt x="6073" y="238"/>
                    <a:pt x="6073" y="167"/>
                  </a:cubicBezTo>
                  <a:cubicBezTo>
                    <a:pt x="6073" y="72"/>
                    <a:pt x="6002" y="0"/>
                    <a:pt x="5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2" name="Google Shape;21352;p96"/>
          <p:cNvGrpSpPr/>
          <p:nvPr/>
        </p:nvGrpSpPr>
        <p:grpSpPr>
          <a:xfrm>
            <a:off x="1042074" y="4000624"/>
            <a:ext cx="342301" cy="352423"/>
            <a:chOff x="1012599" y="4153024"/>
            <a:chExt cx="342301" cy="352423"/>
          </a:xfrm>
        </p:grpSpPr>
        <p:sp>
          <p:nvSpPr>
            <p:cNvPr id="21353" name="Google Shape;21353;p96"/>
            <p:cNvSpPr/>
            <p:nvPr/>
          </p:nvSpPr>
          <p:spPr>
            <a:xfrm>
              <a:off x="1053541" y="4448251"/>
              <a:ext cx="63393" cy="51032"/>
            </a:xfrm>
            <a:custGeom>
              <a:rect b="b" l="l" r="r" t="t"/>
              <a:pathLst>
                <a:path extrusionOk="0" h="1573" w="1954">
                  <a:moveTo>
                    <a:pt x="1" y="0"/>
                  </a:moveTo>
                  <a:lnTo>
                    <a:pt x="1" y="1144"/>
                  </a:lnTo>
                  <a:cubicBezTo>
                    <a:pt x="1" y="1382"/>
                    <a:pt x="215" y="1572"/>
                    <a:pt x="453" y="1572"/>
                  </a:cubicBezTo>
                  <a:lnTo>
                    <a:pt x="1525" y="1572"/>
                  </a:lnTo>
                  <a:cubicBezTo>
                    <a:pt x="1739" y="1572"/>
                    <a:pt x="1954" y="1382"/>
                    <a:pt x="1954" y="1144"/>
                  </a:cubicBezTo>
                  <a:lnTo>
                    <a:pt x="1954" y="0"/>
                  </a:ln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96"/>
            <p:cNvSpPr/>
            <p:nvPr/>
          </p:nvSpPr>
          <p:spPr>
            <a:xfrm>
              <a:off x="1054320" y="4448251"/>
              <a:ext cx="34811" cy="51032"/>
            </a:xfrm>
            <a:custGeom>
              <a:rect b="b" l="l" r="r" t="t"/>
              <a:pathLst>
                <a:path extrusionOk="0" h="1573" w="1073">
                  <a:moveTo>
                    <a:pt x="1" y="0"/>
                  </a:moveTo>
                  <a:lnTo>
                    <a:pt x="1" y="1144"/>
                  </a:lnTo>
                  <a:cubicBezTo>
                    <a:pt x="1" y="1382"/>
                    <a:pt x="215" y="1572"/>
                    <a:pt x="453" y="1572"/>
                  </a:cubicBezTo>
                  <a:lnTo>
                    <a:pt x="1072" y="1572"/>
                  </a:lnTo>
                  <a:cubicBezTo>
                    <a:pt x="810" y="1572"/>
                    <a:pt x="620" y="1382"/>
                    <a:pt x="620" y="1144"/>
                  </a:cubicBezTo>
                  <a:lnTo>
                    <a:pt x="620"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96"/>
            <p:cNvSpPr/>
            <p:nvPr/>
          </p:nvSpPr>
          <p:spPr>
            <a:xfrm>
              <a:off x="1249786" y="4448251"/>
              <a:ext cx="63393" cy="51032"/>
            </a:xfrm>
            <a:custGeom>
              <a:rect b="b" l="l" r="r" t="t"/>
              <a:pathLst>
                <a:path extrusionOk="0" h="1573" w="1954">
                  <a:moveTo>
                    <a:pt x="1" y="0"/>
                  </a:moveTo>
                  <a:lnTo>
                    <a:pt x="1" y="1144"/>
                  </a:lnTo>
                  <a:cubicBezTo>
                    <a:pt x="1" y="1382"/>
                    <a:pt x="191" y="1572"/>
                    <a:pt x="429" y="1572"/>
                  </a:cubicBezTo>
                  <a:lnTo>
                    <a:pt x="1501" y="1572"/>
                  </a:lnTo>
                  <a:cubicBezTo>
                    <a:pt x="1739" y="1572"/>
                    <a:pt x="1954" y="1382"/>
                    <a:pt x="1954" y="1144"/>
                  </a:cubicBezTo>
                  <a:lnTo>
                    <a:pt x="1954" y="0"/>
                  </a:ln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96"/>
            <p:cNvSpPr/>
            <p:nvPr/>
          </p:nvSpPr>
          <p:spPr>
            <a:xfrm>
              <a:off x="1249786" y="4448251"/>
              <a:ext cx="34032" cy="51032"/>
            </a:xfrm>
            <a:custGeom>
              <a:rect b="b" l="l" r="r" t="t"/>
              <a:pathLst>
                <a:path extrusionOk="0" h="1573" w="1049">
                  <a:moveTo>
                    <a:pt x="1" y="0"/>
                  </a:moveTo>
                  <a:lnTo>
                    <a:pt x="1" y="1144"/>
                  </a:lnTo>
                  <a:cubicBezTo>
                    <a:pt x="1" y="1382"/>
                    <a:pt x="191" y="1572"/>
                    <a:pt x="429" y="1572"/>
                  </a:cubicBezTo>
                  <a:lnTo>
                    <a:pt x="1049" y="1572"/>
                  </a:lnTo>
                  <a:cubicBezTo>
                    <a:pt x="834" y="1572"/>
                    <a:pt x="620" y="1382"/>
                    <a:pt x="620" y="1144"/>
                  </a:cubicBezTo>
                  <a:lnTo>
                    <a:pt x="620"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96"/>
            <p:cNvSpPr/>
            <p:nvPr/>
          </p:nvSpPr>
          <p:spPr>
            <a:xfrm>
              <a:off x="1018017" y="4157761"/>
              <a:ext cx="332244" cy="129056"/>
            </a:xfrm>
            <a:custGeom>
              <a:rect b="b" l="l" r="r" t="t"/>
              <a:pathLst>
                <a:path extrusionOk="0" h="3978" w="10241">
                  <a:moveTo>
                    <a:pt x="1120" y="0"/>
                  </a:moveTo>
                  <a:cubicBezTo>
                    <a:pt x="501" y="0"/>
                    <a:pt x="0" y="500"/>
                    <a:pt x="0" y="1120"/>
                  </a:cubicBezTo>
                  <a:lnTo>
                    <a:pt x="0" y="3310"/>
                  </a:lnTo>
                  <a:lnTo>
                    <a:pt x="5121" y="3977"/>
                  </a:lnTo>
                  <a:lnTo>
                    <a:pt x="10241" y="3310"/>
                  </a:lnTo>
                  <a:lnTo>
                    <a:pt x="10241" y="1120"/>
                  </a:lnTo>
                  <a:cubicBezTo>
                    <a:pt x="10241" y="500"/>
                    <a:pt x="9717" y="0"/>
                    <a:pt x="9121"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96"/>
            <p:cNvSpPr/>
            <p:nvPr/>
          </p:nvSpPr>
          <p:spPr>
            <a:xfrm>
              <a:off x="1018017" y="4156982"/>
              <a:ext cx="176195" cy="129056"/>
            </a:xfrm>
            <a:custGeom>
              <a:rect b="b" l="l" r="r" t="t"/>
              <a:pathLst>
                <a:path extrusionOk="0" h="3978" w="5431">
                  <a:moveTo>
                    <a:pt x="1120" y="0"/>
                  </a:moveTo>
                  <a:cubicBezTo>
                    <a:pt x="501" y="0"/>
                    <a:pt x="0" y="501"/>
                    <a:pt x="0" y="1120"/>
                  </a:cubicBezTo>
                  <a:lnTo>
                    <a:pt x="0" y="3287"/>
                  </a:lnTo>
                  <a:lnTo>
                    <a:pt x="5121" y="3977"/>
                  </a:lnTo>
                  <a:lnTo>
                    <a:pt x="5430" y="3954"/>
                  </a:lnTo>
                  <a:lnTo>
                    <a:pt x="620" y="3287"/>
                  </a:lnTo>
                  <a:lnTo>
                    <a:pt x="620" y="1120"/>
                  </a:lnTo>
                  <a:cubicBezTo>
                    <a:pt x="620" y="501"/>
                    <a:pt x="1120" y="0"/>
                    <a:pt x="173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96"/>
            <p:cNvSpPr/>
            <p:nvPr/>
          </p:nvSpPr>
          <p:spPr>
            <a:xfrm>
              <a:off x="1085237" y="4184786"/>
              <a:ext cx="196277" cy="51811"/>
            </a:xfrm>
            <a:custGeom>
              <a:rect b="b" l="l" r="r" t="t"/>
              <a:pathLst>
                <a:path extrusionOk="0" h="1597" w="6050">
                  <a:moveTo>
                    <a:pt x="358" y="1"/>
                  </a:moveTo>
                  <a:cubicBezTo>
                    <a:pt x="167" y="1"/>
                    <a:pt x="0" y="144"/>
                    <a:pt x="0" y="358"/>
                  </a:cubicBezTo>
                  <a:lnTo>
                    <a:pt x="0" y="1239"/>
                  </a:lnTo>
                  <a:cubicBezTo>
                    <a:pt x="0" y="1430"/>
                    <a:pt x="143" y="1596"/>
                    <a:pt x="358" y="1596"/>
                  </a:cubicBezTo>
                  <a:lnTo>
                    <a:pt x="5692" y="1596"/>
                  </a:lnTo>
                  <a:cubicBezTo>
                    <a:pt x="5859" y="1596"/>
                    <a:pt x="6049" y="1453"/>
                    <a:pt x="6049" y="1239"/>
                  </a:cubicBezTo>
                  <a:lnTo>
                    <a:pt x="6049" y="358"/>
                  </a:lnTo>
                  <a:cubicBezTo>
                    <a:pt x="6049" y="144"/>
                    <a:pt x="5906" y="1"/>
                    <a:pt x="5692" y="1"/>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96"/>
            <p:cNvSpPr/>
            <p:nvPr/>
          </p:nvSpPr>
          <p:spPr>
            <a:xfrm>
              <a:off x="1086016" y="4184786"/>
              <a:ext cx="32475" cy="51811"/>
            </a:xfrm>
            <a:custGeom>
              <a:rect b="b" l="l" r="r" t="t"/>
              <a:pathLst>
                <a:path extrusionOk="0" h="1597" w="1001">
                  <a:moveTo>
                    <a:pt x="357" y="1"/>
                  </a:moveTo>
                  <a:cubicBezTo>
                    <a:pt x="191" y="1"/>
                    <a:pt x="0" y="144"/>
                    <a:pt x="0" y="358"/>
                  </a:cubicBezTo>
                  <a:lnTo>
                    <a:pt x="0" y="1239"/>
                  </a:lnTo>
                  <a:cubicBezTo>
                    <a:pt x="0" y="1430"/>
                    <a:pt x="167" y="1596"/>
                    <a:pt x="357" y="1596"/>
                  </a:cubicBezTo>
                  <a:lnTo>
                    <a:pt x="1000" y="1596"/>
                  </a:lnTo>
                  <a:cubicBezTo>
                    <a:pt x="786" y="1596"/>
                    <a:pt x="643" y="1430"/>
                    <a:pt x="643" y="1239"/>
                  </a:cubicBezTo>
                  <a:lnTo>
                    <a:pt x="643" y="358"/>
                  </a:lnTo>
                  <a:cubicBezTo>
                    <a:pt x="643" y="167"/>
                    <a:pt x="786" y="1"/>
                    <a:pt x="100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96"/>
            <p:cNvSpPr/>
            <p:nvPr/>
          </p:nvSpPr>
          <p:spPr>
            <a:xfrm>
              <a:off x="1016459" y="4263588"/>
              <a:ext cx="333801" cy="203220"/>
            </a:xfrm>
            <a:custGeom>
              <a:rect b="b" l="l" r="r" t="t"/>
              <a:pathLst>
                <a:path extrusionOk="0" h="6264" w="10289">
                  <a:moveTo>
                    <a:pt x="1" y="1"/>
                  </a:moveTo>
                  <a:lnTo>
                    <a:pt x="1" y="5121"/>
                  </a:lnTo>
                  <a:cubicBezTo>
                    <a:pt x="1" y="5764"/>
                    <a:pt x="501" y="6264"/>
                    <a:pt x="1144" y="6264"/>
                  </a:cubicBezTo>
                  <a:lnTo>
                    <a:pt x="9146" y="6264"/>
                  </a:lnTo>
                  <a:cubicBezTo>
                    <a:pt x="9765" y="6264"/>
                    <a:pt x="10289" y="5764"/>
                    <a:pt x="10289" y="5121"/>
                  </a:cubicBezTo>
                  <a:lnTo>
                    <a:pt x="10289" y="1"/>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96"/>
            <p:cNvSpPr/>
            <p:nvPr/>
          </p:nvSpPr>
          <p:spPr>
            <a:xfrm>
              <a:off x="1018017" y="4263588"/>
              <a:ext cx="56418" cy="203220"/>
            </a:xfrm>
            <a:custGeom>
              <a:rect b="b" l="l" r="r" t="t"/>
              <a:pathLst>
                <a:path extrusionOk="0" h="6264" w="1739">
                  <a:moveTo>
                    <a:pt x="0" y="1"/>
                  </a:moveTo>
                  <a:lnTo>
                    <a:pt x="0" y="5121"/>
                  </a:lnTo>
                  <a:cubicBezTo>
                    <a:pt x="0" y="5764"/>
                    <a:pt x="501" y="6264"/>
                    <a:pt x="1120" y="6264"/>
                  </a:cubicBezTo>
                  <a:lnTo>
                    <a:pt x="1739" y="6264"/>
                  </a:lnTo>
                  <a:cubicBezTo>
                    <a:pt x="1120" y="6264"/>
                    <a:pt x="620" y="5764"/>
                    <a:pt x="620" y="5121"/>
                  </a:cubicBezTo>
                  <a:lnTo>
                    <a:pt x="62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96"/>
            <p:cNvSpPr/>
            <p:nvPr/>
          </p:nvSpPr>
          <p:spPr>
            <a:xfrm>
              <a:off x="1116901" y="4300670"/>
              <a:ext cx="196277" cy="129056"/>
            </a:xfrm>
            <a:custGeom>
              <a:rect b="b" l="l" r="r" t="t"/>
              <a:pathLst>
                <a:path extrusionOk="0" h="3978" w="6050">
                  <a:moveTo>
                    <a:pt x="1" y="1"/>
                  </a:moveTo>
                  <a:lnTo>
                    <a:pt x="1" y="3978"/>
                  </a:lnTo>
                  <a:lnTo>
                    <a:pt x="6050" y="3978"/>
                  </a:lnTo>
                  <a:lnTo>
                    <a:pt x="605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96"/>
            <p:cNvSpPr/>
            <p:nvPr/>
          </p:nvSpPr>
          <p:spPr>
            <a:xfrm>
              <a:off x="1116901" y="4300670"/>
              <a:ext cx="28614" cy="129056"/>
            </a:xfrm>
            <a:custGeom>
              <a:rect b="b" l="l" r="r" t="t"/>
              <a:pathLst>
                <a:path extrusionOk="0" h="3978" w="882">
                  <a:moveTo>
                    <a:pt x="1" y="1"/>
                  </a:moveTo>
                  <a:lnTo>
                    <a:pt x="1" y="3978"/>
                  </a:lnTo>
                  <a:lnTo>
                    <a:pt x="882" y="3978"/>
                  </a:lnTo>
                  <a:lnTo>
                    <a:pt x="882"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96"/>
            <p:cNvSpPr/>
            <p:nvPr/>
          </p:nvSpPr>
          <p:spPr>
            <a:xfrm>
              <a:off x="1313146" y="4429694"/>
              <a:ext cx="32" cy="32"/>
            </a:xfrm>
            <a:custGeom>
              <a:rect b="b" l="l" r="r" t="t"/>
              <a:pathLst>
                <a:path extrusionOk="0" h="1" w="1">
                  <a:moveTo>
                    <a:pt x="1" y="1"/>
                  </a:moveTo>
                  <a:lnTo>
                    <a:pt x="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96"/>
            <p:cNvSpPr/>
            <p:nvPr/>
          </p:nvSpPr>
          <p:spPr>
            <a:xfrm>
              <a:off x="1058959" y="4299924"/>
              <a:ext cx="30172" cy="129056"/>
            </a:xfrm>
            <a:custGeom>
              <a:rect b="b" l="l" r="r" t="t"/>
              <a:pathLst>
                <a:path extrusionOk="0" h="3978" w="930">
                  <a:moveTo>
                    <a:pt x="453" y="0"/>
                  </a:moveTo>
                  <a:cubicBezTo>
                    <a:pt x="215" y="24"/>
                    <a:pt x="1" y="262"/>
                    <a:pt x="1" y="500"/>
                  </a:cubicBezTo>
                  <a:lnTo>
                    <a:pt x="1" y="3501"/>
                  </a:lnTo>
                  <a:cubicBezTo>
                    <a:pt x="1" y="3763"/>
                    <a:pt x="215" y="3977"/>
                    <a:pt x="453" y="3977"/>
                  </a:cubicBezTo>
                  <a:cubicBezTo>
                    <a:pt x="715" y="3977"/>
                    <a:pt x="929" y="3763"/>
                    <a:pt x="929" y="3501"/>
                  </a:cubicBezTo>
                  <a:lnTo>
                    <a:pt x="929" y="476"/>
                  </a:lnTo>
                  <a:cubicBezTo>
                    <a:pt x="929" y="191"/>
                    <a:pt x="715" y="0"/>
                    <a:pt x="453"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96"/>
            <p:cNvSpPr/>
            <p:nvPr/>
          </p:nvSpPr>
          <p:spPr>
            <a:xfrm>
              <a:off x="1124623" y="4197146"/>
              <a:ext cx="10868" cy="19563"/>
            </a:xfrm>
            <a:custGeom>
              <a:rect b="b" l="l" r="r" t="t"/>
              <a:pathLst>
                <a:path extrusionOk="0" h="603" w="335">
                  <a:moveTo>
                    <a:pt x="191" y="1"/>
                  </a:moveTo>
                  <a:cubicBezTo>
                    <a:pt x="96" y="1"/>
                    <a:pt x="1" y="48"/>
                    <a:pt x="1" y="144"/>
                  </a:cubicBezTo>
                  <a:lnTo>
                    <a:pt x="1" y="453"/>
                  </a:lnTo>
                  <a:cubicBezTo>
                    <a:pt x="1" y="536"/>
                    <a:pt x="73" y="601"/>
                    <a:pt x="154" y="601"/>
                  </a:cubicBezTo>
                  <a:cubicBezTo>
                    <a:pt x="166" y="601"/>
                    <a:pt x="179" y="599"/>
                    <a:pt x="191" y="596"/>
                  </a:cubicBezTo>
                  <a:cubicBezTo>
                    <a:pt x="208" y="600"/>
                    <a:pt x="223" y="602"/>
                    <a:pt x="236" y="602"/>
                  </a:cubicBezTo>
                  <a:cubicBezTo>
                    <a:pt x="302" y="602"/>
                    <a:pt x="334" y="556"/>
                    <a:pt x="334" y="477"/>
                  </a:cubicBezTo>
                  <a:lnTo>
                    <a:pt x="334" y="191"/>
                  </a:lnTo>
                  <a:cubicBezTo>
                    <a:pt x="334" y="96"/>
                    <a:pt x="287" y="25"/>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96"/>
            <p:cNvSpPr/>
            <p:nvPr/>
          </p:nvSpPr>
          <p:spPr>
            <a:xfrm>
              <a:off x="1231261" y="4197146"/>
              <a:ext cx="10836" cy="19563"/>
            </a:xfrm>
            <a:custGeom>
              <a:rect b="b" l="l" r="r" t="t"/>
              <a:pathLst>
                <a:path extrusionOk="0" h="603" w="334">
                  <a:moveTo>
                    <a:pt x="167" y="1"/>
                  </a:moveTo>
                  <a:cubicBezTo>
                    <a:pt x="95" y="1"/>
                    <a:pt x="0" y="48"/>
                    <a:pt x="0" y="144"/>
                  </a:cubicBezTo>
                  <a:lnTo>
                    <a:pt x="0" y="453"/>
                  </a:lnTo>
                  <a:cubicBezTo>
                    <a:pt x="0" y="536"/>
                    <a:pt x="72" y="601"/>
                    <a:pt x="138" y="601"/>
                  </a:cubicBezTo>
                  <a:cubicBezTo>
                    <a:pt x="148" y="601"/>
                    <a:pt x="158" y="599"/>
                    <a:pt x="167" y="596"/>
                  </a:cubicBezTo>
                  <a:cubicBezTo>
                    <a:pt x="183" y="600"/>
                    <a:pt x="199" y="602"/>
                    <a:pt x="214" y="602"/>
                  </a:cubicBezTo>
                  <a:cubicBezTo>
                    <a:pt x="285" y="602"/>
                    <a:pt x="334" y="556"/>
                    <a:pt x="334" y="477"/>
                  </a:cubicBezTo>
                  <a:lnTo>
                    <a:pt x="334" y="191"/>
                  </a:lnTo>
                  <a:cubicBezTo>
                    <a:pt x="334" y="96"/>
                    <a:pt x="262" y="25"/>
                    <a:pt x="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96"/>
            <p:cNvSpPr/>
            <p:nvPr/>
          </p:nvSpPr>
          <p:spPr>
            <a:xfrm>
              <a:off x="1163262" y="4206327"/>
              <a:ext cx="39450" cy="17130"/>
            </a:xfrm>
            <a:custGeom>
              <a:rect b="b" l="l" r="r" t="t"/>
              <a:pathLst>
                <a:path extrusionOk="0" h="528" w="1216">
                  <a:moveTo>
                    <a:pt x="1025" y="0"/>
                  </a:moveTo>
                  <a:cubicBezTo>
                    <a:pt x="977" y="0"/>
                    <a:pt x="931" y="24"/>
                    <a:pt x="906" y="75"/>
                  </a:cubicBezTo>
                  <a:cubicBezTo>
                    <a:pt x="834" y="170"/>
                    <a:pt x="715" y="194"/>
                    <a:pt x="596" y="194"/>
                  </a:cubicBezTo>
                  <a:cubicBezTo>
                    <a:pt x="477" y="194"/>
                    <a:pt x="382" y="146"/>
                    <a:pt x="310" y="75"/>
                  </a:cubicBezTo>
                  <a:cubicBezTo>
                    <a:pt x="268" y="47"/>
                    <a:pt x="218" y="36"/>
                    <a:pt x="170" y="36"/>
                  </a:cubicBezTo>
                  <a:cubicBezTo>
                    <a:pt x="135" y="36"/>
                    <a:pt x="102" y="41"/>
                    <a:pt x="72" y="51"/>
                  </a:cubicBezTo>
                  <a:cubicBezTo>
                    <a:pt x="1" y="99"/>
                    <a:pt x="1" y="194"/>
                    <a:pt x="48" y="289"/>
                  </a:cubicBezTo>
                  <a:cubicBezTo>
                    <a:pt x="215" y="432"/>
                    <a:pt x="429" y="527"/>
                    <a:pt x="644" y="527"/>
                  </a:cubicBezTo>
                  <a:cubicBezTo>
                    <a:pt x="834" y="527"/>
                    <a:pt x="1025" y="432"/>
                    <a:pt x="1167" y="289"/>
                  </a:cubicBezTo>
                  <a:cubicBezTo>
                    <a:pt x="1215" y="218"/>
                    <a:pt x="1215" y="99"/>
                    <a:pt x="1144" y="51"/>
                  </a:cubicBezTo>
                  <a:cubicBezTo>
                    <a:pt x="1110" y="18"/>
                    <a:pt x="1067"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96"/>
            <p:cNvSpPr/>
            <p:nvPr/>
          </p:nvSpPr>
          <p:spPr>
            <a:xfrm>
              <a:off x="1111483" y="4295642"/>
              <a:ext cx="206334" cy="139503"/>
            </a:xfrm>
            <a:custGeom>
              <a:rect b="b" l="l" r="r" t="t"/>
              <a:pathLst>
                <a:path extrusionOk="0" h="4300" w="6360">
                  <a:moveTo>
                    <a:pt x="127" y="0"/>
                  </a:moveTo>
                  <a:cubicBezTo>
                    <a:pt x="64" y="0"/>
                    <a:pt x="1" y="78"/>
                    <a:pt x="1" y="156"/>
                  </a:cubicBezTo>
                  <a:lnTo>
                    <a:pt x="1" y="4133"/>
                  </a:lnTo>
                  <a:cubicBezTo>
                    <a:pt x="1" y="4228"/>
                    <a:pt x="96" y="4300"/>
                    <a:pt x="144" y="4300"/>
                  </a:cubicBezTo>
                  <a:lnTo>
                    <a:pt x="1073" y="4300"/>
                  </a:lnTo>
                  <a:cubicBezTo>
                    <a:pt x="1144" y="4300"/>
                    <a:pt x="1216" y="4228"/>
                    <a:pt x="1216" y="4181"/>
                  </a:cubicBezTo>
                  <a:cubicBezTo>
                    <a:pt x="1239" y="4085"/>
                    <a:pt x="1144" y="3966"/>
                    <a:pt x="1073" y="3966"/>
                  </a:cubicBezTo>
                  <a:lnTo>
                    <a:pt x="287" y="3966"/>
                  </a:lnTo>
                  <a:lnTo>
                    <a:pt x="287" y="299"/>
                  </a:lnTo>
                  <a:lnTo>
                    <a:pt x="6050" y="299"/>
                  </a:lnTo>
                  <a:lnTo>
                    <a:pt x="6050" y="3966"/>
                  </a:lnTo>
                  <a:lnTo>
                    <a:pt x="1739" y="3966"/>
                  </a:lnTo>
                  <a:cubicBezTo>
                    <a:pt x="1668" y="3966"/>
                    <a:pt x="1597" y="4014"/>
                    <a:pt x="1573" y="4109"/>
                  </a:cubicBezTo>
                  <a:cubicBezTo>
                    <a:pt x="1573" y="4204"/>
                    <a:pt x="1644" y="4300"/>
                    <a:pt x="1716" y="4300"/>
                  </a:cubicBezTo>
                  <a:lnTo>
                    <a:pt x="6193" y="4300"/>
                  </a:lnTo>
                  <a:cubicBezTo>
                    <a:pt x="6288" y="4300"/>
                    <a:pt x="6359" y="4228"/>
                    <a:pt x="6359" y="4133"/>
                  </a:cubicBezTo>
                  <a:lnTo>
                    <a:pt x="6359" y="156"/>
                  </a:lnTo>
                  <a:cubicBezTo>
                    <a:pt x="6359" y="61"/>
                    <a:pt x="6312" y="13"/>
                    <a:pt x="6217" y="13"/>
                  </a:cubicBezTo>
                  <a:lnTo>
                    <a:pt x="168" y="13"/>
                  </a:lnTo>
                  <a:cubicBezTo>
                    <a:pt x="155" y="4"/>
                    <a:pt x="141" y="0"/>
                    <a:pt x="1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96"/>
            <p:cNvSpPr/>
            <p:nvPr/>
          </p:nvSpPr>
          <p:spPr>
            <a:xfrm>
              <a:off x="1012599" y="4153024"/>
              <a:ext cx="342301" cy="352423"/>
            </a:xfrm>
            <a:custGeom>
              <a:rect b="b" l="l" r="r" t="t"/>
              <a:pathLst>
                <a:path extrusionOk="0" h="10863" w="10551">
                  <a:moveTo>
                    <a:pt x="9288" y="289"/>
                  </a:moveTo>
                  <a:cubicBezTo>
                    <a:pt x="9836" y="289"/>
                    <a:pt x="10241" y="718"/>
                    <a:pt x="10241" y="1242"/>
                  </a:cubicBezTo>
                  <a:lnTo>
                    <a:pt x="10241" y="3242"/>
                  </a:lnTo>
                  <a:lnTo>
                    <a:pt x="8955" y="3242"/>
                  </a:lnTo>
                  <a:cubicBezTo>
                    <a:pt x="8884" y="3242"/>
                    <a:pt x="8812" y="3290"/>
                    <a:pt x="8788" y="3385"/>
                  </a:cubicBezTo>
                  <a:cubicBezTo>
                    <a:pt x="8788" y="3480"/>
                    <a:pt x="8836" y="3576"/>
                    <a:pt x="8931" y="3576"/>
                  </a:cubicBezTo>
                  <a:lnTo>
                    <a:pt x="10217" y="3576"/>
                  </a:lnTo>
                  <a:lnTo>
                    <a:pt x="10217" y="8529"/>
                  </a:lnTo>
                  <a:cubicBezTo>
                    <a:pt x="10217" y="9077"/>
                    <a:pt x="9812" y="9481"/>
                    <a:pt x="9265" y="9481"/>
                  </a:cubicBezTo>
                  <a:lnTo>
                    <a:pt x="1263" y="9481"/>
                  </a:lnTo>
                  <a:cubicBezTo>
                    <a:pt x="715" y="9481"/>
                    <a:pt x="310" y="9077"/>
                    <a:pt x="310" y="8529"/>
                  </a:cubicBezTo>
                  <a:lnTo>
                    <a:pt x="310" y="3576"/>
                  </a:lnTo>
                  <a:lnTo>
                    <a:pt x="8312" y="3576"/>
                  </a:lnTo>
                  <a:cubicBezTo>
                    <a:pt x="8407" y="3576"/>
                    <a:pt x="8455" y="3504"/>
                    <a:pt x="8503" y="3409"/>
                  </a:cubicBezTo>
                  <a:cubicBezTo>
                    <a:pt x="8503" y="3337"/>
                    <a:pt x="8431" y="3242"/>
                    <a:pt x="8336" y="3242"/>
                  </a:cubicBezTo>
                  <a:lnTo>
                    <a:pt x="334" y="3242"/>
                  </a:lnTo>
                  <a:lnTo>
                    <a:pt x="334" y="1242"/>
                  </a:lnTo>
                  <a:cubicBezTo>
                    <a:pt x="310" y="742"/>
                    <a:pt x="763" y="289"/>
                    <a:pt x="1287" y="289"/>
                  </a:cubicBezTo>
                  <a:close/>
                  <a:moveTo>
                    <a:pt x="3049" y="9791"/>
                  </a:moveTo>
                  <a:lnTo>
                    <a:pt x="3049" y="10244"/>
                  </a:lnTo>
                  <a:cubicBezTo>
                    <a:pt x="3049" y="10410"/>
                    <a:pt x="2930" y="10529"/>
                    <a:pt x="2787" y="10529"/>
                  </a:cubicBezTo>
                  <a:lnTo>
                    <a:pt x="1715" y="10529"/>
                  </a:lnTo>
                  <a:cubicBezTo>
                    <a:pt x="1549" y="10529"/>
                    <a:pt x="1406" y="10410"/>
                    <a:pt x="1406" y="10244"/>
                  </a:cubicBezTo>
                  <a:lnTo>
                    <a:pt x="1406" y="9791"/>
                  </a:lnTo>
                  <a:close/>
                  <a:moveTo>
                    <a:pt x="9098" y="9791"/>
                  </a:moveTo>
                  <a:lnTo>
                    <a:pt x="9098" y="10244"/>
                  </a:lnTo>
                  <a:cubicBezTo>
                    <a:pt x="9122" y="10410"/>
                    <a:pt x="8955" y="10529"/>
                    <a:pt x="8812" y="10529"/>
                  </a:cubicBezTo>
                  <a:lnTo>
                    <a:pt x="7740" y="10529"/>
                  </a:lnTo>
                  <a:cubicBezTo>
                    <a:pt x="7598" y="10529"/>
                    <a:pt x="7455" y="10410"/>
                    <a:pt x="7455" y="10244"/>
                  </a:cubicBezTo>
                  <a:lnTo>
                    <a:pt x="7455" y="9791"/>
                  </a:lnTo>
                  <a:close/>
                  <a:moveTo>
                    <a:pt x="1185" y="1"/>
                  </a:moveTo>
                  <a:cubicBezTo>
                    <a:pt x="530" y="1"/>
                    <a:pt x="1" y="577"/>
                    <a:pt x="1" y="1242"/>
                  </a:cubicBezTo>
                  <a:lnTo>
                    <a:pt x="1" y="8529"/>
                  </a:lnTo>
                  <a:cubicBezTo>
                    <a:pt x="1" y="9196"/>
                    <a:pt x="525" y="9720"/>
                    <a:pt x="1144" y="9815"/>
                  </a:cubicBezTo>
                  <a:lnTo>
                    <a:pt x="1144" y="10267"/>
                  </a:lnTo>
                  <a:cubicBezTo>
                    <a:pt x="1144" y="10601"/>
                    <a:pt x="1406" y="10863"/>
                    <a:pt x="1739" y="10863"/>
                  </a:cubicBezTo>
                  <a:lnTo>
                    <a:pt x="2858" y="10863"/>
                  </a:lnTo>
                  <a:cubicBezTo>
                    <a:pt x="3168" y="10863"/>
                    <a:pt x="3382" y="10625"/>
                    <a:pt x="3382" y="10363"/>
                  </a:cubicBezTo>
                  <a:lnTo>
                    <a:pt x="3382" y="9839"/>
                  </a:lnTo>
                  <a:lnTo>
                    <a:pt x="7145" y="9839"/>
                  </a:lnTo>
                  <a:lnTo>
                    <a:pt x="7145" y="10363"/>
                  </a:lnTo>
                  <a:cubicBezTo>
                    <a:pt x="7145" y="10648"/>
                    <a:pt x="7383" y="10863"/>
                    <a:pt x="7645" y="10863"/>
                  </a:cubicBezTo>
                  <a:lnTo>
                    <a:pt x="8812" y="10863"/>
                  </a:lnTo>
                  <a:cubicBezTo>
                    <a:pt x="9145" y="10863"/>
                    <a:pt x="9407" y="10601"/>
                    <a:pt x="9407" y="10267"/>
                  </a:cubicBezTo>
                  <a:lnTo>
                    <a:pt x="9407" y="9815"/>
                  </a:lnTo>
                  <a:cubicBezTo>
                    <a:pt x="10027" y="9720"/>
                    <a:pt x="10551" y="9196"/>
                    <a:pt x="10551" y="8529"/>
                  </a:cubicBezTo>
                  <a:lnTo>
                    <a:pt x="10551" y="1266"/>
                  </a:lnTo>
                  <a:cubicBezTo>
                    <a:pt x="10551" y="551"/>
                    <a:pt x="9979" y="3"/>
                    <a:pt x="9265" y="3"/>
                  </a:cubicBezTo>
                  <a:lnTo>
                    <a:pt x="1263" y="3"/>
                  </a:lnTo>
                  <a:cubicBezTo>
                    <a:pt x="1237" y="2"/>
                    <a:pt x="1211" y="1"/>
                    <a:pt x="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96"/>
            <p:cNvSpPr/>
            <p:nvPr/>
          </p:nvSpPr>
          <p:spPr>
            <a:xfrm>
              <a:off x="1080598" y="4180146"/>
              <a:ext cx="205556" cy="61835"/>
            </a:xfrm>
            <a:custGeom>
              <a:rect b="b" l="l" r="r" t="t"/>
              <a:pathLst>
                <a:path extrusionOk="0" h="1906" w="6336">
                  <a:moveTo>
                    <a:pt x="5835" y="310"/>
                  </a:moveTo>
                  <a:cubicBezTo>
                    <a:pt x="5930" y="310"/>
                    <a:pt x="6002" y="406"/>
                    <a:pt x="6002" y="501"/>
                  </a:cubicBezTo>
                  <a:lnTo>
                    <a:pt x="6002" y="1382"/>
                  </a:lnTo>
                  <a:cubicBezTo>
                    <a:pt x="6002" y="1477"/>
                    <a:pt x="5906" y="1573"/>
                    <a:pt x="5835" y="1573"/>
                  </a:cubicBezTo>
                  <a:lnTo>
                    <a:pt x="501" y="1573"/>
                  </a:lnTo>
                  <a:cubicBezTo>
                    <a:pt x="405" y="1573"/>
                    <a:pt x="310" y="1477"/>
                    <a:pt x="310" y="1382"/>
                  </a:cubicBezTo>
                  <a:lnTo>
                    <a:pt x="310" y="501"/>
                  </a:lnTo>
                  <a:cubicBezTo>
                    <a:pt x="334" y="406"/>
                    <a:pt x="405" y="310"/>
                    <a:pt x="501" y="310"/>
                  </a:cubicBezTo>
                  <a:close/>
                  <a:moveTo>
                    <a:pt x="501" y="1"/>
                  </a:moveTo>
                  <a:cubicBezTo>
                    <a:pt x="239" y="1"/>
                    <a:pt x="0" y="239"/>
                    <a:pt x="0" y="501"/>
                  </a:cubicBezTo>
                  <a:lnTo>
                    <a:pt x="0" y="1382"/>
                  </a:lnTo>
                  <a:cubicBezTo>
                    <a:pt x="0" y="1692"/>
                    <a:pt x="239" y="1906"/>
                    <a:pt x="501" y="1906"/>
                  </a:cubicBezTo>
                  <a:lnTo>
                    <a:pt x="5835" y="1906"/>
                  </a:lnTo>
                  <a:cubicBezTo>
                    <a:pt x="6097" y="1906"/>
                    <a:pt x="6335" y="1668"/>
                    <a:pt x="6335" y="1382"/>
                  </a:cubicBezTo>
                  <a:lnTo>
                    <a:pt x="6335" y="501"/>
                  </a:lnTo>
                  <a:cubicBezTo>
                    <a:pt x="6335" y="239"/>
                    <a:pt x="6097" y="1"/>
                    <a:pt x="5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96"/>
            <p:cNvSpPr/>
            <p:nvPr/>
          </p:nvSpPr>
          <p:spPr>
            <a:xfrm>
              <a:off x="1054320" y="4296063"/>
              <a:ext cx="40975" cy="139081"/>
            </a:xfrm>
            <a:custGeom>
              <a:rect b="b" l="l" r="r" t="t"/>
              <a:pathLst>
                <a:path extrusionOk="0" h="4287" w="1263">
                  <a:moveTo>
                    <a:pt x="620" y="262"/>
                  </a:moveTo>
                  <a:cubicBezTo>
                    <a:pt x="810" y="262"/>
                    <a:pt x="953" y="381"/>
                    <a:pt x="953" y="548"/>
                  </a:cubicBezTo>
                  <a:lnTo>
                    <a:pt x="953" y="3620"/>
                  </a:lnTo>
                  <a:cubicBezTo>
                    <a:pt x="953" y="3796"/>
                    <a:pt x="831" y="3932"/>
                    <a:pt x="661" y="3932"/>
                  </a:cubicBezTo>
                  <a:cubicBezTo>
                    <a:pt x="648" y="3932"/>
                    <a:pt x="634" y="3931"/>
                    <a:pt x="620" y="3929"/>
                  </a:cubicBezTo>
                  <a:cubicBezTo>
                    <a:pt x="453" y="3929"/>
                    <a:pt x="334" y="3763"/>
                    <a:pt x="334" y="3596"/>
                  </a:cubicBezTo>
                  <a:lnTo>
                    <a:pt x="334" y="595"/>
                  </a:lnTo>
                  <a:cubicBezTo>
                    <a:pt x="334" y="405"/>
                    <a:pt x="453" y="286"/>
                    <a:pt x="620" y="262"/>
                  </a:cubicBezTo>
                  <a:close/>
                  <a:moveTo>
                    <a:pt x="596" y="0"/>
                  </a:moveTo>
                  <a:cubicBezTo>
                    <a:pt x="263" y="0"/>
                    <a:pt x="1" y="286"/>
                    <a:pt x="1" y="619"/>
                  </a:cubicBezTo>
                  <a:lnTo>
                    <a:pt x="1" y="3620"/>
                  </a:lnTo>
                  <a:cubicBezTo>
                    <a:pt x="1" y="3953"/>
                    <a:pt x="263" y="4239"/>
                    <a:pt x="596" y="4287"/>
                  </a:cubicBezTo>
                  <a:cubicBezTo>
                    <a:pt x="953" y="4287"/>
                    <a:pt x="1263" y="4001"/>
                    <a:pt x="1263" y="3644"/>
                  </a:cubicBezTo>
                  <a:lnTo>
                    <a:pt x="1263" y="619"/>
                  </a:lnTo>
                  <a:cubicBezTo>
                    <a:pt x="1263" y="262"/>
                    <a:pt x="953"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4" name="Google Shape;21374;p96"/>
          <p:cNvGrpSpPr/>
          <p:nvPr/>
        </p:nvGrpSpPr>
        <p:grpSpPr>
          <a:xfrm>
            <a:off x="1746175" y="4013082"/>
            <a:ext cx="351547" cy="322186"/>
            <a:chOff x="1748135" y="4165482"/>
            <a:chExt cx="351547" cy="322186"/>
          </a:xfrm>
        </p:grpSpPr>
        <p:sp>
          <p:nvSpPr>
            <p:cNvPr id="21375" name="Google Shape;21375;p96"/>
            <p:cNvSpPr/>
            <p:nvPr/>
          </p:nvSpPr>
          <p:spPr>
            <a:xfrm>
              <a:off x="1804520" y="4173041"/>
              <a:ext cx="231802" cy="311156"/>
            </a:xfrm>
            <a:custGeom>
              <a:rect b="b" l="l" r="r" t="t"/>
              <a:pathLst>
                <a:path extrusionOk="0" h="9591" w="7145">
                  <a:moveTo>
                    <a:pt x="5406" y="615"/>
                  </a:moveTo>
                  <a:cubicBezTo>
                    <a:pt x="5603" y="615"/>
                    <a:pt x="5781" y="657"/>
                    <a:pt x="5930" y="744"/>
                  </a:cubicBezTo>
                  <a:cubicBezTo>
                    <a:pt x="6335" y="982"/>
                    <a:pt x="6573" y="1553"/>
                    <a:pt x="6573" y="2316"/>
                  </a:cubicBezTo>
                  <a:cubicBezTo>
                    <a:pt x="6573" y="3363"/>
                    <a:pt x="6169" y="4649"/>
                    <a:pt x="5478" y="5864"/>
                  </a:cubicBezTo>
                  <a:cubicBezTo>
                    <a:pt x="4835" y="6959"/>
                    <a:pt x="4025" y="7888"/>
                    <a:pt x="3192" y="8460"/>
                  </a:cubicBezTo>
                  <a:cubicBezTo>
                    <a:pt x="2697" y="8795"/>
                    <a:pt x="2213" y="8969"/>
                    <a:pt x="1811" y="8969"/>
                  </a:cubicBezTo>
                  <a:cubicBezTo>
                    <a:pt x="1614" y="8969"/>
                    <a:pt x="1436" y="8927"/>
                    <a:pt x="1287" y="8841"/>
                  </a:cubicBezTo>
                  <a:cubicBezTo>
                    <a:pt x="882" y="8603"/>
                    <a:pt x="644" y="8031"/>
                    <a:pt x="644" y="7269"/>
                  </a:cubicBezTo>
                  <a:cubicBezTo>
                    <a:pt x="644" y="6221"/>
                    <a:pt x="1025" y="4935"/>
                    <a:pt x="1739" y="3721"/>
                  </a:cubicBezTo>
                  <a:cubicBezTo>
                    <a:pt x="2382" y="2625"/>
                    <a:pt x="3192" y="1696"/>
                    <a:pt x="4025" y="1125"/>
                  </a:cubicBezTo>
                  <a:cubicBezTo>
                    <a:pt x="4520" y="790"/>
                    <a:pt x="5004" y="615"/>
                    <a:pt x="5406" y="615"/>
                  </a:cubicBezTo>
                  <a:close/>
                  <a:moveTo>
                    <a:pt x="5374" y="0"/>
                  </a:moveTo>
                  <a:cubicBezTo>
                    <a:pt x="4855" y="0"/>
                    <a:pt x="4264" y="217"/>
                    <a:pt x="3644" y="625"/>
                  </a:cubicBezTo>
                  <a:cubicBezTo>
                    <a:pt x="2715" y="1244"/>
                    <a:pt x="1858" y="2220"/>
                    <a:pt x="1167" y="3411"/>
                  </a:cubicBezTo>
                  <a:cubicBezTo>
                    <a:pt x="429" y="4721"/>
                    <a:pt x="1" y="6126"/>
                    <a:pt x="1" y="7269"/>
                  </a:cubicBezTo>
                  <a:cubicBezTo>
                    <a:pt x="1" y="8269"/>
                    <a:pt x="334" y="9031"/>
                    <a:pt x="953" y="9365"/>
                  </a:cubicBezTo>
                  <a:cubicBezTo>
                    <a:pt x="1210" y="9515"/>
                    <a:pt x="1494" y="9590"/>
                    <a:pt x="1801" y="9590"/>
                  </a:cubicBezTo>
                  <a:cubicBezTo>
                    <a:pt x="2317" y="9590"/>
                    <a:pt x="2898" y="9378"/>
                    <a:pt x="3525" y="8960"/>
                  </a:cubicBezTo>
                  <a:cubicBezTo>
                    <a:pt x="4454" y="8341"/>
                    <a:pt x="5311" y="7364"/>
                    <a:pt x="6002" y="6173"/>
                  </a:cubicBezTo>
                  <a:cubicBezTo>
                    <a:pt x="6740" y="4864"/>
                    <a:pt x="7145" y="3459"/>
                    <a:pt x="7145" y="2316"/>
                  </a:cubicBezTo>
                  <a:cubicBezTo>
                    <a:pt x="7145" y="1315"/>
                    <a:pt x="6835" y="577"/>
                    <a:pt x="6192" y="220"/>
                  </a:cubicBezTo>
                  <a:cubicBezTo>
                    <a:pt x="5949" y="72"/>
                    <a:pt x="5673" y="0"/>
                    <a:pt x="5374" y="0"/>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96"/>
            <p:cNvSpPr/>
            <p:nvPr/>
          </p:nvSpPr>
          <p:spPr>
            <a:xfrm>
              <a:off x="1804520" y="4173041"/>
              <a:ext cx="231802" cy="311351"/>
            </a:xfrm>
            <a:custGeom>
              <a:rect b="b" l="l" r="r" t="t"/>
              <a:pathLst>
                <a:path extrusionOk="0" h="9597" w="7145">
                  <a:moveTo>
                    <a:pt x="1806" y="615"/>
                  </a:moveTo>
                  <a:cubicBezTo>
                    <a:pt x="2203" y="615"/>
                    <a:pt x="2681" y="790"/>
                    <a:pt x="3192" y="1125"/>
                  </a:cubicBezTo>
                  <a:cubicBezTo>
                    <a:pt x="4025" y="1696"/>
                    <a:pt x="4859" y="2625"/>
                    <a:pt x="5478" y="3721"/>
                  </a:cubicBezTo>
                  <a:cubicBezTo>
                    <a:pt x="6192" y="4935"/>
                    <a:pt x="6573" y="6221"/>
                    <a:pt x="6573" y="7269"/>
                  </a:cubicBezTo>
                  <a:cubicBezTo>
                    <a:pt x="6573" y="8031"/>
                    <a:pt x="6335" y="8603"/>
                    <a:pt x="5930" y="8841"/>
                  </a:cubicBezTo>
                  <a:cubicBezTo>
                    <a:pt x="5781" y="8927"/>
                    <a:pt x="5606" y="8969"/>
                    <a:pt x="5411" y="8969"/>
                  </a:cubicBezTo>
                  <a:cubicBezTo>
                    <a:pt x="5014" y="8969"/>
                    <a:pt x="4536" y="8795"/>
                    <a:pt x="4025" y="8460"/>
                  </a:cubicBezTo>
                  <a:cubicBezTo>
                    <a:pt x="3192" y="7888"/>
                    <a:pt x="2358" y="6959"/>
                    <a:pt x="1739" y="5864"/>
                  </a:cubicBezTo>
                  <a:cubicBezTo>
                    <a:pt x="1025" y="4649"/>
                    <a:pt x="644" y="3363"/>
                    <a:pt x="644" y="2316"/>
                  </a:cubicBezTo>
                  <a:cubicBezTo>
                    <a:pt x="644" y="1553"/>
                    <a:pt x="834" y="982"/>
                    <a:pt x="1287" y="744"/>
                  </a:cubicBezTo>
                  <a:cubicBezTo>
                    <a:pt x="1436" y="657"/>
                    <a:pt x="1611" y="615"/>
                    <a:pt x="1806" y="615"/>
                  </a:cubicBezTo>
                  <a:close/>
                  <a:moveTo>
                    <a:pt x="1789" y="0"/>
                  </a:moveTo>
                  <a:cubicBezTo>
                    <a:pt x="1486" y="0"/>
                    <a:pt x="1205" y="72"/>
                    <a:pt x="953" y="220"/>
                  </a:cubicBezTo>
                  <a:cubicBezTo>
                    <a:pt x="334" y="577"/>
                    <a:pt x="1" y="1315"/>
                    <a:pt x="1" y="2316"/>
                  </a:cubicBezTo>
                  <a:cubicBezTo>
                    <a:pt x="1" y="3459"/>
                    <a:pt x="429" y="4864"/>
                    <a:pt x="1167" y="6173"/>
                  </a:cubicBezTo>
                  <a:cubicBezTo>
                    <a:pt x="1858" y="7364"/>
                    <a:pt x="2715" y="8364"/>
                    <a:pt x="3644" y="8960"/>
                  </a:cubicBezTo>
                  <a:cubicBezTo>
                    <a:pt x="4266" y="9384"/>
                    <a:pt x="4858" y="9596"/>
                    <a:pt x="5378" y="9596"/>
                  </a:cubicBezTo>
                  <a:cubicBezTo>
                    <a:pt x="5676" y="9596"/>
                    <a:pt x="5950" y="9527"/>
                    <a:pt x="6192" y="9388"/>
                  </a:cubicBezTo>
                  <a:cubicBezTo>
                    <a:pt x="6835" y="9031"/>
                    <a:pt x="7145" y="8269"/>
                    <a:pt x="7145" y="7269"/>
                  </a:cubicBezTo>
                  <a:cubicBezTo>
                    <a:pt x="7145" y="6126"/>
                    <a:pt x="6740" y="4745"/>
                    <a:pt x="6002" y="3435"/>
                  </a:cubicBezTo>
                  <a:cubicBezTo>
                    <a:pt x="5311" y="2244"/>
                    <a:pt x="4430" y="1220"/>
                    <a:pt x="3525" y="625"/>
                  </a:cubicBezTo>
                  <a:cubicBezTo>
                    <a:pt x="2905" y="217"/>
                    <a:pt x="2314" y="0"/>
                    <a:pt x="1789"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96"/>
            <p:cNvSpPr/>
            <p:nvPr/>
          </p:nvSpPr>
          <p:spPr>
            <a:xfrm>
              <a:off x="1807602" y="4261285"/>
              <a:ext cx="73450" cy="122114"/>
            </a:xfrm>
            <a:custGeom>
              <a:rect b="b" l="l" r="r" t="t"/>
              <a:pathLst>
                <a:path extrusionOk="0" h="3764" w="2264">
                  <a:moveTo>
                    <a:pt x="2263" y="0"/>
                  </a:moveTo>
                  <a:cubicBezTo>
                    <a:pt x="1977" y="24"/>
                    <a:pt x="1692" y="72"/>
                    <a:pt x="1430" y="143"/>
                  </a:cubicBezTo>
                  <a:cubicBezTo>
                    <a:pt x="1311" y="310"/>
                    <a:pt x="1192" y="500"/>
                    <a:pt x="1072" y="715"/>
                  </a:cubicBezTo>
                  <a:cubicBezTo>
                    <a:pt x="549" y="1620"/>
                    <a:pt x="191" y="2620"/>
                    <a:pt x="1" y="3501"/>
                  </a:cubicBezTo>
                  <a:cubicBezTo>
                    <a:pt x="25" y="3501"/>
                    <a:pt x="72" y="3525"/>
                    <a:pt x="96" y="3525"/>
                  </a:cubicBezTo>
                  <a:cubicBezTo>
                    <a:pt x="263" y="3620"/>
                    <a:pt x="429" y="3715"/>
                    <a:pt x="596" y="3763"/>
                  </a:cubicBezTo>
                  <a:cubicBezTo>
                    <a:pt x="739" y="2906"/>
                    <a:pt x="1096" y="1929"/>
                    <a:pt x="1620" y="1001"/>
                  </a:cubicBezTo>
                  <a:cubicBezTo>
                    <a:pt x="1811" y="643"/>
                    <a:pt x="2025" y="310"/>
                    <a:pt x="2263" y="0"/>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96"/>
            <p:cNvSpPr/>
            <p:nvPr/>
          </p:nvSpPr>
          <p:spPr>
            <a:xfrm>
              <a:off x="1748881" y="4238867"/>
              <a:ext cx="343858" cy="179277"/>
            </a:xfrm>
            <a:custGeom>
              <a:rect b="b" l="l" r="r" t="t"/>
              <a:pathLst>
                <a:path extrusionOk="0" h="5526" w="10599">
                  <a:moveTo>
                    <a:pt x="5288" y="620"/>
                  </a:moveTo>
                  <a:cubicBezTo>
                    <a:pt x="6574" y="620"/>
                    <a:pt x="7788" y="858"/>
                    <a:pt x="8693" y="1311"/>
                  </a:cubicBezTo>
                  <a:cubicBezTo>
                    <a:pt x="9503" y="1692"/>
                    <a:pt x="9979" y="2239"/>
                    <a:pt x="9979" y="2763"/>
                  </a:cubicBezTo>
                  <a:cubicBezTo>
                    <a:pt x="9979" y="3263"/>
                    <a:pt x="9527" y="3811"/>
                    <a:pt x="8693" y="4216"/>
                  </a:cubicBezTo>
                  <a:cubicBezTo>
                    <a:pt x="7788" y="4668"/>
                    <a:pt x="6574" y="4907"/>
                    <a:pt x="5288" y="4907"/>
                  </a:cubicBezTo>
                  <a:cubicBezTo>
                    <a:pt x="4026" y="4907"/>
                    <a:pt x="2787" y="4668"/>
                    <a:pt x="1906" y="4216"/>
                  </a:cubicBezTo>
                  <a:cubicBezTo>
                    <a:pt x="1096" y="3835"/>
                    <a:pt x="620" y="3311"/>
                    <a:pt x="620" y="2763"/>
                  </a:cubicBezTo>
                  <a:cubicBezTo>
                    <a:pt x="620" y="2239"/>
                    <a:pt x="1096" y="1692"/>
                    <a:pt x="1906" y="1311"/>
                  </a:cubicBezTo>
                  <a:cubicBezTo>
                    <a:pt x="2787" y="858"/>
                    <a:pt x="4026" y="620"/>
                    <a:pt x="5288" y="620"/>
                  </a:cubicBezTo>
                  <a:close/>
                  <a:moveTo>
                    <a:pt x="5288" y="1"/>
                  </a:moveTo>
                  <a:cubicBezTo>
                    <a:pt x="3930" y="1"/>
                    <a:pt x="2621" y="263"/>
                    <a:pt x="1644" y="739"/>
                  </a:cubicBezTo>
                  <a:cubicBezTo>
                    <a:pt x="572" y="1287"/>
                    <a:pt x="1" y="1977"/>
                    <a:pt x="1" y="2763"/>
                  </a:cubicBezTo>
                  <a:cubicBezTo>
                    <a:pt x="1" y="3573"/>
                    <a:pt x="596" y="4287"/>
                    <a:pt x="1644" y="4787"/>
                  </a:cubicBezTo>
                  <a:cubicBezTo>
                    <a:pt x="2621" y="5264"/>
                    <a:pt x="3930" y="5526"/>
                    <a:pt x="5288" y="5526"/>
                  </a:cubicBezTo>
                  <a:cubicBezTo>
                    <a:pt x="6669" y="5526"/>
                    <a:pt x="7979" y="5264"/>
                    <a:pt x="8955" y="4787"/>
                  </a:cubicBezTo>
                  <a:cubicBezTo>
                    <a:pt x="10027" y="4264"/>
                    <a:pt x="10598" y="3549"/>
                    <a:pt x="10598" y="2763"/>
                  </a:cubicBezTo>
                  <a:cubicBezTo>
                    <a:pt x="10598" y="2001"/>
                    <a:pt x="10003" y="1287"/>
                    <a:pt x="8955" y="739"/>
                  </a:cubicBezTo>
                  <a:cubicBezTo>
                    <a:pt x="7979" y="263"/>
                    <a:pt x="6669" y="1"/>
                    <a:pt x="5288"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96"/>
            <p:cNvSpPr/>
            <p:nvPr/>
          </p:nvSpPr>
          <p:spPr>
            <a:xfrm>
              <a:off x="1799881" y="4251228"/>
              <a:ext cx="33254" cy="33254"/>
            </a:xfrm>
            <a:custGeom>
              <a:rect b="b" l="l" r="r" t="t"/>
              <a:pathLst>
                <a:path extrusionOk="0" h="1025" w="1025">
                  <a:moveTo>
                    <a:pt x="501" y="1"/>
                  </a:moveTo>
                  <a:cubicBezTo>
                    <a:pt x="239" y="1"/>
                    <a:pt x="1" y="239"/>
                    <a:pt x="1" y="501"/>
                  </a:cubicBezTo>
                  <a:cubicBezTo>
                    <a:pt x="1" y="787"/>
                    <a:pt x="239" y="1025"/>
                    <a:pt x="501" y="1025"/>
                  </a:cubicBezTo>
                  <a:cubicBezTo>
                    <a:pt x="787" y="1025"/>
                    <a:pt x="1025" y="787"/>
                    <a:pt x="1025" y="501"/>
                  </a:cubicBezTo>
                  <a:cubicBezTo>
                    <a:pt x="1025" y="239"/>
                    <a:pt x="787" y="1"/>
                    <a:pt x="501"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96"/>
            <p:cNvSpPr/>
            <p:nvPr/>
          </p:nvSpPr>
          <p:spPr>
            <a:xfrm>
              <a:off x="1799881" y="4253564"/>
              <a:ext cx="31729" cy="31696"/>
            </a:xfrm>
            <a:custGeom>
              <a:rect b="b" l="l" r="r" t="t"/>
              <a:pathLst>
                <a:path extrusionOk="0" h="977" w="978">
                  <a:moveTo>
                    <a:pt x="310" y="0"/>
                  </a:moveTo>
                  <a:cubicBezTo>
                    <a:pt x="120" y="72"/>
                    <a:pt x="1" y="262"/>
                    <a:pt x="1" y="477"/>
                  </a:cubicBezTo>
                  <a:cubicBezTo>
                    <a:pt x="1" y="738"/>
                    <a:pt x="239" y="977"/>
                    <a:pt x="501" y="977"/>
                  </a:cubicBezTo>
                  <a:cubicBezTo>
                    <a:pt x="715" y="977"/>
                    <a:pt x="906" y="858"/>
                    <a:pt x="977" y="667"/>
                  </a:cubicBezTo>
                  <a:cubicBezTo>
                    <a:pt x="906" y="667"/>
                    <a:pt x="834" y="715"/>
                    <a:pt x="739" y="715"/>
                  </a:cubicBezTo>
                  <a:cubicBezTo>
                    <a:pt x="477" y="715"/>
                    <a:pt x="239" y="477"/>
                    <a:pt x="239" y="191"/>
                  </a:cubicBezTo>
                  <a:cubicBezTo>
                    <a:pt x="239" y="119"/>
                    <a:pt x="263" y="48"/>
                    <a:pt x="310"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96"/>
            <p:cNvSpPr/>
            <p:nvPr/>
          </p:nvSpPr>
          <p:spPr>
            <a:xfrm>
              <a:off x="2009265" y="4373309"/>
              <a:ext cx="33254" cy="32475"/>
            </a:xfrm>
            <a:custGeom>
              <a:rect b="b" l="l" r="r" t="t"/>
              <a:pathLst>
                <a:path extrusionOk="0" h="1001" w="1025">
                  <a:moveTo>
                    <a:pt x="524" y="0"/>
                  </a:moveTo>
                  <a:cubicBezTo>
                    <a:pt x="239" y="0"/>
                    <a:pt x="0" y="239"/>
                    <a:pt x="0" y="501"/>
                  </a:cubicBezTo>
                  <a:cubicBezTo>
                    <a:pt x="0" y="763"/>
                    <a:pt x="239" y="1001"/>
                    <a:pt x="524" y="1001"/>
                  </a:cubicBezTo>
                  <a:cubicBezTo>
                    <a:pt x="786" y="1001"/>
                    <a:pt x="1024" y="763"/>
                    <a:pt x="1024" y="501"/>
                  </a:cubicBezTo>
                  <a:cubicBezTo>
                    <a:pt x="1024" y="239"/>
                    <a:pt x="786" y="0"/>
                    <a:pt x="524"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96"/>
            <p:cNvSpPr/>
            <p:nvPr/>
          </p:nvSpPr>
          <p:spPr>
            <a:xfrm>
              <a:off x="2010822" y="4374866"/>
              <a:ext cx="31696" cy="31696"/>
            </a:xfrm>
            <a:custGeom>
              <a:rect b="b" l="l" r="r" t="t"/>
              <a:pathLst>
                <a:path extrusionOk="0" h="977" w="977">
                  <a:moveTo>
                    <a:pt x="286" y="0"/>
                  </a:moveTo>
                  <a:lnTo>
                    <a:pt x="286" y="0"/>
                  </a:lnTo>
                  <a:cubicBezTo>
                    <a:pt x="119" y="95"/>
                    <a:pt x="0" y="262"/>
                    <a:pt x="0" y="476"/>
                  </a:cubicBezTo>
                  <a:cubicBezTo>
                    <a:pt x="0" y="738"/>
                    <a:pt x="238" y="976"/>
                    <a:pt x="500" y="976"/>
                  </a:cubicBezTo>
                  <a:cubicBezTo>
                    <a:pt x="714" y="976"/>
                    <a:pt x="881" y="857"/>
                    <a:pt x="976" y="691"/>
                  </a:cubicBezTo>
                  <a:cubicBezTo>
                    <a:pt x="857" y="691"/>
                    <a:pt x="786" y="715"/>
                    <a:pt x="738" y="715"/>
                  </a:cubicBezTo>
                  <a:cubicBezTo>
                    <a:pt x="476" y="715"/>
                    <a:pt x="238" y="476"/>
                    <a:pt x="238" y="214"/>
                  </a:cubicBezTo>
                  <a:cubicBezTo>
                    <a:pt x="238" y="119"/>
                    <a:pt x="262" y="72"/>
                    <a:pt x="286"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96"/>
            <p:cNvSpPr/>
            <p:nvPr/>
          </p:nvSpPr>
          <p:spPr>
            <a:xfrm>
              <a:off x="1881798" y="4289088"/>
              <a:ext cx="79581" cy="78835"/>
            </a:xfrm>
            <a:custGeom>
              <a:rect b="b" l="l" r="r" t="t"/>
              <a:pathLst>
                <a:path extrusionOk="0" h="2430" w="2453">
                  <a:moveTo>
                    <a:pt x="1238" y="1"/>
                  </a:moveTo>
                  <a:cubicBezTo>
                    <a:pt x="572" y="1"/>
                    <a:pt x="0" y="525"/>
                    <a:pt x="0" y="1215"/>
                  </a:cubicBezTo>
                  <a:cubicBezTo>
                    <a:pt x="0" y="1882"/>
                    <a:pt x="548" y="2430"/>
                    <a:pt x="1238" y="2430"/>
                  </a:cubicBezTo>
                  <a:cubicBezTo>
                    <a:pt x="1881" y="2430"/>
                    <a:pt x="2453" y="1906"/>
                    <a:pt x="2453" y="1215"/>
                  </a:cubicBezTo>
                  <a:cubicBezTo>
                    <a:pt x="2453" y="525"/>
                    <a:pt x="1881" y="1"/>
                    <a:pt x="1238"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96"/>
            <p:cNvSpPr/>
            <p:nvPr/>
          </p:nvSpPr>
          <p:spPr>
            <a:xfrm>
              <a:off x="1881798" y="4294506"/>
              <a:ext cx="74975" cy="74975"/>
            </a:xfrm>
            <a:custGeom>
              <a:rect b="b" l="l" r="r" t="t"/>
              <a:pathLst>
                <a:path extrusionOk="0" h="2311" w="2311">
                  <a:moveTo>
                    <a:pt x="595" y="0"/>
                  </a:moveTo>
                  <a:lnTo>
                    <a:pt x="595" y="0"/>
                  </a:lnTo>
                  <a:cubicBezTo>
                    <a:pt x="238" y="215"/>
                    <a:pt x="0" y="596"/>
                    <a:pt x="0" y="1072"/>
                  </a:cubicBezTo>
                  <a:cubicBezTo>
                    <a:pt x="0" y="1763"/>
                    <a:pt x="572" y="2310"/>
                    <a:pt x="1238" y="2310"/>
                  </a:cubicBezTo>
                  <a:cubicBezTo>
                    <a:pt x="1667" y="2310"/>
                    <a:pt x="2072" y="2072"/>
                    <a:pt x="2310" y="1715"/>
                  </a:cubicBezTo>
                  <a:lnTo>
                    <a:pt x="2310" y="1715"/>
                  </a:lnTo>
                  <a:cubicBezTo>
                    <a:pt x="2096" y="1786"/>
                    <a:pt x="1858" y="1858"/>
                    <a:pt x="1643" y="1858"/>
                  </a:cubicBezTo>
                  <a:cubicBezTo>
                    <a:pt x="953" y="1858"/>
                    <a:pt x="429" y="1286"/>
                    <a:pt x="429" y="643"/>
                  </a:cubicBezTo>
                  <a:cubicBezTo>
                    <a:pt x="429" y="405"/>
                    <a:pt x="476" y="191"/>
                    <a:pt x="595"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96"/>
            <p:cNvSpPr/>
            <p:nvPr/>
          </p:nvSpPr>
          <p:spPr>
            <a:xfrm>
              <a:off x="1875602" y="4282924"/>
              <a:ext cx="90417" cy="91196"/>
            </a:xfrm>
            <a:custGeom>
              <a:rect b="b" l="l" r="r" t="t"/>
              <a:pathLst>
                <a:path extrusionOk="0" h="2811" w="2787">
                  <a:moveTo>
                    <a:pt x="1382" y="334"/>
                  </a:moveTo>
                  <a:cubicBezTo>
                    <a:pt x="1977" y="334"/>
                    <a:pt x="2453" y="810"/>
                    <a:pt x="2453" y="1405"/>
                  </a:cubicBezTo>
                  <a:cubicBezTo>
                    <a:pt x="2501" y="2001"/>
                    <a:pt x="1977" y="2477"/>
                    <a:pt x="1382" y="2477"/>
                  </a:cubicBezTo>
                  <a:cubicBezTo>
                    <a:pt x="786" y="2477"/>
                    <a:pt x="310" y="2001"/>
                    <a:pt x="310" y="1405"/>
                  </a:cubicBezTo>
                  <a:cubicBezTo>
                    <a:pt x="310" y="810"/>
                    <a:pt x="786" y="334"/>
                    <a:pt x="1382" y="334"/>
                  </a:cubicBezTo>
                  <a:close/>
                  <a:moveTo>
                    <a:pt x="1382" y="0"/>
                  </a:moveTo>
                  <a:cubicBezTo>
                    <a:pt x="620" y="0"/>
                    <a:pt x="1" y="643"/>
                    <a:pt x="1" y="1405"/>
                  </a:cubicBezTo>
                  <a:cubicBezTo>
                    <a:pt x="1" y="2167"/>
                    <a:pt x="620" y="2810"/>
                    <a:pt x="1382" y="2810"/>
                  </a:cubicBezTo>
                  <a:cubicBezTo>
                    <a:pt x="2168" y="2810"/>
                    <a:pt x="2787" y="2191"/>
                    <a:pt x="2787" y="1405"/>
                  </a:cubicBezTo>
                  <a:cubicBezTo>
                    <a:pt x="2787" y="619"/>
                    <a:pt x="2168"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96"/>
            <p:cNvSpPr/>
            <p:nvPr/>
          </p:nvSpPr>
          <p:spPr>
            <a:xfrm>
              <a:off x="1748135" y="4165482"/>
              <a:ext cx="351547" cy="322186"/>
            </a:xfrm>
            <a:custGeom>
              <a:rect b="b" l="l" r="r" t="t"/>
              <a:pathLst>
                <a:path extrusionOk="0" h="9931" w="10836">
                  <a:moveTo>
                    <a:pt x="5358" y="1882"/>
                  </a:moveTo>
                  <a:cubicBezTo>
                    <a:pt x="5430" y="1953"/>
                    <a:pt x="5525" y="2025"/>
                    <a:pt x="5620" y="2120"/>
                  </a:cubicBezTo>
                  <a:lnTo>
                    <a:pt x="5073" y="2120"/>
                  </a:lnTo>
                  <a:cubicBezTo>
                    <a:pt x="5168" y="2025"/>
                    <a:pt x="5263" y="1929"/>
                    <a:pt x="5358" y="1882"/>
                  </a:cubicBezTo>
                  <a:close/>
                  <a:moveTo>
                    <a:pt x="4834" y="1477"/>
                  </a:moveTo>
                  <a:cubicBezTo>
                    <a:pt x="4882" y="1525"/>
                    <a:pt x="4930" y="1572"/>
                    <a:pt x="4954" y="1572"/>
                  </a:cubicBezTo>
                  <a:cubicBezTo>
                    <a:pt x="5001" y="1596"/>
                    <a:pt x="5073" y="1667"/>
                    <a:pt x="5073" y="1667"/>
                  </a:cubicBezTo>
                  <a:cubicBezTo>
                    <a:pt x="4930" y="1810"/>
                    <a:pt x="4763" y="1953"/>
                    <a:pt x="4596" y="2144"/>
                  </a:cubicBezTo>
                  <a:lnTo>
                    <a:pt x="4430" y="2144"/>
                  </a:lnTo>
                  <a:cubicBezTo>
                    <a:pt x="4406" y="2144"/>
                    <a:pt x="4191" y="2167"/>
                    <a:pt x="4191" y="2167"/>
                  </a:cubicBezTo>
                  <a:cubicBezTo>
                    <a:pt x="4406" y="1929"/>
                    <a:pt x="4644" y="1691"/>
                    <a:pt x="4834" y="1477"/>
                  </a:cubicBezTo>
                  <a:close/>
                  <a:moveTo>
                    <a:pt x="7144" y="977"/>
                  </a:moveTo>
                  <a:cubicBezTo>
                    <a:pt x="7311" y="977"/>
                    <a:pt x="7454" y="1001"/>
                    <a:pt x="7573" y="1096"/>
                  </a:cubicBezTo>
                  <a:cubicBezTo>
                    <a:pt x="7930" y="1310"/>
                    <a:pt x="8145" y="1810"/>
                    <a:pt x="8145" y="2501"/>
                  </a:cubicBezTo>
                  <a:cubicBezTo>
                    <a:pt x="7764" y="2406"/>
                    <a:pt x="7383" y="2287"/>
                    <a:pt x="6954" y="2239"/>
                  </a:cubicBezTo>
                  <a:cubicBezTo>
                    <a:pt x="6692" y="1906"/>
                    <a:pt x="6382" y="1572"/>
                    <a:pt x="6097" y="1310"/>
                  </a:cubicBezTo>
                  <a:cubicBezTo>
                    <a:pt x="6478" y="1096"/>
                    <a:pt x="6811" y="977"/>
                    <a:pt x="7144" y="977"/>
                  </a:cubicBezTo>
                  <a:close/>
                  <a:moveTo>
                    <a:pt x="3525" y="1001"/>
                  </a:moveTo>
                  <a:cubicBezTo>
                    <a:pt x="3834" y="1001"/>
                    <a:pt x="4191" y="1120"/>
                    <a:pt x="4573" y="1334"/>
                  </a:cubicBezTo>
                  <a:cubicBezTo>
                    <a:pt x="4287" y="1596"/>
                    <a:pt x="4001" y="1906"/>
                    <a:pt x="3715" y="2263"/>
                  </a:cubicBezTo>
                  <a:cubicBezTo>
                    <a:pt x="3287" y="2287"/>
                    <a:pt x="2905" y="2406"/>
                    <a:pt x="2524" y="2525"/>
                  </a:cubicBezTo>
                  <a:cubicBezTo>
                    <a:pt x="2524" y="1810"/>
                    <a:pt x="2715" y="1334"/>
                    <a:pt x="3096" y="1120"/>
                  </a:cubicBezTo>
                  <a:cubicBezTo>
                    <a:pt x="3215" y="1072"/>
                    <a:pt x="3358" y="1001"/>
                    <a:pt x="3525" y="1001"/>
                  </a:cubicBezTo>
                  <a:close/>
                  <a:moveTo>
                    <a:pt x="3525" y="405"/>
                  </a:moveTo>
                  <a:cubicBezTo>
                    <a:pt x="4311" y="405"/>
                    <a:pt x="5025" y="858"/>
                    <a:pt x="5597" y="1334"/>
                  </a:cubicBezTo>
                  <a:cubicBezTo>
                    <a:pt x="5882" y="1572"/>
                    <a:pt x="6192" y="1882"/>
                    <a:pt x="6478" y="2191"/>
                  </a:cubicBezTo>
                  <a:cubicBezTo>
                    <a:pt x="6430" y="2191"/>
                    <a:pt x="6144" y="2167"/>
                    <a:pt x="6073" y="2167"/>
                  </a:cubicBezTo>
                  <a:cubicBezTo>
                    <a:pt x="5858" y="1953"/>
                    <a:pt x="5644" y="1763"/>
                    <a:pt x="5430" y="1572"/>
                  </a:cubicBezTo>
                  <a:cubicBezTo>
                    <a:pt x="4945" y="1159"/>
                    <a:pt x="4243" y="691"/>
                    <a:pt x="3569" y="691"/>
                  </a:cubicBezTo>
                  <a:cubicBezTo>
                    <a:pt x="3350" y="691"/>
                    <a:pt x="3134" y="741"/>
                    <a:pt x="2929" y="858"/>
                  </a:cubicBezTo>
                  <a:cubicBezTo>
                    <a:pt x="2501" y="1120"/>
                    <a:pt x="2215" y="1715"/>
                    <a:pt x="2215" y="2525"/>
                  </a:cubicBezTo>
                  <a:lnTo>
                    <a:pt x="2120" y="2525"/>
                  </a:lnTo>
                  <a:cubicBezTo>
                    <a:pt x="2072" y="2525"/>
                    <a:pt x="2001" y="2525"/>
                    <a:pt x="1953" y="2549"/>
                  </a:cubicBezTo>
                  <a:cubicBezTo>
                    <a:pt x="1929" y="1572"/>
                    <a:pt x="2215" y="929"/>
                    <a:pt x="2786" y="596"/>
                  </a:cubicBezTo>
                  <a:cubicBezTo>
                    <a:pt x="3001" y="477"/>
                    <a:pt x="3263" y="405"/>
                    <a:pt x="3525" y="405"/>
                  </a:cubicBezTo>
                  <a:close/>
                  <a:moveTo>
                    <a:pt x="7144" y="405"/>
                  </a:moveTo>
                  <a:cubicBezTo>
                    <a:pt x="7406" y="405"/>
                    <a:pt x="7668" y="477"/>
                    <a:pt x="7883" y="596"/>
                  </a:cubicBezTo>
                  <a:cubicBezTo>
                    <a:pt x="8454" y="929"/>
                    <a:pt x="8740" y="1596"/>
                    <a:pt x="8740" y="2549"/>
                  </a:cubicBezTo>
                  <a:lnTo>
                    <a:pt x="8740" y="2739"/>
                  </a:lnTo>
                  <a:cubicBezTo>
                    <a:pt x="8740" y="2739"/>
                    <a:pt x="8573" y="2644"/>
                    <a:pt x="8478" y="2620"/>
                  </a:cubicBezTo>
                  <a:lnTo>
                    <a:pt x="8478" y="2549"/>
                  </a:lnTo>
                  <a:cubicBezTo>
                    <a:pt x="8478" y="1715"/>
                    <a:pt x="8216" y="1096"/>
                    <a:pt x="7764" y="834"/>
                  </a:cubicBezTo>
                  <a:cubicBezTo>
                    <a:pt x="7573" y="739"/>
                    <a:pt x="7359" y="691"/>
                    <a:pt x="7168" y="691"/>
                  </a:cubicBezTo>
                  <a:cubicBezTo>
                    <a:pt x="6763" y="691"/>
                    <a:pt x="6335" y="834"/>
                    <a:pt x="5882" y="1096"/>
                  </a:cubicBezTo>
                  <a:lnTo>
                    <a:pt x="5644" y="929"/>
                  </a:lnTo>
                  <a:cubicBezTo>
                    <a:pt x="6144" y="596"/>
                    <a:pt x="6668" y="405"/>
                    <a:pt x="7144" y="405"/>
                  </a:cubicBezTo>
                  <a:close/>
                  <a:moveTo>
                    <a:pt x="2096" y="2787"/>
                  </a:moveTo>
                  <a:cubicBezTo>
                    <a:pt x="2286" y="2787"/>
                    <a:pt x="2429" y="2953"/>
                    <a:pt x="2453" y="3096"/>
                  </a:cubicBezTo>
                  <a:cubicBezTo>
                    <a:pt x="2477" y="3263"/>
                    <a:pt x="2334" y="3453"/>
                    <a:pt x="2167" y="3477"/>
                  </a:cubicBezTo>
                  <a:cubicBezTo>
                    <a:pt x="2154" y="3479"/>
                    <a:pt x="2140" y="3480"/>
                    <a:pt x="2126" y="3480"/>
                  </a:cubicBezTo>
                  <a:cubicBezTo>
                    <a:pt x="1929" y="3480"/>
                    <a:pt x="1762" y="3321"/>
                    <a:pt x="1762" y="3120"/>
                  </a:cubicBezTo>
                  <a:cubicBezTo>
                    <a:pt x="1739" y="3025"/>
                    <a:pt x="1810" y="2953"/>
                    <a:pt x="1905" y="2882"/>
                  </a:cubicBezTo>
                  <a:cubicBezTo>
                    <a:pt x="1953" y="2834"/>
                    <a:pt x="2024" y="2787"/>
                    <a:pt x="2096" y="2787"/>
                  </a:cubicBezTo>
                  <a:close/>
                  <a:moveTo>
                    <a:pt x="2905" y="3358"/>
                  </a:moveTo>
                  <a:cubicBezTo>
                    <a:pt x="2858" y="3453"/>
                    <a:pt x="2810" y="3501"/>
                    <a:pt x="2763" y="3596"/>
                  </a:cubicBezTo>
                  <a:cubicBezTo>
                    <a:pt x="2763" y="3668"/>
                    <a:pt x="2739" y="3715"/>
                    <a:pt x="2667" y="3787"/>
                  </a:cubicBezTo>
                  <a:cubicBezTo>
                    <a:pt x="2644" y="3692"/>
                    <a:pt x="2644" y="3620"/>
                    <a:pt x="2620" y="3573"/>
                  </a:cubicBezTo>
                  <a:cubicBezTo>
                    <a:pt x="2644" y="3549"/>
                    <a:pt x="2667" y="3477"/>
                    <a:pt x="2691" y="3430"/>
                  </a:cubicBezTo>
                  <a:cubicBezTo>
                    <a:pt x="2763" y="3382"/>
                    <a:pt x="2858" y="3358"/>
                    <a:pt x="2905" y="3358"/>
                  </a:cubicBezTo>
                  <a:close/>
                  <a:moveTo>
                    <a:pt x="7740" y="3334"/>
                  </a:moveTo>
                  <a:lnTo>
                    <a:pt x="7740" y="3334"/>
                  </a:lnTo>
                  <a:cubicBezTo>
                    <a:pt x="7859" y="3358"/>
                    <a:pt x="7930" y="3382"/>
                    <a:pt x="8049" y="3430"/>
                  </a:cubicBezTo>
                  <a:cubicBezTo>
                    <a:pt x="8026" y="3573"/>
                    <a:pt x="8002" y="3692"/>
                    <a:pt x="8002" y="3787"/>
                  </a:cubicBezTo>
                  <a:cubicBezTo>
                    <a:pt x="7978" y="3715"/>
                    <a:pt x="7907" y="3620"/>
                    <a:pt x="7883" y="3573"/>
                  </a:cubicBezTo>
                  <a:cubicBezTo>
                    <a:pt x="7859" y="3477"/>
                    <a:pt x="7787" y="3430"/>
                    <a:pt x="7740" y="3334"/>
                  </a:cubicBezTo>
                  <a:close/>
                  <a:moveTo>
                    <a:pt x="8359" y="3573"/>
                  </a:moveTo>
                  <a:cubicBezTo>
                    <a:pt x="8383" y="3596"/>
                    <a:pt x="8573" y="3668"/>
                    <a:pt x="8621" y="3692"/>
                  </a:cubicBezTo>
                  <a:cubicBezTo>
                    <a:pt x="8573" y="3977"/>
                    <a:pt x="8478" y="4287"/>
                    <a:pt x="8383" y="4573"/>
                  </a:cubicBezTo>
                  <a:cubicBezTo>
                    <a:pt x="8335" y="4454"/>
                    <a:pt x="8264" y="4311"/>
                    <a:pt x="8216" y="4192"/>
                  </a:cubicBezTo>
                  <a:cubicBezTo>
                    <a:pt x="8264" y="3977"/>
                    <a:pt x="8335" y="3787"/>
                    <a:pt x="8359" y="3573"/>
                  </a:cubicBezTo>
                  <a:close/>
                  <a:moveTo>
                    <a:pt x="2334" y="3811"/>
                  </a:moveTo>
                  <a:cubicBezTo>
                    <a:pt x="2382" y="3954"/>
                    <a:pt x="2405" y="4096"/>
                    <a:pt x="2453" y="4216"/>
                  </a:cubicBezTo>
                  <a:cubicBezTo>
                    <a:pt x="2405" y="4335"/>
                    <a:pt x="2334" y="4477"/>
                    <a:pt x="2286" y="4597"/>
                  </a:cubicBezTo>
                  <a:cubicBezTo>
                    <a:pt x="2191" y="4335"/>
                    <a:pt x="2143" y="4096"/>
                    <a:pt x="2072" y="3834"/>
                  </a:cubicBezTo>
                  <a:lnTo>
                    <a:pt x="2167" y="3834"/>
                  </a:lnTo>
                  <a:cubicBezTo>
                    <a:pt x="2215" y="3834"/>
                    <a:pt x="2286" y="3811"/>
                    <a:pt x="2334" y="3811"/>
                  </a:cubicBezTo>
                  <a:close/>
                  <a:moveTo>
                    <a:pt x="1739" y="3834"/>
                  </a:moveTo>
                  <a:cubicBezTo>
                    <a:pt x="1834" y="4216"/>
                    <a:pt x="1953" y="4620"/>
                    <a:pt x="2096" y="5025"/>
                  </a:cubicBezTo>
                  <a:cubicBezTo>
                    <a:pt x="1953" y="5406"/>
                    <a:pt x="1834" y="5835"/>
                    <a:pt x="1739" y="6216"/>
                  </a:cubicBezTo>
                  <a:cubicBezTo>
                    <a:pt x="1143" y="5859"/>
                    <a:pt x="834" y="5454"/>
                    <a:pt x="834" y="5025"/>
                  </a:cubicBezTo>
                  <a:cubicBezTo>
                    <a:pt x="834" y="4620"/>
                    <a:pt x="1143" y="4192"/>
                    <a:pt x="1739" y="3834"/>
                  </a:cubicBezTo>
                  <a:close/>
                  <a:moveTo>
                    <a:pt x="8931" y="3834"/>
                  </a:moveTo>
                  <a:cubicBezTo>
                    <a:pt x="9526" y="4192"/>
                    <a:pt x="9836" y="4620"/>
                    <a:pt x="9836" y="5025"/>
                  </a:cubicBezTo>
                  <a:cubicBezTo>
                    <a:pt x="9836" y="5430"/>
                    <a:pt x="9526" y="5859"/>
                    <a:pt x="8931" y="6216"/>
                  </a:cubicBezTo>
                  <a:cubicBezTo>
                    <a:pt x="8835" y="5835"/>
                    <a:pt x="8716" y="5430"/>
                    <a:pt x="8573" y="5025"/>
                  </a:cubicBezTo>
                  <a:cubicBezTo>
                    <a:pt x="8716" y="4620"/>
                    <a:pt x="8835" y="4216"/>
                    <a:pt x="8931" y="3834"/>
                  </a:cubicBezTo>
                  <a:close/>
                  <a:moveTo>
                    <a:pt x="6930" y="3192"/>
                  </a:moveTo>
                  <a:cubicBezTo>
                    <a:pt x="7025" y="3192"/>
                    <a:pt x="7168" y="3215"/>
                    <a:pt x="7287" y="3239"/>
                  </a:cubicBezTo>
                  <a:cubicBezTo>
                    <a:pt x="7406" y="3430"/>
                    <a:pt x="7478" y="3573"/>
                    <a:pt x="7573" y="3739"/>
                  </a:cubicBezTo>
                  <a:cubicBezTo>
                    <a:pt x="8026" y="4525"/>
                    <a:pt x="8383" y="5382"/>
                    <a:pt x="8597" y="6240"/>
                  </a:cubicBezTo>
                  <a:cubicBezTo>
                    <a:pt x="8526" y="6240"/>
                    <a:pt x="8478" y="6240"/>
                    <a:pt x="8407" y="6287"/>
                  </a:cubicBezTo>
                  <a:cubicBezTo>
                    <a:pt x="8383" y="6287"/>
                    <a:pt x="8359" y="6311"/>
                    <a:pt x="8335" y="6311"/>
                  </a:cubicBezTo>
                  <a:cubicBezTo>
                    <a:pt x="8145" y="5525"/>
                    <a:pt x="7811" y="4692"/>
                    <a:pt x="7383" y="3906"/>
                  </a:cubicBezTo>
                  <a:lnTo>
                    <a:pt x="6930" y="3192"/>
                  </a:lnTo>
                  <a:close/>
                  <a:moveTo>
                    <a:pt x="3763" y="3144"/>
                  </a:moveTo>
                  <a:lnTo>
                    <a:pt x="3334" y="3858"/>
                  </a:lnTo>
                  <a:cubicBezTo>
                    <a:pt x="2977" y="4454"/>
                    <a:pt x="2691" y="5120"/>
                    <a:pt x="2501" y="5763"/>
                  </a:cubicBezTo>
                  <a:lnTo>
                    <a:pt x="2501" y="5811"/>
                  </a:lnTo>
                  <a:cubicBezTo>
                    <a:pt x="2429" y="6049"/>
                    <a:pt x="2382" y="6240"/>
                    <a:pt x="2310" y="6478"/>
                  </a:cubicBezTo>
                  <a:cubicBezTo>
                    <a:pt x="2215" y="6454"/>
                    <a:pt x="2167" y="6430"/>
                    <a:pt x="2072" y="6406"/>
                  </a:cubicBezTo>
                  <a:cubicBezTo>
                    <a:pt x="2072" y="6406"/>
                    <a:pt x="2048" y="6406"/>
                    <a:pt x="2048" y="6359"/>
                  </a:cubicBezTo>
                  <a:cubicBezTo>
                    <a:pt x="2143" y="5954"/>
                    <a:pt x="2262" y="5525"/>
                    <a:pt x="2429" y="5097"/>
                  </a:cubicBezTo>
                  <a:cubicBezTo>
                    <a:pt x="2620" y="4597"/>
                    <a:pt x="2810" y="4168"/>
                    <a:pt x="3096" y="3715"/>
                  </a:cubicBezTo>
                  <a:cubicBezTo>
                    <a:pt x="3167" y="3525"/>
                    <a:pt x="3287" y="3382"/>
                    <a:pt x="3382" y="3215"/>
                  </a:cubicBezTo>
                  <a:cubicBezTo>
                    <a:pt x="3382" y="3218"/>
                    <a:pt x="3386" y="3219"/>
                    <a:pt x="3394" y="3219"/>
                  </a:cubicBezTo>
                  <a:cubicBezTo>
                    <a:pt x="3457" y="3219"/>
                    <a:pt x="3742" y="3144"/>
                    <a:pt x="3763" y="3144"/>
                  </a:cubicBezTo>
                  <a:close/>
                  <a:moveTo>
                    <a:pt x="8002" y="6287"/>
                  </a:moveTo>
                  <a:cubicBezTo>
                    <a:pt x="8026" y="6359"/>
                    <a:pt x="8026" y="6430"/>
                    <a:pt x="8049" y="6478"/>
                  </a:cubicBezTo>
                  <a:cubicBezTo>
                    <a:pt x="8026" y="6526"/>
                    <a:pt x="8002" y="6573"/>
                    <a:pt x="7954" y="6645"/>
                  </a:cubicBezTo>
                  <a:cubicBezTo>
                    <a:pt x="7907" y="6668"/>
                    <a:pt x="7811" y="6692"/>
                    <a:pt x="7764" y="6692"/>
                  </a:cubicBezTo>
                  <a:cubicBezTo>
                    <a:pt x="7787" y="6645"/>
                    <a:pt x="7811" y="6573"/>
                    <a:pt x="7883" y="6478"/>
                  </a:cubicBezTo>
                  <a:cubicBezTo>
                    <a:pt x="7907" y="6430"/>
                    <a:pt x="7978" y="6335"/>
                    <a:pt x="8002" y="6287"/>
                  </a:cubicBezTo>
                  <a:close/>
                  <a:moveTo>
                    <a:pt x="2667" y="6287"/>
                  </a:moveTo>
                  <a:cubicBezTo>
                    <a:pt x="2691" y="6335"/>
                    <a:pt x="2763" y="6430"/>
                    <a:pt x="2786" y="6478"/>
                  </a:cubicBezTo>
                  <a:cubicBezTo>
                    <a:pt x="2810" y="6573"/>
                    <a:pt x="2882" y="6645"/>
                    <a:pt x="2929" y="6716"/>
                  </a:cubicBezTo>
                  <a:cubicBezTo>
                    <a:pt x="2810" y="6692"/>
                    <a:pt x="2739" y="6668"/>
                    <a:pt x="2620" y="6645"/>
                  </a:cubicBezTo>
                  <a:cubicBezTo>
                    <a:pt x="2644" y="6526"/>
                    <a:pt x="2644" y="6406"/>
                    <a:pt x="2667" y="6287"/>
                  </a:cubicBezTo>
                  <a:close/>
                  <a:moveTo>
                    <a:pt x="2929" y="5454"/>
                  </a:moveTo>
                  <a:cubicBezTo>
                    <a:pt x="3048" y="5692"/>
                    <a:pt x="3167" y="5954"/>
                    <a:pt x="3334" y="6192"/>
                  </a:cubicBezTo>
                  <a:lnTo>
                    <a:pt x="3763" y="6907"/>
                  </a:lnTo>
                  <a:cubicBezTo>
                    <a:pt x="3644" y="6883"/>
                    <a:pt x="3501" y="6883"/>
                    <a:pt x="3382" y="6835"/>
                  </a:cubicBezTo>
                  <a:cubicBezTo>
                    <a:pt x="3263" y="6668"/>
                    <a:pt x="3167" y="6526"/>
                    <a:pt x="3096" y="6335"/>
                  </a:cubicBezTo>
                  <a:cubicBezTo>
                    <a:pt x="3001" y="6192"/>
                    <a:pt x="2905" y="6002"/>
                    <a:pt x="2810" y="5835"/>
                  </a:cubicBezTo>
                  <a:cubicBezTo>
                    <a:pt x="2858" y="5716"/>
                    <a:pt x="2905" y="5573"/>
                    <a:pt x="2929" y="5454"/>
                  </a:cubicBezTo>
                  <a:close/>
                  <a:moveTo>
                    <a:pt x="7740" y="5454"/>
                  </a:moveTo>
                  <a:cubicBezTo>
                    <a:pt x="7787" y="5573"/>
                    <a:pt x="7811" y="5716"/>
                    <a:pt x="7859" y="5835"/>
                  </a:cubicBezTo>
                  <a:cubicBezTo>
                    <a:pt x="7764" y="6002"/>
                    <a:pt x="7668" y="6168"/>
                    <a:pt x="7573" y="6335"/>
                  </a:cubicBezTo>
                  <a:cubicBezTo>
                    <a:pt x="7502" y="6526"/>
                    <a:pt x="7383" y="6668"/>
                    <a:pt x="7287" y="6835"/>
                  </a:cubicBezTo>
                  <a:cubicBezTo>
                    <a:pt x="7287" y="6835"/>
                    <a:pt x="6930" y="6907"/>
                    <a:pt x="6906" y="6907"/>
                  </a:cubicBezTo>
                  <a:lnTo>
                    <a:pt x="7335" y="6192"/>
                  </a:lnTo>
                  <a:cubicBezTo>
                    <a:pt x="7502" y="5954"/>
                    <a:pt x="7621" y="5716"/>
                    <a:pt x="7740" y="5454"/>
                  </a:cubicBezTo>
                  <a:close/>
                  <a:moveTo>
                    <a:pt x="5358" y="3025"/>
                  </a:moveTo>
                  <a:cubicBezTo>
                    <a:pt x="5739" y="3025"/>
                    <a:pt x="6120" y="3072"/>
                    <a:pt x="6478" y="3096"/>
                  </a:cubicBezTo>
                  <a:cubicBezTo>
                    <a:pt x="6692" y="3382"/>
                    <a:pt x="6906" y="3715"/>
                    <a:pt x="7097" y="4049"/>
                  </a:cubicBezTo>
                  <a:cubicBezTo>
                    <a:pt x="7287" y="4382"/>
                    <a:pt x="7454" y="4692"/>
                    <a:pt x="7621" y="5025"/>
                  </a:cubicBezTo>
                  <a:cubicBezTo>
                    <a:pt x="7454" y="5359"/>
                    <a:pt x="7311" y="5716"/>
                    <a:pt x="7097" y="6002"/>
                  </a:cubicBezTo>
                  <a:cubicBezTo>
                    <a:pt x="6930" y="6335"/>
                    <a:pt x="6716" y="6668"/>
                    <a:pt x="6478" y="6954"/>
                  </a:cubicBezTo>
                  <a:cubicBezTo>
                    <a:pt x="6120" y="7002"/>
                    <a:pt x="5739" y="7026"/>
                    <a:pt x="5358" y="7026"/>
                  </a:cubicBezTo>
                  <a:cubicBezTo>
                    <a:pt x="4954" y="7026"/>
                    <a:pt x="4573" y="7026"/>
                    <a:pt x="4215" y="6954"/>
                  </a:cubicBezTo>
                  <a:cubicBezTo>
                    <a:pt x="4001" y="6668"/>
                    <a:pt x="3810" y="6335"/>
                    <a:pt x="3596" y="6002"/>
                  </a:cubicBezTo>
                  <a:cubicBezTo>
                    <a:pt x="3406" y="5692"/>
                    <a:pt x="3239" y="5359"/>
                    <a:pt x="3096" y="5025"/>
                  </a:cubicBezTo>
                  <a:cubicBezTo>
                    <a:pt x="3239" y="4692"/>
                    <a:pt x="3382" y="4335"/>
                    <a:pt x="3596" y="4049"/>
                  </a:cubicBezTo>
                  <a:cubicBezTo>
                    <a:pt x="3763" y="3715"/>
                    <a:pt x="3977" y="3382"/>
                    <a:pt x="4215" y="3096"/>
                  </a:cubicBezTo>
                  <a:cubicBezTo>
                    <a:pt x="4573" y="3049"/>
                    <a:pt x="4954" y="3025"/>
                    <a:pt x="5358" y="3025"/>
                  </a:cubicBezTo>
                  <a:close/>
                  <a:moveTo>
                    <a:pt x="8552" y="6517"/>
                  </a:moveTo>
                  <a:cubicBezTo>
                    <a:pt x="8734" y="6517"/>
                    <a:pt x="8883" y="6667"/>
                    <a:pt x="8883" y="6835"/>
                  </a:cubicBezTo>
                  <a:cubicBezTo>
                    <a:pt x="8931" y="7002"/>
                    <a:pt x="8859" y="7121"/>
                    <a:pt x="8764" y="7169"/>
                  </a:cubicBezTo>
                  <a:cubicBezTo>
                    <a:pt x="8716" y="7240"/>
                    <a:pt x="8621" y="7240"/>
                    <a:pt x="8573" y="7240"/>
                  </a:cubicBezTo>
                  <a:cubicBezTo>
                    <a:pt x="8383" y="7240"/>
                    <a:pt x="8216" y="7073"/>
                    <a:pt x="8216" y="6883"/>
                  </a:cubicBezTo>
                  <a:cubicBezTo>
                    <a:pt x="8216" y="6716"/>
                    <a:pt x="8335" y="6573"/>
                    <a:pt x="8478" y="6526"/>
                  </a:cubicBezTo>
                  <a:cubicBezTo>
                    <a:pt x="8503" y="6520"/>
                    <a:pt x="8528" y="6517"/>
                    <a:pt x="8552" y="6517"/>
                  </a:cubicBezTo>
                  <a:close/>
                  <a:moveTo>
                    <a:pt x="5597" y="7954"/>
                  </a:moveTo>
                  <a:cubicBezTo>
                    <a:pt x="5501" y="8026"/>
                    <a:pt x="5406" y="8121"/>
                    <a:pt x="5311" y="8193"/>
                  </a:cubicBezTo>
                  <a:cubicBezTo>
                    <a:pt x="5239" y="8097"/>
                    <a:pt x="5144" y="8026"/>
                    <a:pt x="5049" y="7954"/>
                  </a:cubicBezTo>
                  <a:close/>
                  <a:moveTo>
                    <a:pt x="6478" y="7883"/>
                  </a:moveTo>
                  <a:cubicBezTo>
                    <a:pt x="6263" y="8121"/>
                    <a:pt x="6025" y="8359"/>
                    <a:pt x="5835" y="8574"/>
                  </a:cubicBezTo>
                  <a:lnTo>
                    <a:pt x="5716" y="8478"/>
                  </a:lnTo>
                  <a:cubicBezTo>
                    <a:pt x="5668" y="8454"/>
                    <a:pt x="5620" y="8431"/>
                    <a:pt x="5597" y="8383"/>
                  </a:cubicBezTo>
                  <a:cubicBezTo>
                    <a:pt x="5739" y="8240"/>
                    <a:pt x="5906" y="8097"/>
                    <a:pt x="6073" y="7907"/>
                  </a:cubicBezTo>
                  <a:lnTo>
                    <a:pt x="6097" y="7907"/>
                  </a:lnTo>
                  <a:cubicBezTo>
                    <a:pt x="6216" y="7907"/>
                    <a:pt x="6478" y="7883"/>
                    <a:pt x="6478" y="7883"/>
                  </a:cubicBezTo>
                  <a:close/>
                  <a:moveTo>
                    <a:pt x="2524" y="7550"/>
                  </a:moveTo>
                  <a:lnTo>
                    <a:pt x="2524" y="7550"/>
                  </a:lnTo>
                  <a:cubicBezTo>
                    <a:pt x="2905" y="7669"/>
                    <a:pt x="3287" y="7764"/>
                    <a:pt x="3715" y="7835"/>
                  </a:cubicBezTo>
                  <a:cubicBezTo>
                    <a:pt x="3977" y="8145"/>
                    <a:pt x="4287" y="8478"/>
                    <a:pt x="4573" y="8740"/>
                  </a:cubicBezTo>
                  <a:cubicBezTo>
                    <a:pt x="4191" y="8955"/>
                    <a:pt x="3858" y="9074"/>
                    <a:pt x="3525" y="9074"/>
                  </a:cubicBezTo>
                  <a:cubicBezTo>
                    <a:pt x="3358" y="9074"/>
                    <a:pt x="3215" y="9050"/>
                    <a:pt x="3096" y="8955"/>
                  </a:cubicBezTo>
                  <a:cubicBezTo>
                    <a:pt x="2739" y="8740"/>
                    <a:pt x="2524" y="8240"/>
                    <a:pt x="2524" y="7550"/>
                  </a:cubicBezTo>
                  <a:close/>
                  <a:moveTo>
                    <a:pt x="8145" y="7550"/>
                  </a:moveTo>
                  <a:cubicBezTo>
                    <a:pt x="8145" y="8264"/>
                    <a:pt x="7930" y="8740"/>
                    <a:pt x="7573" y="8955"/>
                  </a:cubicBezTo>
                  <a:cubicBezTo>
                    <a:pt x="7454" y="9002"/>
                    <a:pt x="7311" y="9074"/>
                    <a:pt x="7144" y="9074"/>
                  </a:cubicBezTo>
                  <a:cubicBezTo>
                    <a:pt x="6835" y="9074"/>
                    <a:pt x="6478" y="8955"/>
                    <a:pt x="6097" y="8740"/>
                  </a:cubicBezTo>
                  <a:cubicBezTo>
                    <a:pt x="6382" y="8478"/>
                    <a:pt x="6668" y="8169"/>
                    <a:pt x="6954" y="7811"/>
                  </a:cubicBezTo>
                  <a:cubicBezTo>
                    <a:pt x="7383" y="7764"/>
                    <a:pt x="7764" y="7669"/>
                    <a:pt x="8145" y="7550"/>
                  </a:cubicBezTo>
                  <a:close/>
                  <a:moveTo>
                    <a:pt x="8716" y="7526"/>
                  </a:moveTo>
                  <a:cubicBezTo>
                    <a:pt x="8740" y="8478"/>
                    <a:pt x="8407" y="9169"/>
                    <a:pt x="7883" y="9455"/>
                  </a:cubicBezTo>
                  <a:cubicBezTo>
                    <a:pt x="7668" y="9574"/>
                    <a:pt x="7406" y="9645"/>
                    <a:pt x="7144" y="9645"/>
                  </a:cubicBezTo>
                  <a:cubicBezTo>
                    <a:pt x="6359" y="9645"/>
                    <a:pt x="5644" y="9193"/>
                    <a:pt x="5073" y="8716"/>
                  </a:cubicBezTo>
                  <a:cubicBezTo>
                    <a:pt x="4787" y="8478"/>
                    <a:pt x="4477" y="8193"/>
                    <a:pt x="4191" y="7859"/>
                  </a:cubicBezTo>
                  <a:cubicBezTo>
                    <a:pt x="4239" y="7859"/>
                    <a:pt x="4311" y="7859"/>
                    <a:pt x="4382" y="7883"/>
                  </a:cubicBezTo>
                  <a:cubicBezTo>
                    <a:pt x="4453" y="7883"/>
                    <a:pt x="4549" y="7883"/>
                    <a:pt x="4596" y="7907"/>
                  </a:cubicBezTo>
                  <a:cubicBezTo>
                    <a:pt x="4811" y="8121"/>
                    <a:pt x="5025" y="8335"/>
                    <a:pt x="5215" y="8502"/>
                  </a:cubicBezTo>
                  <a:cubicBezTo>
                    <a:pt x="5763" y="8955"/>
                    <a:pt x="6406" y="9383"/>
                    <a:pt x="7121" y="9383"/>
                  </a:cubicBezTo>
                  <a:cubicBezTo>
                    <a:pt x="7359" y="9383"/>
                    <a:pt x="7573" y="9312"/>
                    <a:pt x="7716" y="9217"/>
                  </a:cubicBezTo>
                  <a:cubicBezTo>
                    <a:pt x="8168" y="8955"/>
                    <a:pt x="8430" y="8359"/>
                    <a:pt x="8430" y="7550"/>
                  </a:cubicBezTo>
                  <a:lnTo>
                    <a:pt x="8526" y="7550"/>
                  </a:lnTo>
                  <a:cubicBezTo>
                    <a:pt x="8597" y="7550"/>
                    <a:pt x="8645" y="7550"/>
                    <a:pt x="8716" y="7526"/>
                  </a:cubicBezTo>
                  <a:close/>
                  <a:moveTo>
                    <a:pt x="1953" y="7335"/>
                  </a:moveTo>
                  <a:lnTo>
                    <a:pt x="2215" y="7430"/>
                  </a:lnTo>
                  <a:lnTo>
                    <a:pt x="2215" y="7502"/>
                  </a:lnTo>
                  <a:cubicBezTo>
                    <a:pt x="2215" y="8335"/>
                    <a:pt x="2501" y="8955"/>
                    <a:pt x="2929" y="9217"/>
                  </a:cubicBezTo>
                  <a:cubicBezTo>
                    <a:pt x="3120" y="9312"/>
                    <a:pt x="3334" y="9359"/>
                    <a:pt x="3525" y="9359"/>
                  </a:cubicBezTo>
                  <a:cubicBezTo>
                    <a:pt x="3930" y="9359"/>
                    <a:pt x="4358" y="9217"/>
                    <a:pt x="4811" y="8955"/>
                  </a:cubicBezTo>
                  <a:lnTo>
                    <a:pt x="4834" y="8978"/>
                  </a:lnTo>
                  <a:cubicBezTo>
                    <a:pt x="4906" y="9050"/>
                    <a:pt x="4954" y="9097"/>
                    <a:pt x="5049" y="9145"/>
                  </a:cubicBezTo>
                  <a:cubicBezTo>
                    <a:pt x="4525" y="9502"/>
                    <a:pt x="3977" y="9669"/>
                    <a:pt x="3525" y="9669"/>
                  </a:cubicBezTo>
                  <a:cubicBezTo>
                    <a:pt x="3263" y="9669"/>
                    <a:pt x="3001" y="9621"/>
                    <a:pt x="2786" y="9502"/>
                  </a:cubicBezTo>
                  <a:cubicBezTo>
                    <a:pt x="2215" y="9169"/>
                    <a:pt x="1929" y="8478"/>
                    <a:pt x="1929" y="7526"/>
                  </a:cubicBezTo>
                  <a:lnTo>
                    <a:pt x="1929" y="7335"/>
                  </a:lnTo>
                  <a:close/>
                  <a:moveTo>
                    <a:pt x="3620" y="0"/>
                  </a:moveTo>
                  <a:cubicBezTo>
                    <a:pt x="3287" y="0"/>
                    <a:pt x="3001" y="96"/>
                    <a:pt x="2739" y="239"/>
                  </a:cubicBezTo>
                  <a:cubicBezTo>
                    <a:pt x="2072" y="620"/>
                    <a:pt x="1715" y="1429"/>
                    <a:pt x="1715" y="2501"/>
                  </a:cubicBezTo>
                  <a:lnTo>
                    <a:pt x="1715" y="2644"/>
                  </a:lnTo>
                  <a:cubicBezTo>
                    <a:pt x="1667" y="2715"/>
                    <a:pt x="1596" y="2787"/>
                    <a:pt x="1572" y="2882"/>
                  </a:cubicBezTo>
                  <a:cubicBezTo>
                    <a:pt x="548" y="3430"/>
                    <a:pt x="0" y="4168"/>
                    <a:pt x="0" y="4978"/>
                  </a:cubicBezTo>
                  <a:cubicBezTo>
                    <a:pt x="0" y="5454"/>
                    <a:pt x="191" y="5930"/>
                    <a:pt x="595" y="6335"/>
                  </a:cubicBezTo>
                  <a:cubicBezTo>
                    <a:pt x="619" y="6371"/>
                    <a:pt x="655" y="6389"/>
                    <a:pt x="697" y="6389"/>
                  </a:cubicBezTo>
                  <a:cubicBezTo>
                    <a:pt x="738" y="6389"/>
                    <a:pt x="786" y="6371"/>
                    <a:pt x="834" y="6335"/>
                  </a:cubicBezTo>
                  <a:cubicBezTo>
                    <a:pt x="881" y="6287"/>
                    <a:pt x="881" y="6192"/>
                    <a:pt x="834" y="6097"/>
                  </a:cubicBezTo>
                  <a:cubicBezTo>
                    <a:pt x="500" y="5740"/>
                    <a:pt x="310" y="5359"/>
                    <a:pt x="310" y="4978"/>
                  </a:cubicBezTo>
                  <a:cubicBezTo>
                    <a:pt x="310" y="4335"/>
                    <a:pt x="762" y="3715"/>
                    <a:pt x="1572" y="3263"/>
                  </a:cubicBezTo>
                  <a:cubicBezTo>
                    <a:pt x="1596" y="3358"/>
                    <a:pt x="1620" y="3453"/>
                    <a:pt x="1691" y="3549"/>
                  </a:cubicBezTo>
                  <a:cubicBezTo>
                    <a:pt x="1000" y="3954"/>
                    <a:pt x="619" y="4454"/>
                    <a:pt x="619" y="5001"/>
                  </a:cubicBezTo>
                  <a:cubicBezTo>
                    <a:pt x="619" y="5597"/>
                    <a:pt x="1119" y="6192"/>
                    <a:pt x="1977" y="6597"/>
                  </a:cubicBezTo>
                  <a:cubicBezTo>
                    <a:pt x="3048" y="7145"/>
                    <a:pt x="4287" y="7311"/>
                    <a:pt x="5430" y="7311"/>
                  </a:cubicBezTo>
                  <a:cubicBezTo>
                    <a:pt x="5978" y="7311"/>
                    <a:pt x="6501" y="7288"/>
                    <a:pt x="7049" y="7169"/>
                  </a:cubicBezTo>
                  <a:cubicBezTo>
                    <a:pt x="7383" y="7121"/>
                    <a:pt x="7692" y="7049"/>
                    <a:pt x="8002" y="6930"/>
                  </a:cubicBezTo>
                  <a:cubicBezTo>
                    <a:pt x="8002" y="7026"/>
                    <a:pt x="8049" y="7121"/>
                    <a:pt x="8097" y="7192"/>
                  </a:cubicBezTo>
                  <a:cubicBezTo>
                    <a:pt x="7740" y="7311"/>
                    <a:pt x="7335" y="7407"/>
                    <a:pt x="6930" y="7478"/>
                  </a:cubicBezTo>
                  <a:cubicBezTo>
                    <a:pt x="6430" y="7550"/>
                    <a:pt x="5906" y="7573"/>
                    <a:pt x="5406" y="7573"/>
                  </a:cubicBezTo>
                  <a:cubicBezTo>
                    <a:pt x="4191" y="7573"/>
                    <a:pt x="2929" y="7407"/>
                    <a:pt x="1834" y="6835"/>
                  </a:cubicBezTo>
                  <a:cubicBezTo>
                    <a:pt x="1620" y="6716"/>
                    <a:pt x="1429" y="6597"/>
                    <a:pt x="1238" y="6478"/>
                  </a:cubicBezTo>
                  <a:cubicBezTo>
                    <a:pt x="1222" y="6461"/>
                    <a:pt x="1196" y="6453"/>
                    <a:pt x="1167" y="6453"/>
                  </a:cubicBezTo>
                  <a:cubicBezTo>
                    <a:pt x="1115" y="6453"/>
                    <a:pt x="1055" y="6479"/>
                    <a:pt x="1024" y="6526"/>
                  </a:cubicBezTo>
                  <a:cubicBezTo>
                    <a:pt x="977" y="6573"/>
                    <a:pt x="1000" y="6692"/>
                    <a:pt x="1072" y="6716"/>
                  </a:cubicBezTo>
                  <a:cubicBezTo>
                    <a:pt x="1238" y="6883"/>
                    <a:pt x="1477" y="6978"/>
                    <a:pt x="1715" y="7121"/>
                  </a:cubicBezTo>
                  <a:lnTo>
                    <a:pt x="1715" y="7430"/>
                  </a:lnTo>
                  <a:cubicBezTo>
                    <a:pt x="1715" y="8502"/>
                    <a:pt x="2072" y="9312"/>
                    <a:pt x="2739" y="9693"/>
                  </a:cubicBezTo>
                  <a:cubicBezTo>
                    <a:pt x="3001" y="9860"/>
                    <a:pt x="3287" y="9931"/>
                    <a:pt x="3620" y="9931"/>
                  </a:cubicBezTo>
                  <a:cubicBezTo>
                    <a:pt x="4168" y="9931"/>
                    <a:pt x="4787" y="9740"/>
                    <a:pt x="5406" y="9312"/>
                  </a:cubicBezTo>
                  <a:cubicBezTo>
                    <a:pt x="6025" y="9740"/>
                    <a:pt x="6668" y="9931"/>
                    <a:pt x="7192" y="9931"/>
                  </a:cubicBezTo>
                  <a:cubicBezTo>
                    <a:pt x="7526" y="9931"/>
                    <a:pt x="7811" y="9860"/>
                    <a:pt x="8097" y="9693"/>
                  </a:cubicBezTo>
                  <a:cubicBezTo>
                    <a:pt x="8740" y="9312"/>
                    <a:pt x="9097" y="8502"/>
                    <a:pt x="9097" y="7430"/>
                  </a:cubicBezTo>
                  <a:lnTo>
                    <a:pt x="9097" y="7288"/>
                  </a:lnTo>
                  <a:cubicBezTo>
                    <a:pt x="9169" y="7240"/>
                    <a:pt x="9216" y="7145"/>
                    <a:pt x="9240" y="7049"/>
                  </a:cubicBezTo>
                  <a:cubicBezTo>
                    <a:pt x="10264" y="6526"/>
                    <a:pt x="10836" y="5763"/>
                    <a:pt x="10836" y="4978"/>
                  </a:cubicBezTo>
                  <a:cubicBezTo>
                    <a:pt x="10836" y="4644"/>
                    <a:pt x="10740" y="4287"/>
                    <a:pt x="10526" y="3977"/>
                  </a:cubicBezTo>
                  <a:cubicBezTo>
                    <a:pt x="10488" y="3977"/>
                    <a:pt x="10446" y="3974"/>
                    <a:pt x="10406" y="3974"/>
                  </a:cubicBezTo>
                  <a:cubicBezTo>
                    <a:pt x="10347" y="3974"/>
                    <a:pt x="10293" y="3982"/>
                    <a:pt x="10264" y="4025"/>
                  </a:cubicBezTo>
                  <a:cubicBezTo>
                    <a:pt x="10169" y="4073"/>
                    <a:pt x="10169" y="4168"/>
                    <a:pt x="10193" y="4216"/>
                  </a:cubicBezTo>
                  <a:cubicBezTo>
                    <a:pt x="10383" y="4501"/>
                    <a:pt x="10431" y="4763"/>
                    <a:pt x="10431" y="5025"/>
                  </a:cubicBezTo>
                  <a:cubicBezTo>
                    <a:pt x="10431" y="5644"/>
                    <a:pt x="10002" y="6287"/>
                    <a:pt x="9193" y="6716"/>
                  </a:cubicBezTo>
                  <a:cubicBezTo>
                    <a:pt x="9169" y="6621"/>
                    <a:pt x="9121" y="6549"/>
                    <a:pt x="9073" y="6454"/>
                  </a:cubicBezTo>
                  <a:cubicBezTo>
                    <a:pt x="9764" y="6049"/>
                    <a:pt x="10145" y="5525"/>
                    <a:pt x="10145" y="5001"/>
                  </a:cubicBezTo>
                  <a:cubicBezTo>
                    <a:pt x="10145" y="4406"/>
                    <a:pt x="9645" y="3811"/>
                    <a:pt x="8764" y="3382"/>
                  </a:cubicBezTo>
                  <a:cubicBezTo>
                    <a:pt x="7692" y="2858"/>
                    <a:pt x="6478" y="2668"/>
                    <a:pt x="5311" y="2668"/>
                  </a:cubicBezTo>
                  <a:cubicBezTo>
                    <a:pt x="4453" y="2668"/>
                    <a:pt x="3596" y="2787"/>
                    <a:pt x="2763" y="3025"/>
                  </a:cubicBezTo>
                  <a:cubicBezTo>
                    <a:pt x="2763" y="2953"/>
                    <a:pt x="2691" y="2858"/>
                    <a:pt x="2667" y="2763"/>
                  </a:cubicBezTo>
                  <a:cubicBezTo>
                    <a:pt x="3025" y="2644"/>
                    <a:pt x="3406" y="2549"/>
                    <a:pt x="3834" y="2501"/>
                  </a:cubicBezTo>
                  <a:cubicBezTo>
                    <a:pt x="4334" y="2406"/>
                    <a:pt x="4834" y="2382"/>
                    <a:pt x="5358" y="2382"/>
                  </a:cubicBezTo>
                  <a:cubicBezTo>
                    <a:pt x="6335" y="2382"/>
                    <a:pt x="7335" y="2501"/>
                    <a:pt x="8264" y="2834"/>
                  </a:cubicBezTo>
                  <a:cubicBezTo>
                    <a:pt x="8835" y="3025"/>
                    <a:pt x="9407" y="3311"/>
                    <a:pt x="9836" y="3715"/>
                  </a:cubicBezTo>
                  <a:cubicBezTo>
                    <a:pt x="9871" y="3751"/>
                    <a:pt x="9919" y="3769"/>
                    <a:pt x="9964" y="3769"/>
                  </a:cubicBezTo>
                  <a:cubicBezTo>
                    <a:pt x="10008" y="3769"/>
                    <a:pt x="10050" y="3751"/>
                    <a:pt x="10074" y="3715"/>
                  </a:cubicBezTo>
                  <a:cubicBezTo>
                    <a:pt x="10145" y="3668"/>
                    <a:pt x="10145" y="3549"/>
                    <a:pt x="10074" y="3477"/>
                  </a:cubicBezTo>
                  <a:cubicBezTo>
                    <a:pt x="9812" y="3239"/>
                    <a:pt x="9478" y="3001"/>
                    <a:pt x="9097" y="2834"/>
                  </a:cubicBezTo>
                  <a:lnTo>
                    <a:pt x="9097" y="2501"/>
                  </a:lnTo>
                  <a:cubicBezTo>
                    <a:pt x="9097" y="1429"/>
                    <a:pt x="8740" y="620"/>
                    <a:pt x="8097" y="239"/>
                  </a:cubicBezTo>
                  <a:cubicBezTo>
                    <a:pt x="7811" y="96"/>
                    <a:pt x="7526" y="0"/>
                    <a:pt x="7192" y="0"/>
                  </a:cubicBezTo>
                  <a:cubicBezTo>
                    <a:pt x="6668" y="0"/>
                    <a:pt x="6025" y="215"/>
                    <a:pt x="5406" y="620"/>
                  </a:cubicBezTo>
                  <a:cubicBezTo>
                    <a:pt x="4787" y="215"/>
                    <a:pt x="4168" y="0"/>
                    <a:pt x="3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7" name="Google Shape;21387;p96"/>
          <p:cNvGrpSpPr/>
          <p:nvPr/>
        </p:nvGrpSpPr>
        <p:grpSpPr>
          <a:xfrm>
            <a:off x="2510261" y="3997899"/>
            <a:ext cx="357743" cy="354110"/>
            <a:chOff x="2512221" y="4150299"/>
            <a:chExt cx="357743" cy="354110"/>
          </a:xfrm>
        </p:grpSpPr>
        <p:sp>
          <p:nvSpPr>
            <p:cNvPr id="21388" name="Google Shape;21388;p96"/>
            <p:cNvSpPr/>
            <p:nvPr/>
          </p:nvSpPr>
          <p:spPr>
            <a:xfrm>
              <a:off x="2766408" y="4184786"/>
              <a:ext cx="71114" cy="70335"/>
            </a:xfrm>
            <a:custGeom>
              <a:rect b="b" l="l" r="r" t="t"/>
              <a:pathLst>
                <a:path extrusionOk="0" h="2168" w="2192">
                  <a:moveTo>
                    <a:pt x="548" y="1"/>
                  </a:moveTo>
                  <a:lnTo>
                    <a:pt x="1" y="525"/>
                  </a:lnTo>
                  <a:lnTo>
                    <a:pt x="1644" y="2168"/>
                  </a:lnTo>
                  <a:lnTo>
                    <a:pt x="2192" y="1644"/>
                  </a:lnTo>
                  <a:lnTo>
                    <a:pt x="548" y="1"/>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96"/>
            <p:cNvSpPr/>
            <p:nvPr/>
          </p:nvSpPr>
          <p:spPr>
            <a:xfrm>
              <a:off x="2548524" y="4402669"/>
              <a:ext cx="70368" cy="71114"/>
            </a:xfrm>
            <a:custGeom>
              <a:rect b="b" l="l" r="r" t="t"/>
              <a:pathLst>
                <a:path extrusionOk="0" h="2192" w="2169">
                  <a:moveTo>
                    <a:pt x="525" y="0"/>
                  </a:moveTo>
                  <a:lnTo>
                    <a:pt x="1" y="548"/>
                  </a:lnTo>
                  <a:lnTo>
                    <a:pt x="1644" y="2191"/>
                  </a:lnTo>
                  <a:lnTo>
                    <a:pt x="2168" y="1644"/>
                  </a:lnTo>
                  <a:lnTo>
                    <a:pt x="525" y="0"/>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96"/>
            <p:cNvSpPr/>
            <p:nvPr/>
          </p:nvSpPr>
          <p:spPr>
            <a:xfrm>
              <a:off x="2665966" y="4267449"/>
              <a:ext cx="88114" cy="88114"/>
            </a:xfrm>
            <a:custGeom>
              <a:rect b="b" l="l" r="r" t="t"/>
              <a:pathLst>
                <a:path extrusionOk="0" h="2716" w="2716">
                  <a:moveTo>
                    <a:pt x="548" y="1"/>
                  </a:moveTo>
                  <a:lnTo>
                    <a:pt x="1" y="549"/>
                  </a:lnTo>
                  <a:lnTo>
                    <a:pt x="2192" y="2716"/>
                  </a:lnTo>
                  <a:lnTo>
                    <a:pt x="2716" y="2192"/>
                  </a:lnTo>
                  <a:lnTo>
                    <a:pt x="548" y="1"/>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96"/>
            <p:cNvSpPr/>
            <p:nvPr/>
          </p:nvSpPr>
          <p:spPr>
            <a:xfrm>
              <a:off x="2634302" y="4299924"/>
              <a:ext cx="88114" cy="87335"/>
            </a:xfrm>
            <a:custGeom>
              <a:rect b="b" l="l" r="r" t="t"/>
              <a:pathLst>
                <a:path extrusionOk="0" h="2692" w="2716">
                  <a:moveTo>
                    <a:pt x="548" y="0"/>
                  </a:moveTo>
                  <a:lnTo>
                    <a:pt x="0" y="524"/>
                  </a:lnTo>
                  <a:lnTo>
                    <a:pt x="2167" y="2691"/>
                  </a:lnTo>
                  <a:lnTo>
                    <a:pt x="2715" y="2167"/>
                  </a:lnTo>
                  <a:lnTo>
                    <a:pt x="548" y="0"/>
                  </a:ln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96"/>
            <p:cNvSpPr/>
            <p:nvPr/>
          </p:nvSpPr>
          <p:spPr>
            <a:xfrm>
              <a:off x="2711547" y="4304531"/>
              <a:ext cx="41753" cy="51032"/>
            </a:xfrm>
            <a:custGeom>
              <a:rect b="b" l="l" r="r" t="t"/>
              <a:pathLst>
                <a:path extrusionOk="0" h="1573" w="1287">
                  <a:moveTo>
                    <a:pt x="239" y="1"/>
                  </a:moveTo>
                  <a:lnTo>
                    <a:pt x="239" y="1"/>
                  </a:lnTo>
                  <a:cubicBezTo>
                    <a:pt x="310" y="334"/>
                    <a:pt x="239" y="525"/>
                    <a:pt x="1" y="834"/>
                  </a:cubicBezTo>
                  <a:lnTo>
                    <a:pt x="739" y="1573"/>
                  </a:lnTo>
                  <a:lnTo>
                    <a:pt x="1287" y="1049"/>
                  </a:lnTo>
                  <a:lnTo>
                    <a:pt x="239"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96"/>
            <p:cNvSpPr/>
            <p:nvPr/>
          </p:nvSpPr>
          <p:spPr>
            <a:xfrm>
              <a:off x="2672941" y="4346252"/>
              <a:ext cx="48696" cy="41007"/>
            </a:xfrm>
            <a:custGeom>
              <a:rect b="b" l="l" r="r" t="t"/>
              <a:pathLst>
                <a:path extrusionOk="0" h="1264" w="1501">
                  <a:moveTo>
                    <a:pt x="738" y="1"/>
                  </a:moveTo>
                  <a:cubicBezTo>
                    <a:pt x="572" y="168"/>
                    <a:pt x="333" y="311"/>
                    <a:pt x="0" y="311"/>
                  </a:cubicBezTo>
                  <a:lnTo>
                    <a:pt x="953" y="1263"/>
                  </a:lnTo>
                  <a:lnTo>
                    <a:pt x="1500" y="739"/>
                  </a:lnTo>
                  <a:lnTo>
                    <a:pt x="738"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96"/>
            <p:cNvSpPr/>
            <p:nvPr/>
          </p:nvSpPr>
          <p:spPr>
            <a:xfrm>
              <a:off x="2520721" y="4158994"/>
              <a:ext cx="284359" cy="282542"/>
            </a:xfrm>
            <a:custGeom>
              <a:rect b="b" l="l" r="r" t="t"/>
              <a:pathLst>
                <a:path extrusionOk="0" h="8709" w="8765">
                  <a:moveTo>
                    <a:pt x="8053" y="1"/>
                  </a:moveTo>
                  <a:cubicBezTo>
                    <a:pt x="7945" y="1"/>
                    <a:pt x="7838" y="42"/>
                    <a:pt x="7764" y="129"/>
                  </a:cubicBezTo>
                  <a:cubicBezTo>
                    <a:pt x="6335" y="1725"/>
                    <a:pt x="6550" y="2915"/>
                    <a:pt x="6716" y="3892"/>
                  </a:cubicBezTo>
                  <a:cubicBezTo>
                    <a:pt x="6859" y="4725"/>
                    <a:pt x="6954" y="5249"/>
                    <a:pt x="6121" y="6083"/>
                  </a:cubicBezTo>
                  <a:cubicBezTo>
                    <a:pt x="5580" y="6623"/>
                    <a:pt x="5170" y="6783"/>
                    <a:pt x="4720" y="6783"/>
                  </a:cubicBezTo>
                  <a:cubicBezTo>
                    <a:pt x="4477" y="6783"/>
                    <a:pt x="4223" y="6736"/>
                    <a:pt x="3930" y="6678"/>
                  </a:cubicBezTo>
                  <a:cubicBezTo>
                    <a:pt x="3594" y="6630"/>
                    <a:pt x="3242" y="6574"/>
                    <a:pt x="2861" y="6574"/>
                  </a:cubicBezTo>
                  <a:cubicBezTo>
                    <a:pt x="2108" y="6574"/>
                    <a:pt x="1243" y="6793"/>
                    <a:pt x="167" y="7726"/>
                  </a:cubicBezTo>
                  <a:cubicBezTo>
                    <a:pt x="1" y="7869"/>
                    <a:pt x="1" y="8154"/>
                    <a:pt x="143" y="8297"/>
                  </a:cubicBezTo>
                  <a:lnTo>
                    <a:pt x="429" y="8583"/>
                  </a:lnTo>
                  <a:cubicBezTo>
                    <a:pt x="513" y="8666"/>
                    <a:pt x="614" y="8708"/>
                    <a:pt x="712" y="8708"/>
                  </a:cubicBezTo>
                  <a:cubicBezTo>
                    <a:pt x="810" y="8708"/>
                    <a:pt x="906" y="8666"/>
                    <a:pt x="977" y="8583"/>
                  </a:cubicBezTo>
                  <a:cubicBezTo>
                    <a:pt x="1716" y="7923"/>
                    <a:pt x="2299" y="7750"/>
                    <a:pt x="2849" y="7750"/>
                  </a:cubicBezTo>
                  <a:cubicBezTo>
                    <a:pt x="3133" y="7750"/>
                    <a:pt x="3408" y="7796"/>
                    <a:pt x="3692" y="7845"/>
                  </a:cubicBezTo>
                  <a:cubicBezTo>
                    <a:pt x="4009" y="7908"/>
                    <a:pt x="4327" y="7951"/>
                    <a:pt x="4659" y="7951"/>
                  </a:cubicBezTo>
                  <a:cubicBezTo>
                    <a:pt x="4824" y="7951"/>
                    <a:pt x="4994" y="7940"/>
                    <a:pt x="5168" y="7916"/>
                  </a:cubicBezTo>
                  <a:cubicBezTo>
                    <a:pt x="5788" y="7797"/>
                    <a:pt x="6359" y="7464"/>
                    <a:pt x="6931" y="6892"/>
                  </a:cubicBezTo>
                  <a:cubicBezTo>
                    <a:pt x="7526" y="6297"/>
                    <a:pt x="7859" y="5725"/>
                    <a:pt x="7931" y="5130"/>
                  </a:cubicBezTo>
                  <a:cubicBezTo>
                    <a:pt x="8026" y="4606"/>
                    <a:pt x="7978" y="4130"/>
                    <a:pt x="7883" y="3653"/>
                  </a:cubicBezTo>
                  <a:cubicBezTo>
                    <a:pt x="7740" y="2820"/>
                    <a:pt x="7621" y="2082"/>
                    <a:pt x="8621" y="939"/>
                  </a:cubicBezTo>
                  <a:cubicBezTo>
                    <a:pt x="8764" y="796"/>
                    <a:pt x="8764" y="558"/>
                    <a:pt x="8621" y="415"/>
                  </a:cubicBezTo>
                  <a:lnTo>
                    <a:pt x="8336" y="105"/>
                  </a:lnTo>
                  <a:cubicBezTo>
                    <a:pt x="8256" y="36"/>
                    <a:pt x="8153" y="1"/>
                    <a:pt x="8053" y="1"/>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96"/>
            <p:cNvSpPr/>
            <p:nvPr/>
          </p:nvSpPr>
          <p:spPr>
            <a:xfrm>
              <a:off x="2641245" y="4374866"/>
              <a:ext cx="31729" cy="41753"/>
            </a:xfrm>
            <a:custGeom>
              <a:rect b="b" l="l" r="r" t="t"/>
              <a:pathLst>
                <a:path extrusionOk="0" h="1287" w="978">
                  <a:moveTo>
                    <a:pt x="191" y="0"/>
                  </a:moveTo>
                  <a:lnTo>
                    <a:pt x="1" y="1167"/>
                  </a:lnTo>
                  <a:cubicBezTo>
                    <a:pt x="286" y="1215"/>
                    <a:pt x="620" y="1262"/>
                    <a:pt x="953" y="1286"/>
                  </a:cubicBezTo>
                  <a:cubicBezTo>
                    <a:pt x="977" y="834"/>
                    <a:pt x="906" y="429"/>
                    <a:pt x="858" y="95"/>
                  </a:cubicBezTo>
                  <a:cubicBezTo>
                    <a:pt x="644" y="95"/>
                    <a:pt x="453" y="24"/>
                    <a:pt x="19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96"/>
            <p:cNvSpPr/>
            <p:nvPr/>
          </p:nvSpPr>
          <p:spPr>
            <a:xfrm>
              <a:off x="2737826" y="4276728"/>
              <a:ext cx="42532" cy="30950"/>
            </a:xfrm>
            <a:custGeom>
              <a:rect b="b" l="l" r="r" t="t"/>
              <a:pathLst>
                <a:path extrusionOk="0" h="954" w="1311">
                  <a:moveTo>
                    <a:pt x="1191" y="1"/>
                  </a:moveTo>
                  <a:lnTo>
                    <a:pt x="0" y="191"/>
                  </a:lnTo>
                  <a:cubicBezTo>
                    <a:pt x="24" y="429"/>
                    <a:pt x="96" y="644"/>
                    <a:pt x="96" y="858"/>
                  </a:cubicBezTo>
                  <a:cubicBezTo>
                    <a:pt x="382" y="906"/>
                    <a:pt x="715" y="953"/>
                    <a:pt x="1072" y="953"/>
                  </a:cubicBezTo>
                  <a:lnTo>
                    <a:pt x="1310" y="953"/>
                  </a:lnTo>
                  <a:cubicBezTo>
                    <a:pt x="1310" y="620"/>
                    <a:pt x="1239" y="286"/>
                    <a:pt x="119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96"/>
            <p:cNvSpPr/>
            <p:nvPr/>
          </p:nvSpPr>
          <p:spPr>
            <a:xfrm>
              <a:off x="2788826" y="4211843"/>
              <a:ext cx="48696" cy="43278"/>
            </a:xfrm>
            <a:custGeom>
              <a:rect b="b" l="l" r="r" t="t"/>
              <a:pathLst>
                <a:path extrusionOk="0" h="1334" w="1501">
                  <a:moveTo>
                    <a:pt x="691" y="0"/>
                  </a:moveTo>
                  <a:cubicBezTo>
                    <a:pt x="405" y="215"/>
                    <a:pt x="215" y="334"/>
                    <a:pt x="0" y="381"/>
                  </a:cubicBezTo>
                  <a:lnTo>
                    <a:pt x="953" y="1334"/>
                  </a:lnTo>
                  <a:lnTo>
                    <a:pt x="1501" y="810"/>
                  </a:lnTo>
                  <a:lnTo>
                    <a:pt x="691"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96"/>
            <p:cNvSpPr/>
            <p:nvPr/>
          </p:nvSpPr>
          <p:spPr>
            <a:xfrm>
              <a:off x="2576360" y="4425833"/>
              <a:ext cx="42532" cy="47950"/>
            </a:xfrm>
            <a:custGeom>
              <a:rect b="b" l="l" r="r" t="t"/>
              <a:pathLst>
                <a:path extrusionOk="0" h="1478" w="1311">
                  <a:moveTo>
                    <a:pt x="381" y="1"/>
                  </a:moveTo>
                  <a:cubicBezTo>
                    <a:pt x="334" y="215"/>
                    <a:pt x="191" y="429"/>
                    <a:pt x="0" y="691"/>
                  </a:cubicBezTo>
                  <a:lnTo>
                    <a:pt x="786" y="1477"/>
                  </a:lnTo>
                  <a:lnTo>
                    <a:pt x="1310" y="930"/>
                  </a:lnTo>
                  <a:lnTo>
                    <a:pt x="381" y="1"/>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96"/>
            <p:cNvSpPr/>
            <p:nvPr/>
          </p:nvSpPr>
          <p:spPr>
            <a:xfrm>
              <a:off x="2580999" y="4217617"/>
              <a:ext cx="285105" cy="282639"/>
            </a:xfrm>
            <a:custGeom>
              <a:rect b="b" l="l" r="r" t="t"/>
              <a:pathLst>
                <a:path extrusionOk="0" h="8712" w="8788">
                  <a:moveTo>
                    <a:pt x="8073" y="1"/>
                  </a:moveTo>
                  <a:cubicBezTo>
                    <a:pt x="7978" y="1"/>
                    <a:pt x="7883" y="37"/>
                    <a:pt x="7811" y="108"/>
                  </a:cubicBezTo>
                  <a:cubicBezTo>
                    <a:pt x="7053" y="787"/>
                    <a:pt x="6473" y="964"/>
                    <a:pt x="5925" y="964"/>
                  </a:cubicBezTo>
                  <a:cubicBezTo>
                    <a:pt x="5647" y="964"/>
                    <a:pt x="5377" y="918"/>
                    <a:pt x="5096" y="870"/>
                  </a:cubicBezTo>
                  <a:cubicBezTo>
                    <a:pt x="4779" y="807"/>
                    <a:pt x="4461" y="754"/>
                    <a:pt x="4123" y="754"/>
                  </a:cubicBezTo>
                  <a:cubicBezTo>
                    <a:pt x="3953" y="754"/>
                    <a:pt x="3779" y="767"/>
                    <a:pt x="3596" y="799"/>
                  </a:cubicBezTo>
                  <a:cubicBezTo>
                    <a:pt x="2977" y="918"/>
                    <a:pt x="2405" y="1251"/>
                    <a:pt x="1858" y="1823"/>
                  </a:cubicBezTo>
                  <a:cubicBezTo>
                    <a:pt x="1286" y="2370"/>
                    <a:pt x="953" y="2942"/>
                    <a:pt x="834" y="3561"/>
                  </a:cubicBezTo>
                  <a:cubicBezTo>
                    <a:pt x="762" y="4109"/>
                    <a:pt x="810" y="4585"/>
                    <a:pt x="905" y="5061"/>
                  </a:cubicBezTo>
                  <a:cubicBezTo>
                    <a:pt x="1048" y="5895"/>
                    <a:pt x="1167" y="6633"/>
                    <a:pt x="167" y="7776"/>
                  </a:cubicBezTo>
                  <a:cubicBezTo>
                    <a:pt x="0" y="7919"/>
                    <a:pt x="0" y="8157"/>
                    <a:pt x="167" y="8300"/>
                  </a:cubicBezTo>
                  <a:lnTo>
                    <a:pt x="453" y="8610"/>
                  </a:lnTo>
                  <a:cubicBezTo>
                    <a:pt x="519" y="8676"/>
                    <a:pt x="611" y="8712"/>
                    <a:pt x="707" y="8712"/>
                  </a:cubicBezTo>
                  <a:cubicBezTo>
                    <a:pt x="818" y="8712"/>
                    <a:pt x="935" y="8664"/>
                    <a:pt x="1024" y="8562"/>
                  </a:cubicBezTo>
                  <a:cubicBezTo>
                    <a:pt x="2429" y="6990"/>
                    <a:pt x="2215" y="5800"/>
                    <a:pt x="2048" y="4823"/>
                  </a:cubicBezTo>
                  <a:cubicBezTo>
                    <a:pt x="1905" y="3990"/>
                    <a:pt x="1810" y="3442"/>
                    <a:pt x="2644" y="2609"/>
                  </a:cubicBezTo>
                  <a:cubicBezTo>
                    <a:pt x="3199" y="2069"/>
                    <a:pt x="3614" y="1918"/>
                    <a:pt x="4065" y="1918"/>
                  </a:cubicBezTo>
                  <a:cubicBezTo>
                    <a:pt x="4309" y="1918"/>
                    <a:pt x="4565" y="1963"/>
                    <a:pt x="4858" y="2013"/>
                  </a:cubicBezTo>
                  <a:cubicBezTo>
                    <a:pt x="5189" y="2070"/>
                    <a:pt x="5541" y="2129"/>
                    <a:pt x="5925" y="2129"/>
                  </a:cubicBezTo>
                  <a:cubicBezTo>
                    <a:pt x="6674" y="2129"/>
                    <a:pt x="7542" y="1903"/>
                    <a:pt x="8597" y="989"/>
                  </a:cubicBezTo>
                  <a:cubicBezTo>
                    <a:pt x="8788" y="822"/>
                    <a:pt x="8788" y="560"/>
                    <a:pt x="8645" y="418"/>
                  </a:cubicBezTo>
                  <a:lnTo>
                    <a:pt x="8335" y="108"/>
                  </a:lnTo>
                  <a:cubicBezTo>
                    <a:pt x="8264" y="37"/>
                    <a:pt x="8169" y="1"/>
                    <a:pt x="8073"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96"/>
            <p:cNvSpPr/>
            <p:nvPr/>
          </p:nvSpPr>
          <p:spPr>
            <a:xfrm>
              <a:off x="2512221" y="4150299"/>
              <a:ext cx="357743" cy="354110"/>
            </a:xfrm>
            <a:custGeom>
              <a:rect b="b" l="l" r="r" t="t"/>
              <a:pathLst>
                <a:path extrusionOk="0" h="10915" w="11027">
                  <a:moveTo>
                    <a:pt x="8717" y="1635"/>
                  </a:moveTo>
                  <a:lnTo>
                    <a:pt x="9431" y="2350"/>
                  </a:lnTo>
                  <a:cubicBezTo>
                    <a:pt x="9312" y="2421"/>
                    <a:pt x="9145" y="2516"/>
                    <a:pt x="9026" y="2588"/>
                  </a:cubicBezTo>
                  <a:lnTo>
                    <a:pt x="8479" y="2016"/>
                  </a:lnTo>
                  <a:cubicBezTo>
                    <a:pt x="8526" y="1897"/>
                    <a:pt x="8621" y="1778"/>
                    <a:pt x="8717" y="1635"/>
                  </a:cubicBezTo>
                  <a:close/>
                  <a:moveTo>
                    <a:pt x="8336" y="2302"/>
                  </a:moveTo>
                  <a:lnTo>
                    <a:pt x="8741" y="2707"/>
                  </a:lnTo>
                  <a:cubicBezTo>
                    <a:pt x="8550" y="2778"/>
                    <a:pt x="8383" y="2850"/>
                    <a:pt x="8240" y="2850"/>
                  </a:cubicBezTo>
                  <a:cubicBezTo>
                    <a:pt x="8240" y="2707"/>
                    <a:pt x="8288" y="2516"/>
                    <a:pt x="8336" y="2302"/>
                  </a:cubicBezTo>
                  <a:close/>
                  <a:moveTo>
                    <a:pt x="8315" y="397"/>
                  </a:moveTo>
                  <a:cubicBezTo>
                    <a:pt x="8377" y="397"/>
                    <a:pt x="8443" y="421"/>
                    <a:pt x="8502" y="468"/>
                  </a:cubicBezTo>
                  <a:lnTo>
                    <a:pt x="8788" y="754"/>
                  </a:lnTo>
                  <a:cubicBezTo>
                    <a:pt x="8883" y="849"/>
                    <a:pt x="8883" y="992"/>
                    <a:pt x="8788" y="1088"/>
                  </a:cubicBezTo>
                  <a:cubicBezTo>
                    <a:pt x="8240" y="1707"/>
                    <a:pt x="7955" y="2254"/>
                    <a:pt x="7931" y="2874"/>
                  </a:cubicBezTo>
                  <a:cubicBezTo>
                    <a:pt x="7931" y="2874"/>
                    <a:pt x="7050" y="2778"/>
                    <a:pt x="7050" y="2755"/>
                  </a:cubicBezTo>
                  <a:cubicBezTo>
                    <a:pt x="7097" y="1945"/>
                    <a:pt x="7455" y="1230"/>
                    <a:pt x="8145" y="468"/>
                  </a:cubicBezTo>
                  <a:cubicBezTo>
                    <a:pt x="8193" y="421"/>
                    <a:pt x="8252" y="397"/>
                    <a:pt x="8315" y="397"/>
                  </a:cubicBezTo>
                  <a:close/>
                  <a:moveTo>
                    <a:pt x="6229" y="4174"/>
                  </a:moveTo>
                  <a:cubicBezTo>
                    <a:pt x="6411" y="4174"/>
                    <a:pt x="6603" y="4201"/>
                    <a:pt x="6835" y="4255"/>
                  </a:cubicBezTo>
                  <a:cubicBezTo>
                    <a:pt x="6883" y="4541"/>
                    <a:pt x="6931" y="4779"/>
                    <a:pt x="6883" y="5017"/>
                  </a:cubicBezTo>
                  <a:lnTo>
                    <a:pt x="6050" y="4183"/>
                  </a:lnTo>
                  <a:cubicBezTo>
                    <a:pt x="6109" y="4177"/>
                    <a:pt x="6169" y="4174"/>
                    <a:pt x="6229" y="4174"/>
                  </a:cubicBezTo>
                  <a:close/>
                  <a:moveTo>
                    <a:pt x="5692" y="4279"/>
                  </a:moveTo>
                  <a:lnTo>
                    <a:pt x="6835" y="5398"/>
                  </a:lnTo>
                  <a:cubicBezTo>
                    <a:pt x="6764" y="5565"/>
                    <a:pt x="6716" y="5708"/>
                    <a:pt x="6621" y="5827"/>
                  </a:cubicBezTo>
                  <a:lnTo>
                    <a:pt x="5311" y="4517"/>
                  </a:lnTo>
                  <a:cubicBezTo>
                    <a:pt x="5287" y="4493"/>
                    <a:pt x="5335" y="4422"/>
                    <a:pt x="5359" y="4422"/>
                  </a:cubicBezTo>
                  <a:cubicBezTo>
                    <a:pt x="5478" y="4374"/>
                    <a:pt x="5573" y="4302"/>
                    <a:pt x="5692" y="4279"/>
                  </a:cubicBezTo>
                  <a:close/>
                  <a:moveTo>
                    <a:pt x="5027" y="4685"/>
                  </a:moveTo>
                  <a:lnTo>
                    <a:pt x="6383" y="6065"/>
                  </a:lnTo>
                  <a:cubicBezTo>
                    <a:pt x="6359" y="6112"/>
                    <a:pt x="6288" y="6160"/>
                    <a:pt x="6240" y="6208"/>
                  </a:cubicBezTo>
                  <a:lnTo>
                    <a:pt x="6169" y="6279"/>
                  </a:lnTo>
                  <a:lnTo>
                    <a:pt x="4811" y="4898"/>
                  </a:lnTo>
                  <a:cubicBezTo>
                    <a:pt x="4811" y="4875"/>
                    <a:pt x="5024" y="4704"/>
                    <a:pt x="5027" y="4685"/>
                  </a:cubicBezTo>
                  <a:close/>
                  <a:moveTo>
                    <a:pt x="4597" y="5136"/>
                  </a:moveTo>
                  <a:lnTo>
                    <a:pt x="5930" y="6470"/>
                  </a:lnTo>
                  <a:cubicBezTo>
                    <a:pt x="5788" y="6589"/>
                    <a:pt x="5668" y="6660"/>
                    <a:pt x="5549" y="6708"/>
                  </a:cubicBezTo>
                  <a:lnTo>
                    <a:pt x="4359" y="5517"/>
                  </a:lnTo>
                  <a:cubicBezTo>
                    <a:pt x="4383" y="5446"/>
                    <a:pt x="4454" y="5350"/>
                    <a:pt x="4502" y="5255"/>
                  </a:cubicBezTo>
                  <a:cubicBezTo>
                    <a:pt x="4549" y="5231"/>
                    <a:pt x="4573" y="5160"/>
                    <a:pt x="4597" y="5136"/>
                  </a:cubicBezTo>
                  <a:close/>
                  <a:moveTo>
                    <a:pt x="4240" y="5874"/>
                  </a:moveTo>
                  <a:lnTo>
                    <a:pt x="5192" y="6803"/>
                  </a:lnTo>
                  <a:cubicBezTo>
                    <a:pt x="5097" y="6803"/>
                    <a:pt x="5026" y="6827"/>
                    <a:pt x="4930" y="6827"/>
                  </a:cubicBezTo>
                  <a:cubicBezTo>
                    <a:pt x="4716" y="6827"/>
                    <a:pt x="4502" y="6803"/>
                    <a:pt x="4311" y="6779"/>
                  </a:cubicBezTo>
                  <a:cubicBezTo>
                    <a:pt x="4240" y="6446"/>
                    <a:pt x="4216" y="6160"/>
                    <a:pt x="4240" y="5874"/>
                  </a:cubicBezTo>
                  <a:close/>
                  <a:moveTo>
                    <a:pt x="7145" y="4326"/>
                  </a:moveTo>
                  <a:cubicBezTo>
                    <a:pt x="7240" y="4326"/>
                    <a:pt x="7312" y="4374"/>
                    <a:pt x="7407" y="4374"/>
                  </a:cubicBezTo>
                  <a:cubicBezTo>
                    <a:pt x="7597" y="4398"/>
                    <a:pt x="7836" y="4422"/>
                    <a:pt x="8074" y="4422"/>
                  </a:cubicBezTo>
                  <a:cubicBezTo>
                    <a:pt x="8121" y="4660"/>
                    <a:pt x="8121" y="5017"/>
                    <a:pt x="8050" y="5374"/>
                  </a:cubicBezTo>
                  <a:cubicBezTo>
                    <a:pt x="7931" y="5969"/>
                    <a:pt x="7645" y="6517"/>
                    <a:pt x="7097" y="7041"/>
                  </a:cubicBezTo>
                  <a:cubicBezTo>
                    <a:pt x="6550" y="7589"/>
                    <a:pt x="6026" y="7898"/>
                    <a:pt x="5430" y="7994"/>
                  </a:cubicBezTo>
                  <a:cubicBezTo>
                    <a:pt x="5287" y="8018"/>
                    <a:pt x="5097" y="8018"/>
                    <a:pt x="4954" y="8018"/>
                  </a:cubicBezTo>
                  <a:cubicBezTo>
                    <a:pt x="4811" y="8018"/>
                    <a:pt x="4644" y="8018"/>
                    <a:pt x="4454" y="7994"/>
                  </a:cubicBezTo>
                  <a:cubicBezTo>
                    <a:pt x="4454" y="7660"/>
                    <a:pt x="4406" y="7375"/>
                    <a:pt x="4359" y="7113"/>
                  </a:cubicBezTo>
                  <a:lnTo>
                    <a:pt x="4359" y="7113"/>
                  </a:lnTo>
                  <a:cubicBezTo>
                    <a:pt x="4573" y="7136"/>
                    <a:pt x="4740" y="7160"/>
                    <a:pt x="4954" y="7160"/>
                  </a:cubicBezTo>
                  <a:cubicBezTo>
                    <a:pt x="5692" y="7160"/>
                    <a:pt x="6311" y="6660"/>
                    <a:pt x="6764" y="6112"/>
                  </a:cubicBezTo>
                  <a:cubicBezTo>
                    <a:pt x="7264" y="5469"/>
                    <a:pt x="7240" y="4969"/>
                    <a:pt x="7145" y="4326"/>
                  </a:cubicBezTo>
                  <a:close/>
                  <a:moveTo>
                    <a:pt x="2930" y="8137"/>
                  </a:moveTo>
                  <a:cubicBezTo>
                    <a:pt x="2906" y="8327"/>
                    <a:pt x="2882" y="8470"/>
                    <a:pt x="2811" y="8684"/>
                  </a:cubicBezTo>
                  <a:lnTo>
                    <a:pt x="2382" y="8256"/>
                  </a:lnTo>
                  <a:cubicBezTo>
                    <a:pt x="2596" y="8184"/>
                    <a:pt x="2739" y="8137"/>
                    <a:pt x="2930" y="8137"/>
                  </a:cubicBezTo>
                  <a:close/>
                  <a:moveTo>
                    <a:pt x="2096" y="8422"/>
                  </a:moveTo>
                  <a:lnTo>
                    <a:pt x="2668" y="8970"/>
                  </a:lnTo>
                  <a:cubicBezTo>
                    <a:pt x="2596" y="9089"/>
                    <a:pt x="2501" y="9208"/>
                    <a:pt x="2430" y="9375"/>
                  </a:cubicBezTo>
                  <a:lnTo>
                    <a:pt x="1715" y="8661"/>
                  </a:lnTo>
                  <a:cubicBezTo>
                    <a:pt x="1834" y="8565"/>
                    <a:pt x="1953" y="8470"/>
                    <a:pt x="2096" y="8422"/>
                  </a:cubicBezTo>
                  <a:close/>
                  <a:moveTo>
                    <a:pt x="8288" y="1"/>
                  </a:moveTo>
                  <a:cubicBezTo>
                    <a:pt x="8135" y="1"/>
                    <a:pt x="7981" y="60"/>
                    <a:pt x="7883" y="183"/>
                  </a:cubicBezTo>
                  <a:cubicBezTo>
                    <a:pt x="7121" y="992"/>
                    <a:pt x="6764" y="1778"/>
                    <a:pt x="6693" y="2635"/>
                  </a:cubicBezTo>
                  <a:cubicBezTo>
                    <a:pt x="6490" y="2621"/>
                    <a:pt x="6279" y="2598"/>
                    <a:pt x="6058" y="2598"/>
                  </a:cubicBezTo>
                  <a:cubicBezTo>
                    <a:pt x="5916" y="2598"/>
                    <a:pt x="5770" y="2607"/>
                    <a:pt x="5621" y="2635"/>
                  </a:cubicBezTo>
                  <a:cubicBezTo>
                    <a:pt x="4954" y="2755"/>
                    <a:pt x="4359" y="3088"/>
                    <a:pt x="3763" y="3683"/>
                  </a:cubicBezTo>
                  <a:cubicBezTo>
                    <a:pt x="3168" y="4279"/>
                    <a:pt x="2835" y="4874"/>
                    <a:pt x="2716" y="5517"/>
                  </a:cubicBezTo>
                  <a:cubicBezTo>
                    <a:pt x="2668" y="5898"/>
                    <a:pt x="2668" y="6231"/>
                    <a:pt x="2716" y="6589"/>
                  </a:cubicBezTo>
                  <a:cubicBezTo>
                    <a:pt x="2334" y="6612"/>
                    <a:pt x="1953" y="6732"/>
                    <a:pt x="1596" y="6898"/>
                  </a:cubicBezTo>
                  <a:cubicBezTo>
                    <a:pt x="1501" y="6922"/>
                    <a:pt x="1477" y="7017"/>
                    <a:pt x="1501" y="7089"/>
                  </a:cubicBezTo>
                  <a:cubicBezTo>
                    <a:pt x="1519" y="7162"/>
                    <a:pt x="1579" y="7193"/>
                    <a:pt x="1649" y="7193"/>
                  </a:cubicBezTo>
                  <a:cubicBezTo>
                    <a:pt x="1670" y="7193"/>
                    <a:pt x="1693" y="7190"/>
                    <a:pt x="1715" y="7184"/>
                  </a:cubicBezTo>
                  <a:cubicBezTo>
                    <a:pt x="2073" y="7041"/>
                    <a:pt x="2406" y="6946"/>
                    <a:pt x="2763" y="6898"/>
                  </a:cubicBezTo>
                  <a:cubicBezTo>
                    <a:pt x="2763" y="6970"/>
                    <a:pt x="2906" y="7756"/>
                    <a:pt x="2882" y="7779"/>
                  </a:cubicBezTo>
                  <a:cubicBezTo>
                    <a:pt x="2287" y="7851"/>
                    <a:pt x="1715" y="8113"/>
                    <a:pt x="1096" y="8637"/>
                  </a:cubicBezTo>
                  <a:cubicBezTo>
                    <a:pt x="1048" y="8684"/>
                    <a:pt x="989" y="8708"/>
                    <a:pt x="929" y="8708"/>
                  </a:cubicBezTo>
                  <a:cubicBezTo>
                    <a:pt x="870" y="8708"/>
                    <a:pt x="810" y="8684"/>
                    <a:pt x="763" y="8637"/>
                  </a:cubicBezTo>
                  <a:lnTo>
                    <a:pt x="453" y="8351"/>
                  </a:lnTo>
                  <a:cubicBezTo>
                    <a:pt x="358" y="8256"/>
                    <a:pt x="358" y="8089"/>
                    <a:pt x="453" y="7994"/>
                  </a:cubicBezTo>
                  <a:cubicBezTo>
                    <a:pt x="691" y="7779"/>
                    <a:pt x="929" y="7613"/>
                    <a:pt x="1144" y="7446"/>
                  </a:cubicBezTo>
                  <a:cubicBezTo>
                    <a:pt x="1191" y="7398"/>
                    <a:pt x="1239" y="7303"/>
                    <a:pt x="1191" y="7255"/>
                  </a:cubicBezTo>
                  <a:cubicBezTo>
                    <a:pt x="1156" y="7202"/>
                    <a:pt x="1093" y="7175"/>
                    <a:pt x="1044" y="7175"/>
                  </a:cubicBezTo>
                  <a:cubicBezTo>
                    <a:pt x="1028" y="7175"/>
                    <a:pt x="1013" y="7178"/>
                    <a:pt x="1001" y="7184"/>
                  </a:cubicBezTo>
                  <a:cubicBezTo>
                    <a:pt x="763" y="7327"/>
                    <a:pt x="525" y="7541"/>
                    <a:pt x="263" y="7756"/>
                  </a:cubicBezTo>
                  <a:cubicBezTo>
                    <a:pt x="1" y="7970"/>
                    <a:pt x="1" y="8351"/>
                    <a:pt x="215" y="8565"/>
                  </a:cubicBezTo>
                  <a:lnTo>
                    <a:pt x="525" y="8851"/>
                  </a:lnTo>
                  <a:cubicBezTo>
                    <a:pt x="691" y="9042"/>
                    <a:pt x="858" y="9089"/>
                    <a:pt x="977" y="9089"/>
                  </a:cubicBezTo>
                  <a:cubicBezTo>
                    <a:pt x="1096" y="9089"/>
                    <a:pt x="1239" y="9042"/>
                    <a:pt x="1334" y="8946"/>
                  </a:cubicBezTo>
                  <a:lnTo>
                    <a:pt x="1406" y="8851"/>
                  </a:lnTo>
                  <a:lnTo>
                    <a:pt x="2168" y="9613"/>
                  </a:lnTo>
                  <a:lnTo>
                    <a:pt x="2073" y="9685"/>
                  </a:lnTo>
                  <a:cubicBezTo>
                    <a:pt x="1858" y="9899"/>
                    <a:pt x="1882" y="10256"/>
                    <a:pt x="2096" y="10470"/>
                  </a:cubicBezTo>
                  <a:lnTo>
                    <a:pt x="2406" y="10756"/>
                  </a:lnTo>
                  <a:cubicBezTo>
                    <a:pt x="2499" y="10861"/>
                    <a:pt x="2642" y="10914"/>
                    <a:pt x="2787" y="10914"/>
                  </a:cubicBezTo>
                  <a:cubicBezTo>
                    <a:pt x="2940" y="10914"/>
                    <a:pt x="3094" y="10855"/>
                    <a:pt x="3192" y="10732"/>
                  </a:cubicBezTo>
                  <a:cubicBezTo>
                    <a:pt x="4025" y="9804"/>
                    <a:pt x="4335" y="9018"/>
                    <a:pt x="4383" y="8303"/>
                  </a:cubicBezTo>
                  <a:cubicBezTo>
                    <a:pt x="4589" y="8317"/>
                    <a:pt x="4795" y="8331"/>
                    <a:pt x="5001" y="8331"/>
                  </a:cubicBezTo>
                  <a:cubicBezTo>
                    <a:pt x="5152" y="8331"/>
                    <a:pt x="5303" y="8323"/>
                    <a:pt x="5454" y="8303"/>
                  </a:cubicBezTo>
                  <a:cubicBezTo>
                    <a:pt x="6121" y="8184"/>
                    <a:pt x="6716" y="7851"/>
                    <a:pt x="7312" y="7255"/>
                  </a:cubicBezTo>
                  <a:cubicBezTo>
                    <a:pt x="7907" y="6660"/>
                    <a:pt x="8240" y="6065"/>
                    <a:pt x="8360" y="5398"/>
                  </a:cubicBezTo>
                  <a:cubicBezTo>
                    <a:pt x="8407" y="5017"/>
                    <a:pt x="8407" y="4660"/>
                    <a:pt x="8360" y="4326"/>
                  </a:cubicBezTo>
                  <a:cubicBezTo>
                    <a:pt x="8669" y="4302"/>
                    <a:pt x="9026" y="4207"/>
                    <a:pt x="9431" y="4064"/>
                  </a:cubicBezTo>
                  <a:cubicBezTo>
                    <a:pt x="9503" y="4041"/>
                    <a:pt x="9550" y="3945"/>
                    <a:pt x="9503" y="3850"/>
                  </a:cubicBezTo>
                  <a:cubicBezTo>
                    <a:pt x="9485" y="3799"/>
                    <a:pt x="9431" y="3759"/>
                    <a:pt x="9375" y="3759"/>
                  </a:cubicBezTo>
                  <a:cubicBezTo>
                    <a:pt x="9354" y="3759"/>
                    <a:pt x="9332" y="3765"/>
                    <a:pt x="9312" y="3779"/>
                  </a:cubicBezTo>
                  <a:cubicBezTo>
                    <a:pt x="8860" y="3969"/>
                    <a:pt x="8431" y="4041"/>
                    <a:pt x="8050" y="4041"/>
                  </a:cubicBezTo>
                  <a:cubicBezTo>
                    <a:pt x="7717" y="4041"/>
                    <a:pt x="7407" y="4017"/>
                    <a:pt x="7074" y="3945"/>
                  </a:cubicBezTo>
                  <a:cubicBezTo>
                    <a:pt x="6792" y="3898"/>
                    <a:pt x="6518" y="3863"/>
                    <a:pt x="6250" y="3863"/>
                  </a:cubicBezTo>
                  <a:cubicBezTo>
                    <a:pt x="5838" y="3863"/>
                    <a:pt x="5439" y="3947"/>
                    <a:pt x="5049" y="4207"/>
                  </a:cubicBezTo>
                  <a:cubicBezTo>
                    <a:pt x="4740" y="4422"/>
                    <a:pt x="4478" y="4707"/>
                    <a:pt x="4240" y="5017"/>
                  </a:cubicBezTo>
                  <a:cubicBezTo>
                    <a:pt x="3763" y="5708"/>
                    <a:pt x="3859" y="6231"/>
                    <a:pt x="3978" y="6922"/>
                  </a:cubicBezTo>
                  <a:cubicBezTo>
                    <a:pt x="4025" y="7303"/>
                    <a:pt x="4097" y="7684"/>
                    <a:pt x="4097" y="8089"/>
                  </a:cubicBezTo>
                  <a:cubicBezTo>
                    <a:pt x="4073" y="9042"/>
                    <a:pt x="3597" y="9827"/>
                    <a:pt x="2954" y="10518"/>
                  </a:cubicBezTo>
                  <a:cubicBezTo>
                    <a:pt x="2916" y="10568"/>
                    <a:pt x="2852" y="10599"/>
                    <a:pt x="2782" y="10599"/>
                  </a:cubicBezTo>
                  <a:cubicBezTo>
                    <a:pt x="2720" y="10599"/>
                    <a:pt x="2653" y="10574"/>
                    <a:pt x="2596" y="10518"/>
                  </a:cubicBezTo>
                  <a:lnTo>
                    <a:pt x="2311" y="10232"/>
                  </a:lnTo>
                  <a:cubicBezTo>
                    <a:pt x="2215" y="10137"/>
                    <a:pt x="2215" y="9994"/>
                    <a:pt x="2311" y="9899"/>
                  </a:cubicBezTo>
                  <a:cubicBezTo>
                    <a:pt x="2787" y="9351"/>
                    <a:pt x="3168" y="8708"/>
                    <a:pt x="3192" y="7970"/>
                  </a:cubicBezTo>
                  <a:cubicBezTo>
                    <a:pt x="3192" y="7160"/>
                    <a:pt x="2906" y="6422"/>
                    <a:pt x="3049" y="5612"/>
                  </a:cubicBezTo>
                  <a:cubicBezTo>
                    <a:pt x="3168" y="5017"/>
                    <a:pt x="3478" y="4469"/>
                    <a:pt x="4001" y="3945"/>
                  </a:cubicBezTo>
                  <a:cubicBezTo>
                    <a:pt x="4549" y="3398"/>
                    <a:pt x="5073" y="3088"/>
                    <a:pt x="5668" y="2993"/>
                  </a:cubicBezTo>
                  <a:cubicBezTo>
                    <a:pt x="5821" y="2966"/>
                    <a:pt x="5972" y="2955"/>
                    <a:pt x="6121" y="2955"/>
                  </a:cubicBezTo>
                  <a:cubicBezTo>
                    <a:pt x="6730" y="2955"/>
                    <a:pt x="7313" y="3137"/>
                    <a:pt x="7936" y="3137"/>
                  </a:cubicBezTo>
                  <a:cubicBezTo>
                    <a:pt x="7966" y="3137"/>
                    <a:pt x="7996" y="3136"/>
                    <a:pt x="8026" y="3136"/>
                  </a:cubicBezTo>
                  <a:cubicBezTo>
                    <a:pt x="8764" y="3112"/>
                    <a:pt x="9384" y="2755"/>
                    <a:pt x="9955" y="2254"/>
                  </a:cubicBezTo>
                  <a:cubicBezTo>
                    <a:pt x="10003" y="2207"/>
                    <a:pt x="10062" y="2183"/>
                    <a:pt x="10122" y="2183"/>
                  </a:cubicBezTo>
                  <a:cubicBezTo>
                    <a:pt x="10181" y="2183"/>
                    <a:pt x="10241" y="2207"/>
                    <a:pt x="10289" y="2254"/>
                  </a:cubicBezTo>
                  <a:lnTo>
                    <a:pt x="10574" y="2540"/>
                  </a:lnTo>
                  <a:cubicBezTo>
                    <a:pt x="10670" y="2635"/>
                    <a:pt x="10670" y="2802"/>
                    <a:pt x="10574" y="2897"/>
                  </a:cubicBezTo>
                  <a:cubicBezTo>
                    <a:pt x="10336" y="3136"/>
                    <a:pt x="10074" y="3326"/>
                    <a:pt x="9836" y="3469"/>
                  </a:cubicBezTo>
                  <a:cubicBezTo>
                    <a:pt x="9788" y="3517"/>
                    <a:pt x="9741" y="3612"/>
                    <a:pt x="9788" y="3683"/>
                  </a:cubicBezTo>
                  <a:cubicBezTo>
                    <a:pt x="9823" y="3718"/>
                    <a:pt x="9884" y="3740"/>
                    <a:pt x="9932" y="3740"/>
                  </a:cubicBezTo>
                  <a:cubicBezTo>
                    <a:pt x="9950" y="3740"/>
                    <a:pt x="9966" y="3737"/>
                    <a:pt x="9979" y="3731"/>
                  </a:cubicBezTo>
                  <a:cubicBezTo>
                    <a:pt x="10265" y="3564"/>
                    <a:pt x="10527" y="3374"/>
                    <a:pt x="10789" y="3112"/>
                  </a:cubicBezTo>
                  <a:cubicBezTo>
                    <a:pt x="11027" y="2897"/>
                    <a:pt x="11027" y="2516"/>
                    <a:pt x="10812" y="2302"/>
                  </a:cubicBezTo>
                  <a:lnTo>
                    <a:pt x="10527" y="2016"/>
                  </a:lnTo>
                  <a:cubicBezTo>
                    <a:pt x="10413" y="1902"/>
                    <a:pt x="10265" y="1849"/>
                    <a:pt x="10116" y="1849"/>
                  </a:cubicBezTo>
                  <a:cubicBezTo>
                    <a:pt x="9985" y="1849"/>
                    <a:pt x="9852" y="1891"/>
                    <a:pt x="9741" y="1969"/>
                  </a:cubicBezTo>
                  <a:lnTo>
                    <a:pt x="9669" y="2064"/>
                  </a:lnTo>
                  <a:lnTo>
                    <a:pt x="8907" y="1326"/>
                  </a:lnTo>
                  <a:lnTo>
                    <a:pt x="9003" y="1230"/>
                  </a:lnTo>
                  <a:cubicBezTo>
                    <a:pt x="9217" y="1016"/>
                    <a:pt x="9193" y="659"/>
                    <a:pt x="8979" y="468"/>
                  </a:cubicBezTo>
                  <a:lnTo>
                    <a:pt x="8669" y="159"/>
                  </a:lnTo>
                  <a:cubicBezTo>
                    <a:pt x="8576" y="54"/>
                    <a:pt x="8433" y="1"/>
                    <a:pt x="8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1" name="Google Shape;21401;p96"/>
          <p:cNvGrpSpPr/>
          <p:nvPr/>
        </p:nvGrpSpPr>
        <p:grpSpPr>
          <a:xfrm>
            <a:off x="3269740" y="4000722"/>
            <a:ext cx="353104" cy="350801"/>
            <a:chOff x="3271700" y="4153122"/>
            <a:chExt cx="353104" cy="350801"/>
          </a:xfrm>
        </p:grpSpPr>
        <p:sp>
          <p:nvSpPr>
            <p:cNvPr id="21402" name="Google Shape;21402;p96"/>
            <p:cNvSpPr/>
            <p:nvPr/>
          </p:nvSpPr>
          <p:spPr>
            <a:xfrm>
              <a:off x="3467944" y="4355141"/>
              <a:ext cx="112056" cy="109364"/>
            </a:xfrm>
            <a:custGeom>
              <a:rect b="b" l="l" r="r" t="t"/>
              <a:pathLst>
                <a:path extrusionOk="0" h="3371" w="3454">
                  <a:moveTo>
                    <a:pt x="408" y="1"/>
                  </a:moveTo>
                  <a:cubicBezTo>
                    <a:pt x="310" y="1"/>
                    <a:pt x="214" y="37"/>
                    <a:pt x="143" y="108"/>
                  </a:cubicBezTo>
                  <a:cubicBezTo>
                    <a:pt x="0" y="251"/>
                    <a:pt x="0" y="489"/>
                    <a:pt x="143" y="632"/>
                  </a:cubicBezTo>
                  <a:lnTo>
                    <a:pt x="2763" y="3251"/>
                  </a:lnTo>
                  <a:cubicBezTo>
                    <a:pt x="2858" y="3347"/>
                    <a:pt x="2953" y="3371"/>
                    <a:pt x="3025" y="3371"/>
                  </a:cubicBezTo>
                  <a:cubicBezTo>
                    <a:pt x="3144" y="3371"/>
                    <a:pt x="3239" y="3347"/>
                    <a:pt x="3310" y="3251"/>
                  </a:cubicBezTo>
                  <a:cubicBezTo>
                    <a:pt x="3453" y="3109"/>
                    <a:pt x="3453" y="2870"/>
                    <a:pt x="3310" y="2728"/>
                  </a:cubicBezTo>
                  <a:lnTo>
                    <a:pt x="691" y="108"/>
                  </a:lnTo>
                  <a:cubicBezTo>
                    <a:pt x="607" y="37"/>
                    <a:pt x="506" y="1"/>
                    <a:pt x="408"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96"/>
            <p:cNvSpPr/>
            <p:nvPr/>
          </p:nvSpPr>
          <p:spPr>
            <a:xfrm>
              <a:off x="3310339" y="4355920"/>
              <a:ext cx="111278" cy="109753"/>
            </a:xfrm>
            <a:custGeom>
              <a:rect b="b" l="l" r="r" t="t"/>
              <a:pathLst>
                <a:path extrusionOk="0" h="3383" w="3430">
                  <a:moveTo>
                    <a:pt x="3045" y="1"/>
                  </a:moveTo>
                  <a:cubicBezTo>
                    <a:pt x="2947" y="1"/>
                    <a:pt x="2846" y="36"/>
                    <a:pt x="2762" y="108"/>
                  </a:cubicBezTo>
                  <a:lnTo>
                    <a:pt x="143" y="2727"/>
                  </a:lnTo>
                  <a:cubicBezTo>
                    <a:pt x="0" y="2870"/>
                    <a:pt x="0" y="3108"/>
                    <a:pt x="143" y="3275"/>
                  </a:cubicBezTo>
                  <a:cubicBezTo>
                    <a:pt x="226" y="3347"/>
                    <a:pt x="327" y="3382"/>
                    <a:pt x="426" y="3382"/>
                  </a:cubicBezTo>
                  <a:cubicBezTo>
                    <a:pt x="524" y="3382"/>
                    <a:pt x="619" y="3347"/>
                    <a:pt x="691" y="3275"/>
                  </a:cubicBezTo>
                  <a:lnTo>
                    <a:pt x="3310" y="656"/>
                  </a:lnTo>
                  <a:cubicBezTo>
                    <a:pt x="3405" y="560"/>
                    <a:pt x="3429" y="465"/>
                    <a:pt x="3429" y="370"/>
                  </a:cubicBezTo>
                  <a:cubicBezTo>
                    <a:pt x="3429" y="251"/>
                    <a:pt x="3358" y="179"/>
                    <a:pt x="3310" y="108"/>
                  </a:cubicBezTo>
                  <a:cubicBezTo>
                    <a:pt x="3239" y="36"/>
                    <a:pt x="3144" y="1"/>
                    <a:pt x="3045"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96"/>
            <p:cNvSpPr/>
            <p:nvPr/>
          </p:nvSpPr>
          <p:spPr>
            <a:xfrm>
              <a:off x="3374445" y="4356017"/>
              <a:ext cx="46393" cy="46685"/>
            </a:xfrm>
            <a:custGeom>
              <a:rect b="b" l="l" r="r" t="t"/>
              <a:pathLst>
                <a:path extrusionOk="0" h="1439" w="1430">
                  <a:moveTo>
                    <a:pt x="1055" y="0"/>
                  </a:moveTo>
                  <a:cubicBezTo>
                    <a:pt x="963" y="0"/>
                    <a:pt x="867" y="36"/>
                    <a:pt x="786" y="105"/>
                  </a:cubicBezTo>
                  <a:lnTo>
                    <a:pt x="1" y="914"/>
                  </a:lnTo>
                  <a:cubicBezTo>
                    <a:pt x="144" y="1129"/>
                    <a:pt x="310" y="1296"/>
                    <a:pt x="525" y="1438"/>
                  </a:cubicBezTo>
                  <a:lnTo>
                    <a:pt x="1310" y="676"/>
                  </a:lnTo>
                  <a:cubicBezTo>
                    <a:pt x="1358" y="605"/>
                    <a:pt x="1429" y="486"/>
                    <a:pt x="1429" y="414"/>
                  </a:cubicBezTo>
                  <a:cubicBezTo>
                    <a:pt x="1429" y="319"/>
                    <a:pt x="1382" y="224"/>
                    <a:pt x="1310" y="129"/>
                  </a:cubicBezTo>
                  <a:cubicBezTo>
                    <a:pt x="1249" y="42"/>
                    <a:pt x="1155" y="0"/>
                    <a:pt x="105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96"/>
            <p:cNvSpPr/>
            <p:nvPr/>
          </p:nvSpPr>
          <p:spPr>
            <a:xfrm>
              <a:off x="3467944" y="4355920"/>
              <a:ext cx="47139" cy="46003"/>
            </a:xfrm>
            <a:custGeom>
              <a:rect b="b" l="l" r="r" t="t"/>
              <a:pathLst>
                <a:path extrusionOk="0" h="1418" w="1453">
                  <a:moveTo>
                    <a:pt x="408" y="1"/>
                  </a:moveTo>
                  <a:cubicBezTo>
                    <a:pt x="310" y="1"/>
                    <a:pt x="214" y="36"/>
                    <a:pt x="143" y="108"/>
                  </a:cubicBezTo>
                  <a:cubicBezTo>
                    <a:pt x="0" y="251"/>
                    <a:pt x="0" y="489"/>
                    <a:pt x="143" y="656"/>
                  </a:cubicBezTo>
                  <a:lnTo>
                    <a:pt x="929" y="1418"/>
                  </a:lnTo>
                  <a:cubicBezTo>
                    <a:pt x="1119" y="1275"/>
                    <a:pt x="1310" y="1084"/>
                    <a:pt x="1453" y="894"/>
                  </a:cubicBezTo>
                  <a:lnTo>
                    <a:pt x="691" y="108"/>
                  </a:lnTo>
                  <a:cubicBezTo>
                    <a:pt x="607" y="36"/>
                    <a:pt x="506" y="1"/>
                    <a:pt x="408"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96"/>
            <p:cNvSpPr/>
            <p:nvPr/>
          </p:nvSpPr>
          <p:spPr>
            <a:xfrm>
              <a:off x="3376781" y="4262064"/>
              <a:ext cx="137556" cy="136778"/>
            </a:xfrm>
            <a:custGeom>
              <a:rect b="b" l="l" r="r" t="t"/>
              <a:pathLst>
                <a:path extrusionOk="0" h="4216" w="4240">
                  <a:moveTo>
                    <a:pt x="2120" y="0"/>
                  </a:moveTo>
                  <a:cubicBezTo>
                    <a:pt x="953" y="0"/>
                    <a:pt x="0" y="953"/>
                    <a:pt x="0" y="2120"/>
                  </a:cubicBezTo>
                  <a:cubicBezTo>
                    <a:pt x="0" y="3263"/>
                    <a:pt x="953" y="4215"/>
                    <a:pt x="2120" y="4215"/>
                  </a:cubicBezTo>
                  <a:cubicBezTo>
                    <a:pt x="3286" y="4215"/>
                    <a:pt x="4239" y="3263"/>
                    <a:pt x="4239" y="2120"/>
                  </a:cubicBezTo>
                  <a:cubicBezTo>
                    <a:pt x="4239" y="953"/>
                    <a:pt x="3286" y="0"/>
                    <a:pt x="2120"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96"/>
            <p:cNvSpPr/>
            <p:nvPr/>
          </p:nvSpPr>
          <p:spPr>
            <a:xfrm>
              <a:off x="3376781" y="4275203"/>
              <a:ext cx="123638" cy="123638"/>
            </a:xfrm>
            <a:custGeom>
              <a:rect b="b" l="l" r="r" t="t"/>
              <a:pathLst>
                <a:path extrusionOk="0" h="3811" w="3811">
                  <a:moveTo>
                    <a:pt x="834" y="0"/>
                  </a:moveTo>
                  <a:lnTo>
                    <a:pt x="834" y="0"/>
                  </a:lnTo>
                  <a:cubicBezTo>
                    <a:pt x="333" y="405"/>
                    <a:pt x="0" y="1024"/>
                    <a:pt x="0" y="1715"/>
                  </a:cubicBezTo>
                  <a:cubicBezTo>
                    <a:pt x="0" y="2858"/>
                    <a:pt x="953" y="3810"/>
                    <a:pt x="2120" y="3810"/>
                  </a:cubicBezTo>
                  <a:cubicBezTo>
                    <a:pt x="2810" y="3810"/>
                    <a:pt x="3429" y="3501"/>
                    <a:pt x="3810" y="2977"/>
                  </a:cubicBezTo>
                  <a:lnTo>
                    <a:pt x="3810" y="2977"/>
                  </a:lnTo>
                  <a:cubicBezTo>
                    <a:pt x="3453" y="3215"/>
                    <a:pt x="3024" y="3405"/>
                    <a:pt x="2548" y="3405"/>
                  </a:cubicBezTo>
                  <a:cubicBezTo>
                    <a:pt x="1381" y="3405"/>
                    <a:pt x="429" y="2453"/>
                    <a:pt x="429" y="1286"/>
                  </a:cubicBezTo>
                  <a:cubicBezTo>
                    <a:pt x="429" y="810"/>
                    <a:pt x="572" y="357"/>
                    <a:pt x="834"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96"/>
            <p:cNvSpPr/>
            <p:nvPr/>
          </p:nvSpPr>
          <p:spPr>
            <a:xfrm>
              <a:off x="3309560" y="4196757"/>
              <a:ext cx="112056" cy="109364"/>
            </a:xfrm>
            <a:custGeom>
              <a:rect b="b" l="l" r="r" t="t"/>
              <a:pathLst>
                <a:path extrusionOk="0" h="3371" w="3454">
                  <a:moveTo>
                    <a:pt x="408" y="1"/>
                  </a:moveTo>
                  <a:cubicBezTo>
                    <a:pt x="310" y="1"/>
                    <a:pt x="215" y="37"/>
                    <a:pt x="143" y="108"/>
                  </a:cubicBezTo>
                  <a:cubicBezTo>
                    <a:pt x="0" y="251"/>
                    <a:pt x="0" y="489"/>
                    <a:pt x="143" y="632"/>
                  </a:cubicBezTo>
                  <a:lnTo>
                    <a:pt x="2763" y="3252"/>
                  </a:lnTo>
                  <a:cubicBezTo>
                    <a:pt x="2858" y="3347"/>
                    <a:pt x="2953" y="3371"/>
                    <a:pt x="3025" y="3371"/>
                  </a:cubicBezTo>
                  <a:cubicBezTo>
                    <a:pt x="3120" y="3371"/>
                    <a:pt x="3215" y="3347"/>
                    <a:pt x="3310" y="3252"/>
                  </a:cubicBezTo>
                  <a:cubicBezTo>
                    <a:pt x="3453" y="3109"/>
                    <a:pt x="3453" y="2870"/>
                    <a:pt x="3310" y="2728"/>
                  </a:cubicBezTo>
                  <a:lnTo>
                    <a:pt x="691" y="108"/>
                  </a:lnTo>
                  <a:cubicBezTo>
                    <a:pt x="607" y="37"/>
                    <a:pt x="506" y="1"/>
                    <a:pt x="408"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96"/>
            <p:cNvSpPr/>
            <p:nvPr/>
          </p:nvSpPr>
          <p:spPr>
            <a:xfrm>
              <a:off x="3309560" y="4196757"/>
              <a:ext cx="59500" cy="58364"/>
            </a:xfrm>
            <a:custGeom>
              <a:rect b="b" l="l" r="r" t="t"/>
              <a:pathLst>
                <a:path extrusionOk="0" h="1799" w="1834">
                  <a:moveTo>
                    <a:pt x="408" y="1"/>
                  </a:moveTo>
                  <a:cubicBezTo>
                    <a:pt x="310" y="1"/>
                    <a:pt x="215" y="37"/>
                    <a:pt x="143" y="108"/>
                  </a:cubicBezTo>
                  <a:cubicBezTo>
                    <a:pt x="0" y="251"/>
                    <a:pt x="0" y="489"/>
                    <a:pt x="143" y="632"/>
                  </a:cubicBezTo>
                  <a:lnTo>
                    <a:pt x="1310" y="1799"/>
                  </a:lnTo>
                  <a:cubicBezTo>
                    <a:pt x="1501" y="1656"/>
                    <a:pt x="1691" y="1465"/>
                    <a:pt x="1834" y="1275"/>
                  </a:cubicBezTo>
                  <a:lnTo>
                    <a:pt x="691" y="108"/>
                  </a:lnTo>
                  <a:cubicBezTo>
                    <a:pt x="607" y="37"/>
                    <a:pt x="506" y="1"/>
                    <a:pt x="408"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96"/>
            <p:cNvSpPr/>
            <p:nvPr/>
          </p:nvSpPr>
          <p:spPr>
            <a:xfrm>
              <a:off x="3289478" y="4174761"/>
              <a:ext cx="67221" cy="67999"/>
            </a:xfrm>
            <a:custGeom>
              <a:rect b="b" l="l" r="r" t="t"/>
              <a:pathLst>
                <a:path extrusionOk="0" h="2096" w="2072">
                  <a:moveTo>
                    <a:pt x="1024" y="0"/>
                  </a:moveTo>
                  <a:cubicBezTo>
                    <a:pt x="476" y="0"/>
                    <a:pt x="0" y="476"/>
                    <a:pt x="0" y="1048"/>
                  </a:cubicBezTo>
                  <a:cubicBezTo>
                    <a:pt x="0" y="1620"/>
                    <a:pt x="476" y="2096"/>
                    <a:pt x="1024" y="2096"/>
                  </a:cubicBezTo>
                  <a:cubicBezTo>
                    <a:pt x="1596" y="2096"/>
                    <a:pt x="2072" y="1620"/>
                    <a:pt x="2072" y="1048"/>
                  </a:cubicBezTo>
                  <a:cubicBezTo>
                    <a:pt x="2072" y="476"/>
                    <a:pt x="1596" y="0"/>
                    <a:pt x="1024"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96"/>
            <p:cNvSpPr/>
            <p:nvPr/>
          </p:nvSpPr>
          <p:spPr>
            <a:xfrm>
              <a:off x="3287921" y="4178622"/>
              <a:ext cx="64139" cy="64139"/>
            </a:xfrm>
            <a:custGeom>
              <a:rect b="b" l="l" r="r" t="t"/>
              <a:pathLst>
                <a:path extrusionOk="0" h="1977" w="1977">
                  <a:moveTo>
                    <a:pt x="572" y="0"/>
                  </a:moveTo>
                  <a:lnTo>
                    <a:pt x="572" y="0"/>
                  </a:lnTo>
                  <a:cubicBezTo>
                    <a:pt x="239" y="191"/>
                    <a:pt x="0" y="548"/>
                    <a:pt x="0" y="929"/>
                  </a:cubicBezTo>
                  <a:cubicBezTo>
                    <a:pt x="0" y="1501"/>
                    <a:pt x="477" y="1977"/>
                    <a:pt x="1048" y="1977"/>
                  </a:cubicBezTo>
                  <a:cubicBezTo>
                    <a:pt x="1429" y="1977"/>
                    <a:pt x="1786" y="1762"/>
                    <a:pt x="1977" y="1405"/>
                  </a:cubicBezTo>
                  <a:lnTo>
                    <a:pt x="1977" y="1405"/>
                  </a:lnTo>
                  <a:cubicBezTo>
                    <a:pt x="1858" y="1524"/>
                    <a:pt x="1667" y="1548"/>
                    <a:pt x="1501" y="1548"/>
                  </a:cubicBezTo>
                  <a:cubicBezTo>
                    <a:pt x="929" y="1548"/>
                    <a:pt x="453" y="1072"/>
                    <a:pt x="453" y="524"/>
                  </a:cubicBezTo>
                  <a:cubicBezTo>
                    <a:pt x="453" y="334"/>
                    <a:pt x="524" y="167"/>
                    <a:pt x="57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96"/>
            <p:cNvSpPr/>
            <p:nvPr/>
          </p:nvSpPr>
          <p:spPr>
            <a:xfrm>
              <a:off x="3533608" y="4419669"/>
              <a:ext cx="65696" cy="65696"/>
            </a:xfrm>
            <a:custGeom>
              <a:rect b="b" l="l" r="r" t="t"/>
              <a:pathLst>
                <a:path extrusionOk="0" h="2025" w="2025">
                  <a:moveTo>
                    <a:pt x="1001" y="0"/>
                  </a:moveTo>
                  <a:cubicBezTo>
                    <a:pt x="453" y="0"/>
                    <a:pt x="0" y="429"/>
                    <a:pt x="0" y="1001"/>
                  </a:cubicBezTo>
                  <a:cubicBezTo>
                    <a:pt x="0" y="1572"/>
                    <a:pt x="453" y="2025"/>
                    <a:pt x="1001" y="2025"/>
                  </a:cubicBezTo>
                  <a:cubicBezTo>
                    <a:pt x="1572" y="2025"/>
                    <a:pt x="2025" y="1572"/>
                    <a:pt x="2025" y="1001"/>
                  </a:cubicBezTo>
                  <a:cubicBezTo>
                    <a:pt x="2025" y="477"/>
                    <a:pt x="1572" y="24"/>
                    <a:pt x="1001"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96"/>
            <p:cNvSpPr/>
            <p:nvPr/>
          </p:nvSpPr>
          <p:spPr>
            <a:xfrm>
              <a:off x="3534387" y="4423530"/>
              <a:ext cx="61835" cy="61835"/>
            </a:xfrm>
            <a:custGeom>
              <a:rect b="b" l="l" r="r" t="t"/>
              <a:pathLst>
                <a:path extrusionOk="0" h="1906" w="1906">
                  <a:moveTo>
                    <a:pt x="548" y="0"/>
                  </a:moveTo>
                  <a:lnTo>
                    <a:pt x="548" y="0"/>
                  </a:lnTo>
                  <a:cubicBezTo>
                    <a:pt x="215" y="167"/>
                    <a:pt x="0" y="500"/>
                    <a:pt x="0" y="882"/>
                  </a:cubicBezTo>
                  <a:cubicBezTo>
                    <a:pt x="0" y="1453"/>
                    <a:pt x="453" y="1906"/>
                    <a:pt x="1024" y="1906"/>
                  </a:cubicBezTo>
                  <a:cubicBezTo>
                    <a:pt x="1405" y="1906"/>
                    <a:pt x="1715" y="1691"/>
                    <a:pt x="1905" y="1358"/>
                  </a:cubicBezTo>
                  <a:lnTo>
                    <a:pt x="1905" y="1358"/>
                  </a:lnTo>
                  <a:cubicBezTo>
                    <a:pt x="1762" y="1453"/>
                    <a:pt x="1572" y="1477"/>
                    <a:pt x="1429" y="1477"/>
                  </a:cubicBezTo>
                  <a:cubicBezTo>
                    <a:pt x="858" y="1477"/>
                    <a:pt x="429" y="1024"/>
                    <a:pt x="429" y="477"/>
                  </a:cubicBezTo>
                  <a:cubicBezTo>
                    <a:pt x="429" y="286"/>
                    <a:pt x="453" y="143"/>
                    <a:pt x="548"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96"/>
            <p:cNvSpPr/>
            <p:nvPr/>
          </p:nvSpPr>
          <p:spPr>
            <a:xfrm>
              <a:off x="3276339" y="4404973"/>
              <a:ext cx="95057" cy="94310"/>
            </a:xfrm>
            <a:custGeom>
              <a:rect b="b" l="l" r="r" t="t"/>
              <a:pathLst>
                <a:path extrusionOk="0" h="2907" w="2930">
                  <a:moveTo>
                    <a:pt x="1477" y="1"/>
                  </a:moveTo>
                  <a:cubicBezTo>
                    <a:pt x="667" y="1"/>
                    <a:pt x="0" y="644"/>
                    <a:pt x="0" y="1454"/>
                  </a:cubicBezTo>
                  <a:cubicBezTo>
                    <a:pt x="0" y="2263"/>
                    <a:pt x="667" y="2906"/>
                    <a:pt x="1477" y="2906"/>
                  </a:cubicBezTo>
                  <a:cubicBezTo>
                    <a:pt x="2263" y="2906"/>
                    <a:pt x="2929" y="2263"/>
                    <a:pt x="2929" y="1454"/>
                  </a:cubicBezTo>
                  <a:cubicBezTo>
                    <a:pt x="2929" y="644"/>
                    <a:pt x="2263" y="1"/>
                    <a:pt x="1477" y="1"/>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96"/>
            <p:cNvSpPr/>
            <p:nvPr/>
          </p:nvSpPr>
          <p:spPr>
            <a:xfrm>
              <a:off x="3276339" y="4412694"/>
              <a:ext cx="87335" cy="86589"/>
            </a:xfrm>
            <a:custGeom>
              <a:rect b="b" l="l" r="r" t="t"/>
              <a:pathLst>
                <a:path extrusionOk="0" h="2669" w="2692">
                  <a:moveTo>
                    <a:pt x="667" y="1"/>
                  </a:moveTo>
                  <a:cubicBezTo>
                    <a:pt x="286" y="263"/>
                    <a:pt x="0" y="715"/>
                    <a:pt x="0" y="1216"/>
                  </a:cubicBezTo>
                  <a:cubicBezTo>
                    <a:pt x="0" y="2025"/>
                    <a:pt x="667" y="2668"/>
                    <a:pt x="1477" y="2668"/>
                  </a:cubicBezTo>
                  <a:cubicBezTo>
                    <a:pt x="1977" y="2668"/>
                    <a:pt x="2429" y="2406"/>
                    <a:pt x="2691" y="2025"/>
                  </a:cubicBezTo>
                  <a:lnTo>
                    <a:pt x="2691" y="2025"/>
                  </a:lnTo>
                  <a:cubicBezTo>
                    <a:pt x="2453" y="2168"/>
                    <a:pt x="2191" y="2263"/>
                    <a:pt x="1882" y="2263"/>
                  </a:cubicBezTo>
                  <a:cubicBezTo>
                    <a:pt x="1072" y="2263"/>
                    <a:pt x="429" y="1597"/>
                    <a:pt x="429" y="811"/>
                  </a:cubicBezTo>
                  <a:cubicBezTo>
                    <a:pt x="429" y="501"/>
                    <a:pt x="524" y="239"/>
                    <a:pt x="66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96"/>
            <p:cNvSpPr/>
            <p:nvPr/>
          </p:nvSpPr>
          <p:spPr>
            <a:xfrm>
              <a:off x="3468691" y="4196757"/>
              <a:ext cx="111310" cy="109558"/>
            </a:xfrm>
            <a:custGeom>
              <a:rect b="b" l="l" r="r" t="t"/>
              <a:pathLst>
                <a:path extrusionOk="0" h="3377" w="3431">
                  <a:moveTo>
                    <a:pt x="3046" y="1"/>
                  </a:moveTo>
                  <a:cubicBezTo>
                    <a:pt x="2948" y="1"/>
                    <a:pt x="2847" y="37"/>
                    <a:pt x="2763" y="108"/>
                  </a:cubicBezTo>
                  <a:lnTo>
                    <a:pt x="144" y="2728"/>
                  </a:lnTo>
                  <a:cubicBezTo>
                    <a:pt x="1" y="2870"/>
                    <a:pt x="1" y="3109"/>
                    <a:pt x="144" y="3252"/>
                  </a:cubicBezTo>
                  <a:cubicBezTo>
                    <a:pt x="227" y="3335"/>
                    <a:pt x="328" y="3377"/>
                    <a:pt x="427" y="3377"/>
                  </a:cubicBezTo>
                  <a:cubicBezTo>
                    <a:pt x="525" y="3377"/>
                    <a:pt x="620" y="3335"/>
                    <a:pt x="692" y="3252"/>
                  </a:cubicBezTo>
                  <a:lnTo>
                    <a:pt x="3311" y="632"/>
                  </a:lnTo>
                  <a:cubicBezTo>
                    <a:pt x="3383" y="561"/>
                    <a:pt x="3430" y="465"/>
                    <a:pt x="3430" y="370"/>
                  </a:cubicBezTo>
                  <a:cubicBezTo>
                    <a:pt x="3430" y="275"/>
                    <a:pt x="3406" y="203"/>
                    <a:pt x="3311" y="108"/>
                  </a:cubicBezTo>
                  <a:cubicBezTo>
                    <a:pt x="3240" y="37"/>
                    <a:pt x="3144" y="1"/>
                    <a:pt x="3046" y="1"/>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96"/>
            <p:cNvSpPr/>
            <p:nvPr/>
          </p:nvSpPr>
          <p:spPr>
            <a:xfrm>
              <a:off x="3508108" y="4196757"/>
              <a:ext cx="71893" cy="70725"/>
            </a:xfrm>
            <a:custGeom>
              <a:rect b="b" l="l" r="r" t="t"/>
              <a:pathLst>
                <a:path extrusionOk="0" h="2180" w="2216">
                  <a:moveTo>
                    <a:pt x="1831" y="1"/>
                  </a:moveTo>
                  <a:cubicBezTo>
                    <a:pt x="1733" y="1"/>
                    <a:pt x="1632" y="37"/>
                    <a:pt x="1548" y="108"/>
                  </a:cubicBezTo>
                  <a:lnTo>
                    <a:pt x="1" y="1656"/>
                  </a:lnTo>
                  <a:cubicBezTo>
                    <a:pt x="167" y="1870"/>
                    <a:pt x="334" y="2037"/>
                    <a:pt x="548" y="2180"/>
                  </a:cubicBezTo>
                  <a:lnTo>
                    <a:pt x="2096" y="632"/>
                  </a:lnTo>
                  <a:cubicBezTo>
                    <a:pt x="2144" y="584"/>
                    <a:pt x="2215" y="465"/>
                    <a:pt x="2215" y="370"/>
                  </a:cubicBezTo>
                  <a:cubicBezTo>
                    <a:pt x="2215" y="275"/>
                    <a:pt x="2168" y="203"/>
                    <a:pt x="2096" y="108"/>
                  </a:cubicBezTo>
                  <a:cubicBezTo>
                    <a:pt x="2025" y="37"/>
                    <a:pt x="1929" y="1"/>
                    <a:pt x="183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96"/>
            <p:cNvSpPr/>
            <p:nvPr/>
          </p:nvSpPr>
          <p:spPr>
            <a:xfrm>
              <a:off x="3517387" y="4157761"/>
              <a:ext cx="101999" cy="101999"/>
            </a:xfrm>
            <a:custGeom>
              <a:rect b="b" l="l" r="r" t="t"/>
              <a:pathLst>
                <a:path extrusionOk="0" h="3144" w="3144">
                  <a:moveTo>
                    <a:pt x="1572" y="0"/>
                  </a:moveTo>
                  <a:cubicBezTo>
                    <a:pt x="691" y="0"/>
                    <a:pt x="0" y="691"/>
                    <a:pt x="0" y="1572"/>
                  </a:cubicBezTo>
                  <a:cubicBezTo>
                    <a:pt x="0" y="2429"/>
                    <a:pt x="667" y="3144"/>
                    <a:pt x="1572" y="3144"/>
                  </a:cubicBezTo>
                  <a:cubicBezTo>
                    <a:pt x="2429" y="3144"/>
                    <a:pt x="3144" y="2477"/>
                    <a:pt x="3144" y="1572"/>
                  </a:cubicBezTo>
                  <a:cubicBezTo>
                    <a:pt x="3144" y="715"/>
                    <a:pt x="2429" y="0"/>
                    <a:pt x="1572" y="0"/>
                  </a:cubicBezTo>
                  <a:close/>
                </a:path>
              </a:pathLst>
            </a:custGeom>
            <a:solidFill>
              <a:srgbClr val="DE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96"/>
            <p:cNvSpPr/>
            <p:nvPr/>
          </p:nvSpPr>
          <p:spPr>
            <a:xfrm>
              <a:off x="3517387" y="4166261"/>
              <a:ext cx="93499" cy="93499"/>
            </a:xfrm>
            <a:custGeom>
              <a:rect b="b" l="l" r="r" t="t"/>
              <a:pathLst>
                <a:path extrusionOk="0" h="2882" w="2882">
                  <a:moveTo>
                    <a:pt x="667" y="0"/>
                  </a:moveTo>
                  <a:lnTo>
                    <a:pt x="667" y="0"/>
                  </a:lnTo>
                  <a:cubicBezTo>
                    <a:pt x="262" y="310"/>
                    <a:pt x="0" y="786"/>
                    <a:pt x="0" y="1310"/>
                  </a:cubicBezTo>
                  <a:cubicBezTo>
                    <a:pt x="0" y="2191"/>
                    <a:pt x="691" y="2882"/>
                    <a:pt x="1572" y="2882"/>
                  </a:cubicBezTo>
                  <a:cubicBezTo>
                    <a:pt x="2096" y="2882"/>
                    <a:pt x="2620" y="2620"/>
                    <a:pt x="2882" y="2191"/>
                  </a:cubicBezTo>
                  <a:lnTo>
                    <a:pt x="2882" y="2191"/>
                  </a:lnTo>
                  <a:cubicBezTo>
                    <a:pt x="2620" y="2382"/>
                    <a:pt x="2310" y="2477"/>
                    <a:pt x="1977" y="2477"/>
                  </a:cubicBezTo>
                  <a:cubicBezTo>
                    <a:pt x="1096" y="2477"/>
                    <a:pt x="405" y="1762"/>
                    <a:pt x="405" y="905"/>
                  </a:cubicBezTo>
                  <a:cubicBezTo>
                    <a:pt x="405" y="572"/>
                    <a:pt x="500" y="262"/>
                    <a:pt x="66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96"/>
            <p:cNvSpPr/>
            <p:nvPr/>
          </p:nvSpPr>
          <p:spPr>
            <a:xfrm>
              <a:off x="3403027" y="4321401"/>
              <a:ext cx="10868" cy="17162"/>
            </a:xfrm>
            <a:custGeom>
              <a:rect b="b" l="l" r="r" t="t"/>
              <a:pathLst>
                <a:path extrusionOk="0" h="529" w="335">
                  <a:moveTo>
                    <a:pt x="85" y="0"/>
                  </a:moveTo>
                  <a:cubicBezTo>
                    <a:pt x="19" y="0"/>
                    <a:pt x="1" y="62"/>
                    <a:pt x="1" y="124"/>
                  </a:cubicBezTo>
                  <a:lnTo>
                    <a:pt x="1" y="338"/>
                  </a:lnTo>
                  <a:cubicBezTo>
                    <a:pt x="1" y="434"/>
                    <a:pt x="72" y="481"/>
                    <a:pt x="144" y="529"/>
                  </a:cubicBezTo>
                  <a:cubicBezTo>
                    <a:pt x="239" y="529"/>
                    <a:pt x="334" y="457"/>
                    <a:pt x="334" y="362"/>
                  </a:cubicBezTo>
                  <a:lnTo>
                    <a:pt x="334" y="172"/>
                  </a:lnTo>
                  <a:cubicBezTo>
                    <a:pt x="334" y="86"/>
                    <a:pt x="258" y="1"/>
                    <a:pt x="157" y="1"/>
                  </a:cubicBezTo>
                  <a:cubicBezTo>
                    <a:pt x="145" y="1"/>
                    <a:pt x="132" y="2"/>
                    <a:pt x="120" y="5"/>
                  </a:cubicBezTo>
                  <a:cubicBezTo>
                    <a:pt x="107" y="2"/>
                    <a:pt x="96" y="0"/>
                    <a:pt x="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96"/>
            <p:cNvSpPr/>
            <p:nvPr/>
          </p:nvSpPr>
          <p:spPr>
            <a:xfrm>
              <a:off x="3477190" y="4321401"/>
              <a:ext cx="10868" cy="17162"/>
            </a:xfrm>
            <a:custGeom>
              <a:rect b="b" l="l" r="r" t="t"/>
              <a:pathLst>
                <a:path extrusionOk="0" h="529" w="335">
                  <a:moveTo>
                    <a:pt x="131" y="0"/>
                  </a:moveTo>
                  <a:cubicBezTo>
                    <a:pt x="55" y="0"/>
                    <a:pt x="1" y="62"/>
                    <a:pt x="1" y="124"/>
                  </a:cubicBezTo>
                  <a:lnTo>
                    <a:pt x="1" y="338"/>
                  </a:lnTo>
                  <a:cubicBezTo>
                    <a:pt x="1" y="434"/>
                    <a:pt x="72" y="481"/>
                    <a:pt x="168" y="529"/>
                  </a:cubicBezTo>
                  <a:cubicBezTo>
                    <a:pt x="239" y="529"/>
                    <a:pt x="334" y="457"/>
                    <a:pt x="334" y="362"/>
                  </a:cubicBezTo>
                  <a:lnTo>
                    <a:pt x="334" y="172"/>
                  </a:lnTo>
                  <a:cubicBezTo>
                    <a:pt x="334" y="86"/>
                    <a:pt x="258" y="1"/>
                    <a:pt x="191" y="1"/>
                  </a:cubicBezTo>
                  <a:cubicBezTo>
                    <a:pt x="183" y="1"/>
                    <a:pt x="175" y="2"/>
                    <a:pt x="168" y="5"/>
                  </a:cubicBezTo>
                  <a:cubicBezTo>
                    <a:pt x="155" y="2"/>
                    <a:pt x="143" y="0"/>
                    <a:pt x="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96"/>
            <p:cNvSpPr/>
            <p:nvPr/>
          </p:nvSpPr>
          <p:spPr>
            <a:xfrm>
              <a:off x="3429305" y="4326073"/>
              <a:ext cx="30950" cy="14826"/>
            </a:xfrm>
            <a:custGeom>
              <a:rect b="b" l="l" r="r" t="t"/>
              <a:pathLst>
                <a:path extrusionOk="0" h="457" w="954">
                  <a:moveTo>
                    <a:pt x="781" y="0"/>
                  </a:moveTo>
                  <a:cubicBezTo>
                    <a:pt x="734" y="0"/>
                    <a:pt x="682" y="24"/>
                    <a:pt x="643" y="75"/>
                  </a:cubicBezTo>
                  <a:cubicBezTo>
                    <a:pt x="620" y="147"/>
                    <a:pt x="572" y="147"/>
                    <a:pt x="477" y="147"/>
                  </a:cubicBezTo>
                  <a:cubicBezTo>
                    <a:pt x="405" y="147"/>
                    <a:pt x="358" y="99"/>
                    <a:pt x="286" y="75"/>
                  </a:cubicBezTo>
                  <a:cubicBezTo>
                    <a:pt x="258" y="47"/>
                    <a:pt x="214" y="36"/>
                    <a:pt x="163" y="36"/>
                  </a:cubicBezTo>
                  <a:cubicBezTo>
                    <a:pt x="127" y="36"/>
                    <a:pt x="88" y="42"/>
                    <a:pt x="48" y="51"/>
                  </a:cubicBezTo>
                  <a:cubicBezTo>
                    <a:pt x="0" y="99"/>
                    <a:pt x="0" y="194"/>
                    <a:pt x="24" y="290"/>
                  </a:cubicBezTo>
                  <a:cubicBezTo>
                    <a:pt x="120" y="409"/>
                    <a:pt x="262" y="456"/>
                    <a:pt x="429" y="456"/>
                  </a:cubicBezTo>
                  <a:cubicBezTo>
                    <a:pt x="596" y="456"/>
                    <a:pt x="739" y="409"/>
                    <a:pt x="858" y="290"/>
                  </a:cubicBezTo>
                  <a:cubicBezTo>
                    <a:pt x="953" y="194"/>
                    <a:pt x="953" y="99"/>
                    <a:pt x="882" y="51"/>
                  </a:cubicBezTo>
                  <a:cubicBezTo>
                    <a:pt x="859" y="18"/>
                    <a:pt x="822" y="0"/>
                    <a:pt x="7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96"/>
            <p:cNvSpPr/>
            <p:nvPr/>
          </p:nvSpPr>
          <p:spPr>
            <a:xfrm>
              <a:off x="3271700" y="4153122"/>
              <a:ext cx="353104" cy="350801"/>
            </a:xfrm>
            <a:custGeom>
              <a:rect b="b" l="l" r="r" t="t"/>
              <a:pathLst>
                <a:path extrusionOk="0" h="10813" w="10884">
                  <a:moveTo>
                    <a:pt x="1572" y="834"/>
                  </a:moveTo>
                  <a:cubicBezTo>
                    <a:pt x="2096" y="834"/>
                    <a:pt x="2477" y="1215"/>
                    <a:pt x="2477" y="1715"/>
                  </a:cubicBezTo>
                  <a:cubicBezTo>
                    <a:pt x="2477" y="2191"/>
                    <a:pt x="2048" y="2620"/>
                    <a:pt x="1572" y="2620"/>
                  </a:cubicBezTo>
                  <a:cubicBezTo>
                    <a:pt x="1096" y="2620"/>
                    <a:pt x="691" y="2215"/>
                    <a:pt x="691" y="1715"/>
                  </a:cubicBezTo>
                  <a:cubicBezTo>
                    <a:pt x="691" y="1215"/>
                    <a:pt x="1072" y="834"/>
                    <a:pt x="1572" y="834"/>
                  </a:cubicBezTo>
                  <a:close/>
                  <a:moveTo>
                    <a:pt x="7740" y="2763"/>
                  </a:moveTo>
                  <a:cubicBezTo>
                    <a:pt x="7835" y="2882"/>
                    <a:pt x="7931" y="2977"/>
                    <a:pt x="8026" y="3049"/>
                  </a:cubicBezTo>
                  <a:cubicBezTo>
                    <a:pt x="8050" y="3120"/>
                    <a:pt x="6668" y="4477"/>
                    <a:pt x="6668" y="4477"/>
                  </a:cubicBezTo>
                  <a:cubicBezTo>
                    <a:pt x="6623" y="4522"/>
                    <a:pt x="6568" y="4546"/>
                    <a:pt x="6512" y="4546"/>
                  </a:cubicBezTo>
                  <a:cubicBezTo>
                    <a:pt x="6449" y="4546"/>
                    <a:pt x="6385" y="4516"/>
                    <a:pt x="6335" y="4454"/>
                  </a:cubicBezTo>
                  <a:cubicBezTo>
                    <a:pt x="6287" y="4358"/>
                    <a:pt x="6287" y="4239"/>
                    <a:pt x="6335" y="4168"/>
                  </a:cubicBezTo>
                  <a:lnTo>
                    <a:pt x="7740" y="2763"/>
                  </a:lnTo>
                  <a:close/>
                  <a:moveTo>
                    <a:pt x="2596" y="2406"/>
                  </a:moveTo>
                  <a:lnTo>
                    <a:pt x="4382" y="4192"/>
                  </a:lnTo>
                  <a:cubicBezTo>
                    <a:pt x="4477" y="4287"/>
                    <a:pt x="4477" y="4406"/>
                    <a:pt x="4382" y="4477"/>
                  </a:cubicBezTo>
                  <a:cubicBezTo>
                    <a:pt x="4335" y="4525"/>
                    <a:pt x="4281" y="4549"/>
                    <a:pt x="4227" y="4549"/>
                  </a:cubicBezTo>
                  <a:cubicBezTo>
                    <a:pt x="4174" y="4549"/>
                    <a:pt x="4120" y="4525"/>
                    <a:pt x="4073" y="4477"/>
                  </a:cubicBezTo>
                  <a:lnTo>
                    <a:pt x="2286" y="2691"/>
                  </a:lnTo>
                  <a:cubicBezTo>
                    <a:pt x="2382" y="2644"/>
                    <a:pt x="2501" y="2525"/>
                    <a:pt x="2596" y="2406"/>
                  </a:cubicBezTo>
                  <a:close/>
                  <a:moveTo>
                    <a:pt x="5311" y="3501"/>
                  </a:moveTo>
                  <a:cubicBezTo>
                    <a:pt x="5668" y="3501"/>
                    <a:pt x="5978" y="3596"/>
                    <a:pt x="6287" y="3763"/>
                  </a:cubicBezTo>
                  <a:lnTo>
                    <a:pt x="6073" y="3977"/>
                  </a:lnTo>
                  <a:cubicBezTo>
                    <a:pt x="5906" y="4168"/>
                    <a:pt x="5859" y="4454"/>
                    <a:pt x="6025" y="4668"/>
                  </a:cubicBezTo>
                  <a:cubicBezTo>
                    <a:pt x="6115" y="4808"/>
                    <a:pt x="6279" y="4880"/>
                    <a:pt x="6442" y="4880"/>
                  </a:cubicBezTo>
                  <a:cubicBezTo>
                    <a:pt x="6583" y="4880"/>
                    <a:pt x="6723" y="4826"/>
                    <a:pt x="6811" y="4716"/>
                  </a:cubicBezTo>
                  <a:lnTo>
                    <a:pt x="7002" y="4549"/>
                  </a:lnTo>
                  <a:cubicBezTo>
                    <a:pt x="7240" y="4811"/>
                    <a:pt x="7288" y="5144"/>
                    <a:pt x="7288" y="5478"/>
                  </a:cubicBezTo>
                  <a:cubicBezTo>
                    <a:pt x="7288" y="6549"/>
                    <a:pt x="6430" y="7430"/>
                    <a:pt x="5335" y="7430"/>
                  </a:cubicBezTo>
                  <a:cubicBezTo>
                    <a:pt x="4263" y="7430"/>
                    <a:pt x="3358" y="6573"/>
                    <a:pt x="3358" y="5478"/>
                  </a:cubicBezTo>
                  <a:cubicBezTo>
                    <a:pt x="3358" y="5144"/>
                    <a:pt x="3453" y="4811"/>
                    <a:pt x="3596" y="4549"/>
                  </a:cubicBezTo>
                  <a:lnTo>
                    <a:pt x="3787" y="4716"/>
                  </a:lnTo>
                  <a:cubicBezTo>
                    <a:pt x="3894" y="4823"/>
                    <a:pt x="4025" y="4876"/>
                    <a:pt x="4156" y="4876"/>
                  </a:cubicBezTo>
                  <a:cubicBezTo>
                    <a:pt x="4287" y="4876"/>
                    <a:pt x="4418" y="4823"/>
                    <a:pt x="4525" y="4716"/>
                  </a:cubicBezTo>
                  <a:cubicBezTo>
                    <a:pt x="4739" y="4525"/>
                    <a:pt x="4739" y="4192"/>
                    <a:pt x="4525" y="3977"/>
                  </a:cubicBezTo>
                  <a:lnTo>
                    <a:pt x="4311" y="3763"/>
                  </a:lnTo>
                  <a:cubicBezTo>
                    <a:pt x="4620" y="3596"/>
                    <a:pt x="4954" y="3501"/>
                    <a:pt x="5311" y="3501"/>
                  </a:cubicBezTo>
                  <a:close/>
                  <a:moveTo>
                    <a:pt x="3596" y="6954"/>
                  </a:moveTo>
                  <a:cubicBezTo>
                    <a:pt x="3692" y="7073"/>
                    <a:pt x="3811" y="7168"/>
                    <a:pt x="3906" y="7264"/>
                  </a:cubicBezTo>
                  <a:lnTo>
                    <a:pt x="2882" y="8264"/>
                  </a:lnTo>
                  <a:cubicBezTo>
                    <a:pt x="2810" y="8145"/>
                    <a:pt x="2715" y="8050"/>
                    <a:pt x="2596" y="7978"/>
                  </a:cubicBezTo>
                  <a:lnTo>
                    <a:pt x="3596" y="6954"/>
                  </a:lnTo>
                  <a:close/>
                  <a:moveTo>
                    <a:pt x="7097" y="6930"/>
                  </a:moveTo>
                  <a:lnTo>
                    <a:pt x="8431" y="8264"/>
                  </a:lnTo>
                  <a:cubicBezTo>
                    <a:pt x="8312" y="8359"/>
                    <a:pt x="8216" y="8454"/>
                    <a:pt x="8121" y="8574"/>
                  </a:cubicBezTo>
                  <a:lnTo>
                    <a:pt x="6787" y="7216"/>
                  </a:lnTo>
                  <a:cubicBezTo>
                    <a:pt x="6906" y="7145"/>
                    <a:pt x="7002" y="7049"/>
                    <a:pt x="7097" y="6930"/>
                  </a:cubicBezTo>
                  <a:close/>
                  <a:moveTo>
                    <a:pt x="9074" y="8359"/>
                  </a:moveTo>
                  <a:cubicBezTo>
                    <a:pt x="9550" y="8383"/>
                    <a:pt x="9955" y="8764"/>
                    <a:pt x="9955" y="9217"/>
                  </a:cubicBezTo>
                  <a:cubicBezTo>
                    <a:pt x="9955" y="9693"/>
                    <a:pt x="9550" y="10074"/>
                    <a:pt x="9074" y="10074"/>
                  </a:cubicBezTo>
                  <a:cubicBezTo>
                    <a:pt x="8597" y="10074"/>
                    <a:pt x="8216" y="9693"/>
                    <a:pt x="8216" y="9217"/>
                  </a:cubicBezTo>
                  <a:cubicBezTo>
                    <a:pt x="8216" y="8740"/>
                    <a:pt x="8597" y="8359"/>
                    <a:pt x="9074" y="8359"/>
                  </a:cubicBezTo>
                  <a:close/>
                  <a:moveTo>
                    <a:pt x="9121" y="0"/>
                  </a:moveTo>
                  <a:cubicBezTo>
                    <a:pt x="8169" y="0"/>
                    <a:pt x="7359" y="762"/>
                    <a:pt x="7359" y="1739"/>
                  </a:cubicBezTo>
                  <a:cubicBezTo>
                    <a:pt x="7359" y="2048"/>
                    <a:pt x="7407" y="2310"/>
                    <a:pt x="7573" y="2548"/>
                  </a:cubicBezTo>
                  <a:lnTo>
                    <a:pt x="6549" y="3549"/>
                  </a:lnTo>
                  <a:cubicBezTo>
                    <a:pt x="6192" y="3311"/>
                    <a:pt x="5787" y="3191"/>
                    <a:pt x="5359" y="3191"/>
                  </a:cubicBezTo>
                  <a:cubicBezTo>
                    <a:pt x="4954" y="3191"/>
                    <a:pt x="4525" y="3311"/>
                    <a:pt x="4168" y="3549"/>
                  </a:cubicBezTo>
                  <a:lnTo>
                    <a:pt x="2739" y="2120"/>
                  </a:lnTo>
                  <a:cubicBezTo>
                    <a:pt x="2763" y="2001"/>
                    <a:pt x="2810" y="1858"/>
                    <a:pt x="2810" y="1739"/>
                  </a:cubicBezTo>
                  <a:cubicBezTo>
                    <a:pt x="2810" y="1096"/>
                    <a:pt x="2263" y="524"/>
                    <a:pt x="1572" y="524"/>
                  </a:cubicBezTo>
                  <a:cubicBezTo>
                    <a:pt x="881" y="524"/>
                    <a:pt x="358" y="1048"/>
                    <a:pt x="358" y="1739"/>
                  </a:cubicBezTo>
                  <a:cubicBezTo>
                    <a:pt x="358" y="2406"/>
                    <a:pt x="881" y="2953"/>
                    <a:pt x="1572" y="2953"/>
                  </a:cubicBezTo>
                  <a:cubicBezTo>
                    <a:pt x="1715" y="2953"/>
                    <a:pt x="1834" y="2930"/>
                    <a:pt x="1977" y="2906"/>
                  </a:cubicBezTo>
                  <a:lnTo>
                    <a:pt x="3406" y="4335"/>
                  </a:lnTo>
                  <a:cubicBezTo>
                    <a:pt x="3191" y="4692"/>
                    <a:pt x="3072" y="5073"/>
                    <a:pt x="3072" y="5501"/>
                  </a:cubicBezTo>
                  <a:cubicBezTo>
                    <a:pt x="3072" y="5930"/>
                    <a:pt x="3191" y="6359"/>
                    <a:pt x="3430" y="6692"/>
                  </a:cubicBezTo>
                  <a:lnTo>
                    <a:pt x="2310" y="7788"/>
                  </a:lnTo>
                  <a:cubicBezTo>
                    <a:pt x="2120" y="7692"/>
                    <a:pt x="1882" y="7645"/>
                    <a:pt x="1620" y="7645"/>
                  </a:cubicBezTo>
                  <a:cubicBezTo>
                    <a:pt x="715" y="7645"/>
                    <a:pt x="0" y="8359"/>
                    <a:pt x="0" y="9240"/>
                  </a:cubicBezTo>
                  <a:cubicBezTo>
                    <a:pt x="0" y="9598"/>
                    <a:pt x="119" y="9955"/>
                    <a:pt x="334" y="10217"/>
                  </a:cubicBezTo>
                  <a:cubicBezTo>
                    <a:pt x="364" y="10263"/>
                    <a:pt x="415" y="10289"/>
                    <a:pt x="473" y="10289"/>
                  </a:cubicBezTo>
                  <a:cubicBezTo>
                    <a:pt x="504" y="10289"/>
                    <a:pt x="538" y="10281"/>
                    <a:pt x="572" y="10264"/>
                  </a:cubicBezTo>
                  <a:cubicBezTo>
                    <a:pt x="619" y="10193"/>
                    <a:pt x="667" y="10098"/>
                    <a:pt x="596" y="10026"/>
                  </a:cubicBezTo>
                  <a:cubicBezTo>
                    <a:pt x="429" y="9788"/>
                    <a:pt x="334" y="9502"/>
                    <a:pt x="334" y="9217"/>
                  </a:cubicBezTo>
                  <a:cubicBezTo>
                    <a:pt x="334" y="8502"/>
                    <a:pt x="929" y="7907"/>
                    <a:pt x="1643" y="7907"/>
                  </a:cubicBezTo>
                  <a:cubicBezTo>
                    <a:pt x="2358" y="7907"/>
                    <a:pt x="2953" y="8502"/>
                    <a:pt x="2953" y="9217"/>
                  </a:cubicBezTo>
                  <a:cubicBezTo>
                    <a:pt x="2953" y="9931"/>
                    <a:pt x="2358" y="10526"/>
                    <a:pt x="1643" y="10526"/>
                  </a:cubicBezTo>
                  <a:cubicBezTo>
                    <a:pt x="1429" y="10526"/>
                    <a:pt x="1215" y="10455"/>
                    <a:pt x="1048" y="10383"/>
                  </a:cubicBezTo>
                  <a:cubicBezTo>
                    <a:pt x="1020" y="10369"/>
                    <a:pt x="992" y="10364"/>
                    <a:pt x="966" y="10364"/>
                  </a:cubicBezTo>
                  <a:cubicBezTo>
                    <a:pt x="903" y="10364"/>
                    <a:pt x="851" y="10397"/>
                    <a:pt x="834" y="10431"/>
                  </a:cubicBezTo>
                  <a:cubicBezTo>
                    <a:pt x="810" y="10526"/>
                    <a:pt x="834" y="10622"/>
                    <a:pt x="905" y="10645"/>
                  </a:cubicBezTo>
                  <a:cubicBezTo>
                    <a:pt x="1143" y="10764"/>
                    <a:pt x="1382" y="10812"/>
                    <a:pt x="1643" y="10812"/>
                  </a:cubicBezTo>
                  <a:cubicBezTo>
                    <a:pt x="2525" y="10812"/>
                    <a:pt x="3239" y="10098"/>
                    <a:pt x="3239" y="9217"/>
                  </a:cubicBezTo>
                  <a:cubicBezTo>
                    <a:pt x="3239" y="8978"/>
                    <a:pt x="3191" y="8740"/>
                    <a:pt x="3096" y="8502"/>
                  </a:cubicBezTo>
                  <a:lnTo>
                    <a:pt x="4239" y="7359"/>
                  </a:lnTo>
                  <a:cubicBezTo>
                    <a:pt x="4549" y="7573"/>
                    <a:pt x="4978" y="7692"/>
                    <a:pt x="5382" y="7692"/>
                  </a:cubicBezTo>
                  <a:cubicBezTo>
                    <a:pt x="5811" y="7692"/>
                    <a:pt x="6216" y="7573"/>
                    <a:pt x="6549" y="7359"/>
                  </a:cubicBezTo>
                  <a:lnTo>
                    <a:pt x="8002" y="8835"/>
                  </a:lnTo>
                  <a:cubicBezTo>
                    <a:pt x="7978" y="8955"/>
                    <a:pt x="7954" y="9074"/>
                    <a:pt x="7954" y="9193"/>
                  </a:cubicBezTo>
                  <a:cubicBezTo>
                    <a:pt x="7954" y="9836"/>
                    <a:pt x="8478" y="10336"/>
                    <a:pt x="9121" y="10336"/>
                  </a:cubicBezTo>
                  <a:cubicBezTo>
                    <a:pt x="9764" y="10336"/>
                    <a:pt x="10264" y="9812"/>
                    <a:pt x="10264" y="9193"/>
                  </a:cubicBezTo>
                  <a:cubicBezTo>
                    <a:pt x="10264" y="8526"/>
                    <a:pt x="9740" y="8026"/>
                    <a:pt x="9121" y="8026"/>
                  </a:cubicBezTo>
                  <a:cubicBezTo>
                    <a:pt x="9002" y="8026"/>
                    <a:pt x="8859" y="8050"/>
                    <a:pt x="8764" y="8073"/>
                  </a:cubicBezTo>
                  <a:lnTo>
                    <a:pt x="7288" y="6621"/>
                  </a:lnTo>
                  <a:cubicBezTo>
                    <a:pt x="7502" y="6264"/>
                    <a:pt x="7645" y="5859"/>
                    <a:pt x="7645" y="5430"/>
                  </a:cubicBezTo>
                  <a:cubicBezTo>
                    <a:pt x="7645" y="5025"/>
                    <a:pt x="7526" y="4620"/>
                    <a:pt x="7335" y="4287"/>
                  </a:cubicBezTo>
                  <a:lnTo>
                    <a:pt x="8335" y="3263"/>
                  </a:lnTo>
                  <a:cubicBezTo>
                    <a:pt x="8574" y="3382"/>
                    <a:pt x="8835" y="3477"/>
                    <a:pt x="9145" y="3477"/>
                  </a:cubicBezTo>
                  <a:cubicBezTo>
                    <a:pt x="10098" y="3477"/>
                    <a:pt x="10884" y="2691"/>
                    <a:pt x="10884" y="1715"/>
                  </a:cubicBezTo>
                  <a:cubicBezTo>
                    <a:pt x="10884" y="1382"/>
                    <a:pt x="10812" y="1024"/>
                    <a:pt x="10598" y="762"/>
                  </a:cubicBezTo>
                  <a:cubicBezTo>
                    <a:pt x="10568" y="732"/>
                    <a:pt x="10518" y="702"/>
                    <a:pt x="10462" y="702"/>
                  </a:cubicBezTo>
                  <a:cubicBezTo>
                    <a:pt x="10430" y="702"/>
                    <a:pt x="10395" y="712"/>
                    <a:pt x="10360" y="739"/>
                  </a:cubicBezTo>
                  <a:cubicBezTo>
                    <a:pt x="10312" y="786"/>
                    <a:pt x="10264" y="881"/>
                    <a:pt x="10312" y="953"/>
                  </a:cubicBezTo>
                  <a:cubicBezTo>
                    <a:pt x="10455" y="1191"/>
                    <a:pt x="10550" y="1453"/>
                    <a:pt x="10550" y="1715"/>
                  </a:cubicBezTo>
                  <a:cubicBezTo>
                    <a:pt x="10550" y="2525"/>
                    <a:pt x="9883" y="3144"/>
                    <a:pt x="9121" y="3144"/>
                  </a:cubicBezTo>
                  <a:cubicBezTo>
                    <a:pt x="8335" y="3144"/>
                    <a:pt x="7692" y="2501"/>
                    <a:pt x="7692" y="1715"/>
                  </a:cubicBezTo>
                  <a:cubicBezTo>
                    <a:pt x="7692" y="905"/>
                    <a:pt x="8335" y="286"/>
                    <a:pt x="9121" y="286"/>
                  </a:cubicBezTo>
                  <a:cubicBezTo>
                    <a:pt x="9407" y="286"/>
                    <a:pt x="9669" y="381"/>
                    <a:pt x="9907" y="524"/>
                  </a:cubicBezTo>
                  <a:cubicBezTo>
                    <a:pt x="9933" y="551"/>
                    <a:pt x="9966" y="561"/>
                    <a:pt x="9998" y="561"/>
                  </a:cubicBezTo>
                  <a:cubicBezTo>
                    <a:pt x="10053" y="561"/>
                    <a:pt x="10106" y="531"/>
                    <a:pt x="10121" y="500"/>
                  </a:cubicBezTo>
                  <a:cubicBezTo>
                    <a:pt x="10193" y="429"/>
                    <a:pt x="10145" y="310"/>
                    <a:pt x="10098" y="286"/>
                  </a:cubicBezTo>
                  <a:cubicBezTo>
                    <a:pt x="9788" y="72"/>
                    <a:pt x="9455" y="0"/>
                    <a:pt x="9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96"/>
          <p:cNvGrpSpPr/>
          <p:nvPr/>
        </p:nvGrpSpPr>
        <p:grpSpPr>
          <a:xfrm>
            <a:off x="4067825" y="4001890"/>
            <a:ext cx="262719" cy="350379"/>
            <a:chOff x="4069785" y="4154290"/>
            <a:chExt cx="262719" cy="350379"/>
          </a:xfrm>
        </p:grpSpPr>
        <p:sp>
          <p:nvSpPr>
            <p:cNvPr id="21425" name="Google Shape;21425;p96"/>
            <p:cNvSpPr/>
            <p:nvPr/>
          </p:nvSpPr>
          <p:spPr>
            <a:xfrm>
              <a:off x="4150924" y="4157956"/>
              <a:ext cx="95057" cy="145861"/>
            </a:xfrm>
            <a:custGeom>
              <a:rect b="b" l="l" r="r" t="t"/>
              <a:pathLst>
                <a:path extrusionOk="0" h="4496" w="2930">
                  <a:moveTo>
                    <a:pt x="1462" y="0"/>
                  </a:moveTo>
                  <a:cubicBezTo>
                    <a:pt x="1423" y="0"/>
                    <a:pt x="1381" y="6"/>
                    <a:pt x="1334" y="18"/>
                  </a:cubicBezTo>
                  <a:cubicBezTo>
                    <a:pt x="524" y="375"/>
                    <a:pt x="0" y="1209"/>
                    <a:pt x="0" y="2233"/>
                  </a:cubicBezTo>
                  <a:cubicBezTo>
                    <a:pt x="0" y="3257"/>
                    <a:pt x="619" y="4162"/>
                    <a:pt x="1453" y="4495"/>
                  </a:cubicBezTo>
                  <a:cubicBezTo>
                    <a:pt x="2310" y="4186"/>
                    <a:pt x="2906" y="3304"/>
                    <a:pt x="2906" y="2233"/>
                  </a:cubicBezTo>
                  <a:cubicBezTo>
                    <a:pt x="2929" y="1209"/>
                    <a:pt x="2382" y="351"/>
                    <a:pt x="1572" y="18"/>
                  </a:cubicBezTo>
                  <a:cubicBezTo>
                    <a:pt x="1536" y="6"/>
                    <a:pt x="1500" y="0"/>
                    <a:pt x="1462"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96"/>
            <p:cNvSpPr/>
            <p:nvPr/>
          </p:nvSpPr>
          <p:spPr>
            <a:xfrm>
              <a:off x="4150145" y="4157956"/>
              <a:ext cx="57196" cy="145083"/>
            </a:xfrm>
            <a:custGeom>
              <a:rect b="b" l="l" r="r" t="t"/>
              <a:pathLst>
                <a:path extrusionOk="0" h="4472" w="1763">
                  <a:moveTo>
                    <a:pt x="1477" y="0"/>
                  </a:moveTo>
                  <a:cubicBezTo>
                    <a:pt x="1435" y="0"/>
                    <a:pt x="1394" y="6"/>
                    <a:pt x="1358" y="18"/>
                  </a:cubicBezTo>
                  <a:cubicBezTo>
                    <a:pt x="548" y="375"/>
                    <a:pt x="0" y="1209"/>
                    <a:pt x="0" y="2209"/>
                  </a:cubicBezTo>
                  <a:cubicBezTo>
                    <a:pt x="0" y="3257"/>
                    <a:pt x="643" y="4162"/>
                    <a:pt x="1477" y="4471"/>
                  </a:cubicBezTo>
                  <a:cubicBezTo>
                    <a:pt x="1548" y="4448"/>
                    <a:pt x="1667" y="4400"/>
                    <a:pt x="1763" y="4376"/>
                  </a:cubicBezTo>
                  <a:cubicBezTo>
                    <a:pt x="1048" y="3947"/>
                    <a:pt x="572" y="3138"/>
                    <a:pt x="572" y="2233"/>
                  </a:cubicBezTo>
                  <a:cubicBezTo>
                    <a:pt x="572" y="1304"/>
                    <a:pt x="1048" y="494"/>
                    <a:pt x="1763" y="113"/>
                  </a:cubicBezTo>
                  <a:lnTo>
                    <a:pt x="1596" y="18"/>
                  </a:lnTo>
                  <a:cubicBezTo>
                    <a:pt x="1560" y="6"/>
                    <a:pt x="1519" y="0"/>
                    <a:pt x="1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96"/>
            <p:cNvSpPr/>
            <p:nvPr/>
          </p:nvSpPr>
          <p:spPr>
            <a:xfrm>
              <a:off x="4174088" y="4203343"/>
              <a:ext cx="47950" cy="92721"/>
            </a:xfrm>
            <a:custGeom>
              <a:rect b="b" l="l" r="r" t="t"/>
              <a:pathLst>
                <a:path extrusionOk="0" h="2858" w="1478">
                  <a:moveTo>
                    <a:pt x="739" y="0"/>
                  </a:moveTo>
                  <a:cubicBezTo>
                    <a:pt x="286" y="262"/>
                    <a:pt x="1" y="834"/>
                    <a:pt x="1" y="1429"/>
                  </a:cubicBezTo>
                  <a:cubicBezTo>
                    <a:pt x="1" y="2025"/>
                    <a:pt x="286" y="2572"/>
                    <a:pt x="739" y="2858"/>
                  </a:cubicBezTo>
                  <a:cubicBezTo>
                    <a:pt x="1191" y="2548"/>
                    <a:pt x="1477" y="2025"/>
                    <a:pt x="1477" y="1429"/>
                  </a:cubicBezTo>
                  <a:cubicBezTo>
                    <a:pt x="1477" y="834"/>
                    <a:pt x="1191" y="262"/>
                    <a:pt x="739"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96"/>
            <p:cNvSpPr/>
            <p:nvPr/>
          </p:nvSpPr>
          <p:spPr>
            <a:xfrm>
              <a:off x="4074424" y="4326949"/>
              <a:ext cx="248023" cy="173859"/>
            </a:xfrm>
            <a:custGeom>
              <a:rect b="b" l="l" r="r" t="t"/>
              <a:pathLst>
                <a:path extrusionOk="0" h="5359" w="7645">
                  <a:moveTo>
                    <a:pt x="3835" y="1"/>
                  </a:moveTo>
                  <a:lnTo>
                    <a:pt x="2501" y="620"/>
                  </a:lnTo>
                  <a:cubicBezTo>
                    <a:pt x="2501" y="620"/>
                    <a:pt x="1" y="1596"/>
                    <a:pt x="1" y="3763"/>
                  </a:cubicBezTo>
                  <a:cubicBezTo>
                    <a:pt x="1" y="4644"/>
                    <a:pt x="715" y="5359"/>
                    <a:pt x="1572" y="5359"/>
                  </a:cubicBezTo>
                  <a:lnTo>
                    <a:pt x="6049" y="5359"/>
                  </a:lnTo>
                  <a:cubicBezTo>
                    <a:pt x="6907" y="5359"/>
                    <a:pt x="7621" y="4644"/>
                    <a:pt x="7621" y="3763"/>
                  </a:cubicBezTo>
                  <a:cubicBezTo>
                    <a:pt x="7645" y="1572"/>
                    <a:pt x="5144" y="620"/>
                    <a:pt x="5144" y="620"/>
                  </a:cubicBezTo>
                  <a:lnTo>
                    <a:pt x="3835" y="1"/>
                  </a:ln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96"/>
            <p:cNvSpPr/>
            <p:nvPr/>
          </p:nvSpPr>
          <p:spPr>
            <a:xfrm>
              <a:off x="4072867" y="4326949"/>
              <a:ext cx="135253" cy="173859"/>
            </a:xfrm>
            <a:custGeom>
              <a:rect b="b" l="l" r="r" t="t"/>
              <a:pathLst>
                <a:path extrusionOk="0" h="5359" w="4169">
                  <a:moveTo>
                    <a:pt x="3859" y="1"/>
                  </a:moveTo>
                  <a:lnTo>
                    <a:pt x="2501" y="620"/>
                  </a:lnTo>
                  <a:cubicBezTo>
                    <a:pt x="2501" y="620"/>
                    <a:pt x="1" y="1596"/>
                    <a:pt x="1" y="3763"/>
                  </a:cubicBezTo>
                  <a:cubicBezTo>
                    <a:pt x="1" y="4644"/>
                    <a:pt x="715" y="5359"/>
                    <a:pt x="1596" y="5359"/>
                  </a:cubicBezTo>
                  <a:lnTo>
                    <a:pt x="2216" y="5359"/>
                  </a:lnTo>
                  <a:cubicBezTo>
                    <a:pt x="1382" y="5311"/>
                    <a:pt x="668" y="4597"/>
                    <a:pt x="668" y="3739"/>
                  </a:cubicBezTo>
                  <a:cubicBezTo>
                    <a:pt x="668" y="1572"/>
                    <a:pt x="3168" y="620"/>
                    <a:pt x="3168" y="620"/>
                  </a:cubicBezTo>
                  <a:lnTo>
                    <a:pt x="4168" y="143"/>
                  </a:lnTo>
                  <a:lnTo>
                    <a:pt x="3859"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96"/>
            <p:cNvSpPr/>
            <p:nvPr/>
          </p:nvSpPr>
          <p:spPr>
            <a:xfrm>
              <a:off x="4133145" y="4262810"/>
              <a:ext cx="128278" cy="62614"/>
            </a:xfrm>
            <a:custGeom>
              <a:rect b="b" l="l" r="r" t="t"/>
              <a:pathLst>
                <a:path extrusionOk="0" h="1930" w="3954">
                  <a:moveTo>
                    <a:pt x="691" y="1"/>
                  </a:moveTo>
                  <a:cubicBezTo>
                    <a:pt x="358" y="1"/>
                    <a:pt x="72" y="263"/>
                    <a:pt x="24" y="596"/>
                  </a:cubicBezTo>
                  <a:cubicBezTo>
                    <a:pt x="0" y="977"/>
                    <a:pt x="310" y="1287"/>
                    <a:pt x="667" y="1287"/>
                  </a:cubicBezTo>
                  <a:lnTo>
                    <a:pt x="2001" y="1930"/>
                  </a:lnTo>
                  <a:lnTo>
                    <a:pt x="3311" y="1287"/>
                  </a:lnTo>
                  <a:cubicBezTo>
                    <a:pt x="3668" y="1287"/>
                    <a:pt x="3954" y="977"/>
                    <a:pt x="3930" y="596"/>
                  </a:cubicBezTo>
                  <a:cubicBezTo>
                    <a:pt x="3930" y="263"/>
                    <a:pt x="3668" y="1"/>
                    <a:pt x="3311"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96"/>
            <p:cNvSpPr/>
            <p:nvPr/>
          </p:nvSpPr>
          <p:spPr>
            <a:xfrm>
              <a:off x="4133145" y="4263588"/>
              <a:ext cx="75753" cy="62614"/>
            </a:xfrm>
            <a:custGeom>
              <a:rect b="b" l="l" r="r" t="t"/>
              <a:pathLst>
                <a:path extrusionOk="0" h="1930" w="2335">
                  <a:moveTo>
                    <a:pt x="691" y="1"/>
                  </a:moveTo>
                  <a:cubicBezTo>
                    <a:pt x="358" y="1"/>
                    <a:pt x="72" y="263"/>
                    <a:pt x="24" y="596"/>
                  </a:cubicBezTo>
                  <a:cubicBezTo>
                    <a:pt x="0" y="977"/>
                    <a:pt x="310" y="1287"/>
                    <a:pt x="667" y="1287"/>
                  </a:cubicBezTo>
                  <a:lnTo>
                    <a:pt x="2001" y="1930"/>
                  </a:lnTo>
                  <a:lnTo>
                    <a:pt x="2334" y="1787"/>
                  </a:lnTo>
                  <a:lnTo>
                    <a:pt x="1310" y="1263"/>
                  </a:lnTo>
                  <a:cubicBezTo>
                    <a:pt x="953" y="1263"/>
                    <a:pt x="691" y="953"/>
                    <a:pt x="691" y="620"/>
                  </a:cubicBezTo>
                  <a:cubicBezTo>
                    <a:pt x="691" y="287"/>
                    <a:pt x="977" y="1"/>
                    <a:pt x="1310"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96"/>
            <p:cNvSpPr/>
            <p:nvPr/>
          </p:nvSpPr>
          <p:spPr>
            <a:xfrm>
              <a:off x="4135449" y="4304531"/>
              <a:ext cx="125974" cy="41753"/>
            </a:xfrm>
            <a:custGeom>
              <a:rect b="b" l="l" r="r" t="t"/>
              <a:pathLst>
                <a:path extrusionOk="0" h="1287" w="3883">
                  <a:moveTo>
                    <a:pt x="644" y="1"/>
                  </a:moveTo>
                  <a:cubicBezTo>
                    <a:pt x="287" y="1"/>
                    <a:pt x="1" y="263"/>
                    <a:pt x="1" y="620"/>
                  </a:cubicBezTo>
                  <a:cubicBezTo>
                    <a:pt x="1" y="977"/>
                    <a:pt x="263" y="1287"/>
                    <a:pt x="620" y="1287"/>
                  </a:cubicBezTo>
                  <a:lnTo>
                    <a:pt x="3240" y="1287"/>
                  </a:lnTo>
                  <a:cubicBezTo>
                    <a:pt x="3597" y="1287"/>
                    <a:pt x="3883" y="977"/>
                    <a:pt x="3883" y="620"/>
                  </a:cubicBezTo>
                  <a:cubicBezTo>
                    <a:pt x="3883" y="287"/>
                    <a:pt x="3597" y="1"/>
                    <a:pt x="326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96"/>
            <p:cNvSpPr/>
            <p:nvPr/>
          </p:nvSpPr>
          <p:spPr>
            <a:xfrm>
              <a:off x="4133924" y="4305310"/>
              <a:ext cx="41753" cy="41753"/>
            </a:xfrm>
            <a:custGeom>
              <a:rect b="b" l="l" r="r" t="t"/>
              <a:pathLst>
                <a:path extrusionOk="0" h="1287" w="1287">
                  <a:moveTo>
                    <a:pt x="667" y="1"/>
                  </a:moveTo>
                  <a:cubicBezTo>
                    <a:pt x="310" y="1"/>
                    <a:pt x="0" y="263"/>
                    <a:pt x="0" y="620"/>
                  </a:cubicBezTo>
                  <a:cubicBezTo>
                    <a:pt x="0" y="977"/>
                    <a:pt x="286" y="1287"/>
                    <a:pt x="643" y="1287"/>
                  </a:cubicBezTo>
                  <a:lnTo>
                    <a:pt x="1262" y="1287"/>
                  </a:lnTo>
                  <a:cubicBezTo>
                    <a:pt x="929" y="1263"/>
                    <a:pt x="667" y="953"/>
                    <a:pt x="667" y="620"/>
                  </a:cubicBezTo>
                  <a:cubicBezTo>
                    <a:pt x="667" y="263"/>
                    <a:pt x="953" y="1"/>
                    <a:pt x="1286"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96"/>
            <p:cNvSpPr/>
            <p:nvPr/>
          </p:nvSpPr>
          <p:spPr>
            <a:xfrm>
              <a:off x="4139309" y="4421097"/>
              <a:ext cx="10090" cy="19595"/>
            </a:xfrm>
            <a:custGeom>
              <a:rect b="b" l="l" r="r" t="t"/>
              <a:pathLst>
                <a:path extrusionOk="0" h="604" w="311">
                  <a:moveTo>
                    <a:pt x="155" y="0"/>
                  </a:moveTo>
                  <a:cubicBezTo>
                    <a:pt x="58" y="0"/>
                    <a:pt x="1" y="83"/>
                    <a:pt x="1" y="147"/>
                  </a:cubicBezTo>
                  <a:lnTo>
                    <a:pt x="1" y="456"/>
                  </a:lnTo>
                  <a:cubicBezTo>
                    <a:pt x="1" y="552"/>
                    <a:pt x="49" y="599"/>
                    <a:pt x="120" y="599"/>
                  </a:cubicBezTo>
                  <a:cubicBezTo>
                    <a:pt x="129" y="602"/>
                    <a:pt x="140" y="604"/>
                    <a:pt x="150" y="604"/>
                  </a:cubicBezTo>
                  <a:cubicBezTo>
                    <a:pt x="221" y="604"/>
                    <a:pt x="311" y="539"/>
                    <a:pt x="311" y="456"/>
                  </a:cubicBezTo>
                  <a:lnTo>
                    <a:pt x="311" y="147"/>
                  </a:lnTo>
                  <a:cubicBezTo>
                    <a:pt x="311" y="75"/>
                    <a:pt x="263" y="4"/>
                    <a:pt x="191" y="4"/>
                  </a:cubicBezTo>
                  <a:cubicBezTo>
                    <a:pt x="179" y="1"/>
                    <a:pt x="167" y="0"/>
                    <a:pt x="1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96"/>
            <p:cNvSpPr/>
            <p:nvPr/>
          </p:nvSpPr>
          <p:spPr>
            <a:xfrm>
              <a:off x="4247473" y="4421097"/>
              <a:ext cx="10090" cy="19595"/>
            </a:xfrm>
            <a:custGeom>
              <a:rect b="b" l="l" r="r" t="t"/>
              <a:pathLst>
                <a:path extrusionOk="0" h="604" w="311">
                  <a:moveTo>
                    <a:pt x="155" y="0"/>
                  </a:moveTo>
                  <a:cubicBezTo>
                    <a:pt x="58" y="0"/>
                    <a:pt x="1" y="83"/>
                    <a:pt x="1" y="147"/>
                  </a:cubicBezTo>
                  <a:lnTo>
                    <a:pt x="1" y="456"/>
                  </a:lnTo>
                  <a:cubicBezTo>
                    <a:pt x="1" y="552"/>
                    <a:pt x="49" y="599"/>
                    <a:pt x="120" y="599"/>
                  </a:cubicBezTo>
                  <a:cubicBezTo>
                    <a:pt x="129" y="602"/>
                    <a:pt x="140" y="604"/>
                    <a:pt x="150" y="604"/>
                  </a:cubicBezTo>
                  <a:cubicBezTo>
                    <a:pt x="221" y="604"/>
                    <a:pt x="311" y="539"/>
                    <a:pt x="311" y="456"/>
                  </a:cubicBezTo>
                  <a:lnTo>
                    <a:pt x="311" y="147"/>
                  </a:lnTo>
                  <a:cubicBezTo>
                    <a:pt x="311" y="75"/>
                    <a:pt x="263" y="4"/>
                    <a:pt x="192" y="4"/>
                  </a:cubicBezTo>
                  <a:cubicBezTo>
                    <a:pt x="179" y="1"/>
                    <a:pt x="167" y="0"/>
                    <a:pt x="1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96"/>
            <p:cNvSpPr/>
            <p:nvPr/>
          </p:nvSpPr>
          <p:spPr>
            <a:xfrm>
              <a:off x="4178727" y="4430181"/>
              <a:ext cx="37114" cy="16546"/>
            </a:xfrm>
            <a:custGeom>
              <a:rect b="b" l="l" r="r" t="t"/>
              <a:pathLst>
                <a:path extrusionOk="0" h="510" w="1144">
                  <a:moveTo>
                    <a:pt x="172" y="0"/>
                  </a:moveTo>
                  <a:cubicBezTo>
                    <a:pt x="134" y="0"/>
                    <a:pt x="91" y="12"/>
                    <a:pt x="48" y="34"/>
                  </a:cubicBezTo>
                  <a:cubicBezTo>
                    <a:pt x="0" y="81"/>
                    <a:pt x="0" y="176"/>
                    <a:pt x="24" y="272"/>
                  </a:cubicBezTo>
                  <a:cubicBezTo>
                    <a:pt x="143" y="415"/>
                    <a:pt x="358" y="510"/>
                    <a:pt x="548" y="510"/>
                  </a:cubicBezTo>
                  <a:cubicBezTo>
                    <a:pt x="763" y="510"/>
                    <a:pt x="977" y="415"/>
                    <a:pt x="1096" y="272"/>
                  </a:cubicBezTo>
                  <a:cubicBezTo>
                    <a:pt x="1144" y="200"/>
                    <a:pt x="1144" y="81"/>
                    <a:pt x="1072" y="34"/>
                  </a:cubicBezTo>
                  <a:cubicBezTo>
                    <a:pt x="1072" y="12"/>
                    <a:pt x="1048" y="0"/>
                    <a:pt x="1015" y="0"/>
                  </a:cubicBezTo>
                  <a:cubicBezTo>
                    <a:pt x="975" y="0"/>
                    <a:pt x="921" y="18"/>
                    <a:pt x="882" y="57"/>
                  </a:cubicBezTo>
                  <a:cubicBezTo>
                    <a:pt x="834" y="153"/>
                    <a:pt x="715" y="176"/>
                    <a:pt x="596" y="176"/>
                  </a:cubicBezTo>
                  <a:cubicBezTo>
                    <a:pt x="477" y="176"/>
                    <a:pt x="382" y="105"/>
                    <a:pt x="286" y="57"/>
                  </a:cubicBezTo>
                  <a:cubicBezTo>
                    <a:pt x="260" y="18"/>
                    <a:pt x="219" y="0"/>
                    <a:pt x="1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96"/>
            <p:cNvSpPr/>
            <p:nvPr/>
          </p:nvSpPr>
          <p:spPr>
            <a:xfrm>
              <a:off x="4069785" y="4154290"/>
              <a:ext cx="262719" cy="350379"/>
            </a:xfrm>
            <a:custGeom>
              <a:rect b="b" l="l" r="r" t="t"/>
              <a:pathLst>
                <a:path extrusionOk="0" h="10800" w="8098">
                  <a:moveTo>
                    <a:pt x="3954" y="1679"/>
                  </a:moveTo>
                  <a:cubicBezTo>
                    <a:pt x="4311" y="1941"/>
                    <a:pt x="4502" y="2417"/>
                    <a:pt x="4502" y="2941"/>
                  </a:cubicBezTo>
                  <a:cubicBezTo>
                    <a:pt x="4502" y="3013"/>
                    <a:pt x="4502" y="3108"/>
                    <a:pt x="4478" y="3227"/>
                  </a:cubicBezTo>
                  <a:lnTo>
                    <a:pt x="3382" y="3227"/>
                  </a:lnTo>
                  <a:lnTo>
                    <a:pt x="3382" y="2941"/>
                  </a:lnTo>
                  <a:cubicBezTo>
                    <a:pt x="3382" y="2417"/>
                    <a:pt x="3620" y="1941"/>
                    <a:pt x="3954" y="1679"/>
                  </a:cubicBezTo>
                  <a:close/>
                  <a:moveTo>
                    <a:pt x="5287" y="3537"/>
                  </a:moveTo>
                  <a:cubicBezTo>
                    <a:pt x="5549" y="3537"/>
                    <a:pt x="5764" y="3727"/>
                    <a:pt x="5764" y="3965"/>
                  </a:cubicBezTo>
                  <a:cubicBezTo>
                    <a:pt x="5764" y="4251"/>
                    <a:pt x="5549" y="4489"/>
                    <a:pt x="5287" y="4489"/>
                  </a:cubicBezTo>
                  <a:lnTo>
                    <a:pt x="2668" y="4489"/>
                  </a:lnTo>
                  <a:cubicBezTo>
                    <a:pt x="2406" y="4489"/>
                    <a:pt x="2192" y="4251"/>
                    <a:pt x="2192" y="3965"/>
                  </a:cubicBezTo>
                  <a:cubicBezTo>
                    <a:pt x="2168" y="3727"/>
                    <a:pt x="2406" y="3537"/>
                    <a:pt x="2668" y="3537"/>
                  </a:cubicBezTo>
                  <a:close/>
                  <a:moveTo>
                    <a:pt x="5287" y="4799"/>
                  </a:moveTo>
                  <a:cubicBezTo>
                    <a:pt x="5526" y="4799"/>
                    <a:pt x="5740" y="4989"/>
                    <a:pt x="5764" y="5227"/>
                  </a:cubicBezTo>
                  <a:cubicBezTo>
                    <a:pt x="5788" y="5489"/>
                    <a:pt x="5597" y="5727"/>
                    <a:pt x="5287" y="5727"/>
                  </a:cubicBezTo>
                  <a:lnTo>
                    <a:pt x="5287" y="5751"/>
                  </a:lnTo>
                  <a:lnTo>
                    <a:pt x="2644" y="5751"/>
                  </a:lnTo>
                  <a:lnTo>
                    <a:pt x="2644" y="5727"/>
                  </a:lnTo>
                  <a:cubicBezTo>
                    <a:pt x="2382" y="5727"/>
                    <a:pt x="2168" y="5513"/>
                    <a:pt x="2168" y="5251"/>
                  </a:cubicBezTo>
                  <a:cubicBezTo>
                    <a:pt x="2168" y="5013"/>
                    <a:pt x="2382" y="4799"/>
                    <a:pt x="2644" y="4799"/>
                  </a:cubicBezTo>
                  <a:close/>
                  <a:moveTo>
                    <a:pt x="4013" y="0"/>
                  </a:moveTo>
                  <a:cubicBezTo>
                    <a:pt x="3954" y="0"/>
                    <a:pt x="3894" y="12"/>
                    <a:pt x="3835" y="36"/>
                  </a:cubicBezTo>
                  <a:cubicBezTo>
                    <a:pt x="3501" y="202"/>
                    <a:pt x="3216" y="441"/>
                    <a:pt x="2977" y="726"/>
                  </a:cubicBezTo>
                  <a:cubicBezTo>
                    <a:pt x="2906" y="798"/>
                    <a:pt x="2906" y="869"/>
                    <a:pt x="2977" y="941"/>
                  </a:cubicBezTo>
                  <a:cubicBezTo>
                    <a:pt x="3001" y="988"/>
                    <a:pt x="3043" y="1012"/>
                    <a:pt x="3088" y="1012"/>
                  </a:cubicBezTo>
                  <a:cubicBezTo>
                    <a:pt x="3132" y="1012"/>
                    <a:pt x="3180" y="988"/>
                    <a:pt x="3216" y="941"/>
                  </a:cubicBezTo>
                  <a:cubicBezTo>
                    <a:pt x="3406" y="679"/>
                    <a:pt x="3692" y="464"/>
                    <a:pt x="3954" y="345"/>
                  </a:cubicBezTo>
                  <a:lnTo>
                    <a:pt x="4073" y="345"/>
                  </a:lnTo>
                  <a:cubicBezTo>
                    <a:pt x="4430" y="488"/>
                    <a:pt x="4764" y="798"/>
                    <a:pt x="4954" y="1155"/>
                  </a:cubicBezTo>
                  <a:cubicBezTo>
                    <a:pt x="5192" y="1512"/>
                    <a:pt x="5311" y="1941"/>
                    <a:pt x="5311" y="2393"/>
                  </a:cubicBezTo>
                  <a:cubicBezTo>
                    <a:pt x="5311" y="2703"/>
                    <a:pt x="5264" y="2989"/>
                    <a:pt x="5168" y="3251"/>
                  </a:cubicBezTo>
                  <a:lnTo>
                    <a:pt x="4906" y="3251"/>
                  </a:lnTo>
                  <a:cubicBezTo>
                    <a:pt x="4906" y="3155"/>
                    <a:pt x="4930" y="3084"/>
                    <a:pt x="4930" y="2965"/>
                  </a:cubicBezTo>
                  <a:cubicBezTo>
                    <a:pt x="4930" y="2298"/>
                    <a:pt x="4644" y="1703"/>
                    <a:pt x="4121" y="1369"/>
                  </a:cubicBezTo>
                  <a:cubicBezTo>
                    <a:pt x="4097" y="1357"/>
                    <a:pt x="4067" y="1352"/>
                    <a:pt x="4037" y="1352"/>
                  </a:cubicBezTo>
                  <a:cubicBezTo>
                    <a:pt x="4007" y="1352"/>
                    <a:pt x="3978" y="1357"/>
                    <a:pt x="3954" y="1369"/>
                  </a:cubicBezTo>
                  <a:cubicBezTo>
                    <a:pt x="3454" y="1703"/>
                    <a:pt x="3144" y="2298"/>
                    <a:pt x="3144" y="2965"/>
                  </a:cubicBezTo>
                  <a:cubicBezTo>
                    <a:pt x="3144" y="3060"/>
                    <a:pt x="3144" y="3132"/>
                    <a:pt x="3168" y="3251"/>
                  </a:cubicBezTo>
                  <a:lnTo>
                    <a:pt x="2906" y="3251"/>
                  </a:lnTo>
                  <a:cubicBezTo>
                    <a:pt x="2787" y="2989"/>
                    <a:pt x="2763" y="2703"/>
                    <a:pt x="2763" y="2393"/>
                  </a:cubicBezTo>
                  <a:cubicBezTo>
                    <a:pt x="2763" y="2060"/>
                    <a:pt x="2811" y="1750"/>
                    <a:pt x="2977" y="1441"/>
                  </a:cubicBezTo>
                  <a:cubicBezTo>
                    <a:pt x="3001" y="1393"/>
                    <a:pt x="2977" y="1298"/>
                    <a:pt x="2906" y="1227"/>
                  </a:cubicBezTo>
                  <a:cubicBezTo>
                    <a:pt x="2879" y="1213"/>
                    <a:pt x="2855" y="1207"/>
                    <a:pt x="2831" y="1207"/>
                  </a:cubicBezTo>
                  <a:cubicBezTo>
                    <a:pt x="2771" y="1207"/>
                    <a:pt x="2719" y="1246"/>
                    <a:pt x="2668" y="1298"/>
                  </a:cubicBezTo>
                  <a:cubicBezTo>
                    <a:pt x="2525" y="1655"/>
                    <a:pt x="2430" y="2012"/>
                    <a:pt x="2430" y="2393"/>
                  </a:cubicBezTo>
                  <a:cubicBezTo>
                    <a:pt x="2430" y="2703"/>
                    <a:pt x="2501" y="2989"/>
                    <a:pt x="2573" y="3298"/>
                  </a:cubicBezTo>
                  <a:cubicBezTo>
                    <a:pt x="2215" y="3370"/>
                    <a:pt x="1953" y="3679"/>
                    <a:pt x="1953" y="4060"/>
                  </a:cubicBezTo>
                  <a:cubicBezTo>
                    <a:pt x="1953" y="4322"/>
                    <a:pt x="2073" y="4561"/>
                    <a:pt x="2287" y="4680"/>
                  </a:cubicBezTo>
                  <a:cubicBezTo>
                    <a:pt x="2073" y="4846"/>
                    <a:pt x="1953" y="5084"/>
                    <a:pt x="1953" y="5323"/>
                  </a:cubicBezTo>
                  <a:cubicBezTo>
                    <a:pt x="1953" y="5585"/>
                    <a:pt x="2096" y="5846"/>
                    <a:pt x="2311" y="5966"/>
                  </a:cubicBezTo>
                  <a:cubicBezTo>
                    <a:pt x="2073" y="6085"/>
                    <a:pt x="1739" y="6299"/>
                    <a:pt x="1382" y="6561"/>
                  </a:cubicBezTo>
                  <a:cubicBezTo>
                    <a:pt x="525" y="7275"/>
                    <a:pt x="72" y="8133"/>
                    <a:pt x="72" y="9085"/>
                  </a:cubicBezTo>
                  <a:cubicBezTo>
                    <a:pt x="1" y="10014"/>
                    <a:pt x="763" y="10800"/>
                    <a:pt x="1715" y="10800"/>
                  </a:cubicBezTo>
                  <a:lnTo>
                    <a:pt x="7264" y="10800"/>
                  </a:lnTo>
                  <a:cubicBezTo>
                    <a:pt x="7312" y="10800"/>
                    <a:pt x="7383" y="10752"/>
                    <a:pt x="7431" y="10705"/>
                  </a:cubicBezTo>
                  <a:cubicBezTo>
                    <a:pt x="7931" y="10014"/>
                    <a:pt x="8098" y="9133"/>
                    <a:pt x="7883" y="8347"/>
                  </a:cubicBezTo>
                  <a:cubicBezTo>
                    <a:pt x="7870" y="8283"/>
                    <a:pt x="7802" y="8239"/>
                    <a:pt x="7726" y="8239"/>
                  </a:cubicBezTo>
                  <a:cubicBezTo>
                    <a:pt x="7662" y="8239"/>
                    <a:pt x="7594" y="8270"/>
                    <a:pt x="7550" y="8347"/>
                  </a:cubicBezTo>
                  <a:cubicBezTo>
                    <a:pt x="7740" y="9014"/>
                    <a:pt x="7645" y="9752"/>
                    <a:pt x="7264" y="10371"/>
                  </a:cubicBezTo>
                  <a:cubicBezTo>
                    <a:pt x="7216" y="10395"/>
                    <a:pt x="7169" y="10466"/>
                    <a:pt x="7097" y="10466"/>
                  </a:cubicBezTo>
                  <a:lnTo>
                    <a:pt x="1739" y="10466"/>
                  </a:lnTo>
                  <a:cubicBezTo>
                    <a:pt x="953" y="10466"/>
                    <a:pt x="310" y="9800"/>
                    <a:pt x="310" y="9038"/>
                  </a:cubicBezTo>
                  <a:cubicBezTo>
                    <a:pt x="310" y="8204"/>
                    <a:pt x="715" y="7466"/>
                    <a:pt x="1501" y="6799"/>
                  </a:cubicBezTo>
                  <a:cubicBezTo>
                    <a:pt x="2049" y="6347"/>
                    <a:pt x="2573" y="6108"/>
                    <a:pt x="2692" y="6085"/>
                  </a:cubicBezTo>
                  <a:lnTo>
                    <a:pt x="5311" y="6085"/>
                  </a:lnTo>
                  <a:cubicBezTo>
                    <a:pt x="5526" y="6180"/>
                    <a:pt x="6812" y="6751"/>
                    <a:pt x="7407" y="7895"/>
                  </a:cubicBezTo>
                  <a:cubicBezTo>
                    <a:pt x="7423" y="7958"/>
                    <a:pt x="7481" y="7990"/>
                    <a:pt x="7539" y="7990"/>
                  </a:cubicBezTo>
                  <a:cubicBezTo>
                    <a:pt x="7568" y="7990"/>
                    <a:pt x="7597" y="7982"/>
                    <a:pt x="7621" y="7966"/>
                  </a:cubicBezTo>
                  <a:cubicBezTo>
                    <a:pt x="7693" y="7942"/>
                    <a:pt x="7740" y="7823"/>
                    <a:pt x="7669" y="7752"/>
                  </a:cubicBezTo>
                  <a:cubicBezTo>
                    <a:pt x="7193" y="6799"/>
                    <a:pt x="6264" y="6228"/>
                    <a:pt x="5764" y="5966"/>
                  </a:cubicBezTo>
                  <a:cubicBezTo>
                    <a:pt x="5978" y="5823"/>
                    <a:pt x="6121" y="5585"/>
                    <a:pt x="6121" y="5323"/>
                  </a:cubicBezTo>
                  <a:cubicBezTo>
                    <a:pt x="6121" y="5037"/>
                    <a:pt x="6002" y="4799"/>
                    <a:pt x="5788" y="4680"/>
                  </a:cubicBezTo>
                  <a:cubicBezTo>
                    <a:pt x="6002" y="4537"/>
                    <a:pt x="6121" y="4299"/>
                    <a:pt x="6121" y="4060"/>
                  </a:cubicBezTo>
                  <a:cubicBezTo>
                    <a:pt x="6121" y="3679"/>
                    <a:pt x="5859" y="3346"/>
                    <a:pt x="5502" y="3298"/>
                  </a:cubicBezTo>
                  <a:cubicBezTo>
                    <a:pt x="5597" y="3013"/>
                    <a:pt x="5645" y="2727"/>
                    <a:pt x="5645" y="2393"/>
                  </a:cubicBezTo>
                  <a:cubicBezTo>
                    <a:pt x="5645" y="1893"/>
                    <a:pt x="5502" y="1393"/>
                    <a:pt x="5240" y="965"/>
                  </a:cubicBezTo>
                  <a:cubicBezTo>
                    <a:pt x="4954" y="560"/>
                    <a:pt x="4597" y="226"/>
                    <a:pt x="4192" y="36"/>
                  </a:cubicBezTo>
                  <a:cubicBezTo>
                    <a:pt x="4132" y="12"/>
                    <a:pt x="4073" y="0"/>
                    <a:pt x="40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8" name="Google Shape;21438;p96"/>
          <p:cNvGrpSpPr/>
          <p:nvPr/>
        </p:nvGrpSpPr>
        <p:grpSpPr>
          <a:xfrm>
            <a:off x="4768583" y="4008443"/>
            <a:ext cx="359301" cy="335326"/>
            <a:chOff x="4770543" y="4160843"/>
            <a:chExt cx="359301" cy="335326"/>
          </a:xfrm>
        </p:grpSpPr>
        <p:sp>
          <p:nvSpPr>
            <p:cNvPr id="21439" name="Google Shape;21439;p96"/>
            <p:cNvSpPr/>
            <p:nvPr/>
          </p:nvSpPr>
          <p:spPr>
            <a:xfrm>
              <a:off x="4770543" y="4166261"/>
              <a:ext cx="358522" cy="325301"/>
            </a:xfrm>
            <a:custGeom>
              <a:rect b="b" l="l" r="r" t="t"/>
              <a:pathLst>
                <a:path extrusionOk="0" h="10027" w="11051">
                  <a:moveTo>
                    <a:pt x="977" y="0"/>
                  </a:moveTo>
                  <a:cubicBezTo>
                    <a:pt x="334" y="0"/>
                    <a:pt x="0" y="786"/>
                    <a:pt x="453" y="1262"/>
                  </a:cubicBezTo>
                  <a:lnTo>
                    <a:pt x="477" y="1286"/>
                  </a:lnTo>
                  <a:cubicBezTo>
                    <a:pt x="620" y="1429"/>
                    <a:pt x="691" y="1620"/>
                    <a:pt x="691" y="1786"/>
                  </a:cubicBezTo>
                  <a:lnTo>
                    <a:pt x="691" y="8645"/>
                  </a:lnTo>
                  <a:cubicBezTo>
                    <a:pt x="691" y="9407"/>
                    <a:pt x="1310" y="10026"/>
                    <a:pt x="2096" y="10026"/>
                  </a:cubicBezTo>
                  <a:lnTo>
                    <a:pt x="8931" y="10026"/>
                  </a:lnTo>
                  <a:cubicBezTo>
                    <a:pt x="9717" y="10026"/>
                    <a:pt x="10336" y="9407"/>
                    <a:pt x="10336" y="8645"/>
                  </a:cubicBezTo>
                  <a:lnTo>
                    <a:pt x="10336" y="1786"/>
                  </a:lnTo>
                  <a:cubicBezTo>
                    <a:pt x="10336" y="1572"/>
                    <a:pt x="10431" y="1405"/>
                    <a:pt x="10550" y="1286"/>
                  </a:cubicBezTo>
                  <a:lnTo>
                    <a:pt x="10574" y="1262"/>
                  </a:lnTo>
                  <a:cubicBezTo>
                    <a:pt x="11050" y="786"/>
                    <a:pt x="10717" y="0"/>
                    <a:pt x="10074"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96"/>
            <p:cNvSpPr/>
            <p:nvPr/>
          </p:nvSpPr>
          <p:spPr>
            <a:xfrm>
              <a:off x="4772847" y="4167040"/>
              <a:ext cx="88892" cy="326047"/>
            </a:xfrm>
            <a:custGeom>
              <a:rect b="b" l="l" r="r" t="t"/>
              <a:pathLst>
                <a:path extrusionOk="0" h="10050" w="2740">
                  <a:moveTo>
                    <a:pt x="977" y="0"/>
                  </a:moveTo>
                  <a:cubicBezTo>
                    <a:pt x="310" y="0"/>
                    <a:pt x="1" y="786"/>
                    <a:pt x="429" y="1262"/>
                  </a:cubicBezTo>
                  <a:cubicBezTo>
                    <a:pt x="477" y="1286"/>
                    <a:pt x="477" y="1310"/>
                    <a:pt x="501" y="1310"/>
                  </a:cubicBezTo>
                  <a:cubicBezTo>
                    <a:pt x="620" y="1405"/>
                    <a:pt x="668" y="1524"/>
                    <a:pt x="668" y="1643"/>
                  </a:cubicBezTo>
                  <a:lnTo>
                    <a:pt x="668" y="9216"/>
                  </a:lnTo>
                  <a:cubicBezTo>
                    <a:pt x="668" y="9645"/>
                    <a:pt x="1072" y="10050"/>
                    <a:pt x="1501" y="10050"/>
                  </a:cubicBezTo>
                  <a:lnTo>
                    <a:pt x="2740" y="10050"/>
                  </a:lnTo>
                  <a:cubicBezTo>
                    <a:pt x="1906" y="10002"/>
                    <a:pt x="1263" y="9383"/>
                    <a:pt x="1263" y="8621"/>
                  </a:cubicBezTo>
                  <a:lnTo>
                    <a:pt x="1263" y="1643"/>
                  </a:lnTo>
                  <a:cubicBezTo>
                    <a:pt x="1263" y="1524"/>
                    <a:pt x="1215" y="1381"/>
                    <a:pt x="1120" y="1310"/>
                  </a:cubicBezTo>
                  <a:cubicBezTo>
                    <a:pt x="1096" y="1286"/>
                    <a:pt x="1072" y="1286"/>
                    <a:pt x="1072" y="1262"/>
                  </a:cubicBezTo>
                  <a:cubicBezTo>
                    <a:pt x="620" y="786"/>
                    <a:pt x="953" y="0"/>
                    <a:pt x="1596"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96"/>
            <p:cNvSpPr/>
            <p:nvPr/>
          </p:nvSpPr>
          <p:spPr>
            <a:xfrm>
              <a:off x="4823068" y="4251163"/>
              <a:ext cx="254998" cy="210260"/>
            </a:xfrm>
            <a:custGeom>
              <a:rect b="b" l="l" r="r" t="t"/>
              <a:pathLst>
                <a:path extrusionOk="0" h="6481" w="7860">
                  <a:moveTo>
                    <a:pt x="2254" y="1"/>
                  </a:moveTo>
                  <a:cubicBezTo>
                    <a:pt x="1701" y="1"/>
                    <a:pt x="1045" y="64"/>
                    <a:pt x="191" y="241"/>
                  </a:cubicBezTo>
                  <a:cubicBezTo>
                    <a:pt x="72" y="265"/>
                    <a:pt x="1" y="384"/>
                    <a:pt x="1" y="503"/>
                  </a:cubicBezTo>
                  <a:lnTo>
                    <a:pt x="1" y="5980"/>
                  </a:lnTo>
                  <a:cubicBezTo>
                    <a:pt x="1" y="6290"/>
                    <a:pt x="239" y="6480"/>
                    <a:pt x="501" y="6480"/>
                  </a:cubicBezTo>
                  <a:lnTo>
                    <a:pt x="7336" y="6480"/>
                  </a:lnTo>
                  <a:cubicBezTo>
                    <a:pt x="7645" y="6480"/>
                    <a:pt x="7860" y="6242"/>
                    <a:pt x="7860" y="5980"/>
                  </a:cubicBezTo>
                  <a:lnTo>
                    <a:pt x="7860" y="598"/>
                  </a:lnTo>
                  <a:cubicBezTo>
                    <a:pt x="7860" y="455"/>
                    <a:pt x="7693" y="336"/>
                    <a:pt x="7550" y="336"/>
                  </a:cubicBezTo>
                  <a:cubicBezTo>
                    <a:pt x="7007" y="396"/>
                    <a:pt x="6543" y="420"/>
                    <a:pt x="6133" y="420"/>
                  </a:cubicBezTo>
                  <a:cubicBezTo>
                    <a:pt x="4422" y="420"/>
                    <a:pt x="3674" y="1"/>
                    <a:pt x="2254"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96"/>
            <p:cNvSpPr/>
            <p:nvPr/>
          </p:nvSpPr>
          <p:spPr>
            <a:xfrm>
              <a:off x="4823068" y="4255867"/>
              <a:ext cx="44089" cy="207080"/>
            </a:xfrm>
            <a:custGeom>
              <a:rect b="b" l="l" r="r" t="t"/>
              <a:pathLst>
                <a:path extrusionOk="0" h="6383" w="1359">
                  <a:moveTo>
                    <a:pt x="834" y="1"/>
                  </a:moveTo>
                  <a:cubicBezTo>
                    <a:pt x="620" y="48"/>
                    <a:pt x="406" y="72"/>
                    <a:pt x="191" y="120"/>
                  </a:cubicBezTo>
                  <a:cubicBezTo>
                    <a:pt x="72" y="167"/>
                    <a:pt x="1" y="286"/>
                    <a:pt x="1" y="406"/>
                  </a:cubicBezTo>
                  <a:lnTo>
                    <a:pt x="1" y="5883"/>
                  </a:lnTo>
                  <a:cubicBezTo>
                    <a:pt x="1" y="6169"/>
                    <a:pt x="239" y="6383"/>
                    <a:pt x="501" y="6383"/>
                  </a:cubicBezTo>
                  <a:lnTo>
                    <a:pt x="1358" y="6383"/>
                  </a:lnTo>
                  <a:cubicBezTo>
                    <a:pt x="1072" y="6383"/>
                    <a:pt x="834" y="6145"/>
                    <a:pt x="834" y="5883"/>
                  </a:cubicBezTo>
                  <a:lnTo>
                    <a:pt x="8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96"/>
            <p:cNvSpPr/>
            <p:nvPr/>
          </p:nvSpPr>
          <p:spPr>
            <a:xfrm>
              <a:off x="4874067" y="4195200"/>
              <a:ext cx="10836" cy="22483"/>
            </a:xfrm>
            <a:custGeom>
              <a:rect b="b" l="l" r="r" t="t"/>
              <a:pathLst>
                <a:path extrusionOk="0" h="693" w="334">
                  <a:moveTo>
                    <a:pt x="161" y="0"/>
                  </a:moveTo>
                  <a:cubicBezTo>
                    <a:pt x="80" y="0"/>
                    <a:pt x="1" y="78"/>
                    <a:pt x="1" y="156"/>
                  </a:cubicBezTo>
                  <a:lnTo>
                    <a:pt x="1" y="537"/>
                  </a:lnTo>
                  <a:cubicBezTo>
                    <a:pt x="1" y="632"/>
                    <a:pt x="48" y="680"/>
                    <a:pt x="120" y="680"/>
                  </a:cubicBezTo>
                  <a:cubicBezTo>
                    <a:pt x="141" y="689"/>
                    <a:pt x="163" y="693"/>
                    <a:pt x="182" y="693"/>
                  </a:cubicBezTo>
                  <a:cubicBezTo>
                    <a:pt x="270" y="693"/>
                    <a:pt x="334" y="615"/>
                    <a:pt x="334" y="537"/>
                  </a:cubicBezTo>
                  <a:lnTo>
                    <a:pt x="334" y="156"/>
                  </a:lnTo>
                  <a:cubicBezTo>
                    <a:pt x="334" y="61"/>
                    <a:pt x="262" y="13"/>
                    <a:pt x="215" y="13"/>
                  </a:cubicBezTo>
                  <a:cubicBezTo>
                    <a:pt x="197" y="4"/>
                    <a:pt x="179" y="0"/>
                    <a:pt x="1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96"/>
            <p:cNvSpPr/>
            <p:nvPr/>
          </p:nvSpPr>
          <p:spPr>
            <a:xfrm>
              <a:off x="5016230" y="4195200"/>
              <a:ext cx="10057" cy="22483"/>
            </a:xfrm>
            <a:custGeom>
              <a:rect b="b" l="l" r="r" t="t"/>
              <a:pathLst>
                <a:path extrusionOk="0" h="693" w="310">
                  <a:moveTo>
                    <a:pt x="148" y="0"/>
                  </a:moveTo>
                  <a:cubicBezTo>
                    <a:pt x="80" y="0"/>
                    <a:pt x="0" y="78"/>
                    <a:pt x="0" y="156"/>
                  </a:cubicBezTo>
                  <a:lnTo>
                    <a:pt x="0" y="537"/>
                  </a:lnTo>
                  <a:cubicBezTo>
                    <a:pt x="0" y="632"/>
                    <a:pt x="48" y="680"/>
                    <a:pt x="119" y="680"/>
                  </a:cubicBezTo>
                  <a:cubicBezTo>
                    <a:pt x="141" y="689"/>
                    <a:pt x="162" y="693"/>
                    <a:pt x="180" y="693"/>
                  </a:cubicBezTo>
                  <a:cubicBezTo>
                    <a:pt x="262" y="693"/>
                    <a:pt x="310" y="615"/>
                    <a:pt x="310" y="537"/>
                  </a:cubicBezTo>
                  <a:lnTo>
                    <a:pt x="310" y="156"/>
                  </a:lnTo>
                  <a:cubicBezTo>
                    <a:pt x="310" y="61"/>
                    <a:pt x="262" y="13"/>
                    <a:pt x="191" y="13"/>
                  </a:cubicBezTo>
                  <a:cubicBezTo>
                    <a:pt x="178" y="4"/>
                    <a:pt x="163" y="0"/>
                    <a:pt x="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96"/>
            <p:cNvSpPr/>
            <p:nvPr/>
          </p:nvSpPr>
          <p:spPr>
            <a:xfrm>
              <a:off x="4925845" y="4205549"/>
              <a:ext cx="47918" cy="18687"/>
            </a:xfrm>
            <a:custGeom>
              <a:rect b="b" l="l" r="r" t="t"/>
              <a:pathLst>
                <a:path extrusionOk="0" h="576" w="1477">
                  <a:moveTo>
                    <a:pt x="1263" y="0"/>
                  </a:moveTo>
                  <a:cubicBezTo>
                    <a:pt x="1215" y="0"/>
                    <a:pt x="1169" y="24"/>
                    <a:pt x="1143" y="75"/>
                  </a:cubicBezTo>
                  <a:cubicBezTo>
                    <a:pt x="1048" y="194"/>
                    <a:pt x="881" y="242"/>
                    <a:pt x="715" y="242"/>
                  </a:cubicBezTo>
                  <a:cubicBezTo>
                    <a:pt x="572" y="242"/>
                    <a:pt x="405" y="194"/>
                    <a:pt x="310" y="75"/>
                  </a:cubicBezTo>
                  <a:cubicBezTo>
                    <a:pt x="270" y="36"/>
                    <a:pt x="231" y="18"/>
                    <a:pt x="188" y="18"/>
                  </a:cubicBezTo>
                  <a:cubicBezTo>
                    <a:pt x="152" y="18"/>
                    <a:pt x="114" y="30"/>
                    <a:pt x="72" y="51"/>
                  </a:cubicBezTo>
                  <a:cubicBezTo>
                    <a:pt x="0" y="99"/>
                    <a:pt x="0" y="194"/>
                    <a:pt x="48" y="290"/>
                  </a:cubicBezTo>
                  <a:cubicBezTo>
                    <a:pt x="238" y="480"/>
                    <a:pt x="476" y="575"/>
                    <a:pt x="738" y="575"/>
                  </a:cubicBezTo>
                  <a:cubicBezTo>
                    <a:pt x="1024" y="575"/>
                    <a:pt x="1262" y="456"/>
                    <a:pt x="1405" y="290"/>
                  </a:cubicBezTo>
                  <a:cubicBezTo>
                    <a:pt x="1477" y="218"/>
                    <a:pt x="1477" y="99"/>
                    <a:pt x="1381" y="51"/>
                  </a:cubicBezTo>
                  <a:cubicBezTo>
                    <a:pt x="1348" y="18"/>
                    <a:pt x="1305" y="0"/>
                    <a:pt x="1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96"/>
            <p:cNvSpPr/>
            <p:nvPr/>
          </p:nvSpPr>
          <p:spPr>
            <a:xfrm>
              <a:off x="4774404" y="4160843"/>
              <a:ext cx="355440" cy="335326"/>
            </a:xfrm>
            <a:custGeom>
              <a:rect b="b" l="l" r="r" t="t"/>
              <a:pathLst>
                <a:path extrusionOk="0" h="10336" w="10956">
                  <a:moveTo>
                    <a:pt x="612" y="4645"/>
                  </a:moveTo>
                  <a:cubicBezTo>
                    <a:pt x="524" y="4645"/>
                    <a:pt x="453" y="4718"/>
                    <a:pt x="453" y="4811"/>
                  </a:cubicBezTo>
                  <a:lnTo>
                    <a:pt x="453" y="8764"/>
                  </a:lnTo>
                  <a:cubicBezTo>
                    <a:pt x="453" y="9109"/>
                    <a:pt x="569" y="9431"/>
                    <a:pt x="763" y="9692"/>
                  </a:cubicBezTo>
                  <a:lnTo>
                    <a:pt x="763" y="9692"/>
                  </a:lnTo>
                  <a:lnTo>
                    <a:pt x="763" y="4740"/>
                  </a:lnTo>
                  <a:lnTo>
                    <a:pt x="763" y="4716"/>
                  </a:lnTo>
                  <a:cubicBezTo>
                    <a:pt x="713" y="4666"/>
                    <a:pt x="660" y="4645"/>
                    <a:pt x="612" y="4645"/>
                  </a:cubicBezTo>
                  <a:close/>
                  <a:moveTo>
                    <a:pt x="763" y="9692"/>
                  </a:moveTo>
                  <a:lnTo>
                    <a:pt x="763" y="9812"/>
                  </a:lnTo>
                  <a:cubicBezTo>
                    <a:pt x="763" y="9907"/>
                    <a:pt x="858" y="10003"/>
                    <a:pt x="953" y="10003"/>
                  </a:cubicBezTo>
                  <a:lnTo>
                    <a:pt x="1065" y="10003"/>
                  </a:lnTo>
                  <a:cubicBezTo>
                    <a:pt x="951" y="9913"/>
                    <a:pt x="849" y="9809"/>
                    <a:pt x="763" y="9692"/>
                  </a:cubicBezTo>
                  <a:close/>
                  <a:moveTo>
                    <a:pt x="929" y="0"/>
                  </a:moveTo>
                  <a:cubicBezTo>
                    <a:pt x="453" y="0"/>
                    <a:pt x="24" y="382"/>
                    <a:pt x="0" y="858"/>
                  </a:cubicBezTo>
                  <a:cubicBezTo>
                    <a:pt x="0" y="1096"/>
                    <a:pt x="96" y="1310"/>
                    <a:pt x="239" y="1477"/>
                  </a:cubicBezTo>
                  <a:cubicBezTo>
                    <a:pt x="358" y="1596"/>
                    <a:pt x="429" y="1739"/>
                    <a:pt x="429" y="1906"/>
                  </a:cubicBezTo>
                  <a:lnTo>
                    <a:pt x="429" y="4168"/>
                  </a:lnTo>
                  <a:cubicBezTo>
                    <a:pt x="429" y="4216"/>
                    <a:pt x="477" y="4311"/>
                    <a:pt x="548" y="4311"/>
                  </a:cubicBezTo>
                  <a:cubicBezTo>
                    <a:pt x="556" y="4313"/>
                    <a:pt x="564" y="4315"/>
                    <a:pt x="572" y="4315"/>
                  </a:cubicBezTo>
                  <a:cubicBezTo>
                    <a:pt x="639" y="4315"/>
                    <a:pt x="715" y="4232"/>
                    <a:pt x="715" y="4168"/>
                  </a:cubicBezTo>
                  <a:lnTo>
                    <a:pt x="715" y="1906"/>
                  </a:lnTo>
                  <a:cubicBezTo>
                    <a:pt x="715" y="1668"/>
                    <a:pt x="596" y="1406"/>
                    <a:pt x="453" y="1239"/>
                  </a:cubicBezTo>
                  <a:cubicBezTo>
                    <a:pt x="239" y="1025"/>
                    <a:pt x="262" y="786"/>
                    <a:pt x="334" y="620"/>
                  </a:cubicBezTo>
                  <a:cubicBezTo>
                    <a:pt x="381" y="429"/>
                    <a:pt x="572" y="262"/>
                    <a:pt x="858" y="262"/>
                  </a:cubicBezTo>
                  <a:lnTo>
                    <a:pt x="9955" y="262"/>
                  </a:lnTo>
                  <a:cubicBezTo>
                    <a:pt x="10217" y="262"/>
                    <a:pt x="10384" y="429"/>
                    <a:pt x="10479" y="620"/>
                  </a:cubicBezTo>
                  <a:cubicBezTo>
                    <a:pt x="10550" y="786"/>
                    <a:pt x="10574" y="1025"/>
                    <a:pt x="10360" y="1239"/>
                  </a:cubicBezTo>
                  <a:cubicBezTo>
                    <a:pt x="10169" y="1429"/>
                    <a:pt x="10098" y="1620"/>
                    <a:pt x="10098" y="1906"/>
                  </a:cubicBezTo>
                  <a:lnTo>
                    <a:pt x="10098" y="8740"/>
                  </a:lnTo>
                  <a:cubicBezTo>
                    <a:pt x="10098" y="9431"/>
                    <a:pt x="9526" y="10003"/>
                    <a:pt x="8836" y="10003"/>
                  </a:cubicBezTo>
                  <a:lnTo>
                    <a:pt x="1065" y="10003"/>
                  </a:lnTo>
                  <a:cubicBezTo>
                    <a:pt x="1332" y="10211"/>
                    <a:pt x="1666" y="10336"/>
                    <a:pt x="2025" y="10336"/>
                  </a:cubicBezTo>
                  <a:lnTo>
                    <a:pt x="8859" y="10336"/>
                  </a:lnTo>
                  <a:cubicBezTo>
                    <a:pt x="9741" y="10336"/>
                    <a:pt x="10455" y="9645"/>
                    <a:pt x="10455" y="8764"/>
                  </a:cubicBezTo>
                  <a:lnTo>
                    <a:pt x="10455" y="1929"/>
                  </a:lnTo>
                  <a:cubicBezTo>
                    <a:pt x="10455" y="1739"/>
                    <a:pt x="10526" y="1620"/>
                    <a:pt x="10622" y="1501"/>
                  </a:cubicBezTo>
                  <a:cubicBezTo>
                    <a:pt x="10860" y="1239"/>
                    <a:pt x="10955" y="882"/>
                    <a:pt x="10812" y="524"/>
                  </a:cubicBezTo>
                  <a:cubicBezTo>
                    <a:pt x="10622" y="191"/>
                    <a:pt x="10336" y="0"/>
                    <a:pt x="9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96"/>
            <p:cNvSpPr/>
            <p:nvPr/>
          </p:nvSpPr>
          <p:spPr>
            <a:xfrm>
              <a:off x="4816904" y="4245842"/>
              <a:ext cx="265801" cy="221744"/>
            </a:xfrm>
            <a:custGeom>
              <a:rect b="b" l="l" r="r" t="t"/>
              <a:pathLst>
                <a:path extrusionOk="0" h="6835" w="8193">
                  <a:moveTo>
                    <a:pt x="2437" y="1"/>
                  </a:moveTo>
                  <a:cubicBezTo>
                    <a:pt x="1874" y="1"/>
                    <a:pt x="1206" y="68"/>
                    <a:pt x="334" y="262"/>
                  </a:cubicBezTo>
                  <a:cubicBezTo>
                    <a:pt x="143" y="286"/>
                    <a:pt x="0" y="476"/>
                    <a:pt x="0" y="667"/>
                  </a:cubicBezTo>
                  <a:lnTo>
                    <a:pt x="0" y="6144"/>
                  </a:lnTo>
                  <a:cubicBezTo>
                    <a:pt x="0" y="6549"/>
                    <a:pt x="310" y="6835"/>
                    <a:pt x="691" y="6835"/>
                  </a:cubicBezTo>
                  <a:lnTo>
                    <a:pt x="8050" y="6835"/>
                  </a:lnTo>
                  <a:cubicBezTo>
                    <a:pt x="8121" y="6835"/>
                    <a:pt x="8192" y="6787"/>
                    <a:pt x="8192" y="6692"/>
                  </a:cubicBezTo>
                  <a:lnTo>
                    <a:pt x="8192" y="4787"/>
                  </a:lnTo>
                  <a:lnTo>
                    <a:pt x="8192" y="4763"/>
                  </a:lnTo>
                  <a:cubicBezTo>
                    <a:pt x="8148" y="4700"/>
                    <a:pt x="8093" y="4675"/>
                    <a:pt x="8042" y="4675"/>
                  </a:cubicBezTo>
                  <a:cubicBezTo>
                    <a:pt x="7957" y="4675"/>
                    <a:pt x="7883" y="4745"/>
                    <a:pt x="7883" y="4834"/>
                  </a:cubicBezTo>
                  <a:lnTo>
                    <a:pt x="7883" y="6144"/>
                  </a:lnTo>
                  <a:cubicBezTo>
                    <a:pt x="7883" y="6359"/>
                    <a:pt x="7740" y="6501"/>
                    <a:pt x="7526" y="6501"/>
                  </a:cubicBezTo>
                  <a:lnTo>
                    <a:pt x="691" y="6501"/>
                  </a:lnTo>
                  <a:cubicBezTo>
                    <a:pt x="477" y="6501"/>
                    <a:pt x="334" y="6359"/>
                    <a:pt x="334" y="6144"/>
                  </a:cubicBezTo>
                  <a:lnTo>
                    <a:pt x="334" y="667"/>
                  </a:lnTo>
                  <a:cubicBezTo>
                    <a:pt x="334" y="619"/>
                    <a:pt x="357" y="595"/>
                    <a:pt x="429" y="548"/>
                  </a:cubicBezTo>
                  <a:cubicBezTo>
                    <a:pt x="1283" y="373"/>
                    <a:pt x="1940" y="308"/>
                    <a:pt x="2494" y="308"/>
                  </a:cubicBezTo>
                  <a:cubicBezTo>
                    <a:pt x="3145" y="308"/>
                    <a:pt x="3653" y="397"/>
                    <a:pt x="4168" y="500"/>
                  </a:cubicBezTo>
                  <a:cubicBezTo>
                    <a:pt x="4767" y="600"/>
                    <a:pt x="5436" y="723"/>
                    <a:pt x="6370" y="723"/>
                  </a:cubicBezTo>
                  <a:cubicBezTo>
                    <a:pt x="6773" y="723"/>
                    <a:pt x="7224" y="700"/>
                    <a:pt x="7740" y="643"/>
                  </a:cubicBezTo>
                  <a:cubicBezTo>
                    <a:pt x="7811" y="643"/>
                    <a:pt x="7859" y="715"/>
                    <a:pt x="7859" y="762"/>
                  </a:cubicBezTo>
                  <a:lnTo>
                    <a:pt x="7859" y="4215"/>
                  </a:lnTo>
                  <a:cubicBezTo>
                    <a:pt x="7859" y="4310"/>
                    <a:pt x="7930" y="4358"/>
                    <a:pt x="8002" y="4358"/>
                  </a:cubicBezTo>
                  <a:cubicBezTo>
                    <a:pt x="8097" y="4358"/>
                    <a:pt x="8169" y="4310"/>
                    <a:pt x="8169" y="4215"/>
                  </a:cubicBezTo>
                  <a:lnTo>
                    <a:pt x="8169" y="762"/>
                  </a:lnTo>
                  <a:cubicBezTo>
                    <a:pt x="8169" y="527"/>
                    <a:pt x="7977" y="350"/>
                    <a:pt x="7749" y="350"/>
                  </a:cubicBezTo>
                  <a:cubicBezTo>
                    <a:pt x="7723" y="350"/>
                    <a:pt x="7696" y="352"/>
                    <a:pt x="7669" y="357"/>
                  </a:cubicBezTo>
                  <a:cubicBezTo>
                    <a:pt x="7145" y="409"/>
                    <a:pt x="6698" y="431"/>
                    <a:pt x="6305" y="431"/>
                  </a:cubicBezTo>
                  <a:cubicBezTo>
                    <a:pt x="5429" y="431"/>
                    <a:pt x="4816" y="322"/>
                    <a:pt x="4192" y="191"/>
                  </a:cubicBezTo>
                  <a:cubicBezTo>
                    <a:pt x="3644" y="99"/>
                    <a:pt x="3118" y="1"/>
                    <a:pt x="2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96"/>
            <p:cNvSpPr/>
            <p:nvPr/>
          </p:nvSpPr>
          <p:spPr>
            <a:xfrm>
              <a:off x="4930452" y="4435891"/>
              <a:ext cx="38671" cy="10836"/>
            </a:xfrm>
            <a:custGeom>
              <a:rect b="b" l="l" r="r" t="t"/>
              <a:pathLst>
                <a:path extrusionOk="0" h="334" w="1192">
                  <a:moveTo>
                    <a:pt x="192" y="0"/>
                  </a:moveTo>
                  <a:cubicBezTo>
                    <a:pt x="96" y="0"/>
                    <a:pt x="49" y="48"/>
                    <a:pt x="49" y="119"/>
                  </a:cubicBezTo>
                  <a:cubicBezTo>
                    <a:pt x="1" y="215"/>
                    <a:pt x="96" y="334"/>
                    <a:pt x="192" y="334"/>
                  </a:cubicBezTo>
                  <a:lnTo>
                    <a:pt x="1049" y="334"/>
                  </a:lnTo>
                  <a:cubicBezTo>
                    <a:pt x="1144" y="334"/>
                    <a:pt x="1192" y="262"/>
                    <a:pt x="1192" y="215"/>
                  </a:cubicBezTo>
                  <a:cubicBezTo>
                    <a:pt x="1192" y="119"/>
                    <a:pt x="1144" y="0"/>
                    <a:pt x="1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96"/>
            <p:cNvSpPr/>
            <p:nvPr/>
          </p:nvSpPr>
          <p:spPr>
            <a:xfrm>
              <a:off x="4930452" y="4413473"/>
              <a:ext cx="38671" cy="10868"/>
            </a:xfrm>
            <a:custGeom>
              <a:rect b="b" l="l" r="r" t="t"/>
              <a:pathLst>
                <a:path extrusionOk="0" h="335" w="1192">
                  <a:moveTo>
                    <a:pt x="192" y="1"/>
                  </a:moveTo>
                  <a:cubicBezTo>
                    <a:pt x="96" y="1"/>
                    <a:pt x="49" y="72"/>
                    <a:pt x="49" y="120"/>
                  </a:cubicBezTo>
                  <a:cubicBezTo>
                    <a:pt x="1" y="215"/>
                    <a:pt x="96" y="334"/>
                    <a:pt x="192" y="334"/>
                  </a:cubicBezTo>
                  <a:lnTo>
                    <a:pt x="1049" y="334"/>
                  </a:lnTo>
                  <a:cubicBezTo>
                    <a:pt x="1144" y="334"/>
                    <a:pt x="1192" y="263"/>
                    <a:pt x="1192" y="215"/>
                  </a:cubicBezTo>
                  <a:cubicBezTo>
                    <a:pt x="1192" y="96"/>
                    <a:pt x="1144" y="1"/>
                    <a:pt x="1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96"/>
            <p:cNvSpPr/>
            <p:nvPr/>
          </p:nvSpPr>
          <p:spPr>
            <a:xfrm>
              <a:off x="4930452" y="4391087"/>
              <a:ext cx="38671" cy="10836"/>
            </a:xfrm>
            <a:custGeom>
              <a:rect b="b" l="l" r="r" t="t"/>
              <a:pathLst>
                <a:path extrusionOk="0" h="334" w="1192">
                  <a:moveTo>
                    <a:pt x="192" y="0"/>
                  </a:moveTo>
                  <a:cubicBezTo>
                    <a:pt x="96" y="0"/>
                    <a:pt x="49" y="72"/>
                    <a:pt x="49" y="119"/>
                  </a:cubicBezTo>
                  <a:cubicBezTo>
                    <a:pt x="1" y="215"/>
                    <a:pt x="96" y="334"/>
                    <a:pt x="192" y="334"/>
                  </a:cubicBezTo>
                  <a:lnTo>
                    <a:pt x="1049" y="334"/>
                  </a:lnTo>
                  <a:cubicBezTo>
                    <a:pt x="1144" y="334"/>
                    <a:pt x="1192" y="262"/>
                    <a:pt x="1192" y="215"/>
                  </a:cubicBezTo>
                  <a:cubicBezTo>
                    <a:pt x="1192" y="95"/>
                    <a:pt x="1144" y="0"/>
                    <a:pt x="1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96"/>
            <p:cNvSpPr/>
            <p:nvPr/>
          </p:nvSpPr>
          <p:spPr>
            <a:xfrm>
              <a:off x="4921985" y="4369448"/>
              <a:ext cx="57196" cy="10057"/>
            </a:xfrm>
            <a:custGeom>
              <a:rect b="b" l="l" r="r" t="t"/>
              <a:pathLst>
                <a:path extrusionOk="0" h="310" w="1763">
                  <a:moveTo>
                    <a:pt x="191" y="0"/>
                  </a:moveTo>
                  <a:cubicBezTo>
                    <a:pt x="95" y="0"/>
                    <a:pt x="48" y="48"/>
                    <a:pt x="48" y="119"/>
                  </a:cubicBezTo>
                  <a:cubicBezTo>
                    <a:pt x="0" y="191"/>
                    <a:pt x="95" y="310"/>
                    <a:pt x="191" y="310"/>
                  </a:cubicBezTo>
                  <a:lnTo>
                    <a:pt x="1596" y="310"/>
                  </a:lnTo>
                  <a:cubicBezTo>
                    <a:pt x="1667" y="310"/>
                    <a:pt x="1762" y="239"/>
                    <a:pt x="1738" y="119"/>
                  </a:cubicBezTo>
                  <a:cubicBezTo>
                    <a:pt x="1715" y="48"/>
                    <a:pt x="1619" y="0"/>
                    <a:pt x="1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96"/>
            <p:cNvSpPr/>
            <p:nvPr/>
          </p:nvSpPr>
          <p:spPr>
            <a:xfrm>
              <a:off x="4929706" y="4347031"/>
              <a:ext cx="39418" cy="10868"/>
            </a:xfrm>
            <a:custGeom>
              <a:rect b="b" l="l" r="r" t="t"/>
              <a:pathLst>
                <a:path extrusionOk="0" h="335" w="1215">
                  <a:moveTo>
                    <a:pt x="191" y="1"/>
                  </a:moveTo>
                  <a:cubicBezTo>
                    <a:pt x="95" y="1"/>
                    <a:pt x="24" y="48"/>
                    <a:pt x="24" y="120"/>
                  </a:cubicBezTo>
                  <a:cubicBezTo>
                    <a:pt x="0" y="239"/>
                    <a:pt x="95" y="334"/>
                    <a:pt x="191" y="334"/>
                  </a:cubicBezTo>
                  <a:lnTo>
                    <a:pt x="1048" y="334"/>
                  </a:lnTo>
                  <a:cubicBezTo>
                    <a:pt x="1143" y="334"/>
                    <a:pt x="1191" y="263"/>
                    <a:pt x="1191" y="215"/>
                  </a:cubicBezTo>
                  <a:cubicBezTo>
                    <a:pt x="1215" y="120"/>
                    <a:pt x="1143" y="1"/>
                    <a:pt x="1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96"/>
            <p:cNvSpPr/>
            <p:nvPr/>
          </p:nvSpPr>
          <p:spPr>
            <a:xfrm>
              <a:off x="4929706" y="4324645"/>
              <a:ext cx="39418" cy="10836"/>
            </a:xfrm>
            <a:custGeom>
              <a:rect b="b" l="l" r="r" t="t"/>
              <a:pathLst>
                <a:path extrusionOk="0" h="334" w="1215">
                  <a:moveTo>
                    <a:pt x="191" y="0"/>
                  </a:moveTo>
                  <a:cubicBezTo>
                    <a:pt x="95" y="0"/>
                    <a:pt x="24" y="72"/>
                    <a:pt x="24" y="119"/>
                  </a:cubicBezTo>
                  <a:cubicBezTo>
                    <a:pt x="0" y="238"/>
                    <a:pt x="95" y="334"/>
                    <a:pt x="191" y="334"/>
                  </a:cubicBezTo>
                  <a:lnTo>
                    <a:pt x="1048" y="334"/>
                  </a:lnTo>
                  <a:cubicBezTo>
                    <a:pt x="1143" y="334"/>
                    <a:pt x="1191" y="262"/>
                    <a:pt x="1191" y="214"/>
                  </a:cubicBezTo>
                  <a:cubicBezTo>
                    <a:pt x="1215" y="119"/>
                    <a:pt x="1143"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96"/>
            <p:cNvSpPr/>
            <p:nvPr/>
          </p:nvSpPr>
          <p:spPr>
            <a:xfrm>
              <a:off x="4929706" y="4302227"/>
              <a:ext cx="39418" cy="10836"/>
            </a:xfrm>
            <a:custGeom>
              <a:rect b="b" l="l" r="r" t="t"/>
              <a:pathLst>
                <a:path extrusionOk="0" h="334" w="1215">
                  <a:moveTo>
                    <a:pt x="191" y="1"/>
                  </a:moveTo>
                  <a:cubicBezTo>
                    <a:pt x="95" y="1"/>
                    <a:pt x="24" y="72"/>
                    <a:pt x="24" y="120"/>
                  </a:cubicBezTo>
                  <a:cubicBezTo>
                    <a:pt x="0" y="239"/>
                    <a:pt x="95" y="334"/>
                    <a:pt x="191" y="334"/>
                  </a:cubicBezTo>
                  <a:lnTo>
                    <a:pt x="1048" y="334"/>
                  </a:lnTo>
                  <a:cubicBezTo>
                    <a:pt x="1143" y="334"/>
                    <a:pt x="1191" y="286"/>
                    <a:pt x="1191" y="215"/>
                  </a:cubicBezTo>
                  <a:cubicBezTo>
                    <a:pt x="1215" y="120"/>
                    <a:pt x="1143" y="1"/>
                    <a:pt x="1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96"/>
            <p:cNvSpPr/>
            <p:nvPr/>
          </p:nvSpPr>
          <p:spPr>
            <a:xfrm>
              <a:off x="4921985" y="4280588"/>
              <a:ext cx="56418" cy="10090"/>
            </a:xfrm>
            <a:custGeom>
              <a:rect b="b" l="l" r="r" t="t"/>
              <a:pathLst>
                <a:path extrusionOk="0" h="311" w="1739">
                  <a:moveTo>
                    <a:pt x="191" y="1"/>
                  </a:moveTo>
                  <a:cubicBezTo>
                    <a:pt x="95" y="1"/>
                    <a:pt x="48" y="48"/>
                    <a:pt x="48" y="96"/>
                  </a:cubicBezTo>
                  <a:cubicBezTo>
                    <a:pt x="0" y="191"/>
                    <a:pt x="95" y="310"/>
                    <a:pt x="191" y="310"/>
                  </a:cubicBezTo>
                  <a:lnTo>
                    <a:pt x="1548" y="310"/>
                  </a:lnTo>
                  <a:cubicBezTo>
                    <a:pt x="1643" y="310"/>
                    <a:pt x="1715" y="263"/>
                    <a:pt x="1715" y="191"/>
                  </a:cubicBezTo>
                  <a:cubicBezTo>
                    <a:pt x="1738" y="72"/>
                    <a:pt x="1643" y="1"/>
                    <a:pt x="1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6" name="Google Shape;21456;p96"/>
          <p:cNvGrpSpPr/>
          <p:nvPr/>
        </p:nvGrpSpPr>
        <p:grpSpPr>
          <a:xfrm>
            <a:off x="5519562" y="4013277"/>
            <a:ext cx="351547" cy="320467"/>
            <a:chOff x="5521522" y="4165677"/>
            <a:chExt cx="351547" cy="320467"/>
          </a:xfrm>
        </p:grpSpPr>
        <p:sp>
          <p:nvSpPr>
            <p:cNvPr id="21457" name="Google Shape;21457;p96"/>
            <p:cNvSpPr/>
            <p:nvPr/>
          </p:nvSpPr>
          <p:spPr>
            <a:xfrm>
              <a:off x="5577907" y="4218007"/>
              <a:ext cx="234916" cy="236441"/>
            </a:xfrm>
            <a:custGeom>
              <a:rect b="b" l="l" r="r" t="t"/>
              <a:pathLst>
                <a:path extrusionOk="0" h="7288" w="7241">
                  <a:moveTo>
                    <a:pt x="3644" y="1"/>
                  </a:moveTo>
                  <a:cubicBezTo>
                    <a:pt x="2644" y="1"/>
                    <a:pt x="1763" y="406"/>
                    <a:pt x="1072" y="1072"/>
                  </a:cubicBezTo>
                  <a:cubicBezTo>
                    <a:pt x="382" y="1763"/>
                    <a:pt x="1" y="2668"/>
                    <a:pt x="1" y="3644"/>
                  </a:cubicBezTo>
                  <a:cubicBezTo>
                    <a:pt x="1" y="4621"/>
                    <a:pt x="382" y="5526"/>
                    <a:pt x="1072" y="6192"/>
                  </a:cubicBezTo>
                  <a:cubicBezTo>
                    <a:pt x="1763" y="6883"/>
                    <a:pt x="2668" y="7288"/>
                    <a:pt x="3644" y="7288"/>
                  </a:cubicBezTo>
                  <a:cubicBezTo>
                    <a:pt x="5621" y="7288"/>
                    <a:pt x="7240" y="5669"/>
                    <a:pt x="7240" y="3621"/>
                  </a:cubicBezTo>
                  <a:cubicBezTo>
                    <a:pt x="7240" y="1620"/>
                    <a:pt x="5621" y="1"/>
                    <a:pt x="364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96"/>
            <p:cNvSpPr/>
            <p:nvPr/>
          </p:nvSpPr>
          <p:spPr>
            <a:xfrm>
              <a:off x="5603407" y="4244285"/>
              <a:ext cx="185441" cy="185441"/>
            </a:xfrm>
            <a:custGeom>
              <a:rect b="b" l="l" r="r" t="t"/>
              <a:pathLst>
                <a:path extrusionOk="0" h="5716" w="5716">
                  <a:moveTo>
                    <a:pt x="2858" y="0"/>
                  </a:moveTo>
                  <a:cubicBezTo>
                    <a:pt x="1263" y="0"/>
                    <a:pt x="0" y="1286"/>
                    <a:pt x="0" y="2858"/>
                  </a:cubicBezTo>
                  <a:cubicBezTo>
                    <a:pt x="0" y="4454"/>
                    <a:pt x="1263" y="5716"/>
                    <a:pt x="2858" y="5716"/>
                  </a:cubicBezTo>
                  <a:cubicBezTo>
                    <a:pt x="4430" y="5716"/>
                    <a:pt x="5716" y="4454"/>
                    <a:pt x="5716" y="2858"/>
                  </a:cubicBezTo>
                  <a:cubicBezTo>
                    <a:pt x="5716" y="1286"/>
                    <a:pt x="4430" y="0"/>
                    <a:pt x="2858"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96"/>
            <p:cNvSpPr/>
            <p:nvPr/>
          </p:nvSpPr>
          <p:spPr>
            <a:xfrm>
              <a:off x="5603407" y="4244285"/>
              <a:ext cx="102778" cy="185441"/>
            </a:xfrm>
            <a:custGeom>
              <a:rect b="b" l="l" r="r" t="t"/>
              <a:pathLst>
                <a:path extrusionOk="0" h="5716" w="3168">
                  <a:moveTo>
                    <a:pt x="2858" y="0"/>
                  </a:moveTo>
                  <a:cubicBezTo>
                    <a:pt x="1263" y="0"/>
                    <a:pt x="0" y="1286"/>
                    <a:pt x="0" y="2858"/>
                  </a:cubicBezTo>
                  <a:cubicBezTo>
                    <a:pt x="0" y="4454"/>
                    <a:pt x="1263" y="5716"/>
                    <a:pt x="2858" y="5716"/>
                  </a:cubicBezTo>
                  <a:cubicBezTo>
                    <a:pt x="2977" y="5716"/>
                    <a:pt x="3049" y="5716"/>
                    <a:pt x="3168" y="5692"/>
                  </a:cubicBezTo>
                  <a:cubicBezTo>
                    <a:pt x="1739" y="5549"/>
                    <a:pt x="643" y="4335"/>
                    <a:pt x="643" y="2858"/>
                  </a:cubicBezTo>
                  <a:cubicBezTo>
                    <a:pt x="643" y="1405"/>
                    <a:pt x="1739" y="191"/>
                    <a:pt x="3168" y="48"/>
                  </a:cubicBezTo>
                  <a:cubicBezTo>
                    <a:pt x="3049" y="48"/>
                    <a:pt x="2977" y="0"/>
                    <a:pt x="2858"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96"/>
            <p:cNvSpPr/>
            <p:nvPr/>
          </p:nvSpPr>
          <p:spPr>
            <a:xfrm>
              <a:off x="5526129" y="4173625"/>
              <a:ext cx="341522" cy="308982"/>
            </a:xfrm>
            <a:custGeom>
              <a:rect b="b" l="l" r="r" t="t"/>
              <a:pathLst>
                <a:path extrusionOk="0" h="9524" w="10527">
                  <a:moveTo>
                    <a:pt x="3405" y="0"/>
                  </a:moveTo>
                  <a:cubicBezTo>
                    <a:pt x="3390" y="0"/>
                    <a:pt x="3374" y="4"/>
                    <a:pt x="3359" y="11"/>
                  </a:cubicBezTo>
                  <a:cubicBezTo>
                    <a:pt x="2430" y="607"/>
                    <a:pt x="1835" y="1655"/>
                    <a:pt x="1835" y="2845"/>
                  </a:cubicBezTo>
                  <a:lnTo>
                    <a:pt x="1835" y="3060"/>
                  </a:lnTo>
                  <a:cubicBezTo>
                    <a:pt x="1787" y="3083"/>
                    <a:pt x="1739" y="3107"/>
                    <a:pt x="1692" y="3131"/>
                  </a:cubicBezTo>
                  <a:cubicBezTo>
                    <a:pt x="668" y="3726"/>
                    <a:pt x="49" y="4774"/>
                    <a:pt x="1" y="5870"/>
                  </a:cubicBezTo>
                  <a:cubicBezTo>
                    <a:pt x="1" y="5946"/>
                    <a:pt x="59" y="6002"/>
                    <a:pt x="114" y="6002"/>
                  </a:cubicBezTo>
                  <a:cubicBezTo>
                    <a:pt x="145" y="6002"/>
                    <a:pt x="174" y="5984"/>
                    <a:pt x="191" y="5941"/>
                  </a:cubicBezTo>
                  <a:cubicBezTo>
                    <a:pt x="382" y="5512"/>
                    <a:pt x="668" y="5155"/>
                    <a:pt x="1096" y="4917"/>
                  </a:cubicBezTo>
                  <a:cubicBezTo>
                    <a:pt x="1415" y="4728"/>
                    <a:pt x="1771" y="4640"/>
                    <a:pt x="2129" y="4640"/>
                  </a:cubicBezTo>
                  <a:cubicBezTo>
                    <a:pt x="2896" y="4640"/>
                    <a:pt x="3667" y="5045"/>
                    <a:pt x="4073" y="5727"/>
                  </a:cubicBezTo>
                  <a:cubicBezTo>
                    <a:pt x="4669" y="6751"/>
                    <a:pt x="4288" y="8108"/>
                    <a:pt x="3264" y="8704"/>
                  </a:cubicBezTo>
                  <a:cubicBezTo>
                    <a:pt x="2947" y="8890"/>
                    <a:pt x="2586" y="8989"/>
                    <a:pt x="2228" y="8989"/>
                  </a:cubicBezTo>
                  <a:cubicBezTo>
                    <a:pt x="2128" y="8989"/>
                    <a:pt x="2028" y="8981"/>
                    <a:pt x="1930" y="8966"/>
                  </a:cubicBezTo>
                  <a:cubicBezTo>
                    <a:pt x="1811" y="8966"/>
                    <a:pt x="1739" y="9132"/>
                    <a:pt x="1858" y="9180"/>
                  </a:cubicBezTo>
                  <a:cubicBezTo>
                    <a:pt x="2331" y="9405"/>
                    <a:pt x="2851" y="9523"/>
                    <a:pt x="3373" y="9523"/>
                  </a:cubicBezTo>
                  <a:cubicBezTo>
                    <a:pt x="3958" y="9523"/>
                    <a:pt x="4545" y="9375"/>
                    <a:pt x="5073" y="9061"/>
                  </a:cubicBezTo>
                  <a:cubicBezTo>
                    <a:pt x="5145" y="9037"/>
                    <a:pt x="5169" y="9013"/>
                    <a:pt x="5240" y="8966"/>
                  </a:cubicBezTo>
                  <a:cubicBezTo>
                    <a:pt x="5288" y="9013"/>
                    <a:pt x="5312" y="9037"/>
                    <a:pt x="5383" y="9061"/>
                  </a:cubicBezTo>
                  <a:cubicBezTo>
                    <a:pt x="5911" y="9375"/>
                    <a:pt x="6505" y="9523"/>
                    <a:pt x="7092" y="9523"/>
                  </a:cubicBezTo>
                  <a:cubicBezTo>
                    <a:pt x="7618" y="9523"/>
                    <a:pt x="8137" y="9405"/>
                    <a:pt x="8598" y="9180"/>
                  </a:cubicBezTo>
                  <a:cubicBezTo>
                    <a:pt x="8717" y="9132"/>
                    <a:pt x="8646" y="8966"/>
                    <a:pt x="8527" y="8966"/>
                  </a:cubicBezTo>
                  <a:cubicBezTo>
                    <a:pt x="8433" y="8981"/>
                    <a:pt x="8338" y="8989"/>
                    <a:pt x="8241" y="8989"/>
                  </a:cubicBezTo>
                  <a:cubicBezTo>
                    <a:pt x="7893" y="8989"/>
                    <a:pt x="7528" y="8890"/>
                    <a:pt x="7193" y="8704"/>
                  </a:cubicBezTo>
                  <a:cubicBezTo>
                    <a:pt x="6860" y="8537"/>
                    <a:pt x="6598" y="8251"/>
                    <a:pt x="6431" y="7942"/>
                  </a:cubicBezTo>
                  <a:cubicBezTo>
                    <a:pt x="6026" y="7275"/>
                    <a:pt x="6002" y="6417"/>
                    <a:pt x="6455" y="5727"/>
                  </a:cubicBezTo>
                  <a:cubicBezTo>
                    <a:pt x="6855" y="5022"/>
                    <a:pt x="7601" y="4629"/>
                    <a:pt x="8358" y="4629"/>
                  </a:cubicBezTo>
                  <a:cubicBezTo>
                    <a:pt x="8726" y="4629"/>
                    <a:pt x="9096" y="4722"/>
                    <a:pt x="9431" y="4917"/>
                  </a:cubicBezTo>
                  <a:cubicBezTo>
                    <a:pt x="9836" y="5155"/>
                    <a:pt x="10146" y="5512"/>
                    <a:pt x="10313" y="5941"/>
                  </a:cubicBezTo>
                  <a:cubicBezTo>
                    <a:pt x="10339" y="5976"/>
                    <a:pt x="10375" y="5992"/>
                    <a:pt x="10410" y="5992"/>
                  </a:cubicBezTo>
                  <a:cubicBezTo>
                    <a:pt x="10470" y="5992"/>
                    <a:pt x="10527" y="5945"/>
                    <a:pt x="10527" y="5870"/>
                  </a:cubicBezTo>
                  <a:cubicBezTo>
                    <a:pt x="10479" y="4774"/>
                    <a:pt x="9836" y="3726"/>
                    <a:pt x="8836" y="3131"/>
                  </a:cubicBezTo>
                  <a:cubicBezTo>
                    <a:pt x="8765" y="3107"/>
                    <a:pt x="8741" y="3083"/>
                    <a:pt x="8693" y="3060"/>
                  </a:cubicBezTo>
                  <a:lnTo>
                    <a:pt x="8693" y="2845"/>
                  </a:lnTo>
                  <a:cubicBezTo>
                    <a:pt x="8693" y="1678"/>
                    <a:pt x="8098" y="631"/>
                    <a:pt x="7169" y="11"/>
                  </a:cubicBezTo>
                  <a:cubicBezTo>
                    <a:pt x="7154" y="4"/>
                    <a:pt x="7138" y="0"/>
                    <a:pt x="7123" y="0"/>
                  </a:cubicBezTo>
                  <a:cubicBezTo>
                    <a:pt x="7041" y="0"/>
                    <a:pt x="6966" y="94"/>
                    <a:pt x="7026" y="154"/>
                  </a:cubicBezTo>
                  <a:cubicBezTo>
                    <a:pt x="7288" y="511"/>
                    <a:pt x="7431" y="964"/>
                    <a:pt x="7431" y="1440"/>
                  </a:cubicBezTo>
                  <a:cubicBezTo>
                    <a:pt x="7431" y="1821"/>
                    <a:pt x="7336" y="2178"/>
                    <a:pt x="7169" y="2488"/>
                  </a:cubicBezTo>
                  <a:cubicBezTo>
                    <a:pt x="6812" y="3179"/>
                    <a:pt x="6026" y="3607"/>
                    <a:pt x="5264" y="3607"/>
                  </a:cubicBezTo>
                  <a:cubicBezTo>
                    <a:pt x="4454" y="3607"/>
                    <a:pt x="3716" y="3179"/>
                    <a:pt x="3359" y="2488"/>
                  </a:cubicBezTo>
                  <a:cubicBezTo>
                    <a:pt x="3168" y="2178"/>
                    <a:pt x="3097" y="1821"/>
                    <a:pt x="3097" y="1440"/>
                  </a:cubicBezTo>
                  <a:cubicBezTo>
                    <a:pt x="3097" y="964"/>
                    <a:pt x="3240" y="511"/>
                    <a:pt x="3502" y="154"/>
                  </a:cubicBezTo>
                  <a:cubicBezTo>
                    <a:pt x="3562" y="94"/>
                    <a:pt x="3487" y="0"/>
                    <a:pt x="3405" y="0"/>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96"/>
            <p:cNvSpPr/>
            <p:nvPr/>
          </p:nvSpPr>
          <p:spPr>
            <a:xfrm>
              <a:off x="5670628" y="4311506"/>
              <a:ext cx="50253" cy="50253"/>
            </a:xfrm>
            <a:custGeom>
              <a:rect b="b" l="l" r="r" t="t"/>
              <a:pathLst>
                <a:path extrusionOk="0" h="1549" w="1549">
                  <a:moveTo>
                    <a:pt x="786" y="0"/>
                  </a:moveTo>
                  <a:cubicBezTo>
                    <a:pt x="357" y="0"/>
                    <a:pt x="0" y="334"/>
                    <a:pt x="0" y="762"/>
                  </a:cubicBezTo>
                  <a:cubicBezTo>
                    <a:pt x="0" y="1191"/>
                    <a:pt x="357" y="1548"/>
                    <a:pt x="786" y="1548"/>
                  </a:cubicBezTo>
                  <a:cubicBezTo>
                    <a:pt x="1191" y="1501"/>
                    <a:pt x="1548" y="1191"/>
                    <a:pt x="1548" y="762"/>
                  </a:cubicBezTo>
                  <a:cubicBezTo>
                    <a:pt x="1548" y="358"/>
                    <a:pt x="1191" y="0"/>
                    <a:pt x="786"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96"/>
            <p:cNvSpPr/>
            <p:nvPr/>
          </p:nvSpPr>
          <p:spPr>
            <a:xfrm>
              <a:off x="5670628" y="4312285"/>
              <a:ext cx="48696" cy="47918"/>
            </a:xfrm>
            <a:custGeom>
              <a:rect b="b" l="l" r="r" t="t"/>
              <a:pathLst>
                <a:path extrusionOk="0" h="1477" w="1501">
                  <a:moveTo>
                    <a:pt x="477" y="0"/>
                  </a:moveTo>
                  <a:lnTo>
                    <a:pt x="477" y="0"/>
                  </a:lnTo>
                  <a:cubicBezTo>
                    <a:pt x="215" y="119"/>
                    <a:pt x="0" y="381"/>
                    <a:pt x="0" y="715"/>
                  </a:cubicBezTo>
                  <a:cubicBezTo>
                    <a:pt x="0" y="1119"/>
                    <a:pt x="357" y="1477"/>
                    <a:pt x="786" y="1477"/>
                  </a:cubicBezTo>
                  <a:cubicBezTo>
                    <a:pt x="1096" y="1477"/>
                    <a:pt x="1382" y="1286"/>
                    <a:pt x="1501" y="1000"/>
                  </a:cubicBezTo>
                  <a:lnTo>
                    <a:pt x="1501" y="1000"/>
                  </a:lnTo>
                  <a:cubicBezTo>
                    <a:pt x="1405" y="1072"/>
                    <a:pt x="1310" y="1072"/>
                    <a:pt x="1191" y="1072"/>
                  </a:cubicBezTo>
                  <a:cubicBezTo>
                    <a:pt x="786" y="1072"/>
                    <a:pt x="405" y="715"/>
                    <a:pt x="405" y="286"/>
                  </a:cubicBezTo>
                  <a:cubicBezTo>
                    <a:pt x="405" y="214"/>
                    <a:pt x="453" y="95"/>
                    <a:pt x="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96"/>
            <p:cNvSpPr/>
            <p:nvPr/>
          </p:nvSpPr>
          <p:spPr>
            <a:xfrm>
              <a:off x="5665989" y="4306056"/>
              <a:ext cx="59532" cy="60343"/>
            </a:xfrm>
            <a:custGeom>
              <a:rect b="b" l="l" r="r" t="t"/>
              <a:pathLst>
                <a:path extrusionOk="0" h="1860" w="1835">
                  <a:moveTo>
                    <a:pt x="929" y="311"/>
                  </a:moveTo>
                  <a:cubicBezTo>
                    <a:pt x="1239" y="311"/>
                    <a:pt x="1548" y="573"/>
                    <a:pt x="1548" y="930"/>
                  </a:cubicBezTo>
                  <a:cubicBezTo>
                    <a:pt x="1548" y="1264"/>
                    <a:pt x="1286" y="1550"/>
                    <a:pt x="929" y="1550"/>
                  </a:cubicBezTo>
                  <a:cubicBezTo>
                    <a:pt x="596" y="1550"/>
                    <a:pt x="286" y="1288"/>
                    <a:pt x="286" y="930"/>
                  </a:cubicBezTo>
                  <a:cubicBezTo>
                    <a:pt x="286" y="573"/>
                    <a:pt x="548" y="311"/>
                    <a:pt x="929" y="311"/>
                  </a:cubicBezTo>
                  <a:close/>
                  <a:moveTo>
                    <a:pt x="888" y="1"/>
                  </a:moveTo>
                  <a:cubicBezTo>
                    <a:pt x="384" y="1"/>
                    <a:pt x="0" y="420"/>
                    <a:pt x="0" y="930"/>
                  </a:cubicBezTo>
                  <a:cubicBezTo>
                    <a:pt x="0" y="1430"/>
                    <a:pt x="405" y="1859"/>
                    <a:pt x="929" y="1859"/>
                  </a:cubicBezTo>
                  <a:cubicBezTo>
                    <a:pt x="1429" y="1859"/>
                    <a:pt x="1834" y="1430"/>
                    <a:pt x="1834" y="930"/>
                  </a:cubicBezTo>
                  <a:cubicBezTo>
                    <a:pt x="1834" y="430"/>
                    <a:pt x="1429" y="2"/>
                    <a:pt x="929" y="2"/>
                  </a:cubicBezTo>
                  <a:cubicBezTo>
                    <a:pt x="915" y="1"/>
                    <a:pt x="901" y="1"/>
                    <a:pt x="8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96"/>
            <p:cNvSpPr/>
            <p:nvPr/>
          </p:nvSpPr>
          <p:spPr>
            <a:xfrm>
              <a:off x="5521522" y="4165677"/>
              <a:ext cx="351547" cy="320467"/>
            </a:xfrm>
            <a:custGeom>
              <a:rect b="b" l="l" r="r" t="t"/>
              <a:pathLst>
                <a:path extrusionOk="0" h="9878" w="10836">
                  <a:moveTo>
                    <a:pt x="5382" y="1828"/>
                  </a:moveTo>
                  <a:cubicBezTo>
                    <a:pt x="6049" y="1828"/>
                    <a:pt x="6716" y="2042"/>
                    <a:pt x="7287" y="2400"/>
                  </a:cubicBezTo>
                  <a:cubicBezTo>
                    <a:pt x="7240" y="2495"/>
                    <a:pt x="7192" y="2590"/>
                    <a:pt x="7168" y="2709"/>
                  </a:cubicBezTo>
                  <a:cubicBezTo>
                    <a:pt x="7121" y="2733"/>
                    <a:pt x="7097" y="2781"/>
                    <a:pt x="7097" y="2804"/>
                  </a:cubicBezTo>
                  <a:cubicBezTo>
                    <a:pt x="6597" y="2447"/>
                    <a:pt x="6001" y="2281"/>
                    <a:pt x="5406" y="2281"/>
                  </a:cubicBezTo>
                  <a:cubicBezTo>
                    <a:pt x="4763" y="2281"/>
                    <a:pt x="4215" y="2447"/>
                    <a:pt x="3691" y="2804"/>
                  </a:cubicBezTo>
                  <a:cubicBezTo>
                    <a:pt x="3668" y="2781"/>
                    <a:pt x="3644" y="2733"/>
                    <a:pt x="3644" y="2709"/>
                  </a:cubicBezTo>
                  <a:cubicBezTo>
                    <a:pt x="3572" y="2614"/>
                    <a:pt x="3548" y="2519"/>
                    <a:pt x="3525" y="2400"/>
                  </a:cubicBezTo>
                  <a:cubicBezTo>
                    <a:pt x="4025" y="2019"/>
                    <a:pt x="4692" y="1828"/>
                    <a:pt x="5382" y="1828"/>
                  </a:cubicBezTo>
                  <a:close/>
                  <a:moveTo>
                    <a:pt x="5382" y="2590"/>
                  </a:moveTo>
                  <a:cubicBezTo>
                    <a:pt x="5906" y="2590"/>
                    <a:pt x="6454" y="2733"/>
                    <a:pt x="6882" y="3066"/>
                  </a:cubicBezTo>
                  <a:cubicBezTo>
                    <a:pt x="6501" y="3471"/>
                    <a:pt x="5930" y="3733"/>
                    <a:pt x="5382" y="3733"/>
                  </a:cubicBezTo>
                  <a:cubicBezTo>
                    <a:pt x="4787" y="3733"/>
                    <a:pt x="4239" y="3495"/>
                    <a:pt x="3858" y="3066"/>
                  </a:cubicBezTo>
                  <a:cubicBezTo>
                    <a:pt x="4310" y="2757"/>
                    <a:pt x="4834" y="2590"/>
                    <a:pt x="5382" y="2590"/>
                  </a:cubicBezTo>
                  <a:close/>
                  <a:moveTo>
                    <a:pt x="8049" y="5114"/>
                  </a:moveTo>
                  <a:lnTo>
                    <a:pt x="8049" y="5281"/>
                  </a:lnTo>
                  <a:cubicBezTo>
                    <a:pt x="8049" y="5829"/>
                    <a:pt x="7906" y="6353"/>
                    <a:pt x="7573" y="6805"/>
                  </a:cubicBezTo>
                  <a:cubicBezTo>
                    <a:pt x="7311" y="7186"/>
                    <a:pt x="6954" y="7520"/>
                    <a:pt x="6501" y="7734"/>
                  </a:cubicBezTo>
                  <a:cubicBezTo>
                    <a:pt x="6359" y="7163"/>
                    <a:pt x="6406" y="6567"/>
                    <a:pt x="6692" y="6067"/>
                  </a:cubicBezTo>
                  <a:cubicBezTo>
                    <a:pt x="6954" y="5615"/>
                    <a:pt x="7383" y="5257"/>
                    <a:pt x="7906" y="5138"/>
                  </a:cubicBezTo>
                  <a:cubicBezTo>
                    <a:pt x="7954" y="5138"/>
                    <a:pt x="7978" y="5114"/>
                    <a:pt x="8049" y="5114"/>
                  </a:cubicBezTo>
                  <a:close/>
                  <a:moveTo>
                    <a:pt x="8407" y="5043"/>
                  </a:moveTo>
                  <a:cubicBezTo>
                    <a:pt x="8549" y="5043"/>
                    <a:pt x="8716" y="5043"/>
                    <a:pt x="8859" y="5091"/>
                  </a:cubicBezTo>
                  <a:lnTo>
                    <a:pt x="8859" y="5281"/>
                  </a:lnTo>
                  <a:cubicBezTo>
                    <a:pt x="8835" y="6591"/>
                    <a:pt x="8073" y="7782"/>
                    <a:pt x="6930" y="8377"/>
                  </a:cubicBezTo>
                  <a:cubicBezTo>
                    <a:pt x="6835" y="8258"/>
                    <a:pt x="6740" y="8139"/>
                    <a:pt x="6692" y="7996"/>
                  </a:cubicBezTo>
                  <a:cubicBezTo>
                    <a:pt x="7168" y="7758"/>
                    <a:pt x="7573" y="7424"/>
                    <a:pt x="7883" y="6996"/>
                  </a:cubicBezTo>
                  <a:cubicBezTo>
                    <a:pt x="8240" y="6472"/>
                    <a:pt x="8407" y="5877"/>
                    <a:pt x="8407" y="5281"/>
                  </a:cubicBezTo>
                  <a:lnTo>
                    <a:pt x="8407" y="5043"/>
                  </a:lnTo>
                  <a:close/>
                  <a:moveTo>
                    <a:pt x="2358" y="5043"/>
                  </a:moveTo>
                  <a:lnTo>
                    <a:pt x="2358" y="5281"/>
                  </a:lnTo>
                  <a:cubicBezTo>
                    <a:pt x="2358" y="5853"/>
                    <a:pt x="2524" y="6424"/>
                    <a:pt x="2810" y="6901"/>
                  </a:cubicBezTo>
                  <a:cubicBezTo>
                    <a:pt x="2852" y="6956"/>
                    <a:pt x="2894" y="6979"/>
                    <a:pt x="2936" y="6979"/>
                  </a:cubicBezTo>
                  <a:cubicBezTo>
                    <a:pt x="2965" y="6979"/>
                    <a:pt x="2995" y="6968"/>
                    <a:pt x="3025" y="6948"/>
                  </a:cubicBezTo>
                  <a:cubicBezTo>
                    <a:pt x="3072" y="6901"/>
                    <a:pt x="3120" y="6805"/>
                    <a:pt x="3072" y="6758"/>
                  </a:cubicBezTo>
                  <a:cubicBezTo>
                    <a:pt x="2810" y="6329"/>
                    <a:pt x="2667" y="5829"/>
                    <a:pt x="2667" y="5329"/>
                  </a:cubicBezTo>
                  <a:lnTo>
                    <a:pt x="2667" y="5138"/>
                  </a:lnTo>
                  <a:cubicBezTo>
                    <a:pt x="3239" y="5257"/>
                    <a:pt x="3739" y="5591"/>
                    <a:pt x="4025" y="6091"/>
                  </a:cubicBezTo>
                  <a:cubicBezTo>
                    <a:pt x="4310" y="6543"/>
                    <a:pt x="4358" y="7091"/>
                    <a:pt x="4215" y="7615"/>
                  </a:cubicBezTo>
                  <a:cubicBezTo>
                    <a:pt x="4215" y="7639"/>
                    <a:pt x="4191" y="7710"/>
                    <a:pt x="4191" y="7734"/>
                  </a:cubicBezTo>
                  <a:cubicBezTo>
                    <a:pt x="3906" y="7615"/>
                    <a:pt x="3644" y="7401"/>
                    <a:pt x="3429" y="7186"/>
                  </a:cubicBezTo>
                  <a:cubicBezTo>
                    <a:pt x="3406" y="7163"/>
                    <a:pt x="3370" y="7151"/>
                    <a:pt x="3328" y="7151"/>
                  </a:cubicBezTo>
                  <a:cubicBezTo>
                    <a:pt x="3286" y="7151"/>
                    <a:pt x="3239" y="7163"/>
                    <a:pt x="3191" y="7186"/>
                  </a:cubicBezTo>
                  <a:cubicBezTo>
                    <a:pt x="3144" y="7258"/>
                    <a:pt x="3144" y="7329"/>
                    <a:pt x="3191" y="7424"/>
                  </a:cubicBezTo>
                  <a:cubicBezTo>
                    <a:pt x="3429" y="7663"/>
                    <a:pt x="3739" y="7877"/>
                    <a:pt x="4072" y="8020"/>
                  </a:cubicBezTo>
                  <a:cubicBezTo>
                    <a:pt x="4001" y="8163"/>
                    <a:pt x="3906" y="8282"/>
                    <a:pt x="3834" y="8401"/>
                  </a:cubicBezTo>
                  <a:cubicBezTo>
                    <a:pt x="3501" y="8234"/>
                    <a:pt x="3191" y="8020"/>
                    <a:pt x="2929" y="7758"/>
                  </a:cubicBezTo>
                  <a:cubicBezTo>
                    <a:pt x="2286" y="7067"/>
                    <a:pt x="1929" y="6210"/>
                    <a:pt x="1929" y="5281"/>
                  </a:cubicBezTo>
                  <a:lnTo>
                    <a:pt x="1929" y="5091"/>
                  </a:lnTo>
                  <a:cubicBezTo>
                    <a:pt x="2072" y="5043"/>
                    <a:pt x="2215" y="5043"/>
                    <a:pt x="2358" y="5043"/>
                  </a:cubicBezTo>
                  <a:close/>
                  <a:moveTo>
                    <a:pt x="3577" y="0"/>
                  </a:moveTo>
                  <a:cubicBezTo>
                    <a:pt x="3527" y="0"/>
                    <a:pt x="3476" y="14"/>
                    <a:pt x="3429" y="42"/>
                  </a:cubicBezTo>
                  <a:cubicBezTo>
                    <a:pt x="2453" y="709"/>
                    <a:pt x="1858" y="1828"/>
                    <a:pt x="1858" y="3019"/>
                  </a:cubicBezTo>
                  <a:lnTo>
                    <a:pt x="1858" y="3138"/>
                  </a:lnTo>
                  <a:cubicBezTo>
                    <a:pt x="1834" y="3138"/>
                    <a:pt x="1834" y="3186"/>
                    <a:pt x="1786" y="3186"/>
                  </a:cubicBezTo>
                  <a:cubicBezTo>
                    <a:pt x="762" y="3781"/>
                    <a:pt x="95" y="4853"/>
                    <a:pt x="0" y="6043"/>
                  </a:cubicBezTo>
                  <a:cubicBezTo>
                    <a:pt x="0" y="6162"/>
                    <a:pt x="95" y="6281"/>
                    <a:pt x="214" y="6305"/>
                  </a:cubicBezTo>
                  <a:cubicBezTo>
                    <a:pt x="234" y="6309"/>
                    <a:pt x="255" y="6311"/>
                    <a:pt x="275" y="6311"/>
                  </a:cubicBezTo>
                  <a:cubicBezTo>
                    <a:pt x="378" y="6311"/>
                    <a:pt x="484" y="6262"/>
                    <a:pt x="524" y="6162"/>
                  </a:cubicBezTo>
                  <a:cubicBezTo>
                    <a:pt x="691" y="5757"/>
                    <a:pt x="1000" y="5448"/>
                    <a:pt x="1357" y="5234"/>
                  </a:cubicBezTo>
                  <a:cubicBezTo>
                    <a:pt x="1429" y="5162"/>
                    <a:pt x="1548" y="5138"/>
                    <a:pt x="1643" y="5091"/>
                  </a:cubicBezTo>
                  <a:lnTo>
                    <a:pt x="1643" y="5210"/>
                  </a:lnTo>
                  <a:cubicBezTo>
                    <a:pt x="1643" y="6210"/>
                    <a:pt x="2024" y="7163"/>
                    <a:pt x="2739" y="7877"/>
                  </a:cubicBezTo>
                  <a:cubicBezTo>
                    <a:pt x="3025" y="8139"/>
                    <a:pt x="3310" y="8353"/>
                    <a:pt x="3644" y="8544"/>
                  </a:cubicBezTo>
                  <a:cubicBezTo>
                    <a:pt x="3548" y="8591"/>
                    <a:pt x="3453" y="8687"/>
                    <a:pt x="3382" y="8734"/>
                  </a:cubicBezTo>
                  <a:cubicBezTo>
                    <a:pt x="3045" y="8912"/>
                    <a:pt x="2709" y="9008"/>
                    <a:pt x="2359" y="9008"/>
                  </a:cubicBezTo>
                  <a:cubicBezTo>
                    <a:pt x="2288" y="9008"/>
                    <a:pt x="2216" y="9004"/>
                    <a:pt x="2143" y="8996"/>
                  </a:cubicBezTo>
                  <a:cubicBezTo>
                    <a:pt x="2024" y="8996"/>
                    <a:pt x="1905" y="9068"/>
                    <a:pt x="1858" y="9187"/>
                  </a:cubicBezTo>
                  <a:cubicBezTo>
                    <a:pt x="1834" y="9306"/>
                    <a:pt x="1881" y="9449"/>
                    <a:pt x="2000" y="9520"/>
                  </a:cubicBezTo>
                  <a:cubicBezTo>
                    <a:pt x="2501" y="9758"/>
                    <a:pt x="3048" y="9877"/>
                    <a:pt x="3572" y="9877"/>
                  </a:cubicBezTo>
                  <a:cubicBezTo>
                    <a:pt x="4215" y="9877"/>
                    <a:pt x="4834" y="9734"/>
                    <a:pt x="5358" y="9401"/>
                  </a:cubicBezTo>
                  <a:cubicBezTo>
                    <a:pt x="5406" y="9401"/>
                    <a:pt x="5406" y="9353"/>
                    <a:pt x="5430" y="9353"/>
                  </a:cubicBezTo>
                  <a:cubicBezTo>
                    <a:pt x="5454" y="9353"/>
                    <a:pt x="5454" y="9401"/>
                    <a:pt x="5477" y="9401"/>
                  </a:cubicBezTo>
                  <a:cubicBezTo>
                    <a:pt x="6049" y="9734"/>
                    <a:pt x="6644" y="9877"/>
                    <a:pt x="7263" y="9877"/>
                  </a:cubicBezTo>
                  <a:cubicBezTo>
                    <a:pt x="7811" y="9877"/>
                    <a:pt x="8335" y="9758"/>
                    <a:pt x="8859" y="9520"/>
                  </a:cubicBezTo>
                  <a:cubicBezTo>
                    <a:pt x="8978" y="9449"/>
                    <a:pt x="9026" y="9330"/>
                    <a:pt x="9002" y="9187"/>
                  </a:cubicBezTo>
                  <a:cubicBezTo>
                    <a:pt x="8981" y="9080"/>
                    <a:pt x="8883" y="8993"/>
                    <a:pt x="8743" y="8993"/>
                  </a:cubicBezTo>
                  <a:cubicBezTo>
                    <a:pt x="8727" y="8993"/>
                    <a:pt x="8710" y="8994"/>
                    <a:pt x="8692" y="8996"/>
                  </a:cubicBezTo>
                  <a:cubicBezTo>
                    <a:pt x="8604" y="9012"/>
                    <a:pt x="8514" y="9019"/>
                    <a:pt x="8423" y="9019"/>
                  </a:cubicBezTo>
                  <a:cubicBezTo>
                    <a:pt x="8095" y="9019"/>
                    <a:pt x="7757" y="8921"/>
                    <a:pt x="7478" y="8734"/>
                  </a:cubicBezTo>
                  <a:cubicBezTo>
                    <a:pt x="7383" y="8687"/>
                    <a:pt x="7263" y="8615"/>
                    <a:pt x="7216" y="8544"/>
                  </a:cubicBezTo>
                  <a:cubicBezTo>
                    <a:pt x="8430" y="7877"/>
                    <a:pt x="9216" y="6591"/>
                    <a:pt x="9216" y="5210"/>
                  </a:cubicBezTo>
                  <a:lnTo>
                    <a:pt x="9216" y="5091"/>
                  </a:lnTo>
                  <a:cubicBezTo>
                    <a:pt x="9288" y="5114"/>
                    <a:pt x="9407" y="5162"/>
                    <a:pt x="9502" y="5234"/>
                  </a:cubicBezTo>
                  <a:cubicBezTo>
                    <a:pt x="9883" y="5448"/>
                    <a:pt x="10169" y="5757"/>
                    <a:pt x="10336" y="6162"/>
                  </a:cubicBezTo>
                  <a:cubicBezTo>
                    <a:pt x="10395" y="6262"/>
                    <a:pt x="10488" y="6311"/>
                    <a:pt x="10586" y="6311"/>
                  </a:cubicBezTo>
                  <a:cubicBezTo>
                    <a:pt x="10605" y="6311"/>
                    <a:pt x="10625" y="6309"/>
                    <a:pt x="10645" y="6305"/>
                  </a:cubicBezTo>
                  <a:cubicBezTo>
                    <a:pt x="10764" y="6281"/>
                    <a:pt x="10836" y="6162"/>
                    <a:pt x="10836" y="6043"/>
                  </a:cubicBezTo>
                  <a:cubicBezTo>
                    <a:pt x="10764" y="5519"/>
                    <a:pt x="10550" y="4924"/>
                    <a:pt x="10216" y="4400"/>
                  </a:cubicBezTo>
                  <a:cubicBezTo>
                    <a:pt x="10181" y="4346"/>
                    <a:pt x="10118" y="4320"/>
                    <a:pt x="10059" y="4320"/>
                  </a:cubicBezTo>
                  <a:cubicBezTo>
                    <a:pt x="10039" y="4320"/>
                    <a:pt x="10020" y="4323"/>
                    <a:pt x="10002" y="4329"/>
                  </a:cubicBezTo>
                  <a:cubicBezTo>
                    <a:pt x="9955" y="4400"/>
                    <a:pt x="9931" y="4495"/>
                    <a:pt x="9955" y="4543"/>
                  </a:cubicBezTo>
                  <a:cubicBezTo>
                    <a:pt x="10216" y="4924"/>
                    <a:pt x="10359" y="5376"/>
                    <a:pt x="10455" y="5853"/>
                  </a:cubicBezTo>
                  <a:cubicBezTo>
                    <a:pt x="10240" y="5495"/>
                    <a:pt x="9955" y="5234"/>
                    <a:pt x="9621" y="5019"/>
                  </a:cubicBezTo>
                  <a:cubicBezTo>
                    <a:pt x="9259" y="4822"/>
                    <a:pt x="8852" y="4715"/>
                    <a:pt x="8439" y="4715"/>
                  </a:cubicBezTo>
                  <a:cubicBezTo>
                    <a:pt x="8254" y="4715"/>
                    <a:pt x="8067" y="4737"/>
                    <a:pt x="7883" y="4781"/>
                  </a:cubicBezTo>
                  <a:cubicBezTo>
                    <a:pt x="7287" y="4924"/>
                    <a:pt x="6763" y="5329"/>
                    <a:pt x="6454" y="5853"/>
                  </a:cubicBezTo>
                  <a:cubicBezTo>
                    <a:pt x="6049" y="6543"/>
                    <a:pt x="6025" y="7377"/>
                    <a:pt x="6382" y="8091"/>
                  </a:cubicBezTo>
                  <a:cubicBezTo>
                    <a:pt x="6597" y="8496"/>
                    <a:pt x="6882" y="8830"/>
                    <a:pt x="7287" y="9068"/>
                  </a:cubicBezTo>
                  <a:cubicBezTo>
                    <a:pt x="7645" y="9282"/>
                    <a:pt x="8026" y="9377"/>
                    <a:pt x="8430" y="9401"/>
                  </a:cubicBezTo>
                  <a:cubicBezTo>
                    <a:pt x="8043" y="9550"/>
                    <a:pt x="7640" y="9624"/>
                    <a:pt x="7237" y="9624"/>
                  </a:cubicBezTo>
                  <a:cubicBezTo>
                    <a:pt x="6673" y="9624"/>
                    <a:pt x="6110" y="9478"/>
                    <a:pt x="5596" y="9187"/>
                  </a:cubicBezTo>
                  <a:cubicBezTo>
                    <a:pt x="5573" y="9163"/>
                    <a:pt x="5525" y="9139"/>
                    <a:pt x="5454" y="9091"/>
                  </a:cubicBezTo>
                  <a:cubicBezTo>
                    <a:pt x="5430" y="9080"/>
                    <a:pt x="5400" y="9074"/>
                    <a:pt x="5370" y="9074"/>
                  </a:cubicBezTo>
                  <a:cubicBezTo>
                    <a:pt x="5340" y="9074"/>
                    <a:pt x="5311" y="9080"/>
                    <a:pt x="5287" y="9091"/>
                  </a:cubicBezTo>
                  <a:cubicBezTo>
                    <a:pt x="5215" y="9139"/>
                    <a:pt x="5192" y="9163"/>
                    <a:pt x="5120" y="9187"/>
                  </a:cubicBezTo>
                  <a:cubicBezTo>
                    <a:pt x="4620" y="9478"/>
                    <a:pt x="4055" y="9624"/>
                    <a:pt x="3492" y="9624"/>
                  </a:cubicBezTo>
                  <a:cubicBezTo>
                    <a:pt x="3089" y="9624"/>
                    <a:pt x="2687" y="9550"/>
                    <a:pt x="2310" y="9401"/>
                  </a:cubicBezTo>
                  <a:cubicBezTo>
                    <a:pt x="2715" y="9401"/>
                    <a:pt x="3120" y="9282"/>
                    <a:pt x="3453" y="9068"/>
                  </a:cubicBezTo>
                  <a:cubicBezTo>
                    <a:pt x="4001" y="8782"/>
                    <a:pt x="4382" y="8258"/>
                    <a:pt x="4525" y="7639"/>
                  </a:cubicBezTo>
                  <a:cubicBezTo>
                    <a:pt x="4692" y="7043"/>
                    <a:pt x="4620" y="6400"/>
                    <a:pt x="4334" y="5853"/>
                  </a:cubicBezTo>
                  <a:cubicBezTo>
                    <a:pt x="3929" y="5210"/>
                    <a:pt x="3286" y="4805"/>
                    <a:pt x="2572" y="4733"/>
                  </a:cubicBezTo>
                  <a:cubicBezTo>
                    <a:pt x="2465" y="4718"/>
                    <a:pt x="2357" y="4710"/>
                    <a:pt x="2249" y="4710"/>
                  </a:cubicBezTo>
                  <a:cubicBezTo>
                    <a:pt x="1853" y="4710"/>
                    <a:pt x="1461" y="4813"/>
                    <a:pt x="1143" y="5019"/>
                  </a:cubicBezTo>
                  <a:cubicBezTo>
                    <a:pt x="786" y="5234"/>
                    <a:pt x="476" y="5495"/>
                    <a:pt x="310" y="5853"/>
                  </a:cubicBezTo>
                  <a:cubicBezTo>
                    <a:pt x="453" y="4876"/>
                    <a:pt x="1048" y="4019"/>
                    <a:pt x="1929" y="3495"/>
                  </a:cubicBezTo>
                  <a:cubicBezTo>
                    <a:pt x="1977" y="3471"/>
                    <a:pt x="2000" y="3447"/>
                    <a:pt x="2072" y="3424"/>
                  </a:cubicBezTo>
                  <a:cubicBezTo>
                    <a:pt x="2120" y="3376"/>
                    <a:pt x="2143" y="3328"/>
                    <a:pt x="2143" y="3257"/>
                  </a:cubicBezTo>
                  <a:lnTo>
                    <a:pt x="2143" y="3066"/>
                  </a:lnTo>
                  <a:cubicBezTo>
                    <a:pt x="2143" y="2042"/>
                    <a:pt x="2596" y="1114"/>
                    <a:pt x="3382" y="494"/>
                  </a:cubicBezTo>
                  <a:lnTo>
                    <a:pt x="3382" y="494"/>
                  </a:lnTo>
                  <a:cubicBezTo>
                    <a:pt x="3167" y="852"/>
                    <a:pt x="3072" y="1233"/>
                    <a:pt x="3072" y="1661"/>
                  </a:cubicBezTo>
                  <a:cubicBezTo>
                    <a:pt x="3072" y="2042"/>
                    <a:pt x="3167" y="2423"/>
                    <a:pt x="3382" y="2781"/>
                  </a:cubicBezTo>
                  <a:cubicBezTo>
                    <a:pt x="3787" y="3543"/>
                    <a:pt x="4572" y="4019"/>
                    <a:pt x="5430" y="4019"/>
                  </a:cubicBezTo>
                  <a:cubicBezTo>
                    <a:pt x="6263" y="4019"/>
                    <a:pt x="7025" y="3567"/>
                    <a:pt x="7454" y="2852"/>
                  </a:cubicBezTo>
                  <a:cubicBezTo>
                    <a:pt x="7668" y="2495"/>
                    <a:pt x="7787" y="2066"/>
                    <a:pt x="7787" y="1661"/>
                  </a:cubicBezTo>
                  <a:cubicBezTo>
                    <a:pt x="7787" y="1233"/>
                    <a:pt x="7692" y="852"/>
                    <a:pt x="7478" y="494"/>
                  </a:cubicBezTo>
                  <a:lnTo>
                    <a:pt x="7478" y="494"/>
                  </a:lnTo>
                  <a:cubicBezTo>
                    <a:pt x="8264" y="1114"/>
                    <a:pt x="8692" y="2042"/>
                    <a:pt x="8692" y="3066"/>
                  </a:cubicBezTo>
                  <a:lnTo>
                    <a:pt x="8692" y="3233"/>
                  </a:lnTo>
                  <a:cubicBezTo>
                    <a:pt x="8692" y="3305"/>
                    <a:pt x="8740" y="3352"/>
                    <a:pt x="8788" y="3376"/>
                  </a:cubicBezTo>
                  <a:cubicBezTo>
                    <a:pt x="8859" y="3424"/>
                    <a:pt x="8883" y="3447"/>
                    <a:pt x="8931" y="3471"/>
                  </a:cubicBezTo>
                  <a:cubicBezTo>
                    <a:pt x="9216" y="3614"/>
                    <a:pt x="9454" y="3828"/>
                    <a:pt x="9693" y="4043"/>
                  </a:cubicBezTo>
                  <a:cubicBezTo>
                    <a:pt x="9716" y="4067"/>
                    <a:pt x="9752" y="4079"/>
                    <a:pt x="9794" y="4079"/>
                  </a:cubicBezTo>
                  <a:cubicBezTo>
                    <a:pt x="9835" y="4079"/>
                    <a:pt x="9883" y="4067"/>
                    <a:pt x="9931" y="4043"/>
                  </a:cubicBezTo>
                  <a:cubicBezTo>
                    <a:pt x="9978" y="3971"/>
                    <a:pt x="9978" y="3900"/>
                    <a:pt x="9931" y="3805"/>
                  </a:cubicBezTo>
                  <a:cubicBezTo>
                    <a:pt x="9693" y="3567"/>
                    <a:pt x="9407" y="3352"/>
                    <a:pt x="9121" y="3186"/>
                  </a:cubicBezTo>
                  <a:cubicBezTo>
                    <a:pt x="9097" y="3186"/>
                    <a:pt x="9050" y="3138"/>
                    <a:pt x="9050" y="3138"/>
                  </a:cubicBezTo>
                  <a:lnTo>
                    <a:pt x="9050" y="3019"/>
                  </a:lnTo>
                  <a:cubicBezTo>
                    <a:pt x="9050" y="1828"/>
                    <a:pt x="8454" y="709"/>
                    <a:pt x="7478" y="42"/>
                  </a:cubicBezTo>
                  <a:cubicBezTo>
                    <a:pt x="7428" y="22"/>
                    <a:pt x="7379" y="11"/>
                    <a:pt x="7330" y="11"/>
                  </a:cubicBezTo>
                  <a:cubicBezTo>
                    <a:pt x="7260" y="11"/>
                    <a:pt x="7190" y="34"/>
                    <a:pt x="7121" y="90"/>
                  </a:cubicBezTo>
                  <a:cubicBezTo>
                    <a:pt x="7025" y="161"/>
                    <a:pt x="7025" y="328"/>
                    <a:pt x="7097" y="447"/>
                  </a:cubicBezTo>
                  <a:cubicBezTo>
                    <a:pt x="7359" y="804"/>
                    <a:pt x="7478" y="1209"/>
                    <a:pt x="7478" y="1638"/>
                  </a:cubicBezTo>
                  <a:cubicBezTo>
                    <a:pt x="7478" y="1757"/>
                    <a:pt x="7478" y="1876"/>
                    <a:pt x="7454" y="1995"/>
                  </a:cubicBezTo>
                  <a:cubicBezTo>
                    <a:pt x="6859" y="1638"/>
                    <a:pt x="6168" y="1423"/>
                    <a:pt x="5454" y="1423"/>
                  </a:cubicBezTo>
                  <a:cubicBezTo>
                    <a:pt x="4739" y="1423"/>
                    <a:pt x="4049" y="1638"/>
                    <a:pt x="3453" y="1995"/>
                  </a:cubicBezTo>
                  <a:cubicBezTo>
                    <a:pt x="3429" y="1876"/>
                    <a:pt x="3429" y="1757"/>
                    <a:pt x="3429" y="1638"/>
                  </a:cubicBezTo>
                  <a:cubicBezTo>
                    <a:pt x="3429" y="1185"/>
                    <a:pt x="3572" y="804"/>
                    <a:pt x="3810" y="447"/>
                  </a:cubicBezTo>
                  <a:cubicBezTo>
                    <a:pt x="3906" y="328"/>
                    <a:pt x="3882" y="209"/>
                    <a:pt x="3787" y="90"/>
                  </a:cubicBezTo>
                  <a:cubicBezTo>
                    <a:pt x="3729" y="32"/>
                    <a:pt x="3654"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5" name="Google Shape;21465;p96"/>
          <p:cNvGrpSpPr/>
          <p:nvPr/>
        </p:nvGrpSpPr>
        <p:grpSpPr>
          <a:xfrm>
            <a:off x="6278230" y="3998256"/>
            <a:ext cx="355440" cy="354175"/>
            <a:chOff x="6280190" y="4150656"/>
            <a:chExt cx="355440" cy="354175"/>
          </a:xfrm>
        </p:grpSpPr>
        <p:sp>
          <p:nvSpPr>
            <p:cNvPr id="21466" name="Google Shape;21466;p96"/>
            <p:cNvSpPr/>
            <p:nvPr/>
          </p:nvSpPr>
          <p:spPr>
            <a:xfrm>
              <a:off x="6319608" y="4189425"/>
              <a:ext cx="277383" cy="277383"/>
            </a:xfrm>
            <a:custGeom>
              <a:rect b="b" l="l" r="r" t="t"/>
              <a:pathLst>
                <a:path extrusionOk="0" h="8550" w="8550">
                  <a:moveTo>
                    <a:pt x="4001" y="1"/>
                  </a:moveTo>
                  <a:lnTo>
                    <a:pt x="4001" y="3120"/>
                  </a:lnTo>
                  <a:lnTo>
                    <a:pt x="2382" y="429"/>
                  </a:lnTo>
                  <a:lnTo>
                    <a:pt x="1858" y="739"/>
                  </a:lnTo>
                  <a:lnTo>
                    <a:pt x="3430" y="3406"/>
                  </a:lnTo>
                  <a:lnTo>
                    <a:pt x="786" y="1858"/>
                  </a:lnTo>
                  <a:lnTo>
                    <a:pt x="453" y="2382"/>
                  </a:lnTo>
                  <a:lnTo>
                    <a:pt x="3120" y="3954"/>
                  </a:lnTo>
                  <a:lnTo>
                    <a:pt x="0" y="3954"/>
                  </a:lnTo>
                  <a:lnTo>
                    <a:pt x="0" y="4597"/>
                  </a:lnTo>
                  <a:lnTo>
                    <a:pt x="3096" y="4597"/>
                  </a:lnTo>
                  <a:lnTo>
                    <a:pt x="381" y="6169"/>
                  </a:lnTo>
                  <a:lnTo>
                    <a:pt x="715" y="6692"/>
                  </a:lnTo>
                  <a:lnTo>
                    <a:pt x="3358" y="5145"/>
                  </a:lnTo>
                  <a:lnTo>
                    <a:pt x="1787" y="7764"/>
                  </a:lnTo>
                  <a:lnTo>
                    <a:pt x="2334" y="8098"/>
                  </a:lnTo>
                  <a:lnTo>
                    <a:pt x="3930" y="5430"/>
                  </a:lnTo>
                  <a:lnTo>
                    <a:pt x="3930" y="8550"/>
                  </a:lnTo>
                  <a:lnTo>
                    <a:pt x="4549" y="8550"/>
                  </a:lnTo>
                  <a:lnTo>
                    <a:pt x="4549" y="5430"/>
                  </a:lnTo>
                  <a:lnTo>
                    <a:pt x="6168" y="8121"/>
                  </a:lnTo>
                  <a:lnTo>
                    <a:pt x="6692" y="7812"/>
                  </a:lnTo>
                  <a:lnTo>
                    <a:pt x="5121" y="5145"/>
                  </a:lnTo>
                  <a:lnTo>
                    <a:pt x="5121" y="5145"/>
                  </a:lnTo>
                  <a:lnTo>
                    <a:pt x="7764" y="6692"/>
                  </a:lnTo>
                  <a:lnTo>
                    <a:pt x="8097" y="6169"/>
                  </a:lnTo>
                  <a:lnTo>
                    <a:pt x="5430" y="4597"/>
                  </a:lnTo>
                  <a:lnTo>
                    <a:pt x="8550" y="4597"/>
                  </a:lnTo>
                  <a:lnTo>
                    <a:pt x="8550" y="3954"/>
                  </a:lnTo>
                  <a:lnTo>
                    <a:pt x="5454" y="3954"/>
                  </a:lnTo>
                  <a:lnTo>
                    <a:pt x="8169" y="2382"/>
                  </a:lnTo>
                  <a:lnTo>
                    <a:pt x="7835" y="1858"/>
                  </a:lnTo>
                  <a:lnTo>
                    <a:pt x="5192" y="3406"/>
                  </a:lnTo>
                  <a:lnTo>
                    <a:pt x="5192" y="3406"/>
                  </a:lnTo>
                  <a:lnTo>
                    <a:pt x="6764" y="787"/>
                  </a:lnTo>
                  <a:lnTo>
                    <a:pt x="6216" y="453"/>
                  </a:lnTo>
                  <a:lnTo>
                    <a:pt x="4620" y="3120"/>
                  </a:lnTo>
                  <a:lnTo>
                    <a:pt x="4620" y="1"/>
                  </a:ln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96"/>
            <p:cNvSpPr/>
            <p:nvPr/>
          </p:nvSpPr>
          <p:spPr>
            <a:xfrm>
              <a:off x="6439353" y="4157761"/>
              <a:ext cx="37114" cy="36336"/>
            </a:xfrm>
            <a:custGeom>
              <a:rect b="b" l="l" r="r" t="t"/>
              <a:pathLst>
                <a:path extrusionOk="0" h="1120" w="1144">
                  <a:moveTo>
                    <a:pt x="572" y="0"/>
                  </a:moveTo>
                  <a:cubicBezTo>
                    <a:pt x="263" y="0"/>
                    <a:pt x="1" y="262"/>
                    <a:pt x="1" y="572"/>
                  </a:cubicBezTo>
                  <a:cubicBezTo>
                    <a:pt x="1" y="858"/>
                    <a:pt x="263" y="1120"/>
                    <a:pt x="572" y="1120"/>
                  </a:cubicBezTo>
                  <a:cubicBezTo>
                    <a:pt x="858" y="1120"/>
                    <a:pt x="1144" y="881"/>
                    <a:pt x="1144" y="572"/>
                  </a:cubicBezTo>
                  <a:cubicBezTo>
                    <a:pt x="1144" y="238"/>
                    <a:pt x="858" y="0"/>
                    <a:pt x="572"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96"/>
            <p:cNvSpPr/>
            <p:nvPr/>
          </p:nvSpPr>
          <p:spPr>
            <a:xfrm>
              <a:off x="6438574" y="4158540"/>
              <a:ext cx="34811" cy="34778"/>
            </a:xfrm>
            <a:custGeom>
              <a:rect b="b" l="l" r="r" t="t"/>
              <a:pathLst>
                <a:path extrusionOk="0" h="1072" w="1073">
                  <a:moveTo>
                    <a:pt x="334" y="0"/>
                  </a:moveTo>
                  <a:lnTo>
                    <a:pt x="334" y="0"/>
                  </a:lnTo>
                  <a:cubicBezTo>
                    <a:pt x="144" y="95"/>
                    <a:pt x="1" y="310"/>
                    <a:pt x="1" y="500"/>
                  </a:cubicBezTo>
                  <a:cubicBezTo>
                    <a:pt x="1" y="834"/>
                    <a:pt x="263" y="1072"/>
                    <a:pt x="572" y="1072"/>
                  </a:cubicBezTo>
                  <a:cubicBezTo>
                    <a:pt x="763" y="1072"/>
                    <a:pt x="977" y="953"/>
                    <a:pt x="1073" y="738"/>
                  </a:cubicBezTo>
                  <a:lnTo>
                    <a:pt x="1073" y="738"/>
                  </a:lnTo>
                  <a:cubicBezTo>
                    <a:pt x="1001" y="810"/>
                    <a:pt x="930" y="834"/>
                    <a:pt x="834" y="834"/>
                  </a:cubicBezTo>
                  <a:cubicBezTo>
                    <a:pt x="501" y="834"/>
                    <a:pt x="263" y="572"/>
                    <a:pt x="263" y="262"/>
                  </a:cubicBezTo>
                  <a:cubicBezTo>
                    <a:pt x="263" y="191"/>
                    <a:pt x="287" y="95"/>
                    <a:pt x="33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96"/>
            <p:cNvSpPr/>
            <p:nvPr/>
          </p:nvSpPr>
          <p:spPr>
            <a:xfrm>
              <a:off x="6339690" y="4211064"/>
              <a:ext cx="235695" cy="235662"/>
            </a:xfrm>
            <a:custGeom>
              <a:rect b="b" l="l" r="r" t="t"/>
              <a:pathLst>
                <a:path extrusionOk="0" h="7264" w="7265">
                  <a:moveTo>
                    <a:pt x="3644" y="0"/>
                  </a:moveTo>
                  <a:cubicBezTo>
                    <a:pt x="1644" y="0"/>
                    <a:pt x="1" y="1620"/>
                    <a:pt x="1" y="3620"/>
                  </a:cubicBezTo>
                  <a:cubicBezTo>
                    <a:pt x="1" y="5621"/>
                    <a:pt x="1644" y="7264"/>
                    <a:pt x="3644" y="7264"/>
                  </a:cubicBezTo>
                  <a:cubicBezTo>
                    <a:pt x="5645" y="7264"/>
                    <a:pt x="7264" y="5621"/>
                    <a:pt x="7264" y="3620"/>
                  </a:cubicBezTo>
                  <a:cubicBezTo>
                    <a:pt x="7264" y="1596"/>
                    <a:pt x="5645" y="0"/>
                    <a:pt x="364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96"/>
            <p:cNvSpPr/>
            <p:nvPr/>
          </p:nvSpPr>
          <p:spPr>
            <a:xfrm>
              <a:off x="6368271" y="4238867"/>
              <a:ext cx="179277" cy="179277"/>
            </a:xfrm>
            <a:custGeom>
              <a:rect b="b" l="l" r="r" t="t"/>
              <a:pathLst>
                <a:path extrusionOk="0" h="5526" w="5526">
                  <a:moveTo>
                    <a:pt x="2763" y="1"/>
                  </a:moveTo>
                  <a:cubicBezTo>
                    <a:pt x="1239" y="1"/>
                    <a:pt x="1" y="1215"/>
                    <a:pt x="1" y="2763"/>
                  </a:cubicBezTo>
                  <a:cubicBezTo>
                    <a:pt x="1" y="4287"/>
                    <a:pt x="1215" y="5526"/>
                    <a:pt x="2763" y="5526"/>
                  </a:cubicBezTo>
                  <a:cubicBezTo>
                    <a:pt x="4287" y="5526"/>
                    <a:pt x="5526" y="4311"/>
                    <a:pt x="5526" y="2763"/>
                  </a:cubicBezTo>
                  <a:cubicBezTo>
                    <a:pt x="5526" y="1215"/>
                    <a:pt x="4287" y="1"/>
                    <a:pt x="2763"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96"/>
            <p:cNvSpPr/>
            <p:nvPr/>
          </p:nvSpPr>
          <p:spPr>
            <a:xfrm>
              <a:off x="6368271" y="4237342"/>
              <a:ext cx="100474" cy="180023"/>
            </a:xfrm>
            <a:custGeom>
              <a:rect b="b" l="l" r="r" t="t"/>
              <a:pathLst>
                <a:path extrusionOk="0" h="5549" w="3097">
                  <a:moveTo>
                    <a:pt x="2763" y="0"/>
                  </a:moveTo>
                  <a:cubicBezTo>
                    <a:pt x="1215" y="0"/>
                    <a:pt x="1" y="1262"/>
                    <a:pt x="1" y="2786"/>
                  </a:cubicBezTo>
                  <a:cubicBezTo>
                    <a:pt x="1" y="4334"/>
                    <a:pt x="1239" y="5549"/>
                    <a:pt x="2763" y="5549"/>
                  </a:cubicBezTo>
                  <a:cubicBezTo>
                    <a:pt x="2882" y="5549"/>
                    <a:pt x="2978" y="5549"/>
                    <a:pt x="3097" y="5525"/>
                  </a:cubicBezTo>
                  <a:cubicBezTo>
                    <a:pt x="1692" y="5406"/>
                    <a:pt x="620" y="4239"/>
                    <a:pt x="620" y="2810"/>
                  </a:cubicBezTo>
                  <a:cubicBezTo>
                    <a:pt x="620" y="1381"/>
                    <a:pt x="1692" y="214"/>
                    <a:pt x="3097" y="48"/>
                  </a:cubicBezTo>
                  <a:cubicBezTo>
                    <a:pt x="2978" y="48"/>
                    <a:pt x="2882" y="0"/>
                    <a:pt x="2763" y="0"/>
                  </a:cubicBezTo>
                  <a:close/>
                </a:path>
              </a:pathLst>
            </a:custGeom>
            <a:solidFill>
              <a:srgbClr val="9A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96"/>
            <p:cNvSpPr/>
            <p:nvPr/>
          </p:nvSpPr>
          <p:spPr>
            <a:xfrm>
              <a:off x="6515074" y="4178622"/>
              <a:ext cx="40975" cy="36336"/>
            </a:xfrm>
            <a:custGeom>
              <a:rect b="b" l="l" r="r" t="t"/>
              <a:pathLst>
                <a:path extrusionOk="0" h="1120" w="1263">
                  <a:moveTo>
                    <a:pt x="623" y="0"/>
                  </a:moveTo>
                  <a:cubicBezTo>
                    <a:pt x="429" y="0"/>
                    <a:pt x="239" y="95"/>
                    <a:pt x="143" y="286"/>
                  </a:cubicBezTo>
                  <a:cubicBezTo>
                    <a:pt x="0" y="548"/>
                    <a:pt x="72" y="905"/>
                    <a:pt x="358" y="1048"/>
                  </a:cubicBezTo>
                  <a:cubicBezTo>
                    <a:pt x="445" y="1096"/>
                    <a:pt x="543" y="1120"/>
                    <a:pt x="640" y="1120"/>
                  </a:cubicBezTo>
                  <a:cubicBezTo>
                    <a:pt x="834" y="1120"/>
                    <a:pt x="1025" y="1024"/>
                    <a:pt x="1120" y="834"/>
                  </a:cubicBezTo>
                  <a:cubicBezTo>
                    <a:pt x="1263" y="596"/>
                    <a:pt x="1191" y="238"/>
                    <a:pt x="905" y="72"/>
                  </a:cubicBezTo>
                  <a:cubicBezTo>
                    <a:pt x="818" y="24"/>
                    <a:pt x="720" y="0"/>
                    <a:pt x="623"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96"/>
            <p:cNvSpPr/>
            <p:nvPr/>
          </p:nvSpPr>
          <p:spPr>
            <a:xfrm>
              <a:off x="6515852" y="4180925"/>
              <a:ext cx="36336" cy="34032"/>
            </a:xfrm>
            <a:custGeom>
              <a:rect b="b" l="l" r="r" t="t"/>
              <a:pathLst>
                <a:path extrusionOk="0" h="1049" w="1120">
                  <a:moveTo>
                    <a:pt x="358" y="1"/>
                  </a:moveTo>
                  <a:cubicBezTo>
                    <a:pt x="262" y="48"/>
                    <a:pt x="167" y="120"/>
                    <a:pt x="143" y="215"/>
                  </a:cubicBezTo>
                  <a:cubicBezTo>
                    <a:pt x="0" y="477"/>
                    <a:pt x="72" y="834"/>
                    <a:pt x="358" y="977"/>
                  </a:cubicBezTo>
                  <a:cubicBezTo>
                    <a:pt x="445" y="1025"/>
                    <a:pt x="543" y="1049"/>
                    <a:pt x="640" y="1049"/>
                  </a:cubicBezTo>
                  <a:cubicBezTo>
                    <a:pt x="834" y="1049"/>
                    <a:pt x="1024" y="953"/>
                    <a:pt x="1120" y="763"/>
                  </a:cubicBezTo>
                  <a:lnTo>
                    <a:pt x="1120" y="739"/>
                  </a:lnTo>
                  <a:cubicBezTo>
                    <a:pt x="1036" y="798"/>
                    <a:pt x="941" y="828"/>
                    <a:pt x="846" y="828"/>
                  </a:cubicBezTo>
                  <a:cubicBezTo>
                    <a:pt x="750" y="828"/>
                    <a:pt x="655" y="798"/>
                    <a:pt x="572" y="739"/>
                  </a:cubicBezTo>
                  <a:cubicBezTo>
                    <a:pt x="286" y="596"/>
                    <a:pt x="191" y="263"/>
                    <a:pt x="35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96"/>
            <p:cNvSpPr/>
            <p:nvPr/>
          </p:nvSpPr>
          <p:spPr>
            <a:xfrm>
              <a:off x="6569155" y="4233644"/>
              <a:ext cx="40975" cy="36530"/>
            </a:xfrm>
            <a:custGeom>
              <a:rect b="b" l="l" r="r" t="t"/>
              <a:pathLst>
                <a:path extrusionOk="0" h="1126" w="1263">
                  <a:moveTo>
                    <a:pt x="624" y="0"/>
                  </a:moveTo>
                  <a:cubicBezTo>
                    <a:pt x="532" y="0"/>
                    <a:pt x="440" y="21"/>
                    <a:pt x="358" y="66"/>
                  </a:cubicBezTo>
                  <a:cubicBezTo>
                    <a:pt x="72" y="209"/>
                    <a:pt x="1" y="567"/>
                    <a:pt x="143" y="852"/>
                  </a:cubicBezTo>
                  <a:cubicBezTo>
                    <a:pt x="238" y="1025"/>
                    <a:pt x="426" y="1126"/>
                    <a:pt x="618" y="1126"/>
                  </a:cubicBezTo>
                  <a:cubicBezTo>
                    <a:pt x="717" y="1126"/>
                    <a:pt x="817" y="1099"/>
                    <a:pt x="905" y="1043"/>
                  </a:cubicBezTo>
                  <a:cubicBezTo>
                    <a:pt x="1191" y="876"/>
                    <a:pt x="1263" y="543"/>
                    <a:pt x="1120" y="281"/>
                  </a:cubicBezTo>
                  <a:cubicBezTo>
                    <a:pt x="1022" y="101"/>
                    <a:pt x="823" y="0"/>
                    <a:pt x="624"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96"/>
            <p:cNvSpPr/>
            <p:nvPr/>
          </p:nvSpPr>
          <p:spPr>
            <a:xfrm>
              <a:off x="6569155" y="4235007"/>
              <a:ext cx="36336" cy="34032"/>
            </a:xfrm>
            <a:custGeom>
              <a:rect b="b" l="l" r="r" t="t"/>
              <a:pathLst>
                <a:path extrusionOk="0" h="1049" w="1120">
                  <a:moveTo>
                    <a:pt x="358" y="1"/>
                  </a:moveTo>
                  <a:cubicBezTo>
                    <a:pt x="72" y="144"/>
                    <a:pt x="1" y="501"/>
                    <a:pt x="143" y="763"/>
                  </a:cubicBezTo>
                  <a:cubicBezTo>
                    <a:pt x="239" y="953"/>
                    <a:pt x="429" y="1049"/>
                    <a:pt x="623" y="1049"/>
                  </a:cubicBezTo>
                  <a:cubicBezTo>
                    <a:pt x="720" y="1049"/>
                    <a:pt x="818" y="1025"/>
                    <a:pt x="905" y="977"/>
                  </a:cubicBezTo>
                  <a:cubicBezTo>
                    <a:pt x="1001" y="929"/>
                    <a:pt x="1096" y="858"/>
                    <a:pt x="1120" y="739"/>
                  </a:cubicBezTo>
                  <a:lnTo>
                    <a:pt x="1120" y="739"/>
                  </a:lnTo>
                  <a:cubicBezTo>
                    <a:pt x="1025" y="808"/>
                    <a:pt x="922" y="839"/>
                    <a:pt x="821" y="839"/>
                  </a:cubicBezTo>
                  <a:cubicBezTo>
                    <a:pt x="642" y="839"/>
                    <a:pt x="473" y="740"/>
                    <a:pt x="382" y="572"/>
                  </a:cubicBezTo>
                  <a:cubicBezTo>
                    <a:pt x="286" y="382"/>
                    <a:pt x="286" y="167"/>
                    <a:pt x="38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96"/>
            <p:cNvSpPr/>
            <p:nvPr/>
          </p:nvSpPr>
          <p:spPr>
            <a:xfrm>
              <a:off x="6358247" y="4178622"/>
              <a:ext cx="42500" cy="36336"/>
            </a:xfrm>
            <a:custGeom>
              <a:rect b="b" l="l" r="r" t="t"/>
              <a:pathLst>
                <a:path extrusionOk="0" h="1120" w="1310">
                  <a:moveTo>
                    <a:pt x="641" y="0"/>
                  </a:moveTo>
                  <a:cubicBezTo>
                    <a:pt x="543" y="0"/>
                    <a:pt x="445" y="24"/>
                    <a:pt x="357" y="72"/>
                  </a:cubicBezTo>
                  <a:cubicBezTo>
                    <a:pt x="95" y="215"/>
                    <a:pt x="0" y="572"/>
                    <a:pt x="143" y="834"/>
                  </a:cubicBezTo>
                  <a:cubicBezTo>
                    <a:pt x="238" y="1024"/>
                    <a:pt x="439" y="1120"/>
                    <a:pt x="641" y="1120"/>
                  </a:cubicBezTo>
                  <a:cubicBezTo>
                    <a:pt x="741" y="1120"/>
                    <a:pt x="842" y="1096"/>
                    <a:pt x="929" y="1048"/>
                  </a:cubicBezTo>
                  <a:cubicBezTo>
                    <a:pt x="1215" y="905"/>
                    <a:pt x="1310" y="548"/>
                    <a:pt x="1143" y="286"/>
                  </a:cubicBezTo>
                  <a:cubicBezTo>
                    <a:pt x="1032" y="95"/>
                    <a:pt x="836" y="0"/>
                    <a:pt x="641"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96"/>
            <p:cNvSpPr/>
            <p:nvPr/>
          </p:nvSpPr>
          <p:spPr>
            <a:xfrm>
              <a:off x="6358247" y="4180925"/>
              <a:ext cx="37114" cy="34032"/>
            </a:xfrm>
            <a:custGeom>
              <a:rect b="b" l="l" r="r" t="t"/>
              <a:pathLst>
                <a:path extrusionOk="0" h="1049" w="1144">
                  <a:moveTo>
                    <a:pt x="357" y="1"/>
                  </a:moveTo>
                  <a:cubicBezTo>
                    <a:pt x="95" y="144"/>
                    <a:pt x="0" y="501"/>
                    <a:pt x="143" y="763"/>
                  </a:cubicBezTo>
                  <a:cubicBezTo>
                    <a:pt x="238" y="953"/>
                    <a:pt x="439" y="1049"/>
                    <a:pt x="641" y="1049"/>
                  </a:cubicBezTo>
                  <a:cubicBezTo>
                    <a:pt x="741" y="1049"/>
                    <a:pt x="842" y="1025"/>
                    <a:pt x="929" y="977"/>
                  </a:cubicBezTo>
                  <a:cubicBezTo>
                    <a:pt x="1000" y="929"/>
                    <a:pt x="1096" y="858"/>
                    <a:pt x="1143" y="763"/>
                  </a:cubicBezTo>
                  <a:lnTo>
                    <a:pt x="1143" y="763"/>
                  </a:lnTo>
                  <a:cubicBezTo>
                    <a:pt x="1063" y="819"/>
                    <a:pt x="968" y="846"/>
                    <a:pt x="872" y="846"/>
                  </a:cubicBezTo>
                  <a:cubicBezTo>
                    <a:pt x="685" y="846"/>
                    <a:pt x="491" y="745"/>
                    <a:pt x="381" y="572"/>
                  </a:cubicBezTo>
                  <a:cubicBezTo>
                    <a:pt x="262" y="382"/>
                    <a:pt x="310" y="167"/>
                    <a:pt x="3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96"/>
            <p:cNvSpPr/>
            <p:nvPr/>
          </p:nvSpPr>
          <p:spPr>
            <a:xfrm>
              <a:off x="6304911" y="4233644"/>
              <a:ext cx="41753" cy="36530"/>
            </a:xfrm>
            <a:custGeom>
              <a:rect b="b" l="l" r="r" t="t"/>
              <a:pathLst>
                <a:path extrusionOk="0" h="1126" w="1287">
                  <a:moveTo>
                    <a:pt x="664" y="0"/>
                  </a:moveTo>
                  <a:cubicBezTo>
                    <a:pt x="464" y="0"/>
                    <a:pt x="266" y="101"/>
                    <a:pt x="168" y="281"/>
                  </a:cubicBezTo>
                  <a:cubicBezTo>
                    <a:pt x="1" y="543"/>
                    <a:pt x="96" y="900"/>
                    <a:pt x="358" y="1043"/>
                  </a:cubicBezTo>
                  <a:cubicBezTo>
                    <a:pt x="455" y="1099"/>
                    <a:pt x="560" y="1126"/>
                    <a:pt x="662" y="1126"/>
                  </a:cubicBezTo>
                  <a:cubicBezTo>
                    <a:pt x="862" y="1126"/>
                    <a:pt x="1050" y="1025"/>
                    <a:pt x="1144" y="852"/>
                  </a:cubicBezTo>
                  <a:cubicBezTo>
                    <a:pt x="1287" y="567"/>
                    <a:pt x="1192" y="209"/>
                    <a:pt x="930" y="66"/>
                  </a:cubicBezTo>
                  <a:cubicBezTo>
                    <a:pt x="847" y="21"/>
                    <a:pt x="755" y="0"/>
                    <a:pt x="664"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96"/>
            <p:cNvSpPr/>
            <p:nvPr/>
          </p:nvSpPr>
          <p:spPr>
            <a:xfrm>
              <a:off x="6304165" y="4235007"/>
              <a:ext cx="37114" cy="34032"/>
            </a:xfrm>
            <a:custGeom>
              <a:rect b="b" l="l" r="r" t="t"/>
              <a:pathLst>
                <a:path extrusionOk="0" h="1049" w="1144">
                  <a:moveTo>
                    <a:pt x="381" y="1"/>
                  </a:moveTo>
                  <a:lnTo>
                    <a:pt x="381" y="1"/>
                  </a:lnTo>
                  <a:cubicBezTo>
                    <a:pt x="310" y="48"/>
                    <a:pt x="214" y="120"/>
                    <a:pt x="143" y="215"/>
                  </a:cubicBezTo>
                  <a:cubicBezTo>
                    <a:pt x="0" y="477"/>
                    <a:pt x="95" y="834"/>
                    <a:pt x="357" y="977"/>
                  </a:cubicBezTo>
                  <a:cubicBezTo>
                    <a:pt x="445" y="1025"/>
                    <a:pt x="543" y="1049"/>
                    <a:pt x="640" y="1049"/>
                  </a:cubicBezTo>
                  <a:cubicBezTo>
                    <a:pt x="836" y="1049"/>
                    <a:pt x="1032" y="953"/>
                    <a:pt x="1143" y="763"/>
                  </a:cubicBezTo>
                  <a:lnTo>
                    <a:pt x="1143" y="739"/>
                  </a:lnTo>
                  <a:cubicBezTo>
                    <a:pt x="1055" y="802"/>
                    <a:pt x="961" y="831"/>
                    <a:pt x="863" y="831"/>
                  </a:cubicBezTo>
                  <a:cubicBezTo>
                    <a:pt x="775" y="831"/>
                    <a:pt x="685" y="808"/>
                    <a:pt x="596" y="763"/>
                  </a:cubicBezTo>
                  <a:cubicBezTo>
                    <a:pt x="334" y="620"/>
                    <a:pt x="238" y="286"/>
                    <a:pt x="3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96"/>
            <p:cNvSpPr/>
            <p:nvPr/>
          </p:nvSpPr>
          <p:spPr>
            <a:xfrm>
              <a:off x="6515074" y="4441308"/>
              <a:ext cx="40975" cy="36336"/>
            </a:xfrm>
            <a:custGeom>
              <a:rect b="b" l="l" r="r" t="t"/>
              <a:pathLst>
                <a:path extrusionOk="0" h="1120" w="1263">
                  <a:moveTo>
                    <a:pt x="640" y="0"/>
                  </a:moveTo>
                  <a:cubicBezTo>
                    <a:pt x="543" y="0"/>
                    <a:pt x="445" y="24"/>
                    <a:pt x="358" y="72"/>
                  </a:cubicBezTo>
                  <a:cubicBezTo>
                    <a:pt x="72" y="214"/>
                    <a:pt x="0" y="572"/>
                    <a:pt x="143" y="834"/>
                  </a:cubicBezTo>
                  <a:cubicBezTo>
                    <a:pt x="239" y="1024"/>
                    <a:pt x="429" y="1119"/>
                    <a:pt x="623" y="1119"/>
                  </a:cubicBezTo>
                  <a:cubicBezTo>
                    <a:pt x="720" y="1119"/>
                    <a:pt x="818" y="1096"/>
                    <a:pt x="905" y="1048"/>
                  </a:cubicBezTo>
                  <a:cubicBezTo>
                    <a:pt x="1191" y="905"/>
                    <a:pt x="1263" y="548"/>
                    <a:pt x="1120" y="286"/>
                  </a:cubicBezTo>
                  <a:cubicBezTo>
                    <a:pt x="1025" y="95"/>
                    <a:pt x="834" y="0"/>
                    <a:pt x="640"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96"/>
            <p:cNvSpPr/>
            <p:nvPr/>
          </p:nvSpPr>
          <p:spPr>
            <a:xfrm>
              <a:off x="6515074" y="4443612"/>
              <a:ext cx="36336" cy="34032"/>
            </a:xfrm>
            <a:custGeom>
              <a:rect b="b" l="l" r="r" t="t"/>
              <a:pathLst>
                <a:path extrusionOk="0" h="1049" w="1120">
                  <a:moveTo>
                    <a:pt x="358" y="1"/>
                  </a:moveTo>
                  <a:cubicBezTo>
                    <a:pt x="72" y="143"/>
                    <a:pt x="0" y="501"/>
                    <a:pt x="143" y="763"/>
                  </a:cubicBezTo>
                  <a:cubicBezTo>
                    <a:pt x="239" y="953"/>
                    <a:pt x="429" y="1048"/>
                    <a:pt x="623" y="1048"/>
                  </a:cubicBezTo>
                  <a:cubicBezTo>
                    <a:pt x="720" y="1048"/>
                    <a:pt x="818" y="1025"/>
                    <a:pt x="905" y="977"/>
                  </a:cubicBezTo>
                  <a:cubicBezTo>
                    <a:pt x="1001" y="929"/>
                    <a:pt x="1096" y="858"/>
                    <a:pt x="1120" y="763"/>
                  </a:cubicBezTo>
                  <a:lnTo>
                    <a:pt x="1120" y="763"/>
                  </a:lnTo>
                  <a:cubicBezTo>
                    <a:pt x="1031" y="819"/>
                    <a:pt x="934" y="846"/>
                    <a:pt x="839" y="846"/>
                  </a:cubicBezTo>
                  <a:cubicBezTo>
                    <a:pt x="654" y="846"/>
                    <a:pt x="476" y="745"/>
                    <a:pt x="382" y="572"/>
                  </a:cubicBezTo>
                  <a:cubicBezTo>
                    <a:pt x="262" y="382"/>
                    <a:pt x="286" y="167"/>
                    <a:pt x="38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96"/>
            <p:cNvSpPr/>
            <p:nvPr/>
          </p:nvSpPr>
          <p:spPr>
            <a:xfrm>
              <a:off x="6569155" y="4387227"/>
              <a:ext cx="40975" cy="36336"/>
            </a:xfrm>
            <a:custGeom>
              <a:rect b="b" l="l" r="r" t="t"/>
              <a:pathLst>
                <a:path extrusionOk="0" h="1120" w="1263">
                  <a:moveTo>
                    <a:pt x="623" y="0"/>
                  </a:moveTo>
                  <a:cubicBezTo>
                    <a:pt x="429" y="0"/>
                    <a:pt x="239" y="95"/>
                    <a:pt x="143" y="286"/>
                  </a:cubicBezTo>
                  <a:cubicBezTo>
                    <a:pt x="1" y="548"/>
                    <a:pt x="72" y="905"/>
                    <a:pt x="358" y="1048"/>
                  </a:cubicBezTo>
                  <a:cubicBezTo>
                    <a:pt x="445" y="1096"/>
                    <a:pt x="543" y="1119"/>
                    <a:pt x="640" y="1119"/>
                  </a:cubicBezTo>
                  <a:cubicBezTo>
                    <a:pt x="834" y="1119"/>
                    <a:pt x="1025" y="1024"/>
                    <a:pt x="1120" y="834"/>
                  </a:cubicBezTo>
                  <a:cubicBezTo>
                    <a:pt x="1263" y="572"/>
                    <a:pt x="1191" y="214"/>
                    <a:pt x="905" y="72"/>
                  </a:cubicBezTo>
                  <a:cubicBezTo>
                    <a:pt x="818" y="24"/>
                    <a:pt x="720" y="0"/>
                    <a:pt x="623"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96"/>
            <p:cNvSpPr/>
            <p:nvPr/>
          </p:nvSpPr>
          <p:spPr>
            <a:xfrm>
              <a:off x="6569155" y="4388752"/>
              <a:ext cx="36336" cy="33870"/>
            </a:xfrm>
            <a:custGeom>
              <a:rect b="b" l="l" r="r" t="t"/>
              <a:pathLst>
                <a:path extrusionOk="0" h="1044" w="1120">
                  <a:moveTo>
                    <a:pt x="382" y="1"/>
                  </a:moveTo>
                  <a:lnTo>
                    <a:pt x="382" y="1"/>
                  </a:lnTo>
                  <a:cubicBezTo>
                    <a:pt x="286" y="48"/>
                    <a:pt x="191" y="96"/>
                    <a:pt x="143" y="191"/>
                  </a:cubicBezTo>
                  <a:cubicBezTo>
                    <a:pt x="1" y="453"/>
                    <a:pt x="72" y="834"/>
                    <a:pt x="358" y="977"/>
                  </a:cubicBezTo>
                  <a:cubicBezTo>
                    <a:pt x="440" y="1022"/>
                    <a:pt x="532" y="1043"/>
                    <a:pt x="624" y="1043"/>
                  </a:cubicBezTo>
                  <a:cubicBezTo>
                    <a:pt x="823" y="1043"/>
                    <a:pt x="1022" y="942"/>
                    <a:pt x="1120" y="763"/>
                  </a:cubicBezTo>
                  <a:lnTo>
                    <a:pt x="1120" y="739"/>
                  </a:lnTo>
                  <a:cubicBezTo>
                    <a:pt x="1041" y="804"/>
                    <a:pt x="941" y="841"/>
                    <a:pt x="839" y="841"/>
                  </a:cubicBezTo>
                  <a:cubicBezTo>
                    <a:pt x="756" y="841"/>
                    <a:pt x="671" y="816"/>
                    <a:pt x="596" y="763"/>
                  </a:cubicBezTo>
                  <a:cubicBezTo>
                    <a:pt x="310" y="620"/>
                    <a:pt x="239" y="287"/>
                    <a:pt x="38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96"/>
            <p:cNvSpPr/>
            <p:nvPr/>
          </p:nvSpPr>
          <p:spPr>
            <a:xfrm>
              <a:off x="6358247" y="4441308"/>
              <a:ext cx="42500" cy="36336"/>
            </a:xfrm>
            <a:custGeom>
              <a:rect b="b" l="l" r="r" t="t"/>
              <a:pathLst>
                <a:path extrusionOk="0" h="1120" w="1310">
                  <a:moveTo>
                    <a:pt x="646" y="0"/>
                  </a:moveTo>
                  <a:cubicBezTo>
                    <a:pt x="450" y="0"/>
                    <a:pt x="254" y="95"/>
                    <a:pt x="143" y="286"/>
                  </a:cubicBezTo>
                  <a:cubicBezTo>
                    <a:pt x="0" y="548"/>
                    <a:pt x="95" y="905"/>
                    <a:pt x="357" y="1048"/>
                  </a:cubicBezTo>
                  <a:cubicBezTo>
                    <a:pt x="445" y="1096"/>
                    <a:pt x="543" y="1119"/>
                    <a:pt x="641" y="1119"/>
                  </a:cubicBezTo>
                  <a:cubicBezTo>
                    <a:pt x="836" y="1119"/>
                    <a:pt x="1032" y="1024"/>
                    <a:pt x="1143" y="834"/>
                  </a:cubicBezTo>
                  <a:cubicBezTo>
                    <a:pt x="1310" y="572"/>
                    <a:pt x="1215" y="238"/>
                    <a:pt x="929" y="72"/>
                  </a:cubicBezTo>
                  <a:cubicBezTo>
                    <a:pt x="842" y="24"/>
                    <a:pt x="744" y="0"/>
                    <a:pt x="646"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96"/>
            <p:cNvSpPr/>
            <p:nvPr/>
          </p:nvSpPr>
          <p:spPr>
            <a:xfrm>
              <a:off x="6358993" y="4442833"/>
              <a:ext cx="37147" cy="34811"/>
            </a:xfrm>
            <a:custGeom>
              <a:rect b="b" l="l" r="r" t="t"/>
              <a:pathLst>
                <a:path extrusionOk="0" h="1073" w="1145">
                  <a:moveTo>
                    <a:pt x="406" y="1"/>
                  </a:moveTo>
                  <a:lnTo>
                    <a:pt x="406" y="1"/>
                  </a:lnTo>
                  <a:cubicBezTo>
                    <a:pt x="311" y="48"/>
                    <a:pt x="215" y="120"/>
                    <a:pt x="168" y="239"/>
                  </a:cubicBezTo>
                  <a:cubicBezTo>
                    <a:pt x="1" y="501"/>
                    <a:pt x="96" y="858"/>
                    <a:pt x="358" y="1001"/>
                  </a:cubicBezTo>
                  <a:cubicBezTo>
                    <a:pt x="453" y="1049"/>
                    <a:pt x="557" y="1072"/>
                    <a:pt x="657" y="1072"/>
                  </a:cubicBezTo>
                  <a:cubicBezTo>
                    <a:pt x="858" y="1072"/>
                    <a:pt x="1049" y="977"/>
                    <a:pt x="1144" y="787"/>
                  </a:cubicBezTo>
                  <a:lnTo>
                    <a:pt x="1144" y="787"/>
                  </a:lnTo>
                  <a:cubicBezTo>
                    <a:pt x="1054" y="832"/>
                    <a:pt x="964" y="855"/>
                    <a:pt x="877" y="855"/>
                  </a:cubicBezTo>
                  <a:cubicBezTo>
                    <a:pt x="779" y="855"/>
                    <a:pt x="684" y="826"/>
                    <a:pt x="596" y="763"/>
                  </a:cubicBezTo>
                  <a:cubicBezTo>
                    <a:pt x="334" y="620"/>
                    <a:pt x="239" y="263"/>
                    <a:pt x="40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96"/>
            <p:cNvSpPr/>
            <p:nvPr/>
          </p:nvSpPr>
          <p:spPr>
            <a:xfrm>
              <a:off x="6304165" y="4387227"/>
              <a:ext cx="42500" cy="36336"/>
            </a:xfrm>
            <a:custGeom>
              <a:rect b="b" l="l" r="r" t="t"/>
              <a:pathLst>
                <a:path extrusionOk="0" h="1120" w="1310">
                  <a:moveTo>
                    <a:pt x="640" y="0"/>
                  </a:moveTo>
                  <a:cubicBezTo>
                    <a:pt x="543" y="0"/>
                    <a:pt x="445" y="24"/>
                    <a:pt x="357" y="72"/>
                  </a:cubicBezTo>
                  <a:cubicBezTo>
                    <a:pt x="95" y="214"/>
                    <a:pt x="0" y="572"/>
                    <a:pt x="143" y="834"/>
                  </a:cubicBezTo>
                  <a:cubicBezTo>
                    <a:pt x="238" y="1024"/>
                    <a:pt x="439" y="1119"/>
                    <a:pt x="640" y="1119"/>
                  </a:cubicBezTo>
                  <a:cubicBezTo>
                    <a:pt x="741" y="1119"/>
                    <a:pt x="842" y="1096"/>
                    <a:pt x="929" y="1048"/>
                  </a:cubicBezTo>
                  <a:cubicBezTo>
                    <a:pt x="1215" y="905"/>
                    <a:pt x="1310" y="548"/>
                    <a:pt x="1143" y="286"/>
                  </a:cubicBezTo>
                  <a:cubicBezTo>
                    <a:pt x="1032" y="95"/>
                    <a:pt x="836" y="0"/>
                    <a:pt x="640" y="0"/>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96"/>
            <p:cNvSpPr/>
            <p:nvPr/>
          </p:nvSpPr>
          <p:spPr>
            <a:xfrm>
              <a:off x="6304165" y="4388752"/>
              <a:ext cx="37114" cy="33870"/>
            </a:xfrm>
            <a:custGeom>
              <a:rect b="b" l="l" r="r" t="t"/>
              <a:pathLst>
                <a:path extrusionOk="0" h="1044" w="1144">
                  <a:moveTo>
                    <a:pt x="357" y="1"/>
                  </a:moveTo>
                  <a:cubicBezTo>
                    <a:pt x="95" y="144"/>
                    <a:pt x="0" y="501"/>
                    <a:pt x="143" y="763"/>
                  </a:cubicBezTo>
                  <a:cubicBezTo>
                    <a:pt x="241" y="942"/>
                    <a:pt x="451" y="1043"/>
                    <a:pt x="657" y="1043"/>
                  </a:cubicBezTo>
                  <a:cubicBezTo>
                    <a:pt x="752" y="1043"/>
                    <a:pt x="846" y="1022"/>
                    <a:pt x="929" y="977"/>
                  </a:cubicBezTo>
                  <a:cubicBezTo>
                    <a:pt x="1000" y="906"/>
                    <a:pt x="1096" y="858"/>
                    <a:pt x="1143" y="739"/>
                  </a:cubicBezTo>
                  <a:lnTo>
                    <a:pt x="1143" y="739"/>
                  </a:lnTo>
                  <a:cubicBezTo>
                    <a:pt x="1058" y="798"/>
                    <a:pt x="958" y="828"/>
                    <a:pt x="857" y="828"/>
                  </a:cubicBezTo>
                  <a:cubicBezTo>
                    <a:pt x="675" y="828"/>
                    <a:pt x="488" y="732"/>
                    <a:pt x="381" y="548"/>
                  </a:cubicBezTo>
                  <a:cubicBezTo>
                    <a:pt x="310" y="382"/>
                    <a:pt x="310" y="167"/>
                    <a:pt x="3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96"/>
            <p:cNvSpPr/>
            <p:nvPr/>
          </p:nvSpPr>
          <p:spPr>
            <a:xfrm>
              <a:off x="6592319" y="4309949"/>
              <a:ext cx="36368" cy="37114"/>
            </a:xfrm>
            <a:custGeom>
              <a:rect b="b" l="l" r="r" t="t"/>
              <a:pathLst>
                <a:path extrusionOk="0" h="1144" w="1121">
                  <a:moveTo>
                    <a:pt x="549" y="1"/>
                  </a:moveTo>
                  <a:cubicBezTo>
                    <a:pt x="263" y="1"/>
                    <a:pt x="1" y="286"/>
                    <a:pt x="1" y="572"/>
                  </a:cubicBezTo>
                  <a:cubicBezTo>
                    <a:pt x="1" y="882"/>
                    <a:pt x="263" y="1144"/>
                    <a:pt x="549" y="1144"/>
                  </a:cubicBezTo>
                  <a:cubicBezTo>
                    <a:pt x="858" y="1144"/>
                    <a:pt x="1120" y="906"/>
                    <a:pt x="1120" y="572"/>
                  </a:cubicBezTo>
                  <a:cubicBezTo>
                    <a:pt x="1120" y="239"/>
                    <a:pt x="858" y="1"/>
                    <a:pt x="549"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96"/>
            <p:cNvSpPr/>
            <p:nvPr/>
          </p:nvSpPr>
          <p:spPr>
            <a:xfrm>
              <a:off x="6592319" y="4312285"/>
              <a:ext cx="34811" cy="34778"/>
            </a:xfrm>
            <a:custGeom>
              <a:rect b="b" l="l" r="r" t="t"/>
              <a:pathLst>
                <a:path extrusionOk="0" h="1072" w="1073">
                  <a:moveTo>
                    <a:pt x="287" y="0"/>
                  </a:moveTo>
                  <a:cubicBezTo>
                    <a:pt x="120" y="95"/>
                    <a:pt x="1" y="286"/>
                    <a:pt x="1" y="500"/>
                  </a:cubicBezTo>
                  <a:cubicBezTo>
                    <a:pt x="1" y="834"/>
                    <a:pt x="263" y="1072"/>
                    <a:pt x="549" y="1072"/>
                  </a:cubicBezTo>
                  <a:cubicBezTo>
                    <a:pt x="763" y="1072"/>
                    <a:pt x="977" y="953"/>
                    <a:pt x="1073" y="762"/>
                  </a:cubicBezTo>
                  <a:lnTo>
                    <a:pt x="1073" y="762"/>
                  </a:lnTo>
                  <a:cubicBezTo>
                    <a:pt x="977" y="810"/>
                    <a:pt x="882" y="834"/>
                    <a:pt x="787" y="834"/>
                  </a:cubicBezTo>
                  <a:cubicBezTo>
                    <a:pt x="477" y="834"/>
                    <a:pt x="239" y="572"/>
                    <a:pt x="239" y="262"/>
                  </a:cubicBezTo>
                  <a:cubicBezTo>
                    <a:pt x="239" y="167"/>
                    <a:pt x="263" y="95"/>
                    <a:pt x="2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96"/>
            <p:cNvSpPr/>
            <p:nvPr/>
          </p:nvSpPr>
          <p:spPr>
            <a:xfrm>
              <a:off x="6439353" y="4462915"/>
              <a:ext cx="37114" cy="36368"/>
            </a:xfrm>
            <a:custGeom>
              <a:rect b="b" l="l" r="r" t="t"/>
              <a:pathLst>
                <a:path extrusionOk="0" h="1121" w="1144">
                  <a:moveTo>
                    <a:pt x="572" y="1"/>
                  </a:moveTo>
                  <a:cubicBezTo>
                    <a:pt x="263" y="1"/>
                    <a:pt x="1" y="263"/>
                    <a:pt x="1" y="572"/>
                  </a:cubicBezTo>
                  <a:cubicBezTo>
                    <a:pt x="1" y="858"/>
                    <a:pt x="263" y="1120"/>
                    <a:pt x="572" y="1120"/>
                  </a:cubicBezTo>
                  <a:cubicBezTo>
                    <a:pt x="858" y="1120"/>
                    <a:pt x="1144" y="882"/>
                    <a:pt x="1144" y="572"/>
                  </a:cubicBezTo>
                  <a:cubicBezTo>
                    <a:pt x="1144" y="239"/>
                    <a:pt x="858" y="1"/>
                    <a:pt x="572"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96"/>
            <p:cNvSpPr/>
            <p:nvPr/>
          </p:nvSpPr>
          <p:spPr>
            <a:xfrm>
              <a:off x="6438574" y="4464472"/>
              <a:ext cx="34811" cy="34811"/>
            </a:xfrm>
            <a:custGeom>
              <a:rect b="b" l="l" r="r" t="t"/>
              <a:pathLst>
                <a:path extrusionOk="0" h="1073" w="1073">
                  <a:moveTo>
                    <a:pt x="287" y="1"/>
                  </a:moveTo>
                  <a:lnTo>
                    <a:pt x="287" y="1"/>
                  </a:lnTo>
                  <a:cubicBezTo>
                    <a:pt x="120" y="96"/>
                    <a:pt x="1" y="310"/>
                    <a:pt x="1" y="524"/>
                  </a:cubicBezTo>
                  <a:cubicBezTo>
                    <a:pt x="1" y="834"/>
                    <a:pt x="263" y="1072"/>
                    <a:pt x="572" y="1072"/>
                  </a:cubicBezTo>
                  <a:cubicBezTo>
                    <a:pt x="763" y="1072"/>
                    <a:pt x="977" y="953"/>
                    <a:pt x="1073" y="786"/>
                  </a:cubicBezTo>
                  <a:lnTo>
                    <a:pt x="1073" y="786"/>
                  </a:lnTo>
                  <a:cubicBezTo>
                    <a:pt x="1001" y="810"/>
                    <a:pt x="930" y="834"/>
                    <a:pt x="811" y="834"/>
                  </a:cubicBezTo>
                  <a:cubicBezTo>
                    <a:pt x="477" y="834"/>
                    <a:pt x="239" y="572"/>
                    <a:pt x="239" y="286"/>
                  </a:cubicBezTo>
                  <a:cubicBezTo>
                    <a:pt x="239" y="191"/>
                    <a:pt x="263" y="96"/>
                    <a:pt x="28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96"/>
            <p:cNvSpPr/>
            <p:nvPr/>
          </p:nvSpPr>
          <p:spPr>
            <a:xfrm>
              <a:off x="6287165" y="4309949"/>
              <a:ext cx="36336" cy="37114"/>
            </a:xfrm>
            <a:custGeom>
              <a:rect b="b" l="l" r="r" t="t"/>
              <a:pathLst>
                <a:path extrusionOk="0" h="1144" w="1120">
                  <a:moveTo>
                    <a:pt x="548" y="1"/>
                  </a:moveTo>
                  <a:cubicBezTo>
                    <a:pt x="262" y="1"/>
                    <a:pt x="0" y="286"/>
                    <a:pt x="0" y="572"/>
                  </a:cubicBezTo>
                  <a:cubicBezTo>
                    <a:pt x="0" y="882"/>
                    <a:pt x="262" y="1144"/>
                    <a:pt x="548" y="1144"/>
                  </a:cubicBezTo>
                  <a:cubicBezTo>
                    <a:pt x="858" y="1144"/>
                    <a:pt x="1120" y="906"/>
                    <a:pt x="1120" y="572"/>
                  </a:cubicBezTo>
                  <a:cubicBezTo>
                    <a:pt x="1120" y="239"/>
                    <a:pt x="858" y="1"/>
                    <a:pt x="548" y="1"/>
                  </a:cubicBezTo>
                  <a:close/>
                </a:path>
              </a:pathLst>
            </a:custGeom>
            <a:solidFill>
              <a:srgbClr val="A9B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96"/>
            <p:cNvSpPr/>
            <p:nvPr/>
          </p:nvSpPr>
          <p:spPr>
            <a:xfrm>
              <a:off x="6285608" y="4312285"/>
              <a:ext cx="34811" cy="34778"/>
            </a:xfrm>
            <a:custGeom>
              <a:rect b="b" l="l" r="r" t="t"/>
              <a:pathLst>
                <a:path extrusionOk="0" h="1072" w="1073">
                  <a:moveTo>
                    <a:pt x="310" y="0"/>
                  </a:moveTo>
                  <a:cubicBezTo>
                    <a:pt x="120" y="95"/>
                    <a:pt x="1" y="286"/>
                    <a:pt x="1" y="500"/>
                  </a:cubicBezTo>
                  <a:cubicBezTo>
                    <a:pt x="1" y="834"/>
                    <a:pt x="286" y="1072"/>
                    <a:pt x="572" y="1072"/>
                  </a:cubicBezTo>
                  <a:cubicBezTo>
                    <a:pt x="786" y="1072"/>
                    <a:pt x="1001" y="953"/>
                    <a:pt x="1072" y="762"/>
                  </a:cubicBezTo>
                  <a:lnTo>
                    <a:pt x="1072" y="762"/>
                  </a:lnTo>
                  <a:cubicBezTo>
                    <a:pt x="1025" y="810"/>
                    <a:pt x="929" y="834"/>
                    <a:pt x="810" y="834"/>
                  </a:cubicBezTo>
                  <a:cubicBezTo>
                    <a:pt x="477" y="834"/>
                    <a:pt x="239" y="572"/>
                    <a:pt x="239" y="262"/>
                  </a:cubicBezTo>
                  <a:cubicBezTo>
                    <a:pt x="239" y="167"/>
                    <a:pt x="286" y="95"/>
                    <a:pt x="31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96"/>
            <p:cNvSpPr/>
            <p:nvPr/>
          </p:nvSpPr>
          <p:spPr>
            <a:xfrm>
              <a:off x="6404607" y="4316794"/>
              <a:ext cx="10836" cy="18817"/>
            </a:xfrm>
            <a:custGeom>
              <a:rect b="b" l="l" r="r" t="t"/>
              <a:pathLst>
                <a:path extrusionOk="0" h="580" w="334">
                  <a:moveTo>
                    <a:pt x="183" y="0"/>
                  </a:moveTo>
                  <a:cubicBezTo>
                    <a:pt x="95" y="0"/>
                    <a:pt x="0" y="83"/>
                    <a:pt x="0" y="147"/>
                  </a:cubicBezTo>
                  <a:lnTo>
                    <a:pt x="0" y="433"/>
                  </a:lnTo>
                  <a:cubicBezTo>
                    <a:pt x="0" y="504"/>
                    <a:pt x="71" y="576"/>
                    <a:pt x="119" y="576"/>
                  </a:cubicBezTo>
                  <a:cubicBezTo>
                    <a:pt x="132" y="578"/>
                    <a:pt x="144" y="579"/>
                    <a:pt x="156" y="579"/>
                  </a:cubicBezTo>
                  <a:cubicBezTo>
                    <a:pt x="257" y="579"/>
                    <a:pt x="333" y="496"/>
                    <a:pt x="333" y="433"/>
                  </a:cubicBezTo>
                  <a:lnTo>
                    <a:pt x="333" y="147"/>
                  </a:lnTo>
                  <a:cubicBezTo>
                    <a:pt x="333" y="75"/>
                    <a:pt x="262" y="4"/>
                    <a:pt x="214" y="4"/>
                  </a:cubicBezTo>
                  <a:cubicBezTo>
                    <a:pt x="204" y="1"/>
                    <a:pt x="194" y="0"/>
                    <a:pt x="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96"/>
            <p:cNvSpPr/>
            <p:nvPr/>
          </p:nvSpPr>
          <p:spPr>
            <a:xfrm>
              <a:off x="6499631" y="4316794"/>
              <a:ext cx="10057" cy="18817"/>
            </a:xfrm>
            <a:custGeom>
              <a:rect b="b" l="l" r="r" t="t"/>
              <a:pathLst>
                <a:path extrusionOk="0" h="580" w="310">
                  <a:moveTo>
                    <a:pt x="166" y="0"/>
                  </a:moveTo>
                  <a:cubicBezTo>
                    <a:pt x="95" y="0"/>
                    <a:pt x="0" y="83"/>
                    <a:pt x="0" y="147"/>
                  </a:cubicBezTo>
                  <a:lnTo>
                    <a:pt x="0" y="433"/>
                  </a:lnTo>
                  <a:cubicBezTo>
                    <a:pt x="0" y="504"/>
                    <a:pt x="48" y="576"/>
                    <a:pt x="95" y="576"/>
                  </a:cubicBezTo>
                  <a:cubicBezTo>
                    <a:pt x="111" y="578"/>
                    <a:pt x="125" y="579"/>
                    <a:pt x="139" y="579"/>
                  </a:cubicBezTo>
                  <a:cubicBezTo>
                    <a:pt x="253" y="579"/>
                    <a:pt x="310" y="496"/>
                    <a:pt x="310" y="433"/>
                  </a:cubicBezTo>
                  <a:lnTo>
                    <a:pt x="310" y="147"/>
                  </a:lnTo>
                  <a:cubicBezTo>
                    <a:pt x="310" y="75"/>
                    <a:pt x="262" y="4"/>
                    <a:pt x="191" y="4"/>
                  </a:cubicBezTo>
                  <a:cubicBezTo>
                    <a:pt x="183" y="1"/>
                    <a:pt x="175" y="0"/>
                    <a:pt x="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96"/>
            <p:cNvSpPr/>
            <p:nvPr/>
          </p:nvSpPr>
          <p:spPr>
            <a:xfrm>
              <a:off x="6439353" y="4324386"/>
              <a:ext cx="35589" cy="15735"/>
            </a:xfrm>
            <a:custGeom>
              <a:rect b="b" l="l" r="r" t="t"/>
              <a:pathLst>
                <a:path extrusionOk="0" h="485" w="1097">
                  <a:moveTo>
                    <a:pt x="920" y="1"/>
                  </a:moveTo>
                  <a:cubicBezTo>
                    <a:pt x="867" y="1"/>
                    <a:pt x="814" y="24"/>
                    <a:pt x="787" y="80"/>
                  </a:cubicBezTo>
                  <a:cubicBezTo>
                    <a:pt x="715" y="127"/>
                    <a:pt x="620" y="199"/>
                    <a:pt x="548" y="199"/>
                  </a:cubicBezTo>
                  <a:cubicBezTo>
                    <a:pt x="453" y="199"/>
                    <a:pt x="358" y="151"/>
                    <a:pt x="310" y="80"/>
                  </a:cubicBezTo>
                  <a:cubicBezTo>
                    <a:pt x="265" y="34"/>
                    <a:pt x="210" y="18"/>
                    <a:pt x="158" y="18"/>
                  </a:cubicBezTo>
                  <a:cubicBezTo>
                    <a:pt x="128" y="18"/>
                    <a:pt x="98" y="23"/>
                    <a:pt x="72" y="32"/>
                  </a:cubicBezTo>
                  <a:cubicBezTo>
                    <a:pt x="1" y="103"/>
                    <a:pt x="1" y="199"/>
                    <a:pt x="24" y="270"/>
                  </a:cubicBezTo>
                  <a:cubicBezTo>
                    <a:pt x="191" y="389"/>
                    <a:pt x="358" y="484"/>
                    <a:pt x="572" y="484"/>
                  </a:cubicBezTo>
                  <a:cubicBezTo>
                    <a:pt x="739" y="484"/>
                    <a:pt x="929" y="389"/>
                    <a:pt x="1049" y="270"/>
                  </a:cubicBezTo>
                  <a:cubicBezTo>
                    <a:pt x="1096" y="222"/>
                    <a:pt x="1096" y="103"/>
                    <a:pt x="1025" y="32"/>
                  </a:cubicBezTo>
                  <a:cubicBezTo>
                    <a:pt x="995" y="12"/>
                    <a:pt x="957"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96"/>
            <p:cNvSpPr/>
            <p:nvPr/>
          </p:nvSpPr>
          <p:spPr>
            <a:xfrm>
              <a:off x="6392214" y="4232703"/>
              <a:ext cx="162310" cy="148360"/>
            </a:xfrm>
            <a:custGeom>
              <a:rect b="b" l="l" r="r" t="t"/>
              <a:pathLst>
                <a:path extrusionOk="0" h="4573" w="5003">
                  <a:moveTo>
                    <a:pt x="2025" y="0"/>
                  </a:moveTo>
                  <a:cubicBezTo>
                    <a:pt x="1311" y="0"/>
                    <a:pt x="596" y="286"/>
                    <a:pt x="49" y="762"/>
                  </a:cubicBezTo>
                  <a:cubicBezTo>
                    <a:pt x="1" y="810"/>
                    <a:pt x="1" y="905"/>
                    <a:pt x="49" y="1000"/>
                  </a:cubicBezTo>
                  <a:cubicBezTo>
                    <a:pt x="81" y="1033"/>
                    <a:pt x="118" y="1046"/>
                    <a:pt x="156" y="1046"/>
                  </a:cubicBezTo>
                  <a:cubicBezTo>
                    <a:pt x="201" y="1046"/>
                    <a:pt x="248" y="1027"/>
                    <a:pt x="287" y="1000"/>
                  </a:cubicBezTo>
                  <a:cubicBezTo>
                    <a:pt x="763" y="548"/>
                    <a:pt x="1406" y="310"/>
                    <a:pt x="2049" y="310"/>
                  </a:cubicBezTo>
                  <a:cubicBezTo>
                    <a:pt x="3478" y="310"/>
                    <a:pt x="4669" y="1477"/>
                    <a:pt x="4669" y="2929"/>
                  </a:cubicBezTo>
                  <a:cubicBezTo>
                    <a:pt x="4669" y="3429"/>
                    <a:pt x="4526" y="3906"/>
                    <a:pt x="4240" y="4334"/>
                  </a:cubicBezTo>
                  <a:cubicBezTo>
                    <a:pt x="4192" y="4382"/>
                    <a:pt x="4216" y="4501"/>
                    <a:pt x="4311" y="4525"/>
                  </a:cubicBezTo>
                  <a:cubicBezTo>
                    <a:pt x="4335" y="4573"/>
                    <a:pt x="4383" y="4573"/>
                    <a:pt x="4407" y="4573"/>
                  </a:cubicBezTo>
                  <a:cubicBezTo>
                    <a:pt x="4454" y="4573"/>
                    <a:pt x="4478" y="4525"/>
                    <a:pt x="4550" y="4501"/>
                  </a:cubicBezTo>
                  <a:cubicBezTo>
                    <a:pt x="4835" y="4025"/>
                    <a:pt x="5002" y="3501"/>
                    <a:pt x="5002" y="2929"/>
                  </a:cubicBezTo>
                  <a:cubicBezTo>
                    <a:pt x="4931" y="1310"/>
                    <a:pt x="3621" y="0"/>
                    <a:pt x="2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96"/>
            <p:cNvSpPr/>
            <p:nvPr/>
          </p:nvSpPr>
          <p:spPr>
            <a:xfrm>
              <a:off x="6362107" y="4271472"/>
              <a:ext cx="164581" cy="152869"/>
            </a:xfrm>
            <a:custGeom>
              <a:rect b="b" l="l" r="r" t="t"/>
              <a:pathLst>
                <a:path extrusionOk="0" h="4712" w="5073">
                  <a:moveTo>
                    <a:pt x="653" y="0"/>
                  </a:moveTo>
                  <a:cubicBezTo>
                    <a:pt x="608" y="0"/>
                    <a:pt x="562" y="26"/>
                    <a:pt x="548" y="67"/>
                  </a:cubicBezTo>
                  <a:cubicBezTo>
                    <a:pt x="167" y="567"/>
                    <a:pt x="0" y="1139"/>
                    <a:pt x="0" y="1758"/>
                  </a:cubicBezTo>
                  <a:cubicBezTo>
                    <a:pt x="0" y="3354"/>
                    <a:pt x="1310" y="4711"/>
                    <a:pt x="2953" y="4711"/>
                  </a:cubicBezTo>
                  <a:cubicBezTo>
                    <a:pt x="3715" y="4711"/>
                    <a:pt x="4430" y="4402"/>
                    <a:pt x="5001" y="3878"/>
                  </a:cubicBezTo>
                  <a:cubicBezTo>
                    <a:pt x="5073" y="3806"/>
                    <a:pt x="5073" y="3711"/>
                    <a:pt x="5001" y="3640"/>
                  </a:cubicBezTo>
                  <a:cubicBezTo>
                    <a:pt x="4977" y="3604"/>
                    <a:pt x="4936" y="3586"/>
                    <a:pt x="4891" y="3586"/>
                  </a:cubicBezTo>
                  <a:cubicBezTo>
                    <a:pt x="4846" y="3586"/>
                    <a:pt x="4799" y="3604"/>
                    <a:pt x="4763" y="3640"/>
                  </a:cubicBezTo>
                  <a:cubicBezTo>
                    <a:pt x="4263" y="4116"/>
                    <a:pt x="3644" y="4378"/>
                    <a:pt x="2929" y="4378"/>
                  </a:cubicBezTo>
                  <a:cubicBezTo>
                    <a:pt x="1501" y="4378"/>
                    <a:pt x="310" y="3211"/>
                    <a:pt x="310" y="1758"/>
                  </a:cubicBezTo>
                  <a:cubicBezTo>
                    <a:pt x="310" y="1234"/>
                    <a:pt x="477" y="687"/>
                    <a:pt x="786" y="234"/>
                  </a:cubicBezTo>
                  <a:cubicBezTo>
                    <a:pt x="834" y="186"/>
                    <a:pt x="810" y="67"/>
                    <a:pt x="738" y="44"/>
                  </a:cubicBezTo>
                  <a:cubicBezTo>
                    <a:pt x="719" y="14"/>
                    <a:pt x="686" y="0"/>
                    <a:pt x="6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96"/>
            <p:cNvSpPr/>
            <p:nvPr/>
          </p:nvSpPr>
          <p:spPr>
            <a:xfrm>
              <a:off x="6280190" y="4150656"/>
              <a:ext cx="355440" cy="354175"/>
            </a:xfrm>
            <a:custGeom>
              <a:rect b="b" l="l" r="r" t="t"/>
              <a:pathLst>
                <a:path extrusionOk="0" h="10917" w="10956">
                  <a:moveTo>
                    <a:pt x="5478" y="362"/>
                  </a:moveTo>
                  <a:cubicBezTo>
                    <a:pt x="5716" y="362"/>
                    <a:pt x="5883" y="553"/>
                    <a:pt x="5883" y="791"/>
                  </a:cubicBezTo>
                  <a:cubicBezTo>
                    <a:pt x="5883" y="981"/>
                    <a:pt x="5716" y="1196"/>
                    <a:pt x="5478" y="1196"/>
                  </a:cubicBezTo>
                  <a:cubicBezTo>
                    <a:pt x="5264" y="1196"/>
                    <a:pt x="5050" y="1005"/>
                    <a:pt x="5050" y="791"/>
                  </a:cubicBezTo>
                  <a:cubicBezTo>
                    <a:pt x="5050" y="553"/>
                    <a:pt x="5240" y="362"/>
                    <a:pt x="5478" y="362"/>
                  </a:cubicBezTo>
                  <a:close/>
                  <a:moveTo>
                    <a:pt x="5621" y="1505"/>
                  </a:moveTo>
                  <a:lnTo>
                    <a:pt x="5621" y="1696"/>
                  </a:lnTo>
                  <a:lnTo>
                    <a:pt x="5478" y="1696"/>
                  </a:lnTo>
                  <a:cubicBezTo>
                    <a:pt x="5454" y="1688"/>
                    <a:pt x="5433" y="1685"/>
                    <a:pt x="5415" y="1685"/>
                  </a:cubicBezTo>
                  <a:cubicBezTo>
                    <a:pt x="5378" y="1685"/>
                    <a:pt x="5351" y="1696"/>
                    <a:pt x="5335" y="1696"/>
                  </a:cubicBezTo>
                  <a:lnTo>
                    <a:pt x="5335" y="1505"/>
                  </a:lnTo>
                  <a:cubicBezTo>
                    <a:pt x="5335" y="1505"/>
                    <a:pt x="5454" y="1529"/>
                    <a:pt x="5478" y="1529"/>
                  </a:cubicBezTo>
                  <a:cubicBezTo>
                    <a:pt x="5526" y="1529"/>
                    <a:pt x="5597" y="1529"/>
                    <a:pt x="5621" y="1505"/>
                  </a:cubicBezTo>
                  <a:close/>
                  <a:moveTo>
                    <a:pt x="7883" y="1029"/>
                  </a:moveTo>
                  <a:cubicBezTo>
                    <a:pt x="8193" y="1029"/>
                    <a:pt x="8384" y="1386"/>
                    <a:pt x="8241" y="1648"/>
                  </a:cubicBezTo>
                  <a:cubicBezTo>
                    <a:pt x="8159" y="1763"/>
                    <a:pt x="8020" y="1844"/>
                    <a:pt x="7871" y="1844"/>
                  </a:cubicBezTo>
                  <a:cubicBezTo>
                    <a:pt x="7804" y="1844"/>
                    <a:pt x="7736" y="1828"/>
                    <a:pt x="7669" y="1791"/>
                  </a:cubicBezTo>
                  <a:cubicBezTo>
                    <a:pt x="7479" y="1672"/>
                    <a:pt x="7407" y="1410"/>
                    <a:pt x="7526" y="1219"/>
                  </a:cubicBezTo>
                  <a:cubicBezTo>
                    <a:pt x="7598" y="1100"/>
                    <a:pt x="7741" y="1029"/>
                    <a:pt x="7883" y="1029"/>
                  </a:cubicBezTo>
                  <a:close/>
                  <a:moveTo>
                    <a:pt x="3057" y="1025"/>
                  </a:moveTo>
                  <a:cubicBezTo>
                    <a:pt x="3201" y="1025"/>
                    <a:pt x="3354" y="1098"/>
                    <a:pt x="3430" y="1219"/>
                  </a:cubicBezTo>
                  <a:cubicBezTo>
                    <a:pt x="3573" y="1481"/>
                    <a:pt x="3383" y="1862"/>
                    <a:pt x="3073" y="1862"/>
                  </a:cubicBezTo>
                  <a:cubicBezTo>
                    <a:pt x="2906" y="1862"/>
                    <a:pt x="2763" y="1767"/>
                    <a:pt x="2716" y="1648"/>
                  </a:cubicBezTo>
                  <a:cubicBezTo>
                    <a:pt x="2597" y="1458"/>
                    <a:pt x="2644" y="1219"/>
                    <a:pt x="2835" y="1100"/>
                  </a:cubicBezTo>
                  <a:cubicBezTo>
                    <a:pt x="2895" y="1049"/>
                    <a:pt x="2974" y="1025"/>
                    <a:pt x="3057" y="1025"/>
                  </a:cubicBezTo>
                  <a:close/>
                  <a:moveTo>
                    <a:pt x="3573" y="1982"/>
                  </a:moveTo>
                  <a:lnTo>
                    <a:pt x="3692" y="2148"/>
                  </a:lnTo>
                  <a:cubicBezTo>
                    <a:pt x="3597" y="2220"/>
                    <a:pt x="3502" y="2267"/>
                    <a:pt x="3430" y="2291"/>
                  </a:cubicBezTo>
                  <a:lnTo>
                    <a:pt x="3311" y="2124"/>
                  </a:lnTo>
                  <a:cubicBezTo>
                    <a:pt x="3383" y="2101"/>
                    <a:pt x="3478" y="2029"/>
                    <a:pt x="3573" y="1982"/>
                  </a:cubicBezTo>
                  <a:close/>
                  <a:moveTo>
                    <a:pt x="7383" y="1982"/>
                  </a:moveTo>
                  <a:cubicBezTo>
                    <a:pt x="7455" y="2029"/>
                    <a:pt x="7550" y="2101"/>
                    <a:pt x="7645" y="2124"/>
                  </a:cubicBezTo>
                  <a:lnTo>
                    <a:pt x="7526" y="2291"/>
                  </a:lnTo>
                  <a:cubicBezTo>
                    <a:pt x="7431" y="2243"/>
                    <a:pt x="7360" y="2172"/>
                    <a:pt x="7264" y="2148"/>
                  </a:cubicBezTo>
                  <a:lnTo>
                    <a:pt x="7383" y="1982"/>
                  </a:lnTo>
                  <a:close/>
                  <a:moveTo>
                    <a:pt x="9527" y="2696"/>
                  </a:moveTo>
                  <a:cubicBezTo>
                    <a:pt x="9932" y="2696"/>
                    <a:pt x="10098" y="3244"/>
                    <a:pt x="9741" y="3458"/>
                  </a:cubicBezTo>
                  <a:cubicBezTo>
                    <a:pt x="9670" y="3493"/>
                    <a:pt x="9598" y="3510"/>
                    <a:pt x="9529" y="3510"/>
                  </a:cubicBezTo>
                  <a:cubicBezTo>
                    <a:pt x="9318" y="3510"/>
                    <a:pt x="9134" y="3358"/>
                    <a:pt x="9098" y="3125"/>
                  </a:cubicBezTo>
                  <a:cubicBezTo>
                    <a:pt x="9098" y="2982"/>
                    <a:pt x="9193" y="2839"/>
                    <a:pt x="9312" y="2744"/>
                  </a:cubicBezTo>
                  <a:cubicBezTo>
                    <a:pt x="9384" y="2720"/>
                    <a:pt x="9431" y="2696"/>
                    <a:pt x="9527" y="2696"/>
                  </a:cubicBezTo>
                  <a:close/>
                  <a:moveTo>
                    <a:pt x="1411" y="2690"/>
                  </a:moveTo>
                  <a:cubicBezTo>
                    <a:pt x="1474" y="2690"/>
                    <a:pt x="1537" y="2707"/>
                    <a:pt x="1596" y="2744"/>
                  </a:cubicBezTo>
                  <a:cubicBezTo>
                    <a:pt x="1692" y="2815"/>
                    <a:pt x="1763" y="2886"/>
                    <a:pt x="1787" y="2982"/>
                  </a:cubicBezTo>
                  <a:cubicBezTo>
                    <a:pt x="1835" y="3244"/>
                    <a:pt x="1668" y="3529"/>
                    <a:pt x="1406" y="3529"/>
                  </a:cubicBezTo>
                  <a:cubicBezTo>
                    <a:pt x="1096" y="3529"/>
                    <a:pt x="882" y="3172"/>
                    <a:pt x="1049" y="2886"/>
                  </a:cubicBezTo>
                  <a:cubicBezTo>
                    <a:pt x="1131" y="2771"/>
                    <a:pt x="1270" y="2690"/>
                    <a:pt x="1411" y="2690"/>
                  </a:cubicBezTo>
                  <a:close/>
                  <a:moveTo>
                    <a:pt x="2073" y="3315"/>
                  </a:moveTo>
                  <a:lnTo>
                    <a:pt x="2263" y="3434"/>
                  </a:lnTo>
                  <a:cubicBezTo>
                    <a:pt x="2192" y="3529"/>
                    <a:pt x="2144" y="3601"/>
                    <a:pt x="2120" y="3696"/>
                  </a:cubicBezTo>
                  <a:lnTo>
                    <a:pt x="1936" y="3581"/>
                  </a:lnTo>
                  <a:lnTo>
                    <a:pt x="1936" y="3581"/>
                  </a:lnTo>
                  <a:cubicBezTo>
                    <a:pt x="1955" y="3575"/>
                    <a:pt x="2006" y="3516"/>
                    <a:pt x="2025" y="3458"/>
                  </a:cubicBezTo>
                  <a:cubicBezTo>
                    <a:pt x="2049" y="3410"/>
                    <a:pt x="2073" y="3363"/>
                    <a:pt x="2073" y="3315"/>
                  </a:cubicBezTo>
                  <a:close/>
                  <a:moveTo>
                    <a:pt x="8836" y="3339"/>
                  </a:moveTo>
                  <a:cubicBezTo>
                    <a:pt x="8860" y="3434"/>
                    <a:pt x="8931" y="3553"/>
                    <a:pt x="8979" y="3601"/>
                  </a:cubicBezTo>
                  <a:lnTo>
                    <a:pt x="8812" y="3720"/>
                  </a:lnTo>
                  <a:cubicBezTo>
                    <a:pt x="8741" y="3625"/>
                    <a:pt x="8717" y="3553"/>
                    <a:pt x="8669" y="3458"/>
                  </a:cubicBezTo>
                  <a:lnTo>
                    <a:pt x="8836" y="3339"/>
                  </a:lnTo>
                  <a:close/>
                  <a:moveTo>
                    <a:pt x="1668" y="5292"/>
                  </a:moveTo>
                  <a:lnTo>
                    <a:pt x="1668" y="5458"/>
                  </a:lnTo>
                  <a:lnTo>
                    <a:pt x="1668" y="5625"/>
                  </a:lnTo>
                  <a:lnTo>
                    <a:pt x="1454" y="5625"/>
                  </a:lnTo>
                  <a:cubicBezTo>
                    <a:pt x="1477" y="5625"/>
                    <a:pt x="1477" y="5482"/>
                    <a:pt x="1477" y="5458"/>
                  </a:cubicBezTo>
                  <a:cubicBezTo>
                    <a:pt x="1477" y="5387"/>
                    <a:pt x="1477" y="5363"/>
                    <a:pt x="1454" y="5292"/>
                  </a:cubicBezTo>
                  <a:close/>
                  <a:moveTo>
                    <a:pt x="9455" y="5292"/>
                  </a:moveTo>
                  <a:cubicBezTo>
                    <a:pt x="9431" y="5435"/>
                    <a:pt x="9431" y="5506"/>
                    <a:pt x="9455" y="5625"/>
                  </a:cubicBezTo>
                  <a:lnTo>
                    <a:pt x="9241" y="5625"/>
                  </a:lnTo>
                  <a:lnTo>
                    <a:pt x="9241" y="5292"/>
                  </a:lnTo>
                  <a:close/>
                  <a:moveTo>
                    <a:pt x="739" y="5077"/>
                  </a:moveTo>
                  <a:cubicBezTo>
                    <a:pt x="953" y="5077"/>
                    <a:pt x="1168" y="5244"/>
                    <a:pt x="1168" y="5482"/>
                  </a:cubicBezTo>
                  <a:cubicBezTo>
                    <a:pt x="1168" y="5697"/>
                    <a:pt x="977" y="5911"/>
                    <a:pt x="739" y="5911"/>
                  </a:cubicBezTo>
                  <a:cubicBezTo>
                    <a:pt x="501" y="5911"/>
                    <a:pt x="334" y="5720"/>
                    <a:pt x="334" y="5482"/>
                  </a:cubicBezTo>
                  <a:cubicBezTo>
                    <a:pt x="334" y="5244"/>
                    <a:pt x="501" y="5077"/>
                    <a:pt x="739" y="5077"/>
                  </a:cubicBezTo>
                  <a:close/>
                  <a:moveTo>
                    <a:pt x="10170" y="5101"/>
                  </a:moveTo>
                  <a:cubicBezTo>
                    <a:pt x="10408" y="5101"/>
                    <a:pt x="10598" y="5268"/>
                    <a:pt x="10598" y="5506"/>
                  </a:cubicBezTo>
                  <a:cubicBezTo>
                    <a:pt x="10598" y="5697"/>
                    <a:pt x="10384" y="5911"/>
                    <a:pt x="10170" y="5911"/>
                  </a:cubicBezTo>
                  <a:cubicBezTo>
                    <a:pt x="9884" y="5911"/>
                    <a:pt x="9670" y="5577"/>
                    <a:pt x="9812" y="5316"/>
                  </a:cubicBezTo>
                  <a:cubicBezTo>
                    <a:pt x="9884" y="5196"/>
                    <a:pt x="10027" y="5101"/>
                    <a:pt x="10170" y="5101"/>
                  </a:cubicBezTo>
                  <a:close/>
                  <a:moveTo>
                    <a:pt x="2120" y="7244"/>
                  </a:moveTo>
                  <a:cubicBezTo>
                    <a:pt x="2168" y="7340"/>
                    <a:pt x="2192" y="7411"/>
                    <a:pt x="2263" y="7506"/>
                  </a:cubicBezTo>
                  <a:lnTo>
                    <a:pt x="2073" y="7626"/>
                  </a:lnTo>
                  <a:cubicBezTo>
                    <a:pt x="2049" y="7530"/>
                    <a:pt x="2001" y="7411"/>
                    <a:pt x="1930" y="7364"/>
                  </a:cubicBezTo>
                  <a:lnTo>
                    <a:pt x="2120" y="7244"/>
                  </a:lnTo>
                  <a:close/>
                  <a:moveTo>
                    <a:pt x="8812" y="7244"/>
                  </a:moveTo>
                  <a:lnTo>
                    <a:pt x="8979" y="7364"/>
                  </a:lnTo>
                  <a:cubicBezTo>
                    <a:pt x="8931" y="7411"/>
                    <a:pt x="8860" y="7530"/>
                    <a:pt x="8836" y="7626"/>
                  </a:cubicBezTo>
                  <a:lnTo>
                    <a:pt x="8669" y="7506"/>
                  </a:lnTo>
                  <a:cubicBezTo>
                    <a:pt x="8717" y="7411"/>
                    <a:pt x="8788" y="7340"/>
                    <a:pt x="8812" y="7244"/>
                  </a:cubicBezTo>
                  <a:close/>
                  <a:moveTo>
                    <a:pt x="1406" y="7411"/>
                  </a:moveTo>
                  <a:cubicBezTo>
                    <a:pt x="1811" y="7459"/>
                    <a:pt x="1954" y="7983"/>
                    <a:pt x="1596" y="8197"/>
                  </a:cubicBezTo>
                  <a:cubicBezTo>
                    <a:pt x="1541" y="8237"/>
                    <a:pt x="1475" y="8255"/>
                    <a:pt x="1407" y="8255"/>
                  </a:cubicBezTo>
                  <a:cubicBezTo>
                    <a:pt x="1271" y="8255"/>
                    <a:pt x="1128" y="8181"/>
                    <a:pt x="1049" y="8054"/>
                  </a:cubicBezTo>
                  <a:cubicBezTo>
                    <a:pt x="882" y="7768"/>
                    <a:pt x="1096" y="7411"/>
                    <a:pt x="1406" y="7411"/>
                  </a:cubicBezTo>
                  <a:close/>
                  <a:moveTo>
                    <a:pt x="9536" y="7446"/>
                  </a:moveTo>
                  <a:cubicBezTo>
                    <a:pt x="9608" y="7446"/>
                    <a:pt x="9679" y="7465"/>
                    <a:pt x="9741" y="7506"/>
                  </a:cubicBezTo>
                  <a:cubicBezTo>
                    <a:pt x="9932" y="7626"/>
                    <a:pt x="10003" y="7864"/>
                    <a:pt x="9884" y="8078"/>
                  </a:cubicBezTo>
                  <a:cubicBezTo>
                    <a:pt x="9812" y="8197"/>
                    <a:pt x="9670" y="8268"/>
                    <a:pt x="9527" y="8268"/>
                  </a:cubicBezTo>
                  <a:cubicBezTo>
                    <a:pt x="9265" y="8268"/>
                    <a:pt x="9050" y="8007"/>
                    <a:pt x="9146" y="7768"/>
                  </a:cubicBezTo>
                  <a:cubicBezTo>
                    <a:pt x="9180" y="7565"/>
                    <a:pt x="9358" y="7446"/>
                    <a:pt x="9536" y="7446"/>
                  </a:cubicBezTo>
                  <a:close/>
                  <a:moveTo>
                    <a:pt x="5475" y="2011"/>
                  </a:moveTo>
                  <a:cubicBezTo>
                    <a:pt x="5573" y="2011"/>
                    <a:pt x="5669" y="2017"/>
                    <a:pt x="5764" y="2029"/>
                  </a:cubicBezTo>
                  <a:cubicBezTo>
                    <a:pt x="7431" y="2172"/>
                    <a:pt x="8788" y="3506"/>
                    <a:pt x="8931" y="5196"/>
                  </a:cubicBezTo>
                  <a:cubicBezTo>
                    <a:pt x="8955" y="5387"/>
                    <a:pt x="8955" y="5577"/>
                    <a:pt x="8931" y="5792"/>
                  </a:cubicBezTo>
                  <a:cubicBezTo>
                    <a:pt x="8788" y="7459"/>
                    <a:pt x="7431" y="8792"/>
                    <a:pt x="5764" y="8935"/>
                  </a:cubicBezTo>
                  <a:cubicBezTo>
                    <a:pt x="5669" y="8947"/>
                    <a:pt x="5573" y="8953"/>
                    <a:pt x="5475" y="8953"/>
                  </a:cubicBezTo>
                  <a:cubicBezTo>
                    <a:pt x="5377" y="8953"/>
                    <a:pt x="5276" y="8947"/>
                    <a:pt x="5169" y="8935"/>
                  </a:cubicBezTo>
                  <a:cubicBezTo>
                    <a:pt x="3502" y="8792"/>
                    <a:pt x="2168" y="7459"/>
                    <a:pt x="2025" y="5792"/>
                  </a:cubicBezTo>
                  <a:cubicBezTo>
                    <a:pt x="2001" y="5577"/>
                    <a:pt x="2001" y="5387"/>
                    <a:pt x="2025" y="5196"/>
                  </a:cubicBezTo>
                  <a:cubicBezTo>
                    <a:pt x="2168" y="3506"/>
                    <a:pt x="3502" y="2172"/>
                    <a:pt x="5169" y="2029"/>
                  </a:cubicBezTo>
                  <a:cubicBezTo>
                    <a:pt x="5276" y="2017"/>
                    <a:pt x="5377" y="2011"/>
                    <a:pt x="5475" y="2011"/>
                  </a:cubicBezTo>
                  <a:close/>
                  <a:moveTo>
                    <a:pt x="3383" y="8673"/>
                  </a:moveTo>
                  <a:cubicBezTo>
                    <a:pt x="3478" y="8721"/>
                    <a:pt x="3573" y="8792"/>
                    <a:pt x="3668" y="8816"/>
                  </a:cubicBezTo>
                  <a:lnTo>
                    <a:pt x="3549" y="9007"/>
                  </a:lnTo>
                  <a:cubicBezTo>
                    <a:pt x="3454" y="8935"/>
                    <a:pt x="3359" y="8888"/>
                    <a:pt x="3263" y="8840"/>
                  </a:cubicBezTo>
                  <a:lnTo>
                    <a:pt x="3383" y="8673"/>
                  </a:lnTo>
                  <a:close/>
                  <a:moveTo>
                    <a:pt x="7526" y="8673"/>
                  </a:moveTo>
                  <a:lnTo>
                    <a:pt x="7645" y="8840"/>
                  </a:lnTo>
                  <a:cubicBezTo>
                    <a:pt x="7550" y="8888"/>
                    <a:pt x="7479" y="8935"/>
                    <a:pt x="7383" y="9007"/>
                  </a:cubicBezTo>
                  <a:lnTo>
                    <a:pt x="7264" y="8816"/>
                  </a:lnTo>
                  <a:cubicBezTo>
                    <a:pt x="7360" y="8769"/>
                    <a:pt x="7431" y="8697"/>
                    <a:pt x="7526" y="8673"/>
                  </a:cubicBezTo>
                  <a:close/>
                  <a:moveTo>
                    <a:pt x="5621" y="9269"/>
                  </a:moveTo>
                  <a:lnTo>
                    <a:pt x="5621" y="9483"/>
                  </a:lnTo>
                  <a:cubicBezTo>
                    <a:pt x="5573" y="9483"/>
                    <a:pt x="5502" y="9435"/>
                    <a:pt x="5478" y="9435"/>
                  </a:cubicBezTo>
                  <a:cubicBezTo>
                    <a:pt x="5407" y="9435"/>
                    <a:pt x="5359" y="9435"/>
                    <a:pt x="5335" y="9483"/>
                  </a:cubicBezTo>
                  <a:lnTo>
                    <a:pt x="5335" y="9269"/>
                  </a:lnTo>
                  <a:close/>
                  <a:moveTo>
                    <a:pt x="3087" y="9140"/>
                  </a:moveTo>
                  <a:cubicBezTo>
                    <a:pt x="3373" y="9140"/>
                    <a:pt x="3556" y="9463"/>
                    <a:pt x="3383" y="9745"/>
                  </a:cubicBezTo>
                  <a:cubicBezTo>
                    <a:pt x="3335" y="9864"/>
                    <a:pt x="3192" y="9959"/>
                    <a:pt x="3025" y="9959"/>
                  </a:cubicBezTo>
                  <a:cubicBezTo>
                    <a:pt x="2859" y="9959"/>
                    <a:pt x="2668" y="9840"/>
                    <a:pt x="2644" y="9650"/>
                  </a:cubicBezTo>
                  <a:cubicBezTo>
                    <a:pt x="2597" y="9412"/>
                    <a:pt x="2763" y="9173"/>
                    <a:pt x="3002" y="9150"/>
                  </a:cubicBezTo>
                  <a:cubicBezTo>
                    <a:pt x="3031" y="9143"/>
                    <a:pt x="3059" y="9140"/>
                    <a:pt x="3087" y="9140"/>
                  </a:cubicBezTo>
                  <a:close/>
                  <a:moveTo>
                    <a:pt x="7868" y="9115"/>
                  </a:moveTo>
                  <a:cubicBezTo>
                    <a:pt x="8016" y="9115"/>
                    <a:pt x="8153" y="9189"/>
                    <a:pt x="8217" y="9316"/>
                  </a:cubicBezTo>
                  <a:cubicBezTo>
                    <a:pt x="8360" y="9602"/>
                    <a:pt x="8193" y="9959"/>
                    <a:pt x="7860" y="9959"/>
                  </a:cubicBezTo>
                  <a:cubicBezTo>
                    <a:pt x="7717" y="9959"/>
                    <a:pt x="7598" y="9864"/>
                    <a:pt x="7502" y="9745"/>
                  </a:cubicBezTo>
                  <a:cubicBezTo>
                    <a:pt x="7383" y="9554"/>
                    <a:pt x="7431" y="9293"/>
                    <a:pt x="7645" y="9173"/>
                  </a:cubicBezTo>
                  <a:cubicBezTo>
                    <a:pt x="7717" y="9134"/>
                    <a:pt x="7794" y="9115"/>
                    <a:pt x="7868" y="9115"/>
                  </a:cubicBezTo>
                  <a:close/>
                  <a:moveTo>
                    <a:pt x="5478" y="9769"/>
                  </a:moveTo>
                  <a:cubicBezTo>
                    <a:pt x="5693" y="9769"/>
                    <a:pt x="5883" y="9959"/>
                    <a:pt x="5883" y="10197"/>
                  </a:cubicBezTo>
                  <a:cubicBezTo>
                    <a:pt x="5859" y="10436"/>
                    <a:pt x="5693" y="10602"/>
                    <a:pt x="5478" y="10602"/>
                  </a:cubicBezTo>
                  <a:cubicBezTo>
                    <a:pt x="5240" y="10602"/>
                    <a:pt x="5050" y="10436"/>
                    <a:pt x="5050" y="10197"/>
                  </a:cubicBezTo>
                  <a:cubicBezTo>
                    <a:pt x="5050" y="9983"/>
                    <a:pt x="5240" y="9769"/>
                    <a:pt x="5478" y="9769"/>
                  </a:cubicBezTo>
                  <a:close/>
                  <a:moveTo>
                    <a:pt x="5530" y="0"/>
                  </a:moveTo>
                  <a:cubicBezTo>
                    <a:pt x="5119" y="0"/>
                    <a:pt x="4788" y="298"/>
                    <a:pt x="4788" y="719"/>
                  </a:cubicBezTo>
                  <a:cubicBezTo>
                    <a:pt x="4788" y="934"/>
                    <a:pt x="4883" y="1148"/>
                    <a:pt x="5026" y="1267"/>
                  </a:cubicBezTo>
                  <a:lnTo>
                    <a:pt x="5026" y="1648"/>
                  </a:lnTo>
                  <a:cubicBezTo>
                    <a:pt x="4669" y="1696"/>
                    <a:pt x="4311" y="1791"/>
                    <a:pt x="3978" y="1934"/>
                  </a:cubicBezTo>
                  <a:lnTo>
                    <a:pt x="3787" y="1577"/>
                  </a:lnTo>
                  <a:cubicBezTo>
                    <a:pt x="3835" y="1386"/>
                    <a:pt x="3811" y="1172"/>
                    <a:pt x="3716" y="981"/>
                  </a:cubicBezTo>
                  <a:cubicBezTo>
                    <a:pt x="3568" y="767"/>
                    <a:pt x="3316" y="644"/>
                    <a:pt x="3057" y="644"/>
                  </a:cubicBezTo>
                  <a:cubicBezTo>
                    <a:pt x="2942" y="644"/>
                    <a:pt x="2826" y="668"/>
                    <a:pt x="2716" y="719"/>
                  </a:cubicBezTo>
                  <a:cubicBezTo>
                    <a:pt x="2382" y="934"/>
                    <a:pt x="2263" y="1386"/>
                    <a:pt x="2430" y="1743"/>
                  </a:cubicBezTo>
                  <a:cubicBezTo>
                    <a:pt x="2549" y="1910"/>
                    <a:pt x="2740" y="2029"/>
                    <a:pt x="2954" y="2101"/>
                  </a:cubicBezTo>
                  <a:lnTo>
                    <a:pt x="3144" y="2458"/>
                  </a:lnTo>
                  <a:cubicBezTo>
                    <a:pt x="2882" y="2648"/>
                    <a:pt x="2668" y="2863"/>
                    <a:pt x="2478" y="3125"/>
                  </a:cubicBezTo>
                  <a:lnTo>
                    <a:pt x="2120" y="2934"/>
                  </a:lnTo>
                  <a:lnTo>
                    <a:pt x="2120" y="2863"/>
                  </a:lnTo>
                  <a:cubicBezTo>
                    <a:pt x="2028" y="2518"/>
                    <a:pt x="1722" y="2336"/>
                    <a:pt x="1411" y="2336"/>
                  </a:cubicBezTo>
                  <a:cubicBezTo>
                    <a:pt x="1163" y="2336"/>
                    <a:pt x="911" y="2453"/>
                    <a:pt x="763" y="2696"/>
                  </a:cubicBezTo>
                  <a:cubicBezTo>
                    <a:pt x="572" y="3053"/>
                    <a:pt x="692" y="3482"/>
                    <a:pt x="1049" y="3696"/>
                  </a:cubicBezTo>
                  <a:cubicBezTo>
                    <a:pt x="1168" y="3768"/>
                    <a:pt x="1287" y="3791"/>
                    <a:pt x="1406" y="3791"/>
                  </a:cubicBezTo>
                  <a:cubicBezTo>
                    <a:pt x="1477" y="3791"/>
                    <a:pt x="1549" y="3791"/>
                    <a:pt x="1644" y="3768"/>
                  </a:cubicBezTo>
                  <a:lnTo>
                    <a:pt x="2001" y="3958"/>
                  </a:lnTo>
                  <a:cubicBezTo>
                    <a:pt x="1835" y="4291"/>
                    <a:pt x="1763" y="4625"/>
                    <a:pt x="1716" y="4982"/>
                  </a:cubicBezTo>
                  <a:lnTo>
                    <a:pt x="1335" y="4982"/>
                  </a:lnTo>
                  <a:cubicBezTo>
                    <a:pt x="1220" y="4830"/>
                    <a:pt x="1030" y="4723"/>
                    <a:pt x="812" y="4723"/>
                  </a:cubicBezTo>
                  <a:cubicBezTo>
                    <a:pt x="757" y="4723"/>
                    <a:pt x="701" y="4730"/>
                    <a:pt x="644" y="4744"/>
                  </a:cubicBezTo>
                  <a:cubicBezTo>
                    <a:pt x="358" y="4792"/>
                    <a:pt x="120" y="5030"/>
                    <a:pt x="49" y="5339"/>
                  </a:cubicBezTo>
                  <a:cubicBezTo>
                    <a:pt x="1" y="5792"/>
                    <a:pt x="334" y="6173"/>
                    <a:pt x="763" y="6173"/>
                  </a:cubicBezTo>
                  <a:cubicBezTo>
                    <a:pt x="977" y="6173"/>
                    <a:pt x="1192" y="6078"/>
                    <a:pt x="1311" y="5935"/>
                  </a:cubicBezTo>
                  <a:lnTo>
                    <a:pt x="1692" y="5935"/>
                  </a:lnTo>
                  <a:cubicBezTo>
                    <a:pt x="1716" y="6292"/>
                    <a:pt x="1835" y="6625"/>
                    <a:pt x="1954" y="6935"/>
                  </a:cubicBezTo>
                  <a:lnTo>
                    <a:pt x="1596" y="7149"/>
                  </a:lnTo>
                  <a:cubicBezTo>
                    <a:pt x="1501" y="7125"/>
                    <a:pt x="1454" y="7125"/>
                    <a:pt x="1358" y="7125"/>
                  </a:cubicBezTo>
                  <a:cubicBezTo>
                    <a:pt x="811" y="7125"/>
                    <a:pt x="477" y="7745"/>
                    <a:pt x="739" y="8221"/>
                  </a:cubicBezTo>
                  <a:cubicBezTo>
                    <a:pt x="858" y="8459"/>
                    <a:pt x="1096" y="8578"/>
                    <a:pt x="1358" y="8578"/>
                  </a:cubicBezTo>
                  <a:cubicBezTo>
                    <a:pt x="1716" y="8578"/>
                    <a:pt x="2025" y="8316"/>
                    <a:pt x="2073" y="7983"/>
                  </a:cubicBezTo>
                  <a:lnTo>
                    <a:pt x="2430" y="7768"/>
                  </a:lnTo>
                  <a:cubicBezTo>
                    <a:pt x="2644" y="8030"/>
                    <a:pt x="2859" y="8245"/>
                    <a:pt x="3121" y="8459"/>
                  </a:cubicBezTo>
                  <a:lnTo>
                    <a:pt x="2906" y="8816"/>
                  </a:lnTo>
                  <a:cubicBezTo>
                    <a:pt x="2692" y="8840"/>
                    <a:pt x="2525" y="8959"/>
                    <a:pt x="2406" y="9173"/>
                  </a:cubicBezTo>
                  <a:cubicBezTo>
                    <a:pt x="2311" y="9340"/>
                    <a:pt x="2287" y="9531"/>
                    <a:pt x="2311" y="9745"/>
                  </a:cubicBezTo>
                  <a:cubicBezTo>
                    <a:pt x="2382" y="9912"/>
                    <a:pt x="2501" y="10102"/>
                    <a:pt x="2644" y="10174"/>
                  </a:cubicBezTo>
                  <a:cubicBezTo>
                    <a:pt x="2763" y="10245"/>
                    <a:pt x="2882" y="10269"/>
                    <a:pt x="3025" y="10269"/>
                  </a:cubicBezTo>
                  <a:cubicBezTo>
                    <a:pt x="3287" y="10269"/>
                    <a:pt x="3525" y="10126"/>
                    <a:pt x="3645" y="9912"/>
                  </a:cubicBezTo>
                  <a:cubicBezTo>
                    <a:pt x="3740" y="9745"/>
                    <a:pt x="3764" y="9554"/>
                    <a:pt x="3740" y="9340"/>
                  </a:cubicBezTo>
                  <a:lnTo>
                    <a:pt x="3740" y="9293"/>
                  </a:lnTo>
                  <a:lnTo>
                    <a:pt x="3954" y="8935"/>
                  </a:lnTo>
                  <a:cubicBezTo>
                    <a:pt x="4288" y="9078"/>
                    <a:pt x="4645" y="9173"/>
                    <a:pt x="5002" y="9221"/>
                  </a:cubicBezTo>
                  <a:lnTo>
                    <a:pt x="5002" y="9626"/>
                  </a:lnTo>
                  <a:cubicBezTo>
                    <a:pt x="4811" y="9769"/>
                    <a:pt x="4692" y="10031"/>
                    <a:pt x="4764" y="10317"/>
                  </a:cubicBezTo>
                  <a:cubicBezTo>
                    <a:pt x="4811" y="10602"/>
                    <a:pt x="5050" y="10840"/>
                    <a:pt x="5359" y="10912"/>
                  </a:cubicBezTo>
                  <a:cubicBezTo>
                    <a:pt x="5387" y="10915"/>
                    <a:pt x="5414" y="10916"/>
                    <a:pt x="5441" y="10916"/>
                  </a:cubicBezTo>
                  <a:cubicBezTo>
                    <a:pt x="5838" y="10916"/>
                    <a:pt x="6193" y="10599"/>
                    <a:pt x="6193" y="10197"/>
                  </a:cubicBezTo>
                  <a:cubicBezTo>
                    <a:pt x="6193" y="9983"/>
                    <a:pt x="6097" y="9769"/>
                    <a:pt x="5955" y="9650"/>
                  </a:cubicBezTo>
                  <a:lnTo>
                    <a:pt x="5955" y="9269"/>
                  </a:lnTo>
                  <a:cubicBezTo>
                    <a:pt x="6312" y="9197"/>
                    <a:pt x="6669" y="9126"/>
                    <a:pt x="6979" y="8959"/>
                  </a:cubicBezTo>
                  <a:lnTo>
                    <a:pt x="7193" y="9316"/>
                  </a:lnTo>
                  <a:lnTo>
                    <a:pt x="7193" y="9388"/>
                  </a:lnTo>
                  <a:cubicBezTo>
                    <a:pt x="7145" y="9554"/>
                    <a:pt x="7169" y="9769"/>
                    <a:pt x="7288" y="9935"/>
                  </a:cubicBezTo>
                  <a:cubicBezTo>
                    <a:pt x="7407" y="10150"/>
                    <a:pt x="7645" y="10293"/>
                    <a:pt x="7907" y="10293"/>
                  </a:cubicBezTo>
                  <a:cubicBezTo>
                    <a:pt x="8026" y="10293"/>
                    <a:pt x="8169" y="10269"/>
                    <a:pt x="8288" y="10221"/>
                  </a:cubicBezTo>
                  <a:cubicBezTo>
                    <a:pt x="8479" y="10126"/>
                    <a:pt x="8598" y="9935"/>
                    <a:pt x="8622" y="9769"/>
                  </a:cubicBezTo>
                  <a:cubicBezTo>
                    <a:pt x="8693" y="9578"/>
                    <a:pt x="8646" y="9388"/>
                    <a:pt x="8550" y="9197"/>
                  </a:cubicBezTo>
                  <a:cubicBezTo>
                    <a:pt x="8431" y="9031"/>
                    <a:pt x="8241" y="8911"/>
                    <a:pt x="8026" y="8840"/>
                  </a:cubicBezTo>
                  <a:lnTo>
                    <a:pt x="7812" y="8483"/>
                  </a:lnTo>
                  <a:cubicBezTo>
                    <a:pt x="8098" y="8268"/>
                    <a:pt x="8288" y="8078"/>
                    <a:pt x="8503" y="7792"/>
                  </a:cubicBezTo>
                  <a:lnTo>
                    <a:pt x="8860" y="8007"/>
                  </a:lnTo>
                  <a:lnTo>
                    <a:pt x="8860" y="8078"/>
                  </a:lnTo>
                  <a:cubicBezTo>
                    <a:pt x="8931" y="8245"/>
                    <a:pt x="9050" y="8435"/>
                    <a:pt x="9193" y="8507"/>
                  </a:cubicBezTo>
                  <a:cubicBezTo>
                    <a:pt x="9312" y="8578"/>
                    <a:pt x="9431" y="8602"/>
                    <a:pt x="9551" y="8602"/>
                  </a:cubicBezTo>
                  <a:cubicBezTo>
                    <a:pt x="9812" y="8602"/>
                    <a:pt x="10051" y="8459"/>
                    <a:pt x="10170" y="8245"/>
                  </a:cubicBezTo>
                  <a:cubicBezTo>
                    <a:pt x="10384" y="7887"/>
                    <a:pt x="10265" y="7435"/>
                    <a:pt x="9908" y="7244"/>
                  </a:cubicBezTo>
                  <a:cubicBezTo>
                    <a:pt x="9789" y="7173"/>
                    <a:pt x="9670" y="7149"/>
                    <a:pt x="9551" y="7149"/>
                  </a:cubicBezTo>
                  <a:cubicBezTo>
                    <a:pt x="9455" y="7149"/>
                    <a:pt x="9408" y="7149"/>
                    <a:pt x="9312" y="7173"/>
                  </a:cubicBezTo>
                  <a:lnTo>
                    <a:pt x="8955" y="6983"/>
                  </a:lnTo>
                  <a:cubicBezTo>
                    <a:pt x="9098" y="6649"/>
                    <a:pt x="9193" y="6316"/>
                    <a:pt x="9217" y="5958"/>
                  </a:cubicBezTo>
                  <a:lnTo>
                    <a:pt x="9598" y="5958"/>
                  </a:lnTo>
                  <a:cubicBezTo>
                    <a:pt x="9717" y="6101"/>
                    <a:pt x="9932" y="6197"/>
                    <a:pt x="10146" y="6197"/>
                  </a:cubicBezTo>
                  <a:cubicBezTo>
                    <a:pt x="10598" y="6197"/>
                    <a:pt x="10956" y="5816"/>
                    <a:pt x="10860" y="5363"/>
                  </a:cubicBezTo>
                  <a:cubicBezTo>
                    <a:pt x="10860" y="5077"/>
                    <a:pt x="10622" y="4839"/>
                    <a:pt x="10336" y="4768"/>
                  </a:cubicBezTo>
                  <a:cubicBezTo>
                    <a:pt x="10293" y="4761"/>
                    <a:pt x="10251" y="4757"/>
                    <a:pt x="10210" y="4757"/>
                  </a:cubicBezTo>
                  <a:cubicBezTo>
                    <a:pt x="9980" y="4757"/>
                    <a:pt x="9787" y="4864"/>
                    <a:pt x="9646" y="5006"/>
                  </a:cubicBezTo>
                  <a:lnTo>
                    <a:pt x="9265" y="5006"/>
                  </a:lnTo>
                  <a:cubicBezTo>
                    <a:pt x="9217" y="4649"/>
                    <a:pt x="9098" y="4315"/>
                    <a:pt x="8979" y="4006"/>
                  </a:cubicBezTo>
                  <a:lnTo>
                    <a:pt x="9336" y="3791"/>
                  </a:lnTo>
                  <a:cubicBezTo>
                    <a:pt x="9431" y="3815"/>
                    <a:pt x="9503" y="3815"/>
                    <a:pt x="9574" y="3815"/>
                  </a:cubicBezTo>
                  <a:cubicBezTo>
                    <a:pt x="10027" y="3815"/>
                    <a:pt x="10384" y="3410"/>
                    <a:pt x="10289" y="2958"/>
                  </a:cubicBezTo>
                  <a:cubicBezTo>
                    <a:pt x="10241" y="2601"/>
                    <a:pt x="9932" y="2363"/>
                    <a:pt x="9574" y="2363"/>
                  </a:cubicBezTo>
                  <a:cubicBezTo>
                    <a:pt x="9217" y="2363"/>
                    <a:pt x="8931" y="2624"/>
                    <a:pt x="8860" y="2958"/>
                  </a:cubicBezTo>
                  <a:lnTo>
                    <a:pt x="8503" y="3172"/>
                  </a:lnTo>
                  <a:cubicBezTo>
                    <a:pt x="8312" y="2886"/>
                    <a:pt x="8098" y="2696"/>
                    <a:pt x="7836" y="2482"/>
                  </a:cubicBezTo>
                  <a:lnTo>
                    <a:pt x="8026" y="2124"/>
                  </a:lnTo>
                  <a:cubicBezTo>
                    <a:pt x="8241" y="2101"/>
                    <a:pt x="8431" y="1982"/>
                    <a:pt x="8550" y="1767"/>
                  </a:cubicBezTo>
                  <a:cubicBezTo>
                    <a:pt x="8836" y="1291"/>
                    <a:pt x="8479" y="672"/>
                    <a:pt x="7907" y="672"/>
                  </a:cubicBezTo>
                  <a:cubicBezTo>
                    <a:pt x="7645" y="672"/>
                    <a:pt x="7407" y="815"/>
                    <a:pt x="7288" y="1029"/>
                  </a:cubicBezTo>
                  <a:cubicBezTo>
                    <a:pt x="7169" y="1196"/>
                    <a:pt x="7169" y="1434"/>
                    <a:pt x="7240" y="1624"/>
                  </a:cubicBezTo>
                  <a:lnTo>
                    <a:pt x="7026" y="1982"/>
                  </a:lnTo>
                  <a:cubicBezTo>
                    <a:pt x="6693" y="1815"/>
                    <a:pt x="6336" y="1743"/>
                    <a:pt x="5978" y="1672"/>
                  </a:cubicBezTo>
                  <a:lnTo>
                    <a:pt x="5978" y="1291"/>
                  </a:lnTo>
                  <a:cubicBezTo>
                    <a:pt x="6169" y="1148"/>
                    <a:pt x="6288" y="862"/>
                    <a:pt x="6216" y="600"/>
                  </a:cubicBezTo>
                  <a:cubicBezTo>
                    <a:pt x="6169" y="314"/>
                    <a:pt x="5931" y="76"/>
                    <a:pt x="5621" y="5"/>
                  </a:cubicBezTo>
                  <a:cubicBezTo>
                    <a:pt x="5590" y="2"/>
                    <a:pt x="5560" y="0"/>
                    <a:pt x="55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0" name="Google Shape;21500;p96"/>
          <p:cNvGrpSpPr/>
          <p:nvPr/>
        </p:nvGrpSpPr>
        <p:grpSpPr>
          <a:xfrm>
            <a:off x="7038488" y="4000722"/>
            <a:ext cx="314465" cy="352326"/>
            <a:chOff x="7040448" y="4153122"/>
            <a:chExt cx="314465" cy="352326"/>
          </a:xfrm>
        </p:grpSpPr>
        <p:sp>
          <p:nvSpPr>
            <p:cNvPr id="21501" name="Google Shape;21501;p96"/>
            <p:cNvSpPr/>
            <p:nvPr/>
          </p:nvSpPr>
          <p:spPr>
            <a:xfrm>
              <a:off x="7067472" y="4180925"/>
              <a:ext cx="268137" cy="295162"/>
            </a:xfrm>
            <a:custGeom>
              <a:rect b="b" l="l" r="r" t="t"/>
              <a:pathLst>
                <a:path extrusionOk="0" h="9098" w="8265">
                  <a:moveTo>
                    <a:pt x="3716" y="1"/>
                  </a:moveTo>
                  <a:lnTo>
                    <a:pt x="3716" y="3906"/>
                  </a:lnTo>
                  <a:lnTo>
                    <a:pt x="358" y="1953"/>
                  </a:lnTo>
                  <a:lnTo>
                    <a:pt x="1" y="2620"/>
                  </a:lnTo>
                  <a:lnTo>
                    <a:pt x="3359" y="4549"/>
                  </a:lnTo>
                  <a:lnTo>
                    <a:pt x="25" y="6335"/>
                  </a:lnTo>
                  <a:lnTo>
                    <a:pt x="382" y="7002"/>
                  </a:lnTo>
                  <a:lnTo>
                    <a:pt x="3764" y="5168"/>
                  </a:lnTo>
                  <a:lnTo>
                    <a:pt x="3764" y="9098"/>
                  </a:lnTo>
                  <a:lnTo>
                    <a:pt x="4526" y="9098"/>
                  </a:lnTo>
                  <a:lnTo>
                    <a:pt x="4526" y="5168"/>
                  </a:lnTo>
                  <a:lnTo>
                    <a:pt x="7907" y="7002"/>
                  </a:lnTo>
                  <a:lnTo>
                    <a:pt x="8264" y="6335"/>
                  </a:lnTo>
                  <a:lnTo>
                    <a:pt x="4930" y="4549"/>
                  </a:lnTo>
                  <a:lnTo>
                    <a:pt x="8169" y="2620"/>
                  </a:lnTo>
                  <a:lnTo>
                    <a:pt x="7812" y="1953"/>
                  </a:lnTo>
                  <a:lnTo>
                    <a:pt x="4454" y="3906"/>
                  </a:lnTo>
                  <a:lnTo>
                    <a:pt x="4454"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96"/>
            <p:cNvSpPr/>
            <p:nvPr/>
          </p:nvSpPr>
          <p:spPr>
            <a:xfrm>
              <a:off x="7060530" y="4169732"/>
              <a:ext cx="278162" cy="317936"/>
            </a:xfrm>
            <a:custGeom>
              <a:rect b="b" l="l" r="r" t="t"/>
              <a:pathLst>
                <a:path extrusionOk="0" h="9800" w="8574">
                  <a:moveTo>
                    <a:pt x="4287" y="798"/>
                  </a:moveTo>
                  <a:lnTo>
                    <a:pt x="7859" y="2846"/>
                  </a:lnTo>
                  <a:lnTo>
                    <a:pt x="7859" y="6942"/>
                  </a:lnTo>
                  <a:lnTo>
                    <a:pt x="4287" y="9014"/>
                  </a:lnTo>
                  <a:lnTo>
                    <a:pt x="715" y="6942"/>
                  </a:lnTo>
                  <a:lnTo>
                    <a:pt x="715" y="2846"/>
                  </a:lnTo>
                  <a:lnTo>
                    <a:pt x="4287" y="798"/>
                  </a:lnTo>
                  <a:close/>
                  <a:moveTo>
                    <a:pt x="4293" y="0"/>
                  </a:moveTo>
                  <a:cubicBezTo>
                    <a:pt x="4228" y="0"/>
                    <a:pt x="4156" y="12"/>
                    <a:pt x="4097" y="36"/>
                  </a:cubicBezTo>
                  <a:lnTo>
                    <a:pt x="167" y="2298"/>
                  </a:lnTo>
                  <a:cubicBezTo>
                    <a:pt x="48" y="2370"/>
                    <a:pt x="1" y="2513"/>
                    <a:pt x="1" y="2632"/>
                  </a:cubicBezTo>
                  <a:lnTo>
                    <a:pt x="1" y="7157"/>
                  </a:lnTo>
                  <a:cubicBezTo>
                    <a:pt x="1" y="7299"/>
                    <a:pt x="48" y="7419"/>
                    <a:pt x="167" y="7490"/>
                  </a:cubicBezTo>
                  <a:lnTo>
                    <a:pt x="4097" y="9752"/>
                  </a:lnTo>
                  <a:cubicBezTo>
                    <a:pt x="4168" y="9776"/>
                    <a:pt x="4216" y="9800"/>
                    <a:pt x="4287" y="9800"/>
                  </a:cubicBezTo>
                  <a:cubicBezTo>
                    <a:pt x="4335" y="9800"/>
                    <a:pt x="4406" y="9800"/>
                    <a:pt x="4454" y="9752"/>
                  </a:cubicBezTo>
                  <a:lnTo>
                    <a:pt x="8383" y="7490"/>
                  </a:lnTo>
                  <a:cubicBezTo>
                    <a:pt x="8502" y="7419"/>
                    <a:pt x="8574" y="7276"/>
                    <a:pt x="8574" y="7157"/>
                  </a:cubicBezTo>
                  <a:lnTo>
                    <a:pt x="8574" y="2632"/>
                  </a:lnTo>
                  <a:cubicBezTo>
                    <a:pt x="8574" y="2489"/>
                    <a:pt x="8502" y="2370"/>
                    <a:pt x="8383" y="2298"/>
                  </a:cubicBezTo>
                  <a:lnTo>
                    <a:pt x="4454" y="36"/>
                  </a:lnTo>
                  <a:cubicBezTo>
                    <a:pt x="4418" y="12"/>
                    <a:pt x="4359" y="0"/>
                    <a:pt x="4293"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96"/>
            <p:cNvSpPr/>
            <p:nvPr/>
          </p:nvSpPr>
          <p:spPr>
            <a:xfrm>
              <a:off x="7174111" y="4157761"/>
              <a:ext cx="48696" cy="47918"/>
            </a:xfrm>
            <a:custGeom>
              <a:rect b="b" l="l" r="r" t="t"/>
              <a:pathLst>
                <a:path extrusionOk="0" h="1477" w="1501">
                  <a:moveTo>
                    <a:pt x="762" y="0"/>
                  </a:moveTo>
                  <a:cubicBezTo>
                    <a:pt x="334" y="0"/>
                    <a:pt x="0" y="334"/>
                    <a:pt x="0" y="738"/>
                  </a:cubicBezTo>
                  <a:cubicBezTo>
                    <a:pt x="0" y="1167"/>
                    <a:pt x="334" y="1477"/>
                    <a:pt x="762" y="1477"/>
                  </a:cubicBezTo>
                  <a:cubicBezTo>
                    <a:pt x="1167" y="1477"/>
                    <a:pt x="1501" y="1167"/>
                    <a:pt x="1501" y="738"/>
                  </a:cubicBezTo>
                  <a:cubicBezTo>
                    <a:pt x="1501" y="334"/>
                    <a:pt x="1167" y="0"/>
                    <a:pt x="762"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96"/>
            <p:cNvSpPr/>
            <p:nvPr/>
          </p:nvSpPr>
          <p:spPr>
            <a:xfrm>
              <a:off x="7175635" y="4158540"/>
              <a:ext cx="46393" cy="46360"/>
            </a:xfrm>
            <a:custGeom>
              <a:rect b="b" l="l" r="r" t="t"/>
              <a:pathLst>
                <a:path extrusionOk="0" h="1429" w="1430">
                  <a:moveTo>
                    <a:pt x="477" y="0"/>
                  </a:moveTo>
                  <a:cubicBezTo>
                    <a:pt x="191" y="119"/>
                    <a:pt x="1" y="381"/>
                    <a:pt x="1" y="691"/>
                  </a:cubicBezTo>
                  <a:cubicBezTo>
                    <a:pt x="1" y="1096"/>
                    <a:pt x="310" y="1429"/>
                    <a:pt x="739" y="1429"/>
                  </a:cubicBezTo>
                  <a:cubicBezTo>
                    <a:pt x="1073" y="1429"/>
                    <a:pt x="1334" y="1215"/>
                    <a:pt x="1430" y="953"/>
                  </a:cubicBezTo>
                  <a:lnTo>
                    <a:pt x="1430" y="953"/>
                  </a:lnTo>
                  <a:cubicBezTo>
                    <a:pt x="1334" y="1024"/>
                    <a:pt x="1239" y="1024"/>
                    <a:pt x="1144" y="1024"/>
                  </a:cubicBezTo>
                  <a:cubicBezTo>
                    <a:pt x="739" y="1024"/>
                    <a:pt x="406" y="691"/>
                    <a:pt x="406" y="262"/>
                  </a:cubicBezTo>
                  <a:cubicBezTo>
                    <a:pt x="406" y="191"/>
                    <a:pt x="430" y="95"/>
                    <a:pt x="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96"/>
            <p:cNvSpPr/>
            <p:nvPr/>
          </p:nvSpPr>
          <p:spPr>
            <a:xfrm>
              <a:off x="7174111" y="4452112"/>
              <a:ext cx="48696" cy="48696"/>
            </a:xfrm>
            <a:custGeom>
              <a:rect b="b" l="l" r="r" t="t"/>
              <a:pathLst>
                <a:path extrusionOk="0" h="1501" w="1501">
                  <a:moveTo>
                    <a:pt x="762" y="1"/>
                  </a:moveTo>
                  <a:cubicBezTo>
                    <a:pt x="334" y="1"/>
                    <a:pt x="0" y="334"/>
                    <a:pt x="0" y="739"/>
                  </a:cubicBezTo>
                  <a:cubicBezTo>
                    <a:pt x="0" y="1167"/>
                    <a:pt x="334" y="1501"/>
                    <a:pt x="762" y="1501"/>
                  </a:cubicBezTo>
                  <a:cubicBezTo>
                    <a:pt x="1167" y="1501"/>
                    <a:pt x="1501" y="1167"/>
                    <a:pt x="1501" y="739"/>
                  </a:cubicBezTo>
                  <a:cubicBezTo>
                    <a:pt x="1501" y="334"/>
                    <a:pt x="1167" y="1"/>
                    <a:pt x="762"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96"/>
            <p:cNvSpPr/>
            <p:nvPr/>
          </p:nvSpPr>
          <p:spPr>
            <a:xfrm>
              <a:off x="7175635" y="4452890"/>
              <a:ext cx="46393" cy="46393"/>
            </a:xfrm>
            <a:custGeom>
              <a:rect b="b" l="l" r="r" t="t"/>
              <a:pathLst>
                <a:path extrusionOk="0" h="1430" w="1430">
                  <a:moveTo>
                    <a:pt x="477" y="0"/>
                  </a:moveTo>
                  <a:cubicBezTo>
                    <a:pt x="191" y="119"/>
                    <a:pt x="1" y="405"/>
                    <a:pt x="1" y="691"/>
                  </a:cubicBezTo>
                  <a:cubicBezTo>
                    <a:pt x="1" y="1120"/>
                    <a:pt x="310" y="1429"/>
                    <a:pt x="739" y="1429"/>
                  </a:cubicBezTo>
                  <a:cubicBezTo>
                    <a:pt x="1073" y="1429"/>
                    <a:pt x="1334" y="1239"/>
                    <a:pt x="1430" y="953"/>
                  </a:cubicBezTo>
                  <a:lnTo>
                    <a:pt x="1430" y="953"/>
                  </a:lnTo>
                  <a:cubicBezTo>
                    <a:pt x="1334" y="1024"/>
                    <a:pt x="1239" y="1024"/>
                    <a:pt x="1144" y="1024"/>
                  </a:cubicBezTo>
                  <a:cubicBezTo>
                    <a:pt x="739" y="1024"/>
                    <a:pt x="406" y="691"/>
                    <a:pt x="406" y="286"/>
                  </a:cubicBezTo>
                  <a:cubicBezTo>
                    <a:pt x="406" y="191"/>
                    <a:pt x="430" y="96"/>
                    <a:pt x="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96"/>
            <p:cNvSpPr/>
            <p:nvPr/>
          </p:nvSpPr>
          <p:spPr>
            <a:xfrm>
              <a:off x="7301577" y="4231146"/>
              <a:ext cx="48696" cy="47950"/>
            </a:xfrm>
            <a:custGeom>
              <a:rect b="b" l="l" r="r" t="t"/>
              <a:pathLst>
                <a:path extrusionOk="0" h="1478" w="1501">
                  <a:moveTo>
                    <a:pt x="763" y="1"/>
                  </a:moveTo>
                  <a:cubicBezTo>
                    <a:pt x="334" y="1"/>
                    <a:pt x="1" y="334"/>
                    <a:pt x="1" y="739"/>
                  </a:cubicBezTo>
                  <a:cubicBezTo>
                    <a:pt x="1" y="1168"/>
                    <a:pt x="334" y="1477"/>
                    <a:pt x="763" y="1477"/>
                  </a:cubicBezTo>
                  <a:cubicBezTo>
                    <a:pt x="1168" y="1477"/>
                    <a:pt x="1501" y="1168"/>
                    <a:pt x="1501" y="739"/>
                  </a:cubicBezTo>
                  <a:cubicBezTo>
                    <a:pt x="1501" y="334"/>
                    <a:pt x="1168" y="1"/>
                    <a:pt x="763"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96"/>
            <p:cNvSpPr/>
            <p:nvPr/>
          </p:nvSpPr>
          <p:spPr>
            <a:xfrm>
              <a:off x="7303135" y="4232703"/>
              <a:ext cx="46393" cy="46393"/>
            </a:xfrm>
            <a:custGeom>
              <a:rect b="b" l="l" r="r" t="t"/>
              <a:pathLst>
                <a:path extrusionOk="0" h="1430" w="1430">
                  <a:moveTo>
                    <a:pt x="477" y="0"/>
                  </a:moveTo>
                  <a:cubicBezTo>
                    <a:pt x="191" y="119"/>
                    <a:pt x="0" y="405"/>
                    <a:pt x="0" y="691"/>
                  </a:cubicBezTo>
                  <a:cubicBezTo>
                    <a:pt x="0" y="1120"/>
                    <a:pt x="310" y="1429"/>
                    <a:pt x="739" y="1429"/>
                  </a:cubicBezTo>
                  <a:cubicBezTo>
                    <a:pt x="1072" y="1429"/>
                    <a:pt x="1334" y="1239"/>
                    <a:pt x="1429" y="953"/>
                  </a:cubicBezTo>
                  <a:lnTo>
                    <a:pt x="1429" y="953"/>
                  </a:lnTo>
                  <a:cubicBezTo>
                    <a:pt x="1334" y="1000"/>
                    <a:pt x="1239" y="1024"/>
                    <a:pt x="1143" y="1024"/>
                  </a:cubicBezTo>
                  <a:cubicBezTo>
                    <a:pt x="739" y="1024"/>
                    <a:pt x="405" y="691"/>
                    <a:pt x="405" y="286"/>
                  </a:cubicBezTo>
                  <a:cubicBezTo>
                    <a:pt x="405" y="191"/>
                    <a:pt x="429" y="95"/>
                    <a:pt x="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96"/>
            <p:cNvSpPr/>
            <p:nvPr/>
          </p:nvSpPr>
          <p:spPr>
            <a:xfrm>
              <a:off x="7301577" y="4373309"/>
              <a:ext cx="48696" cy="47918"/>
            </a:xfrm>
            <a:custGeom>
              <a:rect b="b" l="l" r="r" t="t"/>
              <a:pathLst>
                <a:path extrusionOk="0" h="1477" w="1501">
                  <a:moveTo>
                    <a:pt x="763" y="0"/>
                  </a:moveTo>
                  <a:cubicBezTo>
                    <a:pt x="334" y="0"/>
                    <a:pt x="1" y="310"/>
                    <a:pt x="1" y="739"/>
                  </a:cubicBezTo>
                  <a:cubicBezTo>
                    <a:pt x="1" y="1144"/>
                    <a:pt x="334" y="1477"/>
                    <a:pt x="763" y="1477"/>
                  </a:cubicBezTo>
                  <a:cubicBezTo>
                    <a:pt x="1168" y="1477"/>
                    <a:pt x="1501" y="1144"/>
                    <a:pt x="1501" y="739"/>
                  </a:cubicBezTo>
                  <a:cubicBezTo>
                    <a:pt x="1501" y="310"/>
                    <a:pt x="1168" y="0"/>
                    <a:pt x="763"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96"/>
            <p:cNvSpPr/>
            <p:nvPr/>
          </p:nvSpPr>
          <p:spPr>
            <a:xfrm>
              <a:off x="7303135" y="4374088"/>
              <a:ext cx="46393" cy="46393"/>
            </a:xfrm>
            <a:custGeom>
              <a:rect b="b" l="l" r="r" t="t"/>
              <a:pathLst>
                <a:path extrusionOk="0" h="1430" w="1430">
                  <a:moveTo>
                    <a:pt x="477" y="0"/>
                  </a:moveTo>
                  <a:cubicBezTo>
                    <a:pt x="191" y="119"/>
                    <a:pt x="0" y="381"/>
                    <a:pt x="0" y="691"/>
                  </a:cubicBezTo>
                  <a:cubicBezTo>
                    <a:pt x="0" y="1096"/>
                    <a:pt x="310" y="1429"/>
                    <a:pt x="739" y="1429"/>
                  </a:cubicBezTo>
                  <a:cubicBezTo>
                    <a:pt x="1072" y="1429"/>
                    <a:pt x="1334" y="1215"/>
                    <a:pt x="1429" y="953"/>
                  </a:cubicBezTo>
                  <a:lnTo>
                    <a:pt x="1429" y="953"/>
                  </a:lnTo>
                  <a:cubicBezTo>
                    <a:pt x="1334" y="1000"/>
                    <a:pt x="1239" y="1000"/>
                    <a:pt x="1143" y="1000"/>
                  </a:cubicBezTo>
                  <a:cubicBezTo>
                    <a:pt x="739" y="1000"/>
                    <a:pt x="405" y="691"/>
                    <a:pt x="405" y="262"/>
                  </a:cubicBezTo>
                  <a:cubicBezTo>
                    <a:pt x="405" y="167"/>
                    <a:pt x="429" y="96"/>
                    <a:pt x="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96"/>
            <p:cNvSpPr/>
            <p:nvPr/>
          </p:nvSpPr>
          <p:spPr>
            <a:xfrm>
              <a:off x="7046612" y="4231146"/>
              <a:ext cx="48729" cy="47950"/>
            </a:xfrm>
            <a:custGeom>
              <a:rect b="b" l="l" r="r" t="t"/>
              <a:pathLst>
                <a:path extrusionOk="0" h="1478" w="1502">
                  <a:moveTo>
                    <a:pt x="763" y="1"/>
                  </a:moveTo>
                  <a:cubicBezTo>
                    <a:pt x="334" y="1"/>
                    <a:pt x="1" y="334"/>
                    <a:pt x="1" y="739"/>
                  </a:cubicBezTo>
                  <a:cubicBezTo>
                    <a:pt x="1" y="1168"/>
                    <a:pt x="334" y="1477"/>
                    <a:pt x="763" y="1477"/>
                  </a:cubicBezTo>
                  <a:cubicBezTo>
                    <a:pt x="1168" y="1477"/>
                    <a:pt x="1501" y="1168"/>
                    <a:pt x="1501" y="739"/>
                  </a:cubicBezTo>
                  <a:cubicBezTo>
                    <a:pt x="1501" y="334"/>
                    <a:pt x="1168" y="1"/>
                    <a:pt x="763"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96"/>
            <p:cNvSpPr/>
            <p:nvPr/>
          </p:nvSpPr>
          <p:spPr>
            <a:xfrm>
              <a:off x="7048169" y="4232703"/>
              <a:ext cx="46393" cy="46393"/>
            </a:xfrm>
            <a:custGeom>
              <a:rect b="b" l="l" r="r" t="t"/>
              <a:pathLst>
                <a:path extrusionOk="0" h="1430" w="1430">
                  <a:moveTo>
                    <a:pt x="477" y="0"/>
                  </a:moveTo>
                  <a:lnTo>
                    <a:pt x="477" y="0"/>
                  </a:lnTo>
                  <a:cubicBezTo>
                    <a:pt x="191" y="119"/>
                    <a:pt x="0" y="405"/>
                    <a:pt x="0" y="691"/>
                  </a:cubicBezTo>
                  <a:cubicBezTo>
                    <a:pt x="0" y="1120"/>
                    <a:pt x="310" y="1429"/>
                    <a:pt x="739" y="1429"/>
                  </a:cubicBezTo>
                  <a:cubicBezTo>
                    <a:pt x="1072" y="1429"/>
                    <a:pt x="1334" y="1239"/>
                    <a:pt x="1429" y="953"/>
                  </a:cubicBezTo>
                  <a:lnTo>
                    <a:pt x="1429" y="953"/>
                  </a:lnTo>
                  <a:cubicBezTo>
                    <a:pt x="1334" y="1000"/>
                    <a:pt x="1239" y="1024"/>
                    <a:pt x="1144" y="1024"/>
                  </a:cubicBezTo>
                  <a:cubicBezTo>
                    <a:pt x="739" y="1024"/>
                    <a:pt x="405" y="691"/>
                    <a:pt x="405" y="286"/>
                  </a:cubicBezTo>
                  <a:cubicBezTo>
                    <a:pt x="405" y="191"/>
                    <a:pt x="429" y="95"/>
                    <a:pt x="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96"/>
            <p:cNvSpPr/>
            <p:nvPr/>
          </p:nvSpPr>
          <p:spPr>
            <a:xfrm>
              <a:off x="7046612" y="4373309"/>
              <a:ext cx="48729" cy="47918"/>
            </a:xfrm>
            <a:custGeom>
              <a:rect b="b" l="l" r="r" t="t"/>
              <a:pathLst>
                <a:path extrusionOk="0" h="1477" w="1502">
                  <a:moveTo>
                    <a:pt x="763" y="0"/>
                  </a:moveTo>
                  <a:cubicBezTo>
                    <a:pt x="334" y="0"/>
                    <a:pt x="1" y="310"/>
                    <a:pt x="1" y="739"/>
                  </a:cubicBezTo>
                  <a:cubicBezTo>
                    <a:pt x="1" y="1144"/>
                    <a:pt x="334" y="1477"/>
                    <a:pt x="763" y="1477"/>
                  </a:cubicBezTo>
                  <a:cubicBezTo>
                    <a:pt x="1168" y="1477"/>
                    <a:pt x="1501" y="1144"/>
                    <a:pt x="1501" y="739"/>
                  </a:cubicBezTo>
                  <a:cubicBezTo>
                    <a:pt x="1501" y="310"/>
                    <a:pt x="1168" y="0"/>
                    <a:pt x="763"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96"/>
            <p:cNvSpPr/>
            <p:nvPr/>
          </p:nvSpPr>
          <p:spPr>
            <a:xfrm>
              <a:off x="7048169" y="4374088"/>
              <a:ext cx="46393" cy="46393"/>
            </a:xfrm>
            <a:custGeom>
              <a:rect b="b" l="l" r="r" t="t"/>
              <a:pathLst>
                <a:path extrusionOk="0" h="1430" w="1430">
                  <a:moveTo>
                    <a:pt x="477" y="0"/>
                  </a:moveTo>
                  <a:lnTo>
                    <a:pt x="477" y="0"/>
                  </a:lnTo>
                  <a:cubicBezTo>
                    <a:pt x="191" y="119"/>
                    <a:pt x="0" y="381"/>
                    <a:pt x="0" y="691"/>
                  </a:cubicBezTo>
                  <a:cubicBezTo>
                    <a:pt x="0" y="1096"/>
                    <a:pt x="310" y="1429"/>
                    <a:pt x="739" y="1429"/>
                  </a:cubicBezTo>
                  <a:cubicBezTo>
                    <a:pt x="1072" y="1429"/>
                    <a:pt x="1334" y="1215"/>
                    <a:pt x="1429" y="953"/>
                  </a:cubicBezTo>
                  <a:lnTo>
                    <a:pt x="1429" y="953"/>
                  </a:lnTo>
                  <a:cubicBezTo>
                    <a:pt x="1334" y="1000"/>
                    <a:pt x="1239" y="1000"/>
                    <a:pt x="1144" y="1000"/>
                  </a:cubicBezTo>
                  <a:cubicBezTo>
                    <a:pt x="739" y="1000"/>
                    <a:pt x="405" y="691"/>
                    <a:pt x="405" y="262"/>
                  </a:cubicBezTo>
                  <a:cubicBezTo>
                    <a:pt x="405" y="167"/>
                    <a:pt x="429" y="96"/>
                    <a:pt x="477" y="0"/>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96"/>
            <p:cNvSpPr/>
            <p:nvPr/>
          </p:nvSpPr>
          <p:spPr>
            <a:xfrm>
              <a:off x="7161750" y="4292170"/>
              <a:ext cx="73417" cy="73450"/>
            </a:xfrm>
            <a:custGeom>
              <a:rect b="b" l="l" r="r" t="t"/>
              <a:pathLst>
                <a:path extrusionOk="0" h="2264" w="2263">
                  <a:moveTo>
                    <a:pt x="1143" y="1"/>
                  </a:moveTo>
                  <a:cubicBezTo>
                    <a:pt x="500" y="1"/>
                    <a:pt x="0" y="501"/>
                    <a:pt x="0" y="1120"/>
                  </a:cubicBezTo>
                  <a:cubicBezTo>
                    <a:pt x="0" y="1739"/>
                    <a:pt x="500" y="2263"/>
                    <a:pt x="1143" y="2263"/>
                  </a:cubicBezTo>
                  <a:cubicBezTo>
                    <a:pt x="1762" y="2263"/>
                    <a:pt x="2263" y="1739"/>
                    <a:pt x="2263" y="1120"/>
                  </a:cubicBezTo>
                  <a:cubicBezTo>
                    <a:pt x="2263" y="501"/>
                    <a:pt x="1762" y="1"/>
                    <a:pt x="1143"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96"/>
            <p:cNvSpPr/>
            <p:nvPr/>
          </p:nvSpPr>
          <p:spPr>
            <a:xfrm>
              <a:off x="7162529" y="4296810"/>
              <a:ext cx="68778" cy="68811"/>
            </a:xfrm>
            <a:custGeom>
              <a:rect b="b" l="l" r="r" t="t"/>
              <a:pathLst>
                <a:path extrusionOk="0" h="2121" w="2120">
                  <a:moveTo>
                    <a:pt x="572" y="1"/>
                  </a:moveTo>
                  <a:cubicBezTo>
                    <a:pt x="238" y="168"/>
                    <a:pt x="0" y="572"/>
                    <a:pt x="0" y="977"/>
                  </a:cubicBezTo>
                  <a:cubicBezTo>
                    <a:pt x="0" y="1596"/>
                    <a:pt x="524" y="2120"/>
                    <a:pt x="1143" y="2120"/>
                  </a:cubicBezTo>
                  <a:cubicBezTo>
                    <a:pt x="1548" y="2120"/>
                    <a:pt x="1905" y="1882"/>
                    <a:pt x="2120" y="1549"/>
                  </a:cubicBezTo>
                  <a:lnTo>
                    <a:pt x="2120" y="1549"/>
                  </a:lnTo>
                  <a:cubicBezTo>
                    <a:pt x="1953" y="1644"/>
                    <a:pt x="1762" y="1692"/>
                    <a:pt x="1548" y="1692"/>
                  </a:cubicBezTo>
                  <a:cubicBezTo>
                    <a:pt x="929" y="1692"/>
                    <a:pt x="429" y="1192"/>
                    <a:pt x="429" y="572"/>
                  </a:cubicBezTo>
                  <a:cubicBezTo>
                    <a:pt x="429" y="358"/>
                    <a:pt x="476" y="168"/>
                    <a:pt x="572"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96"/>
            <p:cNvSpPr/>
            <p:nvPr/>
          </p:nvSpPr>
          <p:spPr>
            <a:xfrm>
              <a:off x="7040448" y="4153122"/>
              <a:ext cx="314465" cy="352326"/>
            </a:xfrm>
            <a:custGeom>
              <a:rect b="b" l="l" r="r" t="t"/>
              <a:pathLst>
                <a:path extrusionOk="0" h="10860" w="9693">
                  <a:moveTo>
                    <a:pt x="4882" y="286"/>
                  </a:moveTo>
                  <a:cubicBezTo>
                    <a:pt x="5192" y="286"/>
                    <a:pt x="5478" y="596"/>
                    <a:pt x="5430" y="905"/>
                  </a:cubicBezTo>
                  <a:cubicBezTo>
                    <a:pt x="5406" y="1215"/>
                    <a:pt x="5168" y="1453"/>
                    <a:pt x="4882" y="1453"/>
                  </a:cubicBezTo>
                  <a:cubicBezTo>
                    <a:pt x="4573" y="1453"/>
                    <a:pt x="4311" y="1215"/>
                    <a:pt x="4311" y="905"/>
                  </a:cubicBezTo>
                  <a:cubicBezTo>
                    <a:pt x="4287" y="596"/>
                    <a:pt x="4549" y="286"/>
                    <a:pt x="4882" y="286"/>
                  </a:cubicBezTo>
                  <a:close/>
                  <a:moveTo>
                    <a:pt x="4001" y="1120"/>
                  </a:moveTo>
                  <a:cubicBezTo>
                    <a:pt x="4049" y="1239"/>
                    <a:pt x="4096" y="1358"/>
                    <a:pt x="4192" y="1453"/>
                  </a:cubicBezTo>
                  <a:lnTo>
                    <a:pt x="4216" y="1477"/>
                  </a:lnTo>
                  <a:lnTo>
                    <a:pt x="1810" y="2882"/>
                  </a:lnTo>
                  <a:cubicBezTo>
                    <a:pt x="1786" y="2763"/>
                    <a:pt x="1715" y="2644"/>
                    <a:pt x="1620" y="2548"/>
                  </a:cubicBezTo>
                  <a:lnTo>
                    <a:pt x="1596" y="2525"/>
                  </a:lnTo>
                  <a:lnTo>
                    <a:pt x="4001" y="1120"/>
                  </a:lnTo>
                  <a:close/>
                  <a:moveTo>
                    <a:pt x="5740" y="1120"/>
                  </a:moveTo>
                  <a:lnTo>
                    <a:pt x="8145" y="2525"/>
                  </a:lnTo>
                  <a:lnTo>
                    <a:pt x="8121" y="2548"/>
                  </a:lnTo>
                  <a:cubicBezTo>
                    <a:pt x="8026" y="2644"/>
                    <a:pt x="7978" y="2763"/>
                    <a:pt x="7931" y="2882"/>
                  </a:cubicBezTo>
                  <a:lnTo>
                    <a:pt x="5525" y="1477"/>
                  </a:lnTo>
                  <a:lnTo>
                    <a:pt x="5549" y="1453"/>
                  </a:lnTo>
                  <a:cubicBezTo>
                    <a:pt x="5644" y="1358"/>
                    <a:pt x="5716" y="1239"/>
                    <a:pt x="5740" y="1120"/>
                  </a:cubicBezTo>
                  <a:close/>
                  <a:moveTo>
                    <a:pt x="8836" y="2548"/>
                  </a:moveTo>
                  <a:cubicBezTo>
                    <a:pt x="9121" y="2548"/>
                    <a:pt x="9407" y="2810"/>
                    <a:pt x="9407" y="3144"/>
                  </a:cubicBezTo>
                  <a:cubicBezTo>
                    <a:pt x="9407" y="3477"/>
                    <a:pt x="9121" y="3715"/>
                    <a:pt x="8836" y="3715"/>
                  </a:cubicBezTo>
                  <a:cubicBezTo>
                    <a:pt x="8526" y="3715"/>
                    <a:pt x="8264" y="3477"/>
                    <a:pt x="8264" y="3168"/>
                  </a:cubicBezTo>
                  <a:cubicBezTo>
                    <a:pt x="8240" y="2834"/>
                    <a:pt x="8502" y="2548"/>
                    <a:pt x="8836" y="2548"/>
                  </a:cubicBezTo>
                  <a:close/>
                  <a:moveTo>
                    <a:pt x="953" y="2548"/>
                  </a:moveTo>
                  <a:cubicBezTo>
                    <a:pt x="1239" y="2548"/>
                    <a:pt x="1501" y="2810"/>
                    <a:pt x="1501" y="3120"/>
                  </a:cubicBezTo>
                  <a:cubicBezTo>
                    <a:pt x="1501" y="3406"/>
                    <a:pt x="1263" y="3692"/>
                    <a:pt x="953" y="3715"/>
                  </a:cubicBezTo>
                  <a:cubicBezTo>
                    <a:pt x="940" y="3716"/>
                    <a:pt x="927" y="3717"/>
                    <a:pt x="914" y="3717"/>
                  </a:cubicBezTo>
                  <a:cubicBezTo>
                    <a:pt x="599" y="3717"/>
                    <a:pt x="358" y="3441"/>
                    <a:pt x="358" y="3144"/>
                  </a:cubicBezTo>
                  <a:cubicBezTo>
                    <a:pt x="381" y="2810"/>
                    <a:pt x="643" y="2548"/>
                    <a:pt x="953" y="2548"/>
                  </a:cubicBezTo>
                  <a:close/>
                  <a:moveTo>
                    <a:pt x="5073" y="1739"/>
                  </a:moveTo>
                  <a:lnTo>
                    <a:pt x="5073" y="4168"/>
                  </a:lnTo>
                  <a:cubicBezTo>
                    <a:pt x="5073" y="4168"/>
                    <a:pt x="4930" y="4120"/>
                    <a:pt x="4882" y="4120"/>
                  </a:cubicBezTo>
                  <a:cubicBezTo>
                    <a:pt x="4811" y="4120"/>
                    <a:pt x="4668" y="4168"/>
                    <a:pt x="4668" y="4168"/>
                  </a:cubicBezTo>
                  <a:lnTo>
                    <a:pt x="4668" y="1739"/>
                  </a:lnTo>
                  <a:cubicBezTo>
                    <a:pt x="4668" y="1739"/>
                    <a:pt x="4811" y="1786"/>
                    <a:pt x="4882" y="1786"/>
                  </a:cubicBezTo>
                  <a:cubicBezTo>
                    <a:pt x="4930" y="1786"/>
                    <a:pt x="5025" y="1786"/>
                    <a:pt x="5073" y="1739"/>
                  </a:cubicBezTo>
                  <a:close/>
                  <a:moveTo>
                    <a:pt x="5406" y="1810"/>
                  </a:moveTo>
                  <a:lnTo>
                    <a:pt x="7764" y="3144"/>
                  </a:lnTo>
                  <a:lnTo>
                    <a:pt x="5621" y="4358"/>
                  </a:lnTo>
                  <a:cubicBezTo>
                    <a:pt x="5549" y="4311"/>
                    <a:pt x="5478" y="4287"/>
                    <a:pt x="5406" y="4239"/>
                  </a:cubicBezTo>
                  <a:lnTo>
                    <a:pt x="5406" y="1810"/>
                  </a:lnTo>
                  <a:close/>
                  <a:moveTo>
                    <a:pt x="4335" y="1810"/>
                  </a:moveTo>
                  <a:lnTo>
                    <a:pt x="4335" y="4239"/>
                  </a:lnTo>
                  <a:cubicBezTo>
                    <a:pt x="4239" y="4287"/>
                    <a:pt x="4192" y="4335"/>
                    <a:pt x="4120" y="4358"/>
                  </a:cubicBezTo>
                  <a:lnTo>
                    <a:pt x="3263" y="3858"/>
                  </a:lnTo>
                  <a:cubicBezTo>
                    <a:pt x="3231" y="3850"/>
                    <a:pt x="3199" y="3845"/>
                    <a:pt x="3170" y="3845"/>
                  </a:cubicBezTo>
                  <a:cubicBezTo>
                    <a:pt x="3112" y="3845"/>
                    <a:pt x="3064" y="3866"/>
                    <a:pt x="3049" y="3930"/>
                  </a:cubicBezTo>
                  <a:cubicBezTo>
                    <a:pt x="3025" y="4001"/>
                    <a:pt x="3025" y="4096"/>
                    <a:pt x="3120" y="4120"/>
                  </a:cubicBezTo>
                  <a:lnTo>
                    <a:pt x="3882" y="4573"/>
                  </a:lnTo>
                  <a:cubicBezTo>
                    <a:pt x="3882" y="4597"/>
                    <a:pt x="3858" y="4597"/>
                    <a:pt x="3858" y="4620"/>
                  </a:cubicBezTo>
                  <a:cubicBezTo>
                    <a:pt x="3787" y="4716"/>
                    <a:pt x="3739" y="4835"/>
                    <a:pt x="3668" y="4954"/>
                  </a:cubicBezTo>
                  <a:lnTo>
                    <a:pt x="1596" y="3763"/>
                  </a:lnTo>
                  <a:lnTo>
                    <a:pt x="1620" y="3739"/>
                  </a:lnTo>
                  <a:cubicBezTo>
                    <a:pt x="1715" y="3644"/>
                    <a:pt x="1786" y="3525"/>
                    <a:pt x="1810" y="3406"/>
                  </a:cubicBezTo>
                  <a:lnTo>
                    <a:pt x="2548" y="3858"/>
                  </a:lnTo>
                  <a:cubicBezTo>
                    <a:pt x="2580" y="3866"/>
                    <a:pt x="2612" y="3872"/>
                    <a:pt x="2641" y="3872"/>
                  </a:cubicBezTo>
                  <a:cubicBezTo>
                    <a:pt x="2699" y="3872"/>
                    <a:pt x="2747" y="3850"/>
                    <a:pt x="2763" y="3787"/>
                  </a:cubicBezTo>
                  <a:cubicBezTo>
                    <a:pt x="2787" y="3715"/>
                    <a:pt x="2787" y="3620"/>
                    <a:pt x="2691" y="3596"/>
                  </a:cubicBezTo>
                  <a:lnTo>
                    <a:pt x="1977" y="3168"/>
                  </a:lnTo>
                  <a:lnTo>
                    <a:pt x="4335" y="1810"/>
                  </a:lnTo>
                  <a:close/>
                  <a:moveTo>
                    <a:pt x="7978" y="3406"/>
                  </a:moveTo>
                  <a:cubicBezTo>
                    <a:pt x="8002" y="3525"/>
                    <a:pt x="8050" y="3644"/>
                    <a:pt x="8169" y="3763"/>
                  </a:cubicBezTo>
                  <a:lnTo>
                    <a:pt x="6097" y="4954"/>
                  </a:lnTo>
                  <a:lnTo>
                    <a:pt x="6002" y="4787"/>
                  </a:lnTo>
                  <a:cubicBezTo>
                    <a:pt x="5978" y="4716"/>
                    <a:pt x="5906" y="4668"/>
                    <a:pt x="5883" y="4597"/>
                  </a:cubicBezTo>
                  <a:lnTo>
                    <a:pt x="7978" y="3406"/>
                  </a:lnTo>
                  <a:close/>
                  <a:moveTo>
                    <a:pt x="4887" y="4450"/>
                  </a:moveTo>
                  <a:cubicBezTo>
                    <a:pt x="5404" y="4450"/>
                    <a:pt x="5859" y="4907"/>
                    <a:pt x="5859" y="5406"/>
                  </a:cubicBezTo>
                  <a:cubicBezTo>
                    <a:pt x="5859" y="5525"/>
                    <a:pt x="5835" y="5644"/>
                    <a:pt x="5787" y="5740"/>
                  </a:cubicBezTo>
                  <a:cubicBezTo>
                    <a:pt x="5668" y="6073"/>
                    <a:pt x="5359" y="6335"/>
                    <a:pt x="4954" y="6359"/>
                  </a:cubicBezTo>
                  <a:lnTo>
                    <a:pt x="4763" y="6359"/>
                  </a:lnTo>
                  <a:cubicBezTo>
                    <a:pt x="4287" y="6311"/>
                    <a:pt x="3930" y="5882"/>
                    <a:pt x="3930" y="5406"/>
                  </a:cubicBezTo>
                  <a:cubicBezTo>
                    <a:pt x="3930" y="4906"/>
                    <a:pt x="4311" y="4477"/>
                    <a:pt x="4811" y="4454"/>
                  </a:cubicBezTo>
                  <a:cubicBezTo>
                    <a:pt x="4836" y="4451"/>
                    <a:pt x="4862" y="4450"/>
                    <a:pt x="4887" y="4450"/>
                  </a:cubicBezTo>
                  <a:close/>
                  <a:moveTo>
                    <a:pt x="1143" y="4001"/>
                  </a:moveTo>
                  <a:lnTo>
                    <a:pt x="1143" y="6621"/>
                  </a:lnTo>
                  <a:cubicBezTo>
                    <a:pt x="1084" y="6609"/>
                    <a:pt x="1018" y="6603"/>
                    <a:pt x="950" y="6603"/>
                  </a:cubicBezTo>
                  <a:cubicBezTo>
                    <a:pt x="881" y="6603"/>
                    <a:pt x="810" y="6609"/>
                    <a:pt x="739" y="6621"/>
                  </a:cubicBezTo>
                  <a:lnTo>
                    <a:pt x="739" y="4001"/>
                  </a:lnTo>
                  <a:cubicBezTo>
                    <a:pt x="739" y="4001"/>
                    <a:pt x="881" y="4049"/>
                    <a:pt x="953" y="4049"/>
                  </a:cubicBezTo>
                  <a:cubicBezTo>
                    <a:pt x="1001" y="4049"/>
                    <a:pt x="1096" y="4049"/>
                    <a:pt x="1143" y="4001"/>
                  </a:cubicBezTo>
                  <a:close/>
                  <a:moveTo>
                    <a:pt x="1477" y="4073"/>
                  </a:moveTo>
                  <a:lnTo>
                    <a:pt x="3596" y="5287"/>
                  </a:lnTo>
                  <a:lnTo>
                    <a:pt x="3596" y="5406"/>
                  </a:lnTo>
                  <a:lnTo>
                    <a:pt x="3596" y="5501"/>
                  </a:lnTo>
                  <a:lnTo>
                    <a:pt x="1477" y="6621"/>
                  </a:lnTo>
                  <a:lnTo>
                    <a:pt x="1477" y="4073"/>
                  </a:lnTo>
                  <a:close/>
                  <a:moveTo>
                    <a:pt x="8264" y="4073"/>
                  </a:moveTo>
                  <a:lnTo>
                    <a:pt x="8264" y="6621"/>
                  </a:lnTo>
                  <a:lnTo>
                    <a:pt x="6144" y="5501"/>
                  </a:lnTo>
                  <a:lnTo>
                    <a:pt x="6144" y="5406"/>
                  </a:lnTo>
                  <a:lnTo>
                    <a:pt x="6144" y="5287"/>
                  </a:lnTo>
                  <a:lnTo>
                    <a:pt x="8264" y="4073"/>
                  </a:lnTo>
                  <a:close/>
                  <a:moveTo>
                    <a:pt x="9002" y="4001"/>
                  </a:moveTo>
                  <a:lnTo>
                    <a:pt x="9002" y="6621"/>
                  </a:lnTo>
                  <a:cubicBezTo>
                    <a:pt x="8955" y="6597"/>
                    <a:pt x="8859" y="6597"/>
                    <a:pt x="8812" y="6597"/>
                  </a:cubicBezTo>
                  <a:cubicBezTo>
                    <a:pt x="8740" y="6597"/>
                    <a:pt x="8645" y="6597"/>
                    <a:pt x="8597" y="6621"/>
                  </a:cubicBezTo>
                  <a:lnTo>
                    <a:pt x="8597" y="4001"/>
                  </a:lnTo>
                  <a:cubicBezTo>
                    <a:pt x="8645" y="4049"/>
                    <a:pt x="8740" y="4049"/>
                    <a:pt x="8812" y="4049"/>
                  </a:cubicBezTo>
                  <a:cubicBezTo>
                    <a:pt x="8859" y="4049"/>
                    <a:pt x="8955" y="4049"/>
                    <a:pt x="9002" y="4001"/>
                  </a:cubicBezTo>
                  <a:close/>
                  <a:moveTo>
                    <a:pt x="3644" y="5835"/>
                  </a:moveTo>
                  <a:lnTo>
                    <a:pt x="3644" y="5859"/>
                  </a:lnTo>
                  <a:cubicBezTo>
                    <a:pt x="3715" y="5978"/>
                    <a:pt x="3763" y="6097"/>
                    <a:pt x="3858" y="6216"/>
                  </a:cubicBezTo>
                  <a:lnTo>
                    <a:pt x="1810" y="7311"/>
                  </a:lnTo>
                  <a:cubicBezTo>
                    <a:pt x="1786" y="7168"/>
                    <a:pt x="1691" y="7049"/>
                    <a:pt x="1596" y="6930"/>
                  </a:cubicBezTo>
                  <a:lnTo>
                    <a:pt x="3644" y="5835"/>
                  </a:lnTo>
                  <a:close/>
                  <a:moveTo>
                    <a:pt x="8812" y="6954"/>
                  </a:moveTo>
                  <a:cubicBezTo>
                    <a:pt x="9121" y="6954"/>
                    <a:pt x="9407" y="7216"/>
                    <a:pt x="9407" y="7526"/>
                  </a:cubicBezTo>
                  <a:cubicBezTo>
                    <a:pt x="9407" y="7859"/>
                    <a:pt x="9121" y="8097"/>
                    <a:pt x="8812" y="8097"/>
                  </a:cubicBezTo>
                  <a:cubicBezTo>
                    <a:pt x="8502" y="8097"/>
                    <a:pt x="8240" y="7811"/>
                    <a:pt x="8240" y="7526"/>
                  </a:cubicBezTo>
                  <a:cubicBezTo>
                    <a:pt x="8240" y="7216"/>
                    <a:pt x="8502" y="6954"/>
                    <a:pt x="8812" y="6954"/>
                  </a:cubicBezTo>
                  <a:close/>
                  <a:moveTo>
                    <a:pt x="953" y="6954"/>
                  </a:moveTo>
                  <a:cubicBezTo>
                    <a:pt x="1239" y="6954"/>
                    <a:pt x="1501" y="7192"/>
                    <a:pt x="1501" y="7502"/>
                  </a:cubicBezTo>
                  <a:cubicBezTo>
                    <a:pt x="1548" y="7811"/>
                    <a:pt x="1239" y="8121"/>
                    <a:pt x="953" y="8121"/>
                  </a:cubicBezTo>
                  <a:cubicBezTo>
                    <a:pt x="643" y="8097"/>
                    <a:pt x="381" y="7859"/>
                    <a:pt x="381" y="7526"/>
                  </a:cubicBezTo>
                  <a:cubicBezTo>
                    <a:pt x="381" y="7192"/>
                    <a:pt x="643" y="6954"/>
                    <a:pt x="953" y="6954"/>
                  </a:cubicBezTo>
                  <a:close/>
                  <a:moveTo>
                    <a:pt x="4096" y="6430"/>
                  </a:moveTo>
                  <a:cubicBezTo>
                    <a:pt x="4192" y="6478"/>
                    <a:pt x="4239" y="6549"/>
                    <a:pt x="4335" y="6573"/>
                  </a:cubicBezTo>
                  <a:lnTo>
                    <a:pt x="4335" y="9002"/>
                  </a:lnTo>
                  <a:lnTo>
                    <a:pt x="1882" y="7573"/>
                  </a:lnTo>
                  <a:lnTo>
                    <a:pt x="4096" y="6430"/>
                  </a:lnTo>
                  <a:close/>
                  <a:moveTo>
                    <a:pt x="6073" y="5835"/>
                  </a:moveTo>
                  <a:lnTo>
                    <a:pt x="8121" y="6930"/>
                  </a:lnTo>
                  <a:cubicBezTo>
                    <a:pt x="8026" y="7049"/>
                    <a:pt x="7931" y="7168"/>
                    <a:pt x="7907" y="7311"/>
                  </a:cubicBezTo>
                  <a:lnTo>
                    <a:pt x="7407" y="7049"/>
                  </a:lnTo>
                  <a:cubicBezTo>
                    <a:pt x="7381" y="7043"/>
                    <a:pt x="7356" y="7040"/>
                    <a:pt x="7331" y="7040"/>
                  </a:cubicBezTo>
                  <a:cubicBezTo>
                    <a:pt x="7265" y="7040"/>
                    <a:pt x="7210" y="7062"/>
                    <a:pt x="7192" y="7097"/>
                  </a:cubicBezTo>
                  <a:cubicBezTo>
                    <a:pt x="7169" y="7192"/>
                    <a:pt x="7192" y="7288"/>
                    <a:pt x="7240" y="7311"/>
                  </a:cubicBezTo>
                  <a:lnTo>
                    <a:pt x="7811" y="7621"/>
                  </a:lnTo>
                  <a:lnTo>
                    <a:pt x="5406" y="9050"/>
                  </a:lnTo>
                  <a:lnTo>
                    <a:pt x="5406" y="6597"/>
                  </a:lnTo>
                  <a:cubicBezTo>
                    <a:pt x="5501" y="6573"/>
                    <a:pt x="5597" y="6502"/>
                    <a:pt x="5644" y="6454"/>
                  </a:cubicBezTo>
                  <a:lnTo>
                    <a:pt x="6716" y="7026"/>
                  </a:lnTo>
                  <a:cubicBezTo>
                    <a:pt x="6740" y="7032"/>
                    <a:pt x="6764" y="7035"/>
                    <a:pt x="6786" y="7035"/>
                  </a:cubicBezTo>
                  <a:cubicBezTo>
                    <a:pt x="6854" y="7035"/>
                    <a:pt x="6913" y="7008"/>
                    <a:pt x="6930" y="6954"/>
                  </a:cubicBezTo>
                  <a:cubicBezTo>
                    <a:pt x="6954" y="6859"/>
                    <a:pt x="6930" y="6787"/>
                    <a:pt x="6859" y="6740"/>
                  </a:cubicBezTo>
                  <a:lnTo>
                    <a:pt x="5883" y="6216"/>
                  </a:lnTo>
                  <a:lnTo>
                    <a:pt x="5883" y="6192"/>
                  </a:lnTo>
                  <a:cubicBezTo>
                    <a:pt x="5978" y="6073"/>
                    <a:pt x="6025" y="5954"/>
                    <a:pt x="6073" y="5835"/>
                  </a:cubicBezTo>
                  <a:close/>
                  <a:moveTo>
                    <a:pt x="5073" y="6668"/>
                  </a:moveTo>
                  <a:lnTo>
                    <a:pt x="5049" y="9074"/>
                  </a:lnTo>
                  <a:cubicBezTo>
                    <a:pt x="5001" y="9074"/>
                    <a:pt x="4930" y="9050"/>
                    <a:pt x="4882" y="9050"/>
                  </a:cubicBezTo>
                  <a:cubicBezTo>
                    <a:pt x="4811" y="9050"/>
                    <a:pt x="4716" y="9050"/>
                    <a:pt x="4668" y="9074"/>
                  </a:cubicBezTo>
                  <a:lnTo>
                    <a:pt x="4668" y="6668"/>
                  </a:lnTo>
                  <a:cubicBezTo>
                    <a:pt x="4728" y="6680"/>
                    <a:pt x="4793" y="6686"/>
                    <a:pt x="4859" y="6686"/>
                  </a:cubicBezTo>
                  <a:cubicBezTo>
                    <a:pt x="4924" y="6686"/>
                    <a:pt x="4989" y="6680"/>
                    <a:pt x="5049" y="6668"/>
                  </a:cubicBezTo>
                  <a:close/>
                  <a:moveTo>
                    <a:pt x="1786" y="7907"/>
                  </a:moveTo>
                  <a:lnTo>
                    <a:pt x="4239" y="9336"/>
                  </a:lnTo>
                  <a:lnTo>
                    <a:pt x="4216" y="9359"/>
                  </a:lnTo>
                  <a:cubicBezTo>
                    <a:pt x="4120" y="9455"/>
                    <a:pt x="4073" y="9574"/>
                    <a:pt x="4049" y="9693"/>
                  </a:cubicBezTo>
                  <a:lnTo>
                    <a:pt x="1501" y="8240"/>
                  </a:lnTo>
                  <a:cubicBezTo>
                    <a:pt x="1596" y="8145"/>
                    <a:pt x="1715" y="8026"/>
                    <a:pt x="1786" y="7907"/>
                  </a:cubicBezTo>
                  <a:close/>
                  <a:moveTo>
                    <a:pt x="8002" y="7907"/>
                  </a:moveTo>
                  <a:cubicBezTo>
                    <a:pt x="8050" y="8026"/>
                    <a:pt x="8145" y="8145"/>
                    <a:pt x="8264" y="8240"/>
                  </a:cubicBezTo>
                  <a:lnTo>
                    <a:pt x="5740" y="9693"/>
                  </a:lnTo>
                  <a:cubicBezTo>
                    <a:pt x="5716" y="9574"/>
                    <a:pt x="5644" y="9455"/>
                    <a:pt x="5549" y="9359"/>
                  </a:cubicBezTo>
                  <a:lnTo>
                    <a:pt x="5525" y="9336"/>
                  </a:lnTo>
                  <a:lnTo>
                    <a:pt x="8002" y="7907"/>
                  </a:lnTo>
                  <a:close/>
                  <a:moveTo>
                    <a:pt x="4882" y="9359"/>
                  </a:moveTo>
                  <a:cubicBezTo>
                    <a:pt x="5168" y="9359"/>
                    <a:pt x="5406" y="9574"/>
                    <a:pt x="5430" y="9883"/>
                  </a:cubicBezTo>
                  <a:cubicBezTo>
                    <a:pt x="5501" y="10193"/>
                    <a:pt x="5240" y="10526"/>
                    <a:pt x="4882" y="10526"/>
                  </a:cubicBezTo>
                  <a:cubicBezTo>
                    <a:pt x="4549" y="10526"/>
                    <a:pt x="4239" y="10193"/>
                    <a:pt x="4311" y="9883"/>
                  </a:cubicBezTo>
                  <a:cubicBezTo>
                    <a:pt x="4335" y="9598"/>
                    <a:pt x="4597" y="9359"/>
                    <a:pt x="4882" y="9359"/>
                  </a:cubicBezTo>
                  <a:close/>
                  <a:moveTo>
                    <a:pt x="4882" y="0"/>
                  </a:moveTo>
                  <a:cubicBezTo>
                    <a:pt x="4406" y="0"/>
                    <a:pt x="4049" y="358"/>
                    <a:pt x="3977" y="786"/>
                  </a:cubicBezTo>
                  <a:lnTo>
                    <a:pt x="1310" y="2334"/>
                  </a:lnTo>
                  <a:cubicBezTo>
                    <a:pt x="1191" y="2287"/>
                    <a:pt x="1072" y="2263"/>
                    <a:pt x="905" y="2263"/>
                  </a:cubicBezTo>
                  <a:cubicBezTo>
                    <a:pt x="429" y="2263"/>
                    <a:pt x="48" y="2644"/>
                    <a:pt x="24" y="3144"/>
                  </a:cubicBezTo>
                  <a:cubicBezTo>
                    <a:pt x="24" y="3453"/>
                    <a:pt x="167" y="3715"/>
                    <a:pt x="381" y="3882"/>
                  </a:cubicBezTo>
                  <a:lnTo>
                    <a:pt x="381" y="6811"/>
                  </a:lnTo>
                  <a:cubicBezTo>
                    <a:pt x="143" y="6978"/>
                    <a:pt x="0" y="7288"/>
                    <a:pt x="24" y="7621"/>
                  </a:cubicBezTo>
                  <a:cubicBezTo>
                    <a:pt x="48" y="8050"/>
                    <a:pt x="429" y="8454"/>
                    <a:pt x="881" y="8454"/>
                  </a:cubicBezTo>
                  <a:cubicBezTo>
                    <a:pt x="953" y="8454"/>
                    <a:pt x="1001" y="8454"/>
                    <a:pt x="1096" y="8407"/>
                  </a:cubicBezTo>
                  <a:lnTo>
                    <a:pt x="3954" y="10050"/>
                  </a:lnTo>
                  <a:cubicBezTo>
                    <a:pt x="4001" y="10502"/>
                    <a:pt x="4358" y="10860"/>
                    <a:pt x="4835" y="10860"/>
                  </a:cubicBezTo>
                  <a:cubicBezTo>
                    <a:pt x="5311" y="10860"/>
                    <a:pt x="5668" y="10502"/>
                    <a:pt x="5740" y="10050"/>
                  </a:cubicBezTo>
                  <a:lnTo>
                    <a:pt x="8597" y="8407"/>
                  </a:lnTo>
                  <a:cubicBezTo>
                    <a:pt x="8693" y="8454"/>
                    <a:pt x="8740" y="8454"/>
                    <a:pt x="8836" y="8454"/>
                  </a:cubicBezTo>
                  <a:cubicBezTo>
                    <a:pt x="9312" y="8407"/>
                    <a:pt x="9669" y="8026"/>
                    <a:pt x="9669" y="7550"/>
                  </a:cubicBezTo>
                  <a:cubicBezTo>
                    <a:pt x="9669" y="7264"/>
                    <a:pt x="9526" y="6978"/>
                    <a:pt x="9312" y="6811"/>
                  </a:cubicBezTo>
                  <a:lnTo>
                    <a:pt x="9312" y="3882"/>
                  </a:lnTo>
                  <a:cubicBezTo>
                    <a:pt x="9550" y="3715"/>
                    <a:pt x="9693" y="3453"/>
                    <a:pt x="9669" y="3144"/>
                  </a:cubicBezTo>
                  <a:cubicBezTo>
                    <a:pt x="9693" y="2644"/>
                    <a:pt x="9312" y="2263"/>
                    <a:pt x="8836" y="2263"/>
                  </a:cubicBezTo>
                  <a:cubicBezTo>
                    <a:pt x="8716" y="2263"/>
                    <a:pt x="8574" y="2287"/>
                    <a:pt x="8454" y="2334"/>
                  </a:cubicBezTo>
                  <a:lnTo>
                    <a:pt x="5763" y="786"/>
                  </a:lnTo>
                  <a:cubicBezTo>
                    <a:pt x="5716" y="358"/>
                    <a:pt x="5359" y="0"/>
                    <a:pt x="4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8" name="Google Shape;21518;p96"/>
          <p:cNvGrpSpPr/>
          <p:nvPr/>
        </p:nvGrpSpPr>
        <p:grpSpPr>
          <a:xfrm>
            <a:off x="7741847" y="4001500"/>
            <a:ext cx="355440" cy="350768"/>
            <a:chOff x="7771312" y="4153900"/>
            <a:chExt cx="355440" cy="350768"/>
          </a:xfrm>
        </p:grpSpPr>
        <p:sp>
          <p:nvSpPr>
            <p:cNvPr id="21519" name="Google Shape;21519;p96"/>
            <p:cNvSpPr/>
            <p:nvPr/>
          </p:nvSpPr>
          <p:spPr>
            <a:xfrm>
              <a:off x="7803009" y="4270564"/>
              <a:ext cx="295162" cy="228720"/>
            </a:xfrm>
            <a:custGeom>
              <a:rect b="b" l="l" r="r" t="t"/>
              <a:pathLst>
                <a:path extrusionOk="0" h="7050" w="9098">
                  <a:moveTo>
                    <a:pt x="4525" y="0"/>
                  </a:moveTo>
                  <a:lnTo>
                    <a:pt x="0" y="738"/>
                  </a:lnTo>
                  <a:lnTo>
                    <a:pt x="834" y="6192"/>
                  </a:lnTo>
                  <a:cubicBezTo>
                    <a:pt x="929" y="6692"/>
                    <a:pt x="1358" y="7049"/>
                    <a:pt x="1882" y="7049"/>
                  </a:cubicBezTo>
                  <a:lnTo>
                    <a:pt x="7240" y="7049"/>
                  </a:lnTo>
                  <a:cubicBezTo>
                    <a:pt x="7740" y="7049"/>
                    <a:pt x="8192" y="6692"/>
                    <a:pt x="8264" y="6192"/>
                  </a:cubicBezTo>
                  <a:lnTo>
                    <a:pt x="9097" y="738"/>
                  </a:lnTo>
                  <a:lnTo>
                    <a:pt x="4525" y="0"/>
                  </a:ln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96"/>
            <p:cNvSpPr/>
            <p:nvPr/>
          </p:nvSpPr>
          <p:spPr>
            <a:xfrm>
              <a:off x="7803009" y="4270564"/>
              <a:ext cx="157638" cy="228720"/>
            </a:xfrm>
            <a:custGeom>
              <a:rect b="b" l="l" r="r" t="t"/>
              <a:pathLst>
                <a:path extrusionOk="0" h="7050" w="4859">
                  <a:moveTo>
                    <a:pt x="4525" y="0"/>
                  </a:moveTo>
                  <a:lnTo>
                    <a:pt x="0" y="738"/>
                  </a:lnTo>
                  <a:lnTo>
                    <a:pt x="834" y="6192"/>
                  </a:lnTo>
                  <a:cubicBezTo>
                    <a:pt x="929" y="6692"/>
                    <a:pt x="1381" y="7049"/>
                    <a:pt x="1882" y="7049"/>
                  </a:cubicBezTo>
                  <a:lnTo>
                    <a:pt x="2501" y="7049"/>
                  </a:lnTo>
                  <a:cubicBezTo>
                    <a:pt x="2001" y="7049"/>
                    <a:pt x="1548" y="6692"/>
                    <a:pt x="1453" y="6192"/>
                  </a:cubicBezTo>
                  <a:lnTo>
                    <a:pt x="619" y="738"/>
                  </a:lnTo>
                  <a:lnTo>
                    <a:pt x="4858" y="72"/>
                  </a:lnTo>
                  <a:lnTo>
                    <a:pt x="452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96"/>
            <p:cNvSpPr/>
            <p:nvPr/>
          </p:nvSpPr>
          <p:spPr>
            <a:xfrm>
              <a:off x="7801451" y="4158540"/>
              <a:ext cx="293637" cy="112056"/>
            </a:xfrm>
            <a:custGeom>
              <a:rect b="b" l="l" r="r" t="t"/>
              <a:pathLst>
                <a:path extrusionOk="0" h="3454" w="9051">
                  <a:moveTo>
                    <a:pt x="1787" y="0"/>
                  </a:moveTo>
                  <a:cubicBezTo>
                    <a:pt x="1334" y="0"/>
                    <a:pt x="906" y="310"/>
                    <a:pt x="739" y="714"/>
                  </a:cubicBezTo>
                  <a:lnTo>
                    <a:pt x="1" y="2715"/>
                  </a:lnTo>
                  <a:lnTo>
                    <a:pt x="4525" y="3453"/>
                  </a:lnTo>
                  <a:lnTo>
                    <a:pt x="9050" y="2715"/>
                  </a:lnTo>
                  <a:lnTo>
                    <a:pt x="8359" y="714"/>
                  </a:lnTo>
                  <a:cubicBezTo>
                    <a:pt x="8217" y="310"/>
                    <a:pt x="7788" y="0"/>
                    <a:pt x="7312"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96"/>
            <p:cNvSpPr/>
            <p:nvPr/>
          </p:nvSpPr>
          <p:spPr>
            <a:xfrm>
              <a:off x="7803009" y="4158540"/>
              <a:ext cx="157638" cy="112056"/>
            </a:xfrm>
            <a:custGeom>
              <a:rect b="b" l="l" r="r" t="t"/>
              <a:pathLst>
                <a:path extrusionOk="0" h="3454" w="4859">
                  <a:moveTo>
                    <a:pt x="1786" y="0"/>
                  </a:moveTo>
                  <a:cubicBezTo>
                    <a:pt x="1334" y="0"/>
                    <a:pt x="929" y="310"/>
                    <a:pt x="738" y="714"/>
                  </a:cubicBezTo>
                  <a:lnTo>
                    <a:pt x="0" y="2715"/>
                  </a:lnTo>
                  <a:lnTo>
                    <a:pt x="4525" y="3453"/>
                  </a:lnTo>
                  <a:lnTo>
                    <a:pt x="4858" y="3406"/>
                  </a:lnTo>
                  <a:lnTo>
                    <a:pt x="619" y="2715"/>
                  </a:lnTo>
                  <a:lnTo>
                    <a:pt x="1381" y="714"/>
                  </a:lnTo>
                  <a:cubicBezTo>
                    <a:pt x="1524" y="310"/>
                    <a:pt x="1929" y="0"/>
                    <a:pt x="2406"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96"/>
            <p:cNvSpPr/>
            <p:nvPr/>
          </p:nvSpPr>
          <p:spPr>
            <a:xfrm>
              <a:off x="7903451" y="4352448"/>
              <a:ext cx="91974" cy="92753"/>
            </a:xfrm>
            <a:custGeom>
              <a:rect b="b" l="l" r="r" t="t"/>
              <a:pathLst>
                <a:path extrusionOk="0" h="2859" w="2835">
                  <a:moveTo>
                    <a:pt x="1429" y="0"/>
                  </a:moveTo>
                  <a:cubicBezTo>
                    <a:pt x="1048" y="0"/>
                    <a:pt x="691" y="167"/>
                    <a:pt x="429" y="429"/>
                  </a:cubicBezTo>
                  <a:cubicBezTo>
                    <a:pt x="143" y="691"/>
                    <a:pt x="0" y="1048"/>
                    <a:pt x="0" y="1429"/>
                  </a:cubicBezTo>
                  <a:cubicBezTo>
                    <a:pt x="0" y="1834"/>
                    <a:pt x="143" y="2191"/>
                    <a:pt x="429" y="2453"/>
                  </a:cubicBezTo>
                  <a:cubicBezTo>
                    <a:pt x="691" y="2715"/>
                    <a:pt x="1048" y="2858"/>
                    <a:pt x="1429" y="2858"/>
                  </a:cubicBezTo>
                  <a:cubicBezTo>
                    <a:pt x="2215" y="2858"/>
                    <a:pt x="2834" y="2191"/>
                    <a:pt x="2834" y="1406"/>
                  </a:cubicBezTo>
                  <a:cubicBezTo>
                    <a:pt x="2834" y="643"/>
                    <a:pt x="2215" y="0"/>
                    <a:pt x="1429" y="0"/>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96"/>
            <p:cNvSpPr/>
            <p:nvPr/>
          </p:nvSpPr>
          <p:spPr>
            <a:xfrm>
              <a:off x="7868997" y="4320557"/>
              <a:ext cx="165814" cy="151020"/>
            </a:xfrm>
            <a:custGeom>
              <a:rect b="b" l="l" r="r" t="t"/>
              <a:pathLst>
                <a:path extrusionOk="0" h="4655" w="5111">
                  <a:moveTo>
                    <a:pt x="3427" y="1"/>
                  </a:moveTo>
                  <a:cubicBezTo>
                    <a:pt x="3397" y="1"/>
                    <a:pt x="3353" y="44"/>
                    <a:pt x="3372" y="102"/>
                  </a:cubicBezTo>
                  <a:cubicBezTo>
                    <a:pt x="3515" y="269"/>
                    <a:pt x="3586" y="483"/>
                    <a:pt x="3586" y="721"/>
                  </a:cubicBezTo>
                  <a:cubicBezTo>
                    <a:pt x="3586" y="912"/>
                    <a:pt x="3563" y="1079"/>
                    <a:pt x="3467" y="1222"/>
                  </a:cubicBezTo>
                  <a:cubicBezTo>
                    <a:pt x="3301" y="1579"/>
                    <a:pt x="2943" y="1793"/>
                    <a:pt x="2539" y="1793"/>
                  </a:cubicBezTo>
                  <a:cubicBezTo>
                    <a:pt x="2158" y="1793"/>
                    <a:pt x="1800" y="1579"/>
                    <a:pt x="1634" y="1245"/>
                  </a:cubicBezTo>
                  <a:cubicBezTo>
                    <a:pt x="1562" y="1103"/>
                    <a:pt x="1515" y="936"/>
                    <a:pt x="1515" y="745"/>
                  </a:cubicBezTo>
                  <a:cubicBezTo>
                    <a:pt x="1515" y="507"/>
                    <a:pt x="1610" y="317"/>
                    <a:pt x="1729" y="126"/>
                  </a:cubicBezTo>
                  <a:cubicBezTo>
                    <a:pt x="1768" y="67"/>
                    <a:pt x="1743" y="25"/>
                    <a:pt x="1693" y="25"/>
                  </a:cubicBezTo>
                  <a:cubicBezTo>
                    <a:pt x="1682" y="25"/>
                    <a:pt x="1670" y="27"/>
                    <a:pt x="1657" y="31"/>
                  </a:cubicBezTo>
                  <a:cubicBezTo>
                    <a:pt x="1205" y="340"/>
                    <a:pt x="919" y="841"/>
                    <a:pt x="919" y="1412"/>
                  </a:cubicBezTo>
                  <a:lnTo>
                    <a:pt x="919" y="1507"/>
                  </a:lnTo>
                  <a:cubicBezTo>
                    <a:pt x="919" y="1507"/>
                    <a:pt x="872" y="1531"/>
                    <a:pt x="848" y="1531"/>
                  </a:cubicBezTo>
                  <a:cubicBezTo>
                    <a:pt x="348" y="1817"/>
                    <a:pt x="62" y="2341"/>
                    <a:pt x="14" y="2865"/>
                  </a:cubicBezTo>
                  <a:cubicBezTo>
                    <a:pt x="0" y="2906"/>
                    <a:pt x="27" y="2932"/>
                    <a:pt x="56" y="2932"/>
                  </a:cubicBezTo>
                  <a:cubicBezTo>
                    <a:pt x="77" y="2932"/>
                    <a:pt x="100" y="2919"/>
                    <a:pt x="110" y="2889"/>
                  </a:cubicBezTo>
                  <a:cubicBezTo>
                    <a:pt x="205" y="2722"/>
                    <a:pt x="348" y="2531"/>
                    <a:pt x="562" y="2412"/>
                  </a:cubicBezTo>
                  <a:cubicBezTo>
                    <a:pt x="718" y="2319"/>
                    <a:pt x="891" y="2274"/>
                    <a:pt x="1065" y="2274"/>
                  </a:cubicBezTo>
                  <a:cubicBezTo>
                    <a:pt x="1423" y="2274"/>
                    <a:pt x="1783" y="2465"/>
                    <a:pt x="1991" y="2817"/>
                  </a:cubicBezTo>
                  <a:cubicBezTo>
                    <a:pt x="2277" y="3293"/>
                    <a:pt x="2110" y="3936"/>
                    <a:pt x="1586" y="4246"/>
                  </a:cubicBezTo>
                  <a:cubicBezTo>
                    <a:pt x="1427" y="4345"/>
                    <a:pt x="1235" y="4395"/>
                    <a:pt x="1052" y="4395"/>
                  </a:cubicBezTo>
                  <a:cubicBezTo>
                    <a:pt x="1015" y="4395"/>
                    <a:pt x="979" y="4393"/>
                    <a:pt x="943" y="4389"/>
                  </a:cubicBezTo>
                  <a:cubicBezTo>
                    <a:pt x="933" y="4386"/>
                    <a:pt x="924" y="4384"/>
                    <a:pt x="917" y="4384"/>
                  </a:cubicBezTo>
                  <a:cubicBezTo>
                    <a:pt x="867" y="4384"/>
                    <a:pt x="858" y="4443"/>
                    <a:pt x="919" y="4484"/>
                  </a:cubicBezTo>
                  <a:cubicBezTo>
                    <a:pt x="1142" y="4595"/>
                    <a:pt x="1380" y="4655"/>
                    <a:pt x="1624" y="4655"/>
                  </a:cubicBezTo>
                  <a:cubicBezTo>
                    <a:pt x="1902" y="4655"/>
                    <a:pt x="2188" y="4578"/>
                    <a:pt x="2467" y="4413"/>
                  </a:cubicBezTo>
                  <a:cubicBezTo>
                    <a:pt x="2467" y="4413"/>
                    <a:pt x="2491" y="4389"/>
                    <a:pt x="2515" y="4389"/>
                  </a:cubicBezTo>
                  <a:cubicBezTo>
                    <a:pt x="2515" y="4389"/>
                    <a:pt x="2539" y="4413"/>
                    <a:pt x="2586" y="4413"/>
                  </a:cubicBezTo>
                  <a:cubicBezTo>
                    <a:pt x="2840" y="4578"/>
                    <a:pt x="3128" y="4655"/>
                    <a:pt x="3413" y="4655"/>
                  </a:cubicBezTo>
                  <a:cubicBezTo>
                    <a:pt x="3663" y="4655"/>
                    <a:pt x="3912" y="4595"/>
                    <a:pt x="4134" y="4484"/>
                  </a:cubicBezTo>
                  <a:cubicBezTo>
                    <a:pt x="4182" y="4437"/>
                    <a:pt x="4158" y="4389"/>
                    <a:pt x="4110" y="4389"/>
                  </a:cubicBezTo>
                  <a:cubicBezTo>
                    <a:pt x="3848" y="4389"/>
                    <a:pt x="3658" y="4365"/>
                    <a:pt x="3444" y="4246"/>
                  </a:cubicBezTo>
                  <a:cubicBezTo>
                    <a:pt x="3277" y="4151"/>
                    <a:pt x="3134" y="4008"/>
                    <a:pt x="3063" y="3841"/>
                  </a:cubicBezTo>
                  <a:cubicBezTo>
                    <a:pt x="2872" y="3532"/>
                    <a:pt x="2872" y="3127"/>
                    <a:pt x="3134" y="2770"/>
                  </a:cubicBezTo>
                  <a:cubicBezTo>
                    <a:pt x="3325" y="2435"/>
                    <a:pt x="3677" y="2249"/>
                    <a:pt x="4039" y="2249"/>
                  </a:cubicBezTo>
                  <a:cubicBezTo>
                    <a:pt x="4217" y="2249"/>
                    <a:pt x="4398" y="2294"/>
                    <a:pt x="4563" y="2389"/>
                  </a:cubicBezTo>
                  <a:cubicBezTo>
                    <a:pt x="4777" y="2484"/>
                    <a:pt x="4920" y="2650"/>
                    <a:pt x="5015" y="2865"/>
                  </a:cubicBezTo>
                  <a:cubicBezTo>
                    <a:pt x="5015" y="2891"/>
                    <a:pt x="5028" y="2901"/>
                    <a:pt x="5044" y="2901"/>
                  </a:cubicBezTo>
                  <a:cubicBezTo>
                    <a:pt x="5072" y="2901"/>
                    <a:pt x="5111" y="2871"/>
                    <a:pt x="5111" y="2841"/>
                  </a:cubicBezTo>
                  <a:cubicBezTo>
                    <a:pt x="5087" y="2293"/>
                    <a:pt x="4777" y="1793"/>
                    <a:pt x="4277" y="1507"/>
                  </a:cubicBezTo>
                  <a:cubicBezTo>
                    <a:pt x="4253" y="1507"/>
                    <a:pt x="4229" y="1460"/>
                    <a:pt x="4182" y="1460"/>
                  </a:cubicBezTo>
                  <a:lnTo>
                    <a:pt x="4182" y="1388"/>
                  </a:lnTo>
                  <a:cubicBezTo>
                    <a:pt x="4182" y="817"/>
                    <a:pt x="3896" y="317"/>
                    <a:pt x="3444" y="7"/>
                  </a:cubicBezTo>
                  <a:cubicBezTo>
                    <a:pt x="3439" y="3"/>
                    <a:pt x="3434" y="1"/>
                    <a:pt x="3427" y="1"/>
                  </a:cubicBezTo>
                  <a:close/>
                </a:path>
              </a:pathLst>
            </a:custGeom>
            <a:solidFill>
              <a:srgbClr val="A2B1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96"/>
            <p:cNvSpPr/>
            <p:nvPr/>
          </p:nvSpPr>
          <p:spPr>
            <a:xfrm>
              <a:off x="7778287" y="4246589"/>
              <a:ext cx="343826" cy="47950"/>
            </a:xfrm>
            <a:custGeom>
              <a:rect b="b" l="l" r="r" t="t"/>
              <a:pathLst>
                <a:path extrusionOk="0" h="1478" w="10598">
                  <a:moveTo>
                    <a:pt x="762" y="1"/>
                  </a:moveTo>
                  <a:cubicBezTo>
                    <a:pt x="381" y="1"/>
                    <a:pt x="24" y="334"/>
                    <a:pt x="24" y="692"/>
                  </a:cubicBezTo>
                  <a:cubicBezTo>
                    <a:pt x="0" y="1096"/>
                    <a:pt x="357" y="1477"/>
                    <a:pt x="762" y="1477"/>
                  </a:cubicBezTo>
                  <a:lnTo>
                    <a:pt x="9812" y="1477"/>
                  </a:lnTo>
                  <a:cubicBezTo>
                    <a:pt x="10193" y="1477"/>
                    <a:pt x="10550" y="1144"/>
                    <a:pt x="10550" y="811"/>
                  </a:cubicBezTo>
                  <a:cubicBezTo>
                    <a:pt x="10598" y="358"/>
                    <a:pt x="10264" y="1"/>
                    <a:pt x="9812" y="1"/>
                  </a:cubicBezTo>
                  <a:close/>
                </a:path>
              </a:pathLst>
            </a:custGeom>
            <a:solidFill>
              <a:srgbClr val="FA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96"/>
            <p:cNvSpPr/>
            <p:nvPr/>
          </p:nvSpPr>
          <p:spPr>
            <a:xfrm>
              <a:off x="7777509" y="4246589"/>
              <a:ext cx="45614" cy="47950"/>
            </a:xfrm>
            <a:custGeom>
              <a:rect b="b" l="l" r="r" t="t"/>
              <a:pathLst>
                <a:path extrusionOk="0" h="1478" w="1406">
                  <a:moveTo>
                    <a:pt x="786" y="1"/>
                  </a:moveTo>
                  <a:cubicBezTo>
                    <a:pt x="405" y="1"/>
                    <a:pt x="48" y="334"/>
                    <a:pt x="48" y="692"/>
                  </a:cubicBezTo>
                  <a:cubicBezTo>
                    <a:pt x="0" y="1096"/>
                    <a:pt x="381" y="1477"/>
                    <a:pt x="786" y="1477"/>
                  </a:cubicBezTo>
                  <a:lnTo>
                    <a:pt x="1405" y="1477"/>
                  </a:lnTo>
                  <a:cubicBezTo>
                    <a:pt x="1001" y="1454"/>
                    <a:pt x="667" y="1120"/>
                    <a:pt x="667" y="739"/>
                  </a:cubicBezTo>
                  <a:cubicBezTo>
                    <a:pt x="667" y="334"/>
                    <a:pt x="1001" y="1"/>
                    <a:pt x="1405" y="1"/>
                  </a:cubicBezTo>
                  <a:close/>
                </a:path>
              </a:pathLst>
            </a:custGeom>
            <a:solidFill>
              <a:srgbClr val="F6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96"/>
            <p:cNvSpPr/>
            <p:nvPr/>
          </p:nvSpPr>
          <p:spPr>
            <a:xfrm>
              <a:off x="7879476" y="4191761"/>
              <a:ext cx="10868" cy="22061"/>
            </a:xfrm>
            <a:custGeom>
              <a:rect b="b" l="l" r="r" t="t"/>
              <a:pathLst>
                <a:path extrusionOk="0" h="680" w="335">
                  <a:moveTo>
                    <a:pt x="168" y="0"/>
                  </a:moveTo>
                  <a:cubicBezTo>
                    <a:pt x="96" y="0"/>
                    <a:pt x="1" y="72"/>
                    <a:pt x="1" y="167"/>
                  </a:cubicBezTo>
                  <a:lnTo>
                    <a:pt x="1" y="524"/>
                  </a:lnTo>
                  <a:cubicBezTo>
                    <a:pt x="1" y="619"/>
                    <a:pt x="49" y="667"/>
                    <a:pt x="120" y="667"/>
                  </a:cubicBezTo>
                  <a:cubicBezTo>
                    <a:pt x="137" y="676"/>
                    <a:pt x="156" y="680"/>
                    <a:pt x="174" y="680"/>
                  </a:cubicBezTo>
                  <a:cubicBezTo>
                    <a:pt x="255" y="680"/>
                    <a:pt x="334" y="602"/>
                    <a:pt x="334" y="524"/>
                  </a:cubicBezTo>
                  <a:lnTo>
                    <a:pt x="334" y="167"/>
                  </a:lnTo>
                  <a:cubicBezTo>
                    <a:pt x="334" y="72"/>
                    <a:pt x="263" y="24"/>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96"/>
            <p:cNvSpPr/>
            <p:nvPr/>
          </p:nvSpPr>
          <p:spPr>
            <a:xfrm>
              <a:off x="8010057" y="4192377"/>
              <a:ext cx="10090" cy="22580"/>
            </a:xfrm>
            <a:custGeom>
              <a:rect b="b" l="l" r="r" t="t"/>
              <a:pathLst>
                <a:path extrusionOk="0" h="696" w="311">
                  <a:moveTo>
                    <a:pt x="161" y="0"/>
                  </a:moveTo>
                  <a:cubicBezTo>
                    <a:pt x="90" y="0"/>
                    <a:pt x="1" y="65"/>
                    <a:pt x="1" y="148"/>
                  </a:cubicBezTo>
                  <a:lnTo>
                    <a:pt x="1" y="505"/>
                  </a:lnTo>
                  <a:cubicBezTo>
                    <a:pt x="1" y="600"/>
                    <a:pt x="48" y="648"/>
                    <a:pt x="143" y="696"/>
                  </a:cubicBezTo>
                  <a:cubicBezTo>
                    <a:pt x="239" y="696"/>
                    <a:pt x="310" y="600"/>
                    <a:pt x="310" y="505"/>
                  </a:cubicBezTo>
                  <a:lnTo>
                    <a:pt x="310" y="148"/>
                  </a:lnTo>
                  <a:cubicBezTo>
                    <a:pt x="310" y="53"/>
                    <a:pt x="262" y="5"/>
                    <a:pt x="191" y="5"/>
                  </a:cubicBezTo>
                  <a:cubicBezTo>
                    <a:pt x="182" y="2"/>
                    <a:pt x="171" y="0"/>
                    <a:pt x="1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96"/>
            <p:cNvSpPr/>
            <p:nvPr/>
          </p:nvSpPr>
          <p:spPr>
            <a:xfrm>
              <a:off x="7927393" y="4202467"/>
              <a:ext cx="44057" cy="17908"/>
            </a:xfrm>
            <a:custGeom>
              <a:rect b="b" l="l" r="r" t="t"/>
              <a:pathLst>
                <a:path extrusionOk="0" h="552" w="1358">
                  <a:moveTo>
                    <a:pt x="1184" y="0"/>
                  </a:moveTo>
                  <a:cubicBezTo>
                    <a:pt x="1144" y="0"/>
                    <a:pt x="1098" y="24"/>
                    <a:pt x="1072" y="75"/>
                  </a:cubicBezTo>
                  <a:cubicBezTo>
                    <a:pt x="1001" y="194"/>
                    <a:pt x="834" y="265"/>
                    <a:pt x="691" y="265"/>
                  </a:cubicBezTo>
                  <a:cubicBezTo>
                    <a:pt x="548" y="265"/>
                    <a:pt x="405" y="194"/>
                    <a:pt x="310" y="75"/>
                  </a:cubicBezTo>
                  <a:cubicBezTo>
                    <a:pt x="268" y="47"/>
                    <a:pt x="226" y="35"/>
                    <a:pt x="180" y="35"/>
                  </a:cubicBezTo>
                  <a:cubicBezTo>
                    <a:pt x="147" y="35"/>
                    <a:pt x="111" y="41"/>
                    <a:pt x="72" y="51"/>
                  </a:cubicBezTo>
                  <a:cubicBezTo>
                    <a:pt x="0" y="99"/>
                    <a:pt x="0" y="194"/>
                    <a:pt x="48" y="289"/>
                  </a:cubicBezTo>
                  <a:cubicBezTo>
                    <a:pt x="191" y="456"/>
                    <a:pt x="429" y="551"/>
                    <a:pt x="667" y="551"/>
                  </a:cubicBezTo>
                  <a:cubicBezTo>
                    <a:pt x="905" y="551"/>
                    <a:pt x="1143" y="456"/>
                    <a:pt x="1286" y="289"/>
                  </a:cubicBezTo>
                  <a:cubicBezTo>
                    <a:pt x="1358" y="218"/>
                    <a:pt x="1358" y="99"/>
                    <a:pt x="1263" y="51"/>
                  </a:cubicBezTo>
                  <a:cubicBezTo>
                    <a:pt x="1251" y="18"/>
                    <a:pt x="1220" y="0"/>
                    <a:pt x="11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96"/>
            <p:cNvSpPr/>
            <p:nvPr/>
          </p:nvSpPr>
          <p:spPr>
            <a:xfrm>
              <a:off x="7942057" y="4391087"/>
              <a:ext cx="15508" cy="15475"/>
            </a:xfrm>
            <a:custGeom>
              <a:rect b="b" l="l" r="r" t="t"/>
              <a:pathLst>
                <a:path extrusionOk="0" h="477" w="478">
                  <a:moveTo>
                    <a:pt x="239" y="0"/>
                  </a:moveTo>
                  <a:cubicBezTo>
                    <a:pt x="120" y="0"/>
                    <a:pt x="1" y="119"/>
                    <a:pt x="1" y="238"/>
                  </a:cubicBezTo>
                  <a:cubicBezTo>
                    <a:pt x="1" y="357"/>
                    <a:pt x="120" y="476"/>
                    <a:pt x="239" y="476"/>
                  </a:cubicBezTo>
                  <a:cubicBezTo>
                    <a:pt x="358" y="476"/>
                    <a:pt x="477" y="357"/>
                    <a:pt x="477" y="238"/>
                  </a:cubicBezTo>
                  <a:cubicBezTo>
                    <a:pt x="477" y="119"/>
                    <a:pt x="358" y="0"/>
                    <a:pt x="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96"/>
            <p:cNvSpPr/>
            <p:nvPr/>
          </p:nvSpPr>
          <p:spPr>
            <a:xfrm>
              <a:off x="7771312" y="4153900"/>
              <a:ext cx="355440" cy="350768"/>
            </a:xfrm>
            <a:custGeom>
              <a:rect b="b" l="l" r="r" t="t"/>
              <a:pathLst>
                <a:path extrusionOk="0" h="10812" w="10956">
                  <a:moveTo>
                    <a:pt x="10098" y="3001"/>
                  </a:moveTo>
                  <a:cubicBezTo>
                    <a:pt x="10384" y="3001"/>
                    <a:pt x="10646" y="3215"/>
                    <a:pt x="10694" y="3501"/>
                  </a:cubicBezTo>
                  <a:cubicBezTo>
                    <a:pt x="10646" y="3858"/>
                    <a:pt x="10384" y="4168"/>
                    <a:pt x="10027" y="4168"/>
                  </a:cubicBezTo>
                  <a:lnTo>
                    <a:pt x="3383" y="4168"/>
                  </a:lnTo>
                  <a:cubicBezTo>
                    <a:pt x="3311" y="4168"/>
                    <a:pt x="3240" y="4215"/>
                    <a:pt x="3216" y="4311"/>
                  </a:cubicBezTo>
                  <a:cubicBezTo>
                    <a:pt x="3216" y="4406"/>
                    <a:pt x="3263" y="4501"/>
                    <a:pt x="3359" y="4501"/>
                  </a:cubicBezTo>
                  <a:lnTo>
                    <a:pt x="9860" y="4501"/>
                  </a:lnTo>
                  <a:lnTo>
                    <a:pt x="9050" y="9764"/>
                  </a:lnTo>
                  <a:cubicBezTo>
                    <a:pt x="8955" y="10169"/>
                    <a:pt x="8598" y="10502"/>
                    <a:pt x="8193" y="10502"/>
                  </a:cubicBezTo>
                  <a:lnTo>
                    <a:pt x="2859" y="10502"/>
                  </a:lnTo>
                  <a:cubicBezTo>
                    <a:pt x="2430" y="10502"/>
                    <a:pt x="2049" y="10217"/>
                    <a:pt x="2001" y="9764"/>
                  </a:cubicBezTo>
                  <a:lnTo>
                    <a:pt x="1192" y="4501"/>
                  </a:lnTo>
                  <a:lnTo>
                    <a:pt x="2787" y="4501"/>
                  </a:lnTo>
                  <a:cubicBezTo>
                    <a:pt x="2882" y="4501"/>
                    <a:pt x="2954" y="4430"/>
                    <a:pt x="2978" y="4334"/>
                  </a:cubicBezTo>
                  <a:cubicBezTo>
                    <a:pt x="2978" y="4263"/>
                    <a:pt x="2906" y="4168"/>
                    <a:pt x="2835" y="4168"/>
                  </a:cubicBezTo>
                  <a:lnTo>
                    <a:pt x="1049" y="4168"/>
                  </a:lnTo>
                  <a:cubicBezTo>
                    <a:pt x="739" y="4168"/>
                    <a:pt x="477" y="3953"/>
                    <a:pt x="453" y="3668"/>
                  </a:cubicBezTo>
                  <a:cubicBezTo>
                    <a:pt x="406" y="3310"/>
                    <a:pt x="691" y="3001"/>
                    <a:pt x="1001" y="3001"/>
                  </a:cubicBezTo>
                  <a:close/>
                  <a:moveTo>
                    <a:pt x="2644" y="0"/>
                  </a:moveTo>
                  <a:cubicBezTo>
                    <a:pt x="2120" y="0"/>
                    <a:pt x="1668" y="334"/>
                    <a:pt x="1477" y="810"/>
                  </a:cubicBezTo>
                  <a:lnTo>
                    <a:pt x="763" y="2715"/>
                  </a:lnTo>
                  <a:cubicBezTo>
                    <a:pt x="334" y="2763"/>
                    <a:pt x="1" y="3144"/>
                    <a:pt x="1" y="3596"/>
                  </a:cubicBezTo>
                  <a:cubicBezTo>
                    <a:pt x="1" y="4049"/>
                    <a:pt x="334" y="4430"/>
                    <a:pt x="763" y="4501"/>
                  </a:cubicBezTo>
                  <a:lnTo>
                    <a:pt x="1573" y="9812"/>
                  </a:lnTo>
                  <a:cubicBezTo>
                    <a:pt x="1668" y="10383"/>
                    <a:pt x="2168" y="10812"/>
                    <a:pt x="2763" y="10812"/>
                  </a:cubicBezTo>
                  <a:lnTo>
                    <a:pt x="8098" y="10812"/>
                  </a:lnTo>
                  <a:cubicBezTo>
                    <a:pt x="8693" y="10812"/>
                    <a:pt x="9169" y="10383"/>
                    <a:pt x="9288" y="9812"/>
                  </a:cubicBezTo>
                  <a:lnTo>
                    <a:pt x="10098" y="4501"/>
                  </a:lnTo>
                  <a:cubicBezTo>
                    <a:pt x="10527" y="4430"/>
                    <a:pt x="10860" y="4049"/>
                    <a:pt x="10860" y="3596"/>
                  </a:cubicBezTo>
                  <a:cubicBezTo>
                    <a:pt x="10956" y="3120"/>
                    <a:pt x="10598" y="2763"/>
                    <a:pt x="10146" y="2715"/>
                  </a:cubicBezTo>
                  <a:lnTo>
                    <a:pt x="9431" y="810"/>
                  </a:lnTo>
                  <a:cubicBezTo>
                    <a:pt x="9265" y="334"/>
                    <a:pt x="8788" y="0"/>
                    <a:pt x="8241" y="0"/>
                  </a:cubicBezTo>
                  <a:lnTo>
                    <a:pt x="7383" y="0"/>
                  </a:lnTo>
                  <a:cubicBezTo>
                    <a:pt x="7288" y="0"/>
                    <a:pt x="7240" y="48"/>
                    <a:pt x="7193" y="143"/>
                  </a:cubicBezTo>
                  <a:cubicBezTo>
                    <a:pt x="7193" y="238"/>
                    <a:pt x="7264" y="334"/>
                    <a:pt x="7360" y="334"/>
                  </a:cubicBezTo>
                  <a:lnTo>
                    <a:pt x="8217" y="334"/>
                  </a:lnTo>
                  <a:cubicBezTo>
                    <a:pt x="8598" y="334"/>
                    <a:pt x="8955" y="572"/>
                    <a:pt x="9074" y="953"/>
                  </a:cubicBezTo>
                  <a:lnTo>
                    <a:pt x="9741" y="2739"/>
                  </a:lnTo>
                  <a:lnTo>
                    <a:pt x="1120" y="2739"/>
                  </a:lnTo>
                  <a:lnTo>
                    <a:pt x="1787" y="953"/>
                  </a:lnTo>
                  <a:cubicBezTo>
                    <a:pt x="1930" y="596"/>
                    <a:pt x="2263" y="334"/>
                    <a:pt x="2644" y="334"/>
                  </a:cubicBezTo>
                  <a:lnTo>
                    <a:pt x="6669" y="334"/>
                  </a:lnTo>
                  <a:cubicBezTo>
                    <a:pt x="6764" y="334"/>
                    <a:pt x="6812" y="262"/>
                    <a:pt x="6836" y="167"/>
                  </a:cubicBezTo>
                  <a:cubicBezTo>
                    <a:pt x="6836" y="95"/>
                    <a:pt x="6788" y="0"/>
                    <a:pt x="66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96"/>
            <p:cNvSpPr/>
            <p:nvPr/>
          </p:nvSpPr>
          <p:spPr>
            <a:xfrm>
              <a:off x="7860951" y="4315821"/>
              <a:ext cx="174638" cy="159487"/>
            </a:xfrm>
            <a:custGeom>
              <a:rect b="b" l="l" r="r" t="t"/>
              <a:pathLst>
                <a:path extrusionOk="0" h="4916" w="5383">
                  <a:moveTo>
                    <a:pt x="2739" y="1344"/>
                  </a:moveTo>
                  <a:cubicBezTo>
                    <a:pt x="2953" y="1344"/>
                    <a:pt x="3191" y="1415"/>
                    <a:pt x="3358" y="1534"/>
                  </a:cubicBezTo>
                  <a:cubicBezTo>
                    <a:pt x="3191" y="1677"/>
                    <a:pt x="2977" y="1796"/>
                    <a:pt x="2739" y="1796"/>
                  </a:cubicBezTo>
                  <a:cubicBezTo>
                    <a:pt x="2501" y="1796"/>
                    <a:pt x="2287" y="1701"/>
                    <a:pt x="2120" y="1534"/>
                  </a:cubicBezTo>
                  <a:cubicBezTo>
                    <a:pt x="2287" y="1415"/>
                    <a:pt x="2525" y="1344"/>
                    <a:pt x="2739" y="1344"/>
                  </a:cubicBezTo>
                  <a:close/>
                  <a:moveTo>
                    <a:pt x="1501" y="2606"/>
                  </a:moveTo>
                  <a:cubicBezTo>
                    <a:pt x="1739" y="2654"/>
                    <a:pt x="1905" y="2796"/>
                    <a:pt x="2025" y="3011"/>
                  </a:cubicBezTo>
                  <a:cubicBezTo>
                    <a:pt x="2144" y="3225"/>
                    <a:pt x="2167" y="3463"/>
                    <a:pt x="2120" y="3678"/>
                  </a:cubicBezTo>
                  <a:cubicBezTo>
                    <a:pt x="2025" y="3606"/>
                    <a:pt x="1929" y="3559"/>
                    <a:pt x="1858" y="3463"/>
                  </a:cubicBezTo>
                  <a:cubicBezTo>
                    <a:pt x="1620" y="3249"/>
                    <a:pt x="1501" y="2916"/>
                    <a:pt x="1501" y="2606"/>
                  </a:cubicBezTo>
                  <a:close/>
                  <a:moveTo>
                    <a:pt x="4001" y="2630"/>
                  </a:moveTo>
                  <a:cubicBezTo>
                    <a:pt x="4001" y="3035"/>
                    <a:pt x="3763" y="3463"/>
                    <a:pt x="3358" y="3701"/>
                  </a:cubicBezTo>
                  <a:cubicBezTo>
                    <a:pt x="3311" y="3439"/>
                    <a:pt x="3358" y="3106"/>
                    <a:pt x="3549" y="2892"/>
                  </a:cubicBezTo>
                  <a:cubicBezTo>
                    <a:pt x="3644" y="2773"/>
                    <a:pt x="3787" y="2677"/>
                    <a:pt x="3906" y="2654"/>
                  </a:cubicBezTo>
                  <a:cubicBezTo>
                    <a:pt x="3930" y="2654"/>
                    <a:pt x="3954" y="2630"/>
                    <a:pt x="4001" y="2630"/>
                  </a:cubicBezTo>
                  <a:close/>
                  <a:moveTo>
                    <a:pt x="1548" y="653"/>
                  </a:moveTo>
                  <a:cubicBezTo>
                    <a:pt x="1548" y="748"/>
                    <a:pt x="1524" y="796"/>
                    <a:pt x="1524" y="891"/>
                  </a:cubicBezTo>
                  <a:cubicBezTo>
                    <a:pt x="1524" y="1106"/>
                    <a:pt x="1572" y="1320"/>
                    <a:pt x="1667" y="1487"/>
                  </a:cubicBezTo>
                  <a:cubicBezTo>
                    <a:pt x="1858" y="1844"/>
                    <a:pt x="2191" y="2058"/>
                    <a:pt x="2596" y="2130"/>
                  </a:cubicBezTo>
                  <a:lnTo>
                    <a:pt x="2882" y="2130"/>
                  </a:lnTo>
                  <a:cubicBezTo>
                    <a:pt x="3287" y="2058"/>
                    <a:pt x="3644" y="1820"/>
                    <a:pt x="3811" y="1487"/>
                  </a:cubicBezTo>
                  <a:cubicBezTo>
                    <a:pt x="3906" y="1320"/>
                    <a:pt x="3954" y="1106"/>
                    <a:pt x="3954" y="939"/>
                  </a:cubicBezTo>
                  <a:cubicBezTo>
                    <a:pt x="3954" y="844"/>
                    <a:pt x="3954" y="772"/>
                    <a:pt x="3930" y="701"/>
                  </a:cubicBezTo>
                  <a:lnTo>
                    <a:pt x="3930" y="701"/>
                  </a:lnTo>
                  <a:cubicBezTo>
                    <a:pt x="4144" y="963"/>
                    <a:pt x="4239" y="1249"/>
                    <a:pt x="4239" y="1582"/>
                  </a:cubicBezTo>
                  <a:lnTo>
                    <a:pt x="4239" y="1677"/>
                  </a:lnTo>
                  <a:cubicBezTo>
                    <a:pt x="4239" y="1725"/>
                    <a:pt x="4263" y="1796"/>
                    <a:pt x="4311" y="1820"/>
                  </a:cubicBezTo>
                  <a:cubicBezTo>
                    <a:pt x="4358" y="1820"/>
                    <a:pt x="4382" y="1844"/>
                    <a:pt x="4382" y="1844"/>
                  </a:cubicBezTo>
                  <a:cubicBezTo>
                    <a:pt x="4668" y="2034"/>
                    <a:pt x="4882" y="2273"/>
                    <a:pt x="5001" y="2558"/>
                  </a:cubicBezTo>
                  <a:cubicBezTo>
                    <a:pt x="4954" y="2511"/>
                    <a:pt x="4882" y="2487"/>
                    <a:pt x="4835" y="2439"/>
                  </a:cubicBezTo>
                  <a:cubicBezTo>
                    <a:pt x="4650" y="2341"/>
                    <a:pt x="4446" y="2293"/>
                    <a:pt x="4243" y="2293"/>
                  </a:cubicBezTo>
                  <a:cubicBezTo>
                    <a:pt x="4054" y="2293"/>
                    <a:pt x="3864" y="2335"/>
                    <a:pt x="3692" y="2415"/>
                  </a:cubicBezTo>
                  <a:cubicBezTo>
                    <a:pt x="3072" y="2725"/>
                    <a:pt x="2834" y="3487"/>
                    <a:pt x="3168" y="4082"/>
                  </a:cubicBezTo>
                  <a:cubicBezTo>
                    <a:pt x="3311" y="4344"/>
                    <a:pt x="3549" y="4559"/>
                    <a:pt x="3811" y="4654"/>
                  </a:cubicBezTo>
                  <a:cubicBezTo>
                    <a:pt x="3758" y="4658"/>
                    <a:pt x="3706" y="4660"/>
                    <a:pt x="3654" y="4660"/>
                  </a:cubicBezTo>
                  <a:cubicBezTo>
                    <a:pt x="3379" y="4660"/>
                    <a:pt x="3119" y="4604"/>
                    <a:pt x="2858" y="4463"/>
                  </a:cubicBezTo>
                  <a:cubicBezTo>
                    <a:pt x="2834" y="4463"/>
                    <a:pt x="2834" y="4440"/>
                    <a:pt x="2810" y="4440"/>
                  </a:cubicBezTo>
                  <a:cubicBezTo>
                    <a:pt x="2775" y="4428"/>
                    <a:pt x="2745" y="4422"/>
                    <a:pt x="2715" y="4422"/>
                  </a:cubicBezTo>
                  <a:cubicBezTo>
                    <a:pt x="2685" y="4422"/>
                    <a:pt x="2656" y="4428"/>
                    <a:pt x="2620" y="4440"/>
                  </a:cubicBezTo>
                  <a:cubicBezTo>
                    <a:pt x="2596" y="4440"/>
                    <a:pt x="2596" y="4463"/>
                    <a:pt x="2572" y="4463"/>
                  </a:cubicBezTo>
                  <a:cubicBezTo>
                    <a:pt x="2326" y="4596"/>
                    <a:pt x="2064" y="4668"/>
                    <a:pt x="1824" y="4668"/>
                  </a:cubicBezTo>
                  <a:cubicBezTo>
                    <a:pt x="1762" y="4668"/>
                    <a:pt x="1702" y="4664"/>
                    <a:pt x="1644" y="4654"/>
                  </a:cubicBezTo>
                  <a:cubicBezTo>
                    <a:pt x="1691" y="4630"/>
                    <a:pt x="1786" y="4583"/>
                    <a:pt x="1858" y="4559"/>
                  </a:cubicBezTo>
                  <a:cubicBezTo>
                    <a:pt x="2358" y="4273"/>
                    <a:pt x="2596" y="3582"/>
                    <a:pt x="2358" y="3035"/>
                  </a:cubicBezTo>
                  <a:cubicBezTo>
                    <a:pt x="2167" y="2582"/>
                    <a:pt x="1691" y="2296"/>
                    <a:pt x="1215" y="2296"/>
                  </a:cubicBezTo>
                  <a:cubicBezTo>
                    <a:pt x="929" y="2296"/>
                    <a:pt x="667" y="2392"/>
                    <a:pt x="453" y="2582"/>
                  </a:cubicBezTo>
                  <a:cubicBezTo>
                    <a:pt x="596" y="2249"/>
                    <a:pt x="810" y="2011"/>
                    <a:pt x="1096" y="1820"/>
                  </a:cubicBezTo>
                  <a:cubicBezTo>
                    <a:pt x="1143" y="1820"/>
                    <a:pt x="1143" y="1796"/>
                    <a:pt x="1167" y="1796"/>
                  </a:cubicBezTo>
                  <a:cubicBezTo>
                    <a:pt x="1215" y="1749"/>
                    <a:pt x="1262" y="1701"/>
                    <a:pt x="1262" y="1653"/>
                  </a:cubicBezTo>
                  <a:lnTo>
                    <a:pt x="1262" y="1558"/>
                  </a:lnTo>
                  <a:cubicBezTo>
                    <a:pt x="1262" y="1225"/>
                    <a:pt x="1382" y="891"/>
                    <a:pt x="1548" y="653"/>
                  </a:cubicBezTo>
                  <a:close/>
                  <a:moveTo>
                    <a:pt x="1830" y="0"/>
                  </a:moveTo>
                  <a:cubicBezTo>
                    <a:pt x="1794" y="0"/>
                    <a:pt x="1762" y="11"/>
                    <a:pt x="1739" y="34"/>
                  </a:cubicBezTo>
                  <a:cubicBezTo>
                    <a:pt x="1215" y="367"/>
                    <a:pt x="929" y="915"/>
                    <a:pt x="929" y="1558"/>
                  </a:cubicBezTo>
                  <a:cubicBezTo>
                    <a:pt x="429" y="1844"/>
                    <a:pt x="72" y="2392"/>
                    <a:pt x="24" y="3011"/>
                  </a:cubicBezTo>
                  <a:cubicBezTo>
                    <a:pt x="0" y="3082"/>
                    <a:pt x="24" y="3106"/>
                    <a:pt x="96" y="3154"/>
                  </a:cubicBezTo>
                  <a:cubicBezTo>
                    <a:pt x="119" y="3201"/>
                    <a:pt x="191" y="3225"/>
                    <a:pt x="238" y="3225"/>
                  </a:cubicBezTo>
                  <a:cubicBezTo>
                    <a:pt x="334" y="3225"/>
                    <a:pt x="381" y="3154"/>
                    <a:pt x="429" y="3106"/>
                  </a:cubicBezTo>
                  <a:cubicBezTo>
                    <a:pt x="500" y="2916"/>
                    <a:pt x="620" y="2773"/>
                    <a:pt x="786" y="2677"/>
                  </a:cubicBezTo>
                  <a:cubicBezTo>
                    <a:pt x="905" y="2630"/>
                    <a:pt x="1024" y="2606"/>
                    <a:pt x="1143" y="2558"/>
                  </a:cubicBezTo>
                  <a:lnTo>
                    <a:pt x="1143" y="2606"/>
                  </a:lnTo>
                  <a:cubicBezTo>
                    <a:pt x="1143" y="3011"/>
                    <a:pt x="1286" y="3392"/>
                    <a:pt x="1572" y="3701"/>
                  </a:cubicBezTo>
                  <a:cubicBezTo>
                    <a:pt x="1691" y="3820"/>
                    <a:pt x="1810" y="3916"/>
                    <a:pt x="1929" y="3963"/>
                  </a:cubicBezTo>
                  <a:cubicBezTo>
                    <a:pt x="1882" y="4082"/>
                    <a:pt x="1763" y="4178"/>
                    <a:pt x="1667" y="4225"/>
                  </a:cubicBezTo>
                  <a:cubicBezTo>
                    <a:pt x="1537" y="4300"/>
                    <a:pt x="1393" y="4360"/>
                    <a:pt x="1256" y="4360"/>
                  </a:cubicBezTo>
                  <a:cubicBezTo>
                    <a:pt x="1218" y="4360"/>
                    <a:pt x="1180" y="4355"/>
                    <a:pt x="1143" y="4344"/>
                  </a:cubicBezTo>
                  <a:cubicBezTo>
                    <a:pt x="1024" y="4344"/>
                    <a:pt x="929" y="4416"/>
                    <a:pt x="905" y="4511"/>
                  </a:cubicBezTo>
                  <a:cubicBezTo>
                    <a:pt x="858" y="4583"/>
                    <a:pt x="929" y="4702"/>
                    <a:pt x="1024" y="4749"/>
                  </a:cubicBezTo>
                  <a:cubicBezTo>
                    <a:pt x="1262" y="4868"/>
                    <a:pt x="1548" y="4916"/>
                    <a:pt x="1810" y="4916"/>
                  </a:cubicBezTo>
                  <a:cubicBezTo>
                    <a:pt x="2144" y="4916"/>
                    <a:pt x="2453" y="4821"/>
                    <a:pt x="2715" y="4678"/>
                  </a:cubicBezTo>
                  <a:cubicBezTo>
                    <a:pt x="2977" y="4821"/>
                    <a:pt x="3311" y="4916"/>
                    <a:pt x="3596" y="4916"/>
                  </a:cubicBezTo>
                  <a:cubicBezTo>
                    <a:pt x="3882" y="4916"/>
                    <a:pt x="4144" y="4868"/>
                    <a:pt x="4406" y="4749"/>
                  </a:cubicBezTo>
                  <a:cubicBezTo>
                    <a:pt x="4477" y="4702"/>
                    <a:pt x="4525" y="4654"/>
                    <a:pt x="4525" y="4583"/>
                  </a:cubicBezTo>
                  <a:cubicBezTo>
                    <a:pt x="4547" y="4452"/>
                    <a:pt x="4449" y="4341"/>
                    <a:pt x="4323" y="4341"/>
                  </a:cubicBezTo>
                  <a:cubicBezTo>
                    <a:pt x="4311" y="4341"/>
                    <a:pt x="4299" y="4342"/>
                    <a:pt x="4287" y="4344"/>
                  </a:cubicBezTo>
                  <a:cubicBezTo>
                    <a:pt x="4250" y="4355"/>
                    <a:pt x="4212" y="4360"/>
                    <a:pt x="4172" y="4360"/>
                  </a:cubicBezTo>
                  <a:cubicBezTo>
                    <a:pt x="4030" y="4360"/>
                    <a:pt x="3875" y="4300"/>
                    <a:pt x="3763" y="4225"/>
                  </a:cubicBezTo>
                  <a:cubicBezTo>
                    <a:pt x="3644" y="4178"/>
                    <a:pt x="3549" y="4082"/>
                    <a:pt x="3477" y="3963"/>
                  </a:cubicBezTo>
                  <a:cubicBezTo>
                    <a:pt x="4001" y="3701"/>
                    <a:pt x="4287" y="3154"/>
                    <a:pt x="4287" y="2606"/>
                  </a:cubicBezTo>
                  <a:lnTo>
                    <a:pt x="4287" y="2558"/>
                  </a:lnTo>
                  <a:cubicBezTo>
                    <a:pt x="4406" y="2558"/>
                    <a:pt x="4525" y="2630"/>
                    <a:pt x="4644" y="2677"/>
                  </a:cubicBezTo>
                  <a:cubicBezTo>
                    <a:pt x="4835" y="2773"/>
                    <a:pt x="4954" y="2916"/>
                    <a:pt x="5001" y="3106"/>
                  </a:cubicBezTo>
                  <a:cubicBezTo>
                    <a:pt x="5025" y="3177"/>
                    <a:pt x="5120" y="3225"/>
                    <a:pt x="5192" y="3225"/>
                  </a:cubicBezTo>
                  <a:cubicBezTo>
                    <a:pt x="5240" y="3225"/>
                    <a:pt x="5311" y="3177"/>
                    <a:pt x="5335" y="3154"/>
                  </a:cubicBezTo>
                  <a:cubicBezTo>
                    <a:pt x="5359" y="3130"/>
                    <a:pt x="5382" y="3058"/>
                    <a:pt x="5382" y="3011"/>
                  </a:cubicBezTo>
                  <a:cubicBezTo>
                    <a:pt x="5359" y="2415"/>
                    <a:pt x="5001" y="1868"/>
                    <a:pt x="4501" y="1558"/>
                  </a:cubicBezTo>
                  <a:cubicBezTo>
                    <a:pt x="4501" y="963"/>
                    <a:pt x="4192" y="391"/>
                    <a:pt x="3692" y="34"/>
                  </a:cubicBezTo>
                  <a:cubicBezTo>
                    <a:pt x="3653" y="11"/>
                    <a:pt x="3615" y="0"/>
                    <a:pt x="3579" y="0"/>
                  </a:cubicBezTo>
                  <a:cubicBezTo>
                    <a:pt x="3504" y="0"/>
                    <a:pt x="3438" y="48"/>
                    <a:pt x="3406" y="129"/>
                  </a:cubicBezTo>
                  <a:cubicBezTo>
                    <a:pt x="3358" y="177"/>
                    <a:pt x="3358" y="272"/>
                    <a:pt x="3430" y="320"/>
                  </a:cubicBezTo>
                  <a:cubicBezTo>
                    <a:pt x="3549" y="486"/>
                    <a:pt x="3596" y="653"/>
                    <a:pt x="3596" y="867"/>
                  </a:cubicBezTo>
                  <a:cubicBezTo>
                    <a:pt x="3596" y="987"/>
                    <a:pt x="3573" y="1129"/>
                    <a:pt x="3525" y="1249"/>
                  </a:cubicBezTo>
                  <a:cubicBezTo>
                    <a:pt x="3287" y="1106"/>
                    <a:pt x="3001" y="1010"/>
                    <a:pt x="2715" y="1010"/>
                  </a:cubicBezTo>
                  <a:cubicBezTo>
                    <a:pt x="2406" y="1010"/>
                    <a:pt x="2144" y="1106"/>
                    <a:pt x="1905" y="1249"/>
                  </a:cubicBezTo>
                  <a:cubicBezTo>
                    <a:pt x="1858" y="1129"/>
                    <a:pt x="1810" y="1010"/>
                    <a:pt x="1810" y="867"/>
                  </a:cubicBezTo>
                  <a:cubicBezTo>
                    <a:pt x="1810" y="677"/>
                    <a:pt x="1882" y="486"/>
                    <a:pt x="2001" y="320"/>
                  </a:cubicBezTo>
                  <a:cubicBezTo>
                    <a:pt x="2048" y="272"/>
                    <a:pt x="2048" y="177"/>
                    <a:pt x="2025" y="129"/>
                  </a:cubicBezTo>
                  <a:cubicBezTo>
                    <a:pt x="1992" y="48"/>
                    <a:pt x="1905" y="0"/>
                    <a:pt x="18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3" name="Google Shape;21533;p96"/>
          <p:cNvGrpSpPr/>
          <p:nvPr/>
        </p:nvGrpSpPr>
        <p:grpSpPr>
          <a:xfrm>
            <a:off x="3268183" y="2886646"/>
            <a:ext cx="356219" cy="336104"/>
            <a:chOff x="3270142" y="3039046"/>
            <a:chExt cx="356219" cy="336104"/>
          </a:xfrm>
        </p:grpSpPr>
        <p:sp>
          <p:nvSpPr>
            <p:cNvPr id="21534" name="Google Shape;21534;p96"/>
            <p:cNvSpPr/>
            <p:nvPr/>
          </p:nvSpPr>
          <p:spPr>
            <a:xfrm>
              <a:off x="3275560" y="3224455"/>
              <a:ext cx="60278" cy="50253"/>
            </a:xfrm>
            <a:custGeom>
              <a:rect b="b" l="l" r="r" t="t"/>
              <a:pathLst>
                <a:path extrusionOk="0" h="1549" w="1858">
                  <a:moveTo>
                    <a:pt x="334" y="0"/>
                  </a:moveTo>
                  <a:lnTo>
                    <a:pt x="72" y="786"/>
                  </a:lnTo>
                  <a:cubicBezTo>
                    <a:pt x="0" y="929"/>
                    <a:pt x="96" y="1120"/>
                    <a:pt x="239" y="1167"/>
                  </a:cubicBezTo>
                  <a:lnTo>
                    <a:pt x="1167" y="1525"/>
                  </a:lnTo>
                  <a:cubicBezTo>
                    <a:pt x="1206" y="1541"/>
                    <a:pt x="1247" y="1549"/>
                    <a:pt x="1286" y="1549"/>
                  </a:cubicBezTo>
                  <a:cubicBezTo>
                    <a:pt x="1415" y="1549"/>
                    <a:pt x="1536" y="1467"/>
                    <a:pt x="1572" y="1358"/>
                  </a:cubicBezTo>
                  <a:lnTo>
                    <a:pt x="1858" y="596"/>
                  </a:lnTo>
                  <a:lnTo>
                    <a:pt x="334" y="0"/>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96"/>
            <p:cNvSpPr/>
            <p:nvPr/>
          </p:nvSpPr>
          <p:spPr>
            <a:xfrm>
              <a:off x="3276339" y="3224455"/>
              <a:ext cx="30139" cy="41753"/>
            </a:xfrm>
            <a:custGeom>
              <a:rect b="b" l="l" r="r" t="t"/>
              <a:pathLst>
                <a:path extrusionOk="0" h="1287" w="929">
                  <a:moveTo>
                    <a:pt x="334" y="0"/>
                  </a:moveTo>
                  <a:lnTo>
                    <a:pt x="72" y="786"/>
                  </a:lnTo>
                  <a:cubicBezTo>
                    <a:pt x="0" y="929"/>
                    <a:pt x="95" y="1120"/>
                    <a:pt x="238" y="1167"/>
                  </a:cubicBezTo>
                  <a:lnTo>
                    <a:pt x="572" y="1286"/>
                  </a:lnTo>
                  <a:lnTo>
                    <a:pt x="810" y="548"/>
                  </a:lnTo>
                  <a:lnTo>
                    <a:pt x="929" y="239"/>
                  </a:lnTo>
                  <a:lnTo>
                    <a:pt x="334" y="0"/>
                  </a:ln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96"/>
            <p:cNvSpPr/>
            <p:nvPr/>
          </p:nvSpPr>
          <p:spPr>
            <a:xfrm>
              <a:off x="3426970" y="3043653"/>
              <a:ext cx="183917" cy="326858"/>
            </a:xfrm>
            <a:custGeom>
              <a:rect b="b" l="l" r="r" t="t"/>
              <a:pathLst>
                <a:path extrusionOk="0" h="10075" w="5669">
                  <a:moveTo>
                    <a:pt x="2192" y="1"/>
                  </a:moveTo>
                  <a:lnTo>
                    <a:pt x="668" y="525"/>
                  </a:lnTo>
                  <a:lnTo>
                    <a:pt x="1" y="5573"/>
                  </a:lnTo>
                  <a:lnTo>
                    <a:pt x="668" y="10074"/>
                  </a:lnTo>
                  <a:lnTo>
                    <a:pt x="3168" y="10074"/>
                  </a:lnTo>
                  <a:cubicBezTo>
                    <a:pt x="3430" y="10074"/>
                    <a:pt x="3645" y="9836"/>
                    <a:pt x="3645" y="9574"/>
                  </a:cubicBezTo>
                  <a:lnTo>
                    <a:pt x="3287" y="3525"/>
                  </a:lnTo>
                  <a:lnTo>
                    <a:pt x="3287" y="3525"/>
                  </a:lnTo>
                  <a:lnTo>
                    <a:pt x="4169" y="6121"/>
                  </a:lnTo>
                  <a:lnTo>
                    <a:pt x="5097" y="6359"/>
                  </a:lnTo>
                  <a:lnTo>
                    <a:pt x="5669" y="5550"/>
                  </a:lnTo>
                  <a:lnTo>
                    <a:pt x="4216" y="1454"/>
                  </a:lnTo>
                  <a:cubicBezTo>
                    <a:pt x="4097" y="1144"/>
                    <a:pt x="3907" y="858"/>
                    <a:pt x="3692" y="644"/>
                  </a:cubicBezTo>
                  <a:lnTo>
                    <a:pt x="2192" y="1"/>
                  </a:ln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96"/>
            <p:cNvSpPr/>
            <p:nvPr/>
          </p:nvSpPr>
          <p:spPr>
            <a:xfrm>
              <a:off x="3287142" y="3043653"/>
              <a:ext cx="162277" cy="326858"/>
            </a:xfrm>
            <a:custGeom>
              <a:rect b="b" l="l" r="r" t="t"/>
              <a:pathLst>
                <a:path extrusionOk="0" h="10075" w="5002">
                  <a:moveTo>
                    <a:pt x="3454" y="1"/>
                  </a:moveTo>
                  <a:lnTo>
                    <a:pt x="1930" y="644"/>
                  </a:lnTo>
                  <a:cubicBezTo>
                    <a:pt x="1739" y="882"/>
                    <a:pt x="1549" y="1144"/>
                    <a:pt x="1429" y="1454"/>
                  </a:cubicBezTo>
                  <a:lnTo>
                    <a:pt x="1" y="5550"/>
                  </a:lnTo>
                  <a:lnTo>
                    <a:pt x="572" y="6359"/>
                  </a:lnTo>
                  <a:lnTo>
                    <a:pt x="1501" y="6121"/>
                  </a:lnTo>
                  <a:lnTo>
                    <a:pt x="2382" y="3525"/>
                  </a:lnTo>
                  <a:lnTo>
                    <a:pt x="2025" y="9574"/>
                  </a:lnTo>
                  <a:cubicBezTo>
                    <a:pt x="2001" y="9836"/>
                    <a:pt x="2239" y="10074"/>
                    <a:pt x="2501" y="10074"/>
                  </a:cubicBezTo>
                  <a:lnTo>
                    <a:pt x="5002" y="10074"/>
                  </a:lnTo>
                  <a:lnTo>
                    <a:pt x="5002" y="525"/>
                  </a:lnTo>
                  <a:lnTo>
                    <a:pt x="3454"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96"/>
            <p:cNvSpPr/>
            <p:nvPr/>
          </p:nvSpPr>
          <p:spPr>
            <a:xfrm>
              <a:off x="3397641" y="3043653"/>
              <a:ext cx="98917" cy="33254"/>
            </a:xfrm>
            <a:custGeom>
              <a:rect b="b" l="l" r="r" t="t"/>
              <a:pathLst>
                <a:path extrusionOk="0" h="1025" w="3049">
                  <a:moveTo>
                    <a:pt x="0" y="1"/>
                  </a:moveTo>
                  <a:lnTo>
                    <a:pt x="405" y="1025"/>
                  </a:lnTo>
                  <a:lnTo>
                    <a:pt x="2643" y="1025"/>
                  </a:lnTo>
                  <a:lnTo>
                    <a:pt x="3048" y="1"/>
                  </a:ln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96"/>
            <p:cNvSpPr/>
            <p:nvPr/>
          </p:nvSpPr>
          <p:spPr>
            <a:xfrm>
              <a:off x="3410748" y="3076874"/>
              <a:ext cx="73450" cy="91228"/>
            </a:xfrm>
            <a:custGeom>
              <a:rect b="b" l="l" r="r" t="t"/>
              <a:pathLst>
                <a:path extrusionOk="0" h="2812" w="2264">
                  <a:moveTo>
                    <a:pt x="1" y="1"/>
                  </a:moveTo>
                  <a:lnTo>
                    <a:pt x="96" y="1406"/>
                  </a:lnTo>
                  <a:lnTo>
                    <a:pt x="1144" y="2811"/>
                  </a:lnTo>
                  <a:lnTo>
                    <a:pt x="2216" y="1406"/>
                  </a:lnTo>
                  <a:lnTo>
                    <a:pt x="2263"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96"/>
            <p:cNvSpPr/>
            <p:nvPr/>
          </p:nvSpPr>
          <p:spPr>
            <a:xfrm>
              <a:off x="3448609" y="3042907"/>
              <a:ext cx="98171" cy="122860"/>
            </a:xfrm>
            <a:custGeom>
              <a:rect b="b" l="l" r="r" t="t"/>
              <a:pathLst>
                <a:path extrusionOk="0" h="3787" w="3026">
                  <a:moveTo>
                    <a:pt x="1525" y="0"/>
                  </a:moveTo>
                  <a:lnTo>
                    <a:pt x="1" y="3787"/>
                  </a:lnTo>
                  <a:lnTo>
                    <a:pt x="1" y="3787"/>
                  </a:lnTo>
                  <a:lnTo>
                    <a:pt x="2049" y="2691"/>
                  </a:lnTo>
                  <a:lnTo>
                    <a:pt x="1525" y="2120"/>
                  </a:lnTo>
                  <a:lnTo>
                    <a:pt x="3025" y="619"/>
                  </a:lnTo>
                  <a:cubicBezTo>
                    <a:pt x="2644" y="238"/>
                    <a:pt x="2120" y="0"/>
                    <a:pt x="1525" y="0"/>
                  </a:cubicBez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96"/>
            <p:cNvSpPr/>
            <p:nvPr/>
          </p:nvSpPr>
          <p:spPr>
            <a:xfrm>
              <a:off x="3561411" y="3224455"/>
              <a:ext cx="58753" cy="49248"/>
            </a:xfrm>
            <a:custGeom>
              <a:rect b="b" l="l" r="r" t="t"/>
              <a:pathLst>
                <a:path extrusionOk="0" h="1518" w="1811">
                  <a:moveTo>
                    <a:pt x="1501" y="0"/>
                  </a:moveTo>
                  <a:lnTo>
                    <a:pt x="1" y="572"/>
                  </a:lnTo>
                  <a:lnTo>
                    <a:pt x="263" y="1310"/>
                  </a:lnTo>
                  <a:cubicBezTo>
                    <a:pt x="317" y="1456"/>
                    <a:pt x="427" y="1518"/>
                    <a:pt x="561" y="1518"/>
                  </a:cubicBezTo>
                  <a:cubicBezTo>
                    <a:pt x="603" y="1518"/>
                    <a:pt x="646" y="1512"/>
                    <a:pt x="691" y="1501"/>
                  </a:cubicBezTo>
                  <a:lnTo>
                    <a:pt x="1620" y="1144"/>
                  </a:lnTo>
                  <a:cubicBezTo>
                    <a:pt x="1739" y="1120"/>
                    <a:pt x="1811" y="929"/>
                    <a:pt x="1763" y="786"/>
                  </a:cubicBezTo>
                  <a:lnTo>
                    <a:pt x="1501" y="0"/>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96"/>
            <p:cNvSpPr/>
            <p:nvPr/>
          </p:nvSpPr>
          <p:spPr>
            <a:xfrm>
              <a:off x="3286364" y="3054489"/>
              <a:ext cx="85810" cy="190859"/>
            </a:xfrm>
            <a:custGeom>
              <a:rect b="b" l="l" r="r" t="t"/>
              <a:pathLst>
                <a:path extrusionOk="0" h="5883" w="2645">
                  <a:moveTo>
                    <a:pt x="2644" y="0"/>
                  </a:moveTo>
                  <a:lnTo>
                    <a:pt x="1930" y="310"/>
                  </a:lnTo>
                  <a:cubicBezTo>
                    <a:pt x="1715" y="548"/>
                    <a:pt x="1549" y="810"/>
                    <a:pt x="1430" y="1120"/>
                  </a:cubicBezTo>
                  <a:lnTo>
                    <a:pt x="1" y="5216"/>
                  </a:lnTo>
                  <a:lnTo>
                    <a:pt x="453" y="5882"/>
                  </a:lnTo>
                  <a:lnTo>
                    <a:pt x="501" y="5787"/>
                  </a:lnTo>
                  <a:lnTo>
                    <a:pt x="2263" y="762"/>
                  </a:lnTo>
                  <a:cubicBezTo>
                    <a:pt x="2358" y="477"/>
                    <a:pt x="2501" y="215"/>
                    <a:pt x="2644"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96"/>
            <p:cNvSpPr/>
            <p:nvPr/>
          </p:nvSpPr>
          <p:spPr>
            <a:xfrm>
              <a:off x="3348945" y="3045210"/>
              <a:ext cx="98917" cy="122892"/>
            </a:xfrm>
            <a:custGeom>
              <a:rect b="b" l="l" r="r" t="t"/>
              <a:pathLst>
                <a:path extrusionOk="0" h="3788" w="3049">
                  <a:moveTo>
                    <a:pt x="1525" y="1"/>
                  </a:moveTo>
                  <a:cubicBezTo>
                    <a:pt x="953" y="1"/>
                    <a:pt x="382" y="239"/>
                    <a:pt x="1" y="620"/>
                  </a:cubicBezTo>
                  <a:lnTo>
                    <a:pt x="1525" y="2072"/>
                  </a:lnTo>
                  <a:lnTo>
                    <a:pt x="977" y="2644"/>
                  </a:lnTo>
                  <a:lnTo>
                    <a:pt x="3049" y="3787"/>
                  </a:lnTo>
                  <a:lnTo>
                    <a:pt x="1525" y="1"/>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96"/>
            <p:cNvSpPr/>
            <p:nvPr/>
          </p:nvSpPr>
          <p:spPr>
            <a:xfrm>
              <a:off x="3469469" y="3249955"/>
              <a:ext cx="46393" cy="39418"/>
            </a:xfrm>
            <a:custGeom>
              <a:rect b="b" l="l" r="r" t="t"/>
              <a:pathLst>
                <a:path extrusionOk="0" h="1215" w="1430">
                  <a:moveTo>
                    <a:pt x="191" y="0"/>
                  </a:moveTo>
                  <a:cubicBezTo>
                    <a:pt x="96" y="0"/>
                    <a:pt x="1" y="96"/>
                    <a:pt x="1" y="167"/>
                  </a:cubicBezTo>
                  <a:lnTo>
                    <a:pt x="1" y="691"/>
                  </a:lnTo>
                  <a:lnTo>
                    <a:pt x="715" y="1215"/>
                  </a:lnTo>
                  <a:lnTo>
                    <a:pt x="1430" y="691"/>
                  </a:lnTo>
                  <a:lnTo>
                    <a:pt x="1430" y="167"/>
                  </a:lnTo>
                  <a:cubicBezTo>
                    <a:pt x="1430" y="96"/>
                    <a:pt x="1358" y="0"/>
                    <a:pt x="1239"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96"/>
            <p:cNvSpPr/>
            <p:nvPr/>
          </p:nvSpPr>
          <p:spPr>
            <a:xfrm>
              <a:off x="3379863" y="3249955"/>
              <a:ext cx="46393" cy="39418"/>
            </a:xfrm>
            <a:custGeom>
              <a:rect b="b" l="l" r="r" t="t"/>
              <a:pathLst>
                <a:path extrusionOk="0" h="1215" w="1430">
                  <a:moveTo>
                    <a:pt x="215" y="0"/>
                  </a:moveTo>
                  <a:cubicBezTo>
                    <a:pt x="96" y="0"/>
                    <a:pt x="0" y="96"/>
                    <a:pt x="0" y="167"/>
                  </a:cubicBezTo>
                  <a:lnTo>
                    <a:pt x="0" y="691"/>
                  </a:lnTo>
                  <a:lnTo>
                    <a:pt x="715" y="1215"/>
                  </a:lnTo>
                  <a:lnTo>
                    <a:pt x="1429" y="691"/>
                  </a:lnTo>
                  <a:lnTo>
                    <a:pt x="1429" y="167"/>
                  </a:lnTo>
                  <a:cubicBezTo>
                    <a:pt x="1429" y="96"/>
                    <a:pt x="1334" y="0"/>
                    <a:pt x="1239"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96"/>
            <p:cNvSpPr/>
            <p:nvPr/>
          </p:nvSpPr>
          <p:spPr>
            <a:xfrm>
              <a:off x="3471026" y="3272340"/>
              <a:ext cx="44836" cy="38671"/>
            </a:xfrm>
            <a:custGeom>
              <a:rect b="b" l="l" r="r" t="t"/>
              <a:pathLst>
                <a:path extrusionOk="0" h="1192" w="1382">
                  <a:moveTo>
                    <a:pt x="0" y="1"/>
                  </a:moveTo>
                  <a:lnTo>
                    <a:pt x="0" y="477"/>
                  </a:lnTo>
                  <a:cubicBezTo>
                    <a:pt x="0" y="858"/>
                    <a:pt x="286" y="1192"/>
                    <a:pt x="667" y="1192"/>
                  </a:cubicBezTo>
                  <a:cubicBezTo>
                    <a:pt x="858" y="1192"/>
                    <a:pt x="1072" y="1096"/>
                    <a:pt x="1191" y="977"/>
                  </a:cubicBezTo>
                  <a:cubicBezTo>
                    <a:pt x="1310" y="858"/>
                    <a:pt x="1382" y="668"/>
                    <a:pt x="1382" y="477"/>
                  </a:cubicBezTo>
                  <a:lnTo>
                    <a:pt x="1382" y="1"/>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96"/>
            <p:cNvSpPr/>
            <p:nvPr/>
          </p:nvSpPr>
          <p:spPr>
            <a:xfrm>
              <a:off x="3379863" y="3272340"/>
              <a:ext cx="45614" cy="38671"/>
            </a:xfrm>
            <a:custGeom>
              <a:rect b="b" l="l" r="r" t="t"/>
              <a:pathLst>
                <a:path extrusionOk="0" h="1192" w="1406">
                  <a:moveTo>
                    <a:pt x="0" y="1"/>
                  </a:moveTo>
                  <a:lnTo>
                    <a:pt x="0" y="477"/>
                  </a:lnTo>
                  <a:cubicBezTo>
                    <a:pt x="0" y="668"/>
                    <a:pt x="96" y="858"/>
                    <a:pt x="215" y="977"/>
                  </a:cubicBezTo>
                  <a:cubicBezTo>
                    <a:pt x="334" y="1096"/>
                    <a:pt x="548" y="1192"/>
                    <a:pt x="715" y="1192"/>
                  </a:cubicBezTo>
                  <a:cubicBezTo>
                    <a:pt x="1096" y="1192"/>
                    <a:pt x="1405" y="858"/>
                    <a:pt x="1405" y="477"/>
                  </a:cubicBezTo>
                  <a:lnTo>
                    <a:pt x="1405" y="1"/>
                  </a:lnTo>
                  <a:close/>
                </a:path>
              </a:pathLst>
            </a:custGeom>
            <a:solidFill>
              <a:srgbClr val="BF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96"/>
            <p:cNvSpPr/>
            <p:nvPr/>
          </p:nvSpPr>
          <p:spPr>
            <a:xfrm>
              <a:off x="3348945" y="3046768"/>
              <a:ext cx="30172" cy="28614"/>
            </a:xfrm>
            <a:custGeom>
              <a:rect b="b" l="l" r="r" t="t"/>
              <a:pathLst>
                <a:path extrusionOk="0" h="882" w="930">
                  <a:moveTo>
                    <a:pt x="930" y="0"/>
                  </a:moveTo>
                  <a:cubicBezTo>
                    <a:pt x="572" y="95"/>
                    <a:pt x="263" y="262"/>
                    <a:pt x="1" y="548"/>
                  </a:cubicBezTo>
                  <a:lnTo>
                    <a:pt x="358" y="881"/>
                  </a:lnTo>
                  <a:cubicBezTo>
                    <a:pt x="477" y="548"/>
                    <a:pt x="691" y="238"/>
                    <a:pt x="930"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96"/>
            <p:cNvSpPr/>
            <p:nvPr/>
          </p:nvSpPr>
          <p:spPr>
            <a:xfrm>
              <a:off x="3464830" y="3243758"/>
              <a:ext cx="56450" cy="71893"/>
            </a:xfrm>
            <a:custGeom>
              <a:rect b="b" l="l" r="r" t="t"/>
              <a:pathLst>
                <a:path extrusionOk="0" h="2216" w="1740">
                  <a:moveTo>
                    <a:pt x="1406" y="334"/>
                  </a:moveTo>
                  <a:cubicBezTo>
                    <a:pt x="1430" y="334"/>
                    <a:pt x="1430" y="334"/>
                    <a:pt x="1430" y="358"/>
                  </a:cubicBezTo>
                  <a:lnTo>
                    <a:pt x="1430" y="691"/>
                  </a:lnTo>
                  <a:lnTo>
                    <a:pt x="334" y="691"/>
                  </a:lnTo>
                  <a:lnTo>
                    <a:pt x="358" y="334"/>
                  </a:lnTo>
                  <a:lnTo>
                    <a:pt x="358" y="334"/>
                  </a:lnTo>
                  <a:cubicBezTo>
                    <a:pt x="350" y="342"/>
                    <a:pt x="345" y="345"/>
                    <a:pt x="342" y="345"/>
                  </a:cubicBezTo>
                  <a:cubicBezTo>
                    <a:pt x="337" y="345"/>
                    <a:pt x="342" y="334"/>
                    <a:pt x="358" y="334"/>
                  </a:cubicBezTo>
                  <a:close/>
                  <a:moveTo>
                    <a:pt x="1406" y="1025"/>
                  </a:moveTo>
                  <a:lnTo>
                    <a:pt x="1430" y="1358"/>
                  </a:lnTo>
                  <a:cubicBezTo>
                    <a:pt x="1430" y="1644"/>
                    <a:pt x="1192" y="1906"/>
                    <a:pt x="858" y="1906"/>
                  </a:cubicBezTo>
                  <a:cubicBezTo>
                    <a:pt x="572" y="1906"/>
                    <a:pt x="310" y="1668"/>
                    <a:pt x="310" y="1358"/>
                  </a:cubicBezTo>
                  <a:lnTo>
                    <a:pt x="310" y="1025"/>
                  </a:lnTo>
                  <a:close/>
                  <a:moveTo>
                    <a:pt x="358" y="1"/>
                  </a:moveTo>
                  <a:cubicBezTo>
                    <a:pt x="191" y="1"/>
                    <a:pt x="1" y="168"/>
                    <a:pt x="1" y="358"/>
                  </a:cubicBezTo>
                  <a:lnTo>
                    <a:pt x="1" y="1358"/>
                  </a:lnTo>
                  <a:cubicBezTo>
                    <a:pt x="1" y="1835"/>
                    <a:pt x="382" y="2216"/>
                    <a:pt x="858" y="2216"/>
                  </a:cubicBezTo>
                  <a:cubicBezTo>
                    <a:pt x="1335" y="2216"/>
                    <a:pt x="1716" y="1835"/>
                    <a:pt x="1716" y="1358"/>
                  </a:cubicBezTo>
                  <a:lnTo>
                    <a:pt x="1716" y="358"/>
                  </a:lnTo>
                  <a:cubicBezTo>
                    <a:pt x="1739" y="191"/>
                    <a:pt x="1573" y="1"/>
                    <a:pt x="1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96"/>
            <p:cNvSpPr/>
            <p:nvPr/>
          </p:nvSpPr>
          <p:spPr>
            <a:xfrm>
              <a:off x="3374445" y="3243758"/>
              <a:ext cx="56450" cy="71893"/>
            </a:xfrm>
            <a:custGeom>
              <a:rect b="b" l="l" r="r" t="t"/>
              <a:pathLst>
                <a:path extrusionOk="0" h="2216" w="1740">
                  <a:moveTo>
                    <a:pt x="1382" y="334"/>
                  </a:moveTo>
                  <a:cubicBezTo>
                    <a:pt x="1429" y="334"/>
                    <a:pt x="1429" y="334"/>
                    <a:pt x="1429" y="358"/>
                  </a:cubicBezTo>
                  <a:lnTo>
                    <a:pt x="1429" y="691"/>
                  </a:lnTo>
                  <a:lnTo>
                    <a:pt x="310" y="691"/>
                  </a:lnTo>
                  <a:lnTo>
                    <a:pt x="358" y="334"/>
                  </a:lnTo>
                  <a:close/>
                  <a:moveTo>
                    <a:pt x="1429" y="1025"/>
                  </a:moveTo>
                  <a:lnTo>
                    <a:pt x="1429" y="1358"/>
                  </a:lnTo>
                  <a:cubicBezTo>
                    <a:pt x="1429" y="1620"/>
                    <a:pt x="1239" y="1835"/>
                    <a:pt x="1001" y="1906"/>
                  </a:cubicBezTo>
                  <a:cubicBezTo>
                    <a:pt x="966" y="1913"/>
                    <a:pt x="931" y="1916"/>
                    <a:pt x="896" y="1916"/>
                  </a:cubicBezTo>
                  <a:cubicBezTo>
                    <a:pt x="581" y="1916"/>
                    <a:pt x="310" y="1637"/>
                    <a:pt x="310" y="1358"/>
                  </a:cubicBezTo>
                  <a:lnTo>
                    <a:pt x="310" y="1025"/>
                  </a:lnTo>
                  <a:close/>
                  <a:moveTo>
                    <a:pt x="358" y="1"/>
                  </a:moveTo>
                  <a:cubicBezTo>
                    <a:pt x="167" y="1"/>
                    <a:pt x="1" y="168"/>
                    <a:pt x="1" y="358"/>
                  </a:cubicBezTo>
                  <a:lnTo>
                    <a:pt x="1" y="1358"/>
                  </a:lnTo>
                  <a:cubicBezTo>
                    <a:pt x="1" y="1835"/>
                    <a:pt x="382" y="2216"/>
                    <a:pt x="858" y="2216"/>
                  </a:cubicBezTo>
                  <a:cubicBezTo>
                    <a:pt x="1358" y="2216"/>
                    <a:pt x="1739" y="1835"/>
                    <a:pt x="1739" y="1358"/>
                  </a:cubicBezTo>
                  <a:lnTo>
                    <a:pt x="1739" y="358"/>
                  </a:lnTo>
                  <a:cubicBezTo>
                    <a:pt x="1739" y="191"/>
                    <a:pt x="159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96"/>
            <p:cNvSpPr/>
            <p:nvPr/>
          </p:nvSpPr>
          <p:spPr>
            <a:xfrm>
              <a:off x="3270142" y="3039046"/>
              <a:ext cx="356219" cy="336104"/>
            </a:xfrm>
            <a:custGeom>
              <a:rect b="b" l="l" r="r" t="t"/>
              <a:pathLst>
                <a:path extrusionOk="0" h="10360" w="10980">
                  <a:moveTo>
                    <a:pt x="6740" y="310"/>
                  </a:moveTo>
                  <a:lnTo>
                    <a:pt x="6478" y="1000"/>
                  </a:lnTo>
                  <a:lnTo>
                    <a:pt x="4454" y="1000"/>
                  </a:lnTo>
                  <a:lnTo>
                    <a:pt x="4192" y="310"/>
                  </a:lnTo>
                  <a:close/>
                  <a:moveTo>
                    <a:pt x="6335" y="1310"/>
                  </a:moveTo>
                  <a:lnTo>
                    <a:pt x="5478" y="3525"/>
                  </a:lnTo>
                  <a:lnTo>
                    <a:pt x="4573" y="1310"/>
                  </a:lnTo>
                  <a:close/>
                  <a:moveTo>
                    <a:pt x="7097" y="310"/>
                  </a:moveTo>
                  <a:cubicBezTo>
                    <a:pt x="7550" y="333"/>
                    <a:pt x="7979" y="476"/>
                    <a:pt x="8288" y="786"/>
                  </a:cubicBezTo>
                  <a:lnTo>
                    <a:pt x="6907" y="2143"/>
                  </a:lnTo>
                  <a:cubicBezTo>
                    <a:pt x="6835" y="2215"/>
                    <a:pt x="6835" y="2310"/>
                    <a:pt x="6907" y="2358"/>
                  </a:cubicBezTo>
                  <a:lnTo>
                    <a:pt x="7288" y="2786"/>
                  </a:lnTo>
                  <a:lnTo>
                    <a:pt x="5788" y="3572"/>
                  </a:lnTo>
                  <a:lnTo>
                    <a:pt x="7097" y="310"/>
                  </a:lnTo>
                  <a:close/>
                  <a:moveTo>
                    <a:pt x="3859" y="333"/>
                  </a:moveTo>
                  <a:lnTo>
                    <a:pt x="5168" y="3620"/>
                  </a:lnTo>
                  <a:lnTo>
                    <a:pt x="3692" y="2810"/>
                  </a:lnTo>
                  <a:lnTo>
                    <a:pt x="4073" y="2381"/>
                  </a:lnTo>
                  <a:cubicBezTo>
                    <a:pt x="4121" y="2334"/>
                    <a:pt x="4121" y="2239"/>
                    <a:pt x="4073" y="2191"/>
                  </a:cubicBezTo>
                  <a:lnTo>
                    <a:pt x="2668" y="834"/>
                  </a:lnTo>
                  <a:cubicBezTo>
                    <a:pt x="3001" y="524"/>
                    <a:pt x="3406" y="333"/>
                    <a:pt x="3859" y="333"/>
                  </a:cubicBezTo>
                  <a:close/>
                  <a:moveTo>
                    <a:pt x="572" y="5906"/>
                  </a:moveTo>
                  <a:lnTo>
                    <a:pt x="1763" y="6358"/>
                  </a:lnTo>
                  <a:cubicBezTo>
                    <a:pt x="1811" y="6382"/>
                    <a:pt x="1596" y="7001"/>
                    <a:pt x="1596" y="7001"/>
                  </a:cubicBezTo>
                  <a:cubicBezTo>
                    <a:pt x="1578" y="7074"/>
                    <a:pt x="1518" y="7105"/>
                    <a:pt x="1448" y="7105"/>
                  </a:cubicBezTo>
                  <a:cubicBezTo>
                    <a:pt x="1427" y="7105"/>
                    <a:pt x="1404" y="7102"/>
                    <a:pt x="1382" y="7097"/>
                  </a:cubicBezTo>
                  <a:lnTo>
                    <a:pt x="477" y="6740"/>
                  </a:lnTo>
                  <a:cubicBezTo>
                    <a:pt x="382" y="6716"/>
                    <a:pt x="358" y="6620"/>
                    <a:pt x="382" y="6525"/>
                  </a:cubicBezTo>
                  <a:lnTo>
                    <a:pt x="572" y="5906"/>
                  </a:lnTo>
                  <a:close/>
                  <a:moveTo>
                    <a:pt x="10360" y="5954"/>
                  </a:moveTo>
                  <a:lnTo>
                    <a:pt x="10550" y="6597"/>
                  </a:lnTo>
                  <a:cubicBezTo>
                    <a:pt x="10622" y="6620"/>
                    <a:pt x="10550" y="6716"/>
                    <a:pt x="10503" y="6740"/>
                  </a:cubicBezTo>
                  <a:lnTo>
                    <a:pt x="9574" y="7097"/>
                  </a:lnTo>
                  <a:cubicBezTo>
                    <a:pt x="9552" y="7102"/>
                    <a:pt x="9530" y="7105"/>
                    <a:pt x="9511" y="7105"/>
                  </a:cubicBezTo>
                  <a:cubicBezTo>
                    <a:pt x="9446" y="7105"/>
                    <a:pt x="9396" y="7074"/>
                    <a:pt x="9360" y="7001"/>
                  </a:cubicBezTo>
                  <a:lnTo>
                    <a:pt x="9169" y="6406"/>
                  </a:lnTo>
                  <a:lnTo>
                    <a:pt x="10360" y="5954"/>
                  </a:lnTo>
                  <a:close/>
                  <a:moveTo>
                    <a:pt x="3954" y="0"/>
                  </a:moveTo>
                  <a:cubicBezTo>
                    <a:pt x="3335" y="0"/>
                    <a:pt x="2763" y="238"/>
                    <a:pt x="2311" y="691"/>
                  </a:cubicBezTo>
                  <a:cubicBezTo>
                    <a:pt x="2073" y="929"/>
                    <a:pt x="1906" y="1238"/>
                    <a:pt x="1787" y="1548"/>
                  </a:cubicBezTo>
                  <a:lnTo>
                    <a:pt x="72" y="6430"/>
                  </a:lnTo>
                  <a:cubicBezTo>
                    <a:pt x="1" y="6668"/>
                    <a:pt x="120" y="6954"/>
                    <a:pt x="358" y="7025"/>
                  </a:cubicBezTo>
                  <a:lnTo>
                    <a:pt x="1263" y="7382"/>
                  </a:lnTo>
                  <a:cubicBezTo>
                    <a:pt x="1318" y="7405"/>
                    <a:pt x="1377" y="7415"/>
                    <a:pt x="1436" y="7415"/>
                  </a:cubicBezTo>
                  <a:cubicBezTo>
                    <a:pt x="1633" y="7415"/>
                    <a:pt x="1833" y="7298"/>
                    <a:pt x="1906" y="7097"/>
                  </a:cubicBezTo>
                  <a:lnTo>
                    <a:pt x="2668" y="4834"/>
                  </a:lnTo>
                  <a:lnTo>
                    <a:pt x="2501" y="7573"/>
                  </a:lnTo>
                  <a:cubicBezTo>
                    <a:pt x="2501" y="7668"/>
                    <a:pt x="2549" y="7716"/>
                    <a:pt x="2644" y="7740"/>
                  </a:cubicBezTo>
                  <a:cubicBezTo>
                    <a:pt x="2739" y="7740"/>
                    <a:pt x="2787" y="7692"/>
                    <a:pt x="2811" y="7597"/>
                  </a:cubicBezTo>
                  <a:lnTo>
                    <a:pt x="3049" y="3739"/>
                  </a:lnTo>
                  <a:cubicBezTo>
                    <a:pt x="3049" y="3644"/>
                    <a:pt x="3001" y="3572"/>
                    <a:pt x="2930" y="3548"/>
                  </a:cubicBezTo>
                  <a:cubicBezTo>
                    <a:pt x="2917" y="3544"/>
                    <a:pt x="2905" y="3542"/>
                    <a:pt x="2892" y="3542"/>
                  </a:cubicBezTo>
                  <a:cubicBezTo>
                    <a:pt x="2835" y="3542"/>
                    <a:pt x="2783" y="3585"/>
                    <a:pt x="2763" y="3644"/>
                  </a:cubicBezTo>
                  <a:lnTo>
                    <a:pt x="1906" y="6073"/>
                  </a:lnTo>
                  <a:lnTo>
                    <a:pt x="715" y="5620"/>
                  </a:lnTo>
                  <a:lnTo>
                    <a:pt x="2073" y="1643"/>
                  </a:lnTo>
                  <a:cubicBezTo>
                    <a:pt x="2168" y="1405"/>
                    <a:pt x="2287" y="1191"/>
                    <a:pt x="2430" y="1024"/>
                  </a:cubicBezTo>
                  <a:lnTo>
                    <a:pt x="3716" y="2262"/>
                  </a:lnTo>
                  <a:lnTo>
                    <a:pt x="3287" y="2715"/>
                  </a:lnTo>
                  <a:cubicBezTo>
                    <a:pt x="3239" y="2810"/>
                    <a:pt x="3239" y="2929"/>
                    <a:pt x="3335" y="2953"/>
                  </a:cubicBezTo>
                  <a:lnTo>
                    <a:pt x="5311" y="4025"/>
                  </a:lnTo>
                  <a:lnTo>
                    <a:pt x="5311" y="10074"/>
                  </a:lnTo>
                  <a:lnTo>
                    <a:pt x="2977" y="10074"/>
                  </a:lnTo>
                  <a:cubicBezTo>
                    <a:pt x="2787" y="10074"/>
                    <a:pt x="2644" y="9931"/>
                    <a:pt x="2668" y="9740"/>
                  </a:cubicBezTo>
                  <a:lnTo>
                    <a:pt x="2763" y="8216"/>
                  </a:lnTo>
                  <a:cubicBezTo>
                    <a:pt x="2763" y="8121"/>
                    <a:pt x="2692" y="8073"/>
                    <a:pt x="2620" y="8049"/>
                  </a:cubicBezTo>
                  <a:cubicBezTo>
                    <a:pt x="2525" y="8049"/>
                    <a:pt x="2454" y="8097"/>
                    <a:pt x="2430" y="8192"/>
                  </a:cubicBezTo>
                  <a:lnTo>
                    <a:pt x="2334" y="9716"/>
                  </a:lnTo>
                  <a:cubicBezTo>
                    <a:pt x="2311" y="10074"/>
                    <a:pt x="2620" y="10359"/>
                    <a:pt x="2977" y="10359"/>
                  </a:cubicBezTo>
                  <a:lnTo>
                    <a:pt x="7979" y="10359"/>
                  </a:lnTo>
                  <a:cubicBezTo>
                    <a:pt x="8336" y="10359"/>
                    <a:pt x="8622" y="10074"/>
                    <a:pt x="8598" y="9716"/>
                  </a:cubicBezTo>
                  <a:lnTo>
                    <a:pt x="8288" y="4834"/>
                  </a:lnTo>
                  <a:lnTo>
                    <a:pt x="9074" y="7097"/>
                  </a:lnTo>
                  <a:cubicBezTo>
                    <a:pt x="9149" y="7284"/>
                    <a:pt x="9327" y="7412"/>
                    <a:pt x="9527" y="7412"/>
                  </a:cubicBezTo>
                  <a:cubicBezTo>
                    <a:pt x="9581" y="7412"/>
                    <a:pt x="9637" y="7403"/>
                    <a:pt x="9693" y="7382"/>
                  </a:cubicBezTo>
                  <a:lnTo>
                    <a:pt x="10622" y="7025"/>
                  </a:lnTo>
                  <a:cubicBezTo>
                    <a:pt x="10860" y="6954"/>
                    <a:pt x="10979" y="6668"/>
                    <a:pt x="10884" y="6430"/>
                  </a:cubicBezTo>
                  <a:lnTo>
                    <a:pt x="9765" y="3167"/>
                  </a:lnTo>
                  <a:cubicBezTo>
                    <a:pt x="9728" y="3095"/>
                    <a:pt x="9678" y="3064"/>
                    <a:pt x="9614" y="3064"/>
                  </a:cubicBezTo>
                  <a:cubicBezTo>
                    <a:pt x="9594" y="3064"/>
                    <a:pt x="9573" y="3066"/>
                    <a:pt x="9550" y="3072"/>
                  </a:cubicBezTo>
                  <a:cubicBezTo>
                    <a:pt x="9455" y="3096"/>
                    <a:pt x="9431" y="3191"/>
                    <a:pt x="9455" y="3286"/>
                  </a:cubicBezTo>
                  <a:lnTo>
                    <a:pt x="10289" y="5620"/>
                  </a:lnTo>
                  <a:lnTo>
                    <a:pt x="9098" y="6073"/>
                  </a:lnTo>
                  <a:lnTo>
                    <a:pt x="8240" y="3644"/>
                  </a:lnTo>
                  <a:cubicBezTo>
                    <a:pt x="8222" y="3571"/>
                    <a:pt x="8176" y="3540"/>
                    <a:pt x="8113" y="3540"/>
                  </a:cubicBezTo>
                  <a:cubicBezTo>
                    <a:pt x="8094" y="3540"/>
                    <a:pt x="8072" y="3543"/>
                    <a:pt x="8050" y="3548"/>
                  </a:cubicBezTo>
                  <a:cubicBezTo>
                    <a:pt x="7979" y="3572"/>
                    <a:pt x="7931" y="3644"/>
                    <a:pt x="7931" y="3739"/>
                  </a:cubicBezTo>
                  <a:lnTo>
                    <a:pt x="8288" y="9764"/>
                  </a:lnTo>
                  <a:cubicBezTo>
                    <a:pt x="8288" y="9954"/>
                    <a:pt x="8169" y="10097"/>
                    <a:pt x="8002" y="10097"/>
                  </a:cubicBezTo>
                  <a:lnTo>
                    <a:pt x="5645" y="10097"/>
                  </a:lnTo>
                  <a:lnTo>
                    <a:pt x="5645" y="4048"/>
                  </a:lnTo>
                  <a:lnTo>
                    <a:pt x="7645" y="2977"/>
                  </a:lnTo>
                  <a:cubicBezTo>
                    <a:pt x="7740" y="2929"/>
                    <a:pt x="7764" y="2810"/>
                    <a:pt x="7669" y="2739"/>
                  </a:cubicBezTo>
                  <a:lnTo>
                    <a:pt x="7264" y="2286"/>
                  </a:lnTo>
                  <a:lnTo>
                    <a:pt x="8526" y="1048"/>
                  </a:lnTo>
                  <a:cubicBezTo>
                    <a:pt x="8693" y="1238"/>
                    <a:pt x="8812" y="1429"/>
                    <a:pt x="8883" y="1667"/>
                  </a:cubicBezTo>
                  <a:lnTo>
                    <a:pt x="9241" y="2691"/>
                  </a:lnTo>
                  <a:cubicBezTo>
                    <a:pt x="9277" y="2764"/>
                    <a:pt x="9327" y="2795"/>
                    <a:pt x="9392" y="2795"/>
                  </a:cubicBezTo>
                  <a:cubicBezTo>
                    <a:pt x="9411" y="2795"/>
                    <a:pt x="9433" y="2792"/>
                    <a:pt x="9455" y="2786"/>
                  </a:cubicBezTo>
                  <a:cubicBezTo>
                    <a:pt x="9550" y="2739"/>
                    <a:pt x="9574" y="2667"/>
                    <a:pt x="9550" y="2572"/>
                  </a:cubicBezTo>
                  <a:lnTo>
                    <a:pt x="9193" y="1548"/>
                  </a:lnTo>
                  <a:cubicBezTo>
                    <a:pt x="9074" y="1238"/>
                    <a:pt x="8883" y="929"/>
                    <a:pt x="8645" y="691"/>
                  </a:cubicBezTo>
                  <a:cubicBezTo>
                    <a:pt x="8217" y="238"/>
                    <a:pt x="7645" y="0"/>
                    <a:pt x="7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52" name="Google Shape;21552;p96"/>
          <p:cNvSpPr txBox="1"/>
          <p:nvPr/>
        </p:nvSpPr>
        <p:spPr>
          <a:xfrm>
            <a:off x="3125925" y="1188000"/>
            <a:ext cx="2892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Laboratory</a:t>
            </a:r>
            <a:endParaRPr sz="1600">
              <a:solidFill>
                <a:schemeClr val="lt1"/>
              </a:solidFill>
            </a:endParaRPr>
          </a:p>
        </p:txBody>
      </p:sp>
      <p:sp>
        <p:nvSpPr>
          <p:cNvPr id="21553" name="Google Shape;21553;p96"/>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57" name="Shape 21557"/>
        <p:cNvGrpSpPr/>
        <p:nvPr/>
      </p:nvGrpSpPr>
      <p:grpSpPr>
        <a:xfrm>
          <a:off x="0" y="0"/>
          <a:ext cx="0" cy="0"/>
          <a:chOff x="0" y="0"/>
          <a:chExt cx="0" cy="0"/>
        </a:xfrm>
      </p:grpSpPr>
      <p:grpSp>
        <p:nvGrpSpPr>
          <p:cNvPr id="21558" name="Google Shape;21558;p97"/>
          <p:cNvGrpSpPr/>
          <p:nvPr/>
        </p:nvGrpSpPr>
        <p:grpSpPr>
          <a:xfrm>
            <a:off x="1039020" y="1769362"/>
            <a:ext cx="343587" cy="343587"/>
            <a:chOff x="984005" y="1921762"/>
            <a:chExt cx="343587" cy="343587"/>
          </a:xfrm>
        </p:grpSpPr>
        <p:sp>
          <p:nvSpPr>
            <p:cNvPr id="21559" name="Google Shape;21559;p97"/>
            <p:cNvSpPr/>
            <p:nvPr/>
          </p:nvSpPr>
          <p:spPr>
            <a:xfrm>
              <a:off x="991053" y="1927237"/>
              <a:ext cx="328735" cy="245199"/>
            </a:xfrm>
            <a:custGeom>
              <a:rect b="b" l="l" r="r" t="t"/>
              <a:pathLst>
                <a:path extrusionOk="0" h="7479" w="10027">
                  <a:moveTo>
                    <a:pt x="405" y="1"/>
                  </a:moveTo>
                  <a:cubicBezTo>
                    <a:pt x="167" y="1"/>
                    <a:pt x="0" y="191"/>
                    <a:pt x="0" y="429"/>
                  </a:cubicBezTo>
                  <a:lnTo>
                    <a:pt x="0" y="7478"/>
                  </a:lnTo>
                  <a:lnTo>
                    <a:pt x="10026" y="7478"/>
                  </a:lnTo>
                  <a:lnTo>
                    <a:pt x="10026" y="429"/>
                  </a:lnTo>
                  <a:cubicBezTo>
                    <a:pt x="10026" y="215"/>
                    <a:pt x="9836" y="48"/>
                    <a:pt x="96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97"/>
            <p:cNvSpPr/>
            <p:nvPr/>
          </p:nvSpPr>
          <p:spPr>
            <a:xfrm>
              <a:off x="1175305" y="2070900"/>
              <a:ext cx="104650" cy="60947"/>
            </a:xfrm>
            <a:custGeom>
              <a:rect b="b" l="l" r="r" t="t"/>
              <a:pathLst>
                <a:path extrusionOk="0" h="1859" w="3192">
                  <a:moveTo>
                    <a:pt x="1" y="0"/>
                  </a:moveTo>
                  <a:lnTo>
                    <a:pt x="1" y="1858"/>
                  </a:lnTo>
                  <a:lnTo>
                    <a:pt x="3192" y="1858"/>
                  </a:lnTo>
                  <a:lnTo>
                    <a:pt x="3192"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97"/>
            <p:cNvSpPr/>
            <p:nvPr/>
          </p:nvSpPr>
          <p:spPr>
            <a:xfrm>
              <a:off x="1030854" y="1970185"/>
              <a:ext cx="249100" cy="60915"/>
            </a:xfrm>
            <a:custGeom>
              <a:rect b="b" l="l" r="r" t="t"/>
              <a:pathLst>
                <a:path extrusionOk="0" h="1858" w="7598">
                  <a:moveTo>
                    <a:pt x="1" y="0"/>
                  </a:moveTo>
                  <a:lnTo>
                    <a:pt x="1" y="1858"/>
                  </a:lnTo>
                  <a:lnTo>
                    <a:pt x="7598" y="1858"/>
                  </a:lnTo>
                  <a:lnTo>
                    <a:pt x="7598"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97"/>
            <p:cNvSpPr/>
            <p:nvPr/>
          </p:nvSpPr>
          <p:spPr>
            <a:xfrm>
              <a:off x="991053" y="2172403"/>
              <a:ext cx="329522" cy="84356"/>
            </a:xfrm>
            <a:custGeom>
              <a:rect b="b" l="l" r="r" t="t"/>
              <a:pathLst>
                <a:path extrusionOk="0" h="2573" w="10051">
                  <a:moveTo>
                    <a:pt x="0" y="0"/>
                  </a:moveTo>
                  <a:lnTo>
                    <a:pt x="0" y="810"/>
                  </a:lnTo>
                  <a:cubicBezTo>
                    <a:pt x="0" y="1048"/>
                    <a:pt x="167" y="1215"/>
                    <a:pt x="405" y="1215"/>
                  </a:cubicBezTo>
                  <a:lnTo>
                    <a:pt x="3811" y="1215"/>
                  </a:lnTo>
                  <a:lnTo>
                    <a:pt x="3811" y="2572"/>
                  </a:lnTo>
                  <a:lnTo>
                    <a:pt x="6240" y="2572"/>
                  </a:lnTo>
                  <a:lnTo>
                    <a:pt x="6240" y="1215"/>
                  </a:lnTo>
                  <a:lnTo>
                    <a:pt x="9645" y="1215"/>
                  </a:lnTo>
                  <a:cubicBezTo>
                    <a:pt x="9883" y="1215"/>
                    <a:pt x="10050" y="1048"/>
                    <a:pt x="10050" y="810"/>
                  </a:cubicBezTo>
                  <a:lnTo>
                    <a:pt x="10050"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97"/>
            <p:cNvSpPr/>
            <p:nvPr/>
          </p:nvSpPr>
          <p:spPr>
            <a:xfrm>
              <a:off x="1030854" y="2070900"/>
              <a:ext cx="104650" cy="60947"/>
            </a:xfrm>
            <a:custGeom>
              <a:rect b="b" l="l" r="r" t="t"/>
              <a:pathLst>
                <a:path extrusionOk="0" h="1859" w="3192">
                  <a:moveTo>
                    <a:pt x="1" y="0"/>
                  </a:moveTo>
                  <a:lnTo>
                    <a:pt x="1" y="1858"/>
                  </a:lnTo>
                  <a:lnTo>
                    <a:pt x="3192" y="1858"/>
                  </a:lnTo>
                  <a:lnTo>
                    <a:pt x="3192"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97"/>
            <p:cNvSpPr/>
            <p:nvPr/>
          </p:nvSpPr>
          <p:spPr>
            <a:xfrm>
              <a:off x="984005" y="1921762"/>
              <a:ext cx="343587" cy="343587"/>
            </a:xfrm>
            <a:custGeom>
              <a:rect b="b" l="l" r="r" t="t"/>
              <a:pathLst>
                <a:path extrusionOk="0" h="10480" w="10480">
                  <a:moveTo>
                    <a:pt x="9860" y="382"/>
                  </a:moveTo>
                  <a:cubicBezTo>
                    <a:pt x="9979" y="382"/>
                    <a:pt x="10051" y="477"/>
                    <a:pt x="10051" y="596"/>
                  </a:cubicBezTo>
                  <a:lnTo>
                    <a:pt x="10051" y="7431"/>
                  </a:lnTo>
                  <a:lnTo>
                    <a:pt x="6169" y="7431"/>
                  </a:lnTo>
                  <a:cubicBezTo>
                    <a:pt x="6074" y="7431"/>
                    <a:pt x="5955" y="7502"/>
                    <a:pt x="5955" y="7622"/>
                  </a:cubicBezTo>
                  <a:cubicBezTo>
                    <a:pt x="5931" y="7741"/>
                    <a:pt x="6050" y="7860"/>
                    <a:pt x="6169" y="7860"/>
                  </a:cubicBezTo>
                  <a:lnTo>
                    <a:pt x="10051" y="7860"/>
                  </a:lnTo>
                  <a:lnTo>
                    <a:pt x="10051" y="8479"/>
                  </a:lnTo>
                  <a:cubicBezTo>
                    <a:pt x="10027" y="8598"/>
                    <a:pt x="9955" y="8693"/>
                    <a:pt x="9860" y="8693"/>
                  </a:cubicBezTo>
                  <a:lnTo>
                    <a:pt x="620" y="8693"/>
                  </a:lnTo>
                  <a:cubicBezTo>
                    <a:pt x="501" y="8693"/>
                    <a:pt x="430" y="8598"/>
                    <a:pt x="430" y="8479"/>
                  </a:cubicBezTo>
                  <a:lnTo>
                    <a:pt x="430" y="7860"/>
                  </a:lnTo>
                  <a:lnTo>
                    <a:pt x="4311" y="7860"/>
                  </a:lnTo>
                  <a:cubicBezTo>
                    <a:pt x="4407" y="7860"/>
                    <a:pt x="4526" y="7788"/>
                    <a:pt x="4526" y="7669"/>
                  </a:cubicBezTo>
                  <a:cubicBezTo>
                    <a:pt x="4550" y="7550"/>
                    <a:pt x="4430" y="7431"/>
                    <a:pt x="4311" y="7431"/>
                  </a:cubicBezTo>
                  <a:lnTo>
                    <a:pt x="430" y="7431"/>
                  </a:lnTo>
                  <a:lnTo>
                    <a:pt x="430" y="596"/>
                  </a:lnTo>
                  <a:cubicBezTo>
                    <a:pt x="430" y="477"/>
                    <a:pt x="501" y="382"/>
                    <a:pt x="620" y="382"/>
                  </a:cubicBezTo>
                  <a:close/>
                  <a:moveTo>
                    <a:pt x="6264" y="9074"/>
                  </a:moveTo>
                  <a:lnTo>
                    <a:pt x="6264" y="10027"/>
                  </a:lnTo>
                  <a:lnTo>
                    <a:pt x="4240" y="10027"/>
                  </a:lnTo>
                  <a:lnTo>
                    <a:pt x="4240" y="9074"/>
                  </a:lnTo>
                  <a:close/>
                  <a:moveTo>
                    <a:pt x="620" y="1"/>
                  </a:moveTo>
                  <a:cubicBezTo>
                    <a:pt x="311" y="1"/>
                    <a:pt x="1" y="263"/>
                    <a:pt x="1" y="620"/>
                  </a:cubicBezTo>
                  <a:lnTo>
                    <a:pt x="1" y="8479"/>
                  </a:lnTo>
                  <a:cubicBezTo>
                    <a:pt x="1" y="8812"/>
                    <a:pt x="263" y="9098"/>
                    <a:pt x="620" y="9098"/>
                  </a:cubicBezTo>
                  <a:lnTo>
                    <a:pt x="3811" y="9098"/>
                  </a:lnTo>
                  <a:lnTo>
                    <a:pt x="3811" y="10051"/>
                  </a:lnTo>
                  <a:lnTo>
                    <a:pt x="2811" y="10051"/>
                  </a:lnTo>
                  <a:cubicBezTo>
                    <a:pt x="2716" y="10051"/>
                    <a:pt x="2597" y="10122"/>
                    <a:pt x="2597" y="10241"/>
                  </a:cubicBezTo>
                  <a:cubicBezTo>
                    <a:pt x="2573" y="10360"/>
                    <a:pt x="2692" y="10479"/>
                    <a:pt x="2811" y="10479"/>
                  </a:cubicBezTo>
                  <a:lnTo>
                    <a:pt x="7669" y="10479"/>
                  </a:lnTo>
                  <a:cubicBezTo>
                    <a:pt x="7765" y="10479"/>
                    <a:pt x="7884" y="10408"/>
                    <a:pt x="7884" y="10289"/>
                  </a:cubicBezTo>
                  <a:cubicBezTo>
                    <a:pt x="7907" y="10170"/>
                    <a:pt x="7788" y="10051"/>
                    <a:pt x="7669" y="10051"/>
                  </a:cubicBezTo>
                  <a:lnTo>
                    <a:pt x="6669" y="10051"/>
                  </a:lnTo>
                  <a:lnTo>
                    <a:pt x="6669" y="9098"/>
                  </a:lnTo>
                  <a:lnTo>
                    <a:pt x="9860" y="9098"/>
                  </a:lnTo>
                  <a:cubicBezTo>
                    <a:pt x="10170" y="9098"/>
                    <a:pt x="10479" y="8836"/>
                    <a:pt x="10479" y="8479"/>
                  </a:cubicBezTo>
                  <a:lnTo>
                    <a:pt x="10479" y="620"/>
                  </a:lnTo>
                  <a:cubicBezTo>
                    <a:pt x="10456" y="263"/>
                    <a:pt x="10194" y="1"/>
                    <a:pt x="98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97"/>
            <p:cNvSpPr/>
            <p:nvPr/>
          </p:nvSpPr>
          <p:spPr>
            <a:xfrm>
              <a:off x="1023838" y="1962382"/>
              <a:ext cx="262378" cy="74192"/>
            </a:xfrm>
            <a:custGeom>
              <a:rect b="b" l="l" r="r" t="t"/>
              <a:pathLst>
                <a:path extrusionOk="0" h="2263" w="8003">
                  <a:moveTo>
                    <a:pt x="7597" y="453"/>
                  </a:moveTo>
                  <a:lnTo>
                    <a:pt x="7597" y="1882"/>
                  </a:lnTo>
                  <a:lnTo>
                    <a:pt x="429" y="1882"/>
                  </a:lnTo>
                  <a:lnTo>
                    <a:pt x="429" y="453"/>
                  </a:lnTo>
                  <a:close/>
                  <a:moveTo>
                    <a:pt x="215" y="0"/>
                  </a:moveTo>
                  <a:cubicBezTo>
                    <a:pt x="96" y="0"/>
                    <a:pt x="1" y="96"/>
                    <a:pt x="1" y="215"/>
                  </a:cubicBezTo>
                  <a:lnTo>
                    <a:pt x="1" y="2072"/>
                  </a:lnTo>
                  <a:cubicBezTo>
                    <a:pt x="1" y="2191"/>
                    <a:pt x="120" y="2263"/>
                    <a:pt x="215" y="2263"/>
                  </a:cubicBezTo>
                  <a:lnTo>
                    <a:pt x="7812" y="2263"/>
                  </a:lnTo>
                  <a:cubicBezTo>
                    <a:pt x="7931" y="2263"/>
                    <a:pt x="8002" y="2191"/>
                    <a:pt x="8002" y="2072"/>
                  </a:cubicBezTo>
                  <a:lnTo>
                    <a:pt x="8002" y="215"/>
                  </a:lnTo>
                  <a:cubicBezTo>
                    <a:pt x="8002" y="96"/>
                    <a:pt x="7931" y="0"/>
                    <a:pt x="7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97"/>
            <p:cNvSpPr/>
            <p:nvPr/>
          </p:nvSpPr>
          <p:spPr>
            <a:xfrm>
              <a:off x="1023838" y="2063884"/>
              <a:ext cx="118714" cy="74192"/>
            </a:xfrm>
            <a:custGeom>
              <a:rect b="b" l="l" r="r" t="t"/>
              <a:pathLst>
                <a:path extrusionOk="0" h="2263" w="3621">
                  <a:moveTo>
                    <a:pt x="3192" y="405"/>
                  </a:moveTo>
                  <a:lnTo>
                    <a:pt x="3192" y="1834"/>
                  </a:lnTo>
                  <a:lnTo>
                    <a:pt x="429" y="1834"/>
                  </a:lnTo>
                  <a:lnTo>
                    <a:pt x="429" y="405"/>
                  </a:lnTo>
                  <a:close/>
                  <a:moveTo>
                    <a:pt x="215" y="0"/>
                  </a:moveTo>
                  <a:cubicBezTo>
                    <a:pt x="96" y="0"/>
                    <a:pt x="1" y="95"/>
                    <a:pt x="1" y="214"/>
                  </a:cubicBezTo>
                  <a:lnTo>
                    <a:pt x="1" y="2072"/>
                  </a:lnTo>
                  <a:cubicBezTo>
                    <a:pt x="1" y="2191"/>
                    <a:pt x="96" y="2263"/>
                    <a:pt x="215" y="2263"/>
                  </a:cubicBezTo>
                  <a:lnTo>
                    <a:pt x="3406" y="2263"/>
                  </a:lnTo>
                  <a:cubicBezTo>
                    <a:pt x="3525" y="2263"/>
                    <a:pt x="3620" y="2167"/>
                    <a:pt x="3620" y="2072"/>
                  </a:cubicBezTo>
                  <a:lnTo>
                    <a:pt x="3620" y="214"/>
                  </a:lnTo>
                  <a:cubicBezTo>
                    <a:pt x="3620" y="95"/>
                    <a:pt x="3525" y="0"/>
                    <a:pt x="3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97"/>
            <p:cNvSpPr/>
            <p:nvPr/>
          </p:nvSpPr>
          <p:spPr>
            <a:xfrm>
              <a:off x="1168289" y="2063884"/>
              <a:ext cx="118714" cy="74192"/>
            </a:xfrm>
            <a:custGeom>
              <a:rect b="b" l="l" r="r" t="t"/>
              <a:pathLst>
                <a:path extrusionOk="0" h="2263" w="3621">
                  <a:moveTo>
                    <a:pt x="3191" y="405"/>
                  </a:moveTo>
                  <a:lnTo>
                    <a:pt x="3191" y="1834"/>
                  </a:lnTo>
                  <a:lnTo>
                    <a:pt x="429" y="1834"/>
                  </a:lnTo>
                  <a:lnTo>
                    <a:pt x="429" y="405"/>
                  </a:lnTo>
                  <a:close/>
                  <a:moveTo>
                    <a:pt x="215" y="0"/>
                  </a:moveTo>
                  <a:cubicBezTo>
                    <a:pt x="95" y="0"/>
                    <a:pt x="0" y="95"/>
                    <a:pt x="0" y="214"/>
                  </a:cubicBezTo>
                  <a:lnTo>
                    <a:pt x="0" y="2072"/>
                  </a:lnTo>
                  <a:cubicBezTo>
                    <a:pt x="0" y="2191"/>
                    <a:pt x="95" y="2263"/>
                    <a:pt x="215" y="2263"/>
                  </a:cubicBezTo>
                  <a:lnTo>
                    <a:pt x="3406" y="2263"/>
                  </a:lnTo>
                  <a:cubicBezTo>
                    <a:pt x="3525" y="2239"/>
                    <a:pt x="3620" y="2143"/>
                    <a:pt x="3620" y="2024"/>
                  </a:cubicBezTo>
                  <a:lnTo>
                    <a:pt x="3620" y="214"/>
                  </a:lnTo>
                  <a:cubicBezTo>
                    <a:pt x="3620" y="95"/>
                    <a:pt x="3525" y="0"/>
                    <a:pt x="3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97"/>
            <p:cNvSpPr/>
            <p:nvPr/>
          </p:nvSpPr>
          <p:spPr>
            <a:xfrm>
              <a:off x="1148749" y="2166928"/>
              <a:ext cx="14098" cy="13311"/>
            </a:xfrm>
            <a:custGeom>
              <a:rect b="b" l="l" r="r" t="t"/>
              <a:pathLst>
                <a:path extrusionOk="0" h="406" w="430">
                  <a:moveTo>
                    <a:pt x="215" y="1"/>
                  </a:moveTo>
                  <a:cubicBezTo>
                    <a:pt x="96" y="1"/>
                    <a:pt x="1" y="72"/>
                    <a:pt x="1" y="191"/>
                  </a:cubicBezTo>
                  <a:cubicBezTo>
                    <a:pt x="1" y="310"/>
                    <a:pt x="96" y="406"/>
                    <a:pt x="215" y="406"/>
                  </a:cubicBezTo>
                  <a:cubicBezTo>
                    <a:pt x="334" y="406"/>
                    <a:pt x="430" y="310"/>
                    <a:pt x="430" y="191"/>
                  </a:cubicBezTo>
                  <a:cubicBezTo>
                    <a:pt x="430" y="72"/>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9" name="Google Shape;21569;p97"/>
          <p:cNvGrpSpPr/>
          <p:nvPr/>
        </p:nvGrpSpPr>
        <p:grpSpPr>
          <a:xfrm>
            <a:off x="1757824" y="1769362"/>
            <a:ext cx="352931" cy="342800"/>
            <a:chOff x="1749961" y="1921762"/>
            <a:chExt cx="352931" cy="342800"/>
          </a:xfrm>
        </p:grpSpPr>
        <p:sp>
          <p:nvSpPr>
            <p:cNvPr id="21570" name="Google Shape;21570;p97"/>
            <p:cNvSpPr/>
            <p:nvPr/>
          </p:nvSpPr>
          <p:spPr>
            <a:xfrm>
              <a:off x="1851430" y="1928810"/>
              <a:ext cx="140582" cy="140549"/>
            </a:xfrm>
            <a:custGeom>
              <a:rect b="b" l="l" r="r" t="t"/>
              <a:pathLst>
                <a:path extrusionOk="0" h="4287" w="4288">
                  <a:moveTo>
                    <a:pt x="2144" y="0"/>
                  </a:moveTo>
                  <a:cubicBezTo>
                    <a:pt x="977" y="0"/>
                    <a:pt x="1" y="953"/>
                    <a:pt x="1" y="2144"/>
                  </a:cubicBezTo>
                  <a:cubicBezTo>
                    <a:pt x="1" y="3310"/>
                    <a:pt x="977" y="4287"/>
                    <a:pt x="2144" y="4287"/>
                  </a:cubicBezTo>
                  <a:cubicBezTo>
                    <a:pt x="3335" y="4287"/>
                    <a:pt x="4287" y="3310"/>
                    <a:pt x="4287" y="2144"/>
                  </a:cubicBezTo>
                  <a:cubicBezTo>
                    <a:pt x="4287" y="953"/>
                    <a:pt x="3335" y="0"/>
                    <a:pt x="214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97"/>
            <p:cNvSpPr/>
            <p:nvPr/>
          </p:nvSpPr>
          <p:spPr>
            <a:xfrm>
              <a:off x="1756190" y="2116963"/>
              <a:ext cx="140582" cy="140582"/>
            </a:xfrm>
            <a:custGeom>
              <a:rect b="b" l="l" r="r" t="t"/>
              <a:pathLst>
                <a:path extrusionOk="0" h="4288" w="4288">
                  <a:moveTo>
                    <a:pt x="2144" y="1"/>
                  </a:moveTo>
                  <a:cubicBezTo>
                    <a:pt x="953" y="1"/>
                    <a:pt x="1" y="953"/>
                    <a:pt x="1" y="2144"/>
                  </a:cubicBezTo>
                  <a:cubicBezTo>
                    <a:pt x="1" y="3311"/>
                    <a:pt x="953" y="4287"/>
                    <a:pt x="2144" y="4287"/>
                  </a:cubicBezTo>
                  <a:cubicBezTo>
                    <a:pt x="3311" y="4287"/>
                    <a:pt x="4287" y="3311"/>
                    <a:pt x="4287" y="2144"/>
                  </a:cubicBezTo>
                  <a:cubicBezTo>
                    <a:pt x="4287" y="953"/>
                    <a:pt x="3311" y="1"/>
                    <a:pt x="214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97"/>
            <p:cNvSpPr/>
            <p:nvPr/>
          </p:nvSpPr>
          <p:spPr>
            <a:xfrm>
              <a:off x="1944343" y="2116963"/>
              <a:ext cx="140582" cy="140582"/>
            </a:xfrm>
            <a:custGeom>
              <a:rect b="b" l="l" r="r" t="t"/>
              <a:pathLst>
                <a:path extrusionOk="0" h="4288" w="4288">
                  <a:moveTo>
                    <a:pt x="2144" y="1"/>
                  </a:moveTo>
                  <a:cubicBezTo>
                    <a:pt x="953" y="1"/>
                    <a:pt x="1" y="953"/>
                    <a:pt x="1" y="2144"/>
                  </a:cubicBezTo>
                  <a:cubicBezTo>
                    <a:pt x="1" y="3311"/>
                    <a:pt x="953" y="4287"/>
                    <a:pt x="2144" y="4287"/>
                  </a:cubicBezTo>
                  <a:cubicBezTo>
                    <a:pt x="3335" y="4287"/>
                    <a:pt x="4287" y="3311"/>
                    <a:pt x="4287" y="2144"/>
                  </a:cubicBezTo>
                  <a:cubicBezTo>
                    <a:pt x="4287" y="953"/>
                    <a:pt x="3335" y="1"/>
                    <a:pt x="214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97"/>
            <p:cNvSpPr/>
            <p:nvPr/>
          </p:nvSpPr>
          <p:spPr>
            <a:xfrm>
              <a:off x="1882674" y="2028739"/>
              <a:ext cx="76553" cy="40621"/>
            </a:xfrm>
            <a:custGeom>
              <a:rect b="b" l="l" r="r" t="t"/>
              <a:pathLst>
                <a:path extrusionOk="0" h="1239" w="2335">
                  <a:moveTo>
                    <a:pt x="1167" y="1"/>
                  </a:moveTo>
                  <a:cubicBezTo>
                    <a:pt x="643" y="1"/>
                    <a:pt x="167" y="358"/>
                    <a:pt x="0" y="882"/>
                  </a:cubicBezTo>
                  <a:cubicBezTo>
                    <a:pt x="334" y="1096"/>
                    <a:pt x="715" y="1239"/>
                    <a:pt x="1167" y="1239"/>
                  </a:cubicBezTo>
                  <a:cubicBezTo>
                    <a:pt x="1596" y="1239"/>
                    <a:pt x="2001" y="1072"/>
                    <a:pt x="2334" y="882"/>
                  </a:cubicBezTo>
                  <a:cubicBezTo>
                    <a:pt x="2191" y="358"/>
                    <a:pt x="1715" y="1"/>
                    <a:pt x="116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97"/>
            <p:cNvSpPr/>
            <p:nvPr/>
          </p:nvSpPr>
          <p:spPr>
            <a:xfrm>
              <a:off x="1900640" y="1967824"/>
              <a:ext cx="40621" cy="40653"/>
            </a:xfrm>
            <a:custGeom>
              <a:rect b="b" l="l" r="r" t="t"/>
              <a:pathLst>
                <a:path extrusionOk="0" h="1240" w="1239">
                  <a:moveTo>
                    <a:pt x="619" y="1"/>
                  </a:moveTo>
                  <a:cubicBezTo>
                    <a:pt x="286" y="1"/>
                    <a:pt x="0" y="263"/>
                    <a:pt x="0" y="620"/>
                  </a:cubicBezTo>
                  <a:cubicBezTo>
                    <a:pt x="0" y="954"/>
                    <a:pt x="286" y="1239"/>
                    <a:pt x="619" y="1239"/>
                  </a:cubicBezTo>
                  <a:cubicBezTo>
                    <a:pt x="953" y="1239"/>
                    <a:pt x="1239" y="954"/>
                    <a:pt x="1239" y="620"/>
                  </a:cubicBezTo>
                  <a:cubicBezTo>
                    <a:pt x="1239" y="263"/>
                    <a:pt x="953"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97"/>
            <p:cNvSpPr/>
            <p:nvPr/>
          </p:nvSpPr>
          <p:spPr>
            <a:xfrm>
              <a:off x="1994307" y="2156797"/>
              <a:ext cx="40653" cy="40621"/>
            </a:xfrm>
            <a:custGeom>
              <a:rect b="b" l="l" r="r" t="t"/>
              <a:pathLst>
                <a:path extrusionOk="0" h="1239" w="1240">
                  <a:moveTo>
                    <a:pt x="620" y="0"/>
                  </a:moveTo>
                  <a:cubicBezTo>
                    <a:pt x="287" y="0"/>
                    <a:pt x="1" y="286"/>
                    <a:pt x="1" y="619"/>
                  </a:cubicBezTo>
                  <a:cubicBezTo>
                    <a:pt x="1" y="976"/>
                    <a:pt x="287" y="1238"/>
                    <a:pt x="620" y="1238"/>
                  </a:cubicBezTo>
                  <a:cubicBezTo>
                    <a:pt x="954" y="1238"/>
                    <a:pt x="1239" y="976"/>
                    <a:pt x="1239" y="619"/>
                  </a:cubicBezTo>
                  <a:cubicBezTo>
                    <a:pt x="1239" y="286"/>
                    <a:pt x="954" y="0"/>
                    <a:pt x="62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97"/>
            <p:cNvSpPr/>
            <p:nvPr/>
          </p:nvSpPr>
          <p:spPr>
            <a:xfrm>
              <a:off x="1977915" y="2217679"/>
              <a:ext cx="75766" cy="39867"/>
            </a:xfrm>
            <a:custGeom>
              <a:rect b="b" l="l" r="r" t="t"/>
              <a:pathLst>
                <a:path extrusionOk="0" h="1216" w="2311">
                  <a:moveTo>
                    <a:pt x="1144" y="1"/>
                  </a:moveTo>
                  <a:cubicBezTo>
                    <a:pt x="620" y="1"/>
                    <a:pt x="144" y="358"/>
                    <a:pt x="1" y="858"/>
                  </a:cubicBezTo>
                  <a:cubicBezTo>
                    <a:pt x="310" y="1096"/>
                    <a:pt x="715" y="1215"/>
                    <a:pt x="1144" y="1215"/>
                  </a:cubicBezTo>
                  <a:cubicBezTo>
                    <a:pt x="1573" y="1215"/>
                    <a:pt x="1977" y="1072"/>
                    <a:pt x="2311" y="858"/>
                  </a:cubicBezTo>
                  <a:cubicBezTo>
                    <a:pt x="2168" y="358"/>
                    <a:pt x="1692" y="1"/>
                    <a:pt x="1144"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97"/>
            <p:cNvSpPr/>
            <p:nvPr/>
          </p:nvSpPr>
          <p:spPr>
            <a:xfrm>
              <a:off x="1805367" y="2156797"/>
              <a:ext cx="41407" cy="40621"/>
            </a:xfrm>
            <a:custGeom>
              <a:rect b="b" l="l" r="r" t="t"/>
              <a:pathLst>
                <a:path extrusionOk="0" h="1239" w="1263">
                  <a:moveTo>
                    <a:pt x="644" y="0"/>
                  </a:moveTo>
                  <a:cubicBezTo>
                    <a:pt x="287" y="0"/>
                    <a:pt x="1" y="286"/>
                    <a:pt x="1" y="619"/>
                  </a:cubicBezTo>
                  <a:cubicBezTo>
                    <a:pt x="1" y="976"/>
                    <a:pt x="287" y="1238"/>
                    <a:pt x="644" y="1238"/>
                  </a:cubicBezTo>
                  <a:cubicBezTo>
                    <a:pt x="977" y="1238"/>
                    <a:pt x="1263" y="976"/>
                    <a:pt x="1263" y="619"/>
                  </a:cubicBezTo>
                  <a:cubicBezTo>
                    <a:pt x="1263" y="286"/>
                    <a:pt x="977" y="0"/>
                    <a:pt x="64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97"/>
            <p:cNvSpPr/>
            <p:nvPr/>
          </p:nvSpPr>
          <p:spPr>
            <a:xfrm>
              <a:off x="1788975" y="2217679"/>
              <a:ext cx="76553" cy="39867"/>
            </a:xfrm>
            <a:custGeom>
              <a:rect b="b" l="l" r="r" t="t"/>
              <a:pathLst>
                <a:path extrusionOk="0" h="1216" w="2335">
                  <a:moveTo>
                    <a:pt x="1168" y="1"/>
                  </a:moveTo>
                  <a:cubicBezTo>
                    <a:pt x="620" y="1"/>
                    <a:pt x="144" y="358"/>
                    <a:pt x="1" y="858"/>
                  </a:cubicBezTo>
                  <a:cubicBezTo>
                    <a:pt x="334" y="1096"/>
                    <a:pt x="715" y="1215"/>
                    <a:pt x="1168" y="1215"/>
                  </a:cubicBezTo>
                  <a:cubicBezTo>
                    <a:pt x="1596" y="1215"/>
                    <a:pt x="2001" y="1072"/>
                    <a:pt x="2335" y="858"/>
                  </a:cubicBezTo>
                  <a:cubicBezTo>
                    <a:pt x="2192" y="358"/>
                    <a:pt x="1715" y="1"/>
                    <a:pt x="116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97"/>
            <p:cNvSpPr/>
            <p:nvPr/>
          </p:nvSpPr>
          <p:spPr>
            <a:xfrm>
              <a:off x="1894379" y="1962382"/>
              <a:ext cx="53144" cy="53112"/>
            </a:xfrm>
            <a:custGeom>
              <a:rect b="b" l="l" r="r" t="t"/>
              <a:pathLst>
                <a:path extrusionOk="0" h="1620" w="1621">
                  <a:moveTo>
                    <a:pt x="810" y="405"/>
                  </a:moveTo>
                  <a:cubicBezTo>
                    <a:pt x="1049" y="405"/>
                    <a:pt x="1239" y="572"/>
                    <a:pt x="1239" y="810"/>
                  </a:cubicBezTo>
                  <a:cubicBezTo>
                    <a:pt x="1239" y="1048"/>
                    <a:pt x="1049" y="1239"/>
                    <a:pt x="810" y="1239"/>
                  </a:cubicBezTo>
                  <a:cubicBezTo>
                    <a:pt x="572" y="1239"/>
                    <a:pt x="406" y="1048"/>
                    <a:pt x="406" y="810"/>
                  </a:cubicBezTo>
                  <a:cubicBezTo>
                    <a:pt x="406" y="572"/>
                    <a:pt x="572" y="405"/>
                    <a:pt x="810" y="405"/>
                  </a:cubicBezTo>
                  <a:close/>
                  <a:moveTo>
                    <a:pt x="810" y="0"/>
                  </a:moveTo>
                  <a:cubicBezTo>
                    <a:pt x="358" y="0"/>
                    <a:pt x="1" y="358"/>
                    <a:pt x="1" y="810"/>
                  </a:cubicBezTo>
                  <a:cubicBezTo>
                    <a:pt x="1" y="1262"/>
                    <a:pt x="358" y="1620"/>
                    <a:pt x="810" y="1620"/>
                  </a:cubicBezTo>
                  <a:cubicBezTo>
                    <a:pt x="1263" y="1620"/>
                    <a:pt x="1620" y="1262"/>
                    <a:pt x="1620" y="810"/>
                  </a:cubicBezTo>
                  <a:cubicBezTo>
                    <a:pt x="1620" y="358"/>
                    <a:pt x="1263"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97"/>
            <p:cNvSpPr/>
            <p:nvPr/>
          </p:nvSpPr>
          <p:spPr>
            <a:xfrm>
              <a:off x="1799925" y="2151322"/>
              <a:ext cx="52325" cy="52325"/>
            </a:xfrm>
            <a:custGeom>
              <a:rect b="b" l="l" r="r" t="t"/>
              <a:pathLst>
                <a:path extrusionOk="0" h="1596" w="1596">
                  <a:moveTo>
                    <a:pt x="810" y="381"/>
                  </a:moveTo>
                  <a:cubicBezTo>
                    <a:pt x="1048" y="381"/>
                    <a:pt x="1215" y="548"/>
                    <a:pt x="1215" y="786"/>
                  </a:cubicBezTo>
                  <a:cubicBezTo>
                    <a:pt x="1215" y="1024"/>
                    <a:pt x="1048" y="1215"/>
                    <a:pt x="810" y="1215"/>
                  </a:cubicBezTo>
                  <a:cubicBezTo>
                    <a:pt x="572" y="1215"/>
                    <a:pt x="381" y="1024"/>
                    <a:pt x="381" y="786"/>
                  </a:cubicBezTo>
                  <a:cubicBezTo>
                    <a:pt x="381" y="548"/>
                    <a:pt x="595" y="381"/>
                    <a:pt x="810" y="381"/>
                  </a:cubicBezTo>
                  <a:close/>
                  <a:moveTo>
                    <a:pt x="810" y="0"/>
                  </a:moveTo>
                  <a:cubicBezTo>
                    <a:pt x="357" y="0"/>
                    <a:pt x="0" y="358"/>
                    <a:pt x="0" y="786"/>
                  </a:cubicBezTo>
                  <a:cubicBezTo>
                    <a:pt x="0" y="1239"/>
                    <a:pt x="357" y="1596"/>
                    <a:pt x="810" y="1596"/>
                  </a:cubicBezTo>
                  <a:cubicBezTo>
                    <a:pt x="1262" y="1596"/>
                    <a:pt x="1596" y="1239"/>
                    <a:pt x="1596" y="786"/>
                  </a:cubicBezTo>
                  <a:cubicBezTo>
                    <a:pt x="1596" y="358"/>
                    <a:pt x="1262"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97"/>
            <p:cNvSpPr/>
            <p:nvPr/>
          </p:nvSpPr>
          <p:spPr>
            <a:xfrm>
              <a:off x="1749961" y="1927827"/>
              <a:ext cx="352931" cy="336735"/>
            </a:xfrm>
            <a:custGeom>
              <a:rect b="b" l="l" r="r" t="t"/>
              <a:pathLst>
                <a:path extrusionOk="0" h="10271" w="10765">
                  <a:moveTo>
                    <a:pt x="5215" y="3269"/>
                  </a:moveTo>
                  <a:cubicBezTo>
                    <a:pt x="5596" y="3269"/>
                    <a:pt x="5954" y="3507"/>
                    <a:pt x="6144" y="3864"/>
                  </a:cubicBezTo>
                  <a:cubicBezTo>
                    <a:pt x="5882" y="4007"/>
                    <a:pt x="5549" y="4103"/>
                    <a:pt x="5215" y="4103"/>
                  </a:cubicBezTo>
                  <a:cubicBezTo>
                    <a:pt x="4882" y="4103"/>
                    <a:pt x="4596" y="4007"/>
                    <a:pt x="4287" y="3864"/>
                  </a:cubicBezTo>
                  <a:cubicBezTo>
                    <a:pt x="4477" y="3507"/>
                    <a:pt x="4834" y="3269"/>
                    <a:pt x="5215" y="3269"/>
                  </a:cubicBezTo>
                  <a:close/>
                  <a:moveTo>
                    <a:pt x="2334" y="5984"/>
                  </a:moveTo>
                  <a:cubicBezTo>
                    <a:pt x="2858" y="5984"/>
                    <a:pt x="3382" y="6174"/>
                    <a:pt x="3715" y="6579"/>
                  </a:cubicBezTo>
                  <a:cubicBezTo>
                    <a:pt x="4072" y="6936"/>
                    <a:pt x="4263" y="7413"/>
                    <a:pt x="4263" y="7913"/>
                  </a:cubicBezTo>
                  <a:cubicBezTo>
                    <a:pt x="4263" y="8484"/>
                    <a:pt x="4025" y="9008"/>
                    <a:pt x="3572" y="9366"/>
                  </a:cubicBezTo>
                  <a:cubicBezTo>
                    <a:pt x="3334" y="8913"/>
                    <a:pt x="2834" y="8627"/>
                    <a:pt x="2334" y="8627"/>
                  </a:cubicBezTo>
                  <a:cubicBezTo>
                    <a:pt x="1786" y="8627"/>
                    <a:pt x="1310" y="8913"/>
                    <a:pt x="1072" y="9366"/>
                  </a:cubicBezTo>
                  <a:cubicBezTo>
                    <a:pt x="667" y="9008"/>
                    <a:pt x="405" y="8484"/>
                    <a:pt x="405" y="7913"/>
                  </a:cubicBezTo>
                  <a:cubicBezTo>
                    <a:pt x="405" y="6841"/>
                    <a:pt x="1262" y="5984"/>
                    <a:pt x="2334" y="5984"/>
                  </a:cubicBezTo>
                  <a:close/>
                  <a:moveTo>
                    <a:pt x="8097" y="5984"/>
                  </a:moveTo>
                  <a:cubicBezTo>
                    <a:pt x="9145" y="5984"/>
                    <a:pt x="10050" y="6841"/>
                    <a:pt x="10050" y="7913"/>
                  </a:cubicBezTo>
                  <a:cubicBezTo>
                    <a:pt x="10050" y="8484"/>
                    <a:pt x="9812" y="9008"/>
                    <a:pt x="9359" y="9366"/>
                  </a:cubicBezTo>
                  <a:cubicBezTo>
                    <a:pt x="9121" y="8913"/>
                    <a:pt x="8621" y="8627"/>
                    <a:pt x="8097" y="8627"/>
                  </a:cubicBezTo>
                  <a:cubicBezTo>
                    <a:pt x="7573" y="8627"/>
                    <a:pt x="7097" y="8913"/>
                    <a:pt x="6859" y="9366"/>
                  </a:cubicBezTo>
                  <a:cubicBezTo>
                    <a:pt x="6430" y="9008"/>
                    <a:pt x="6168" y="8484"/>
                    <a:pt x="6168" y="7913"/>
                  </a:cubicBezTo>
                  <a:cubicBezTo>
                    <a:pt x="6168" y="7413"/>
                    <a:pt x="6358" y="6936"/>
                    <a:pt x="6716" y="6579"/>
                  </a:cubicBezTo>
                  <a:cubicBezTo>
                    <a:pt x="7073" y="6174"/>
                    <a:pt x="7573" y="5984"/>
                    <a:pt x="8097" y="5984"/>
                  </a:cubicBezTo>
                  <a:close/>
                  <a:moveTo>
                    <a:pt x="2334" y="9008"/>
                  </a:moveTo>
                  <a:cubicBezTo>
                    <a:pt x="2715" y="9008"/>
                    <a:pt x="3072" y="9246"/>
                    <a:pt x="3263" y="9604"/>
                  </a:cubicBezTo>
                  <a:cubicBezTo>
                    <a:pt x="2977" y="9747"/>
                    <a:pt x="2667" y="9842"/>
                    <a:pt x="2334" y="9842"/>
                  </a:cubicBezTo>
                  <a:cubicBezTo>
                    <a:pt x="2000" y="9842"/>
                    <a:pt x="1715" y="9747"/>
                    <a:pt x="1405" y="9604"/>
                  </a:cubicBezTo>
                  <a:cubicBezTo>
                    <a:pt x="1596" y="9246"/>
                    <a:pt x="1953" y="9008"/>
                    <a:pt x="2334" y="9008"/>
                  </a:cubicBezTo>
                  <a:close/>
                  <a:moveTo>
                    <a:pt x="8097" y="9008"/>
                  </a:moveTo>
                  <a:cubicBezTo>
                    <a:pt x="8478" y="9008"/>
                    <a:pt x="8859" y="9246"/>
                    <a:pt x="9026" y="9604"/>
                  </a:cubicBezTo>
                  <a:cubicBezTo>
                    <a:pt x="8764" y="9747"/>
                    <a:pt x="8430" y="9842"/>
                    <a:pt x="8097" y="9842"/>
                  </a:cubicBezTo>
                  <a:cubicBezTo>
                    <a:pt x="7787" y="9842"/>
                    <a:pt x="7454" y="9747"/>
                    <a:pt x="7192" y="9604"/>
                  </a:cubicBezTo>
                  <a:cubicBezTo>
                    <a:pt x="7359" y="9246"/>
                    <a:pt x="7716" y="9008"/>
                    <a:pt x="8097" y="9008"/>
                  </a:cubicBezTo>
                  <a:close/>
                  <a:moveTo>
                    <a:pt x="4350" y="1"/>
                  </a:moveTo>
                  <a:cubicBezTo>
                    <a:pt x="4321" y="1"/>
                    <a:pt x="4291" y="9"/>
                    <a:pt x="4263" y="30"/>
                  </a:cubicBezTo>
                  <a:cubicBezTo>
                    <a:pt x="3429" y="411"/>
                    <a:pt x="2905" y="1245"/>
                    <a:pt x="2905" y="2174"/>
                  </a:cubicBezTo>
                  <a:cubicBezTo>
                    <a:pt x="2905" y="3388"/>
                    <a:pt x="3858" y="4388"/>
                    <a:pt x="5049" y="4484"/>
                  </a:cubicBezTo>
                  <a:lnTo>
                    <a:pt x="5049" y="5650"/>
                  </a:lnTo>
                  <a:lnTo>
                    <a:pt x="3977" y="6174"/>
                  </a:lnTo>
                  <a:cubicBezTo>
                    <a:pt x="3548" y="5793"/>
                    <a:pt x="3024" y="5579"/>
                    <a:pt x="2453" y="5555"/>
                  </a:cubicBezTo>
                  <a:cubicBezTo>
                    <a:pt x="2439" y="5555"/>
                    <a:pt x="2424" y="5555"/>
                    <a:pt x="2410" y="5555"/>
                  </a:cubicBezTo>
                  <a:cubicBezTo>
                    <a:pt x="1119" y="5555"/>
                    <a:pt x="48" y="6617"/>
                    <a:pt x="48" y="7913"/>
                  </a:cubicBezTo>
                  <a:cubicBezTo>
                    <a:pt x="0" y="9199"/>
                    <a:pt x="1048" y="10270"/>
                    <a:pt x="2358" y="10270"/>
                  </a:cubicBezTo>
                  <a:cubicBezTo>
                    <a:pt x="3644" y="10270"/>
                    <a:pt x="4715" y="9223"/>
                    <a:pt x="4715" y="7913"/>
                  </a:cubicBezTo>
                  <a:cubicBezTo>
                    <a:pt x="4715" y="7413"/>
                    <a:pt x="4525" y="6889"/>
                    <a:pt x="4239" y="6508"/>
                  </a:cubicBezTo>
                  <a:lnTo>
                    <a:pt x="5239" y="6008"/>
                  </a:lnTo>
                  <a:lnTo>
                    <a:pt x="6263" y="6508"/>
                  </a:lnTo>
                  <a:cubicBezTo>
                    <a:pt x="5954" y="6936"/>
                    <a:pt x="5787" y="7413"/>
                    <a:pt x="5787" y="7913"/>
                  </a:cubicBezTo>
                  <a:cubicBezTo>
                    <a:pt x="5787" y="9199"/>
                    <a:pt x="6835" y="10270"/>
                    <a:pt x="8145" y="10270"/>
                  </a:cubicBezTo>
                  <a:cubicBezTo>
                    <a:pt x="9597" y="10270"/>
                    <a:pt x="10764" y="8913"/>
                    <a:pt x="10431" y="7365"/>
                  </a:cubicBezTo>
                  <a:cubicBezTo>
                    <a:pt x="10240" y="6579"/>
                    <a:pt x="9454" y="5793"/>
                    <a:pt x="8645" y="5627"/>
                  </a:cubicBezTo>
                  <a:cubicBezTo>
                    <a:pt x="8468" y="5589"/>
                    <a:pt x="8292" y="5571"/>
                    <a:pt x="8120" y="5571"/>
                  </a:cubicBezTo>
                  <a:cubicBezTo>
                    <a:pt x="7525" y="5571"/>
                    <a:pt x="6968" y="5787"/>
                    <a:pt x="6525" y="6174"/>
                  </a:cubicBezTo>
                  <a:lnTo>
                    <a:pt x="5454" y="5650"/>
                  </a:lnTo>
                  <a:lnTo>
                    <a:pt x="5454" y="4484"/>
                  </a:lnTo>
                  <a:cubicBezTo>
                    <a:pt x="6644" y="4388"/>
                    <a:pt x="7597" y="3388"/>
                    <a:pt x="7597" y="2174"/>
                  </a:cubicBezTo>
                  <a:cubicBezTo>
                    <a:pt x="7597" y="1245"/>
                    <a:pt x="7073" y="411"/>
                    <a:pt x="6239" y="30"/>
                  </a:cubicBezTo>
                  <a:cubicBezTo>
                    <a:pt x="6211" y="9"/>
                    <a:pt x="6180" y="1"/>
                    <a:pt x="6147" y="1"/>
                  </a:cubicBezTo>
                  <a:cubicBezTo>
                    <a:pt x="6069" y="1"/>
                    <a:pt x="5987" y="51"/>
                    <a:pt x="5954" y="102"/>
                  </a:cubicBezTo>
                  <a:cubicBezTo>
                    <a:pt x="5906" y="197"/>
                    <a:pt x="5954" y="340"/>
                    <a:pt x="6049" y="387"/>
                  </a:cubicBezTo>
                  <a:cubicBezTo>
                    <a:pt x="6740" y="697"/>
                    <a:pt x="7192" y="1388"/>
                    <a:pt x="7192" y="2126"/>
                  </a:cubicBezTo>
                  <a:cubicBezTo>
                    <a:pt x="7192" y="2697"/>
                    <a:pt x="6954" y="3245"/>
                    <a:pt x="6501" y="3602"/>
                  </a:cubicBezTo>
                  <a:cubicBezTo>
                    <a:pt x="6263" y="3150"/>
                    <a:pt x="5787" y="2840"/>
                    <a:pt x="5239" y="2840"/>
                  </a:cubicBezTo>
                  <a:cubicBezTo>
                    <a:pt x="4715" y="2840"/>
                    <a:pt x="4239" y="3150"/>
                    <a:pt x="4001" y="3602"/>
                  </a:cubicBezTo>
                  <a:cubicBezTo>
                    <a:pt x="3572" y="3245"/>
                    <a:pt x="3310" y="2697"/>
                    <a:pt x="3310" y="2126"/>
                  </a:cubicBezTo>
                  <a:cubicBezTo>
                    <a:pt x="3310" y="1388"/>
                    <a:pt x="3763" y="697"/>
                    <a:pt x="4453" y="387"/>
                  </a:cubicBezTo>
                  <a:cubicBezTo>
                    <a:pt x="4525" y="316"/>
                    <a:pt x="4596" y="197"/>
                    <a:pt x="4525" y="102"/>
                  </a:cubicBezTo>
                  <a:cubicBezTo>
                    <a:pt x="4491" y="51"/>
                    <a:pt x="4422" y="1"/>
                    <a:pt x="4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97"/>
            <p:cNvSpPr/>
            <p:nvPr/>
          </p:nvSpPr>
          <p:spPr>
            <a:xfrm>
              <a:off x="1988078" y="2151322"/>
              <a:ext cx="53112" cy="52325"/>
            </a:xfrm>
            <a:custGeom>
              <a:rect b="b" l="l" r="r" t="t"/>
              <a:pathLst>
                <a:path extrusionOk="0" h="1596" w="1620">
                  <a:moveTo>
                    <a:pt x="810" y="381"/>
                  </a:moveTo>
                  <a:cubicBezTo>
                    <a:pt x="1048" y="381"/>
                    <a:pt x="1239" y="548"/>
                    <a:pt x="1239" y="786"/>
                  </a:cubicBezTo>
                  <a:cubicBezTo>
                    <a:pt x="1239" y="1024"/>
                    <a:pt x="1048" y="1215"/>
                    <a:pt x="810" y="1215"/>
                  </a:cubicBezTo>
                  <a:cubicBezTo>
                    <a:pt x="572" y="1215"/>
                    <a:pt x="405" y="1024"/>
                    <a:pt x="405" y="786"/>
                  </a:cubicBezTo>
                  <a:cubicBezTo>
                    <a:pt x="405" y="548"/>
                    <a:pt x="596" y="381"/>
                    <a:pt x="810" y="381"/>
                  </a:cubicBezTo>
                  <a:close/>
                  <a:moveTo>
                    <a:pt x="810" y="0"/>
                  </a:moveTo>
                  <a:cubicBezTo>
                    <a:pt x="358" y="0"/>
                    <a:pt x="0" y="358"/>
                    <a:pt x="0" y="786"/>
                  </a:cubicBezTo>
                  <a:cubicBezTo>
                    <a:pt x="0" y="1239"/>
                    <a:pt x="358" y="1596"/>
                    <a:pt x="810" y="1596"/>
                  </a:cubicBezTo>
                  <a:cubicBezTo>
                    <a:pt x="1263" y="1596"/>
                    <a:pt x="1620" y="1239"/>
                    <a:pt x="1620" y="786"/>
                  </a:cubicBezTo>
                  <a:cubicBezTo>
                    <a:pt x="1620" y="358"/>
                    <a:pt x="1263"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97"/>
            <p:cNvSpPr/>
            <p:nvPr/>
          </p:nvSpPr>
          <p:spPr>
            <a:xfrm>
              <a:off x="1913918" y="1921762"/>
              <a:ext cx="14065" cy="13311"/>
            </a:xfrm>
            <a:custGeom>
              <a:rect b="b" l="l" r="r" t="t"/>
              <a:pathLst>
                <a:path extrusionOk="0" h="406" w="429">
                  <a:moveTo>
                    <a:pt x="214" y="1"/>
                  </a:moveTo>
                  <a:cubicBezTo>
                    <a:pt x="95" y="1"/>
                    <a:pt x="0" y="96"/>
                    <a:pt x="0" y="191"/>
                  </a:cubicBezTo>
                  <a:cubicBezTo>
                    <a:pt x="0" y="311"/>
                    <a:pt x="95" y="406"/>
                    <a:pt x="214" y="406"/>
                  </a:cubicBezTo>
                  <a:cubicBezTo>
                    <a:pt x="333" y="406"/>
                    <a:pt x="429" y="311"/>
                    <a:pt x="429" y="191"/>
                  </a:cubicBezTo>
                  <a:cubicBezTo>
                    <a:pt x="429" y="96"/>
                    <a:pt x="333"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4" name="Google Shape;21584;p97"/>
          <p:cNvGrpSpPr/>
          <p:nvPr/>
        </p:nvGrpSpPr>
        <p:grpSpPr>
          <a:xfrm>
            <a:off x="2535452" y="1769263"/>
            <a:ext cx="295917" cy="342898"/>
            <a:chOff x="2527588" y="1921663"/>
            <a:chExt cx="295917" cy="342898"/>
          </a:xfrm>
        </p:grpSpPr>
        <p:sp>
          <p:nvSpPr>
            <p:cNvPr id="21585" name="Google Shape;21585;p97"/>
            <p:cNvSpPr/>
            <p:nvPr/>
          </p:nvSpPr>
          <p:spPr>
            <a:xfrm>
              <a:off x="2537719" y="2008445"/>
              <a:ext cx="199923" cy="249100"/>
            </a:xfrm>
            <a:custGeom>
              <a:rect b="b" l="l" r="r" t="t"/>
              <a:pathLst>
                <a:path extrusionOk="0" h="7598" w="6098">
                  <a:moveTo>
                    <a:pt x="1" y="0"/>
                  </a:moveTo>
                  <a:lnTo>
                    <a:pt x="1" y="7597"/>
                  </a:lnTo>
                  <a:lnTo>
                    <a:pt x="6097" y="7597"/>
                  </a:lnTo>
                  <a:lnTo>
                    <a:pt x="6097"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97"/>
            <p:cNvSpPr/>
            <p:nvPr/>
          </p:nvSpPr>
          <p:spPr>
            <a:xfrm>
              <a:off x="2616599" y="2092768"/>
              <a:ext cx="80422" cy="79668"/>
            </a:xfrm>
            <a:custGeom>
              <a:rect b="b" l="l" r="r" t="t"/>
              <a:pathLst>
                <a:path extrusionOk="0" h="2430" w="2453">
                  <a:moveTo>
                    <a:pt x="1215" y="0"/>
                  </a:moveTo>
                  <a:cubicBezTo>
                    <a:pt x="548" y="0"/>
                    <a:pt x="0" y="524"/>
                    <a:pt x="0" y="1215"/>
                  </a:cubicBezTo>
                  <a:cubicBezTo>
                    <a:pt x="0" y="1882"/>
                    <a:pt x="548" y="2429"/>
                    <a:pt x="1215" y="2429"/>
                  </a:cubicBezTo>
                  <a:cubicBezTo>
                    <a:pt x="1905" y="2429"/>
                    <a:pt x="2453" y="1882"/>
                    <a:pt x="2453" y="1215"/>
                  </a:cubicBezTo>
                  <a:cubicBezTo>
                    <a:pt x="2453" y="524"/>
                    <a:pt x="1905"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97"/>
            <p:cNvSpPr/>
            <p:nvPr/>
          </p:nvSpPr>
          <p:spPr>
            <a:xfrm>
              <a:off x="2576766" y="2052147"/>
              <a:ext cx="80454" cy="80454"/>
            </a:xfrm>
            <a:custGeom>
              <a:rect b="b" l="l" r="r" t="t"/>
              <a:pathLst>
                <a:path extrusionOk="0" h="2454" w="2454">
                  <a:moveTo>
                    <a:pt x="1" y="1"/>
                  </a:moveTo>
                  <a:lnTo>
                    <a:pt x="1" y="2454"/>
                  </a:lnTo>
                  <a:lnTo>
                    <a:pt x="2453" y="2454"/>
                  </a:lnTo>
                  <a:lnTo>
                    <a:pt x="2453"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97"/>
            <p:cNvSpPr/>
            <p:nvPr/>
          </p:nvSpPr>
          <p:spPr>
            <a:xfrm>
              <a:off x="2778197" y="2032640"/>
              <a:ext cx="39867" cy="120255"/>
            </a:xfrm>
            <a:custGeom>
              <a:rect b="b" l="l" r="r" t="t"/>
              <a:pathLst>
                <a:path extrusionOk="0" h="3668" w="1216">
                  <a:moveTo>
                    <a:pt x="1" y="1"/>
                  </a:moveTo>
                  <a:lnTo>
                    <a:pt x="1" y="3668"/>
                  </a:lnTo>
                  <a:lnTo>
                    <a:pt x="1215" y="3668"/>
                  </a:lnTo>
                  <a:lnTo>
                    <a:pt x="12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97"/>
            <p:cNvSpPr/>
            <p:nvPr/>
          </p:nvSpPr>
          <p:spPr>
            <a:xfrm>
              <a:off x="2778197" y="1992774"/>
              <a:ext cx="39867" cy="39899"/>
            </a:xfrm>
            <a:custGeom>
              <a:rect b="b" l="l" r="r" t="t"/>
              <a:pathLst>
                <a:path extrusionOk="0" h="1217" w="1216">
                  <a:moveTo>
                    <a:pt x="599" y="1"/>
                  </a:moveTo>
                  <a:cubicBezTo>
                    <a:pt x="263" y="1"/>
                    <a:pt x="1" y="255"/>
                    <a:pt x="1" y="597"/>
                  </a:cubicBezTo>
                  <a:lnTo>
                    <a:pt x="1" y="1217"/>
                  </a:lnTo>
                  <a:lnTo>
                    <a:pt x="1215" y="1217"/>
                  </a:lnTo>
                  <a:lnTo>
                    <a:pt x="1215" y="621"/>
                  </a:lnTo>
                  <a:cubicBezTo>
                    <a:pt x="1215" y="312"/>
                    <a:pt x="977" y="2"/>
                    <a:pt x="644" y="2"/>
                  </a:cubicBezTo>
                  <a:cubicBezTo>
                    <a:pt x="629" y="1"/>
                    <a:pt x="614" y="1"/>
                    <a:pt x="59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97"/>
            <p:cNvSpPr/>
            <p:nvPr/>
          </p:nvSpPr>
          <p:spPr>
            <a:xfrm>
              <a:off x="2776656" y="2152896"/>
              <a:ext cx="41407" cy="60915"/>
            </a:xfrm>
            <a:custGeom>
              <a:rect b="b" l="l" r="r" t="t"/>
              <a:pathLst>
                <a:path extrusionOk="0" h="1858" w="1263">
                  <a:moveTo>
                    <a:pt x="0" y="0"/>
                  </a:moveTo>
                  <a:lnTo>
                    <a:pt x="643" y="1858"/>
                  </a:lnTo>
                  <a:lnTo>
                    <a:pt x="1262"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97"/>
            <p:cNvSpPr/>
            <p:nvPr/>
          </p:nvSpPr>
          <p:spPr>
            <a:xfrm>
              <a:off x="2537719" y="1948317"/>
              <a:ext cx="199923" cy="60160"/>
            </a:xfrm>
            <a:custGeom>
              <a:rect b="b" l="l" r="r" t="t"/>
              <a:pathLst>
                <a:path extrusionOk="0" h="1835" w="6098">
                  <a:moveTo>
                    <a:pt x="429" y="1"/>
                  </a:moveTo>
                  <a:cubicBezTo>
                    <a:pt x="191" y="1"/>
                    <a:pt x="1" y="167"/>
                    <a:pt x="1" y="405"/>
                  </a:cubicBezTo>
                  <a:lnTo>
                    <a:pt x="1" y="1834"/>
                  </a:lnTo>
                  <a:lnTo>
                    <a:pt x="6097" y="1834"/>
                  </a:lnTo>
                  <a:lnTo>
                    <a:pt x="6097" y="405"/>
                  </a:lnTo>
                  <a:cubicBezTo>
                    <a:pt x="6097" y="167"/>
                    <a:pt x="5931" y="1"/>
                    <a:pt x="5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97"/>
            <p:cNvSpPr/>
            <p:nvPr/>
          </p:nvSpPr>
          <p:spPr>
            <a:xfrm>
              <a:off x="2616599" y="2092768"/>
              <a:ext cx="41407" cy="39834"/>
            </a:xfrm>
            <a:custGeom>
              <a:rect b="b" l="l" r="r" t="t"/>
              <a:pathLst>
                <a:path extrusionOk="0" h="1215" w="1263">
                  <a:moveTo>
                    <a:pt x="1262" y="0"/>
                  </a:moveTo>
                  <a:cubicBezTo>
                    <a:pt x="572" y="0"/>
                    <a:pt x="0" y="548"/>
                    <a:pt x="24" y="1215"/>
                  </a:cubicBezTo>
                  <a:lnTo>
                    <a:pt x="1262" y="1215"/>
                  </a:lnTo>
                  <a:lnTo>
                    <a:pt x="126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97"/>
            <p:cNvSpPr/>
            <p:nvPr/>
          </p:nvSpPr>
          <p:spPr>
            <a:xfrm>
              <a:off x="2571290" y="2045918"/>
              <a:ext cx="134320" cy="133566"/>
            </a:xfrm>
            <a:custGeom>
              <a:rect b="b" l="l" r="r" t="t"/>
              <a:pathLst>
                <a:path extrusionOk="0" h="4074" w="4097">
                  <a:moveTo>
                    <a:pt x="2406" y="405"/>
                  </a:moveTo>
                  <a:lnTo>
                    <a:pt x="2406" y="1239"/>
                  </a:lnTo>
                  <a:cubicBezTo>
                    <a:pt x="1787" y="1334"/>
                    <a:pt x="1263" y="1834"/>
                    <a:pt x="1192" y="2453"/>
                  </a:cubicBezTo>
                  <a:lnTo>
                    <a:pt x="358" y="2453"/>
                  </a:lnTo>
                  <a:lnTo>
                    <a:pt x="358" y="405"/>
                  </a:lnTo>
                  <a:close/>
                  <a:moveTo>
                    <a:pt x="2430" y="1667"/>
                  </a:moveTo>
                  <a:lnTo>
                    <a:pt x="2430" y="2453"/>
                  </a:lnTo>
                  <a:lnTo>
                    <a:pt x="1620" y="2453"/>
                  </a:lnTo>
                  <a:cubicBezTo>
                    <a:pt x="1715" y="2048"/>
                    <a:pt x="2025" y="1739"/>
                    <a:pt x="2430" y="1667"/>
                  </a:cubicBezTo>
                  <a:close/>
                  <a:moveTo>
                    <a:pt x="2835" y="1667"/>
                  </a:moveTo>
                  <a:cubicBezTo>
                    <a:pt x="3335" y="1739"/>
                    <a:pt x="3668" y="2191"/>
                    <a:pt x="3644" y="2739"/>
                  </a:cubicBezTo>
                  <a:cubicBezTo>
                    <a:pt x="3621" y="3239"/>
                    <a:pt x="3216" y="3644"/>
                    <a:pt x="2692" y="3692"/>
                  </a:cubicBezTo>
                  <a:cubicBezTo>
                    <a:pt x="2676" y="3692"/>
                    <a:pt x="2660" y="3693"/>
                    <a:pt x="2645" y="3693"/>
                  </a:cubicBezTo>
                  <a:cubicBezTo>
                    <a:pt x="2164" y="3693"/>
                    <a:pt x="1736" y="3343"/>
                    <a:pt x="1620" y="2882"/>
                  </a:cubicBezTo>
                  <a:lnTo>
                    <a:pt x="2644" y="2882"/>
                  </a:lnTo>
                  <a:cubicBezTo>
                    <a:pt x="2763" y="2882"/>
                    <a:pt x="2835" y="2787"/>
                    <a:pt x="2835" y="2668"/>
                  </a:cubicBezTo>
                  <a:lnTo>
                    <a:pt x="2835" y="1667"/>
                  </a:lnTo>
                  <a:close/>
                  <a:moveTo>
                    <a:pt x="191" y="0"/>
                  </a:moveTo>
                  <a:cubicBezTo>
                    <a:pt x="72" y="0"/>
                    <a:pt x="1" y="72"/>
                    <a:pt x="1" y="191"/>
                  </a:cubicBezTo>
                  <a:lnTo>
                    <a:pt x="1" y="2644"/>
                  </a:lnTo>
                  <a:cubicBezTo>
                    <a:pt x="1" y="2763"/>
                    <a:pt x="72" y="2834"/>
                    <a:pt x="191" y="2834"/>
                  </a:cubicBezTo>
                  <a:lnTo>
                    <a:pt x="1239" y="2834"/>
                  </a:lnTo>
                  <a:cubicBezTo>
                    <a:pt x="1332" y="3534"/>
                    <a:pt x="1951" y="4073"/>
                    <a:pt x="2692" y="4073"/>
                  </a:cubicBezTo>
                  <a:cubicBezTo>
                    <a:pt x="2708" y="4073"/>
                    <a:pt x="2724" y="4073"/>
                    <a:pt x="2740" y="4073"/>
                  </a:cubicBezTo>
                  <a:cubicBezTo>
                    <a:pt x="3430" y="4025"/>
                    <a:pt x="4025" y="3430"/>
                    <a:pt x="4073" y="2715"/>
                  </a:cubicBezTo>
                  <a:cubicBezTo>
                    <a:pt x="4097" y="1977"/>
                    <a:pt x="3573" y="1334"/>
                    <a:pt x="2835" y="1239"/>
                  </a:cubicBezTo>
                  <a:lnTo>
                    <a:pt x="2835" y="191"/>
                  </a:lnTo>
                  <a:cubicBezTo>
                    <a:pt x="2811" y="72"/>
                    <a:pt x="2740" y="0"/>
                    <a:pt x="2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97"/>
            <p:cNvSpPr/>
            <p:nvPr/>
          </p:nvSpPr>
          <p:spPr>
            <a:xfrm>
              <a:off x="2568963" y="2206762"/>
              <a:ext cx="135107" cy="13311"/>
            </a:xfrm>
            <a:custGeom>
              <a:rect b="b" l="l" r="r" t="t"/>
              <a:pathLst>
                <a:path extrusionOk="0" h="406" w="4121">
                  <a:moveTo>
                    <a:pt x="239" y="0"/>
                  </a:moveTo>
                  <a:cubicBezTo>
                    <a:pt x="143" y="0"/>
                    <a:pt x="24" y="48"/>
                    <a:pt x="24" y="167"/>
                  </a:cubicBezTo>
                  <a:cubicBezTo>
                    <a:pt x="0" y="286"/>
                    <a:pt x="119" y="405"/>
                    <a:pt x="239" y="405"/>
                  </a:cubicBezTo>
                  <a:lnTo>
                    <a:pt x="3906" y="405"/>
                  </a:lnTo>
                  <a:cubicBezTo>
                    <a:pt x="4025" y="405"/>
                    <a:pt x="4096" y="286"/>
                    <a:pt x="4096" y="167"/>
                  </a:cubicBezTo>
                  <a:cubicBezTo>
                    <a:pt x="4120" y="48"/>
                    <a:pt x="4025" y="0"/>
                    <a:pt x="3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97"/>
            <p:cNvSpPr/>
            <p:nvPr/>
          </p:nvSpPr>
          <p:spPr>
            <a:xfrm>
              <a:off x="2770394" y="1984971"/>
              <a:ext cx="53112" cy="235101"/>
            </a:xfrm>
            <a:custGeom>
              <a:rect b="b" l="l" r="r" t="t"/>
              <a:pathLst>
                <a:path extrusionOk="0" h="7171" w="1620">
                  <a:moveTo>
                    <a:pt x="882" y="431"/>
                  </a:moveTo>
                  <a:cubicBezTo>
                    <a:pt x="1096" y="454"/>
                    <a:pt x="1239" y="621"/>
                    <a:pt x="1239" y="835"/>
                  </a:cubicBezTo>
                  <a:lnTo>
                    <a:pt x="1239" y="1216"/>
                  </a:lnTo>
                  <a:lnTo>
                    <a:pt x="429" y="1216"/>
                  </a:lnTo>
                  <a:lnTo>
                    <a:pt x="429" y="835"/>
                  </a:lnTo>
                  <a:cubicBezTo>
                    <a:pt x="429" y="597"/>
                    <a:pt x="644" y="431"/>
                    <a:pt x="882" y="431"/>
                  </a:cubicBezTo>
                  <a:close/>
                  <a:moveTo>
                    <a:pt x="1239" y="1645"/>
                  </a:moveTo>
                  <a:lnTo>
                    <a:pt x="1239" y="4908"/>
                  </a:lnTo>
                  <a:lnTo>
                    <a:pt x="429" y="4908"/>
                  </a:lnTo>
                  <a:lnTo>
                    <a:pt x="429" y="1645"/>
                  </a:lnTo>
                  <a:close/>
                  <a:moveTo>
                    <a:pt x="1144" y="5336"/>
                  </a:moveTo>
                  <a:lnTo>
                    <a:pt x="834" y="6313"/>
                  </a:lnTo>
                  <a:lnTo>
                    <a:pt x="501" y="5336"/>
                  </a:lnTo>
                  <a:close/>
                  <a:moveTo>
                    <a:pt x="816" y="1"/>
                  </a:moveTo>
                  <a:cubicBezTo>
                    <a:pt x="359" y="1"/>
                    <a:pt x="1" y="373"/>
                    <a:pt x="1" y="812"/>
                  </a:cubicBezTo>
                  <a:lnTo>
                    <a:pt x="1" y="5098"/>
                  </a:lnTo>
                  <a:cubicBezTo>
                    <a:pt x="24" y="5122"/>
                    <a:pt x="24" y="5146"/>
                    <a:pt x="24" y="5193"/>
                  </a:cubicBezTo>
                  <a:lnTo>
                    <a:pt x="644" y="7027"/>
                  </a:lnTo>
                  <a:cubicBezTo>
                    <a:pt x="667" y="7122"/>
                    <a:pt x="763" y="7170"/>
                    <a:pt x="834" y="7170"/>
                  </a:cubicBezTo>
                  <a:cubicBezTo>
                    <a:pt x="905" y="7170"/>
                    <a:pt x="1001" y="7122"/>
                    <a:pt x="1001" y="7027"/>
                  </a:cubicBezTo>
                  <a:lnTo>
                    <a:pt x="1620" y="5193"/>
                  </a:lnTo>
                  <a:lnTo>
                    <a:pt x="1620" y="5122"/>
                  </a:lnTo>
                  <a:lnTo>
                    <a:pt x="1620" y="835"/>
                  </a:lnTo>
                  <a:cubicBezTo>
                    <a:pt x="1620" y="383"/>
                    <a:pt x="1310" y="26"/>
                    <a:pt x="858" y="2"/>
                  </a:cubicBezTo>
                  <a:cubicBezTo>
                    <a:pt x="844" y="1"/>
                    <a:pt x="830"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97"/>
            <p:cNvSpPr/>
            <p:nvPr/>
          </p:nvSpPr>
          <p:spPr>
            <a:xfrm>
              <a:off x="2630631" y="2250464"/>
              <a:ext cx="13311" cy="14098"/>
            </a:xfrm>
            <a:custGeom>
              <a:rect b="b" l="l" r="r" t="t"/>
              <a:pathLst>
                <a:path extrusionOk="0" h="430" w="406">
                  <a:moveTo>
                    <a:pt x="191" y="1"/>
                  </a:moveTo>
                  <a:cubicBezTo>
                    <a:pt x="96" y="1"/>
                    <a:pt x="1" y="96"/>
                    <a:pt x="1" y="215"/>
                  </a:cubicBezTo>
                  <a:cubicBezTo>
                    <a:pt x="1" y="334"/>
                    <a:pt x="96" y="429"/>
                    <a:pt x="191" y="429"/>
                  </a:cubicBezTo>
                  <a:cubicBezTo>
                    <a:pt x="310" y="429"/>
                    <a:pt x="406" y="334"/>
                    <a:pt x="406" y="215"/>
                  </a:cubicBezTo>
                  <a:cubicBezTo>
                    <a:pt x="406"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97"/>
            <p:cNvSpPr/>
            <p:nvPr/>
          </p:nvSpPr>
          <p:spPr>
            <a:xfrm>
              <a:off x="2527588" y="1921663"/>
              <a:ext cx="216283" cy="342898"/>
            </a:xfrm>
            <a:custGeom>
              <a:rect b="b" l="l" r="r" t="t"/>
              <a:pathLst>
                <a:path extrusionOk="0" h="10459" w="6597">
                  <a:moveTo>
                    <a:pt x="6025" y="885"/>
                  </a:moveTo>
                  <a:cubicBezTo>
                    <a:pt x="6144" y="885"/>
                    <a:pt x="6240" y="980"/>
                    <a:pt x="6240" y="1099"/>
                  </a:cubicBezTo>
                  <a:lnTo>
                    <a:pt x="6240" y="2314"/>
                  </a:lnTo>
                  <a:lnTo>
                    <a:pt x="524" y="2314"/>
                  </a:lnTo>
                  <a:lnTo>
                    <a:pt x="524" y="1099"/>
                  </a:lnTo>
                  <a:cubicBezTo>
                    <a:pt x="500" y="1099"/>
                    <a:pt x="572" y="1004"/>
                    <a:pt x="691" y="1004"/>
                  </a:cubicBezTo>
                  <a:lnTo>
                    <a:pt x="1334" y="1004"/>
                  </a:lnTo>
                  <a:lnTo>
                    <a:pt x="1334" y="1409"/>
                  </a:lnTo>
                  <a:cubicBezTo>
                    <a:pt x="1334" y="1480"/>
                    <a:pt x="1381" y="1600"/>
                    <a:pt x="1501" y="1600"/>
                  </a:cubicBezTo>
                  <a:cubicBezTo>
                    <a:pt x="1519" y="1607"/>
                    <a:pt x="1537" y="1610"/>
                    <a:pt x="1555" y="1610"/>
                  </a:cubicBezTo>
                  <a:cubicBezTo>
                    <a:pt x="1654" y="1610"/>
                    <a:pt x="1739" y="1510"/>
                    <a:pt x="1739" y="1409"/>
                  </a:cubicBezTo>
                  <a:lnTo>
                    <a:pt x="1739" y="980"/>
                  </a:lnTo>
                  <a:lnTo>
                    <a:pt x="2548" y="980"/>
                  </a:lnTo>
                  <a:lnTo>
                    <a:pt x="2548" y="1361"/>
                  </a:lnTo>
                  <a:cubicBezTo>
                    <a:pt x="2548" y="1457"/>
                    <a:pt x="2596" y="1576"/>
                    <a:pt x="2715" y="1576"/>
                  </a:cubicBezTo>
                  <a:cubicBezTo>
                    <a:pt x="2725" y="1578"/>
                    <a:pt x="2736" y="1579"/>
                    <a:pt x="2746" y="1579"/>
                  </a:cubicBezTo>
                  <a:cubicBezTo>
                    <a:pt x="2854" y="1579"/>
                    <a:pt x="2953" y="1470"/>
                    <a:pt x="2953" y="1361"/>
                  </a:cubicBezTo>
                  <a:lnTo>
                    <a:pt x="2953" y="957"/>
                  </a:lnTo>
                  <a:lnTo>
                    <a:pt x="3763" y="957"/>
                  </a:lnTo>
                  <a:lnTo>
                    <a:pt x="3763" y="1338"/>
                  </a:lnTo>
                  <a:cubicBezTo>
                    <a:pt x="3763" y="1433"/>
                    <a:pt x="3834" y="1552"/>
                    <a:pt x="3953" y="1552"/>
                  </a:cubicBezTo>
                  <a:cubicBezTo>
                    <a:pt x="3964" y="1554"/>
                    <a:pt x="3974" y="1555"/>
                    <a:pt x="3984" y="1555"/>
                  </a:cubicBezTo>
                  <a:cubicBezTo>
                    <a:pt x="4092" y="1555"/>
                    <a:pt x="4192" y="1446"/>
                    <a:pt x="4192" y="1338"/>
                  </a:cubicBezTo>
                  <a:lnTo>
                    <a:pt x="4192" y="933"/>
                  </a:lnTo>
                  <a:lnTo>
                    <a:pt x="4977" y="933"/>
                  </a:lnTo>
                  <a:lnTo>
                    <a:pt x="4977" y="1314"/>
                  </a:lnTo>
                  <a:cubicBezTo>
                    <a:pt x="4977" y="1409"/>
                    <a:pt x="5049" y="1528"/>
                    <a:pt x="5168" y="1528"/>
                  </a:cubicBezTo>
                  <a:cubicBezTo>
                    <a:pt x="5178" y="1530"/>
                    <a:pt x="5189" y="1531"/>
                    <a:pt x="5199" y="1531"/>
                  </a:cubicBezTo>
                  <a:cubicBezTo>
                    <a:pt x="5307" y="1531"/>
                    <a:pt x="5406" y="1422"/>
                    <a:pt x="5406" y="1314"/>
                  </a:cubicBezTo>
                  <a:lnTo>
                    <a:pt x="5406" y="885"/>
                  </a:lnTo>
                  <a:close/>
                  <a:moveTo>
                    <a:pt x="5137" y="1"/>
                  </a:moveTo>
                  <a:cubicBezTo>
                    <a:pt x="5029" y="1"/>
                    <a:pt x="4930" y="110"/>
                    <a:pt x="4930" y="218"/>
                  </a:cubicBezTo>
                  <a:lnTo>
                    <a:pt x="4930" y="623"/>
                  </a:lnTo>
                  <a:lnTo>
                    <a:pt x="4120" y="623"/>
                  </a:lnTo>
                  <a:lnTo>
                    <a:pt x="4120" y="242"/>
                  </a:lnTo>
                  <a:cubicBezTo>
                    <a:pt x="4120" y="147"/>
                    <a:pt x="4049" y="28"/>
                    <a:pt x="3930" y="28"/>
                  </a:cubicBezTo>
                  <a:cubicBezTo>
                    <a:pt x="3919" y="26"/>
                    <a:pt x="3909" y="25"/>
                    <a:pt x="3899" y="25"/>
                  </a:cubicBezTo>
                  <a:cubicBezTo>
                    <a:pt x="3791" y="25"/>
                    <a:pt x="3691" y="133"/>
                    <a:pt x="3691" y="242"/>
                  </a:cubicBezTo>
                  <a:lnTo>
                    <a:pt x="3691" y="647"/>
                  </a:lnTo>
                  <a:lnTo>
                    <a:pt x="2906" y="647"/>
                  </a:lnTo>
                  <a:lnTo>
                    <a:pt x="2906" y="266"/>
                  </a:lnTo>
                  <a:cubicBezTo>
                    <a:pt x="2906" y="171"/>
                    <a:pt x="2834" y="52"/>
                    <a:pt x="2715" y="52"/>
                  </a:cubicBezTo>
                  <a:cubicBezTo>
                    <a:pt x="2705" y="50"/>
                    <a:pt x="2694" y="49"/>
                    <a:pt x="2684" y="49"/>
                  </a:cubicBezTo>
                  <a:cubicBezTo>
                    <a:pt x="2576" y="49"/>
                    <a:pt x="2477" y="157"/>
                    <a:pt x="2477" y="266"/>
                  </a:cubicBezTo>
                  <a:lnTo>
                    <a:pt x="2477" y="695"/>
                  </a:lnTo>
                  <a:lnTo>
                    <a:pt x="1667" y="695"/>
                  </a:lnTo>
                  <a:lnTo>
                    <a:pt x="1667" y="290"/>
                  </a:lnTo>
                  <a:cubicBezTo>
                    <a:pt x="1667" y="194"/>
                    <a:pt x="1620" y="99"/>
                    <a:pt x="1501" y="99"/>
                  </a:cubicBezTo>
                  <a:cubicBezTo>
                    <a:pt x="1482" y="92"/>
                    <a:pt x="1464" y="88"/>
                    <a:pt x="1446" y="88"/>
                  </a:cubicBezTo>
                  <a:cubicBezTo>
                    <a:pt x="1347" y="88"/>
                    <a:pt x="1262" y="189"/>
                    <a:pt x="1262" y="290"/>
                  </a:cubicBezTo>
                  <a:lnTo>
                    <a:pt x="1262" y="718"/>
                  </a:lnTo>
                  <a:lnTo>
                    <a:pt x="643" y="718"/>
                  </a:lnTo>
                  <a:cubicBezTo>
                    <a:pt x="310" y="718"/>
                    <a:pt x="0" y="980"/>
                    <a:pt x="0" y="1338"/>
                  </a:cubicBezTo>
                  <a:lnTo>
                    <a:pt x="0" y="10363"/>
                  </a:lnTo>
                  <a:cubicBezTo>
                    <a:pt x="72" y="10363"/>
                    <a:pt x="191" y="10458"/>
                    <a:pt x="286" y="10458"/>
                  </a:cubicBezTo>
                  <a:lnTo>
                    <a:pt x="2405" y="10458"/>
                  </a:lnTo>
                  <a:cubicBezTo>
                    <a:pt x="2477" y="10458"/>
                    <a:pt x="2596" y="10387"/>
                    <a:pt x="2596" y="10268"/>
                  </a:cubicBezTo>
                  <a:cubicBezTo>
                    <a:pt x="2644" y="10149"/>
                    <a:pt x="2525" y="10030"/>
                    <a:pt x="2405" y="10030"/>
                  </a:cubicBezTo>
                  <a:lnTo>
                    <a:pt x="453" y="10030"/>
                  </a:lnTo>
                  <a:lnTo>
                    <a:pt x="453" y="2862"/>
                  </a:lnTo>
                  <a:lnTo>
                    <a:pt x="6168" y="2862"/>
                  </a:lnTo>
                  <a:lnTo>
                    <a:pt x="6168" y="10030"/>
                  </a:lnTo>
                  <a:lnTo>
                    <a:pt x="4239" y="10030"/>
                  </a:lnTo>
                  <a:cubicBezTo>
                    <a:pt x="4144" y="10030"/>
                    <a:pt x="4025" y="10101"/>
                    <a:pt x="4025" y="10220"/>
                  </a:cubicBezTo>
                  <a:cubicBezTo>
                    <a:pt x="4001" y="10339"/>
                    <a:pt x="4120" y="10458"/>
                    <a:pt x="4239" y="10458"/>
                  </a:cubicBezTo>
                  <a:lnTo>
                    <a:pt x="6383" y="10458"/>
                  </a:lnTo>
                  <a:cubicBezTo>
                    <a:pt x="6502" y="10458"/>
                    <a:pt x="6597" y="10363"/>
                    <a:pt x="6597" y="10244"/>
                  </a:cubicBezTo>
                  <a:lnTo>
                    <a:pt x="6597" y="1218"/>
                  </a:lnTo>
                  <a:cubicBezTo>
                    <a:pt x="6597" y="885"/>
                    <a:pt x="6335" y="599"/>
                    <a:pt x="5954" y="599"/>
                  </a:cubicBezTo>
                  <a:lnTo>
                    <a:pt x="5335" y="599"/>
                  </a:lnTo>
                  <a:lnTo>
                    <a:pt x="5335" y="218"/>
                  </a:lnTo>
                  <a:cubicBezTo>
                    <a:pt x="5335" y="123"/>
                    <a:pt x="5287" y="4"/>
                    <a:pt x="5168" y="4"/>
                  </a:cubicBezTo>
                  <a:cubicBezTo>
                    <a:pt x="5158" y="2"/>
                    <a:pt x="5147" y="1"/>
                    <a:pt x="51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8" name="Google Shape;21598;p97"/>
          <p:cNvGrpSpPr/>
          <p:nvPr/>
        </p:nvGrpSpPr>
        <p:grpSpPr>
          <a:xfrm>
            <a:off x="3272491" y="1769362"/>
            <a:ext cx="345128" cy="342800"/>
            <a:chOff x="3264628" y="1921762"/>
            <a:chExt cx="345128" cy="342800"/>
          </a:xfrm>
        </p:grpSpPr>
        <p:sp>
          <p:nvSpPr>
            <p:cNvPr id="21599" name="Google Shape;21599;p97"/>
            <p:cNvSpPr/>
            <p:nvPr/>
          </p:nvSpPr>
          <p:spPr>
            <a:xfrm>
              <a:off x="3411406" y="1928810"/>
              <a:ext cx="169433" cy="328735"/>
            </a:xfrm>
            <a:custGeom>
              <a:rect b="b" l="l" r="r" t="t"/>
              <a:pathLst>
                <a:path extrusionOk="0" h="10027" w="5168">
                  <a:moveTo>
                    <a:pt x="619" y="0"/>
                  </a:moveTo>
                  <a:cubicBezTo>
                    <a:pt x="286" y="0"/>
                    <a:pt x="0" y="262"/>
                    <a:pt x="0" y="619"/>
                  </a:cubicBezTo>
                  <a:lnTo>
                    <a:pt x="0" y="9407"/>
                  </a:lnTo>
                  <a:cubicBezTo>
                    <a:pt x="0" y="9717"/>
                    <a:pt x="262" y="10026"/>
                    <a:pt x="619" y="10026"/>
                  </a:cubicBezTo>
                  <a:lnTo>
                    <a:pt x="4549" y="10026"/>
                  </a:lnTo>
                  <a:cubicBezTo>
                    <a:pt x="4882" y="10026"/>
                    <a:pt x="5168" y="9764"/>
                    <a:pt x="5168" y="9407"/>
                  </a:cubicBezTo>
                  <a:lnTo>
                    <a:pt x="5168" y="596"/>
                  </a:lnTo>
                  <a:cubicBezTo>
                    <a:pt x="5144" y="262"/>
                    <a:pt x="4882" y="0"/>
                    <a:pt x="454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97"/>
            <p:cNvSpPr/>
            <p:nvPr/>
          </p:nvSpPr>
          <p:spPr>
            <a:xfrm>
              <a:off x="3537104" y="2052147"/>
              <a:ext cx="62488" cy="162450"/>
            </a:xfrm>
            <a:custGeom>
              <a:rect b="b" l="l" r="r" t="t"/>
              <a:pathLst>
                <a:path extrusionOk="0" h="4955" w="1906">
                  <a:moveTo>
                    <a:pt x="643" y="1"/>
                  </a:moveTo>
                  <a:cubicBezTo>
                    <a:pt x="334" y="1"/>
                    <a:pt x="48" y="239"/>
                    <a:pt x="24" y="572"/>
                  </a:cubicBezTo>
                  <a:cubicBezTo>
                    <a:pt x="0" y="930"/>
                    <a:pt x="286" y="1239"/>
                    <a:pt x="620" y="1239"/>
                  </a:cubicBezTo>
                  <a:cubicBezTo>
                    <a:pt x="286" y="1239"/>
                    <a:pt x="0" y="1501"/>
                    <a:pt x="0" y="1858"/>
                  </a:cubicBezTo>
                  <a:cubicBezTo>
                    <a:pt x="0" y="2216"/>
                    <a:pt x="262" y="2478"/>
                    <a:pt x="620" y="2478"/>
                  </a:cubicBezTo>
                  <a:cubicBezTo>
                    <a:pt x="286" y="2478"/>
                    <a:pt x="0" y="2740"/>
                    <a:pt x="0" y="3097"/>
                  </a:cubicBezTo>
                  <a:cubicBezTo>
                    <a:pt x="0" y="3454"/>
                    <a:pt x="262" y="3740"/>
                    <a:pt x="620" y="3740"/>
                  </a:cubicBezTo>
                  <a:cubicBezTo>
                    <a:pt x="262" y="3740"/>
                    <a:pt x="0" y="4026"/>
                    <a:pt x="24" y="4383"/>
                  </a:cubicBezTo>
                  <a:cubicBezTo>
                    <a:pt x="48" y="4716"/>
                    <a:pt x="334" y="4954"/>
                    <a:pt x="643" y="4954"/>
                  </a:cubicBezTo>
                  <a:lnTo>
                    <a:pt x="1239" y="4954"/>
                  </a:lnTo>
                  <a:cubicBezTo>
                    <a:pt x="1572" y="4954"/>
                    <a:pt x="1834" y="4716"/>
                    <a:pt x="1882" y="4383"/>
                  </a:cubicBezTo>
                  <a:cubicBezTo>
                    <a:pt x="1906" y="4026"/>
                    <a:pt x="1620" y="3740"/>
                    <a:pt x="1286" y="3740"/>
                  </a:cubicBezTo>
                  <a:cubicBezTo>
                    <a:pt x="1620" y="3740"/>
                    <a:pt x="1906" y="3454"/>
                    <a:pt x="1906" y="3097"/>
                  </a:cubicBezTo>
                  <a:cubicBezTo>
                    <a:pt x="1906" y="2740"/>
                    <a:pt x="1644" y="2478"/>
                    <a:pt x="1286" y="2478"/>
                  </a:cubicBezTo>
                  <a:cubicBezTo>
                    <a:pt x="1644" y="2454"/>
                    <a:pt x="1906" y="2192"/>
                    <a:pt x="1906" y="1858"/>
                  </a:cubicBezTo>
                  <a:cubicBezTo>
                    <a:pt x="1906" y="1525"/>
                    <a:pt x="1644" y="1239"/>
                    <a:pt x="1286" y="1239"/>
                  </a:cubicBezTo>
                  <a:cubicBezTo>
                    <a:pt x="1644" y="1239"/>
                    <a:pt x="1906" y="930"/>
                    <a:pt x="1882" y="572"/>
                  </a:cubicBezTo>
                  <a:cubicBezTo>
                    <a:pt x="1834" y="239"/>
                    <a:pt x="1572" y="1"/>
                    <a:pt x="123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97"/>
            <p:cNvSpPr/>
            <p:nvPr/>
          </p:nvSpPr>
          <p:spPr>
            <a:xfrm>
              <a:off x="3310691" y="2032640"/>
              <a:ext cx="160089" cy="181170"/>
            </a:xfrm>
            <a:custGeom>
              <a:rect b="b" l="l" r="r" t="t"/>
              <a:pathLst>
                <a:path extrusionOk="0" h="5526" w="4883">
                  <a:moveTo>
                    <a:pt x="2524" y="1"/>
                  </a:moveTo>
                  <a:cubicBezTo>
                    <a:pt x="2120" y="1"/>
                    <a:pt x="1762" y="263"/>
                    <a:pt x="1620" y="691"/>
                  </a:cubicBezTo>
                  <a:cubicBezTo>
                    <a:pt x="1381" y="1382"/>
                    <a:pt x="738" y="1858"/>
                    <a:pt x="0" y="1858"/>
                  </a:cubicBezTo>
                  <a:lnTo>
                    <a:pt x="0" y="4930"/>
                  </a:lnTo>
                  <a:lnTo>
                    <a:pt x="810" y="4930"/>
                  </a:lnTo>
                  <a:cubicBezTo>
                    <a:pt x="1096" y="4930"/>
                    <a:pt x="1334" y="5049"/>
                    <a:pt x="1548" y="5216"/>
                  </a:cubicBezTo>
                  <a:cubicBezTo>
                    <a:pt x="1762" y="5406"/>
                    <a:pt x="2024" y="5526"/>
                    <a:pt x="2286" y="5526"/>
                  </a:cubicBezTo>
                  <a:lnTo>
                    <a:pt x="3096" y="5526"/>
                  </a:lnTo>
                  <a:lnTo>
                    <a:pt x="3096" y="5502"/>
                  </a:lnTo>
                  <a:lnTo>
                    <a:pt x="3048" y="5502"/>
                  </a:lnTo>
                  <a:lnTo>
                    <a:pt x="3048" y="1215"/>
                  </a:lnTo>
                  <a:lnTo>
                    <a:pt x="3668" y="1215"/>
                  </a:lnTo>
                  <a:cubicBezTo>
                    <a:pt x="4358" y="1215"/>
                    <a:pt x="4882" y="691"/>
                    <a:pt x="488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97"/>
            <p:cNvSpPr/>
            <p:nvPr/>
          </p:nvSpPr>
          <p:spPr>
            <a:xfrm>
              <a:off x="3271644" y="2073228"/>
              <a:ext cx="39834" cy="140582"/>
            </a:xfrm>
            <a:custGeom>
              <a:rect b="b" l="l" r="r" t="t"/>
              <a:pathLst>
                <a:path extrusionOk="0" h="4288" w="1215">
                  <a:moveTo>
                    <a:pt x="0" y="1"/>
                  </a:moveTo>
                  <a:lnTo>
                    <a:pt x="0" y="4288"/>
                  </a:lnTo>
                  <a:lnTo>
                    <a:pt x="1215" y="4288"/>
                  </a:lnTo>
                  <a:lnTo>
                    <a:pt x="121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97"/>
            <p:cNvSpPr/>
            <p:nvPr/>
          </p:nvSpPr>
          <p:spPr>
            <a:xfrm>
              <a:off x="3489467" y="2205975"/>
              <a:ext cx="13311" cy="13311"/>
            </a:xfrm>
            <a:custGeom>
              <a:rect b="b" l="l" r="r" t="t"/>
              <a:pathLst>
                <a:path extrusionOk="0" h="406" w="406">
                  <a:moveTo>
                    <a:pt x="191" y="0"/>
                  </a:moveTo>
                  <a:cubicBezTo>
                    <a:pt x="96" y="0"/>
                    <a:pt x="1" y="72"/>
                    <a:pt x="1" y="191"/>
                  </a:cubicBezTo>
                  <a:cubicBezTo>
                    <a:pt x="1" y="310"/>
                    <a:pt x="96" y="405"/>
                    <a:pt x="191" y="405"/>
                  </a:cubicBezTo>
                  <a:cubicBezTo>
                    <a:pt x="310" y="405"/>
                    <a:pt x="406" y="310"/>
                    <a:pt x="406" y="191"/>
                  </a:cubicBezTo>
                  <a:cubicBezTo>
                    <a:pt x="406" y="72"/>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97"/>
            <p:cNvSpPr/>
            <p:nvPr/>
          </p:nvSpPr>
          <p:spPr>
            <a:xfrm>
              <a:off x="3264628" y="1921762"/>
              <a:ext cx="345128" cy="341226"/>
            </a:xfrm>
            <a:custGeom>
              <a:rect b="b" l="l" r="r" t="t"/>
              <a:pathLst>
                <a:path extrusionOk="0" h="10408" w="10527">
                  <a:moveTo>
                    <a:pt x="9597" y="4192"/>
                  </a:moveTo>
                  <a:cubicBezTo>
                    <a:pt x="9812" y="4192"/>
                    <a:pt x="9978" y="4335"/>
                    <a:pt x="10002" y="4549"/>
                  </a:cubicBezTo>
                  <a:cubicBezTo>
                    <a:pt x="10050" y="4788"/>
                    <a:pt x="9835" y="5002"/>
                    <a:pt x="9597" y="5002"/>
                  </a:cubicBezTo>
                  <a:lnTo>
                    <a:pt x="9002" y="5002"/>
                  </a:lnTo>
                  <a:cubicBezTo>
                    <a:pt x="8764" y="5002"/>
                    <a:pt x="8573" y="4788"/>
                    <a:pt x="8573" y="4549"/>
                  </a:cubicBezTo>
                  <a:cubicBezTo>
                    <a:pt x="8621" y="4335"/>
                    <a:pt x="8788" y="4192"/>
                    <a:pt x="9002" y="4192"/>
                  </a:cubicBezTo>
                  <a:close/>
                  <a:moveTo>
                    <a:pt x="9645" y="5454"/>
                  </a:moveTo>
                  <a:cubicBezTo>
                    <a:pt x="9883" y="5454"/>
                    <a:pt x="10074" y="5645"/>
                    <a:pt x="10074" y="5883"/>
                  </a:cubicBezTo>
                  <a:cubicBezTo>
                    <a:pt x="10002" y="6074"/>
                    <a:pt x="9835" y="6240"/>
                    <a:pt x="9621" y="6240"/>
                  </a:cubicBezTo>
                  <a:lnTo>
                    <a:pt x="9026" y="6240"/>
                  </a:lnTo>
                  <a:cubicBezTo>
                    <a:pt x="8811" y="6240"/>
                    <a:pt x="8645" y="6097"/>
                    <a:pt x="8621" y="5883"/>
                  </a:cubicBezTo>
                  <a:cubicBezTo>
                    <a:pt x="8573" y="5645"/>
                    <a:pt x="8788" y="5454"/>
                    <a:pt x="9026" y="5454"/>
                  </a:cubicBezTo>
                  <a:close/>
                  <a:moveTo>
                    <a:pt x="9645" y="6669"/>
                  </a:moveTo>
                  <a:cubicBezTo>
                    <a:pt x="9883" y="6669"/>
                    <a:pt x="10074" y="6883"/>
                    <a:pt x="10074" y="7121"/>
                  </a:cubicBezTo>
                  <a:cubicBezTo>
                    <a:pt x="10002" y="7288"/>
                    <a:pt x="9835" y="7479"/>
                    <a:pt x="9621" y="7479"/>
                  </a:cubicBezTo>
                  <a:lnTo>
                    <a:pt x="9026" y="7479"/>
                  </a:lnTo>
                  <a:cubicBezTo>
                    <a:pt x="8811" y="7479"/>
                    <a:pt x="8645" y="7312"/>
                    <a:pt x="8621" y="7121"/>
                  </a:cubicBezTo>
                  <a:cubicBezTo>
                    <a:pt x="8573" y="6883"/>
                    <a:pt x="8788" y="6669"/>
                    <a:pt x="9026" y="6669"/>
                  </a:cubicBezTo>
                  <a:close/>
                  <a:moveTo>
                    <a:pt x="1238" y="4811"/>
                  </a:moveTo>
                  <a:lnTo>
                    <a:pt x="1238" y="8693"/>
                  </a:lnTo>
                  <a:lnTo>
                    <a:pt x="429" y="8693"/>
                  </a:lnTo>
                  <a:lnTo>
                    <a:pt x="429" y="4811"/>
                  </a:lnTo>
                  <a:close/>
                  <a:moveTo>
                    <a:pt x="9645" y="7884"/>
                  </a:moveTo>
                  <a:cubicBezTo>
                    <a:pt x="9883" y="7884"/>
                    <a:pt x="10074" y="8098"/>
                    <a:pt x="10074" y="8336"/>
                  </a:cubicBezTo>
                  <a:cubicBezTo>
                    <a:pt x="10002" y="8503"/>
                    <a:pt x="9835" y="8693"/>
                    <a:pt x="9621" y="8693"/>
                  </a:cubicBezTo>
                  <a:lnTo>
                    <a:pt x="9026" y="8693"/>
                  </a:lnTo>
                  <a:cubicBezTo>
                    <a:pt x="8811" y="8693"/>
                    <a:pt x="8645" y="8550"/>
                    <a:pt x="8621" y="8336"/>
                  </a:cubicBezTo>
                  <a:cubicBezTo>
                    <a:pt x="8573" y="8098"/>
                    <a:pt x="8788" y="7884"/>
                    <a:pt x="9026" y="7884"/>
                  </a:cubicBezTo>
                  <a:close/>
                  <a:moveTo>
                    <a:pt x="6049" y="3645"/>
                  </a:moveTo>
                  <a:cubicBezTo>
                    <a:pt x="6025" y="4049"/>
                    <a:pt x="5597" y="4407"/>
                    <a:pt x="5096" y="4407"/>
                  </a:cubicBezTo>
                  <a:lnTo>
                    <a:pt x="4477" y="4407"/>
                  </a:lnTo>
                  <a:cubicBezTo>
                    <a:pt x="4358" y="4407"/>
                    <a:pt x="4263" y="4502"/>
                    <a:pt x="4263" y="4621"/>
                  </a:cubicBezTo>
                  <a:lnTo>
                    <a:pt x="4263" y="5240"/>
                  </a:lnTo>
                  <a:cubicBezTo>
                    <a:pt x="4263" y="5812"/>
                    <a:pt x="3810" y="6240"/>
                    <a:pt x="3263" y="6240"/>
                  </a:cubicBezTo>
                  <a:cubicBezTo>
                    <a:pt x="3144" y="6240"/>
                    <a:pt x="3048" y="6336"/>
                    <a:pt x="3048" y="6431"/>
                  </a:cubicBezTo>
                  <a:cubicBezTo>
                    <a:pt x="3048" y="6550"/>
                    <a:pt x="3144" y="6669"/>
                    <a:pt x="3263" y="6669"/>
                  </a:cubicBezTo>
                  <a:cubicBezTo>
                    <a:pt x="3644" y="6669"/>
                    <a:pt x="4025" y="6478"/>
                    <a:pt x="4263" y="6240"/>
                  </a:cubicBezTo>
                  <a:lnTo>
                    <a:pt x="4263" y="8717"/>
                  </a:lnTo>
                  <a:lnTo>
                    <a:pt x="3668" y="8717"/>
                  </a:lnTo>
                  <a:cubicBezTo>
                    <a:pt x="3429" y="8717"/>
                    <a:pt x="3215" y="8622"/>
                    <a:pt x="3072" y="8479"/>
                  </a:cubicBezTo>
                  <a:cubicBezTo>
                    <a:pt x="2834" y="8241"/>
                    <a:pt x="2501" y="8122"/>
                    <a:pt x="2191" y="8122"/>
                  </a:cubicBezTo>
                  <a:lnTo>
                    <a:pt x="1596" y="8122"/>
                  </a:lnTo>
                  <a:lnTo>
                    <a:pt x="1596" y="5478"/>
                  </a:lnTo>
                  <a:cubicBezTo>
                    <a:pt x="2334" y="5383"/>
                    <a:pt x="2953" y="4907"/>
                    <a:pt x="3191" y="4192"/>
                  </a:cubicBezTo>
                  <a:cubicBezTo>
                    <a:pt x="3310" y="3859"/>
                    <a:pt x="3596" y="3645"/>
                    <a:pt x="3929" y="3645"/>
                  </a:cubicBezTo>
                  <a:close/>
                  <a:moveTo>
                    <a:pt x="5096" y="1"/>
                  </a:moveTo>
                  <a:cubicBezTo>
                    <a:pt x="4644" y="1"/>
                    <a:pt x="4287" y="358"/>
                    <a:pt x="4287" y="811"/>
                  </a:cubicBezTo>
                  <a:lnTo>
                    <a:pt x="4287" y="3144"/>
                  </a:lnTo>
                  <a:lnTo>
                    <a:pt x="4001" y="3144"/>
                  </a:lnTo>
                  <a:cubicBezTo>
                    <a:pt x="3501" y="3144"/>
                    <a:pt x="3048" y="3478"/>
                    <a:pt x="2858" y="3954"/>
                  </a:cubicBezTo>
                  <a:cubicBezTo>
                    <a:pt x="2691" y="4502"/>
                    <a:pt x="2215" y="4883"/>
                    <a:pt x="1643" y="4978"/>
                  </a:cubicBezTo>
                  <a:lnTo>
                    <a:pt x="1643" y="4573"/>
                  </a:lnTo>
                  <a:cubicBezTo>
                    <a:pt x="1643" y="4454"/>
                    <a:pt x="1548" y="4383"/>
                    <a:pt x="1429" y="4383"/>
                  </a:cubicBezTo>
                  <a:lnTo>
                    <a:pt x="214" y="4383"/>
                  </a:lnTo>
                  <a:cubicBezTo>
                    <a:pt x="95" y="4383"/>
                    <a:pt x="0" y="4454"/>
                    <a:pt x="0" y="4573"/>
                  </a:cubicBezTo>
                  <a:lnTo>
                    <a:pt x="0" y="8860"/>
                  </a:lnTo>
                  <a:cubicBezTo>
                    <a:pt x="0" y="8979"/>
                    <a:pt x="95" y="9074"/>
                    <a:pt x="214" y="9074"/>
                  </a:cubicBezTo>
                  <a:lnTo>
                    <a:pt x="1429" y="9074"/>
                  </a:lnTo>
                  <a:cubicBezTo>
                    <a:pt x="1548" y="9074"/>
                    <a:pt x="1643" y="8979"/>
                    <a:pt x="1643" y="8860"/>
                  </a:cubicBezTo>
                  <a:lnTo>
                    <a:pt x="1643" y="8455"/>
                  </a:lnTo>
                  <a:lnTo>
                    <a:pt x="2239" y="8455"/>
                  </a:lnTo>
                  <a:cubicBezTo>
                    <a:pt x="2477" y="8455"/>
                    <a:pt x="2691" y="8550"/>
                    <a:pt x="2834" y="8693"/>
                  </a:cubicBezTo>
                  <a:cubicBezTo>
                    <a:pt x="3072" y="8931"/>
                    <a:pt x="3406" y="9050"/>
                    <a:pt x="3739" y="9050"/>
                  </a:cubicBezTo>
                  <a:lnTo>
                    <a:pt x="4334" y="9050"/>
                  </a:lnTo>
                  <a:lnTo>
                    <a:pt x="4334" y="10170"/>
                  </a:lnTo>
                  <a:cubicBezTo>
                    <a:pt x="4334" y="10289"/>
                    <a:pt x="4406" y="10384"/>
                    <a:pt x="4525" y="10384"/>
                  </a:cubicBezTo>
                  <a:lnTo>
                    <a:pt x="6287" y="10384"/>
                  </a:lnTo>
                  <a:cubicBezTo>
                    <a:pt x="6478" y="10217"/>
                    <a:pt x="6359" y="10003"/>
                    <a:pt x="6168" y="10003"/>
                  </a:cubicBezTo>
                  <a:lnTo>
                    <a:pt x="4834" y="10003"/>
                  </a:lnTo>
                  <a:cubicBezTo>
                    <a:pt x="4763" y="10003"/>
                    <a:pt x="4715" y="9932"/>
                    <a:pt x="4715" y="9884"/>
                  </a:cubicBezTo>
                  <a:lnTo>
                    <a:pt x="4715" y="4764"/>
                  </a:lnTo>
                  <a:lnTo>
                    <a:pt x="5120" y="4764"/>
                  </a:lnTo>
                  <a:cubicBezTo>
                    <a:pt x="5906" y="4764"/>
                    <a:pt x="6549" y="4145"/>
                    <a:pt x="6549" y="3335"/>
                  </a:cubicBezTo>
                  <a:cubicBezTo>
                    <a:pt x="6549" y="3216"/>
                    <a:pt x="6478" y="3121"/>
                    <a:pt x="6359" y="3121"/>
                  </a:cubicBezTo>
                  <a:lnTo>
                    <a:pt x="4715" y="3121"/>
                  </a:lnTo>
                  <a:lnTo>
                    <a:pt x="4715" y="763"/>
                  </a:lnTo>
                  <a:cubicBezTo>
                    <a:pt x="4715" y="525"/>
                    <a:pt x="4882" y="358"/>
                    <a:pt x="5120" y="358"/>
                  </a:cubicBezTo>
                  <a:lnTo>
                    <a:pt x="9050" y="358"/>
                  </a:lnTo>
                  <a:cubicBezTo>
                    <a:pt x="9288" y="358"/>
                    <a:pt x="9478" y="525"/>
                    <a:pt x="9478" y="763"/>
                  </a:cubicBezTo>
                  <a:lnTo>
                    <a:pt x="9478" y="3740"/>
                  </a:lnTo>
                  <a:lnTo>
                    <a:pt x="9097" y="3740"/>
                  </a:lnTo>
                  <a:cubicBezTo>
                    <a:pt x="8669" y="3740"/>
                    <a:pt x="8288" y="4073"/>
                    <a:pt x="8240" y="4502"/>
                  </a:cubicBezTo>
                  <a:cubicBezTo>
                    <a:pt x="8216" y="4764"/>
                    <a:pt x="8335" y="5002"/>
                    <a:pt x="8526" y="5169"/>
                  </a:cubicBezTo>
                  <a:cubicBezTo>
                    <a:pt x="8335" y="5335"/>
                    <a:pt x="8240" y="5526"/>
                    <a:pt x="8240" y="5812"/>
                  </a:cubicBezTo>
                  <a:cubicBezTo>
                    <a:pt x="8240" y="6074"/>
                    <a:pt x="8359" y="6288"/>
                    <a:pt x="8526" y="6431"/>
                  </a:cubicBezTo>
                  <a:cubicBezTo>
                    <a:pt x="8335" y="6574"/>
                    <a:pt x="8240" y="6788"/>
                    <a:pt x="8240" y="7050"/>
                  </a:cubicBezTo>
                  <a:cubicBezTo>
                    <a:pt x="8240" y="7288"/>
                    <a:pt x="8359" y="7526"/>
                    <a:pt x="8526" y="7669"/>
                  </a:cubicBezTo>
                  <a:cubicBezTo>
                    <a:pt x="8335" y="7812"/>
                    <a:pt x="8216" y="8098"/>
                    <a:pt x="8240" y="8360"/>
                  </a:cubicBezTo>
                  <a:cubicBezTo>
                    <a:pt x="8288" y="8788"/>
                    <a:pt x="8645" y="9098"/>
                    <a:pt x="9097" y="9098"/>
                  </a:cubicBezTo>
                  <a:lnTo>
                    <a:pt x="9478" y="9098"/>
                  </a:lnTo>
                  <a:lnTo>
                    <a:pt x="9478" y="9812"/>
                  </a:lnTo>
                  <a:cubicBezTo>
                    <a:pt x="9478" y="9932"/>
                    <a:pt x="9383" y="10027"/>
                    <a:pt x="9264" y="10027"/>
                  </a:cubicBezTo>
                  <a:lnTo>
                    <a:pt x="7978" y="10027"/>
                  </a:lnTo>
                  <a:cubicBezTo>
                    <a:pt x="7954" y="10027"/>
                    <a:pt x="7930" y="10027"/>
                    <a:pt x="7907" y="10051"/>
                  </a:cubicBezTo>
                  <a:cubicBezTo>
                    <a:pt x="7740" y="10241"/>
                    <a:pt x="7859" y="10408"/>
                    <a:pt x="8049" y="10408"/>
                  </a:cubicBezTo>
                  <a:lnTo>
                    <a:pt x="9478" y="10408"/>
                  </a:lnTo>
                  <a:cubicBezTo>
                    <a:pt x="9716" y="10408"/>
                    <a:pt x="9883" y="10241"/>
                    <a:pt x="9883" y="10003"/>
                  </a:cubicBezTo>
                  <a:lnTo>
                    <a:pt x="9883" y="9050"/>
                  </a:lnTo>
                  <a:cubicBezTo>
                    <a:pt x="10240" y="8955"/>
                    <a:pt x="10526" y="8622"/>
                    <a:pt x="10526" y="8241"/>
                  </a:cubicBezTo>
                  <a:cubicBezTo>
                    <a:pt x="10526" y="8003"/>
                    <a:pt x="10407" y="7764"/>
                    <a:pt x="10240" y="7622"/>
                  </a:cubicBezTo>
                  <a:cubicBezTo>
                    <a:pt x="10431" y="7479"/>
                    <a:pt x="10526" y="7264"/>
                    <a:pt x="10526" y="7002"/>
                  </a:cubicBezTo>
                  <a:cubicBezTo>
                    <a:pt x="10526" y="6740"/>
                    <a:pt x="10407" y="6526"/>
                    <a:pt x="10240" y="6359"/>
                  </a:cubicBezTo>
                  <a:cubicBezTo>
                    <a:pt x="10431" y="6216"/>
                    <a:pt x="10526" y="6002"/>
                    <a:pt x="10526" y="5740"/>
                  </a:cubicBezTo>
                  <a:cubicBezTo>
                    <a:pt x="10526" y="5478"/>
                    <a:pt x="10407" y="5264"/>
                    <a:pt x="10240" y="5121"/>
                  </a:cubicBezTo>
                  <a:cubicBezTo>
                    <a:pt x="10336" y="5050"/>
                    <a:pt x="10455" y="4859"/>
                    <a:pt x="10455" y="4621"/>
                  </a:cubicBezTo>
                  <a:cubicBezTo>
                    <a:pt x="10455" y="4216"/>
                    <a:pt x="10193" y="3930"/>
                    <a:pt x="9835" y="3811"/>
                  </a:cubicBezTo>
                  <a:lnTo>
                    <a:pt x="9835" y="811"/>
                  </a:lnTo>
                  <a:cubicBezTo>
                    <a:pt x="9835" y="358"/>
                    <a:pt x="9478" y="1"/>
                    <a:pt x="90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97"/>
            <p:cNvSpPr/>
            <p:nvPr/>
          </p:nvSpPr>
          <p:spPr>
            <a:xfrm>
              <a:off x="3467600" y="1961595"/>
              <a:ext cx="54685" cy="14098"/>
            </a:xfrm>
            <a:custGeom>
              <a:rect b="b" l="l" r="r" t="t"/>
              <a:pathLst>
                <a:path extrusionOk="0" h="430" w="1668">
                  <a:moveTo>
                    <a:pt x="239" y="0"/>
                  </a:moveTo>
                  <a:cubicBezTo>
                    <a:pt x="168" y="0"/>
                    <a:pt x="48" y="72"/>
                    <a:pt x="48" y="191"/>
                  </a:cubicBezTo>
                  <a:cubicBezTo>
                    <a:pt x="1" y="310"/>
                    <a:pt x="120" y="429"/>
                    <a:pt x="239" y="429"/>
                  </a:cubicBezTo>
                  <a:lnTo>
                    <a:pt x="1477" y="429"/>
                  </a:lnTo>
                  <a:cubicBezTo>
                    <a:pt x="1596" y="429"/>
                    <a:pt x="1668" y="310"/>
                    <a:pt x="1668" y="191"/>
                  </a:cubicBezTo>
                  <a:cubicBezTo>
                    <a:pt x="1644" y="72"/>
                    <a:pt x="1549" y="0"/>
                    <a:pt x="1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97"/>
            <p:cNvSpPr/>
            <p:nvPr/>
          </p:nvSpPr>
          <p:spPr>
            <a:xfrm>
              <a:off x="3489467" y="2250464"/>
              <a:ext cx="13311" cy="14098"/>
            </a:xfrm>
            <a:custGeom>
              <a:rect b="b" l="l" r="r" t="t"/>
              <a:pathLst>
                <a:path extrusionOk="0" h="430" w="406">
                  <a:moveTo>
                    <a:pt x="191" y="1"/>
                  </a:moveTo>
                  <a:cubicBezTo>
                    <a:pt x="96" y="1"/>
                    <a:pt x="1" y="96"/>
                    <a:pt x="1" y="215"/>
                  </a:cubicBezTo>
                  <a:cubicBezTo>
                    <a:pt x="1" y="334"/>
                    <a:pt x="96" y="429"/>
                    <a:pt x="191" y="429"/>
                  </a:cubicBezTo>
                  <a:cubicBezTo>
                    <a:pt x="310" y="429"/>
                    <a:pt x="406" y="334"/>
                    <a:pt x="406" y="215"/>
                  </a:cubicBezTo>
                  <a:cubicBezTo>
                    <a:pt x="406"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7" name="Google Shape;21607;p97"/>
          <p:cNvGrpSpPr/>
          <p:nvPr/>
        </p:nvGrpSpPr>
        <p:grpSpPr>
          <a:xfrm>
            <a:off x="4056348" y="1768607"/>
            <a:ext cx="296737" cy="343554"/>
            <a:chOff x="4048484" y="1921007"/>
            <a:chExt cx="296737" cy="343554"/>
          </a:xfrm>
        </p:grpSpPr>
        <p:sp>
          <p:nvSpPr>
            <p:cNvPr id="21608" name="Google Shape;21608;p97"/>
            <p:cNvSpPr/>
            <p:nvPr/>
          </p:nvSpPr>
          <p:spPr>
            <a:xfrm>
              <a:off x="4056287" y="1928810"/>
              <a:ext cx="140582" cy="99961"/>
            </a:xfrm>
            <a:custGeom>
              <a:rect b="b" l="l" r="r" t="t"/>
              <a:pathLst>
                <a:path extrusionOk="0" h="3049" w="4288">
                  <a:moveTo>
                    <a:pt x="430" y="0"/>
                  </a:moveTo>
                  <a:cubicBezTo>
                    <a:pt x="168" y="0"/>
                    <a:pt x="1" y="167"/>
                    <a:pt x="1" y="405"/>
                  </a:cubicBezTo>
                  <a:lnTo>
                    <a:pt x="1" y="3049"/>
                  </a:lnTo>
                  <a:lnTo>
                    <a:pt x="4288" y="3049"/>
                  </a:lnTo>
                  <a:lnTo>
                    <a:pt x="4288" y="1215"/>
                  </a:lnTo>
                  <a:lnTo>
                    <a:pt x="3192" y="119"/>
                  </a:lnTo>
                  <a:cubicBezTo>
                    <a:pt x="3097" y="24"/>
                    <a:pt x="3002" y="0"/>
                    <a:pt x="28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97"/>
            <p:cNvSpPr/>
            <p:nvPr/>
          </p:nvSpPr>
          <p:spPr>
            <a:xfrm>
              <a:off x="4055533" y="2028739"/>
              <a:ext cx="281099" cy="144483"/>
            </a:xfrm>
            <a:custGeom>
              <a:rect b="b" l="l" r="r" t="t"/>
              <a:pathLst>
                <a:path extrusionOk="0" h="4407" w="8574">
                  <a:moveTo>
                    <a:pt x="0" y="1"/>
                  </a:moveTo>
                  <a:lnTo>
                    <a:pt x="0" y="4406"/>
                  </a:lnTo>
                  <a:lnTo>
                    <a:pt x="8573" y="4406"/>
                  </a:lnTo>
                  <a:lnTo>
                    <a:pt x="8573"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97"/>
            <p:cNvSpPr/>
            <p:nvPr/>
          </p:nvSpPr>
          <p:spPr>
            <a:xfrm>
              <a:off x="4296011" y="1988151"/>
              <a:ext cx="40621" cy="39834"/>
            </a:xfrm>
            <a:custGeom>
              <a:rect b="b" l="l" r="r" t="t"/>
              <a:pathLst>
                <a:path extrusionOk="0" h="1215" w="1239">
                  <a:moveTo>
                    <a:pt x="0" y="0"/>
                  </a:moveTo>
                  <a:lnTo>
                    <a:pt x="0" y="1215"/>
                  </a:lnTo>
                  <a:lnTo>
                    <a:pt x="1238" y="1215"/>
                  </a:lnTo>
                  <a:lnTo>
                    <a:pt x="1238" y="405"/>
                  </a:lnTo>
                  <a:cubicBezTo>
                    <a:pt x="1238" y="215"/>
                    <a:pt x="1048"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97"/>
            <p:cNvSpPr/>
            <p:nvPr/>
          </p:nvSpPr>
          <p:spPr>
            <a:xfrm>
              <a:off x="4296011" y="2216105"/>
              <a:ext cx="41407" cy="41440"/>
            </a:xfrm>
            <a:custGeom>
              <a:rect b="b" l="l" r="r" t="t"/>
              <a:pathLst>
                <a:path extrusionOk="0" h="1264" w="1263">
                  <a:moveTo>
                    <a:pt x="643" y="1"/>
                  </a:moveTo>
                  <a:cubicBezTo>
                    <a:pt x="286" y="1"/>
                    <a:pt x="0" y="287"/>
                    <a:pt x="0" y="644"/>
                  </a:cubicBezTo>
                  <a:cubicBezTo>
                    <a:pt x="0" y="977"/>
                    <a:pt x="286" y="1263"/>
                    <a:pt x="643" y="1263"/>
                  </a:cubicBezTo>
                  <a:cubicBezTo>
                    <a:pt x="976" y="1263"/>
                    <a:pt x="1262" y="977"/>
                    <a:pt x="1262" y="644"/>
                  </a:cubicBezTo>
                  <a:cubicBezTo>
                    <a:pt x="1262" y="287"/>
                    <a:pt x="976" y="1"/>
                    <a:pt x="64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97"/>
            <p:cNvSpPr/>
            <p:nvPr/>
          </p:nvSpPr>
          <p:spPr>
            <a:xfrm>
              <a:off x="4096121" y="1968611"/>
              <a:ext cx="200677" cy="60160"/>
            </a:xfrm>
            <a:custGeom>
              <a:rect b="b" l="l" r="r" t="t"/>
              <a:pathLst>
                <a:path extrusionOk="0" h="1835" w="6121">
                  <a:moveTo>
                    <a:pt x="1" y="1"/>
                  </a:moveTo>
                  <a:lnTo>
                    <a:pt x="1" y="1835"/>
                  </a:lnTo>
                  <a:lnTo>
                    <a:pt x="6121" y="1835"/>
                  </a:lnTo>
                  <a:lnTo>
                    <a:pt x="6121"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97"/>
            <p:cNvSpPr/>
            <p:nvPr/>
          </p:nvSpPr>
          <p:spPr>
            <a:xfrm>
              <a:off x="4157035" y="2217679"/>
              <a:ext cx="79668" cy="39867"/>
            </a:xfrm>
            <a:custGeom>
              <a:rect b="b" l="l" r="r" t="t"/>
              <a:pathLst>
                <a:path extrusionOk="0" h="1216" w="2430">
                  <a:moveTo>
                    <a:pt x="0" y="1"/>
                  </a:moveTo>
                  <a:lnTo>
                    <a:pt x="0" y="1215"/>
                  </a:lnTo>
                  <a:lnTo>
                    <a:pt x="2429" y="1215"/>
                  </a:lnTo>
                  <a:lnTo>
                    <a:pt x="24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97"/>
            <p:cNvSpPr/>
            <p:nvPr/>
          </p:nvSpPr>
          <p:spPr>
            <a:xfrm>
              <a:off x="4056287" y="2216105"/>
              <a:ext cx="40653" cy="41440"/>
            </a:xfrm>
            <a:custGeom>
              <a:rect b="b" l="l" r="r" t="t"/>
              <a:pathLst>
                <a:path extrusionOk="0" h="1264" w="1240">
                  <a:moveTo>
                    <a:pt x="620" y="1"/>
                  </a:moveTo>
                  <a:cubicBezTo>
                    <a:pt x="287" y="1"/>
                    <a:pt x="1" y="287"/>
                    <a:pt x="1" y="644"/>
                  </a:cubicBezTo>
                  <a:cubicBezTo>
                    <a:pt x="1" y="977"/>
                    <a:pt x="287" y="1263"/>
                    <a:pt x="620" y="1263"/>
                  </a:cubicBezTo>
                  <a:cubicBezTo>
                    <a:pt x="977" y="1263"/>
                    <a:pt x="1239" y="977"/>
                    <a:pt x="1239" y="644"/>
                  </a:cubicBezTo>
                  <a:cubicBezTo>
                    <a:pt x="1239" y="287"/>
                    <a:pt x="977" y="1"/>
                    <a:pt x="6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97"/>
            <p:cNvSpPr/>
            <p:nvPr/>
          </p:nvSpPr>
          <p:spPr>
            <a:xfrm>
              <a:off x="4209327" y="2123979"/>
              <a:ext cx="93732" cy="13311"/>
            </a:xfrm>
            <a:custGeom>
              <a:rect b="b" l="l" r="r" t="t"/>
              <a:pathLst>
                <a:path extrusionOk="0" h="406" w="2859">
                  <a:moveTo>
                    <a:pt x="215" y="1"/>
                  </a:moveTo>
                  <a:cubicBezTo>
                    <a:pt x="96" y="1"/>
                    <a:pt x="1" y="72"/>
                    <a:pt x="1" y="191"/>
                  </a:cubicBezTo>
                  <a:cubicBezTo>
                    <a:pt x="1" y="310"/>
                    <a:pt x="120" y="406"/>
                    <a:pt x="215" y="406"/>
                  </a:cubicBezTo>
                  <a:lnTo>
                    <a:pt x="2668" y="406"/>
                  </a:lnTo>
                  <a:cubicBezTo>
                    <a:pt x="2787" y="406"/>
                    <a:pt x="2858" y="310"/>
                    <a:pt x="2858" y="191"/>
                  </a:cubicBezTo>
                  <a:cubicBezTo>
                    <a:pt x="2858" y="72"/>
                    <a:pt x="2787" y="1"/>
                    <a:pt x="2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97"/>
            <p:cNvSpPr/>
            <p:nvPr/>
          </p:nvSpPr>
          <p:spPr>
            <a:xfrm>
              <a:off x="4209327" y="2083392"/>
              <a:ext cx="53899" cy="14098"/>
            </a:xfrm>
            <a:custGeom>
              <a:rect b="b" l="l" r="r" t="t"/>
              <a:pathLst>
                <a:path extrusionOk="0" h="430" w="1644">
                  <a:moveTo>
                    <a:pt x="215" y="1"/>
                  </a:moveTo>
                  <a:cubicBezTo>
                    <a:pt x="96" y="1"/>
                    <a:pt x="1" y="96"/>
                    <a:pt x="1" y="215"/>
                  </a:cubicBezTo>
                  <a:cubicBezTo>
                    <a:pt x="1" y="334"/>
                    <a:pt x="120" y="429"/>
                    <a:pt x="215" y="429"/>
                  </a:cubicBezTo>
                  <a:lnTo>
                    <a:pt x="1430" y="429"/>
                  </a:lnTo>
                  <a:cubicBezTo>
                    <a:pt x="1549" y="429"/>
                    <a:pt x="1644" y="334"/>
                    <a:pt x="1644" y="215"/>
                  </a:cubicBezTo>
                  <a:cubicBezTo>
                    <a:pt x="1644" y="96"/>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97"/>
            <p:cNvSpPr/>
            <p:nvPr/>
          </p:nvSpPr>
          <p:spPr>
            <a:xfrm>
              <a:off x="4048484" y="1921007"/>
              <a:ext cx="296737" cy="343554"/>
            </a:xfrm>
            <a:custGeom>
              <a:rect b="b" l="l" r="r" t="t"/>
              <a:pathLst>
                <a:path extrusionOk="0" h="10479" w="9051">
                  <a:moveTo>
                    <a:pt x="3121" y="429"/>
                  </a:moveTo>
                  <a:cubicBezTo>
                    <a:pt x="3192" y="429"/>
                    <a:pt x="3240" y="476"/>
                    <a:pt x="3287" y="500"/>
                  </a:cubicBezTo>
                  <a:lnTo>
                    <a:pt x="4025" y="1238"/>
                  </a:lnTo>
                  <a:lnTo>
                    <a:pt x="1454" y="1238"/>
                  </a:lnTo>
                  <a:cubicBezTo>
                    <a:pt x="1334" y="1238"/>
                    <a:pt x="1263" y="1334"/>
                    <a:pt x="1263" y="1453"/>
                  </a:cubicBezTo>
                  <a:lnTo>
                    <a:pt x="1263" y="3072"/>
                  </a:lnTo>
                  <a:lnTo>
                    <a:pt x="453" y="3072"/>
                  </a:lnTo>
                  <a:lnTo>
                    <a:pt x="453" y="643"/>
                  </a:lnTo>
                  <a:cubicBezTo>
                    <a:pt x="453" y="524"/>
                    <a:pt x="549" y="429"/>
                    <a:pt x="668" y="429"/>
                  </a:cubicBezTo>
                  <a:close/>
                  <a:moveTo>
                    <a:pt x="8467" y="2282"/>
                  </a:moveTo>
                  <a:cubicBezTo>
                    <a:pt x="8544" y="2282"/>
                    <a:pt x="8598" y="2349"/>
                    <a:pt x="8598" y="2453"/>
                  </a:cubicBezTo>
                  <a:lnTo>
                    <a:pt x="8598" y="3096"/>
                  </a:lnTo>
                  <a:lnTo>
                    <a:pt x="7812" y="3096"/>
                  </a:lnTo>
                  <a:lnTo>
                    <a:pt x="7812" y="2286"/>
                  </a:lnTo>
                  <a:lnTo>
                    <a:pt x="8431" y="2286"/>
                  </a:lnTo>
                  <a:cubicBezTo>
                    <a:pt x="8443" y="2283"/>
                    <a:pt x="8455" y="2282"/>
                    <a:pt x="8467" y="2282"/>
                  </a:cubicBezTo>
                  <a:close/>
                  <a:moveTo>
                    <a:pt x="7383" y="1620"/>
                  </a:moveTo>
                  <a:lnTo>
                    <a:pt x="7383" y="3048"/>
                  </a:lnTo>
                  <a:lnTo>
                    <a:pt x="5454" y="3048"/>
                  </a:lnTo>
                  <a:cubicBezTo>
                    <a:pt x="5359" y="3048"/>
                    <a:pt x="5240" y="3120"/>
                    <a:pt x="5240" y="3239"/>
                  </a:cubicBezTo>
                  <a:cubicBezTo>
                    <a:pt x="5216" y="3358"/>
                    <a:pt x="5335" y="3477"/>
                    <a:pt x="5454" y="3477"/>
                  </a:cubicBezTo>
                  <a:lnTo>
                    <a:pt x="8598" y="3477"/>
                  </a:lnTo>
                  <a:lnTo>
                    <a:pt x="8598" y="7454"/>
                  </a:lnTo>
                  <a:lnTo>
                    <a:pt x="453" y="7454"/>
                  </a:lnTo>
                  <a:lnTo>
                    <a:pt x="453" y="3477"/>
                  </a:lnTo>
                  <a:lnTo>
                    <a:pt x="3597" y="3477"/>
                  </a:lnTo>
                  <a:cubicBezTo>
                    <a:pt x="3692" y="3477"/>
                    <a:pt x="3811" y="3406"/>
                    <a:pt x="3811" y="3287"/>
                  </a:cubicBezTo>
                  <a:cubicBezTo>
                    <a:pt x="3835" y="3167"/>
                    <a:pt x="3716" y="3048"/>
                    <a:pt x="3597" y="3048"/>
                  </a:cubicBezTo>
                  <a:lnTo>
                    <a:pt x="1668" y="3048"/>
                  </a:lnTo>
                  <a:lnTo>
                    <a:pt x="1668" y="1620"/>
                  </a:lnTo>
                  <a:close/>
                  <a:moveTo>
                    <a:pt x="858" y="9216"/>
                  </a:moveTo>
                  <a:cubicBezTo>
                    <a:pt x="1096" y="9216"/>
                    <a:pt x="1287" y="9407"/>
                    <a:pt x="1287" y="9645"/>
                  </a:cubicBezTo>
                  <a:cubicBezTo>
                    <a:pt x="1263" y="9883"/>
                    <a:pt x="1073" y="10050"/>
                    <a:pt x="858" y="10050"/>
                  </a:cubicBezTo>
                  <a:cubicBezTo>
                    <a:pt x="620" y="10050"/>
                    <a:pt x="453" y="9883"/>
                    <a:pt x="453" y="9645"/>
                  </a:cubicBezTo>
                  <a:cubicBezTo>
                    <a:pt x="453" y="9407"/>
                    <a:pt x="620" y="9216"/>
                    <a:pt x="858" y="9216"/>
                  </a:cubicBezTo>
                  <a:close/>
                  <a:moveTo>
                    <a:pt x="5550" y="9240"/>
                  </a:moveTo>
                  <a:lnTo>
                    <a:pt x="5550" y="10050"/>
                  </a:lnTo>
                  <a:lnTo>
                    <a:pt x="3525" y="10050"/>
                  </a:lnTo>
                  <a:lnTo>
                    <a:pt x="3525" y="9240"/>
                  </a:lnTo>
                  <a:close/>
                  <a:moveTo>
                    <a:pt x="8193" y="9240"/>
                  </a:moveTo>
                  <a:cubicBezTo>
                    <a:pt x="8431" y="9240"/>
                    <a:pt x="8598" y="9431"/>
                    <a:pt x="8598" y="9669"/>
                  </a:cubicBezTo>
                  <a:cubicBezTo>
                    <a:pt x="8598" y="9907"/>
                    <a:pt x="8431" y="10074"/>
                    <a:pt x="8193" y="10074"/>
                  </a:cubicBezTo>
                  <a:cubicBezTo>
                    <a:pt x="7955" y="10074"/>
                    <a:pt x="7764" y="9907"/>
                    <a:pt x="7764" y="9669"/>
                  </a:cubicBezTo>
                  <a:cubicBezTo>
                    <a:pt x="7764" y="9431"/>
                    <a:pt x="7979" y="9240"/>
                    <a:pt x="8193" y="9240"/>
                  </a:cubicBezTo>
                  <a:close/>
                  <a:moveTo>
                    <a:pt x="620" y="0"/>
                  </a:moveTo>
                  <a:cubicBezTo>
                    <a:pt x="287" y="0"/>
                    <a:pt x="1" y="262"/>
                    <a:pt x="1" y="619"/>
                  </a:cubicBezTo>
                  <a:lnTo>
                    <a:pt x="1" y="7668"/>
                  </a:lnTo>
                  <a:cubicBezTo>
                    <a:pt x="1" y="7787"/>
                    <a:pt x="96" y="7883"/>
                    <a:pt x="215" y="7883"/>
                  </a:cubicBezTo>
                  <a:lnTo>
                    <a:pt x="4287" y="7883"/>
                  </a:lnTo>
                  <a:lnTo>
                    <a:pt x="4287" y="8835"/>
                  </a:lnTo>
                  <a:lnTo>
                    <a:pt x="3311" y="8835"/>
                  </a:lnTo>
                  <a:cubicBezTo>
                    <a:pt x="3192" y="8835"/>
                    <a:pt x="3097" y="8931"/>
                    <a:pt x="3097" y="9050"/>
                  </a:cubicBezTo>
                  <a:lnTo>
                    <a:pt x="3097" y="9454"/>
                  </a:lnTo>
                  <a:lnTo>
                    <a:pt x="1644" y="9454"/>
                  </a:lnTo>
                  <a:cubicBezTo>
                    <a:pt x="1553" y="9112"/>
                    <a:pt x="1221" y="8858"/>
                    <a:pt x="859" y="8858"/>
                  </a:cubicBezTo>
                  <a:cubicBezTo>
                    <a:pt x="843" y="8858"/>
                    <a:pt x="827" y="8858"/>
                    <a:pt x="811" y="8859"/>
                  </a:cubicBezTo>
                  <a:cubicBezTo>
                    <a:pt x="382" y="8883"/>
                    <a:pt x="72" y="9216"/>
                    <a:pt x="25" y="9597"/>
                  </a:cubicBezTo>
                  <a:cubicBezTo>
                    <a:pt x="1" y="10074"/>
                    <a:pt x="382" y="10478"/>
                    <a:pt x="834" y="10478"/>
                  </a:cubicBezTo>
                  <a:cubicBezTo>
                    <a:pt x="1215" y="10478"/>
                    <a:pt x="1525" y="10193"/>
                    <a:pt x="1644" y="9835"/>
                  </a:cubicBezTo>
                  <a:lnTo>
                    <a:pt x="3097" y="9835"/>
                  </a:lnTo>
                  <a:lnTo>
                    <a:pt x="3097" y="10264"/>
                  </a:lnTo>
                  <a:cubicBezTo>
                    <a:pt x="3097" y="10383"/>
                    <a:pt x="3192" y="10478"/>
                    <a:pt x="3311" y="10478"/>
                  </a:cubicBezTo>
                  <a:lnTo>
                    <a:pt x="5740" y="10478"/>
                  </a:lnTo>
                  <a:cubicBezTo>
                    <a:pt x="5859" y="10478"/>
                    <a:pt x="5954" y="10383"/>
                    <a:pt x="5954" y="10264"/>
                  </a:cubicBezTo>
                  <a:lnTo>
                    <a:pt x="5954" y="9835"/>
                  </a:lnTo>
                  <a:lnTo>
                    <a:pt x="7407" y="9835"/>
                  </a:lnTo>
                  <a:cubicBezTo>
                    <a:pt x="7495" y="10166"/>
                    <a:pt x="7808" y="10436"/>
                    <a:pt x="8157" y="10436"/>
                  </a:cubicBezTo>
                  <a:cubicBezTo>
                    <a:pt x="8185" y="10436"/>
                    <a:pt x="8213" y="10434"/>
                    <a:pt x="8241" y="10431"/>
                  </a:cubicBezTo>
                  <a:cubicBezTo>
                    <a:pt x="8669" y="10407"/>
                    <a:pt x="8979" y="10074"/>
                    <a:pt x="9027" y="9693"/>
                  </a:cubicBezTo>
                  <a:cubicBezTo>
                    <a:pt x="9050" y="9216"/>
                    <a:pt x="8669" y="8835"/>
                    <a:pt x="8217" y="8835"/>
                  </a:cubicBezTo>
                  <a:cubicBezTo>
                    <a:pt x="7836" y="8835"/>
                    <a:pt x="7526" y="9097"/>
                    <a:pt x="7407" y="9454"/>
                  </a:cubicBezTo>
                  <a:lnTo>
                    <a:pt x="5954" y="9454"/>
                  </a:lnTo>
                  <a:lnTo>
                    <a:pt x="5954" y="9050"/>
                  </a:lnTo>
                  <a:cubicBezTo>
                    <a:pt x="5954" y="8931"/>
                    <a:pt x="5859" y="8835"/>
                    <a:pt x="5740" y="8835"/>
                  </a:cubicBezTo>
                  <a:lnTo>
                    <a:pt x="4740" y="8835"/>
                  </a:lnTo>
                  <a:lnTo>
                    <a:pt x="4740" y="7883"/>
                  </a:lnTo>
                  <a:lnTo>
                    <a:pt x="8812" y="7883"/>
                  </a:lnTo>
                  <a:cubicBezTo>
                    <a:pt x="8931" y="7883"/>
                    <a:pt x="9027" y="7787"/>
                    <a:pt x="9027" y="7668"/>
                  </a:cubicBezTo>
                  <a:lnTo>
                    <a:pt x="9027" y="2453"/>
                  </a:lnTo>
                  <a:cubicBezTo>
                    <a:pt x="9027" y="2143"/>
                    <a:pt x="8765" y="1834"/>
                    <a:pt x="8407" y="1834"/>
                  </a:cubicBezTo>
                  <a:lnTo>
                    <a:pt x="7764" y="1834"/>
                  </a:lnTo>
                  <a:lnTo>
                    <a:pt x="7764" y="1429"/>
                  </a:lnTo>
                  <a:cubicBezTo>
                    <a:pt x="7764" y="1310"/>
                    <a:pt x="7669" y="1215"/>
                    <a:pt x="7550" y="1215"/>
                  </a:cubicBezTo>
                  <a:lnTo>
                    <a:pt x="4573" y="1215"/>
                  </a:lnTo>
                  <a:lnTo>
                    <a:pt x="3549" y="167"/>
                  </a:lnTo>
                  <a:cubicBezTo>
                    <a:pt x="3430" y="48"/>
                    <a:pt x="3287" y="0"/>
                    <a:pt x="30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97"/>
            <p:cNvSpPr/>
            <p:nvPr/>
          </p:nvSpPr>
          <p:spPr>
            <a:xfrm>
              <a:off x="4189820" y="2020936"/>
              <a:ext cx="14065" cy="14098"/>
            </a:xfrm>
            <a:custGeom>
              <a:rect b="b" l="l" r="r" t="t"/>
              <a:pathLst>
                <a:path extrusionOk="0" h="430" w="429">
                  <a:moveTo>
                    <a:pt x="215" y="0"/>
                  </a:moveTo>
                  <a:cubicBezTo>
                    <a:pt x="96" y="0"/>
                    <a:pt x="0" y="96"/>
                    <a:pt x="0" y="215"/>
                  </a:cubicBezTo>
                  <a:cubicBezTo>
                    <a:pt x="0" y="334"/>
                    <a:pt x="96" y="429"/>
                    <a:pt x="215" y="429"/>
                  </a:cubicBezTo>
                  <a:cubicBezTo>
                    <a:pt x="334" y="429"/>
                    <a:pt x="429" y="334"/>
                    <a:pt x="429" y="215"/>
                  </a:cubicBezTo>
                  <a:cubicBezTo>
                    <a:pt x="429" y="96"/>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9" name="Google Shape;21619;p97"/>
          <p:cNvGrpSpPr/>
          <p:nvPr/>
        </p:nvGrpSpPr>
        <p:grpSpPr>
          <a:xfrm>
            <a:off x="4790273" y="1793590"/>
            <a:ext cx="343554" cy="294377"/>
            <a:chOff x="4782409" y="1945990"/>
            <a:chExt cx="343554" cy="294377"/>
          </a:xfrm>
        </p:grpSpPr>
        <p:sp>
          <p:nvSpPr>
            <p:cNvPr id="21620" name="Google Shape;21620;p97"/>
            <p:cNvSpPr/>
            <p:nvPr/>
          </p:nvSpPr>
          <p:spPr>
            <a:xfrm>
              <a:off x="4789425" y="1992839"/>
              <a:ext cx="329522" cy="241265"/>
            </a:xfrm>
            <a:custGeom>
              <a:rect b="b" l="l" r="r" t="t"/>
              <a:pathLst>
                <a:path extrusionOk="0" h="7359" w="10051">
                  <a:moveTo>
                    <a:pt x="1" y="0"/>
                  </a:moveTo>
                  <a:lnTo>
                    <a:pt x="1" y="6930"/>
                  </a:lnTo>
                  <a:cubicBezTo>
                    <a:pt x="1" y="7168"/>
                    <a:pt x="167" y="7359"/>
                    <a:pt x="406" y="7359"/>
                  </a:cubicBezTo>
                  <a:lnTo>
                    <a:pt x="9646" y="7359"/>
                  </a:lnTo>
                  <a:cubicBezTo>
                    <a:pt x="9884" y="7359"/>
                    <a:pt x="10051" y="7168"/>
                    <a:pt x="10051" y="6930"/>
                  </a:cubicBezTo>
                  <a:lnTo>
                    <a:pt x="1005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97"/>
            <p:cNvSpPr/>
            <p:nvPr/>
          </p:nvSpPr>
          <p:spPr>
            <a:xfrm>
              <a:off x="5035378" y="1952219"/>
              <a:ext cx="83569" cy="39867"/>
            </a:xfrm>
            <a:custGeom>
              <a:rect b="b" l="l" r="r" t="t"/>
              <a:pathLst>
                <a:path extrusionOk="0" h="1216" w="2549">
                  <a:moveTo>
                    <a:pt x="0" y="1"/>
                  </a:moveTo>
                  <a:lnTo>
                    <a:pt x="0" y="1215"/>
                  </a:lnTo>
                  <a:lnTo>
                    <a:pt x="2549" y="1215"/>
                  </a:lnTo>
                  <a:lnTo>
                    <a:pt x="2549" y="406"/>
                  </a:lnTo>
                  <a:cubicBezTo>
                    <a:pt x="2549" y="191"/>
                    <a:pt x="2382" y="1"/>
                    <a:pt x="216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97"/>
            <p:cNvSpPr/>
            <p:nvPr/>
          </p:nvSpPr>
          <p:spPr>
            <a:xfrm>
              <a:off x="4790212" y="1952219"/>
              <a:ext cx="245199" cy="39867"/>
            </a:xfrm>
            <a:custGeom>
              <a:rect b="b" l="l" r="r" t="t"/>
              <a:pathLst>
                <a:path extrusionOk="0" h="1216" w="7479">
                  <a:moveTo>
                    <a:pt x="405" y="1"/>
                  </a:moveTo>
                  <a:cubicBezTo>
                    <a:pt x="191" y="1"/>
                    <a:pt x="1" y="167"/>
                    <a:pt x="1" y="406"/>
                  </a:cubicBezTo>
                  <a:lnTo>
                    <a:pt x="1" y="1215"/>
                  </a:lnTo>
                  <a:lnTo>
                    <a:pt x="7478" y="1215"/>
                  </a:lnTo>
                  <a:lnTo>
                    <a:pt x="747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97"/>
            <p:cNvSpPr/>
            <p:nvPr/>
          </p:nvSpPr>
          <p:spPr>
            <a:xfrm>
              <a:off x="5008036" y="2186468"/>
              <a:ext cx="13311" cy="13278"/>
            </a:xfrm>
            <a:custGeom>
              <a:rect b="b" l="l" r="r" t="t"/>
              <a:pathLst>
                <a:path extrusionOk="0" h="405" w="406">
                  <a:moveTo>
                    <a:pt x="215" y="0"/>
                  </a:moveTo>
                  <a:cubicBezTo>
                    <a:pt x="96" y="0"/>
                    <a:pt x="1" y="71"/>
                    <a:pt x="1" y="191"/>
                  </a:cubicBezTo>
                  <a:cubicBezTo>
                    <a:pt x="1" y="310"/>
                    <a:pt x="96" y="405"/>
                    <a:pt x="215" y="405"/>
                  </a:cubicBezTo>
                  <a:cubicBezTo>
                    <a:pt x="310" y="405"/>
                    <a:pt x="406" y="310"/>
                    <a:pt x="406" y="191"/>
                  </a:cubicBezTo>
                  <a:cubicBezTo>
                    <a:pt x="406" y="71"/>
                    <a:pt x="310"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97"/>
            <p:cNvSpPr/>
            <p:nvPr/>
          </p:nvSpPr>
          <p:spPr>
            <a:xfrm>
              <a:off x="4988528" y="2106046"/>
              <a:ext cx="13311" cy="14065"/>
            </a:xfrm>
            <a:custGeom>
              <a:rect b="b" l="l" r="r" t="t"/>
              <a:pathLst>
                <a:path extrusionOk="0" h="429" w="406">
                  <a:moveTo>
                    <a:pt x="215" y="0"/>
                  </a:moveTo>
                  <a:cubicBezTo>
                    <a:pt x="96" y="0"/>
                    <a:pt x="0" y="95"/>
                    <a:pt x="0" y="214"/>
                  </a:cubicBezTo>
                  <a:cubicBezTo>
                    <a:pt x="0" y="334"/>
                    <a:pt x="96" y="429"/>
                    <a:pt x="215" y="429"/>
                  </a:cubicBezTo>
                  <a:cubicBezTo>
                    <a:pt x="310" y="429"/>
                    <a:pt x="405" y="334"/>
                    <a:pt x="405" y="214"/>
                  </a:cubicBezTo>
                  <a:cubicBezTo>
                    <a:pt x="405" y="95"/>
                    <a:pt x="310"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97"/>
            <p:cNvSpPr/>
            <p:nvPr/>
          </p:nvSpPr>
          <p:spPr>
            <a:xfrm>
              <a:off x="4967448" y="2186468"/>
              <a:ext cx="14098" cy="13278"/>
            </a:xfrm>
            <a:custGeom>
              <a:rect b="b" l="l" r="r" t="t"/>
              <a:pathLst>
                <a:path extrusionOk="0" h="405" w="430">
                  <a:moveTo>
                    <a:pt x="215" y="0"/>
                  </a:moveTo>
                  <a:cubicBezTo>
                    <a:pt x="96" y="0"/>
                    <a:pt x="0" y="71"/>
                    <a:pt x="0" y="191"/>
                  </a:cubicBezTo>
                  <a:cubicBezTo>
                    <a:pt x="0" y="310"/>
                    <a:pt x="96" y="405"/>
                    <a:pt x="215" y="405"/>
                  </a:cubicBezTo>
                  <a:cubicBezTo>
                    <a:pt x="334" y="405"/>
                    <a:pt x="429" y="310"/>
                    <a:pt x="429" y="191"/>
                  </a:cubicBezTo>
                  <a:cubicBezTo>
                    <a:pt x="429" y="71"/>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97"/>
            <p:cNvSpPr/>
            <p:nvPr/>
          </p:nvSpPr>
          <p:spPr>
            <a:xfrm>
              <a:off x="4927614" y="2186468"/>
              <a:ext cx="14098" cy="13278"/>
            </a:xfrm>
            <a:custGeom>
              <a:rect b="b" l="l" r="r" t="t"/>
              <a:pathLst>
                <a:path extrusionOk="0" h="405" w="430">
                  <a:moveTo>
                    <a:pt x="215" y="0"/>
                  </a:moveTo>
                  <a:cubicBezTo>
                    <a:pt x="96" y="0"/>
                    <a:pt x="1" y="71"/>
                    <a:pt x="1" y="191"/>
                  </a:cubicBezTo>
                  <a:cubicBezTo>
                    <a:pt x="1" y="310"/>
                    <a:pt x="96" y="405"/>
                    <a:pt x="215" y="405"/>
                  </a:cubicBezTo>
                  <a:cubicBezTo>
                    <a:pt x="334" y="405"/>
                    <a:pt x="430" y="310"/>
                    <a:pt x="430" y="191"/>
                  </a:cubicBezTo>
                  <a:cubicBezTo>
                    <a:pt x="430" y="71"/>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97"/>
            <p:cNvSpPr/>
            <p:nvPr/>
          </p:nvSpPr>
          <p:spPr>
            <a:xfrm>
              <a:off x="4823784" y="2026411"/>
              <a:ext cx="13311" cy="13278"/>
            </a:xfrm>
            <a:custGeom>
              <a:rect b="b" l="l" r="r" t="t"/>
              <a:pathLst>
                <a:path extrusionOk="0" h="405" w="406">
                  <a:moveTo>
                    <a:pt x="191" y="0"/>
                  </a:moveTo>
                  <a:cubicBezTo>
                    <a:pt x="72" y="0"/>
                    <a:pt x="1" y="72"/>
                    <a:pt x="1" y="191"/>
                  </a:cubicBezTo>
                  <a:cubicBezTo>
                    <a:pt x="1" y="310"/>
                    <a:pt x="72" y="405"/>
                    <a:pt x="191" y="405"/>
                  </a:cubicBezTo>
                  <a:cubicBezTo>
                    <a:pt x="310" y="405"/>
                    <a:pt x="405" y="310"/>
                    <a:pt x="405" y="191"/>
                  </a:cubicBezTo>
                  <a:cubicBezTo>
                    <a:pt x="405" y="72"/>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97"/>
            <p:cNvSpPr/>
            <p:nvPr/>
          </p:nvSpPr>
          <p:spPr>
            <a:xfrm>
              <a:off x="4823784" y="2066212"/>
              <a:ext cx="13311" cy="13311"/>
            </a:xfrm>
            <a:custGeom>
              <a:rect b="b" l="l" r="r" t="t"/>
              <a:pathLst>
                <a:path extrusionOk="0" h="406" w="406">
                  <a:moveTo>
                    <a:pt x="191" y="1"/>
                  </a:moveTo>
                  <a:cubicBezTo>
                    <a:pt x="72" y="1"/>
                    <a:pt x="1" y="96"/>
                    <a:pt x="1" y="191"/>
                  </a:cubicBezTo>
                  <a:cubicBezTo>
                    <a:pt x="1" y="310"/>
                    <a:pt x="72" y="405"/>
                    <a:pt x="191" y="405"/>
                  </a:cubicBezTo>
                  <a:cubicBezTo>
                    <a:pt x="310" y="405"/>
                    <a:pt x="405" y="310"/>
                    <a:pt x="405" y="191"/>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97"/>
            <p:cNvSpPr/>
            <p:nvPr/>
          </p:nvSpPr>
          <p:spPr>
            <a:xfrm>
              <a:off x="4823784" y="2106046"/>
              <a:ext cx="13311" cy="14065"/>
            </a:xfrm>
            <a:custGeom>
              <a:rect b="b" l="l" r="r" t="t"/>
              <a:pathLst>
                <a:path extrusionOk="0" h="429" w="406">
                  <a:moveTo>
                    <a:pt x="191" y="0"/>
                  </a:moveTo>
                  <a:cubicBezTo>
                    <a:pt x="72" y="0"/>
                    <a:pt x="1" y="95"/>
                    <a:pt x="1" y="214"/>
                  </a:cubicBezTo>
                  <a:cubicBezTo>
                    <a:pt x="1" y="334"/>
                    <a:pt x="72" y="429"/>
                    <a:pt x="191" y="429"/>
                  </a:cubicBezTo>
                  <a:cubicBezTo>
                    <a:pt x="310" y="429"/>
                    <a:pt x="405" y="334"/>
                    <a:pt x="405" y="214"/>
                  </a:cubicBezTo>
                  <a:cubicBezTo>
                    <a:pt x="405" y="95"/>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97"/>
            <p:cNvSpPr/>
            <p:nvPr/>
          </p:nvSpPr>
          <p:spPr>
            <a:xfrm>
              <a:off x="4823784" y="2145847"/>
              <a:ext cx="13311" cy="14098"/>
            </a:xfrm>
            <a:custGeom>
              <a:rect b="b" l="l" r="r" t="t"/>
              <a:pathLst>
                <a:path extrusionOk="0" h="430" w="406">
                  <a:moveTo>
                    <a:pt x="191" y="1"/>
                  </a:moveTo>
                  <a:cubicBezTo>
                    <a:pt x="72" y="1"/>
                    <a:pt x="1" y="96"/>
                    <a:pt x="1" y="215"/>
                  </a:cubicBezTo>
                  <a:cubicBezTo>
                    <a:pt x="1" y="334"/>
                    <a:pt x="72" y="429"/>
                    <a:pt x="191" y="429"/>
                  </a:cubicBezTo>
                  <a:cubicBezTo>
                    <a:pt x="310" y="429"/>
                    <a:pt x="405" y="334"/>
                    <a:pt x="405" y="215"/>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97"/>
            <p:cNvSpPr/>
            <p:nvPr/>
          </p:nvSpPr>
          <p:spPr>
            <a:xfrm>
              <a:off x="4823784" y="2186468"/>
              <a:ext cx="13311" cy="13278"/>
            </a:xfrm>
            <a:custGeom>
              <a:rect b="b" l="l" r="r" t="t"/>
              <a:pathLst>
                <a:path extrusionOk="0" h="405" w="406">
                  <a:moveTo>
                    <a:pt x="191" y="0"/>
                  </a:moveTo>
                  <a:cubicBezTo>
                    <a:pt x="72" y="0"/>
                    <a:pt x="1" y="71"/>
                    <a:pt x="1" y="191"/>
                  </a:cubicBezTo>
                  <a:cubicBezTo>
                    <a:pt x="1" y="310"/>
                    <a:pt x="72" y="405"/>
                    <a:pt x="191" y="405"/>
                  </a:cubicBezTo>
                  <a:cubicBezTo>
                    <a:pt x="310" y="405"/>
                    <a:pt x="405" y="310"/>
                    <a:pt x="405" y="191"/>
                  </a:cubicBezTo>
                  <a:cubicBezTo>
                    <a:pt x="405" y="71"/>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97"/>
            <p:cNvSpPr/>
            <p:nvPr/>
          </p:nvSpPr>
          <p:spPr>
            <a:xfrm>
              <a:off x="4863618" y="2145847"/>
              <a:ext cx="78881" cy="14098"/>
            </a:xfrm>
            <a:custGeom>
              <a:rect b="b" l="l" r="r" t="t"/>
              <a:pathLst>
                <a:path extrusionOk="0" h="430" w="2406">
                  <a:moveTo>
                    <a:pt x="238" y="1"/>
                  </a:moveTo>
                  <a:cubicBezTo>
                    <a:pt x="143" y="1"/>
                    <a:pt x="24" y="72"/>
                    <a:pt x="24" y="191"/>
                  </a:cubicBezTo>
                  <a:cubicBezTo>
                    <a:pt x="0" y="310"/>
                    <a:pt x="119" y="429"/>
                    <a:pt x="238" y="429"/>
                  </a:cubicBezTo>
                  <a:lnTo>
                    <a:pt x="2191" y="429"/>
                  </a:lnTo>
                  <a:cubicBezTo>
                    <a:pt x="2310" y="429"/>
                    <a:pt x="2405" y="310"/>
                    <a:pt x="2405" y="191"/>
                  </a:cubicBezTo>
                  <a:cubicBezTo>
                    <a:pt x="2334" y="96"/>
                    <a:pt x="2263"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97"/>
            <p:cNvSpPr/>
            <p:nvPr/>
          </p:nvSpPr>
          <p:spPr>
            <a:xfrm>
              <a:off x="4863618" y="2106046"/>
              <a:ext cx="98388" cy="14065"/>
            </a:xfrm>
            <a:custGeom>
              <a:rect b="b" l="l" r="r" t="t"/>
              <a:pathLst>
                <a:path extrusionOk="0" h="429" w="3001">
                  <a:moveTo>
                    <a:pt x="215" y="0"/>
                  </a:moveTo>
                  <a:cubicBezTo>
                    <a:pt x="119" y="0"/>
                    <a:pt x="0" y="72"/>
                    <a:pt x="0" y="191"/>
                  </a:cubicBezTo>
                  <a:cubicBezTo>
                    <a:pt x="0" y="310"/>
                    <a:pt x="95" y="429"/>
                    <a:pt x="215" y="429"/>
                  </a:cubicBezTo>
                  <a:lnTo>
                    <a:pt x="2763" y="429"/>
                  </a:lnTo>
                  <a:cubicBezTo>
                    <a:pt x="2858" y="429"/>
                    <a:pt x="2977" y="357"/>
                    <a:pt x="2977" y="238"/>
                  </a:cubicBezTo>
                  <a:cubicBezTo>
                    <a:pt x="3001" y="119"/>
                    <a:pt x="2882"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97"/>
            <p:cNvSpPr/>
            <p:nvPr/>
          </p:nvSpPr>
          <p:spPr>
            <a:xfrm>
              <a:off x="5027575" y="2106046"/>
              <a:ext cx="58587" cy="14065"/>
            </a:xfrm>
            <a:custGeom>
              <a:rect b="b" l="l" r="r" t="t"/>
              <a:pathLst>
                <a:path extrusionOk="0" h="429" w="1787">
                  <a:moveTo>
                    <a:pt x="238" y="0"/>
                  </a:moveTo>
                  <a:cubicBezTo>
                    <a:pt x="143" y="0"/>
                    <a:pt x="24" y="72"/>
                    <a:pt x="24" y="191"/>
                  </a:cubicBezTo>
                  <a:cubicBezTo>
                    <a:pt x="0" y="310"/>
                    <a:pt x="119" y="429"/>
                    <a:pt x="238" y="429"/>
                  </a:cubicBezTo>
                  <a:lnTo>
                    <a:pt x="1572" y="429"/>
                  </a:lnTo>
                  <a:cubicBezTo>
                    <a:pt x="1667" y="429"/>
                    <a:pt x="1786" y="357"/>
                    <a:pt x="1786" y="238"/>
                  </a:cubicBezTo>
                  <a:cubicBezTo>
                    <a:pt x="1786" y="119"/>
                    <a:pt x="1691"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97"/>
            <p:cNvSpPr/>
            <p:nvPr/>
          </p:nvSpPr>
          <p:spPr>
            <a:xfrm>
              <a:off x="4926860" y="2024838"/>
              <a:ext cx="54685" cy="14098"/>
            </a:xfrm>
            <a:custGeom>
              <a:rect b="b" l="l" r="r" t="t"/>
              <a:pathLst>
                <a:path extrusionOk="0" h="430" w="1668">
                  <a:moveTo>
                    <a:pt x="238" y="0"/>
                  </a:moveTo>
                  <a:cubicBezTo>
                    <a:pt x="143" y="0"/>
                    <a:pt x="24" y="72"/>
                    <a:pt x="24" y="191"/>
                  </a:cubicBezTo>
                  <a:cubicBezTo>
                    <a:pt x="0" y="310"/>
                    <a:pt x="119" y="429"/>
                    <a:pt x="238" y="429"/>
                  </a:cubicBezTo>
                  <a:lnTo>
                    <a:pt x="1453" y="429"/>
                  </a:lnTo>
                  <a:cubicBezTo>
                    <a:pt x="1572" y="429"/>
                    <a:pt x="1667" y="310"/>
                    <a:pt x="1667" y="191"/>
                  </a:cubicBezTo>
                  <a:cubicBezTo>
                    <a:pt x="1667" y="96"/>
                    <a:pt x="1548"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97"/>
            <p:cNvSpPr/>
            <p:nvPr/>
          </p:nvSpPr>
          <p:spPr>
            <a:xfrm>
              <a:off x="4967448" y="2145847"/>
              <a:ext cx="118714" cy="14098"/>
            </a:xfrm>
            <a:custGeom>
              <a:rect b="b" l="l" r="r" t="t"/>
              <a:pathLst>
                <a:path extrusionOk="0" h="430" w="3621">
                  <a:moveTo>
                    <a:pt x="262" y="1"/>
                  </a:moveTo>
                  <a:cubicBezTo>
                    <a:pt x="167" y="1"/>
                    <a:pt x="48" y="72"/>
                    <a:pt x="48" y="191"/>
                  </a:cubicBezTo>
                  <a:cubicBezTo>
                    <a:pt x="0" y="310"/>
                    <a:pt x="120" y="429"/>
                    <a:pt x="262" y="429"/>
                  </a:cubicBezTo>
                  <a:lnTo>
                    <a:pt x="3406" y="429"/>
                  </a:lnTo>
                  <a:cubicBezTo>
                    <a:pt x="3525" y="429"/>
                    <a:pt x="3620" y="310"/>
                    <a:pt x="3620" y="191"/>
                  </a:cubicBezTo>
                  <a:cubicBezTo>
                    <a:pt x="3596" y="96"/>
                    <a:pt x="3501" y="1"/>
                    <a:pt x="3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97"/>
            <p:cNvSpPr/>
            <p:nvPr/>
          </p:nvSpPr>
          <p:spPr>
            <a:xfrm>
              <a:off x="4863618" y="2066212"/>
              <a:ext cx="223331" cy="13311"/>
            </a:xfrm>
            <a:custGeom>
              <a:rect b="b" l="l" r="r" t="t"/>
              <a:pathLst>
                <a:path extrusionOk="0" h="406" w="6812">
                  <a:moveTo>
                    <a:pt x="238" y="1"/>
                  </a:moveTo>
                  <a:cubicBezTo>
                    <a:pt x="143" y="1"/>
                    <a:pt x="24" y="48"/>
                    <a:pt x="24" y="167"/>
                  </a:cubicBezTo>
                  <a:cubicBezTo>
                    <a:pt x="0" y="286"/>
                    <a:pt x="95" y="405"/>
                    <a:pt x="215" y="405"/>
                  </a:cubicBezTo>
                  <a:lnTo>
                    <a:pt x="6573" y="405"/>
                  </a:lnTo>
                  <a:cubicBezTo>
                    <a:pt x="6668" y="405"/>
                    <a:pt x="6787" y="358"/>
                    <a:pt x="6787" y="239"/>
                  </a:cubicBezTo>
                  <a:cubicBezTo>
                    <a:pt x="6811" y="120"/>
                    <a:pt x="6692" y="1"/>
                    <a:pt x="6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97"/>
            <p:cNvSpPr/>
            <p:nvPr/>
          </p:nvSpPr>
          <p:spPr>
            <a:xfrm>
              <a:off x="4863618" y="2024838"/>
              <a:ext cx="38293" cy="14098"/>
            </a:xfrm>
            <a:custGeom>
              <a:rect b="b" l="l" r="r" t="t"/>
              <a:pathLst>
                <a:path extrusionOk="0" h="430" w="1168">
                  <a:moveTo>
                    <a:pt x="215" y="0"/>
                  </a:moveTo>
                  <a:cubicBezTo>
                    <a:pt x="119" y="0"/>
                    <a:pt x="0" y="72"/>
                    <a:pt x="0" y="191"/>
                  </a:cubicBezTo>
                  <a:cubicBezTo>
                    <a:pt x="0" y="334"/>
                    <a:pt x="95" y="429"/>
                    <a:pt x="215" y="429"/>
                  </a:cubicBezTo>
                  <a:lnTo>
                    <a:pt x="929" y="429"/>
                  </a:lnTo>
                  <a:cubicBezTo>
                    <a:pt x="1000" y="429"/>
                    <a:pt x="1119" y="358"/>
                    <a:pt x="1119" y="239"/>
                  </a:cubicBezTo>
                  <a:cubicBezTo>
                    <a:pt x="1167" y="120"/>
                    <a:pt x="1048"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97"/>
            <p:cNvSpPr/>
            <p:nvPr/>
          </p:nvSpPr>
          <p:spPr>
            <a:xfrm>
              <a:off x="5008036" y="2024838"/>
              <a:ext cx="78127" cy="14098"/>
            </a:xfrm>
            <a:custGeom>
              <a:rect b="b" l="l" r="r" t="t"/>
              <a:pathLst>
                <a:path extrusionOk="0" h="430" w="2383">
                  <a:moveTo>
                    <a:pt x="239" y="0"/>
                  </a:moveTo>
                  <a:cubicBezTo>
                    <a:pt x="144" y="0"/>
                    <a:pt x="25" y="72"/>
                    <a:pt x="25" y="191"/>
                  </a:cubicBezTo>
                  <a:cubicBezTo>
                    <a:pt x="1" y="310"/>
                    <a:pt x="120" y="429"/>
                    <a:pt x="239" y="429"/>
                  </a:cubicBezTo>
                  <a:lnTo>
                    <a:pt x="2168" y="429"/>
                  </a:lnTo>
                  <a:cubicBezTo>
                    <a:pt x="2287" y="429"/>
                    <a:pt x="2382" y="310"/>
                    <a:pt x="2382" y="191"/>
                  </a:cubicBezTo>
                  <a:cubicBezTo>
                    <a:pt x="2382" y="96"/>
                    <a:pt x="2263" y="0"/>
                    <a:pt x="2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97"/>
            <p:cNvSpPr/>
            <p:nvPr/>
          </p:nvSpPr>
          <p:spPr>
            <a:xfrm>
              <a:off x="4863618" y="2186468"/>
              <a:ext cx="38293" cy="13278"/>
            </a:xfrm>
            <a:custGeom>
              <a:rect b="b" l="l" r="r" t="t"/>
              <a:pathLst>
                <a:path extrusionOk="0" h="405" w="1168">
                  <a:moveTo>
                    <a:pt x="215" y="0"/>
                  </a:moveTo>
                  <a:cubicBezTo>
                    <a:pt x="95" y="0"/>
                    <a:pt x="0" y="119"/>
                    <a:pt x="0" y="238"/>
                  </a:cubicBezTo>
                  <a:cubicBezTo>
                    <a:pt x="0" y="310"/>
                    <a:pt x="119" y="405"/>
                    <a:pt x="215" y="405"/>
                  </a:cubicBezTo>
                  <a:lnTo>
                    <a:pt x="929" y="405"/>
                  </a:lnTo>
                  <a:cubicBezTo>
                    <a:pt x="1000" y="405"/>
                    <a:pt x="1119" y="357"/>
                    <a:pt x="1119" y="238"/>
                  </a:cubicBezTo>
                  <a:cubicBezTo>
                    <a:pt x="1167" y="119"/>
                    <a:pt x="1048"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97"/>
            <p:cNvSpPr/>
            <p:nvPr/>
          </p:nvSpPr>
          <p:spPr>
            <a:xfrm>
              <a:off x="4947941" y="2226269"/>
              <a:ext cx="14065" cy="13311"/>
            </a:xfrm>
            <a:custGeom>
              <a:rect b="b" l="l" r="r" t="t"/>
              <a:pathLst>
                <a:path extrusionOk="0" h="406" w="429">
                  <a:moveTo>
                    <a:pt x="214" y="1"/>
                  </a:moveTo>
                  <a:cubicBezTo>
                    <a:pt x="95" y="1"/>
                    <a:pt x="0" y="96"/>
                    <a:pt x="0" y="215"/>
                  </a:cubicBezTo>
                  <a:cubicBezTo>
                    <a:pt x="0" y="310"/>
                    <a:pt x="95" y="405"/>
                    <a:pt x="214" y="405"/>
                  </a:cubicBezTo>
                  <a:cubicBezTo>
                    <a:pt x="334" y="405"/>
                    <a:pt x="429" y="310"/>
                    <a:pt x="429" y="215"/>
                  </a:cubicBezTo>
                  <a:cubicBezTo>
                    <a:pt x="429" y="96"/>
                    <a:pt x="334"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97"/>
            <p:cNvSpPr/>
            <p:nvPr/>
          </p:nvSpPr>
          <p:spPr>
            <a:xfrm>
              <a:off x="4782409" y="1945990"/>
              <a:ext cx="343554" cy="294377"/>
            </a:xfrm>
            <a:custGeom>
              <a:rect b="b" l="l" r="r" t="t"/>
              <a:pathLst>
                <a:path extrusionOk="0" h="8979" w="10479">
                  <a:moveTo>
                    <a:pt x="7502" y="381"/>
                  </a:moveTo>
                  <a:lnTo>
                    <a:pt x="7502" y="1191"/>
                  </a:lnTo>
                  <a:lnTo>
                    <a:pt x="453" y="1191"/>
                  </a:lnTo>
                  <a:lnTo>
                    <a:pt x="453" y="572"/>
                  </a:lnTo>
                  <a:cubicBezTo>
                    <a:pt x="453" y="476"/>
                    <a:pt x="548" y="381"/>
                    <a:pt x="667" y="381"/>
                  </a:cubicBezTo>
                  <a:close/>
                  <a:moveTo>
                    <a:pt x="9883" y="429"/>
                  </a:moveTo>
                  <a:cubicBezTo>
                    <a:pt x="10003" y="429"/>
                    <a:pt x="10098" y="500"/>
                    <a:pt x="10098" y="619"/>
                  </a:cubicBezTo>
                  <a:lnTo>
                    <a:pt x="10098" y="1262"/>
                  </a:lnTo>
                  <a:lnTo>
                    <a:pt x="7931" y="1262"/>
                  </a:lnTo>
                  <a:lnTo>
                    <a:pt x="7931" y="1215"/>
                  </a:lnTo>
                  <a:lnTo>
                    <a:pt x="7931" y="429"/>
                  </a:lnTo>
                  <a:close/>
                  <a:moveTo>
                    <a:pt x="620" y="0"/>
                  </a:moveTo>
                  <a:cubicBezTo>
                    <a:pt x="310" y="0"/>
                    <a:pt x="0" y="262"/>
                    <a:pt x="0" y="619"/>
                  </a:cubicBezTo>
                  <a:lnTo>
                    <a:pt x="0" y="8788"/>
                  </a:lnTo>
                  <a:cubicBezTo>
                    <a:pt x="0" y="8907"/>
                    <a:pt x="96" y="8978"/>
                    <a:pt x="215" y="8978"/>
                  </a:cubicBezTo>
                  <a:lnTo>
                    <a:pt x="4382" y="8978"/>
                  </a:lnTo>
                  <a:cubicBezTo>
                    <a:pt x="4406" y="8978"/>
                    <a:pt x="4406" y="8978"/>
                    <a:pt x="4430" y="8954"/>
                  </a:cubicBezTo>
                  <a:cubicBezTo>
                    <a:pt x="4620" y="8788"/>
                    <a:pt x="4501" y="8573"/>
                    <a:pt x="4311" y="8573"/>
                  </a:cubicBezTo>
                  <a:lnTo>
                    <a:pt x="620" y="8573"/>
                  </a:lnTo>
                  <a:cubicBezTo>
                    <a:pt x="501" y="8573"/>
                    <a:pt x="429" y="8478"/>
                    <a:pt x="429" y="8359"/>
                  </a:cubicBezTo>
                  <a:lnTo>
                    <a:pt x="429" y="1643"/>
                  </a:lnTo>
                  <a:lnTo>
                    <a:pt x="10026" y="1643"/>
                  </a:lnTo>
                  <a:lnTo>
                    <a:pt x="10026" y="8359"/>
                  </a:lnTo>
                  <a:cubicBezTo>
                    <a:pt x="10026" y="8478"/>
                    <a:pt x="9955" y="8573"/>
                    <a:pt x="9836" y="8573"/>
                  </a:cubicBezTo>
                  <a:lnTo>
                    <a:pt x="6145" y="8573"/>
                  </a:lnTo>
                  <a:cubicBezTo>
                    <a:pt x="6049" y="8573"/>
                    <a:pt x="5930" y="8621"/>
                    <a:pt x="5930" y="8740"/>
                  </a:cubicBezTo>
                  <a:cubicBezTo>
                    <a:pt x="5906" y="8859"/>
                    <a:pt x="6002" y="8978"/>
                    <a:pt x="6145" y="8978"/>
                  </a:cubicBezTo>
                  <a:lnTo>
                    <a:pt x="9836" y="8978"/>
                  </a:lnTo>
                  <a:cubicBezTo>
                    <a:pt x="10145" y="8978"/>
                    <a:pt x="10455" y="8716"/>
                    <a:pt x="10455" y="8359"/>
                  </a:cubicBezTo>
                  <a:lnTo>
                    <a:pt x="10455" y="619"/>
                  </a:lnTo>
                  <a:cubicBezTo>
                    <a:pt x="10479" y="262"/>
                    <a:pt x="10217" y="0"/>
                    <a:pt x="98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3" name="Google Shape;21643;p97"/>
          <p:cNvGrpSpPr/>
          <p:nvPr/>
        </p:nvGrpSpPr>
        <p:grpSpPr>
          <a:xfrm>
            <a:off x="5551508" y="1768607"/>
            <a:ext cx="343554" cy="343554"/>
            <a:chOff x="5543644" y="1921007"/>
            <a:chExt cx="343554" cy="343554"/>
          </a:xfrm>
        </p:grpSpPr>
        <p:sp>
          <p:nvSpPr>
            <p:cNvPr id="21644" name="Google Shape;21644;p97"/>
            <p:cNvSpPr/>
            <p:nvPr/>
          </p:nvSpPr>
          <p:spPr>
            <a:xfrm>
              <a:off x="5550660" y="2186468"/>
              <a:ext cx="60160" cy="71078"/>
            </a:xfrm>
            <a:custGeom>
              <a:rect b="b" l="l" r="r" t="t"/>
              <a:pathLst>
                <a:path extrusionOk="0" h="2168" w="1835">
                  <a:moveTo>
                    <a:pt x="1" y="0"/>
                  </a:moveTo>
                  <a:lnTo>
                    <a:pt x="1" y="2167"/>
                  </a:lnTo>
                  <a:lnTo>
                    <a:pt x="1835" y="2167"/>
                  </a:lnTo>
                  <a:lnTo>
                    <a:pt x="183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97"/>
            <p:cNvSpPr/>
            <p:nvPr/>
          </p:nvSpPr>
          <p:spPr>
            <a:xfrm>
              <a:off x="5656064" y="2186468"/>
              <a:ext cx="120288" cy="71078"/>
            </a:xfrm>
            <a:custGeom>
              <a:rect b="b" l="l" r="r" t="t"/>
              <a:pathLst>
                <a:path extrusionOk="0" h="2168" w="3669">
                  <a:moveTo>
                    <a:pt x="1" y="0"/>
                  </a:moveTo>
                  <a:lnTo>
                    <a:pt x="1" y="2167"/>
                  </a:lnTo>
                  <a:lnTo>
                    <a:pt x="3668" y="2167"/>
                  </a:lnTo>
                  <a:lnTo>
                    <a:pt x="366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97"/>
            <p:cNvSpPr/>
            <p:nvPr/>
          </p:nvSpPr>
          <p:spPr>
            <a:xfrm>
              <a:off x="5820022" y="2186468"/>
              <a:ext cx="60160" cy="71078"/>
            </a:xfrm>
            <a:custGeom>
              <a:rect b="b" l="l" r="r" t="t"/>
              <a:pathLst>
                <a:path extrusionOk="0" h="2168" w="1835">
                  <a:moveTo>
                    <a:pt x="1" y="0"/>
                  </a:moveTo>
                  <a:lnTo>
                    <a:pt x="1" y="2167"/>
                  </a:lnTo>
                  <a:lnTo>
                    <a:pt x="1835" y="2167"/>
                  </a:lnTo>
                  <a:lnTo>
                    <a:pt x="183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97"/>
            <p:cNvSpPr/>
            <p:nvPr/>
          </p:nvSpPr>
          <p:spPr>
            <a:xfrm>
              <a:off x="5656064" y="2052147"/>
              <a:ext cx="120288" cy="80454"/>
            </a:xfrm>
            <a:custGeom>
              <a:rect b="b" l="l" r="r" t="t"/>
              <a:pathLst>
                <a:path extrusionOk="0" h="2454" w="3669">
                  <a:moveTo>
                    <a:pt x="1" y="1"/>
                  </a:moveTo>
                  <a:lnTo>
                    <a:pt x="1" y="2454"/>
                  </a:lnTo>
                  <a:lnTo>
                    <a:pt x="3668" y="2454"/>
                  </a:lnTo>
                  <a:lnTo>
                    <a:pt x="366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97"/>
            <p:cNvSpPr/>
            <p:nvPr/>
          </p:nvSpPr>
          <p:spPr>
            <a:xfrm>
              <a:off x="5675604" y="1928810"/>
              <a:ext cx="79668" cy="71078"/>
            </a:xfrm>
            <a:custGeom>
              <a:rect b="b" l="l" r="r" t="t"/>
              <a:pathLst>
                <a:path extrusionOk="0" h="2168" w="2430">
                  <a:moveTo>
                    <a:pt x="0" y="0"/>
                  </a:moveTo>
                  <a:lnTo>
                    <a:pt x="0" y="2167"/>
                  </a:lnTo>
                  <a:lnTo>
                    <a:pt x="2429" y="2167"/>
                  </a:lnTo>
                  <a:lnTo>
                    <a:pt x="242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97"/>
            <p:cNvSpPr/>
            <p:nvPr/>
          </p:nvSpPr>
          <p:spPr>
            <a:xfrm>
              <a:off x="5543644" y="1921007"/>
              <a:ext cx="343554" cy="343554"/>
            </a:xfrm>
            <a:custGeom>
              <a:rect b="b" l="l" r="r" t="t"/>
              <a:pathLst>
                <a:path extrusionOk="0" h="10479" w="10479">
                  <a:moveTo>
                    <a:pt x="6240" y="429"/>
                  </a:moveTo>
                  <a:lnTo>
                    <a:pt x="6240" y="2191"/>
                  </a:lnTo>
                  <a:lnTo>
                    <a:pt x="4216" y="2191"/>
                  </a:lnTo>
                  <a:lnTo>
                    <a:pt x="4216" y="429"/>
                  </a:lnTo>
                  <a:close/>
                  <a:moveTo>
                    <a:pt x="6883" y="4239"/>
                  </a:moveTo>
                  <a:lnTo>
                    <a:pt x="6883" y="6263"/>
                  </a:lnTo>
                  <a:lnTo>
                    <a:pt x="3597" y="6263"/>
                  </a:lnTo>
                  <a:lnTo>
                    <a:pt x="3597" y="4239"/>
                  </a:lnTo>
                  <a:close/>
                  <a:moveTo>
                    <a:pt x="1834" y="8288"/>
                  </a:moveTo>
                  <a:lnTo>
                    <a:pt x="1834" y="10050"/>
                  </a:lnTo>
                  <a:lnTo>
                    <a:pt x="429" y="10050"/>
                  </a:lnTo>
                  <a:lnTo>
                    <a:pt x="429" y="8288"/>
                  </a:lnTo>
                  <a:close/>
                  <a:moveTo>
                    <a:pt x="10074" y="8288"/>
                  </a:moveTo>
                  <a:lnTo>
                    <a:pt x="10074" y="10050"/>
                  </a:lnTo>
                  <a:lnTo>
                    <a:pt x="8645" y="10050"/>
                  </a:lnTo>
                  <a:lnTo>
                    <a:pt x="8645" y="8288"/>
                  </a:lnTo>
                  <a:close/>
                  <a:moveTo>
                    <a:pt x="4025" y="0"/>
                  </a:moveTo>
                  <a:cubicBezTo>
                    <a:pt x="3906" y="0"/>
                    <a:pt x="3811" y="72"/>
                    <a:pt x="3811" y="191"/>
                  </a:cubicBezTo>
                  <a:lnTo>
                    <a:pt x="3811" y="2382"/>
                  </a:lnTo>
                  <a:cubicBezTo>
                    <a:pt x="3811" y="2501"/>
                    <a:pt x="3906" y="2572"/>
                    <a:pt x="4025" y="2572"/>
                  </a:cubicBezTo>
                  <a:lnTo>
                    <a:pt x="5025" y="2572"/>
                  </a:lnTo>
                  <a:lnTo>
                    <a:pt x="5025" y="3810"/>
                  </a:lnTo>
                  <a:lnTo>
                    <a:pt x="3406" y="3810"/>
                  </a:lnTo>
                  <a:cubicBezTo>
                    <a:pt x="3287" y="3810"/>
                    <a:pt x="3192" y="3882"/>
                    <a:pt x="3192" y="4001"/>
                  </a:cubicBezTo>
                  <a:lnTo>
                    <a:pt x="3192" y="5025"/>
                  </a:lnTo>
                  <a:lnTo>
                    <a:pt x="1144" y="5025"/>
                  </a:lnTo>
                  <a:cubicBezTo>
                    <a:pt x="1025" y="5025"/>
                    <a:pt x="929" y="5120"/>
                    <a:pt x="929" y="5239"/>
                  </a:cubicBezTo>
                  <a:lnTo>
                    <a:pt x="929" y="7883"/>
                  </a:lnTo>
                  <a:lnTo>
                    <a:pt x="215" y="7883"/>
                  </a:lnTo>
                  <a:cubicBezTo>
                    <a:pt x="96" y="7883"/>
                    <a:pt x="1" y="7978"/>
                    <a:pt x="1" y="8097"/>
                  </a:cubicBezTo>
                  <a:lnTo>
                    <a:pt x="1" y="10264"/>
                  </a:lnTo>
                  <a:cubicBezTo>
                    <a:pt x="1" y="10383"/>
                    <a:pt x="96" y="10478"/>
                    <a:pt x="215" y="10478"/>
                  </a:cubicBezTo>
                  <a:lnTo>
                    <a:pt x="2049" y="10478"/>
                  </a:lnTo>
                  <a:cubicBezTo>
                    <a:pt x="2168" y="10478"/>
                    <a:pt x="2263" y="10383"/>
                    <a:pt x="2263" y="10264"/>
                  </a:cubicBezTo>
                  <a:lnTo>
                    <a:pt x="2263" y="8097"/>
                  </a:lnTo>
                  <a:cubicBezTo>
                    <a:pt x="2263" y="7954"/>
                    <a:pt x="2168" y="7883"/>
                    <a:pt x="2049" y="7883"/>
                  </a:cubicBezTo>
                  <a:lnTo>
                    <a:pt x="1334" y="7883"/>
                  </a:lnTo>
                  <a:lnTo>
                    <a:pt x="1334" y="5430"/>
                  </a:lnTo>
                  <a:lnTo>
                    <a:pt x="3192" y="5430"/>
                  </a:lnTo>
                  <a:lnTo>
                    <a:pt x="3192" y="6454"/>
                  </a:lnTo>
                  <a:cubicBezTo>
                    <a:pt x="3192" y="6573"/>
                    <a:pt x="3287" y="6668"/>
                    <a:pt x="3406" y="6668"/>
                  </a:cubicBezTo>
                  <a:lnTo>
                    <a:pt x="5025" y="6668"/>
                  </a:lnTo>
                  <a:lnTo>
                    <a:pt x="5025" y="7883"/>
                  </a:lnTo>
                  <a:lnTo>
                    <a:pt x="3406" y="7883"/>
                  </a:lnTo>
                  <a:cubicBezTo>
                    <a:pt x="3287" y="7883"/>
                    <a:pt x="3192" y="7978"/>
                    <a:pt x="3192" y="8097"/>
                  </a:cubicBezTo>
                  <a:lnTo>
                    <a:pt x="3192" y="10264"/>
                  </a:lnTo>
                  <a:cubicBezTo>
                    <a:pt x="3192" y="10383"/>
                    <a:pt x="3263" y="10478"/>
                    <a:pt x="3406" y="10478"/>
                  </a:cubicBezTo>
                  <a:lnTo>
                    <a:pt x="4311" y="10478"/>
                  </a:lnTo>
                  <a:cubicBezTo>
                    <a:pt x="4406" y="10478"/>
                    <a:pt x="4525" y="10407"/>
                    <a:pt x="4525" y="10288"/>
                  </a:cubicBezTo>
                  <a:cubicBezTo>
                    <a:pt x="4549" y="10169"/>
                    <a:pt x="4430" y="10050"/>
                    <a:pt x="4311" y="10050"/>
                  </a:cubicBezTo>
                  <a:lnTo>
                    <a:pt x="3597" y="10050"/>
                  </a:lnTo>
                  <a:lnTo>
                    <a:pt x="3597" y="8288"/>
                  </a:lnTo>
                  <a:lnTo>
                    <a:pt x="6883" y="8288"/>
                  </a:lnTo>
                  <a:lnTo>
                    <a:pt x="6883" y="10050"/>
                  </a:lnTo>
                  <a:lnTo>
                    <a:pt x="6169" y="10050"/>
                  </a:lnTo>
                  <a:cubicBezTo>
                    <a:pt x="6073" y="10050"/>
                    <a:pt x="5954" y="10097"/>
                    <a:pt x="5954" y="10216"/>
                  </a:cubicBezTo>
                  <a:cubicBezTo>
                    <a:pt x="5930" y="10336"/>
                    <a:pt x="6049" y="10478"/>
                    <a:pt x="6169" y="10478"/>
                  </a:cubicBezTo>
                  <a:lnTo>
                    <a:pt x="7097" y="10478"/>
                  </a:lnTo>
                  <a:cubicBezTo>
                    <a:pt x="7216" y="10478"/>
                    <a:pt x="7288" y="10383"/>
                    <a:pt x="7288" y="10264"/>
                  </a:cubicBezTo>
                  <a:lnTo>
                    <a:pt x="7288" y="8097"/>
                  </a:lnTo>
                  <a:cubicBezTo>
                    <a:pt x="7288" y="7954"/>
                    <a:pt x="7216" y="7883"/>
                    <a:pt x="7097" y="7883"/>
                  </a:cubicBezTo>
                  <a:lnTo>
                    <a:pt x="5454" y="7883"/>
                  </a:lnTo>
                  <a:lnTo>
                    <a:pt x="5454" y="6668"/>
                  </a:lnTo>
                  <a:lnTo>
                    <a:pt x="7097" y="6668"/>
                  </a:lnTo>
                  <a:cubicBezTo>
                    <a:pt x="7216" y="6668"/>
                    <a:pt x="7288" y="6573"/>
                    <a:pt x="7288" y="6454"/>
                  </a:cubicBezTo>
                  <a:lnTo>
                    <a:pt x="7288" y="5430"/>
                  </a:lnTo>
                  <a:lnTo>
                    <a:pt x="9145" y="5430"/>
                  </a:lnTo>
                  <a:lnTo>
                    <a:pt x="9145" y="7883"/>
                  </a:lnTo>
                  <a:lnTo>
                    <a:pt x="8431" y="7883"/>
                  </a:lnTo>
                  <a:cubicBezTo>
                    <a:pt x="8312" y="7883"/>
                    <a:pt x="8217" y="7978"/>
                    <a:pt x="8217" y="8097"/>
                  </a:cubicBezTo>
                  <a:lnTo>
                    <a:pt x="8217" y="10264"/>
                  </a:lnTo>
                  <a:cubicBezTo>
                    <a:pt x="8217" y="10383"/>
                    <a:pt x="8312" y="10478"/>
                    <a:pt x="8431" y="10478"/>
                  </a:cubicBezTo>
                  <a:lnTo>
                    <a:pt x="10265" y="10478"/>
                  </a:lnTo>
                  <a:cubicBezTo>
                    <a:pt x="10384" y="10478"/>
                    <a:pt x="10479" y="10383"/>
                    <a:pt x="10479" y="10264"/>
                  </a:cubicBezTo>
                  <a:lnTo>
                    <a:pt x="10479" y="8097"/>
                  </a:lnTo>
                  <a:cubicBezTo>
                    <a:pt x="10479" y="7978"/>
                    <a:pt x="10360" y="7883"/>
                    <a:pt x="10265" y="7883"/>
                  </a:cubicBezTo>
                  <a:lnTo>
                    <a:pt x="9550" y="7883"/>
                  </a:lnTo>
                  <a:lnTo>
                    <a:pt x="9550" y="5239"/>
                  </a:lnTo>
                  <a:cubicBezTo>
                    <a:pt x="9550" y="5120"/>
                    <a:pt x="9479" y="5025"/>
                    <a:pt x="9360" y="5025"/>
                  </a:cubicBezTo>
                  <a:lnTo>
                    <a:pt x="7288" y="5025"/>
                  </a:lnTo>
                  <a:lnTo>
                    <a:pt x="7288" y="4001"/>
                  </a:lnTo>
                  <a:cubicBezTo>
                    <a:pt x="7288" y="3882"/>
                    <a:pt x="7216" y="3810"/>
                    <a:pt x="7097" y="3810"/>
                  </a:cubicBezTo>
                  <a:lnTo>
                    <a:pt x="5454" y="3810"/>
                  </a:lnTo>
                  <a:lnTo>
                    <a:pt x="5454" y="2572"/>
                  </a:lnTo>
                  <a:lnTo>
                    <a:pt x="6454" y="2572"/>
                  </a:lnTo>
                  <a:cubicBezTo>
                    <a:pt x="6573" y="2572"/>
                    <a:pt x="6669" y="2501"/>
                    <a:pt x="6669" y="2382"/>
                  </a:cubicBezTo>
                  <a:lnTo>
                    <a:pt x="6669" y="191"/>
                  </a:lnTo>
                  <a:cubicBezTo>
                    <a:pt x="6669" y="72"/>
                    <a:pt x="6573" y="0"/>
                    <a:pt x="6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97"/>
            <p:cNvSpPr/>
            <p:nvPr/>
          </p:nvSpPr>
          <p:spPr>
            <a:xfrm>
              <a:off x="5708389" y="2249677"/>
              <a:ext cx="14098" cy="13311"/>
            </a:xfrm>
            <a:custGeom>
              <a:rect b="b" l="l" r="r" t="t"/>
              <a:pathLst>
                <a:path extrusionOk="0" h="406" w="430">
                  <a:moveTo>
                    <a:pt x="215" y="1"/>
                  </a:moveTo>
                  <a:cubicBezTo>
                    <a:pt x="96" y="1"/>
                    <a:pt x="0" y="96"/>
                    <a:pt x="0" y="215"/>
                  </a:cubicBezTo>
                  <a:cubicBezTo>
                    <a:pt x="0" y="311"/>
                    <a:pt x="96" y="406"/>
                    <a:pt x="215" y="406"/>
                  </a:cubicBezTo>
                  <a:cubicBezTo>
                    <a:pt x="334" y="406"/>
                    <a:pt x="429" y="311"/>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1" name="Google Shape;21651;p97"/>
          <p:cNvGrpSpPr/>
          <p:nvPr/>
        </p:nvGrpSpPr>
        <p:grpSpPr>
          <a:xfrm>
            <a:off x="6313529" y="1769362"/>
            <a:ext cx="341226" cy="342800"/>
            <a:chOff x="6305666" y="1921762"/>
            <a:chExt cx="341226" cy="342800"/>
          </a:xfrm>
        </p:grpSpPr>
        <p:sp>
          <p:nvSpPr>
            <p:cNvPr id="21652" name="Google Shape;21652;p97"/>
            <p:cNvSpPr/>
            <p:nvPr/>
          </p:nvSpPr>
          <p:spPr>
            <a:xfrm>
              <a:off x="6312682" y="1948317"/>
              <a:ext cx="249100" cy="309228"/>
            </a:xfrm>
            <a:custGeom>
              <a:rect b="b" l="l" r="r" t="t"/>
              <a:pathLst>
                <a:path extrusionOk="0" h="9432" w="7598">
                  <a:moveTo>
                    <a:pt x="430" y="1"/>
                  </a:moveTo>
                  <a:cubicBezTo>
                    <a:pt x="191" y="1"/>
                    <a:pt x="1" y="167"/>
                    <a:pt x="1" y="405"/>
                  </a:cubicBezTo>
                  <a:lnTo>
                    <a:pt x="1" y="9002"/>
                  </a:lnTo>
                  <a:cubicBezTo>
                    <a:pt x="1" y="9241"/>
                    <a:pt x="191" y="9431"/>
                    <a:pt x="430" y="9431"/>
                  </a:cubicBezTo>
                  <a:lnTo>
                    <a:pt x="7169" y="9431"/>
                  </a:lnTo>
                  <a:cubicBezTo>
                    <a:pt x="7407" y="9431"/>
                    <a:pt x="7598" y="9241"/>
                    <a:pt x="7598" y="9002"/>
                  </a:cubicBezTo>
                  <a:lnTo>
                    <a:pt x="7598" y="405"/>
                  </a:lnTo>
                  <a:cubicBezTo>
                    <a:pt x="7574" y="167"/>
                    <a:pt x="7383" y="1"/>
                    <a:pt x="716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97"/>
            <p:cNvSpPr/>
            <p:nvPr/>
          </p:nvSpPr>
          <p:spPr>
            <a:xfrm>
              <a:off x="6600796" y="2032640"/>
              <a:ext cx="39834" cy="120255"/>
            </a:xfrm>
            <a:custGeom>
              <a:rect b="b" l="l" r="r" t="t"/>
              <a:pathLst>
                <a:path extrusionOk="0" h="3668" w="1215">
                  <a:moveTo>
                    <a:pt x="0" y="1"/>
                  </a:moveTo>
                  <a:lnTo>
                    <a:pt x="0" y="3668"/>
                  </a:lnTo>
                  <a:lnTo>
                    <a:pt x="1215" y="3668"/>
                  </a:lnTo>
                  <a:lnTo>
                    <a:pt x="12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97"/>
            <p:cNvSpPr/>
            <p:nvPr/>
          </p:nvSpPr>
          <p:spPr>
            <a:xfrm>
              <a:off x="6600796" y="1992774"/>
              <a:ext cx="39834" cy="39899"/>
            </a:xfrm>
            <a:custGeom>
              <a:rect b="b" l="l" r="r" t="t"/>
              <a:pathLst>
                <a:path extrusionOk="0" h="1217" w="1215">
                  <a:moveTo>
                    <a:pt x="598" y="1"/>
                  </a:moveTo>
                  <a:cubicBezTo>
                    <a:pt x="263" y="1"/>
                    <a:pt x="0" y="255"/>
                    <a:pt x="0" y="597"/>
                  </a:cubicBezTo>
                  <a:lnTo>
                    <a:pt x="0" y="1217"/>
                  </a:lnTo>
                  <a:lnTo>
                    <a:pt x="1215" y="1217"/>
                  </a:lnTo>
                  <a:lnTo>
                    <a:pt x="1215" y="621"/>
                  </a:lnTo>
                  <a:cubicBezTo>
                    <a:pt x="1215" y="312"/>
                    <a:pt x="977" y="2"/>
                    <a:pt x="643" y="2"/>
                  </a:cubicBezTo>
                  <a:cubicBezTo>
                    <a:pt x="628" y="1"/>
                    <a:pt x="613" y="1"/>
                    <a:pt x="59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97"/>
            <p:cNvSpPr/>
            <p:nvPr/>
          </p:nvSpPr>
          <p:spPr>
            <a:xfrm>
              <a:off x="6600796" y="2152896"/>
              <a:ext cx="40621" cy="60915"/>
            </a:xfrm>
            <a:custGeom>
              <a:rect b="b" l="l" r="r" t="t"/>
              <a:pathLst>
                <a:path extrusionOk="0" h="1858" w="1239">
                  <a:moveTo>
                    <a:pt x="0" y="0"/>
                  </a:moveTo>
                  <a:lnTo>
                    <a:pt x="620" y="1858"/>
                  </a:lnTo>
                  <a:lnTo>
                    <a:pt x="12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97"/>
            <p:cNvSpPr/>
            <p:nvPr/>
          </p:nvSpPr>
          <p:spPr>
            <a:xfrm>
              <a:off x="6395464" y="1927237"/>
              <a:ext cx="81208" cy="41407"/>
            </a:xfrm>
            <a:custGeom>
              <a:rect b="b" l="l" r="r" t="t"/>
              <a:pathLst>
                <a:path extrusionOk="0" h="1263" w="2477">
                  <a:moveTo>
                    <a:pt x="429" y="1"/>
                  </a:moveTo>
                  <a:cubicBezTo>
                    <a:pt x="191" y="1"/>
                    <a:pt x="0" y="191"/>
                    <a:pt x="0" y="429"/>
                  </a:cubicBezTo>
                  <a:lnTo>
                    <a:pt x="0" y="834"/>
                  </a:lnTo>
                  <a:cubicBezTo>
                    <a:pt x="0" y="1072"/>
                    <a:pt x="191" y="1263"/>
                    <a:pt x="429" y="1263"/>
                  </a:cubicBezTo>
                  <a:lnTo>
                    <a:pt x="2072" y="1263"/>
                  </a:lnTo>
                  <a:cubicBezTo>
                    <a:pt x="2310" y="1263"/>
                    <a:pt x="2477" y="1072"/>
                    <a:pt x="2477" y="834"/>
                  </a:cubicBezTo>
                  <a:lnTo>
                    <a:pt x="2477" y="429"/>
                  </a:lnTo>
                  <a:cubicBezTo>
                    <a:pt x="2477" y="191"/>
                    <a:pt x="2286" y="1"/>
                    <a:pt x="207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97"/>
            <p:cNvSpPr/>
            <p:nvPr/>
          </p:nvSpPr>
          <p:spPr>
            <a:xfrm>
              <a:off x="6356417" y="2172403"/>
              <a:ext cx="40621" cy="39834"/>
            </a:xfrm>
            <a:custGeom>
              <a:rect b="b" l="l" r="r" t="t"/>
              <a:pathLst>
                <a:path extrusionOk="0" h="1215" w="1239">
                  <a:moveTo>
                    <a:pt x="0" y="0"/>
                  </a:moveTo>
                  <a:lnTo>
                    <a:pt x="0" y="1215"/>
                  </a:lnTo>
                  <a:lnTo>
                    <a:pt x="1239" y="1215"/>
                  </a:lnTo>
                  <a:lnTo>
                    <a:pt x="123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97"/>
            <p:cNvSpPr/>
            <p:nvPr/>
          </p:nvSpPr>
          <p:spPr>
            <a:xfrm>
              <a:off x="6356417" y="2092768"/>
              <a:ext cx="40621" cy="39834"/>
            </a:xfrm>
            <a:custGeom>
              <a:rect b="b" l="l" r="r" t="t"/>
              <a:pathLst>
                <a:path extrusionOk="0" h="1215" w="1239">
                  <a:moveTo>
                    <a:pt x="0" y="0"/>
                  </a:moveTo>
                  <a:lnTo>
                    <a:pt x="0" y="1215"/>
                  </a:lnTo>
                  <a:lnTo>
                    <a:pt x="1239" y="1215"/>
                  </a:lnTo>
                  <a:lnTo>
                    <a:pt x="123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97"/>
            <p:cNvSpPr/>
            <p:nvPr/>
          </p:nvSpPr>
          <p:spPr>
            <a:xfrm>
              <a:off x="6356417" y="2012346"/>
              <a:ext cx="40621" cy="39834"/>
            </a:xfrm>
            <a:custGeom>
              <a:rect b="b" l="l" r="r" t="t"/>
              <a:pathLst>
                <a:path extrusionOk="0" h="1215" w="1239">
                  <a:moveTo>
                    <a:pt x="0" y="0"/>
                  </a:moveTo>
                  <a:lnTo>
                    <a:pt x="0" y="1215"/>
                  </a:lnTo>
                  <a:lnTo>
                    <a:pt x="1239" y="1215"/>
                  </a:lnTo>
                  <a:lnTo>
                    <a:pt x="123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97"/>
            <p:cNvSpPr/>
            <p:nvPr/>
          </p:nvSpPr>
          <p:spPr>
            <a:xfrm>
              <a:off x="6593780" y="1985332"/>
              <a:ext cx="53112" cy="234741"/>
            </a:xfrm>
            <a:custGeom>
              <a:rect b="b" l="l" r="r" t="t"/>
              <a:pathLst>
                <a:path extrusionOk="0" h="7160" w="1620">
                  <a:moveTo>
                    <a:pt x="905" y="420"/>
                  </a:moveTo>
                  <a:cubicBezTo>
                    <a:pt x="1072" y="443"/>
                    <a:pt x="1262" y="610"/>
                    <a:pt x="1262" y="824"/>
                  </a:cubicBezTo>
                  <a:lnTo>
                    <a:pt x="1262" y="1205"/>
                  </a:lnTo>
                  <a:lnTo>
                    <a:pt x="453" y="1205"/>
                  </a:lnTo>
                  <a:lnTo>
                    <a:pt x="453" y="824"/>
                  </a:lnTo>
                  <a:cubicBezTo>
                    <a:pt x="453" y="586"/>
                    <a:pt x="667" y="420"/>
                    <a:pt x="905" y="420"/>
                  </a:cubicBezTo>
                  <a:close/>
                  <a:moveTo>
                    <a:pt x="1215" y="1634"/>
                  </a:moveTo>
                  <a:lnTo>
                    <a:pt x="1215" y="4897"/>
                  </a:lnTo>
                  <a:lnTo>
                    <a:pt x="429" y="4897"/>
                  </a:lnTo>
                  <a:lnTo>
                    <a:pt x="429" y="1634"/>
                  </a:lnTo>
                  <a:close/>
                  <a:moveTo>
                    <a:pt x="1167" y="5325"/>
                  </a:moveTo>
                  <a:lnTo>
                    <a:pt x="834" y="6302"/>
                  </a:lnTo>
                  <a:lnTo>
                    <a:pt x="500" y="5325"/>
                  </a:lnTo>
                  <a:close/>
                  <a:moveTo>
                    <a:pt x="791" y="0"/>
                  </a:moveTo>
                  <a:cubicBezTo>
                    <a:pt x="556" y="0"/>
                    <a:pt x="301" y="102"/>
                    <a:pt x="72" y="348"/>
                  </a:cubicBezTo>
                  <a:cubicBezTo>
                    <a:pt x="24" y="420"/>
                    <a:pt x="0" y="467"/>
                    <a:pt x="0" y="539"/>
                  </a:cubicBezTo>
                  <a:lnTo>
                    <a:pt x="0" y="5135"/>
                  </a:lnTo>
                  <a:lnTo>
                    <a:pt x="0" y="5182"/>
                  </a:lnTo>
                  <a:lnTo>
                    <a:pt x="619" y="7016"/>
                  </a:lnTo>
                  <a:cubicBezTo>
                    <a:pt x="667" y="7111"/>
                    <a:pt x="738" y="7159"/>
                    <a:pt x="810" y="7159"/>
                  </a:cubicBezTo>
                  <a:cubicBezTo>
                    <a:pt x="857" y="7159"/>
                    <a:pt x="976" y="7111"/>
                    <a:pt x="976" y="7016"/>
                  </a:cubicBezTo>
                  <a:lnTo>
                    <a:pt x="1619" y="5182"/>
                  </a:lnTo>
                  <a:lnTo>
                    <a:pt x="1619" y="5135"/>
                  </a:lnTo>
                  <a:lnTo>
                    <a:pt x="1619" y="824"/>
                  </a:lnTo>
                  <a:cubicBezTo>
                    <a:pt x="1619" y="371"/>
                    <a:pt x="1240" y="0"/>
                    <a:pt x="7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97"/>
            <p:cNvSpPr/>
            <p:nvPr/>
          </p:nvSpPr>
          <p:spPr>
            <a:xfrm>
              <a:off x="6350155" y="2005330"/>
              <a:ext cx="53144" cy="53899"/>
            </a:xfrm>
            <a:custGeom>
              <a:rect b="b" l="l" r="r" t="t"/>
              <a:pathLst>
                <a:path extrusionOk="0" h="1644" w="1621">
                  <a:moveTo>
                    <a:pt x="1215" y="429"/>
                  </a:moveTo>
                  <a:lnTo>
                    <a:pt x="1215" y="1238"/>
                  </a:lnTo>
                  <a:lnTo>
                    <a:pt x="406" y="1238"/>
                  </a:lnTo>
                  <a:lnTo>
                    <a:pt x="406" y="429"/>
                  </a:lnTo>
                  <a:close/>
                  <a:moveTo>
                    <a:pt x="191" y="0"/>
                  </a:moveTo>
                  <a:cubicBezTo>
                    <a:pt x="72" y="0"/>
                    <a:pt x="1" y="95"/>
                    <a:pt x="1" y="214"/>
                  </a:cubicBezTo>
                  <a:lnTo>
                    <a:pt x="1" y="1429"/>
                  </a:lnTo>
                  <a:cubicBezTo>
                    <a:pt x="1" y="1548"/>
                    <a:pt x="72" y="1643"/>
                    <a:pt x="191" y="1643"/>
                  </a:cubicBezTo>
                  <a:lnTo>
                    <a:pt x="1430" y="1643"/>
                  </a:lnTo>
                  <a:cubicBezTo>
                    <a:pt x="1549" y="1643"/>
                    <a:pt x="1620" y="1548"/>
                    <a:pt x="1620" y="1429"/>
                  </a:cubicBezTo>
                  <a:lnTo>
                    <a:pt x="1620" y="214"/>
                  </a:lnTo>
                  <a:cubicBezTo>
                    <a:pt x="1620" y="95"/>
                    <a:pt x="1549" y="0"/>
                    <a:pt x="1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97"/>
            <p:cNvSpPr/>
            <p:nvPr/>
          </p:nvSpPr>
          <p:spPr>
            <a:xfrm>
              <a:off x="6429823" y="2005330"/>
              <a:ext cx="98388" cy="14065"/>
            </a:xfrm>
            <a:custGeom>
              <a:rect b="b" l="l" r="r" t="t"/>
              <a:pathLst>
                <a:path extrusionOk="0" h="429" w="3001">
                  <a:moveTo>
                    <a:pt x="214" y="0"/>
                  </a:moveTo>
                  <a:cubicBezTo>
                    <a:pt x="119" y="0"/>
                    <a:pt x="0" y="72"/>
                    <a:pt x="0" y="191"/>
                  </a:cubicBezTo>
                  <a:cubicBezTo>
                    <a:pt x="0" y="310"/>
                    <a:pt x="95" y="429"/>
                    <a:pt x="214" y="429"/>
                  </a:cubicBezTo>
                  <a:lnTo>
                    <a:pt x="2763" y="429"/>
                  </a:lnTo>
                  <a:cubicBezTo>
                    <a:pt x="2858" y="429"/>
                    <a:pt x="2977" y="357"/>
                    <a:pt x="2977" y="238"/>
                  </a:cubicBezTo>
                  <a:cubicBezTo>
                    <a:pt x="3001" y="119"/>
                    <a:pt x="2882"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97"/>
            <p:cNvSpPr/>
            <p:nvPr/>
          </p:nvSpPr>
          <p:spPr>
            <a:xfrm>
              <a:off x="6429823" y="2045918"/>
              <a:ext cx="78881" cy="13311"/>
            </a:xfrm>
            <a:custGeom>
              <a:rect b="b" l="l" r="r" t="t"/>
              <a:pathLst>
                <a:path extrusionOk="0" h="406" w="2406">
                  <a:moveTo>
                    <a:pt x="214" y="0"/>
                  </a:moveTo>
                  <a:cubicBezTo>
                    <a:pt x="119" y="0"/>
                    <a:pt x="0" y="48"/>
                    <a:pt x="0" y="167"/>
                  </a:cubicBezTo>
                  <a:cubicBezTo>
                    <a:pt x="0" y="286"/>
                    <a:pt x="95" y="405"/>
                    <a:pt x="214" y="405"/>
                  </a:cubicBezTo>
                  <a:lnTo>
                    <a:pt x="2167" y="405"/>
                  </a:lnTo>
                  <a:cubicBezTo>
                    <a:pt x="2262" y="405"/>
                    <a:pt x="2381" y="358"/>
                    <a:pt x="2381" y="239"/>
                  </a:cubicBezTo>
                  <a:cubicBezTo>
                    <a:pt x="2405" y="120"/>
                    <a:pt x="2286"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97"/>
            <p:cNvSpPr/>
            <p:nvPr/>
          </p:nvSpPr>
          <p:spPr>
            <a:xfrm>
              <a:off x="6350155" y="2085719"/>
              <a:ext cx="53144" cy="53144"/>
            </a:xfrm>
            <a:custGeom>
              <a:rect b="b" l="l" r="r" t="t"/>
              <a:pathLst>
                <a:path extrusionOk="0" h="1621" w="1621">
                  <a:moveTo>
                    <a:pt x="1215" y="453"/>
                  </a:moveTo>
                  <a:lnTo>
                    <a:pt x="1215" y="1239"/>
                  </a:lnTo>
                  <a:lnTo>
                    <a:pt x="406" y="1239"/>
                  </a:lnTo>
                  <a:lnTo>
                    <a:pt x="406" y="453"/>
                  </a:lnTo>
                  <a:close/>
                  <a:moveTo>
                    <a:pt x="191" y="1"/>
                  </a:moveTo>
                  <a:cubicBezTo>
                    <a:pt x="72" y="1"/>
                    <a:pt x="1" y="96"/>
                    <a:pt x="1" y="215"/>
                  </a:cubicBezTo>
                  <a:lnTo>
                    <a:pt x="1" y="1430"/>
                  </a:lnTo>
                  <a:cubicBezTo>
                    <a:pt x="1" y="1549"/>
                    <a:pt x="72" y="1620"/>
                    <a:pt x="191" y="1620"/>
                  </a:cubicBezTo>
                  <a:lnTo>
                    <a:pt x="1430" y="1620"/>
                  </a:lnTo>
                  <a:cubicBezTo>
                    <a:pt x="1549" y="1620"/>
                    <a:pt x="1620" y="1549"/>
                    <a:pt x="1620" y="1430"/>
                  </a:cubicBezTo>
                  <a:lnTo>
                    <a:pt x="1620" y="215"/>
                  </a:lnTo>
                  <a:cubicBezTo>
                    <a:pt x="1620" y="120"/>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97"/>
            <p:cNvSpPr/>
            <p:nvPr/>
          </p:nvSpPr>
          <p:spPr>
            <a:xfrm>
              <a:off x="6429823" y="2085719"/>
              <a:ext cx="98388" cy="13311"/>
            </a:xfrm>
            <a:custGeom>
              <a:rect b="b" l="l" r="r" t="t"/>
              <a:pathLst>
                <a:path extrusionOk="0" h="406" w="3001">
                  <a:moveTo>
                    <a:pt x="214" y="1"/>
                  </a:moveTo>
                  <a:cubicBezTo>
                    <a:pt x="119" y="1"/>
                    <a:pt x="0" y="49"/>
                    <a:pt x="0" y="168"/>
                  </a:cubicBezTo>
                  <a:cubicBezTo>
                    <a:pt x="0" y="334"/>
                    <a:pt x="95" y="406"/>
                    <a:pt x="214" y="406"/>
                  </a:cubicBezTo>
                  <a:lnTo>
                    <a:pt x="2763" y="406"/>
                  </a:lnTo>
                  <a:cubicBezTo>
                    <a:pt x="2858" y="406"/>
                    <a:pt x="2977" y="358"/>
                    <a:pt x="2977" y="239"/>
                  </a:cubicBezTo>
                  <a:cubicBezTo>
                    <a:pt x="3001" y="120"/>
                    <a:pt x="2882" y="1"/>
                    <a:pt x="27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97"/>
            <p:cNvSpPr/>
            <p:nvPr/>
          </p:nvSpPr>
          <p:spPr>
            <a:xfrm>
              <a:off x="6429823" y="2125553"/>
              <a:ext cx="78881" cy="14098"/>
            </a:xfrm>
            <a:custGeom>
              <a:rect b="b" l="l" r="r" t="t"/>
              <a:pathLst>
                <a:path extrusionOk="0" h="430" w="2406">
                  <a:moveTo>
                    <a:pt x="214" y="0"/>
                  </a:moveTo>
                  <a:cubicBezTo>
                    <a:pt x="119" y="0"/>
                    <a:pt x="0" y="72"/>
                    <a:pt x="0" y="191"/>
                  </a:cubicBezTo>
                  <a:cubicBezTo>
                    <a:pt x="0" y="334"/>
                    <a:pt x="95" y="429"/>
                    <a:pt x="214" y="429"/>
                  </a:cubicBezTo>
                  <a:lnTo>
                    <a:pt x="2167" y="429"/>
                  </a:lnTo>
                  <a:cubicBezTo>
                    <a:pt x="2262" y="429"/>
                    <a:pt x="2381" y="358"/>
                    <a:pt x="2381" y="239"/>
                  </a:cubicBezTo>
                  <a:cubicBezTo>
                    <a:pt x="2405" y="120"/>
                    <a:pt x="2286"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97"/>
            <p:cNvSpPr/>
            <p:nvPr/>
          </p:nvSpPr>
          <p:spPr>
            <a:xfrm>
              <a:off x="6350155" y="2166928"/>
              <a:ext cx="53144" cy="53144"/>
            </a:xfrm>
            <a:custGeom>
              <a:rect b="b" l="l" r="r" t="t"/>
              <a:pathLst>
                <a:path extrusionOk="0" h="1621" w="1621">
                  <a:moveTo>
                    <a:pt x="1215" y="406"/>
                  </a:moveTo>
                  <a:lnTo>
                    <a:pt x="1215" y="1215"/>
                  </a:lnTo>
                  <a:lnTo>
                    <a:pt x="406" y="1215"/>
                  </a:lnTo>
                  <a:lnTo>
                    <a:pt x="406" y="406"/>
                  </a:lnTo>
                  <a:close/>
                  <a:moveTo>
                    <a:pt x="191" y="1"/>
                  </a:moveTo>
                  <a:cubicBezTo>
                    <a:pt x="72" y="1"/>
                    <a:pt x="1" y="72"/>
                    <a:pt x="1" y="191"/>
                  </a:cubicBezTo>
                  <a:lnTo>
                    <a:pt x="1" y="1430"/>
                  </a:lnTo>
                  <a:cubicBezTo>
                    <a:pt x="1" y="1549"/>
                    <a:pt x="72" y="1620"/>
                    <a:pt x="191" y="1620"/>
                  </a:cubicBezTo>
                  <a:lnTo>
                    <a:pt x="1430" y="1620"/>
                  </a:lnTo>
                  <a:cubicBezTo>
                    <a:pt x="1549" y="1620"/>
                    <a:pt x="1620" y="1525"/>
                    <a:pt x="1620" y="1430"/>
                  </a:cubicBezTo>
                  <a:lnTo>
                    <a:pt x="1620" y="191"/>
                  </a:lnTo>
                  <a:cubicBezTo>
                    <a:pt x="1620" y="72"/>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97"/>
            <p:cNvSpPr/>
            <p:nvPr/>
          </p:nvSpPr>
          <p:spPr>
            <a:xfrm>
              <a:off x="6429823" y="2165387"/>
              <a:ext cx="98388" cy="14065"/>
            </a:xfrm>
            <a:custGeom>
              <a:rect b="b" l="l" r="r" t="t"/>
              <a:pathLst>
                <a:path extrusionOk="0" h="429" w="3001">
                  <a:moveTo>
                    <a:pt x="214" y="0"/>
                  </a:moveTo>
                  <a:cubicBezTo>
                    <a:pt x="119" y="0"/>
                    <a:pt x="0" y="71"/>
                    <a:pt x="0" y="191"/>
                  </a:cubicBezTo>
                  <a:cubicBezTo>
                    <a:pt x="0" y="333"/>
                    <a:pt x="95" y="429"/>
                    <a:pt x="214" y="429"/>
                  </a:cubicBezTo>
                  <a:lnTo>
                    <a:pt x="2763" y="429"/>
                  </a:lnTo>
                  <a:cubicBezTo>
                    <a:pt x="2858" y="429"/>
                    <a:pt x="2977" y="357"/>
                    <a:pt x="2977" y="238"/>
                  </a:cubicBezTo>
                  <a:cubicBezTo>
                    <a:pt x="3001" y="119"/>
                    <a:pt x="2882"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97"/>
            <p:cNvSpPr/>
            <p:nvPr/>
          </p:nvSpPr>
          <p:spPr>
            <a:xfrm>
              <a:off x="6429823" y="2205975"/>
              <a:ext cx="78881" cy="13311"/>
            </a:xfrm>
            <a:custGeom>
              <a:rect b="b" l="l" r="r" t="t"/>
              <a:pathLst>
                <a:path extrusionOk="0" h="406" w="2406">
                  <a:moveTo>
                    <a:pt x="214" y="0"/>
                  </a:moveTo>
                  <a:cubicBezTo>
                    <a:pt x="119" y="0"/>
                    <a:pt x="0" y="48"/>
                    <a:pt x="0" y="167"/>
                  </a:cubicBezTo>
                  <a:cubicBezTo>
                    <a:pt x="0" y="310"/>
                    <a:pt x="95" y="405"/>
                    <a:pt x="214" y="405"/>
                  </a:cubicBezTo>
                  <a:lnTo>
                    <a:pt x="2167" y="405"/>
                  </a:lnTo>
                  <a:cubicBezTo>
                    <a:pt x="2262" y="405"/>
                    <a:pt x="2381" y="358"/>
                    <a:pt x="2381" y="239"/>
                  </a:cubicBezTo>
                  <a:cubicBezTo>
                    <a:pt x="2405" y="119"/>
                    <a:pt x="2286"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97"/>
            <p:cNvSpPr/>
            <p:nvPr/>
          </p:nvSpPr>
          <p:spPr>
            <a:xfrm>
              <a:off x="6429823" y="2250464"/>
              <a:ext cx="13278" cy="14098"/>
            </a:xfrm>
            <a:custGeom>
              <a:rect b="b" l="l" r="r" t="t"/>
              <a:pathLst>
                <a:path extrusionOk="0" h="430" w="405">
                  <a:moveTo>
                    <a:pt x="214" y="1"/>
                  </a:moveTo>
                  <a:cubicBezTo>
                    <a:pt x="95" y="1"/>
                    <a:pt x="0" y="96"/>
                    <a:pt x="0" y="215"/>
                  </a:cubicBezTo>
                  <a:cubicBezTo>
                    <a:pt x="0" y="334"/>
                    <a:pt x="95" y="429"/>
                    <a:pt x="214" y="429"/>
                  </a:cubicBezTo>
                  <a:cubicBezTo>
                    <a:pt x="333" y="429"/>
                    <a:pt x="405" y="334"/>
                    <a:pt x="405" y="215"/>
                  </a:cubicBezTo>
                  <a:cubicBezTo>
                    <a:pt x="405" y="96"/>
                    <a:pt x="333"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97"/>
            <p:cNvSpPr/>
            <p:nvPr/>
          </p:nvSpPr>
          <p:spPr>
            <a:xfrm>
              <a:off x="6305666" y="1921762"/>
              <a:ext cx="264706" cy="342800"/>
            </a:xfrm>
            <a:custGeom>
              <a:rect b="b" l="l" r="r" t="t"/>
              <a:pathLst>
                <a:path extrusionOk="0" h="10456" w="8074">
                  <a:moveTo>
                    <a:pt x="4811" y="406"/>
                  </a:moveTo>
                  <a:cubicBezTo>
                    <a:pt x="4930" y="406"/>
                    <a:pt x="5002" y="501"/>
                    <a:pt x="5002" y="620"/>
                  </a:cubicBezTo>
                  <a:lnTo>
                    <a:pt x="5002" y="1049"/>
                  </a:lnTo>
                  <a:cubicBezTo>
                    <a:pt x="5002" y="1168"/>
                    <a:pt x="4930" y="1239"/>
                    <a:pt x="4811" y="1239"/>
                  </a:cubicBezTo>
                  <a:lnTo>
                    <a:pt x="3168" y="1239"/>
                  </a:lnTo>
                  <a:cubicBezTo>
                    <a:pt x="3049" y="1239"/>
                    <a:pt x="2954" y="1144"/>
                    <a:pt x="2954" y="1049"/>
                  </a:cubicBezTo>
                  <a:lnTo>
                    <a:pt x="2954" y="620"/>
                  </a:lnTo>
                  <a:cubicBezTo>
                    <a:pt x="2977" y="501"/>
                    <a:pt x="3073" y="406"/>
                    <a:pt x="3168" y="406"/>
                  </a:cubicBezTo>
                  <a:close/>
                  <a:moveTo>
                    <a:pt x="3215" y="1"/>
                  </a:moveTo>
                  <a:cubicBezTo>
                    <a:pt x="2906" y="1"/>
                    <a:pt x="2596" y="263"/>
                    <a:pt x="2596" y="620"/>
                  </a:cubicBezTo>
                  <a:lnTo>
                    <a:pt x="644" y="620"/>
                  </a:lnTo>
                  <a:cubicBezTo>
                    <a:pt x="310" y="620"/>
                    <a:pt x="1" y="882"/>
                    <a:pt x="1" y="1239"/>
                  </a:cubicBezTo>
                  <a:lnTo>
                    <a:pt x="1" y="10241"/>
                  </a:lnTo>
                  <a:cubicBezTo>
                    <a:pt x="1" y="10336"/>
                    <a:pt x="96" y="10455"/>
                    <a:pt x="215" y="10455"/>
                  </a:cubicBezTo>
                  <a:lnTo>
                    <a:pt x="3168" y="10455"/>
                  </a:lnTo>
                  <a:cubicBezTo>
                    <a:pt x="3192" y="10455"/>
                    <a:pt x="3192" y="10455"/>
                    <a:pt x="3215" y="10408"/>
                  </a:cubicBezTo>
                  <a:cubicBezTo>
                    <a:pt x="3406" y="10241"/>
                    <a:pt x="3287" y="10027"/>
                    <a:pt x="3096" y="10027"/>
                  </a:cubicBezTo>
                  <a:lnTo>
                    <a:pt x="524" y="10027"/>
                  </a:lnTo>
                  <a:cubicBezTo>
                    <a:pt x="477" y="10027"/>
                    <a:pt x="453" y="10003"/>
                    <a:pt x="453" y="9979"/>
                  </a:cubicBezTo>
                  <a:lnTo>
                    <a:pt x="453" y="1215"/>
                  </a:lnTo>
                  <a:cubicBezTo>
                    <a:pt x="453" y="1096"/>
                    <a:pt x="548" y="1001"/>
                    <a:pt x="667" y="1001"/>
                  </a:cubicBezTo>
                  <a:lnTo>
                    <a:pt x="2620" y="1001"/>
                  </a:lnTo>
                  <a:cubicBezTo>
                    <a:pt x="2620" y="1335"/>
                    <a:pt x="2906" y="1644"/>
                    <a:pt x="3263" y="1644"/>
                  </a:cubicBezTo>
                  <a:lnTo>
                    <a:pt x="4882" y="1644"/>
                  </a:lnTo>
                  <a:cubicBezTo>
                    <a:pt x="5216" y="1644"/>
                    <a:pt x="5525" y="1358"/>
                    <a:pt x="5525" y="1001"/>
                  </a:cubicBezTo>
                  <a:lnTo>
                    <a:pt x="7478" y="1001"/>
                  </a:lnTo>
                  <a:cubicBezTo>
                    <a:pt x="7597" y="1001"/>
                    <a:pt x="7693" y="1096"/>
                    <a:pt x="7693" y="1215"/>
                  </a:cubicBezTo>
                  <a:lnTo>
                    <a:pt x="7693" y="9979"/>
                  </a:lnTo>
                  <a:cubicBezTo>
                    <a:pt x="7693" y="10003"/>
                    <a:pt x="7669" y="10027"/>
                    <a:pt x="7621" y="10027"/>
                  </a:cubicBezTo>
                  <a:lnTo>
                    <a:pt x="4954" y="10027"/>
                  </a:lnTo>
                  <a:cubicBezTo>
                    <a:pt x="4930" y="10027"/>
                    <a:pt x="4930" y="10027"/>
                    <a:pt x="4882" y="10051"/>
                  </a:cubicBezTo>
                  <a:cubicBezTo>
                    <a:pt x="4716" y="10241"/>
                    <a:pt x="4835" y="10455"/>
                    <a:pt x="5002" y="10455"/>
                  </a:cubicBezTo>
                  <a:lnTo>
                    <a:pt x="7859" y="10455"/>
                  </a:lnTo>
                  <a:cubicBezTo>
                    <a:pt x="7978" y="10455"/>
                    <a:pt x="8074" y="10360"/>
                    <a:pt x="8074" y="10241"/>
                  </a:cubicBezTo>
                  <a:lnTo>
                    <a:pt x="8074" y="1239"/>
                  </a:lnTo>
                  <a:cubicBezTo>
                    <a:pt x="8074" y="930"/>
                    <a:pt x="7812" y="620"/>
                    <a:pt x="7454" y="620"/>
                  </a:cubicBezTo>
                  <a:lnTo>
                    <a:pt x="5478" y="620"/>
                  </a:lnTo>
                  <a:cubicBezTo>
                    <a:pt x="5478" y="287"/>
                    <a:pt x="5216" y="1"/>
                    <a:pt x="4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2" name="Google Shape;21672;p97"/>
          <p:cNvGrpSpPr/>
          <p:nvPr/>
        </p:nvGrpSpPr>
        <p:grpSpPr>
          <a:xfrm>
            <a:off x="7066175" y="1769362"/>
            <a:ext cx="343587" cy="343587"/>
            <a:chOff x="7058311" y="1921762"/>
            <a:chExt cx="343587" cy="343587"/>
          </a:xfrm>
        </p:grpSpPr>
        <p:sp>
          <p:nvSpPr>
            <p:cNvPr id="21673" name="Google Shape;21673;p97"/>
            <p:cNvSpPr/>
            <p:nvPr/>
          </p:nvSpPr>
          <p:spPr>
            <a:xfrm>
              <a:off x="7066114" y="1927237"/>
              <a:ext cx="328735" cy="245199"/>
            </a:xfrm>
            <a:custGeom>
              <a:rect b="b" l="l" r="r" t="t"/>
              <a:pathLst>
                <a:path extrusionOk="0" h="7479" w="10027">
                  <a:moveTo>
                    <a:pt x="406" y="1"/>
                  </a:moveTo>
                  <a:cubicBezTo>
                    <a:pt x="191" y="1"/>
                    <a:pt x="1" y="191"/>
                    <a:pt x="1" y="429"/>
                  </a:cubicBezTo>
                  <a:lnTo>
                    <a:pt x="1" y="7478"/>
                  </a:lnTo>
                  <a:lnTo>
                    <a:pt x="10027" y="7478"/>
                  </a:lnTo>
                  <a:lnTo>
                    <a:pt x="10027" y="429"/>
                  </a:lnTo>
                  <a:cubicBezTo>
                    <a:pt x="10027" y="215"/>
                    <a:pt x="9860" y="48"/>
                    <a:pt x="9646"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97"/>
            <p:cNvSpPr/>
            <p:nvPr/>
          </p:nvSpPr>
          <p:spPr>
            <a:xfrm>
              <a:off x="7160600" y="1970185"/>
              <a:ext cx="171793" cy="60915"/>
            </a:xfrm>
            <a:custGeom>
              <a:rect b="b" l="l" r="r" t="t"/>
              <a:pathLst>
                <a:path extrusionOk="0" h="1858" w="5240">
                  <a:moveTo>
                    <a:pt x="0" y="0"/>
                  </a:moveTo>
                  <a:lnTo>
                    <a:pt x="0" y="1858"/>
                  </a:lnTo>
                  <a:lnTo>
                    <a:pt x="4287" y="1858"/>
                  </a:lnTo>
                  <a:cubicBezTo>
                    <a:pt x="4835" y="1858"/>
                    <a:pt x="5240" y="1405"/>
                    <a:pt x="5216" y="905"/>
                  </a:cubicBezTo>
                  <a:cubicBezTo>
                    <a:pt x="5168" y="405"/>
                    <a:pt x="4739"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97"/>
            <p:cNvSpPr/>
            <p:nvPr/>
          </p:nvSpPr>
          <p:spPr>
            <a:xfrm>
              <a:off x="7129356" y="2070900"/>
              <a:ext cx="171039" cy="59374"/>
            </a:xfrm>
            <a:custGeom>
              <a:rect b="b" l="l" r="r" t="t"/>
              <a:pathLst>
                <a:path extrusionOk="0" h="1811" w="5217">
                  <a:moveTo>
                    <a:pt x="953" y="0"/>
                  </a:moveTo>
                  <a:cubicBezTo>
                    <a:pt x="429" y="0"/>
                    <a:pt x="1" y="453"/>
                    <a:pt x="48" y="953"/>
                  </a:cubicBezTo>
                  <a:cubicBezTo>
                    <a:pt x="72" y="1429"/>
                    <a:pt x="477" y="1810"/>
                    <a:pt x="953" y="1810"/>
                  </a:cubicBezTo>
                  <a:lnTo>
                    <a:pt x="5216" y="1810"/>
                  </a:lnTo>
                  <a:lnTo>
                    <a:pt x="52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97"/>
            <p:cNvSpPr/>
            <p:nvPr/>
          </p:nvSpPr>
          <p:spPr>
            <a:xfrm>
              <a:off x="7271479" y="2070900"/>
              <a:ext cx="60128" cy="60947"/>
            </a:xfrm>
            <a:custGeom>
              <a:rect b="b" l="l" r="r" t="t"/>
              <a:pathLst>
                <a:path extrusionOk="0" h="1859" w="1834">
                  <a:moveTo>
                    <a:pt x="905" y="0"/>
                  </a:moveTo>
                  <a:cubicBezTo>
                    <a:pt x="405" y="0"/>
                    <a:pt x="0" y="405"/>
                    <a:pt x="0" y="929"/>
                  </a:cubicBezTo>
                  <a:cubicBezTo>
                    <a:pt x="0" y="1429"/>
                    <a:pt x="405" y="1858"/>
                    <a:pt x="905" y="1858"/>
                  </a:cubicBezTo>
                  <a:cubicBezTo>
                    <a:pt x="1429" y="1858"/>
                    <a:pt x="1834" y="1429"/>
                    <a:pt x="1834" y="929"/>
                  </a:cubicBezTo>
                  <a:cubicBezTo>
                    <a:pt x="1834" y="405"/>
                    <a:pt x="1429" y="0"/>
                    <a:pt x="90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97"/>
            <p:cNvSpPr/>
            <p:nvPr/>
          </p:nvSpPr>
          <p:spPr>
            <a:xfrm>
              <a:off x="7066114" y="2172403"/>
              <a:ext cx="330309" cy="84356"/>
            </a:xfrm>
            <a:custGeom>
              <a:rect b="b" l="l" r="r" t="t"/>
              <a:pathLst>
                <a:path extrusionOk="0" h="2573" w="10075">
                  <a:moveTo>
                    <a:pt x="1" y="0"/>
                  </a:moveTo>
                  <a:lnTo>
                    <a:pt x="1" y="810"/>
                  </a:lnTo>
                  <a:cubicBezTo>
                    <a:pt x="1" y="1048"/>
                    <a:pt x="191" y="1215"/>
                    <a:pt x="429" y="1215"/>
                  </a:cubicBezTo>
                  <a:lnTo>
                    <a:pt x="3811" y="1215"/>
                  </a:lnTo>
                  <a:lnTo>
                    <a:pt x="3811" y="2572"/>
                  </a:lnTo>
                  <a:lnTo>
                    <a:pt x="6264" y="2572"/>
                  </a:lnTo>
                  <a:lnTo>
                    <a:pt x="6264" y="1215"/>
                  </a:lnTo>
                  <a:lnTo>
                    <a:pt x="9646" y="1215"/>
                  </a:lnTo>
                  <a:cubicBezTo>
                    <a:pt x="9884" y="1215"/>
                    <a:pt x="10074" y="1048"/>
                    <a:pt x="10074" y="810"/>
                  </a:cubicBezTo>
                  <a:lnTo>
                    <a:pt x="10074"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97"/>
            <p:cNvSpPr/>
            <p:nvPr/>
          </p:nvSpPr>
          <p:spPr>
            <a:xfrm>
              <a:off x="7130143" y="1970185"/>
              <a:ext cx="60947" cy="60915"/>
            </a:xfrm>
            <a:custGeom>
              <a:rect b="b" l="l" r="r" t="t"/>
              <a:pathLst>
                <a:path extrusionOk="0" h="1858" w="1859">
                  <a:moveTo>
                    <a:pt x="929" y="0"/>
                  </a:moveTo>
                  <a:cubicBezTo>
                    <a:pt x="429" y="0"/>
                    <a:pt x="1" y="429"/>
                    <a:pt x="1" y="929"/>
                  </a:cubicBezTo>
                  <a:cubicBezTo>
                    <a:pt x="1" y="1429"/>
                    <a:pt x="429" y="1858"/>
                    <a:pt x="929" y="1858"/>
                  </a:cubicBezTo>
                  <a:cubicBezTo>
                    <a:pt x="1453" y="1858"/>
                    <a:pt x="1858" y="1429"/>
                    <a:pt x="1858" y="929"/>
                  </a:cubicBezTo>
                  <a:cubicBezTo>
                    <a:pt x="1858" y="429"/>
                    <a:pt x="1453" y="0"/>
                    <a:pt x="9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97"/>
            <p:cNvSpPr/>
            <p:nvPr/>
          </p:nvSpPr>
          <p:spPr>
            <a:xfrm>
              <a:off x="7058311" y="1921762"/>
              <a:ext cx="343587" cy="343587"/>
            </a:xfrm>
            <a:custGeom>
              <a:rect b="b" l="l" r="r" t="t"/>
              <a:pathLst>
                <a:path extrusionOk="0" h="10480" w="10480">
                  <a:moveTo>
                    <a:pt x="9860" y="382"/>
                  </a:moveTo>
                  <a:cubicBezTo>
                    <a:pt x="9979" y="382"/>
                    <a:pt x="10074" y="477"/>
                    <a:pt x="10074" y="596"/>
                  </a:cubicBezTo>
                  <a:lnTo>
                    <a:pt x="10074" y="7431"/>
                  </a:lnTo>
                  <a:lnTo>
                    <a:pt x="6169" y="7431"/>
                  </a:lnTo>
                  <a:cubicBezTo>
                    <a:pt x="6073" y="7431"/>
                    <a:pt x="5954" y="7502"/>
                    <a:pt x="5954" y="7622"/>
                  </a:cubicBezTo>
                  <a:cubicBezTo>
                    <a:pt x="5930" y="7741"/>
                    <a:pt x="6050" y="7860"/>
                    <a:pt x="6169" y="7860"/>
                  </a:cubicBezTo>
                  <a:lnTo>
                    <a:pt x="10074" y="7860"/>
                  </a:lnTo>
                  <a:lnTo>
                    <a:pt x="10074" y="8479"/>
                  </a:lnTo>
                  <a:cubicBezTo>
                    <a:pt x="10074" y="8598"/>
                    <a:pt x="9979" y="8693"/>
                    <a:pt x="9860" y="8693"/>
                  </a:cubicBezTo>
                  <a:lnTo>
                    <a:pt x="620" y="8693"/>
                  </a:lnTo>
                  <a:cubicBezTo>
                    <a:pt x="501" y="8693"/>
                    <a:pt x="429" y="8598"/>
                    <a:pt x="429" y="8479"/>
                  </a:cubicBezTo>
                  <a:lnTo>
                    <a:pt x="429" y="7860"/>
                  </a:lnTo>
                  <a:lnTo>
                    <a:pt x="4311" y="7860"/>
                  </a:lnTo>
                  <a:cubicBezTo>
                    <a:pt x="4406" y="7860"/>
                    <a:pt x="4525" y="7788"/>
                    <a:pt x="4525" y="7669"/>
                  </a:cubicBezTo>
                  <a:cubicBezTo>
                    <a:pt x="4549" y="7550"/>
                    <a:pt x="4430" y="7431"/>
                    <a:pt x="4311" y="7431"/>
                  </a:cubicBezTo>
                  <a:lnTo>
                    <a:pt x="429" y="7431"/>
                  </a:lnTo>
                  <a:lnTo>
                    <a:pt x="429" y="596"/>
                  </a:lnTo>
                  <a:cubicBezTo>
                    <a:pt x="429" y="477"/>
                    <a:pt x="501" y="382"/>
                    <a:pt x="620" y="382"/>
                  </a:cubicBezTo>
                  <a:close/>
                  <a:moveTo>
                    <a:pt x="6264" y="9074"/>
                  </a:moveTo>
                  <a:lnTo>
                    <a:pt x="6264" y="10027"/>
                  </a:lnTo>
                  <a:lnTo>
                    <a:pt x="4240" y="10027"/>
                  </a:lnTo>
                  <a:lnTo>
                    <a:pt x="4240" y="9074"/>
                  </a:lnTo>
                  <a:close/>
                  <a:moveTo>
                    <a:pt x="620" y="1"/>
                  </a:moveTo>
                  <a:cubicBezTo>
                    <a:pt x="310" y="1"/>
                    <a:pt x="1" y="263"/>
                    <a:pt x="1" y="620"/>
                  </a:cubicBezTo>
                  <a:lnTo>
                    <a:pt x="1" y="8479"/>
                  </a:lnTo>
                  <a:cubicBezTo>
                    <a:pt x="1" y="8812"/>
                    <a:pt x="263" y="9098"/>
                    <a:pt x="620" y="9098"/>
                  </a:cubicBezTo>
                  <a:lnTo>
                    <a:pt x="3811" y="9098"/>
                  </a:lnTo>
                  <a:lnTo>
                    <a:pt x="3811" y="10051"/>
                  </a:lnTo>
                  <a:lnTo>
                    <a:pt x="2811" y="10051"/>
                  </a:lnTo>
                  <a:cubicBezTo>
                    <a:pt x="2716" y="10051"/>
                    <a:pt x="2596" y="10122"/>
                    <a:pt x="2596" y="10241"/>
                  </a:cubicBezTo>
                  <a:cubicBezTo>
                    <a:pt x="2573" y="10360"/>
                    <a:pt x="2692" y="10479"/>
                    <a:pt x="2811" y="10479"/>
                  </a:cubicBezTo>
                  <a:lnTo>
                    <a:pt x="7693" y="10479"/>
                  </a:lnTo>
                  <a:cubicBezTo>
                    <a:pt x="7764" y="10479"/>
                    <a:pt x="7883" y="10408"/>
                    <a:pt x="7883" y="10289"/>
                  </a:cubicBezTo>
                  <a:cubicBezTo>
                    <a:pt x="7931" y="10170"/>
                    <a:pt x="7812" y="10051"/>
                    <a:pt x="7693" y="10051"/>
                  </a:cubicBezTo>
                  <a:lnTo>
                    <a:pt x="6669" y="10051"/>
                  </a:lnTo>
                  <a:lnTo>
                    <a:pt x="6669" y="9098"/>
                  </a:lnTo>
                  <a:lnTo>
                    <a:pt x="9860" y="9098"/>
                  </a:lnTo>
                  <a:cubicBezTo>
                    <a:pt x="10193" y="9098"/>
                    <a:pt x="10479" y="8836"/>
                    <a:pt x="10479" y="8479"/>
                  </a:cubicBezTo>
                  <a:lnTo>
                    <a:pt x="10479" y="620"/>
                  </a:lnTo>
                  <a:cubicBezTo>
                    <a:pt x="10479" y="263"/>
                    <a:pt x="10217" y="1"/>
                    <a:pt x="98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97"/>
            <p:cNvSpPr/>
            <p:nvPr/>
          </p:nvSpPr>
          <p:spPr>
            <a:xfrm>
              <a:off x="7123127" y="1963923"/>
              <a:ext cx="215529" cy="72652"/>
            </a:xfrm>
            <a:custGeom>
              <a:rect b="b" l="l" r="r" t="t"/>
              <a:pathLst>
                <a:path extrusionOk="0" h="2216" w="6574">
                  <a:moveTo>
                    <a:pt x="1143" y="406"/>
                  </a:moveTo>
                  <a:cubicBezTo>
                    <a:pt x="1524" y="406"/>
                    <a:pt x="1858" y="739"/>
                    <a:pt x="1858" y="1120"/>
                  </a:cubicBezTo>
                  <a:cubicBezTo>
                    <a:pt x="1858" y="1501"/>
                    <a:pt x="1524" y="1835"/>
                    <a:pt x="1143" y="1835"/>
                  </a:cubicBezTo>
                  <a:cubicBezTo>
                    <a:pt x="762" y="1835"/>
                    <a:pt x="429" y="1501"/>
                    <a:pt x="429" y="1120"/>
                  </a:cubicBezTo>
                  <a:cubicBezTo>
                    <a:pt x="429" y="739"/>
                    <a:pt x="762" y="406"/>
                    <a:pt x="1143" y="406"/>
                  </a:cubicBezTo>
                  <a:close/>
                  <a:moveTo>
                    <a:pt x="5430" y="406"/>
                  </a:moveTo>
                  <a:cubicBezTo>
                    <a:pt x="5859" y="406"/>
                    <a:pt x="6192" y="763"/>
                    <a:pt x="6144" y="1168"/>
                  </a:cubicBezTo>
                  <a:cubicBezTo>
                    <a:pt x="6121" y="1549"/>
                    <a:pt x="5787" y="1835"/>
                    <a:pt x="5406" y="1835"/>
                  </a:cubicBezTo>
                  <a:lnTo>
                    <a:pt x="2025" y="1835"/>
                  </a:lnTo>
                  <a:cubicBezTo>
                    <a:pt x="2167" y="1620"/>
                    <a:pt x="2286" y="1382"/>
                    <a:pt x="2286" y="1120"/>
                  </a:cubicBezTo>
                  <a:cubicBezTo>
                    <a:pt x="2286" y="858"/>
                    <a:pt x="2191" y="620"/>
                    <a:pt x="2025" y="406"/>
                  </a:cubicBezTo>
                  <a:close/>
                  <a:moveTo>
                    <a:pt x="1143" y="1"/>
                  </a:moveTo>
                  <a:cubicBezTo>
                    <a:pt x="548" y="1"/>
                    <a:pt x="48" y="477"/>
                    <a:pt x="24" y="1073"/>
                  </a:cubicBezTo>
                  <a:cubicBezTo>
                    <a:pt x="0" y="1716"/>
                    <a:pt x="524" y="2216"/>
                    <a:pt x="1143" y="2216"/>
                  </a:cubicBezTo>
                  <a:lnTo>
                    <a:pt x="5406" y="2216"/>
                  </a:lnTo>
                  <a:cubicBezTo>
                    <a:pt x="6002" y="2216"/>
                    <a:pt x="6502" y="1739"/>
                    <a:pt x="6525" y="1144"/>
                  </a:cubicBezTo>
                  <a:cubicBezTo>
                    <a:pt x="6573" y="501"/>
                    <a:pt x="6049" y="1"/>
                    <a:pt x="5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97"/>
            <p:cNvSpPr/>
            <p:nvPr/>
          </p:nvSpPr>
          <p:spPr>
            <a:xfrm>
              <a:off x="7123127" y="2063884"/>
              <a:ext cx="216283" cy="73406"/>
            </a:xfrm>
            <a:custGeom>
              <a:rect b="b" l="l" r="r" t="t"/>
              <a:pathLst>
                <a:path extrusionOk="0" h="2239" w="6597">
                  <a:moveTo>
                    <a:pt x="4573" y="429"/>
                  </a:moveTo>
                  <a:cubicBezTo>
                    <a:pt x="4430" y="619"/>
                    <a:pt x="4311" y="881"/>
                    <a:pt x="4311" y="1143"/>
                  </a:cubicBezTo>
                  <a:cubicBezTo>
                    <a:pt x="4311" y="1405"/>
                    <a:pt x="4406" y="1643"/>
                    <a:pt x="4573" y="1858"/>
                  </a:cubicBezTo>
                  <a:lnTo>
                    <a:pt x="1143" y="1858"/>
                  </a:lnTo>
                  <a:cubicBezTo>
                    <a:pt x="762" y="1834"/>
                    <a:pt x="429" y="1524"/>
                    <a:pt x="429" y="1143"/>
                  </a:cubicBezTo>
                  <a:cubicBezTo>
                    <a:pt x="429" y="762"/>
                    <a:pt x="762" y="429"/>
                    <a:pt x="1143" y="429"/>
                  </a:cubicBezTo>
                  <a:close/>
                  <a:moveTo>
                    <a:pt x="5430" y="429"/>
                  </a:moveTo>
                  <a:cubicBezTo>
                    <a:pt x="5835" y="429"/>
                    <a:pt x="6144" y="715"/>
                    <a:pt x="6144" y="1143"/>
                  </a:cubicBezTo>
                  <a:cubicBezTo>
                    <a:pt x="6144" y="1524"/>
                    <a:pt x="5835" y="1858"/>
                    <a:pt x="5430" y="1858"/>
                  </a:cubicBezTo>
                  <a:cubicBezTo>
                    <a:pt x="5049" y="1858"/>
                    <a:pt x="4716" y="1524"/>
                    <a:pt x="4716" y="1143"/>
                  </a:cubicBezTo>
                  <a:cubicBezTo>
                    <a:pt x="4716" y="762"/>
                    <a:pt x="5049" y="429"/>
                    <a:pt x="5430" y="429"/>
                  </a:cubicBezTo>
                  <a:close/>
                  <a:moveTo>
                    <a:pt x="1143" y="0"/>
                  </a:moveTo>
                  <a:cubicBezTo>
                    <a:pt x="548" y="0"/>
                    <a:pt x="48" y="476"/>
                    <a:pt x="24" y="1072"/>
                  </a:cubicBezTo>
                  <a:cubicBezTo>
                    <a:pt x="0" y="1739"/>
                    <a:pt x="500" y="2239"/>
                    <a:pt x="1143" y="2239"/>
                  </a:cubicBezTo>
                  <a:lnTo>
                    <a:pt x="5430" y="2239"/>
                  </a:lnTo>
                  <a:cubicBezTo>
                    <a:pt x="6073" y="2239"/>
                    <a:pt x="6597" y="1715"/>
                    <a:pt x="6573" y="1072"/>
                  </a:cubicBezTo>
                  <a:cubicBezTo>
                    <a:pt x="6502" y="476"/>
                    <a:pt x="6002" y="0"/>
                    <a:pt x="5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97"/>
            <p:cNvSpPr/>
            <p:nvPr/>
          </p:nvSpPr>
          <p:spPr>
            <a:xfrm>
              <a:off x="7224629" y="2165387"/>
              <a:ext cx="13311" cy="14065"/>
            </a:xfrm>
            <a:custGeom>
              <a:rect b="b" l="l" r="r" t="t"/>
              <a:pathLst>
                <a:path extrusionOk="0" h="429" w="406">
                  <a:moveTo>
                    <a:pt x="191" y="0"/>
                  </a:moveTo>
                  <a:cubicBezTo>
                    <a:pt x="72" y="0"/>
                    <a:pt x="0" y="95"/>
                    <a:pt x="0" y="214"/>
                  </a:cubicBezTo>
                  <a:cubicBezTo>
                    <a:pt x="0" y="333"/>
                    <a:pt x="72" y="429"/>
                    <a:pt x="191" y="429"/>
                  </a:cubicBezTo>
                  <a:cubicBezTo>
                    <a:pt x="310" y="429"/>
                    <a:pt x="405" y="333"/>
                    <a:pt x="405" y="214"/>
                  </a:cubicBezTo>
                  <a:cubicBezTo>
                    <a:pt x="405" y="95"/>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3" name="Google Shape;21683;p97"/>
          <p:cNvGrpSpPr/>
          <p:nvPr/>
        </p:nvGrpSpPr>
        <p:grpSpPr>
          <a:xfrm>
            <a:off x="7760639" y="1768607"/>
            <a:ext cx="343587" cy="344341"/>
            <a:chOff x="7815645" y="1921007"/>
            <a:chExt cx="343587" cy="344341"/>
          </a:xfrm>
        </p:grpSpPr>
        <p:sp>
          <p:nvSpPr>
            <p:cNvPr id="21684" name="Google Shape;21684;p97"/>
            <p:cNvSpPr/>
            <p:nvPr/>
          </p:nvSpPr>
          <p:spPr>
            <a:xfrm>
              <a:off x="7842987" y="1988151"/>
              <a:ext cx="289688" cy="204578"/>
            </a:xfrm>
            <a:custGeom>
              <a:rect b="b" l="l" r="r" t="t"/>
              <a:pathLst>
                <a:path extrusionOk="0" h="6240" w="8836">
                  <a:moveTo>
                    <a:pt x="0" y="0"/>
                  </a:moveTo>
                  <a:lnTo>
                    <a:pt x="0" y="5835"/>
                  </a:lnTo>
                  <a:cubicBezTo>
                    <a:pt x="0" y="6073"/>
                    <a:pt x="191" y="6240"/>
                    <a:pt x="429" y="6240"/>
                  </a:cubicBezTo>
                  <a:lnTo>
                    <a:pt x="8431" y="6240"/>
                  </a:lnTo>
                  <a:cubicBezTo>
                    <a:pt x="8669" y="6240"/>
                    <a:pt x="8835" y="6073"/>
                    <a:pt x="8835" y="5835"/>
                  </a:cubicBezTo>
                  <a:lnTo>
                    <a:pt x="8835"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97"/>
            <p:cNvSpPr/>
            <p:nvPr/>
          </p:nvSpPr>
          <p:spPr>
            <a:xfrm>
              <a:off x="7822693" y="1927237"/>
              <a:ext cx="329489" cy="61701"/>
            </a:xfrm>
            <a:custGeom>
              <a:rect b="b" l="l" r="r" t="t"/>
              <a:pathLst>
                <a:path extrusionOk="0" h="1882" w="10050">
                  <a:moveTo>
                    <a:pt x="1834" y="1"/>
                  </a:moveTo>
                  <a:cubicBezTo>
                    <a:pt x="1477" y="1"/>
                    <a:pt x="1215" y="310"/>
                    <a:pt x="1215" y="644"/>
                  </a:cubicBezTo>
                  <a:lnTo>
                    <a:pt x="405" y="644"/>
                  </a:lnTo>
                  <a:cubicBezTo>
                    <a:pt x="167" y="644"/>
                    <a:pt x="0" y="810"/>
                    <a:pt x="0" y="1048"/>
                  </a:cubicBezTo>
                  <a:lnTo>
                    <a:pt x="0" y="1477"/>
                  </a:lnTo>
                  <a:cubicBezTo>
                    <a:pt x="0" y="1715"/>
                    <a:pt x="167" y="1882"/>
                    <a:pt x="405" y="1882"/>
                  </a:cubicBezTo>
                  <a:lnTo>
                    <a:pt x="9645" y="1882"/>
                  </a:lnTo>
                  <a:cubicBezTo>
                    <a:pt x="9883" y="1882"/>
                    <a:pt x="10050" y="1715"/>
                    <a:pt x="10050" y="1477"/>
                  </a:cubicBezTo>
                  <a:lnTo>
                    <a:pt x="10050" y="1048"/>
                  </a:lnTo>
                  <a:cubicBezTo>
                    <a:pt x="10050" y="810"/>
                    <a:pt x="9883" y="644"/>
                    <a:pt x="9669" y="644"/>
                  </a:cubicBezTo>
                  <a:lnTo>
                    <a:pt x="8859" y="644"/>
                  </a:lnTo>
                  <a:cubicBezTo>
                    <a:pt x="8859" y="286"/>
                    <a:pt x="8597" y="1"/>
                    <a:pt x="8240" y="1"/>
                  </a:cubicBezTo>
                  <a:cubicBezTo>
                    <a:pt x="7883" y="1"/>
                    <a:pt x="7621" y="310"/>
                    <a:pt x="7621" y="644"/>
                  </a:cubicBezTo>
                  <a:lnTo>
                    <a:pt x="2477" y="644"/>
                  </a:lnTo>
                  <a:cubicBezTo>
                    <a:pt x="2477" y="286"/>
                    <a:pt x="2191" y="1"/>
                    <a:pt x="183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97"/>
            <p:cNvSpPr/>
            <p:nvPr/>
          </p:nvSpPr>
          <p:spPr>
            <a:xfrm>
              <a:off x="8047533" y="2109947"/>
              <a:ext cx="41407" cy="41407"/>
            </a:xfrm>
            <a:custGeom>
              <a:rect b="b" l="l" r="r" t="t"/>
              <a:pathLst>
                <a:path extrusionOk="0" h="1263" w="1263">
                  <a:moveTo>
                    <a:pt x="644" y="0"/>
                  </a:moveTo>
                  <a:cubicBezTo>
                    <a:pt x="286" y="0"/>
                    <a:pt x="1" y="286"/>
                    <a:pt x="1" y="619"/>
                  </a:cubicBezTo>
                  <a:cubicBezTo>
                    <a:pt x="1" y="977"/>
                    <a:pt x="286" y="1262"/>
                    <a:pt x="644" y="1262"/>
                  </a:cubicBezTo>
                  <a:cubicBezTo>
                    <a:pt x="977" y="1262"/>
                    <a:pt x="1263" y="977"/>
                    <a:pt x="1263" y="619"/>
                  </a:cubicBezTo>
                  <a:cubicBezTo>
                    <a:pt x="1263" y="286"/>
                    <a:pt x="977"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97"/>
            <p:cNvSpPr/>
            <p:nvPr/>
          </p:nvSpPr>
          <p:spPr>
            <a:xfrm>
              <a:off x="7886690" y="2029526"/>
              <a:ext cx="41440" cy="41407"/>
            </a:xfrm>
            <a:custGeom>
              <a:rect b="b" l="l" r="r" t="t"/>
              <a:pathLst>
                <a:path extrusionOk="0" h="1263" w="1264">
                  <a:moveTo>
                    <a:pt x="620" y="0"/>
                  </a:moveTo>
                  <a:cubicBezTo>
                    <a:pt x="287" y="0"/>
                    <a:pt x="1" y="286"/>
                    <a:pt x="1" y="643"/>
                  </a:cubicBezTo>
                  <a:cubicBezTo>
                    <a:pt x="1" y="977"/>
                    <a:pt x="287" y="1262"/>
                    <a:pt x="620" y="1262"/>
                  </a:cubicBezTo>
                  <a:cubicBezTo>
                    <a:pt x="977" y="1262"/>
                    <a:pt x="1263" y="977"/>
                    <a:pt x="1263" y="643"/>
                  </a:cubicBezTo>
                  <a:cubicBezTo>
                    <a:pt x="1263" y="286"/>
                    <a:pt x="977" y="0"/>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97"/>
            <p:cNvSpPr/>
            <p:nvPr/>
          </p:nvSpPr>
          <p:spPr>
            <a:xfrm>
              <a:off x="8026452" y="2028739"/>
              <a:ext cx="44555" cy="43768"/>
            </a:xfrm>
            <a:custGeom>
              <a:rect b="b" l="l" r="r" t="t"/>
              <a:pathLst>
                <a:path extrusionOk="0" h="1335" w="1359">
                  <a:moveTo>
                    <a:pt x="239" y="1"/>
                  </a:moveTo>
                  <a:cubicBezTo>
                    <a:pt x="185" y="1"/>
                    <a:pt x="132" y="24"/>
                    <a:pt x="96" y="72"/>
                  </a:cubicBezTo>
                  <a:cubicBezTo>
                    <a:pt x="1" y="167"/>
                    <a:pt x="1" y="286"/>
                    <a:pt x="96" y="358"/>
                  </a:cubicBezTo>
                  <a:lnTo>
                    <a:pt x="382" y="667"/>
                  </a:lnTo>
                  <a:lnTo>
                    <a:pt x="96" y="953"/>
                  </a:lnTo>
                  <a:cubicBezTo>
                    <a:pt x="1" y="1048"/>
                    <a:pt x="1" y="1167"/>
                    <a:pt x="96" y="1263"/>
                  </a:cubicBezTo>
                  <a:cubicBezTo>
                    <a:pt x="132" y="1310"/>
                    <a:pt x="185" y="1334"/>
                    <a:pt x="239" y="1334"/>
                  </a:cubicBezTo>
                  <a:cubicBezTo>
                    <a:pt x="292" y="1334"/>
                    <a:pt x="346" y="1310"/>
                    <a:pt x="382" y="1263"/>
                  </a:cubicBezTo>
                  <a:lnTo>
                    <a:pt x="691" y="953"/>
                  </a:lnTo>
                  <a:lnTo>
                    <a:pt x="977" y="1263"/>
                  </a:lnTo>
                  <a:cubicBezTo>
                    <a:pt x="1025" y="1310"/>
                    <a:pt x="1078" y="1334"/>
                    <a:pt x="1132" y="1334"/>
                  </a:cubicBezTo>
                  <a:cubicBezTo>
                    <a:pt x="1185" y="1334"/>
                    <a:pt x="1239" y="1310"/>
                    <a:pt x="1287" y="1263"/>
                  </a:cubicBezTo>
                  <a:cubicBezTo>
                    <a:pt x="1358" y="1167"/>
                    <a:pt x="1358" y="1048"/>
                    <a:pt x="1287" y="953"/>
                  </a:cubicBezTo>
                  <a:lnTo>
                    <a:pt x="977" y="667"/>
                  </a:lnTo>
                  <a:lnTo>
                    <a:pt x="1287" y="358"/>
                  </a:lnTo>
                  <a:cubicBezTo>
                    <a:pt x="1358" y="286"/>
                    <a:pt x="1358" y="167"/>
                    <a:pt x="1287" y="72"/>
                  </a:cubicBezTo>
                  <a:cubicBezTo>
                    <a:pt x="1239" y="24"/>
                    <a:pt x="1185" y="1"/>
                    <a:pt x="1132" y="1"/>
                  </a:cubicBezTo>
                  <a:cubicBezTo>
                    <a:pt x="1078" y="1"/>
                    <a:pt x="1025" y="24"/>
                    <a:pt x="977" y="72"/>
                  </a:cubicBezTo>
                  <a:lnTo>
                    <a:pt x="691" y="358"/>
                  </a:lnTo>
                  <a:lnTo>
                    <a:pt x="382" y="72"/>
                  </a:lnTo>
                  <a:cubicBezTo>
                    <a:pt x="346" y="24"/>
                    <a:pt x="292"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97"/>
            <p:cNvSpPr/>
            <p:nvPr/>
          </p:nvSpPr>
          <p:spPr>
            <a:xfrm>
              <a:off x="7904656" y="2109947"/>
              <a:ext cx="44522" cy="43145"/>
            </a:xfrm>
            <a:custGeom>
              <a:rect b="b" l="l" r="r" t="t"/>
              <a:pathLst>
                <a:path extrusionOk="0" h="1316" w="1358">
                  <a:moveTo>
                    <a:pt x="230" y="0"/>
                  </a:moveTo>
                  <a:cubicBezTo>
                    <a:pt x="179" y="0"/>
                    <a:pt x="132" y="24"/>
                    <a:pt x="96" y="72"/>
                  </a:cubicBezTo>
                  <a:cubicBezTo>
                    <a:pt x="1" y="143"/>
                    <a:pt x="1" y="262"/>
                    <a:pt x="96" y="357"/>
                  </a:cubicBezTo>
                  <a:lnTo>
                    <a:pt x="382" y="667"/>
                  </a:lnTo>
                  <a:lnTo>
                    <a:pt x="96" y="953"/>
                  </a:lnTo>
                  <a:cubicBezTo>
                    <a:pt x="1" y="1048"/>
                    <a:pt x="1" y="1167"/>
                    <a:pt x="96" y="1262"/>
                  </a:cubicBezTo>
                  <a:cubicBezTo>
                    <a:pt x="132" y="1298"/>
                    <a:pt x="179" y="1316"/>
                    <a:pt x="230" y="1316"/>
                  </a:cubicBezTo>
                  <a:cubicBezTo>
                    <a:pt x="280" y="1316"/>
                    <a:pt x="334" y="1298"/>
                    <a:pt x="382" y="1262"/>
                  </a:cubicBezTo>
                  <a:lnTo>
                    <a:pt x="691" y="953"/>
                  </a:lnTo>
                  <a:lnTo>
                    <a:pt x="977" y="1262"/>
                  </a:lnTo>
                  <a:cubicBezTo>
                    <a:pt x="1025" y="1298"/>
                    <a:pt x="1078" y="1316"/>
                    <a:pt x="1132" y="1316"/>
                  </a:cubicBezTo>
                  <a:cubicBezTo>
                    <a:pt x="1185" y="1316"/>
                    <a:pt x="1239" y="1298"/>
                    <a:pt x="1287" y="1262"/>
                  </a:cubicBezTo>
                  <a:cubicBezTo>
                    <a:pt x="1358" y="1167"/>
                    <a:pt x="1358" y="1048"/>
                    <a:pt x="1287" y="953"/>
                  </a:cubicBezTo>
                  <a:lnTo>
                    <a:pt x="977" y="667"/>
                  </a:lnTo>
                  <a:lnTo>
                    <a:pt x="1287" y="357"/>
                  </a:lnTo>
                  <a:cubicBezTo>
                    <a:pt x="1358" y="262"/>
                    <a:pt x="1358" y="143"/>
                    <a:pt x="1287" y="72"/>
                  </a:cubicBezTo>
                  <a:cubicBezTo>
                    <a:pt x="1239" y="24"/>
                    <a:pt x="1185" y="0"/>
                    <a:pt x="1132" y="0"/>
                  </a:cubicBezTo>
                  <a:cubicBezTo>
                    <a:pt x="1078" y="0"/>
                    <a:pt x="1025" y="24"/>
                    <a:pt x="977" y="72"/>
                  </a:cubicBezTo>
                  <a:lnTo>
                    <a:pt x="691" y="357"/>
                  </a:lnTo>
                  <a:lnTo>
                    <a:pt x="382" y="72"/>
                  </a:lnTo>
                  <a:cubicBezTo>
                    <a:pt x="334" y="24"/>
                    <a:pt x="280"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97"/>
            <p:cNvSpPr/>
            <p:nvPr/>
          </p:nvSpPr>
          <p:spPr>
            <a:xfrm>
              <a:off x="7880461" y="2023264"/>
              <a:ext cx="214742" cy="132779"/>
            </a:xfrm>
            <a:custGeom>
              <a:rect b="b" l="l" r="r" t="t"/>
              <a:pathLst>
                <a:path extrusionOk="0" h="4050" w="6550">
                  <a:moveTo>
                    <a:pt x="834" y="406"/>
                  </a:moveTo>
                  <a:cubicBezTo>
                    <a:pt x="1048" y="406"/>
                    <a:pt x="1239" y="596"/>
                    <a:pt x="1239" y="834"/>
                  </a:cubicBezTo>
                  <a:cubicBezTo>
                    <a:pt x="1239" y="1072"/>
                    <a:pt x="1072" y="1239"/>
                    <a:pt x="834" y="1239"/>
                  </a:cubicBezTo>
                  <a:cubicBezTo>
                    <a:pt x="596" y="1239"/>
                    <a:pt x="405" y="1072"/>
                    <a:pt x="405" y="834"/>
                  </a:cubicBezTo>
                  <a:cubicBezTo>
                    <a:pt x="405" y="596"/>
                    <a:pt x="596" y="406"/>
                    <a:pt x="834" y="406"/>
                  </a:cubicBezTo>
                  <a:close/>
                  <a:moveTo>
                    <a:pt x="5740" y="2882"/>
                  </a:moveTo>
                  <a:cubicBezTo>
                    <a:pt x="5978" y="2882"/>
                    <a:pt x="6144" y="3073"/>
                    <a:pt x="6144" y="3311"/>
                  </a:cubicBezTo>
                  <a:cubicBezTo>
                    <a:pt x="6144" y="3549"/>
                    <a:pt x="5978" y="3716"/>
                    <a:pt x="5740" y="3716"/>
                  </a:cubicBezTo>
                  <a:cubicBezTo>
                    <a:pt x="5501" y="3716"/>
                    <a:pt x="5311" y="3549"/>
                    <a:pt x="5311" y="3311"/>
                  </a:cubicBezTo>
                  <a:cubicBezTo>
                    <a:pt x="5311" y="3073"/>
                    <a:pt x="5501" y="2882"/>
                    <a:pt x="5740" y="2882"/>
                  </a:cubicBezTo>
                  <a:close/>
                  <a:moveTo>
                    <a:pt x="786" y="1"/>
                  </a:moveTo>
                  <a:cubicBezTo>
                    <a:pt x="358" y="1"/>
                    <a:pt x="0" y="358"/>
                    <a:pt x="0" y="811"/>
                  </a:cubicBezTo>
                  <a:cubicBezTo>
                    <a:pt x="0" y="1239"/>
                    <a:pt x="358" y="1596"/>
                    <a:pt x="786" y="1596"/>
                  </a:cubicBezTo>
                  <a:cubicBezTo>
                    <a:pt x="1191" y="1596"/>
                    <a:pt x="1477" y="1334"/>
                    <a:pt x="1596" y="977"/>
                  </a:cubicBezTo>
                  <a:lnTo>
                    <a:pt x="2048" y="977"/>
                  </a:lnTo>
                  <a:cubicBezTo>
                    <a:pt x="2620" y="977"/>
                    <a:pt x="3049" y="1430"/>
                    <a:pt x="3049" y="2001"/>
                  </a:cubicBezTo>
                  <a:cubicBezTo>
                    <a:pt x="3049" y="2763"/>
                    <a:pt x="3715" y="3430"/>
                    <a:pt x="4477" y="3430"/>
                  </a:cubicBezTo>
                  <a:lnTo>
                    <a:pt x="4930" y="3430"/>
                  </a:lnTo>
                  <a:cubicBezTo>
                    <a:pt x="5025" y="3787"/>
                    <a:pt x="5359" y="4049"/>
                    <a:pt x="5740" y="4049"/>
                  </a:cubicBezTo>
                  <a:cubicBezTo>
                    <a:pt x="6192" y="4049"/>
                    <a:pt x="6549" y="3692"/>
                    <a:pt x="6549" y="3240"/>
                  </a:cubicBezTo>
                  <a:cubicBezTo>
                    <a:pt x="6549" y="2787"/>
                    <a:pt x="6192" y="2430"/>
                    <a:pt x="5740" y="2430"/>
                  </a:cubicBezTo>
                  <a:cubicBezTo>
                    <a:pt x="5359" y="2430"/>
                    <a:pt x="5049" y="2716"/>
                    <a:pt x="4930" y="3073"/>
                  </a:cubicBezTo>
                  <a:lnTo>
                    <a:pt x="4477" y="3073"/>
                  </a:lnTo>
                  <a:cubicBezTo>
                    <a:pt x="3954" y="3073"/>
                    <a:pt x="3477" y="2620"/>
                    <a:pt x="3477" y="2049"/>
                  </a:cubicBezTo>
                  <a:cubicBezTo>
                    <a:pt x="3477" y="1287"/>
                    <a:pt x="2810" y="620"/>
                    <a:pt x="2048" y="620"/>
                  </a:cubicBezTo>
                  <a:lnTo>
                    <a:pt x="1596" y="620"/>
                  </a:lnTo>
                  <a:cubicBezTo>
                    <a:pt x="1501" y="263"/>
                    <a:pt x="1191"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97"/>
            <p:cNvSpPr/>
            <p:nvPr/>
          </p:nvSpPr>
          <p:spPr>
            <a:xfrm>
              <a:off x="7981963" y="1981102"/>
              <a:ext cx="13311" cy="14098"/>
            </a:xfrm>
            <a:custGeom>
              <a:rect b="b" l="l" r="r" t="t"/>
              <a:pathLst>
                <a:path extrusionOk="0" h="430" w="406">
                  <a:moveTo>
                    <a:pt x="191" y="1"/>
                  </a:moveTo>
                  <a:cubicBezTo>
                    <a:pt x="72" y="1"/>
                    <a:pt x="0" y="96"/>
                    <a:pt x="0" y="215"/>
                  </a:cubicBezTo>
                  <a:cubicBezTo>
                    <a:pt x="0" y="334"/>
                    <a:pt x="72" y="430"/>
                    <a:pt x="191" y="430"/>
                  </a:cubicBezTo>
                  <a:cubicBezTo>
                    <a:pt x="310" y="430"/>
                    <a:pt x="405" y="334"/>
                    <a:pt x="405" y="215"/>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97"/>
            <p:cNvSpPr/>
            <p:nvPr/>
          </p:nvSpPr>
          <p:spPr>
            <a:xfrm>
              <a:off x="7815645" y="1921007"/>
              <a:ext cx="343587" cy="344341"/>
            </a:xfrm>
            <a:custGeom>
              <a:rect b="b" l="l" r="r" t="t"/>
              <a:pathLst>
                <a:path extrusionOk="0" h="10503" w="10480">
                  <a:moveTo>
                    <a:pt x="8407" y="405"/>
                  </a:moveTo>
                  <a:cubicBezTo>
                    <a:pt x="8645" y="405"/>
                    <a:pt x="8812" y="595"/>
                    <a:pt x="8812" y="834"/>
                  </a:cubicBezTo>
                  <a:cubicBezTo>
                    <a:pt x="8812" y="953"/>
                    <a:pt x="8907" y="1024"/>
                    <a:pt x="9026" y="1024"/>
                  </a:cubicBezTo>
                  <a:lnTo>
                    <a:pt x="9836" y="1024"/>
                  </a:lnTo>
                  <a:cubicBezTo>
                    <a:pt x="9955" y="1024"/>
                    <a:pt x="10027" y="1119"/>
                    <a:pt x="10027" y="1238"/>
                  </a:cubicBezTo>
                  <a:lnTo>
                    <a:pt x="10074" y="1667"/>
                  </a:lnTo>
                  <a:cubicBezTo>
                    <a:pt x="10074" y="1786"/>
                    <a:pt x="9979" y="1858"/>
                    <a:pt x="9860" y="1858"/>
                  </a:cubicBezTo>
                  <a:lnTo>
                    <a:pt x="6169" y="1858"/>
                  </a:lnTo>
                  <a:cubicBezTo>
                    <a:pt x="6073" y="1858"/>
                    <a:pt x="5954" y="1929"/>
                    <a:pt x="5954" y="2048"/>
                  </a:cubicBezTo>
                  <a:cubicBezTo>
                    <a:pt x="5931" y="2167"/>
                    <a:pt x="6050" y="2286"/>
                    <a:pt x="6169" y="2286"/>
                  </a:cubicBezTo>
                  <a:lnTo>
                    <a:pt x="9431" y="2286"/>
                  </a:lnTo>
                  <a:lnTo>
                    <a:pt x="9431" y="7907"/>
                  </a:lnTo>
                  <a:cubicBezTo>
                    <a:pt x="9431" y="8026"/>
                    <a:pt x="9360" y="8121"/>
                    <a:pt x="9241" y="8121"/>
                  </a:cubicBezTo>
                  <a:lnTo>
                    <a:pt x="1215" y="8121"/>
                  </a:lnTo>
                  <a:cubicBezTo>
                    <a:pt x="1096" y="8121"/>
                    <a:pt x="1025" y="8026"/>
                    <a:pt x="1025" y="7907"/>
                  </a:cubicBezTo>
                  <a:lnTo>
                    <a:pt x="1025" y="2286"/>
                  </a:lnTo>
                  <a:lnTo>
                    <a:pt x="4287" y="2286"/>
                  </a:lnTo>
                  <a:cubicBezTo>
                    <a:pt x="4383" y="2286"/>
                    <a:pt x="4502" y="2215"/>
                    <a:pt x="4502" y="2096"/>
                  </a:cubicBezTo>
                  <a:cubicBezTo>
                    <a:pt x="4525" y="1977"/>
                    <a:pt x="4406" y="1858"/>
                    <a:pt x="4287" y="1858"/>
                  </a:cubicBezTo>
                  <a:lnTo>
                    <a:pt x="596" y="1858"/>
                  </a:lnTo>
                  <a:cubicBezTo>
                    <a:pt x="477" y="1858"/>
                    <a:pt x="382" y="1762"/>
                    <a:pt x="382" y="1667"/>
                  </a:cubicBezTo>
                  <a:lnTo>
                    <a:pt x="382" y="1238"/>
                  </a:lnTo>
                  <a:cubicBezTo>
                    <a:pt x="382" y="1119"/>
                    <a:pt x="477" y="1024"/>
                    <a:pt x="596" y="1024"/>
                  </a:cubicBezTo>
                  <a:lnTo>
                    <a:pt x="1406" y="1024"/>
                  </a:lnTo>
                  <a:cubicBezTo>
                    <a:pt x="1525" y="1024"/>
                    <a:pt x="1620" y="953"/>
                    <a:pt x="1620" y="834"/>
                  </a:cubicBezTo>
                  <a:cubicBezTo>
                    <a:pt x="1620" y="595"/>
                    <a:pt x="1787" y="405"/>
                    <a:pt x="2025" y="405"/>
                  </a:cubicBezTo>
                  <a:cubicBezTo>
                    <a:pt x="2263" y="405"/>
                    <a:pt x="2454" y="595"/>
                    <a:pt x="2454" y="834"/>
                  </a:cubicBezTo>
                  <a:cubicBezTo>
                    <a:pt x="2454" y="953"/>
                    <a:pt x="2525" y="1024"/>
                    <a:pt x="2644" y="1024"/>
                  </a:cubicBezTo>
                  <a:lnTo>
                    <a:pt x="7764" y="1024"/>
                  </a:lnTo>
                  <a:cubicBezTo>
                    <a:pt x="7883" y="1024"/>
                    <a:pt x="7979" y="953"/>
                    <a:pt x="7979" y="834"/>
                  </a:cubicBezTo>
                  <a:cubicBezTo>
                    <a:pt x="7979" y="595"/>
                    <a:pt x="8169" y="405"/>
                    <a:pt x="8407" y="405"/>
                  </a:cubicBezTo>
                  <a:close/>
                  <a:moveTo>
                    <a:pt x="2049" y="0"/>
                  </a:moveTo>
                  <a:cubicBezTo>
                    <a:pt x="1668" y="0"/>
                    <a:pt x="1358" y="262"/>
                    <a:pt x="1239" y="619"/>
                  </a:cubicBezTo>
                  <a:lnTo>
                    <a:pt x="620" y="619"/>
                  </a:lnTo>
                  <a:cubicBezTo>
                    <a:pt x="287" y="619"/>
                    <a:pt x="1" y="881"/>
                    <a:pt x="1" y="1238"/>
                  </a:cubicBezTo>
                  <a:lnTo>
                    <a:pt x="1" y="1667"/>
                  </a:lnTo>
                  <a:cubicBezTo>
                    <a:pt x="1" y="1977"/>
                    <a:pt x="263" y="2286"/>
                    <a:pt x="620" y="2286"/>
                  </a:cubicBezTo>
                  <a:lnTo>
                    <a:pt x="620" y="7907"/>
                  </a:lnTo>
                  <a:cubicBezTo>
                    <a:pt x="620" y="8240"/>
                    <a:pt x="882" y="8526"/>
                    <a:pt x="1239" y="8526"/>
                  </a:cubicBezTo>
                  <a:lnTo>
                    <a:pt x="5026" y="8526"/>
                  </a:lnTo>
                  <a:lnTo>
                    <a:pt x="5026" y="10074"/>
                  </a:lnTo>
                  <a:lnTo>
                    <a:pt x="4645" y="10074"/>
                  </a:lnTo>
                  <a:cubicBezTo>
                    <a:pt x="4549" y="10074"/>
                    <a:pt x="4430" y="10145"/>
                    <a:pt x="4430" y="10264"/>
                  </a:cubicBezTo>
                  <a:cubicBezTo>
                    <a:pt x="4406" y="10383"/>
                    <a:pt x="4525" y="10502"/>
                    <a:pt x="4645" y="10502"/>
                  </a:cubicBezTo>
                  <a:lnTo>
                    <a:pt x="5859" y="10502"/>
                  </a:lnTo>
                  <a:cubicBezTo>
                    <a:pt x="5954" y="10502"/>
                    <a:pt x="6073" y="10431"/>
                    <a:pt x="6073" y="10312"/>
                  </a:cubicBezTo>
                  <a:cubicBezTo>
                    <a:pt x="6097" y="10193"/>
                    <a:pt x="5978" y="10074"/>
                    <a:pt x="5859" y="10074"/>
                  </a:cubicBezTo>
                  <a:lnTo>
                    <a:pt x="5454" y="10074"/>
                  </a:lnTo>
                  <a:lnTo>
                    <a:pt x="5454" y="8526"/>
                  </a:lnTo>
                  <a:lnTo>
                    <a:pt x="9241" y="8526"/>
                  </a:lnTo>
                  <a:cubicBezTo>
                    <a:pt x="9550" y="8526"/>
                    <a:pt x="9860" y="8264"/>
                    <a:pt x="9860" y="7907"/>
                  </a:cubicBezTo>
                  <a:lnTo>
                    <a:pt x="9860" y="2286"/>
                  </a:lnTo>
                  <a:cubicBezTo>
                    <a:pt x="10193" y="2286"/>
                    <a:pt x="10479" y="2001"/>
                    <a:pt x="10479" y="1667"/>
                  </a:cubicBezTo>
                  <a:lnTo>
                    <a:pt x="10479" y="1238"/>
                  </a:lnTo>
                  <a:cubicBezTo>
                    <a:pt x="10479" y="905"/>
                    <a:pt x="10193" y="619"/>
                    <a:pt x="9860" y="619"/>
                  </a:cubicBezTo>
                  <a:lnTo>
                    <a:pt x="9241" y="619"/>
                  </a:lnTo>
                  <a:cubicBezTo>
                    <a:pt x="9145" y="262"/>
                    <a:pt x="8812" y="0"/>
                    <a:pt x="8431" y="0"/>
                  </a:cubicBezTo>
                  <a:cubicBezTo>
                    <a:pt x="8026" y="0"/>
                    <a:pt x="7740" y="262"/>
                    <a:pt x="7621" y="619"/>
                  </a:cubicBezTo>
                  <a:lnTo>
                    <a:pt x="2858" y="619"/>
                  </a:lnTo>
                  <a:cubicBezTo>
                    <a:pt x="2763" y="262"/>
                    <a:pt x="2430" y="0"/>
                    <a:pt x="2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3" name="Google Shape;21693;p97"/>
          <p:cNvGrpSpPr/>
          <p:nvPr/>
        </p:nvGrpSpPr>
        <p:grpSpPr>
          <a:xfrm>
            <a:off x="7760639" y="2323723"/>
            <a:ext cx="344341" cy="343554"/>
            <a:chOff x="7815645" y="2476123"/>
            <a:chExt cx="344341" cy="343554"/>
          </a:xfrm>
        </p:grpSpPr>
        <p:sp>
          <p:nvSpPr>
            <p:cNvPr id="21694" name="Google Shape;21694;p97"/>
            <p:cNvSpPr/>
            <p:nvPr/>
          </p:nvSpPr>
          <p:spPr>
            <a:xfrm>
              <a:off x="7867183" y="2522973"/>
              <a:ext cx="240511" cy="220184"/>
            </a:xfrm>
            <a:custGeom>
              <a:rect b="b" l="l" r="r" t="t"/>
              <a:pathLst>
                <a:path extrusionOk="0" h="6716" w="7336">
                  <a:moveTo>
                    <a:pt x="0" y="0"/>
                  </a:moveTo>
                  <a:lnTo>
                    <a:pt x="0" y="4048"/>
                  </a:lnTo>
                  <a:cubicBezTo>
                    <a:pt x="358" y="4310"/>
                    <a:pt x="3668" y="6716"/>
                    <a:pt x="3668" y="6716"/>
                  </a:cubicBezTo>
                  <a:cubicBezTo>
                    <a:pt x="3668" y="6716"/>
                    <a:pt x="6978" y="4310"/>
                    <a:pt x="7335" y="4048"/>
                  </a:cubicBezTo>
                  <a:lnTo>
                    <a:pt x="7335"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97"/>
            <p:cNvSpPr/>
            <p:nvPr/>
          </p:nvSpPr>
          <p:spPr>
            <a:xfrm>
              <a:off x="7823447" y="2622902"/>
              <a:ext cx="328735" cy="188973"/>
            </a:xfrm>
            <a:custGeom>
              <a:rect b="b" l="l" r="r" t="t"/>
              <a:pathLst>
                <a:path extrusionOk="0" h="5764" w="10027">
                  <a:moveTo>
                    <a:pt x="1" y="0"/>
                  </a:moveTo>
                  <a:lnTo>
                    <a:pt x="1" y="5763"/>
                  </a:lnTo>
                  <a:lnTo>
                    <a:pt x="10027" y="5763"/>
                  </a:lnTo>
                  <a:lnTo>
                    <a:pt x="10027" y="0"/>
                  </a:lnTo>
                  <a:cubicBezTo>
                    <a:pt x="9884" y="96"/>
                    <a:pt x="9550" y="334"/>
                    <a:pt x="5002" y="3668"/>
                  </a:cubicBezTo>
                  <a:cubicBezTo>
                    <a:pt x="4859" y="3596"/>
                    <a:pt x="4764" y="3501"/>
                    <a:pt x="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97"/>
            <p:cNvSpPr/>
            <p:nvPr/>
          </p:nvSpPr>
          <p:spPr>
            <a:xfrm>
              <a:off x="8108447" y="2597919"/>
              <a:ext cx="43735" cy="57013"/>
            </a:xfrm>
            <a:custGeom>
              <a:rect b="b" l="l" r="r" t="t"/>
              <a:pathLst>
                <a:path extrusionOk="0" h="1739" w="1334">
                  <a:moveTo>
                    <a:pt x="0" y="0"/>
                  </a:moveTo>
                  <a:lnTo>
                    <a:pt x="0" y="1691"/>
                  </a:lnTo>
                  <a:lnTo>
                    <a:pt x="24" y="1739"/>
                  </a:lnTo>
                  <a:lnTo>
                    <a:pt x="1334" y="786"/>
                  </a:lnTo>
                  <a:lnTo>
                    <a:pt x="0"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97"/>
            <p:cNvSpPr/>
            <p:nvPr/>
          </p:nvSpPr>
          <p:spPr>
            <a:xfrm>
              <a:off x="8068614" y="2483139"/>
              <a:ext cx="39867" cy="39834"/>
            </a:xfrm>
            <a:custGeom>
              <a:rect b="b" l="l" r="r" t="t"/>
              <a:pathLst>
                <a:path extrusionOk="0" h="1215" w="1216">
                  <a:moveTo>
                    <a:pt x="1" y="0"/>
                  </a:moveTo>
                  <a:lnTo>
                    <a:pt x="1" y="1215"/>
                  </a:lnTo>
                  <a:lnTo>
                    <a:pt x="1215" y="1215"/>
                  </a:lnTo>
                  <a:lnTo>
                    <a:pt x="1215" y="405"/>
                  </a:lnTo>
                  <a:cubicBezTo>
                    <a:pt x="1215" y="167"/>
                    <a:pt x="1001" y="0"/>
                    <a:pt x="81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97"/>
            <p:cNvSpPr/>
            <p:nvPr/>
          </p:nvSpPr>
          <p:spPr>
            <a:xfrm>
              <a:off x="7868756" y="2483139"/>
              <a:ext cx="199890" cy="39834"/>
            </a:xfrm>
            <a:custGeom>
              <a:rect b="b" l="l" r="r" t="t"/>
              <a:pathLst>
                <a:path extrusionOk="0" h="1215" w="6097">
                  <a:moveTo>
                    <a:pt x="405" y="0"/>
                  </a:moveTo>
                  <a:cubicBezTo>
                    <a:pt x="167" y="0"/>
                    <a:pt x="0" y="167"/>
                    <a:pt x="0" y="405"/>
                  </a:cubicBezTo>
                  <a:lnTo>
                    <a:pt x="0" y="1215"/>
                  </a:lnTo>
                  <a:lnTo>
                    <a:pt x="6097" y="1215"/>
                  </a:lnTo>
                  <a:lnTo>
                    <a:pt x="60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97"/>
            <p:cNvSpPr/>
            <p:nvPr/>
          </p:nvSpPr>
          <p:spPr>
            <a:xfrm>
              <a:off x="7823447" y="2597919"/>
              <a:ext cx="43768" cy="57013"/>
            </a:xfrm>
            <a:custGeom>
              <a:rect b="b" l="l" r="r" t="t"/>
              <a:pathLst>
                <a:path extrusionOk="0" h="1739" w="1335">
                  <a:moveTo>
                    <a:pt x="1334" y="0"/>
                  </a:moveTo>
                  <a:lnTo>
                    <a:pt x="1" y="786"/>
                  </a:lnTo>
                  <a:lnTo>
                    <a:pt x="1311" y="1739"/>
                  </a:lnTo>
                  <a:lnTo>
                    <a:pt x="1334" y="1691"/>
                  </a:lnTo>
                  <a:lnTo>
                    <a:pt x="1334"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97"/>
            <p:cNvSpPr/>
            <p:nvPr/>
          </p:nvSpPr>
          <p:spPr>
            <a:xfrm>
              <a:off x="7815645" y="2476123"/>
              <a:ext cx="344341" cy="343554"/>
            </a:xfrm>
            <a:custGeom>
              <a:rect b="b" l="l" r="r" t="t"/>
              <a:pathLst>
                <a:path extrusionOk="0" h="10479" w="10503">
                  <a:moveTo>
                    <a:pt x="7502" y="405"/>
                  </a:moveTo>
                  <a:lnTo>
                    <a:pt x="7502" y="1215"/>
                  </a:lnTo>
                  <a:lnTo>
                    <a:pt x="1787" y="1215"/>
                  </a:lnTo>
                  <a:lnTo>
                    <a:pt x="1787" y="596"/>
                  </a:lnTo>
                  <a:cubicBezTo>
                    <a:pt x="1787" y="500"/>
                    <a:pt x="1882" y="405"/>
                    <a:pt x="2001" y="405"/>
                  </a:cubicBezTo>
                  <a:close/>
                  <a:moveTo>
                    <a:pt x="8599" y="440"/>
                  </a:moveTo>
                  <a:cubicBezTo>
                    <a:pt x="8669" y="440"/>
                    <a:pt x="8717" y="522"/>
                    <a:pt x="8717" y="619"/>
                  </a:cubicBezTo>
                  <a:lnTo>
                    <a:pt x="8717" y="1238"/>
                  </a:lnTo>
                  <a:lnTo>
                    <a:pt x="7931" y="1238"/>
                  </a:lnTo>
                  <a:lnTo>
                    <a:pt x="7931" y="453"/>
                  </a:lnTo>
                  <a:lnTo>
                    <a:pt x="8550" y="453"/>
                  </a:lnTo>
                  <a:cubicBezTo>
                    <a:pt x="8567" y="444"/>
                    <a:pt x="8584" y="440"/>
                    <a:pt x="8599" y="440"/>
                  </a:cubicBezTo>
                  <a:close/>
                  <a:moveTo>
                    <a:pt x="9122" y="4096"/>
                  </a:moveTo>
                  <a:lnTo>
                    <a:pt x="9884" y="4525"/>
                  </a:lnTo>
                  <a:lnTo>
                    <a:pt x="9122" y="5073"/>
                  </a:lnTo>
                  <a:lnTo>
                    <a:pt x="9122" y="4096"/>
                  </a:lnTo>
                  <a:close/>
                  <a:moveTo>
                    <a:pt x="1382" y="4072"/>
                  </a:moveTo>
                  <a:lnTo>
                    <a:pt x="1382" y="5096"/>
                  </a:lnTo>
                  <a:lnTo>
                    <a:pt x="596" y="4525"/>
                  </a:lnTo>
                  <a:lnTo>
                    <a:pt x="1382" y="4072"/>
                  </a:lnTo>
                  <a:close/>
                  <a:moveTo>
                    <a:pt x="8717" y="1643"/>
                  </a:moveTo>
                  <a:lnTo>
                    <a:pt x="8717" y="5382"/>
                  </a:lnTo>
                  <a:lnTo>
                    <a:pt x="5240" y="7907"/>
                  </a:lnTo>
                  <a:lnTo>
                    <a:pt x="1787" y="5382"/>
                  </a:lnTo>
                  <a:lnTo>
                    <a:pt x="1787" y="1643"/>
                  </a:lnTo>
                  <a:close/>
                  <a:moveTo>
                    <a:pt x="1977" y="0"/>
                  </a:moveTo>
                  <a:cubicBezTo>
                    <a:pt x="1644" y="0"/>
                    <a:pt x="1334" y="262"/>
                    <a:pt x="1334" y="619"/>
                  </a:cubicBezTo>
                  <a:lnTo>
                    <a:pt x="1334" y="3596"/>
                  </a:lnTo>
                  <a:lnTo>
                    <a:pt x="96" y="4311"/>
                  </a:lnTo>
                  <a:cubicBezTo>
                    <a:pt x="25" y="4334"/>
                    <a:pt x="1" y="4430"/>
                    <a:pt x="1" y="4501"/>
                  </a:cubicBezTo>
                  <a:lnTo>
                    <a:pt x="1" y="10240"/>
                  </a:lnTo>
                  <a:cubicBezTo>
                    <a:pt x="1" y="10359"/>
                    <a:pt x="96" y="10455"/>
                    <a:pt x="215" y="10455"/>
                  </a:cubicBezTo>
                  <a:lnTo>
                    <a:pt x="4287" y="10455"/>
                  </a:lnTo>
                  <a:cubicBezTo>
                    <a:pt x="4383" y="10455"/>
                    <a:pt x="4502" y="10383"/>
                    <a:pt x="4502" y="10264"/>
                  </a:cubicBezTo>
                  <a:cubicBezTo>
                    <a:pt x="4525" y="10145"/>
                    <a:pt x="4406" y="10026"/>
                    <a:pt x="4287" y="10026"/>
                  </a:cubicBezTo>
                  <a:lnTo>
                    <a:pt x="382" y="10026"/>
                  </a:lnTo>
                  <a:lnTo>
                    <a:pt x="382" y="4906"/>
                  </a:lnTo>
                  <a:cubicBezTo>
                    <a:pt x="382" y="4906"/>
                    <a:pt x="3597" y="7264"/>
                    <a:pt x="3644" y="7264"/>
                  </a:cubicBezTo>
                  <a:lnTo>
                    <a:pt x="1811" y="8597"/>
                  </a:lnTo>
                  <a:cubicBezTo>
                    <a:pt x="1739" y="8645"/>
                    <a:pt x="1692" y="8811"/>
                    <a:pt x="1787" y="8883"/>
                  </a:cubicBezTo>
                  <a:cubicBezTo>
                    <a:pt x="1830" y="8941"/>
                    <a:pt x="1900" y="8972"/>
                    <a:pt x="1969" y="8972"/>
                  </a:cubicBezTo>
                  <a:cubicBezTo>
                    <a:pt x="2014" y="8972"/>
                    <a:pt x="2059" y="8959"/>
                    <a:pt x="2096" y="8931"/>
                  </a:cubicBezTo>
                  <a:lnTo>
                    <a:pt x="4002" y="7502"/>
                  </a:lnTo>
                  <a:lnTo>
                    <a:pt x="5121" y="8288"/>
                  </a:lnTo>
                  <a:cubicBezTo>
                    <a:pt x="5145" y="8335"/>
                    <a:pt x="5216" y="8335"/>
                    <a:pt x="5240" y="8335"/>
                  </a:cubicBezTo>
                  <a:cubicBezTo>
                    <a:pt x="5264" y="8335"/>
                    <a:pt x="5335" y="8335"/>
                    <a:pt x="5359" y="8288"/>
                  </a:cubicBezTo>
                  <a:lnTo>
                    <a:pt x="6478" y="7502"/>
                  </a:lnTo>
                  <a:lnTo>
                    <a:pt x="8383" y="8931"/>
                  </a:lnTo>
                  <a:cubicBezTo>
                    <a:pt x="8423" y="8950"/>
                    <a:pt x="8466" y="8962"/>
                    <a:pt x="8511" y="8962"/>
                  </a:cubicBezTo>
                  <a:cubicBezTo>
                    <a:pt x="8573" y="8962"/>
                    <a:pt x="8637" y="8939"/>
                    <a:pt x="8693" y="8883"/>
                  </a:cubicBezTo>
                  <a:cubicBezTo>
                    <a:pt x="8741" y="8811"/>
                    <a:pt x="8741" y="8692"/>
                    <a:pt x="8669" y="8597"/>
                  </a:cubicBezTo>
                  <a:lnTo>
                    <a:pt x="6835" y="7264"/>
                  </a:lnTo>
                  <a:lnTo>
                    <a:pt x="10098" y="4906"/>
                  </a:lnTo>
                  <a:lnTo>
                    <a:pt x="10098" y="10050"/>
                  </a:lnTo>
                  <a:lnTo>
                    <a:pt x="6193" y="10050"/>
                  </a:lnTo>
                  <a:cubicBezTo>
                    <a:pt x="6097" y="10050"/>
                    <a:pt x="5978" y="10121"/>
                    <a:pt x="5978" y="10240"/>
                  </a:cubicBezTo>
                  <a:cubicBezTo>
                    <a:pt x="5954" y="10359"/>
                    <a:pt x="6073" y="10478"/>
                    <a:pt x="6193" y="10478"/>
                  </a:cubicBezTo>
                  <a:lnTo>
                    <a:pt x="10312" y="10478"/>
                  </a:lnTo>
                  <a:cubicBezTo>
                    <a:pt x="10431" y="10478"/>
                    <a:pt x="10503" y="10383"/>
                    <a:pt x="10503" y="10264"/>
                  </a:cubicBezTo>
                  <a:lnTo>
                    <a:pt x="10503" y="4525"/>
                  </a:lnTo>
                  <a:cubicBezTo>
                    <a:pt x="10479" y="4430"/>
                    <a:pt x="10431" y="4382"/>
                    <a:pt x="10360" y="4311"/>
                  </a:cubicBezTo>
                  <a:lnTo>
                    <a:pt x="9122" y="3596"/>
                  </a:lnTo>
                  <a:lnTo>
                    <a:pt x="9122" y="619"/>
                  </a:lnTo>
                  <a:cubicBezTo>
                    <a:pt x="9122" y="286"/>
                    <a:pt x="8836" y="0"/>
                    <a:pt x="84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97"/>
            <p:cNvSpPr/>
            <p:nvPr/>
          </p:nvSpPr>
          <p:spPr>
            <a:xfrm>
              <a:off x="7920262" y="2636934"/>
              <a:ext cx="135894" cy="14098"/>
            </a:xfrm>
            <a:custGeom>
              <a:rect b="b" l="l" r="r" t="t"/>
              <a:pathLst>
                <a:path extrusionOk="0" h="430" w="4145">
                  <a:moveTo>
                    <a:pt x="239" y="1"/>
                  </a:moveTo>
                  <a:cubicBezTo>
                    <a:pt x="144" y="1"/>
                    <a:pt x="25" y="72"/>
                    <a:pt x="25" y="191"/>
                  </a:cubicBezTo>
                  <a:cubicBezTo>
                    <a:pt x="1" y="310"/>
                    <a:pt x="120" y="430"/>
                    <a:pt x="239" y="430"/>
                  </a:cubicBezTo>
                  <a:lnTo>
                    <a:pt x="3906" y="430"/>
                  </a:lnTo>
                  <a:cubicBezTo>
                    <a:pt x="3978" y="430"/>
                    <a:pt x="4097" y="358"/>
                    <a:pt x="4097" y="239"/>
                  </a:cubicBezTo>
                  <a:cubicBezTo>
                    <a:pt x="4145" y="120"/>
                    <a:pt x="4026" y="1"/>
                    <a:pt x="3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97"/>
            <p:cNvSpPr/>
            <p:nvPr/>
          </p:nvSpPr>
          <p:spPr>
            <a:xfrm>
              <a:off x="7900754" y="2597133"/>
              <a:ext cx="174908" cy="13311"/>
            </a:xfrm>
            <a:custGeom>
              <a:rect b="b" l="l" r="r" t="t"/>
              <a:pathLst>
                <a:path extrusionOk="0" h="406" w="5335">
                  <a:moveTo>
                    <a:pt x="239" y="0"/>
                  </a:moveTo>
                  <a:cubicBezTo>
                    <a:pt x="143" y="0"/>
                    <a:pt x="24" y="48"/>
                    <a:pt x="24" y="167"/>
                  </a:cubicBezTo>
                  <a:cubicBezTo>
                    <a:pt x="1" y="286"/>
                    <a:pt x="120" y="405"/>
                    <a:pt x="239" y="405"/>
                  </a:cubicBezTo>
                  <a:lnTo>
                    <a:pt x="5121" y="405"/>
                  </a:lnTo>
                  <a:cubicBezTo>
                    <a:pt x="5192" y="405"/>
                    <a:pt x="5335" y="358"/>
                    <a:pt x="5335" y="239"/>
                  </a:cubicBezTo>
                  <a:cubicBezTo>
                    <a:pt x="5335" y="96"/>
                    <a:pt x="5240" y="0"/>
                    <a:pt x="5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97"/>
            <p:cNvSpPr/>
            <p:nvPr/>
          </p:nvSpPr>
          <p:spPr>
            <a:xfrm>
              <a:off x="7900754" y="2555758"/>
              <a:ext cx="174908" cy="14065"/>
            </a:xfrm>
            <a:custGeom>
              <a:rect b="b" l="l" r="r" t="t"/>
              <a:pathLst>
                <a:path extrusionOk="0" h="429" w="5335">
                  <a:moveTo>
                    <a:pt x="215" y="0"/>
                  </a:moveTo>
                  <a:cubicBezTo>
                    <a:pt x="120" y="0"/>
                    <a:pt x="1" y="72"/>
                    <a:pt x="1" y="191"/>
                  </a:cubicBezTo>
                  <a:cubicBezTo>
                    <a:pt x="1" y="334"/>
                    <a:pt x="96" y="429"/>
                    <a:pt x="215" y="429"/>
                  </a:cubicBezTo>
                  <a:lnTo>
                    <a:pt x="5097" y="429"/>
                  </a:lnTo>
                  <a:cubicBezTo>
                    <a:pt x="5168" y="429"/>
                    <a:pt x="5287" y="357"/>
                    <a:pt x="5287" y="238"/>
                  </a:cubicBezTo>
                  <a:cubicBezTo>
                    <a:pt x="5335" y="119"/>
                    <a:pt x="5216" y="0"/>
                    <a:pt x="50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97"/>
            <p:cNvSpPr/>
            <p:nvPr/>
          </p:nvSpPr>
          <p:spPr>
            <a:xfrm>
              <a:off x="7960095" y="2676767"/>
              <a:ext cx="54685" cy="14098"/>
            </a:xfrm>
            <a:custGeom>
              <a:rect b="b" l="l" r="r" t="t"/>
              <a:pathLst>
                <a:path extrusionOk="0" h="430" w="1668">
                  <a:moveTo>
                    <a:pt x="239" y="0"/>
                  </a:moveTo>
                  <a:cubicBezTo>
                    <a:pt x="143" y="0"/>
                    <a:pt x="24" y="72"/>
                    <a:pt x="24" y="191"/>
                  </a:cubicBezTo>
                  <a:cubicBezTo>
                    <a:pt x="0" y="310"/>
                    <a:pt x="119" y="429"/>
                    <a:pt x="239" y="429"/>
                  </a:cubicBezTo>
                  <a:lnTo>
                    <a:pt x="1453" y="429"/>
                  </a:lnTo>
                  <a:cubicBezTo>
                    <a:pt x="1548" y="429"/>
                    <a:pt x="1667" y="358"/>
                    <a:pt x="1667" y="239"/>
                  </a:cubicBezTo>
                  <a:cubicBezTo>
                    <a:pt x="1667" y="120"/>
                    <a:pt x="1572"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97"/>
            <p:cNvSpPr/>
            <p:nvPr/>
          </p:nvSpPr>
          <p:spPr>
            <a:xfrm>
              <a:off x="7981176" y="2804793"/>
              <a:ext cx="14098" cy="13311"/>
            </a:xfrm>
            <a:custGeom>
              <a:rect b="b" l="l" r="r" t="t"/>
              <a:pathLst>
                <a:path extrusionOk="0" h="406" w="430">
                  <a:moveTo>
                    <a:pt x="215" y="1"/>
                  </a:moveTo>
                  <a:cubicBezTo>
                    <a:pt x="96" y="1"/>
                    <a:pt x="0" y="96"/>
                    <a:pt x="0" y="215"/>
                  </a:cubicBezTo>
                  <a:cubicBezTo>
                    <a:pt x="0" y="334"/>
                    <a:pt x="96" y="406"/>
                    <a:pt x="215" y="406"/>
                  </a:cubicBezTo>
                  <a:cubicBezTo>
                    <a:pt x="334" y="406"/>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6" name="Google Shape;21706;p97"/>
          <p:cNvGrpSpPr/>
          <p:nvPr/>
        </p:nvGrpSpPr>
        <p:grpSpPr>
          <a:xfrm>
            <a:off x="6311956" y="2323723"/>
            <a:ext cx="343587" cy="343554"/>
            <a:chOff x="6304092" y="2476123"/>
            <a:chExt cx="343587" cy="343554"/>
          </a:xfrm>
        </p:grpSpPr>
        <p:sp>
          <p:nvSpPr>
            <p:cNvPr id="21707" name="Google Shape;21707;p97"/>
            <p:cNvSpPr/>
            <p:nvPr/>
          </p:nvSpPr>
          <p:spPr>
            <a:xfrm>
              <a:off x="6416545" y="2483139"/>
              <a:ext cx="119469" cy="144483"/>
            </a:xfrm>
            <a:custGeom>
              <a:rect b="b" l="l" r="r" t="t"/>
              <a:pathLst>
                <a:path extrusionOk="0" h="4407" w="3644">
                  <a:moveTo>
                    <a:pt x="0" y="0"/>
                  </a:moveTo>
                  <a:lnTo>
                    <a:pt x="0" y="4406"/>
                  </a:lnTo>
                  <a:lnTo>
                    <a:pt x="3644" y="4406"/>
                  </a:lnTo>
                  <a:lnTo>
                    <a:pt x="3644" y="1501"/>
                  </a:lnTo>
                  <a:lnTo>
                    <a:pt x="2143"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97"/>
            <p:cNvSpPr/>
            <p:nvPr/>
          </p:nvSpPr>
          <p:spPr>
            <a:xfrm>
              <a:off x="6520375" y="2667391"/>
              <a:ext cx="120255" cy="144483"/>
            </a:xfrm>
            <a:custGeom>
              <a:rect b="b" l="l" r="r" t="t"/>
              <a:pathLst>
                <a:path extrusionOk="0" h="4407" w="3668">
                  <a:moveTo>
                    <a:pt x="1" y="1"/>
                  </a:moveTo>
                  <a:lnTo>
                    <a:pt x="1" y="4406"/>
                  </a:lnTo>
                  <a:lnTo>
                    <a:pt x="3668" y="4406"/>
                  </a:lnTo>
                  <a:lnTo>
                    <a:pt x="3668" y="1525"/>
                  </a:lnTo>
                  <a:lnTo>
                    <a:pt x="2144"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97"/>
            <p:cNvSpPr/>
            <p:nvPr/>
          </p:nvSpPr>
          <p:spPr>
            <a:xfrm>
              <a:off x="6311928" y="2667391"/>
              <a:ext cx="119469" cy="144483"/>
            </a:xfrm>
            <a:custGeom>
              <a:rect b="b" l="l" r="r" t="t"/>
              <a:pathLst>
                <a:path extrusionOk="0" h="4407" w="3644">
                  <a:moveTo>
                    <a:pt x="0" y="1"/>
                  </a:moveTo>
                  <a:lnTo>
                    <a:pt x="0" y="4406"/>
                  </a:lnTo>
                  <a:lnTo>
                    <a:pt x="3644" y="4406"/>
                  </a:lnTo>
                  <a:lnTo>
                    <a:pt x="3644" y="1525"/>
                  </a:lnTo>
                  <a:lnTo>
                    <a:pt x="2143"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97"/>
            <p:cNvSpPr/>
            <p:nvPr/>
          </p:nvSpPr>
          <p:spPr>
            <a:xfrm>
              <a:off x="6590633" y="2668178"/>
              <a:ext cx="49997" cy="49997"/>
            </a:xfrm>
            <a:custGeom>
              <a:rect b="b" l="l" r="r" t="t"/>
              <a:pathLst>
                <a:path extrusionOk="0" h="1525" w="1525">
                  <a:moveTo>
                    <a:pt x="1" y="0"/>
                  </a:moveTo>
                  <a:lnTo>
                    <a:pt x="1" y="1525"/>
                  </a:lnTo>
                  <a:lnTo>
                    <a:pt x="1525" y="1525"/>
                  </a:lnTo>
                  <a:lnTo>
                    <a:pt x="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97"/>
            <p:cNvSpPr/>
            <p:nvPr/>
          </p:nvSpPr>
          <p:spPr>
            <a:xfrm>
              <a:off x="6487590" y="2483926"/>
              <a:ext cx="49997" cy="49210"/>
            </a:xfrm>
            <a:custGeom>
              <a:rect b="b" l="l" r="r" t="t"/>
              <a:pathLst>
                <a:path extrusionOk="0" h="1501" w="1525">
                  <a:moveTo>
                    <a:pt x="0" y="0"/>
                  </a:moveTo>
                  <a:lnTo>
                    <a:pt x="0" y="1501"/>
                  </a:lnTo>
                  <a:lnTo>
                    <a:pt x="1524" y="1501"/>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97"/>
            <p:cNvSpPr/>
            <p:nvPr/>
          </p:nvSpPr>
          <p:spPr>
            <a:xfrm>
              <a:off x="6382973" y="2668178"/>
              <a:ext cx="49997" cy="49997"/>
            </a:xfrm>
            <a:custGeom>
              <a:rect b="b" l="l" r="r" t="t"/>
              <a:pathLst>
                <a:path extrusionOk="0" h="1525" w="1525">
                  <a:moveTo>
                    <a:pt x="0" y="0"/>
                  </a:moveTo>
                  <a:lnTo>
                    <a:pt x="0" y="1525"/>
                  </a:lnTo>
                  <a:lnTo>
                    <a:pt x="1524" y="1525"/>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97"/>
            <p:cNvSpPr/>
            <p:nvPr/>
          </p:nvSpPr>
          <p:spPr>
            <a:xfrm>
              <a:off x="6304092" y="2661162"/>
              <a:ext cx="343587" cy="158515"/>
            </a:xfrm>
            <a:custGeom>
              <a:rect b="b" l="l" r="r" t="t"/>
              <a:pathLst>
                <a:path extrusionOk="0" h="4835" w="10480">
                  <a:moveTo>
                    <a:pt x="2597" y="691"/>
                  </a:moveTo>
                  <a:lnTo>
                    <a:pt x="3430" y="1524"/>
                  </a:lnTo>
                  <a:lnTo>
                    <a:pt x="2597" y="1524"/>
                  </a:lnTo>
                  <a:lnTo>
                    <a:pt x="2597" y="691"/>
                  </a:lnTo>
                  <a:close/>
                  <a:moveTo>
                    <a:pt x="8955" y="691"/>
                  </a:moveTo>
                  <a:lnTo>
                    <a:pt x="9789" y="1524"/>
                  </a:lnTo>
                  <a:lnTo>
                    <a:pt x="8955" y="1524"/>
                  </a:lnTo>
                  <a:lnTo>
                    <a:pt x="8955" y="691"/>
                  </a:lnTo>
                  <a:close/>
                  <a:moveTo>
                    <a:pt x="2168" y="405"/>
                  </a:moveTo>
                  <a:lnTo>
                    <a:pt x="2168" y="1739"/>
                  </a:lnTo>
                  <a:cubicBezTo>
                    <a:pt x="2168" y="1858"/>
                    <a:pt x="2263" y="1953"/>
                    <a:pt x="2382" y="1953"/>
                  </a:cubicBezTo>
                  <a:lnTo>
                    <a:pt x="3716" y="1953"/>
                  </a:lnTo>
                  <a:lnTo>
                    <a:pt x="3716" y="4382"/>
                  </a:lnTo>
                  <a:lnTo>
                    <a:pt x="453" y="4382"/>
                  </a:lnTo>
                  <a:lnTo>
                    <a:pt x="453" y="405"/>
                  </a:lnTo>
                  <a:close/>
                  <a:moveTo>
                    <a:pt x="8550" y="405"/>
                  </a:moveTo>
                  <a:lnTo>
                    <a:pt x="8550" y="1739"/>
                  </a:lnTo>
                  <a:cubicBezTo>
                    <a:pt x="8550" y="1858"/>
                    <a:pt x="8622" y="1953"/>
                    <a:pt x="8741" y="1953"/>
                  </a:cubicBezTo>
                  <a:lnTo>
                    <a:pt x="10098" y="1953"/>
                  </a:lnTo>
                  <a:lnTo>
                    <a:pt x="10098" y="4406"/>
                  </a:lnTo>
                  <a:lnTo>
                    <a:pt x="6812" y="4406"/>
                  </a:lnTo>
                  <a:lnTo>
                    <a:pt x="6812" y="4382"/>
                  </a:lnTo>
                  <a:lnTo>
                    <a:pt x="6812" y="405"/>
                  </a:lnTo>
                  <a:close/>
                  <a:moveTo>
                    <a:pt x="191" y="0"/>
                  </a:moveTo>
                  <a:cubicBezTo>
                    <a:pt x="72" y="0"/>
                    <a:pt x="1" y="95"/>
                    <a:pt x="1" y="214"/>
                  </a:cubicBezTo>
                  <a:lnTo>
                    <a:pt x="1" y="4620"/>
                  </a:lnTo>
                  <a:cubicBezTo>
                    <a:pt x="1" y="4739"/>
                    <a:pt x="72" y="4834"/>
                    <a:pt x="191" y="4834"/>
                  </a:cubicBezTo>
                  <a:lnTo>
                    <a:pt x="3859" y="4834"/>
                  </a:lnTo>
                  <a:cubicBezTo>
                    <a:pt x="3978" y="4834"/>
                    <a:pt x="4073" y="4739"/>
                    <a:pt x="4073" y="4620"/>
                  </a:cubicBezTo>
                  <a:lnTo>
                    <a:pt x="4073" y="3501"/>
                  </a:lnTo>
                  <a:lnTo>
                    <a:pt x="6359" y="3501"/>
                  </a:lnTo>
                  <a:lnTo>
                    <a:pt x="6359" y="4620"/>
                  </a:lnTo>
                  <a:cubicBezTo>
                    <a:pt x="6359" y="4739"/>
                    <a:pt x="6455" y="4834"/>
                    <a:pt x="6574" y="4834"/>
                  </a:cubicBezTo>
                  <a:lnTo>
                    <a:pt x="10265" y="4834"/>
                  </a:lnTo>
                  <a:cubicBezTo>
                    <a:pt x="10384" y="4834"/>
                    <a:pt x="10479" y="4739"/>
                    <a:pt x="10479" y="4620"/>
                  </a:cubicBezTo>
                  <a:lnTo>
                    <a:pt x="10479" y="1739"/>
                  </a:lnTo>
                  <a:cubicBezTo>
                    <a:pt x="10479" y="1667"/>
                    <a:pt x="10479" y="1620"/>
                    <a:pt x="10408" y="1596"/>
                  </a:cubicBezTo>
                  <a:lnTo>
                    <a:pt x="8908" y="72"/>
                  </a:lnTo>
                  <a:cubicBezTo>
                    <a:pt x="8860" y="24"/>
                    <a:pt x="8812" y="0"/>
                    <a:pt x="8741" y="0"/>
                  </a:cubicBezTo>
                  <a:lnTo>
                    <a:pt x="6598" y="0"/>
                  </a:lnTo>
                  <a:cubicBezTo>
                    <a:pt x="6478" y="0"/>
                    <a:pt x="6383" y="95"/>
                    <a:pt x="6383" y="214"/>
                  </a:cubicBezTo>
                  <a:lnTo>
                    <a:pt x="6383" y="3072"/>
                  </a:lnTo>
                  <a:lnTo>
                    <a:pt x="5431" y="3072"/>
                  </a:lnTo>
                  <a:lnTo>
                    <a:pt x="5431" y="1953"/>
                  </a:lnTo>
                  <a:cubicBezTo>
                    <a:pt x="5431" y="1858"/>
                    <a:pt x="5383" y="1739"/>
                    <a:pt x="5264" y="1739"/>
                  </a:cubicBezTo>
                  <a:cubicBezTo>
                    <a:pt x="5254" y="1737"/>
                    <a:pt x="5243" y="1736"/>
                    <a:pt x="5233" y="1736"/>
                  </a:cubicBezTo>
                  <a:cubicBezTo>
                    <a:pt x="5125" y="1736"/>
                    <a:pt x="5026" y="1844"/>
                    <a:pt x="5026" y="1953"/>
                  </a:cubicBezTo>
                  <a:lnTo>
                    <a:pt x="5026" y="3072"/>
                  </a:lnTo>
                  <a:lnTo>
                    <a:pt x="4073" y="3072"/>
                  </a:lnTo>
                  <a:lnTo>
                    <a:pt x="4073" y="1739"/>
                  </a:lnTo>
                  <a:cubicBezTo>
                    <a:pt x="4073" y="1667"/>
                    <a:pt x="4049" y="1620"/>
                    <a:pt x="4002" y="1596"/>
                  </a:cubicBezTo>
                  <a:lnTo>
                    <a:pt x="2501" y="72"/>
                  </a:lnTo>
                  <a:cubicBezTo>
                    <a:pt x="2454" y="24"/>
                    <a:pt x="2406" y="0"/>
                    <a:pt x="2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97"/>
            <p:cNvSpPr/>
            <p:nvPr/>
          </p:nvSpPr>
          <p:spPr>
            <a:xfrm>
              <a:off x="6469624" y="2687685"/>
              <a:ext cx="14098" cy="13311"/>
            </a:xfrm>
            <a:custGeom>
              <a:rect b="b" l="l" r="r" t="t"/>
              <a:pathLst>
                <a:path extrusionOk="0" h="406" w="430">
                  <a:moveTo>
                    <a:pt x="215" y="1"/>
                  </a:moveTo>
                  <a:cubicBezTo>
                    <a:pt x="96" y="1"/>
                    <a:pt x="1" y="96"/>
                    <a:pt x="1" y="215"/>
                  </a:cubicBezTo>
                  <a:cubicBezTo>
                    <a:pt x="1" y="334"/>
                    <a:pt x="96" y="406"/>
                    <a:pt x="215" y="406"/>
                  </a:cubicBezTo>
                  <a:cubicBezTo>
                    <a:pt x="334" y="406"/>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97"/>
            <p:cNvSpPr/>
            <p:nvPr/>
          </p:nvSpPr>
          <p:spPr>
            <a:xfrm>
              <a:off x="6409496" y="2476123"/>
              <a:ext cx="134320" cy="195300"/>
            </a:xfrm>
            <a:custGeom>
              <a:rect b="b" l="l" r="r" t="t"/>
              <a:pathLst>
                <a:path extrusionOk="0" h="5957" w="4097">
                  <a:moveTo>
                    <a:pt x="2549" y="715"/>
                  </a:moveTo>
                  <a:lnTo>
                    <a:pt x="3383" y="1548"/>
                  </a:lnTo>
                  <a:lnTo>
                    <a:pt x="2549" y="1548"/>
                  </a:lnTo>
                  <a:lnTo>
                    <a:pt x="2549" y="715"/>
                  </a:lnTo>
                  <a:close/>
                  <a:moveTo>
                    <a:pt x="2144" y="405"/>
                  </a:moveTo>
                  <a:lnTo>
                    <a:pt x="2144" y="1739"/>
                  </a:lnTo>
                  <a:cubicBezTo>
                    <a:pt x="2144" y="1858"/>
                    <a:pt x="2239" y="1953"/>
                    <a:pt x="2358" y="1953"/>
                  </a:cubicBezTo>
                  <a:lnTo>
                    <a:pt x="3692" y="1953"/>
                  </a:lnTo>
                  <a:lnTo>
                    <a:pt x="3692" y="4430"/>
                  </a:lnTo>
                  <a:lnTo>
                    <a:pt x="406" y="4430"/>
                  </a:lnTo>
                  <a:lnTo>
                    <a:pt x="406" y="405"/>
                  </a:lnTo>
                  <a:close/>
                  <a:moveTo>
                    <a:pt x="215" y="0"/>
                  </a:moveTo>
                  <a:cubicBezTo>
                    <a:pt x="96" y="0"/>
                    <a:pt x="1" y="95"/>
                    <a:pt x="1" y="214"/>
                  </a:cubicBezTo>
                  <a:lnTo>
                    <a:pt x="1" y="4620"/>
                  </a:lnTo>
                  <a:cubicBezTo>
                    <a:pt x="1" y="4715"/>
                    <a:pt x="72" y="4811"/>
                    <a:pt x="215" y="4811"/>
                  </a:cubicBezTo>
                  <a:lnTo>
                    <a:pt x="1835" y="4811"/>
                  </a:lnTo>
                  <a:lnTo>
                    <a:pt x="1835" y="5739"/>
                  </a:lnTo>
                  <a:cubicBezTo>
                    <a:pt x="1835" y="5835"/>
                    <a:pt x="1906" y="5954"/>
                    <a:pt x="2025" y="5954"/>
                  </a:cubicBezTo>
                  <a:cubicBezTo>
                    <a:pt x="2035" y="5956"/>
                    <a:pt x="2046" y="5957"/>
                    <a:pt x="2056" y="5957"/>
                  </a:cubicBezTo>
                  <a:cubicBezTo>
                    <a:pt x="2164" y="5957"/>
                    <a:pt x="2263" y="5848"/>
                    <a:pt x="2263" y="5739"/>
                  </a:cubicBezTo>
                  <a:lnTo>
                    <a:pt x="2263" y="4811"/>
                  </a:lnTo>
                  <a:lnTo>
                    <a:pt x="3906" y="4811"/>
                  </a:lnTo>
                  <a:cubicBezTo>
                    <a:pt x="4025" y="4811"/>
                    <a:pt x="4097" y="4715"/>
                    <a:pt x="4097" y="4620"/>
                  </a:cubicBezTo>
                  <a:lnTo>
                    <a:pt x="4097" y="1715"/>
                  </a:lnTo>
                  <a:cubicBezTo>
                    <a:pt x="4097" y="1667"/>
                    <a:pt x="4073" y="1596"/>
                    <a:pt x="4049" y="1572"/>
                  </a:cubicBezTo>
                  <a:lnTo>
                    <a:pt x="2525" y="48"/>
                  </a:lnTo>
                  <a:cubicBezTo>
                    <a:pt x="2501" y="24"/>
                    <a:pt x="2430" y="0"/>
                    <a:pt x="2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6" name="Google Shape;21716;p97"/>
          <p:cNvGrpSpPr/>
          <p:nvPr/>
        </p:nvGrpSpPr>
        <p:grpSpPr>
          <a:xfrm>
            <a:off x="5552295" y="2322149"/>
            <a:ext cx="341226" cy="342800"/>
            <a:chOff x="5544431" y="2474549"/>
            <a:chExt cx="341226" cy="342800"/>
          </a:xfrm>
        </p:grpSpPr>
        <p:sp>
          <p:nvSpPr>
            <p:cNvPr id="21717" name="Google Shape;21717;p97"/>
            <p:cNvSpPr/>
            <p:nvPr/>
          </p:nvSpPr>
          <p:spPr>
            <a:xfrm>
              <a:off x="5550660" y="2483139"/>
              <a:ext cx="160876" cy="329522"/>
            </a:xfrm>
            <a:custGeom>
              <a:rect b="b" l="l" r="r" t="t"/>
              <a:pathLst>
                <a:path extrusionOk="0" h="10051" w="4907">
                  <a:moveTo>
                    <a:pt x="406" y="0"/>
                  </a:moveTo>
                  <a:cubicBezTo>
                    <a:pt x="168" y="0"/>
                    <a:pt x="1" y="167"/>
                    <a:pt x="1" y="405"/>
                  </a:cubicBezTo>
                  <a:lnTo>
                    <a:pt x="1" y="9621"/>
                  </a:lnTo>
                  <a:cubicBezTo>
                    <a:pt x="1" y="9860"/>
                    <a:pt x="168" y="10050"/>
                    <a:pt x="406" y="10050"/>
                  </a:cubicBezTo>
                  <a:lnTo>
                    <a:pt x="4502" y="10050"/>
                  </a:lnTo>
                  <a:cubicBezTo>
                    <a:pt x="4716" y="10050"/>
                    <a:pt x="4907" y="9860"/>
                    <a:pt x="4907" y="9621"/>
                  </a:cubicBezTo>
                  <a:lnTo>
                    <a:pt x="4907" y="405"/>
                  </a:lnTo>
                  <a:cubicBezTo>
                    <a:pt x="4907" y="167"/>
                    <a:pt x="4740" y="0"/>
                    <a:pt x="45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97"/>
            <p:cNvSpPr/>
            <p:nvPr/>
          </p:nvSpPr>
          <p:spPr>
            <a:xfrm>
              <a:off x="5617050" y="2606902"/>
              <a:ext cx="263919" cy="205759"/>
            </a:xfrm>
            <a:custGeom>
              <a:rect b="b" l="l" r="r" t="t"/>
              <a:pathLst>
                <a:path extrusionOk="0" h="6276" w="8050">
                  <a:moveTo>
                    <a:pt x="667" y="0"/>
                  </a:moveTo>
                  <a:cubicBezTo>
                    <a:pt x="512" y="0"/>
                    <a:pt x="357" y="60"/>
                    <a:pt x="238" y="179"/>
                  </a:cubicBezTo>
                  <a:cubicBezTo>
                    <a:pt x="0" y="417"/>
                    <a:pt x="0" y="798"/>
                    <a:pt x="238" y="1036"/>
                  </a:cubicBezTo>
                  <a:lnTo>
                    <a:pt x="2834" y="3632"/>
                  </a:lnTo>
                  <a:lnTo>
                    <a:pt x="2405" y="4108"/>
                  </a:lnTo>
                  <a:cubicBezTo>
                    <a:pt x="2167" y="4346"/>
                    <a:pt x="2167" y="4727"/>
                    <a:pt x="2405" y="4965"/>
                  </a:cubicBezTo>
                  <a:lnTo>
                    <a:pt x="2858" y="5418"/>
                  </a:lnTo>
                  <a:lnTo>
                    <a:pt x="2906" y="5465"/>
                  </a:lnTo>
                  <a:cubicBezTo>
                    <a:pt x="3501" y="6013"/>
                    <a:pt x="4287" y="6275"/>
                    <a:pt x="5025" y="6275"/>
                  </a:cubicBezTo>
                  <a:cubicBezTo>
                    <a:pt x="5787" y="6275"/>
                    <a:pt x="6573" y="5989"/>
                    <a:pt x="7168" y="5394"/>
                  </a:cubicBezTo>
                  <a:cubicBezTo>
                    <a:pt x="7764" y="4799"/>
                    <a:pt x="8049" y="3989"/>
                    <a:pt x="8049" y="3203"/>
                  </a:cubicBezTo>
                  <a:cubicBezTo>
                    <a:pt x="8049" y="2441"/>
                    <a:pt x="7764" y="1655"/>
                    <a:pt x="7168" y="1060"/>
                  </a:cubicBezTo>
                  <a:lnTo>
                    <a:pt x="6311" y="202"/>
                  </a:lnTo>
                  <a:cubicBezTo>
                    <a:pt x="6192" y="83"/>
                    <a:pt x="6031" y="24"/>
                    <a:pt x="5873" y="24"/>
                  </a:cubicBezTo>
                  <a:cubicBezTo>
                    <a:pt x="5716" y="24"/>
                    <a:pt x="5561" y="83"/>
                    <a:pt x="5454" y="202"/>
                  </a:cubicBezTo>
                  <a:cubicBezTo>
                    <a:pt x="5216" y="441"/>
                    <a:pt x="5216" y="822"/>
                    <a:pt x="5454" y="1060"/>
                  </a:cubicBezTo>
                  <a:lnTo>
                    <a:pt x="5001" y="631"/>
                  </a:lnTo>
                  <a:cubicBezTo>
                    <a:pt x="4882" y="512"/>
                    <a:pt x="4721" y="453"/>
                    <a:pt x="4564" y="453"/>
                  </a:cubicBezTo>
                  <a:cubicBezTo>
                    <a:pt x="4406" y="453"/>
                    <a:pt x="4251" y="512"/>
                    <a:pt x="4144" y="631"/>
                  </a:cubicBezTo>
                  <a:cubicBezTo>
                    <a:pt x="3906" y="869"/>
                    <a:pt x="3906" y="1250"/>
                    <a:pt x="4144" y="1488"/>
                  </a:cubicBezTo>
                  <a:cubicBezTo>
                    <a:pt x="4025" y="1369"/>
                    <a:pt x="3864" y="1310"/>
                    <a:pt x="3703" y="1310"/>
                  </a:cubicBezTo>
                  <a:cubicBezTo>
                    <a:pt x="3543" y="1310"/>
                    <a:pt x="3382" y="1369"/>
                    <a:pt x="3263" y="1488"/>
                  </a:cubicBezTo>
                  <a:cubicBezTo>
                    <a:pt x="3025" y="1727"/>
                    <a:pt x="3025" y="2108"/>
                    <a:pt x="3263" y="2346"/>
                  </a:cubicBezTo>
                  <a:lnTo>
                    <a:pt x="2906" y="1989"/>
                  </a:lnTo>
                  <a:lnTo>
                    <a:pt x="1096" y="179"/>
                  </a:lnTo>
                  <a:cubicBezTo>
                    <a:pt x="977" y="60"/>
                    <a:pt x="822" y="0"/>
                    <a:pt x="66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97"/>
            <p:cNvSpPr/>
            <p:nvPr/>
          </p:nvSpPr>
          <p:spPr>
            <a:xfrm>
              <a:off x="5624853" y="2764992"/>
              <a:ext cx="13311" cy="13311"/>
            </a:xfrm>
            <a:custGeom>
              <a:rect b="b" l="l" r="r" t="t"/>
              <a:pathLst>
                <a:path extrusionOk="0" h="406" w="406">
                  <a:moveTo>
                    <a:pt x="191" y="0"/>
                  </a:moveTo>
                  <a:cubicBezTo>
                    <a:pt x="96" y="0"/>
                    <a:pt x="0" y="96"/>
                    <a:pt x="0" y="191"/>
                  </a:cubicBezTo>
                  <a:cubicBezTo>
                    <a:pt x="0" y="310"/>
                    <a:pt x="96" y="405"/>
                    <a:pt x="191" y="405"/>
                  </a:cubicBezTo>
                  <a:cubicBezTo>
                    <a:pt x="310" y="405"/>
                    <a:pt x="405" y="310"/>
                    <a:pt x="405" y="191"/>
                  </a:cubicBezTo>
                  <a:cubicBezTo>
                    <a:pt x="405" y="96"/>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97"/>
            <p:cNvSpPr/>
            <p:nvPr/>
          </p:nvSpPr>
          <p:spPr>
            <a:xfrm>
              <a:off x="5544431" y="2474549"/>
              <a:ext cx="341226" cy="342800"/>
            </a:xfrm>
            <a:custGeom>
              <a:rect b="b" l="l" r="r" t="t"/>
              <a:pathLst>
                <a:path extrusionOk="0" h="10456" w="10408">
                  <a:moveTo>
                    <a:pt x="8085" y="4251"/>
                  </a:moveTo>
                  <a:cubicBezTo>
                    <a:pt x="8187" y="4251"/>
                    <a:pt x="8288" y="4287"/>
                    <a:pt x="8359" y="4359"/>
                  </a:cubicBezTo>
                  <a:lnTo>
                    <a:pt x="9240" y="5216"/>
                  </a:lnTo>
                  <a:cubicBezTo>
                    <a:pt x="9741" y="5764"/>
                    <a:pt x="10050" y="6478"/>
                    <a:pt x="10050" y="7240"/>
                  </a:cubicBezTo>
                  <a:cubicBezTo>
                    <a:pt x="10050" y="8026"/>
                    <a:pt x="9741" y="8740"/>
                    <a:pt x="9217" y="9264"/>
                  </a:cubicBezTo>
                  <a:cubicBezTo>
                    <a:pt x="8669" y="9812"/>
                    <a:pt x="7954" y="10098"/>
                    <a:pt x="7216" y="10098"/>
                  </a:cubicBezTo>
                  <a:cubicBezTo>
                    <a:pt x="6478" y="10098"/>
                    <a:pt x="5787" y="9836"/>
                    <a:pt x="5287" y="9336"/>
                  </a:cubicBezTo>
                  <a:lnTo>
                    <a:pt x="4763" y="8836"/>
                  </a:lnTo>
                  <a:cubicBezTo>
                    <a:pt x="4620" y="8669"/>
                    <a:pt x="4620" y="8407"/>
                    <a:pt x="4763" y="8264"/>
                  </a:cubicBezTo>
                  <a:lnTo>
                    <a:pt x="5073" y="7955"/>
                  </a:lnTo>
                  <a:lnTo>
                    <a:pt x="5787" y="8669"/>
                  </a:lnTo>
                  <a:cubicBezTo>
                    <a:pt x="5823" y="8717"/>
                    <a:pt x="5871" y="8740"/>
                    <a:pt x="5921" y="8740"/>
                  </a:cubicBezTo>
                  <a:cubicBezTo>
                    <a:pt x="5972" y="8740"/>
                    <a:pt x="6025" y="8717"/>
                    <a:pt x="6073" y="8669"/>
                  </a:cubicBezTo>
                  <a:cubicBezTo>
                    <a:pt x="6168" y="8598"/>
                    <a:pt x="6168" y="8478"/>
                    <a:pt x="6073" y="8383"/>
                  </a:cubicBezTo>
                  <a:lnTo>
                    <a:pt x="2620" y="4930"/>
                  </a:lnTo>
                  <a:cubicBezTo>
                    <a:pt x="2477" y="4763"/>
                    <a:pt x="2477" y="4501"/>
                    <a:pt x="2620" y="4359"/>
                  </a:cubicBezTo>
                  <a:cubicBezTo>
                    <a:pt x="2691" y="4287"/>
                    <a:pt x="2799" y="4251"/>
                    <a:pt x="2906" y="4251"/>
                  </a:cubicBezTo>
                  <a:cubicBezTo>
                    <a:pt x="3013" y="4251"/>
                    <a:pt x="3120" y="4287"/>
                    <a:pt x="3192" y="4359"/>
                  </a:cubicBezTo>
                  <a:lnTo>
                    <a:pt x="5787" y="6954"/>
                  </a:lnTo>
                  <a:cubicBezTo>
                    <a:pt x="5823" y="7002"/>
                    <a:pt x="5871" y="7026"/>
                    <a:pt x="5921" y="7026"/>
                  </a:cubicBezTo>
                  <a:cubicBezTo>
                    <a:pt x="5972" y="7026"/>
                    <a:pt x="6025" y="7002"/>
                    <a:pt x="6073" y="6954"/>
                  </a:cubicBezTo>
                  <a:cubicBezTo>
                    <a:pt x="6168" y="6859"/>
                    <a:pt x="6168" y="6740"/>
                    <a:pt x="6073" y="6645"/>
                  </a:cubicBezTo>
                  <a:lnTo>
                    <a:pt x="5621" y="6216"/>
                  </a:lnTo>
                  <a:cubicBezTo>
                    <a:pt x="5478" y="6049"/>
                    <a:pt x="5478" y="5787"/>
                    <a:pt x="5621" y="5645"/>
                  </a:cubicBezTo>
                  <a:cubicBezTo>
                    <a:pt x="5704" y="5573"/>
                    <a:pt x="5811" y="5537"/>
                    <a:pt x="5915" y="5537"/>
                  </a:cubicBezTo>
                  <a:cubicBezTo>
                    <a:pt x="6020" y="5537"/>
                    <a:pt x="6121" y="5573"/>
                    <a:pt x="6192" y="5645"/>
                  </a:cubicBezTo>
                  <a:lnTo>
                    <a:pt x="6645" y="6097"/>
                  </a:lnTo>
                  <a:cubicBezTo>
                    <a:pt x="6692" y="6133"/>
                    <a:pt x="6746" y="6151"/>
                    <a:pt x="6796" y="6151"/>
                  </a:cubicBezTo>
                  <a:cubicBezTo>
                    <a:pt x="6847" y="6151"/>
                    <a:pt x="6895" y="6133"/>
                    <a:pt x="6930" y="6097"/>
                  </a:cubicBezTo>
                  <a:cubicBezTo>
                    <a:pt x="7026" y="6002"/>
                    <a:pt x="7026" y="5883"/>
                    <a:pt x="6930" y="5787"/>
                  </a:cubicBezTo>
                  <a:lnTo>
                    <a:pt x="6502" y="5335"/>
                  </a:lnTo>
                  <a:cubicBezTo>
                    <a:pt x="6335" y="5192"/>
                    <a:pt x="6335" y="4930"/>
                    <a:pt x="6502" y="4787"/>
                  </a:cubicBezTo>
                  <a:cubicBezTo>
                    <a:pt x="6573" y="4704"/>
                    <a:pt x="6674" y="4662"/>
                    <a:pt x="6776" y="4662"/>
                  </a:cubicBezTo>
                  <a:cubicBezTo>
                    <a:pt x="6877" y="4662"/>
                    <a:pt x="6978" y="4704"/>
                    <a:pt x="7049" y="4787"/>
                  </a:cubicBezTo>
                  <a:lnTo>
                    <a:pt x="7502" y="5216"/>
                  </a:lnTo>
                  <a:cubicBezTo>
                    <a:pt x="7550" y="5263"/>
                    <a:pt x="7603" y="5287"/>
                    <a:pt x="7657" y="5287"/>
                  </a:cubicBezTo>
                  <a:cubicBezTo>
                    <a:pt x="7710" y="5287"/>
                    <a:pt x="7764" y="5263"/>
                    <a:pt x="7812" y="5216"/>
                  </a:cubicBezTo>
                  <a:cubicBezTo>
                    <a:pt x="7883" y="5144"/>
                    <a:pt x="7883" y="5025"/>
                    <a:pt x="7812" y="4930"/>
                  </a:cubicBezTo>
                  <a:cubicBezTo>
                    <a:pt x="7645" y="4787"/>
                    <a:pt x="7645" y="4501"/>
                    <a:pt x="7812" y="4359"/>
                  </a:cubicBezTo>
                  <a:cubicBezTo>
                    <a:pt x="7883" y="4287"/>
                    <a:pt x="7984" y="4251"/>
                    <a:pt x="8085" y="4251"/>
                  </a:cubicBezTo>
                  <a:close/>
                  <a:moveTo>
                    <a:pt x="239" y="1"/>
                  </a:moveTo>
                  <a:cubicBezTo>
                    <a:pt x="119" y="1"/>
                    <a:pt x="24" y="96"/>
                    <a:pt x="24" y="215"/>
                  </a:cubicBezTo>
                  <a:lnTo>
                    <a:pt x="24" y="4382"/>
                  </a:lnTo>
                  <a:cubicBezTo>
                    <a:pt x="24" y="4430"/>
                    <a:pt x="24" y="4430"/>
                    <a:pt x="72" y="4454"/>
                  </a:cubicBezTo>
                  <a:cubicBezTo>
                    <a:pt x="128" y="4510"/>
                    <a:pt x="191" y="4534"/>
                    <a:pt x="248" y="4534"/>
                  </a:cubicBezTo>
                  <a:cubicBezTo>
                    <a:pt x="359" y="4534"/>
                    <a:pt x="453" y="4445"/>
                    <a:pt x="453" y="4335"/>
                  </a:cubicBezTo>
                  <a:lnTo>
                    <a:pt x="453" y="644"/>
                  </a:lnTo>
                  <a:cubicBezTo>
                    <a:pt x="453" y="524"/>
                    <a:pt x="548" y="429"/>
                    <a:pt x="667" y="429"/>
                  </a:cubicBezTo>
                  <a:lnTo>
                    <a:pt x="4739" y="429"/>
                  </a:lnTo>
                  <a:cubicBezTo>
                    <a:pt x="4859" y="429"/>
                    <a:pt x="4954" y="524"/>
                    <a:pt x="4954" y="644"/>
                  </a:cubicBezTo>
                  <a:lnTo>
                    <a:pt x="4954" y="5502"/>
                  </a:lnTo>
                  <a:lnTo>
                    <a:pt x="3501" y="4025"/>
                  </a:lnTo>
                  <a:cubicBezTo>
                    <a:pt x="3334" y="3870"/>
                    <a:pt x="3126" y="3793"/>
                    <a:pt x="2918" y="3793"/>
                  </a:cubicBezTo>
                  <a:cubicBezTo>
                    <a:pt x="2709" y="3793"/>
                    <a:pt x="2501" y="3870"/>
                    <a:pt x="2334" y="4025"/>
                  </a:cubicBezTo>
                  <a:cubicBezTo>
                    <a:pt x="2001" y="4359"/>
                    <a:pt x="2001" y="4859"/>
                    <a:pt x="2334" y="5192"/>
                  </a:cubicBezTo>
                  <a:lnTo>
                    <a:pt x="4763" y="7645"/>
                  </a:lnTo>
                  <a:lnTo>
                    <a:pt x="4478" y="7931"/>
                  </a:lnTo>
                  <a:cubicBezTo>
                    <a:pt x="4144" y="8264"/>
                    <a:pt x="4144" y="8764"/>
                    <a:pt x="4478" y="9098"/>
                  </a:cubicBezTo>
                  <a:lnTo>
                    <a:pt x="4930" y="9526"/>
                  </a:lnTo>
                  <a:lnTo>
                    <a:pt x="4930" y="9860"/>
                  </a:lnTo>
                  <a:cubicBezTo>
                    <a:pt x="4930" y="9979"/>
                    <a:pt x="4835" y="10074"/>
                    <a:pt x="4716" y="10074"/>
                  </a:cubicBezTo>
                  <a:lnTo>
                    <a:pt x="477" y="10074"/>
                  </a:lnTo>
                  <a:cubicBezTo>
                    <a:pt x="453" y="10074"/>
                    <a:pt x="429" y="10050"/>
                    <a:pt x="429" y="10026"/>
                  </a:cubicBezTo>
                  <a:lnTo>
                    <a:pt x="429" y="6121"/>
                  </a:lnTo>
                  <a:cubicBezTo>
                    <a:pt x="429" y="6073"/>
                    <a:pt x="429" y="6073"/>
                    <a:pt x="405" y="6049"/>
                  </a:cubicBezTo>
                  <a:cubicBezTo>
                    <a:pt x="341" y="5993"/>
                    <a:pt x="273" y="5969"/>
                    <a:pt x="212" y="5969"/>
                  </a:cubicBezTo>
                  <a:cubicBezTo>
                    <a:pt x="94" y="5969"/>
                    <a:pt x="0" y="6058"/>
                    <a:pt x="0" y="6168"/>
                  </a:cubicBezTo>
                  <a:lnTo>
                    <a:pt x="0" y="10241"/>
                  </a:lnTo>
                  <a:cubicBezTo>
                    <a:pt x="0" y="10360"/>
                    <a:pt x="96" y="10455"/>
                    <a:pt x="215" y="10455"/>
                  </a:cubicBezTo>
                  <a:lnTo>
                    <a:pt x="4692" y="10455"/>
                  </a:lnTo>
                  <a:cubicBezTo>
                    <a:pt x="5001" y="10455"/>
                    <a:pt x="5287" y="10193"/>
                    <a:pt x="5287" y="9860"/>
                  </a:cubicBezTo>
                  <a:cubicBezTo>
                    <a:pt x="5811" y="10241"/>
                    <a:pt x="6478" y="10455"/>
                    <a:pt x="7145" y="10455"/>
                  </a:cubicBezTo>
                  <a:cubicBezTo>
                    <a:pt x="8026" y="10455"/>
                    <a:pt x="8859" y="10122"/>
                    <a:pt x="9455" y="9502"/>
                  </a:cubicBezTo>
                  <a:cubicBezTo>
                    <a:pt x="10074" y="8883"/>
                    <a:pt x="10407" y="8074"/>
                    <a:pt x="10407" y="7216"/>
                  </a:cubicBezTo>
                  <a:cubicBezTo>
                    <a:pt x="10407" y="6359"/>
                    <a:pt x="10074" y="5525"/>
                    <a:pt x="9455" y="4930"/>
                  </a:cubicBezTo>
                  <a:lnTo>
                    <a:pt x="8645" y="4073"/>
                  </a:lnTo>
                  <a:cubicBezTo>
                    <a:pt x="8478" y="3906"/>
                    <a:pt x="8270" y="3823"/>
                    <a:pt x="8062" y="3823"/>
                  </a:cubicBezTo>
                  <a:cubicBezTo>
                    <a:pt x="7853" y="3823"/>
                    <a:pt x="7645" y="3906"/>
                    <a:pt x="7478" y="4073"/>
                  </a:cubicBezTo>
                  <a:cubicBezTo>
                    <a:pt x="7359" y="4168"/>
                    <a:pt x="7311" y="4311"/>
                    <a:pt x="7264" y="4430"/>
                  </a:cubicBezTo>
                  <a:cubicBezTo>
                    <a:pt x="7118" y="4296"/>
                    <a:pt x="6936" y="4230"/>
                    <a:pt x="6754" y="4230"/>
                  </a:cubicBezTo>
                  <a:cubicBezTo>
                    <a:pt x="6549" y="4230"/>
                    <a:pt x="6344" y="4314"/>
                    <a:pt x="6192" y="4478"/>
                  </a:cubicBezTo>
                  <a:cubicBezTo>
                    <a:pt x="6025" y="4668"/>
                    <a:pt x="5954" y="4859"/>
                    <a:pt x="5954" y="5097"/>
                  </a:cubicBezTo>
                  <a:cubicBezTo>
                    <a:pt x="5716" y="5097"/>
                    <a:pt x="5525" y="5168"/>
                    <a:pt x="5335" y="5335"/>
                  </a:cubicBezTo>
                  <a:lnTo>
                    <a:pt x="5335" y="644"/>
                  </a:lnTo>
                  <a:cubicBezTo>
                    <a:pt x="5335" y="310"/>
                    <a:pt x="5073" y="1"/>
                    <a:pt x="4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97"/>
            <p:cNvSpPr/>
            <p:nvPr/>
          </p:nvSpPr>
          <p:spPr>
            <a:xfrm>
              <a:off x="5603772" y="2515924"/>
              <a:ext cx="53899" cy="14098"/>
            </a:xfrm>
            <a:custGeom>
              <a:rect b="b" l="l" r="r" t="t"/>
              <a:pathLst>
                <a:path extrusionOk="0" h="430" w="1644">
                  <a:moveTo>
                    <a:pt x="215" y="1"/>
                  </a:moveTo>
                  <a:cubicBezTo>
                    <a:pt x="96" y="1"/>
                    <a:pt x="0" y="96"/>
                    <a:pt x="0" y="215"/>
                  </a:cubicBezTo>
                  <a:cubicBezTo>
                    <a:pt x="0" y="334"/>
                    <a:pt x="96" y="429"/>
                    <a:pt x="215" y="429"/>
                  </a:cubicBezTo>
                  <a:lnTo>
                    <a:pt x="1453" y="429"/>
                  </a:lnTo>
                  <a:cubicBezTo>
                    <a:pt x="1572" y="429"/>
                    <a:pt x="1644" y="334"/>
                    <a:pt x="1644" y="215"/>
                  </a:cubicBezTo>
                  <a:cubicBezTo>
                    <a:pt x="1644" y="96"/>
                    <a:pt x="1572"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97"/>
            <p:cNvSpPr/>
            <p:nvPr/>
          </p:nvSpPr>
          <p:spPr>
            <a:xfrm>
              <a:off x="5544431" y="2640835"/>
              <a:ext cx="14098" cy="14098"/>
            </a:xfrm>
            <a:custGeom>
              <a:rect b="b" l="l" r="r" t="t"/>
              <a:pathLst>
                <a:path extrusionOk="0" h="430" w="430">
                  <a:moveTo>
                    <a:pt x="215" y="1"/>
                  </a:moveTo>
                  <a:cubicBezTo>
                    <a:pt x="96" y="1"/>
                    <a:pt x="0" y="96"/>
                    <a:pt x="0" y="215"/>
                  </a:cubicBezTo>
                  <a:cubicBezTo>
                    <a:pt x="0" y="334"/>
                    <a:pt x="96" y="430"/>
                    <a:pt x="215" y="430"/>
                  </a:cubicBezTo>
                  <a:cubicBezTo>
                    <a:pt x="334" y="430"/>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3" name="Google Shape;21723;p97"/>
          <p:cNvGrpSpPr/>
          <p:nvPr/>
        </p:nvGrpSpPr>
        <p:grpSpPr>
          <a:xfrm>
            <a:off x="4791060" y="2325264"/>
            <a:ext cx="345915" cy="341325"/>
            <a:chOff x="4783196" y="2477664"/>
            <a:chExt cx="345915" cy="341325"/>
          </a:xfrm>
        </p:grpSpPr>
        <p:sp>
          <p:nvSpPr>
            <p:cNvPr id="21724" name="Google Shape;21724;p97"/>
            <p:cNvSpPr/>
            <p:nvPr/>
          </p:nvSpPr>
          <p:spPr>
            <a:xfrm>
              <a:off x="4813653" y="2543267"/>
              <a:ext cx="40621" cy="40621"/>
            </a:xfrm>
            <a:custGeom>
              <a:rect b="b" l="l" r="r" t="t"/>
              <a:pathLst>
                <a:path extrusionOk="0" h="1239" w="1239">
                  <a:moveTo>
                    <a:pt x="619" y="0"/>
                  </a:moveTo>
                  <a:cubicBezTo>
                    <a:pt x="286" y="0"/>
                    <a:pt x="0" y="286"/>
                    <a:pt x="0" y="619"/>
                  </a:cubicBezTo>
                  <a:cubicBezTo>
                    <a:pt x="0" y="977"/>
                    <a:pt x="286" y="1239"/>
                    <a:pt x="619" y="1239"/>
                  </a:cubicBezTo>
                  <a:cubicBezTo>
                    <a:pt x="976" y="1239"/>
                    <a:pt x="1238" y="977"/>
                    <a:pt x="1238" y="619"/>
                  </a:cubicBezTo>
                  <a:cubicBezTo>
                    <a:pt x="1238" y="286"/>
                    <a:pt x="976" y="0"/>
                    <a:pt x="619"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97"/>
            <p:cNvSpPr/>
            <p:nvPr/>
          </p:nvSpPr>
          <p:spPr>
            <a:xfrm>
              <a:off x="4814407" y="2623688"/>
              <a:ext cx="40653" cy="128845"/>
            </a:xfrm>
            <a:custGeom>
              <a:rect b="b" l="l" r="r" t="t"/>
              <a:pathLst>
                <a:path extrusionOk="0" h="3930" w="1240">
                  <a:moveTo>
                    <a:pt x="1" y="0"/>
                  </a:moveTo>
                  <a:lnTo>
                    <a:pt x="1" y="3929"/>
                  </a:lnTo>
                  <a:lnTo>
                    <a:pt x="1239" y="3929"/>
                  </a:lnTo>
                  <a:lnTo>
                    <a:pt x="123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97"/>
            <p:cNvSpPr/>
            <p:nvPr/>
          </p:nvSpPr>
          <p:spPr>
            <a:xfrm>
              <a:off x="5054885" y="2482352"/>
              <a:ext cx="40653" cy="41407"/>
            </a:xfrm>
            <a:custGeom>
              <a:rect b="b" l="l" r="r" t="t"/>
              <a:pathLst>
                <a:path extrusionOk="0" h="1263" w="1240">
                  <a:moveTo>
                    <a:pt x="620" y="1"/>
                  </a:moveTo>
                  <a:cubicBezTo>
                    <a:pt x="286" y="1"/>
                    <a:pt x="1" y="286"/>
                    <a:pt x="1" y="644"/>
                  </a:cubicBezTo>
                  <a:cubicBezTo>
                    <a:pt x="1" y="977"/>
                    <a:pt x="286" y="1263"/>
                    <a:pt x="620" y="1263"/>
                  </a:cubicBezTo>
                  <a:cubicBezTo>
                    <a:pt x="953" y="1263"/>
                    <a:pt x="1239" y="977"/>
                    <a:pt x="1239" y="644"/>
                  </a:cubicBezTo>
                  <a:cubicBezTo>
                    <a:pt x="1239" y="286"/>
                    <a:pt x="953"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97"/>
            <p:cNvSpPr/>
            <p:nvPr/>
          </p:nvSpPr>
          <p:spPr>
            <a:xfrm>
              <a:off x="4974464" y="2522973"/>
              <a:ext cx="41407" cy="40621"/>
            </a:xfrm>
            <a:custGeom>
              <a:rect b="b" l="l" r="r" t="t"/>
              <a:pathLst>
                <a:path extrusionOk="0" h="1239" w="1263">
                  <a:moveTo>
                    <a:pt x="644" y="0"/>
                  </a:moveTo>
                  <a:cubicBezTo>
                    <a:pt x="287" y="0"/>
                    <a:pt x="1" y="286"/>
                    <a:pt x="1" y="619"/>
                  </a:cubicBezTo>
                  <a:cubicBezTo>
                    <a:pt x="1" y="953"/>
                    <a:pt x="287" y="1238"/>
                    <a:pt x="644" y="1238"/>
                  </a:cubicBezTo>
                  <a:cubicBezTo>
                    <a:pt x="977" y="1238"/>
                    <a:pt x="1263" y="953"/>
                    <a:pt x="1263" y="619"/>
                  </a:cubicBezTo>
                  <a:cubicBezTo>
                    <a:pt x="1263" y="286"/>
                    <a:pt x="977" y="0"/>
                    <a:pt x="6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97"/>
            <p:cNvSpPr/>
            <p:nvPr/>
          </p:nvSpPr>
          <p:spPr>
            <a:xfrm>
              <a:off x="4894829" y="2502646"/>
              <a:ext cx="40653" cy="40653"/>
            </a:xfrm>
            <a:custGeom>
              <a:rect b="b" l="l" r="r" t="t"/>
              <a:pathLst>
                <a:path extrusionOk="0" h="1240" w="1240">
                  <a:moveTo>
                    <a:pt x="620" y="1"/>
                  </a:moveTo>
                  <a:cubicBezTo>
                    <a:pt x="263" y="1"/>
                    <a:pt x="1" y="263"/>
                    <a:pt x="1" y="620"/>
                  </a:cubicBezTo>
                  <a:cubicBezTo>
                    <a:pt x="1" y="977"/>
                    <a:pt x="263" y="1239"/>
                    <a:pt x="620" y="1239"/>
                  </a:cubicBezTo>
                  <a:cubicBezTo>
                    <a:pt x="977" y="1239"/>
                    <a:pt x="1239" y="977"/>
                    <a:pt x="1239" y="620"/>
                  </a:cubicBezTo>
                  <a:cubicBezTo>
                    <a:pt x="1239" y="263"/>
                    <a:pt x="977" y="1"/>
                    <a:pt x="6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97"/>
            <p:cNvSpPr/>
            <p:nvPr/>
          </p:nvSpPr>
          <p:spPr>
            <a:xfrm>
              <a:off x="4894829" y="2583068"/>
              <a:ext cx="39867" cy="169466"/>
            </a:xfrm>
            <a:custGeom>
              <a:rect b="b" l="l" r="r" t="t"/>
              <a:pathLst>
                <a:path extrusionOk="0" h="5169" w="1216">
                  <a:moveTo>
                    <a:pt x="1" y="1"/>
                  </a:moveTo>
                  <a:lnTo>
                    <a:pt x="1" y="5168"/>
                  </a:lnTo>
                  <a:lnTo>
                    <a:pt x="1215" y="5168"/>
                  </a:lnTo>
                  <a:lnTo>
                    <a:pt x="12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97"/>
            <p:cNvSpPr/>
            <p:nvPr/>
          </p:nvSpPr>
          <p:spPr>
            <a:xfrm>
              <a:off x="4974464" y="2604149"/>
              <a:ext cx="40653" cy="148385"/>
            </a:xfrm>
            <a:custGeom>
              <a:rect b="b" l="l" r="r" t="t"/>
              <a:pathLst>
                <a:path extrusionOk="0" h="4526" w="1240">
                  <a:moveTo>
                    <a:pt x="1" y="1"/>
                  </a:moveTo>
                  <a:lnTo>
                    <a:pt x="1" y="4525"/>
                  </a:lnTo>
                  <a:lnTo>
                    <a:pt x="1239" y="4525"/>
                  </a:lnTo>
                  <a:lnTo>
                    <a:pt x="1239"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97"/>
            <p:cNvSpPr/>
            <p:nvPr/>
          </p:nvSpPr>
          <p:spPr>
            <a:xfrm>
              <a:off x="5054885" y="2563561"/>
              <a:ext cx="39867" cy="188973"/>
            </a:xfrm>
            <a:custGeom>
              <a:rect b="b" l="l" r="r" t="t"/>
              <a:pathLst>
                <a:path extrusionOk="0" h="5764" w="1216">
                  <a:moveTo>
                    <a:pt x="1" y="0"/>
                  </a:moveTo>
                  <a:lnTo>
                    <a:pt x="1" y="5763"/>
                  </a:lnTo>
                  <a:lnTo>
                    <a:pt x="1215" y="5763"/>
                  </a:lnTo>
                  <a:lnTo>
                    <a:pt x="121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97"/>
            <p:cNvSpPr/>
            <p:nvPr/>
          </p:nvSpPr>
          <p:spPr>
            <a:xfrm>
              <a:off x="4783196" y="2777483"/>
              <a:ext cx="345915" cy="41506"/>
            </a:xfrm>
            <a:custGeom>
              <a:rect b="b" l="l" r="r" t="t"/>
              <a:pathLst>
                <a:path extrusionOk="0" h="1266" w="10551">
                  <a:moveTo>
                    <a:pt x="262" y="0"/>
                  </a:moveTo>
                  <a:cubicBezTo>
                    <a:pt x="191" y="0"/>
                    <a:pt x="72" y="72"/>
                    <a:pt x="72" y="191"/>
                  </a:cubicBezTo>
                  <a:cubicBezTo>
                    <a:pt x="0" y="548"/>
                    <a:pt x="96" y="667"/>
                    <a:pt x="215" y="667"/>
                  </a:cubicBezTo>
                  <a:lnTo>
                    <a:pt x="619" y="667"/>
                  </a:lnTo>
                  <a:lnTo>
                    <a:pt x="619" y="1048"/>
                  </a:lnTo>
                  <a:cubicBezTo>
                    <a:pt x="619" y="1144"/>
                    <a:pt x="691" y="1263"/>
                    <a:pt x="810" y="1263"/>
                  </a:cubicBezTo>
                  <a:cubicBezTo>
                    <a:pt x="820" y="1265"/>
                    <a:pt x="831" y="1266"/>
                    <a:pt x="841" y="1266"/>
                  </a:cubicBezTo>
                  <a:cubicBezTo>
                    <a:pt x="949" y="1266"/>
                    <a:pt x="1048" y="1157"/>
                    <a:pt x="1048" y="1048"/>
                  </a:cubicBezTo>
                  <a:lnTo>
                    <a:pt x="1048" y="620"/>
                  </a:lnTo>
                  <a:lnTo>
                    <a:pt x="1882" y="620"/>
                  </a:lnTo>
                  <a:lnTo>
                    <a:pt x="1882" y="1025"/>
                  </a:lnTo>
                  <a:cubicBezTo>
                    <a:pt x="1882" y="1096"/>
                    <a:pt x="1953" y="1215"/>
                    <a:pt x="2072" y="1215"/>
                  </a:cubicBezTo>
                  <a:cubicBezTo>
                    <a:pt x="2091" y="1222"/>
                    <a:pt x="2109" y="1226"/>
                    <a:pt x="2127" y="1226"/>
                  </a:cubicBezTo>
                  <a:cubicBezTo>
                    <a:pt x="2225" y="1226"/>
                    <a:pt x="2310" y="1125"/>
                    <a:pt x="2310" y="1025"/>
                  </a:cubicBezTo>
                  <a:lnTo>
                    <a:pt x="2310" y="596"/>
                  </a:lnTo>
                  <a:lnTo>
                    <a:pt x="3144" y="596"/>
                  </a:lnTo>
                  <a:lnTo>
                    <a:pt x="3144" y="977"/>
                  </a:lnTo>
                  <a:cubicBezTo>
                    <a:pt x="3144" y="1072"/>
                    <a:pt x="3191" y="1191"/>
                    <a:pt x="3310" y="1191"/>
                  </a:cubicBezTo>
                  <a:cubicBezTo>
                    <a:pt x="3321" y="1193"/>
                    <a:pt x="3331" y="1194"/>
                    <a:pt x="3342" y="1194"/>
                  </a:cubicBezTo>
                  <a:cubicBezTo>
                    <a:pt x="3449" y="1194"/>
                    <a:pt x="3549" y="1086"/>
                    <a:pt x="3549" y="977"/>
                  </a:cubicBezTo>
                  <a:lnTo>
                    <a:pt x="3549" y="572"/>
                  </a:lnTo>
                  <a:lnTo>
                    <a:pt x="4406" y="572"/>
                  </a:lnTo>
                  <a:lnTo>
                    <a:pt x="4406" y="953"/>
                  </a:lnTo>
                  <a:cubicBezTo>
                    <a:pt x="4406" y="1048"/>
                    <a:pt x="4477" y="1167"/>
                    <a:pt x="4596" y="1167"/>
                  </a:cubicBezTo>
                  <a:cubicBezTo>
                    <a:pt x="4607" y="1169"/>
                    <a:pt x="4617" y="1170"/>
                    <a:pt x="4628" y="1170"/>
                  </a:cubicBezTo>
                  <a:cubicBezTo>
                    <a:pt x="4735" y="1170"/>
                    <a:pt x="4835" y="1062"/>
                    <a:pt x="4835" y="953"/>
                  </a:cubicBezTo>
                  <a:lnTo>
                    <a:pt x="4835" y="548"/>
                  </a:lnTo>
                  <a:lnTo>
                    <a:pt x="5692" y="548"/>
                  </a:lnTo>
                  <a:lnTo>
                    <a:pt x="5692" y="929"/>
                  </a:lnTo>
                  <a:cubicBezTo>
                    <a:pt x="5692" y="1025"/>
                    <a:pt x="5763" y="1144"/>
                    <a:pt x="5882" y="1144"/>
                  </a:cubicBezTo>
                  <a:cubicBezTo>
                    <a:pt x="5893" y="1146"/>
                    <a:pt x="5903" y="1147"/>
                    <a:pt x="5914" y="1147"/>
                  </a:cubicBezTo>
                  <a:cubicBezTo>
                    <a:pt x="6021" y="1147"/>
                    <a:pt x="6121" y="1038"/>
                    <a:pt x="6121" y="929"/>
                  </a:cubicBezTo>
                  <a:lnTo>
                    <a:pt x="6121" y="501"/>
                  </a:lnTo>
                  <a:lnTo>
                    <a:pt x="6978" y="501"/>
                  </a:lnTo>
                  <a:lnTo>
                    <a:pt x="6978" y="905"/>
                  </a:lnTo>
                  <a:cubicBezTo>
                    <a:pt x="6978" y="977"/>
                    <a:pt x="7026" y="1096"/>
                    <a:pt x="7145" y="1096"/>
                  </a:cubicBezTo>
                  <a:cubicBezTo>
                    <a:pt x="7163" y="1103"/>
                    <a:pt x="7181" y="1107"/>
                    <a:pt x="7199" y="1107"/>
                  </a:cubicBezTo>
                  <a:cubicBezTo>
                    <a:pt x="7298" y="1107"/>
                    <a:pt x="7383" y="1006"/>
                    <a:pt x="7383" y="905"/>
                  </a:cubicBezTo>
                  <a:lnTo>
                    <a:pt x="7383" y="477"/>
                  </a:lnTo>
                  <a:lnTo>
                    <a:pt x="8216" y="477"/>
                  </a:lnTo>
                  <a:lnTo>
                    <a:pt x="8216" y="858"/>
                  </a:lnTo>
                  <a:cubicBezTo>
                    <a:pt x="8216" y="953"/>
                    <a:pt x="8288" y="1072"/>
                    <a:pt x="8407" y="1072"/>
                  </a:cubicBezTo>
                  <a:cubicBezTo>
                    <a:pt x="8417" y="1074"/>
                    <a:pt x="8428" y="1075"/>
                    <a:pt x="8438" y="1075"/>
                  </a:cubicBezTo>
                  <a:cubicBezTo>
                    <a:pt x="8546" y="1075"/>
                    <a:pt x="8645" y="967"/>
                    <a:pt x="8645" y="858"/>
                  </a:cubicBezTo>
                  <a:lnTo>
                    <a:pt x="8645" y="453"/>
                  </a:lnTo>
                  <a:lnTo>
                    <a:pt x="9478" y="453"/>
                  </a:lnTo>
                  <a:lnTo>
                    <a:pt x="9478" y="834"/>
                  </a:lnTo>
                  <a:cubicBezTo>
                    <a:pt x="9478" y="929"/>
                    <a:pt x="9526" y="1048"/>
                    <a:pt x="9645" y="1048"/>
                  </a:cubicBezTo>
                  <a:cubicBezTo>
                    <a:pt x="9656" y="1050"/>
                    <a:pt x="9666" y="1051"/>
                    <a:pt x="9676" y="1051"/>
                  </a:cubicBezTo>
                  <a:cubicBezTo>
                    <a:pt x="9784" y="1051"/>
                    <a:pt x="9883" y="943"/>
                    <a:pt x="9883" y="834"/>
                  </a:cubicBezTo>
                  <a:lnTo>
                    <a:pt x="9883" y="429"/>
                  </a:lnTo>
                  <a:lnTo>
                    <a:pt x="10312" y="429"/>
                  </a:lnTo>
                  <a:cubicBezTo>
                    <a:pt x="10383" y="429"/>
                    <a:pt x="10502" y="358"/>
                    <a:pt x="10502" y="239"/>
                  </a:cubicBezTo>
                  <a:cubicBezTo>
                    <a:pt x="10550" y="120"/>
                    <a:pt x="10431" y="0"/>
                    <a:pt x="10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97"/>
            <p:cNvSpPr/>
            <p:nvPr/>
          </p:nvSpPr>
          <p:spPr>
            <a:xfrm>
              <a:off x="4808178" y="2616640"/>
              <a:ext cx="53112" cy="142123"/>
            </a:xfrm>
            <a:custGeom>
              <a:rect b="b" l="l" r="r" t="t"/>
              <a:pathLst>
                <a:path extrusionOk="0" h="4335" w="1620">
                  <a:moveTo>
                    <a:pt x="1215" y="406"/>
                  </a:moveTo>
                  <a:lnTo>
                    <a:pt x="1215" y="3930"/>
                  </a:lnTo>
                  <a:lnTo>
                    <a:pt x="405" y="3930"/>
                  </a:lnTo>
                  <a:lnTo>
                    <a:pt x="405" y="406"/>
                  </a:lnTo>
                  <a:close/>
                  <a:moveTo>
                    <a:pt x="191" y="1"/>
                  </a:moveTo>
                  <a:cubicBezTo>
                    <a:pt x="72" y="1"/>
                    <a:pt x="0" y="96"/>
                    <a:pt x="0" y="215"/>
                  </a:cubicBezTo>
                  <a:lnTo>
                    <a:pt x="0" y="4144"/>
                  </a:lnTo>
                  <a:cubicBezTo>
                    <a:pt x="0" y="4216"/>
                    <a:pt x="72" y="4335"/>
                    <a:pt x="191" y="4335"/>
                  </a:cubicBezTo>
                  <a:lnTo>
                    <a:pt x="1429" y="4335"/>
                  </a:lnTo>
                  <a:cubicBezTo>
                    <a:pt x="1548" y="4335"/>
                    <a:pt x="1620" y="4264"/>
                    <a:pt x="1620" y="4144"/>
                  </a:cubicBezTo>
                  <a:lnTo>
                    <a:pt x="1620" y="215"/>
                  </a:lnTo>
                  <a:cubicBezTo>
                    <a:pt x="1620" y="96"/>
                    <a:pt x="1548" y="1"/>
                    <a:pt x="1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97"/>
            <p:cNvSpPr/>
            <p:nvPr/>
          </p:nvSpPr>
          <p:spPr>
            <a:xfrm>
              <a:off x="4887813" y="2576839"/>
              <a:ext cx="53899" cy="181924"/>
            </a:xfrm>
            <a:custGeom>
              <a:rect b="b" l="l" r="r" t="t"/>
              <a:pathLst>
                <a:path extrusionOk="0" h="5549" w="1644">
                  <a:moveTo>
                    <a:pt x="1215" y="405"/>
                  </a:moveTo>
                  <a:lnTo>
                    <a:pt x="1215" y="5144"/>
                  </a:lnTo>
                  <a:lnTo>
                    <a:pt x="429" y="5144"/>
                  </a:lnTo>
                  <a:lnTo>
                    <a:pt x="429" y="405"/>
                  </a:lnTo>
                  <a:close/>
                  <a:moveTo>
                    <a:pt x="215" y="0"/>
                  </a:moveTo>
                  <a:cubicBezTo>
                    <a:pt x="96" y="0"/>
                    <a:pt x="0" y="72"/>
                    <a:pt x="0" y="191"/>
                  </a:cubicBezTo>
                  <a:lnTo>
                    <a:pt x="0" y="5358"/>
                  </a:lnTo>
                  <a:cubicBezTo>
                    <a:pt x="0" y="5478"/>
                    <a:pt x="96" y="5549"/>
                    <a:pt x="215" y="5549"/>
                  </a:cubicBezTo>
                  <a:lnTo>
                    <a:pt x="1429" y="5549"/>
                  </a:lnTo>
                  <a:cubicBezTo>
                    <a:pt x="1548" y="5549"/>
                    <a:pt x="1644" y="5478"/>
                    <a:pt x="1644" y="5358"/>
                  </a:cubicBezTo>
                  <a:lnTo>
                    <a:pt x="1644" y="191"/>
                  </a:lnTo>
                  <a:cubicBezTo>
                    <a:pt x="1644" y="72"/>
                    <a:pt x="1548" y="0"/>
                    <a:pt x="1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97"/>
            <p:cNvSpPr/>
            <p:nvPr/>
          </p:nvSpPr>
          <p:spPr>
            <a:xfrm>
              <a:off x="4968235" y="2597133"/>
              <a:ext cx="53112" cy="161630"/>
            </a:xfrm>
            <a:custGeom>
              <a:rect b="b" l="l" r="r" t="t"/>
              <a:pathLst>
                <a:path extrusionOk="0" h="4930" w="1620">
                  <a:moveTo>
                    <a:pt x="1215" y="405"/>
                  </a:moveTo>
                  <a:lnTo>
                    <a:pt x="1215" y="4525"/>
                  </a:lnTo>
                  <a:lnTo>
                    <a:pt x="405" y="4525"/>
                  </a:lnTo>
                  <a:lnTo>
                    <a:pt x="405" y="405"/>
                  </a:lnTo>
                  <a:close/>
                  <a:moveTo>
                    <a:pt x="191" y="0"/>
                  </a:moveTo>
                  <a:cubicBezTo>
                    <a:pt x="72" y="0"/>
                    <a:pt x="0" y="96"/>
                    <a:pt x="0" y="215"/>
                  </a:cubicBezTo>
                  <a:lnTo>
                    <a:pt x="0" y="4739"/>
                  </a:lnTo>
                  <a:cubicBezTo>
                    <a:pt x="0" y="4859"/>
                    <a:pt x="72" y="4930"/>
                    <a:pt x="191" y="4930"/>
                  </a:cubicBezTo>
                  <a:lnTo>
                    <a:pt x="1429" y="4930"/>
                  </a:lnTo>
                  <a:cubicBezTo>
                    <a:pt x="1548" y="4930"/>
                    <a:pt x="1620" y="4859"/>
                    <a:pt x="1620" y="4739"/>
                  </a:cubicBezTo>
                  <a:lnTo>
                    <a:pt x="1620" y="215"/>
                  </a:lnTo>
                  <a:cubicBezTo>
                    <a:pt x="1620" y="96"/>
                    <a:pt x="1548" y="0"/>
                    <a:pt x="1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97"/>
            <p:cNvSpPr/>
            <p:nvPr/>
          </p:nvSpPr>
          <p:spPr>
            <a:xfrm>
              <a:off x="4807391" y="2477664"/>
              <a:ext cx="293590" cy="112485"/>
            </a:xfrm>
            <a:custGeom>
              <a:rect b="b" l="l" r="r" t="t"/>
              <a:pathLst>
                <a:path extrusionOk="0" h="3431" w="8955">
                  <a:moveTo>
                    <a:pt x="8169" y="358"/>
                  </a:moveTo>
                  <a:cubicBezTo>
                    <a:pt x="8407" y="358"/>
                    <a:pt x="8598" y="549"/>
                    <a:pt x="8598" y="787"/>
                  </a:cubicBezTo>
                  <a:cubicBezTo>
                    <a:pt x="8598" y="1025"/>
                    <a:pt x="8407" y="1191"/>
                    <a:pt x="8169" y="1191"/>
                  </a:cubicBezTo>
                  <a:cubicBezTo>
                    <a:pt x="7931" y="1191"/>
                    <a:pt x="7764" y="1025"/>
                    <a:pt x="7764" y="787"/>
                  </a:cubicBezTo>
                  <a:cubicBezTo>
                    <a:pt x="7764" y="549"/>
                    <a:pt x="7931" y="358"/>
                    <a:pt x="8169" y="358"/>
                  </a:cubicBezTo>
                  <a:close/>
                  <a:moveTo>
                    <a:pt x="3287" y="1001"/>
                  </a:moveTo>
                  <a:cubicBezTo>
                    <a:pt x="3525" y="1001"/>
                    <a:pt x="3716" y="1168"/>
                    <a:pt x="3716" y="1406"/>
                  </a:cubicBezTo>
                  <a:cubicBezTo>
                    <a:pt x="3716" y="1644"/>
                    <a:pt x="3525" y="1811"/>
                    <a:pt x="3287" y="1811"/>
                  </a:cubicBezTo>
                  <a:cubicBezTo>
                    <a:pt x="3049" y="1811"/>
                    <a:pt x="2882" y="1644"/>
                    <a:pt x="2882" y="1406"/>
                  </a:cubicBezTo>
                  <a:cubicBezTo>
                    <a:pt x="2882" y="1168"/>
                    <a:pt x="3049" y="1001"/>
                    <a:pt x="3287" y="1001"/>
                  </a:cubicBezTo>
                  <a:close/>
                  <a:moveTo>
                    <a:pt x="5740" y="1596"/>
                  </a:moveTo>
                  <a:cubicBezTo>
                    <a:pt x="5954" y="1596"/>
                    <a:pt x="6145" y="1763"/>
                    <a:pt x="6145" y="2001"/>
                  </a:cubicBezTo>
                  <a:cubicBezTo>
                    <a:pt x="6145" y="2239"/>
                    <a:pt x="5954" y="2406"/>
                    <a:pt x="5740" y="2406"/>
                  </a:cubicBezTo>
                  <a:cubicBezTo>
                    <a:pt x="5502" y="2406"/>
                    <a:pt x="5311" y="2239"/>
                    <a:pt x="5311" y="2001"/>
                  </a:cubicBezTo>
                  <a:cubicBezTo>
                    <a:pt x="5311" y="1763"/>
                    <a:pt x="5502" y="1596"/>
                    <a:pt x="5740" y="1596"/>
                  </a:cubicBezTo>
                  <a:close/>
                  <a:moveTo>
                    <a:pt x="810" y="2216"/>
                  </a:moveTo>
                  <a:cubicBezTo>
                    <a:pt x="1048" y="2216"/>
                    <a:pt x="1239" y="2382"/>
                    <a:pt x="1239" y="2620"/>
                  </a:cubicBezTo>
                  <a:cubicBezTo>
                    <a:pt x="1239" y="2858"/>
                    <a:pt x="1048" y="3049"/>
                    <a:pt x="810" y="3049"/>
                  </a:cubicBezTo>
                  <a:cubicBezTo>
                    <a:pt x="572" y="3049"/>
                    <a:pt x="405" y="2858"/>
                    <a:pt x="405" y="2620"/>
                  </a:cubicBezTo>
                  <a:cubicBezTo>
                    <a:pt x="429" y="2382"/>
                    <a:pt x="620" y="2216"/>
                    <a:pt x="810" y="2216"/>
                  </a:cubicBezTo>
                  <a:close/>
                  <a:moveTo>
                    <a:pt x="8145" y="1"/>
                  </a:moveTo>
                  <a:cubicBezTo>
                    <a:pt x="7693" y="1"/>
                    <a:pt x="7335" y="358"/>
                    <a:pt x="7335" y="810"/>
                  </a:cubicBezTo>
                  <a:cubicBezTo>
                    <a:pt x="7335" y="858"/>
                    <a:pt x="7335" y="930"/>
                    <a:pt x="7359" y="1001"/>
                  </a:cubicBezTo>
                  <a:lnTo>
                    <a:pt x="6335" y="1501"/>
                  </a:lnTo>
                  <a:cubicBezTo>
                    <a:pt x="6168" y="1311"/>
                    <a:pt x="5954" y="1239"/>
                    <a:pt x="5692" y="1239"/>
                  </a:cubicBezTo>
                  <a:cubicBezTo>
                    <a:pt x="5406" y="1239"/>
                    <a:pt x="5144" y="1406"/>
                    <a:pt x="4978" y="1644"/>
                  </a:cubicBezTo>
                  <a:lnTo>
                    <a:pt x="4049" y="1406"/>
                  </a:lnTo>
                  <a:cubicBezTo>
                    <a:pt x="4049" y="953"/>
                    <a:pt x="3692" y="596"/>
                    <a:pt x="3263" y="596"/>
                  </a:cubicBezTo>
                  <a:cubicBezTo>
                    <a:pt x="2811" y="596"/>
                    <a:pt x="2453" y="953"/>
                    <a:pt x="2453" y="1406"/>
                  </a:cubicBezTo>
                  <a:cubicBezTo>
                    <a:pt x="2453" y="1453"/>
                    <a:pt x="2453" y="1525"/>
                    <a:pt x="2477" y="1596"/>
                  </a:cubicBezTo>
                  <a:lnTo>
                    <a:pt x="1429" y="2096"/>
                  </a:lnTo>
                  <a:cubicBezTo>
                    <a:pt x="1287" y="1906"/>
                    <a:pt x="1072" y="1834"/>
                    <a:pt x="810" y="1834"/>
                  </a:cubicBezTo>
                  <a:cubicBezTo>
                    <a:pt x="358" y="1834"/>
                    <a:pt x="1" y="2192"/>
                    <a:pt x="1" y="2620"/>
                  </a:cubicBezTo>
                  <a:cubicBezTo>
                    <a:pt x="24" y="3073"/>
                    <a:pt x="382" y="3430"/>
                    <a:pt x="810" y="3430"/>
                  </a:cubicBezTo>
                  <a:cubicBezTo>
                    <a:pt x="1263" y="3430"/>
                    <a:pt x="1620" y="3073"/>
                    <a:pt x="1620" y="2620"/>
                  </a:cubicBezTo>
                  <a:cubicBezTo>
                    <a:pt x="1620" y="2573"/>
                    <a:pt x="1620" y="2501"/>
                    <a:pt x="1596" y="2454"/>
                  </a:cubicBezTo>
                  <a:lnTo>
                    <a:pt x="2620" y="1954"/>
                  </a:lnTo>
                  <a:cubicBezTo>
                    <a:pt x="2787" y="2120"/>
                    <a:pt x="2977" y="2216"/>
                    <a:pt x="3263" y="2216"/>
                  </a:cubicBezTo>
                  <a:cubicBezTo>
                    <a:pt x="3549" y="2216"/>
                    <a:pt x="3811" y="2025"/>
                    <a:pt x="3978" y="1787"/>
                  </a:cubicBezTo>
                  <a:lnTo>
                    <a:pt x="4882" y="2025"/>
                  </a:lnTo>
                  <a:cubicBezTo>
                    <a:pt x="4882" y="2477"/>
                    <a:pt x="5240" y="2835"/>
                    <a:pt x="5692" y="2835"/>
                  </a:cubicBezTo>
                  <a:cubicBezTo>
                    <a:pt x="6145" y="2835"/>
                    <a:pt x="6502" y="2477"/>
                    <a:pt x="6502" y="2025"/>
                  </a:cubicBezTo>
                  <a:cubicBezTo>
                    <a:pt x="6502" y="1977"/>
                    <a:pt x="6502" y="1906"/>
                    <a:pt x="6478" y="1858"/>
                  </a:cubicBezTo>
                  <a:lnTo>
                    <a:pt x="7526" y="1358"/>
                  </a:lnTo>
                  <a:cubicBezTo>
                    <a:pt x="7669" y="1525"/>
                    <a:pt x="7883" y="1620"/>
                    <a:pt x="8145" y="1620"/>
                  </a:cubicBezTo>
                  <a:cubicBezTo>
                    <a:pt x="8598" y="1620"/>
                    <a:pt x="8955" y="1263"/>
                    <a:pt x="8955" y="810"/>
                  </a:cubicBezTo>
                  <a:cubicBezTo>
                    <a:pt x="8955" y="358"/>
                    <a:pt x="8598" y="1"/>
                    <a:pt x="81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97"/>
            <p:cNvSpPr/>
            <p:nvPr/>
          </p:nvSpPr>
          <p:spPr>
            <a:xfrm>
              <a:off x="5089244" y="2650998"/>
              <a:ext cx="13311" cy="13311"/>
            </a:xfrm>
            <a:custGeom>
              <a:rect b="b" l="l" r="r" t="t"/>
              <a:pathLst>
                <a:path extrusionOk="0" h="406" w="406">
                  <a:moveTo>
                    <a:pt x="191" y="1"/>
                  </a:moveTo>
                  <a:cubicBezTo>
                    <a:pt x="72" y="1"/>
                    <a:pt x="1" y="72"/>
                    <a:pt x="1" y="191"/>
                  </a:cubicBezTo>
                  <a:cubicBezTo>
                    <a:pt x="1" y="310"/>
                    <a:pt x="72" y="405"/>
                    <a:pt x="191" y="405"/>
                  </a:cubicBezTo>
                  <a:cubicBezTo>
                    <a:pt x="310" y="405"/>
                    <a:pt x="405" y="310"/>
                    <a:pt x="405" y="191"/>
                  </a:cubicBezTo>
                  <a:cubicBezTo>
                    <a:pt x="405"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97"/>
            <p:cNvSpPr/>
            <p:nvPr/>
          </p:nvSpPr>
          <p:spPr>
            <a:xfrm>
              <a:off x="5047869" y="2555758"/>
              <a:ext cx="53899" cy="202251"/>
            </a:xfrm>
            <a:custGeom>
              <a:rect b="b" l="l" r="r" t="t"/>
              <a:pathLst>
                <a:path extrusionOk="0" h="6169" w="1644">
                  <a:moveTo>
                    <a:pt x="215" y="0"/>
                  </a:moveTo>
                  <a:cubicBezTo>
                    <a:pt x="96" y="0"/>
                    <a:pt x="0" y="95"/>
                    <a:pt x="0" y="215"/>
                  </a:cubicBezTo>
                  <a:lnTo>
                    <a:pt x="0" y="5954"/>
                  </a:lnTo>
                  <a:cubicBezTo>
                    <a:pt x="0" y="6073"/>
                    <a:pt x="96" y="6168"/>
                    <a:pt x="215" y="6168"/>
                  </a:cubicBezTo>
                  <a:lnTo>
                    <a:pt x="1429" y="6168"/>
                  </a:lnTo>
                  <a:cubicBezTo>
                    <a:pt x="1548" y="6168"/>
                    <a:pt x="1644" y="6073"/>
                    <a:pt x="1644" y="5954"/>
                  </a:cubicBezTo>
                  <a:lnTo>
                    <a:pt x="1644" y="4001"/>
                  </a:lnTo>
                  <a:cubicBezTo>
                    <a:pt x="1644" y="3906"/>
                    <a:pt x="1572" y="3787"/>
                    <a:pt x="1453" y="3787"/>
                  </a:cubicBezTo>
                  <a:cubicBezTo>
                    <a:pt x="1443" y="3785"/>
                    <a:pt x="1432" y="3784"/>
                    <a:pt x="1422" y="3784"/>
                  </a:cubicBezTo>
                  <a:cubicBezTo>
                    <a:pt x="1314" y="3784"/>
                    <a:pt x="1215" y="3892"/>
                    <a:pt x="1215" y="4001"/>
                  </a:cubicBezTo>
                  <a:lnTo>
                    <a:pt x="1215" y="5739"/>
                  </a:lnTo>
                  <a:lnTo>
                    <a:pt x="405" y="5739"/>
                  </a:lnTo>
                  <a:lnTo>
                    <a:pt x="405" y="429"/>
                  </a:lnTo>
                  <a:lnTo>
                    <a:pt x="1215" y="429"/>
                  </a:lnTo>
                  <a:lnTo>
                    <a:pt x="1215" y="2167"/>
                  </a:lnTo>
                  <a:cubicBezTo>
                    <a:pt x="1263" y="2286"/>
                    <a:pt x="1310" y="2382"/>
                    <a:pt x="1405" y="2382"/>
                  </a:cubicBezTo>
                  <a:cubicBezTo>
                    <a:pt x="1422" y="2388"/>
                    <a:pt x="1438" y="2391"/>
                    <a:pt x="1454" y="2391"/>
                  </a:cubicBezTo>
                  <a:cubicBezTo>
                    <a:pt x="1555" y="2391"/>
                    <a:pt x="1644" y="2273"/>
                    <a:pt x="1644" y="2191"/>
                  </a:cubicBezTo>
                  <a:lnTo>
                    <a:pt x="1644" y="215"/>
                  </a:lnTo>
                  <a:cubicBezTo>
                    <a:pt x="1644" y="95"/>
                    <a:pt x="1548" y="0"/>
                    <a:pt x="1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9" name="Google Shape;21739;p97"/>
          <p:cNvGrpSpPr/>
          <p:nvPr/>
        </p:nvGrpSpPr>
        <p:grpSpPr>
          <a:xfrm>
            <a:off x="4032152" y="2323723"/>
            <a:ext cx="343554" cy="343554"/>
            <a:chOff x="4024289" y="2476123"/>
            <a:chExt cx="343554" cy="343554"/>
          </a:xfrm>
        </p:grpSpPr>
        <p:sp>
          <p:nvSpPr>
            <p:cNvPr id="21740" name="Google Shape;21740;p97"/>
            <p:cNvSpPr/>
            <p:nvPr/>
          </p:nvSpPr>
          <p:spPr>
            <a:xfrm>
              <a:off x="4032092" y="2483139"/>
              <a:ext cx="328735" cy="244412"/>
            </a:xfrm>
            <a:custGeom>
              <a:rect b="b" l="l" r="r" t="t"/>
              <a:pathLst>
                <a:path extrusionOk="0" h="7455" w="10027">
                  <a:moveTo>
                    <a:pt x="406" y="0"/>
                  </a:moveTo>
                  <a:cubicBezTo>
                    <a:pt x="167" y="0"/>
                    <a:pt x="1" y="167"/>
                    <a:pt x="1" y="405"/>
                  </a:cubicBezTo>
                  <a:lnTo>
                    <a:pt x="1" y="7454"/>
                  </a:lnTo>
                  <a:lnTo>
                    <a:pt x="10027" y="7454"/>
                  </a:lnTo>
                  <a:lnTo>
                    <a:pt x="10027" y="405"/>
                  </a:lnTo>
                  <a:cubicBezTo>
                    <a:pt x="10027" y="167"/>
                    <a:pt x="9860" y="0"/>
                    <a:pt x="9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97"/>
            <p:cNvSpPr/>
            <p:nvPr/>
          </p:nvSpPr>
          <p:spPr>
            <a:xfrm>
              <a:off x="4236670" y="2604149"/>
              <a:ext cx="40621" cy="43768"/>
            </a:xfrm>
            <a:custGeom>
              <a:rect b="b" l="l" r="r" t="t"/>
              <a:pathLst>
                <a:path extrusionOk="0" h="1335" w="1239">
                  <a:moveTo>
                    <a:pt x="0" y="1"/>
                  </a:moveTo>
                  <a:lnTo>
                    <a:pt x="0" y="1334"/>
                  </a:lnTo>
                  <a:lnTo>
                    <a:pt x="1238" y="1334"/>
                  </a:lnTo>
                  <a:lnTo>
                    <a:pt x="12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97"/>
            <p:cNvSpPr/>
            <p:nvPr/>
          </p:nvSpPr>
          <p:spPr>
            <a:xfrm>
              <a:off x="4032092" y="2727518"/>
              <a:ext cx="328735" cy="84356"/>
            </a:xfrm>
            <a:custGeom>
              <a:rect b="b" l="l" r="r" t="t"/>
              <a:pathLst>
                <a:path extrusionOk="0" h="2573" w="10027">
                  <a:moveTo>
                    <a:pt x="1" y="0"/>
                  </a:moveTo>
                  <a:lnTo>
                    <a:pt x="1" y="810"/>
                  </a:lnTo>
                  <a:cubicBezTo>
                    <a:pt x="1" y="1048"/>
                    <a:pt x="167" y="1215"/>
                    <a:pt x="406" y="1215"/>
                  </a:cubicBezTo>
                  <a:lnTo>
                    <a:pt x="3811" y="1215"/>
                  </a:lnTo>
                  <a:lnTo>
                    <a:pt x="3811" y="2572"/>
                  </a:lnTo>
                  <a:lnTo>
                    <a:pt x="6240" y="2572"/>
                  </a:lnTo>
                  <a:lnTo>
                    <a:pt x="6240" y="1215"/>
                  </a:lnTo>
                  <a:lnTo>
                    <a:pt x="9622" y="1215"/>
                  </a:lnTo>
                  <a:cubicBezTo>
                    <a:pt x="9860" y="1215"/>
                    <a:pt x="10027" y="1048"/>
                    <a:pt x="10027" y="810"/>
                  </a:cubicBezTo>
                  <a:lnTo>
                    <a:pt x="10027"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97"/>
            <p:cNvSpPr/>
            <p:nvPr/>
          </p:nvSpPr>
          <p:spPr>
            <a:xfrm>
              <a:off x="4196836" y="2563561"/>
              <a:ext cx="39867" cy="84356"/>
            </a:xfrm>
            <a:custGeom>
              <a:rect b="b" l="l" r="r" t="t"/>
              <a:pathLst>
                <a:path extrusionOk="0" h="2573" w="1216">
                  <a:moveTo>
                    <a:pt x="1" y="0"/>
                  </a:moveTo>
                  <a:lnTo>
                    <a:pt x="1" y="2572"/>
                  </a:lnTo>
                  <a:lnTo>
                    <a:pt x="1215" y="2572"/>
                  </a:lnTo>
                  <a:lnTo>
                    <a:pt x="121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97"/>
            <p:cNvSpPr/>
            <p:nvPr/>
          </p:nvSpPr>
          <p:spPr>
            <a:xfrm>
              <a:off x="4157035" y="2523727"/>
              <a:ext cx="39834" cy="124190"/>
            </a:xfrm>
            <a:custGeom>
              <a:rect b="b" l="l" r="r" t="t"/>
              <a:pathLst>
                <a:path extrusionOk="0" h="3788" w="1215">
                  <a:moveTo>
                    <a:pt x="0" y="1"/>
                  </a:moveTo>
                  <a:lnTo>
                    <a:pt x="0" y="3787"/>
                  </a:lnTo>
                  <a:lnTo>
                    <a:pt x="1215" y="3787"/>
                  </a:lnTo>
                  <a:lnTo>
                    <a:pt x="1215"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97"/>
            <p:cNvSpPr/>
            <p:nvPr/>
          </p:nvSpPr>
          <p:spPr>
            <a:xfrm>
              <a:off x="4115628" y="2583068"/>
              <a:ext cx="40653" cy="64849"/>
            </a:xfrm>
            <a:custGeom>
              <a:rect b="b" l="l" r="r" t="t"/>
              <a:pathLst>
                <a:path extrusionOk="0" h="1978" w="1240">
                  <a:moveTo>
                    <a:pt x="1" y="1"/>
                  </a:moveTo>
                  <a:lnTo>
                    <a:pt x="1" y="1977"/>
                  </a:lnTo>
                  <a:lnTo>
                    <a:pt x="1239" y="1977"/>
                  </a:lnTo>
                  <a:lnTo>
                    <a:pt x="1239"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97"/>
            <p:cNvSpPr/>
            <p:nvPr/>
          </p:nvSpPr>
          <p:spPr>
            <a:xfrm>
              <a:off x="4209327" y="2680669"/>
              <a:ext cx="14098" cy="14098"/>
            </a:xfrm>
            <a:custGeom>
              <a:rect b="b" l="l" r="r" t="t"/>
              <a:pathLst>
                <a:path extrusionOk="0" h="430" w="430">
                  <a:moveTo>
                    <a:pt x="215" y="1"/>
                  </a:moveTo>
                  <a:cubicBezTo>
                    <a:pt x="96" y="1"/>
                    <a:pt x="1" y="96"/>
                    <a:pt x="1" y="215"/>
                  </a:cubicBezTo>
                  <a:cubicBezTo>
                    <a:pt x="1" y="334"/>
                    <a:pt x="96" y="429"/>
                    <a:pt x="215" y="429"/>
                  </a:cubicBezTo>
                  <a:cubicBezTo>
                    <a:pt x="334" y="429"/>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97"/>
            <p:cNvSpPr/>
            <p:nvPr/>
          </p:nvSpPr>
          <p:spPr>
            <a:xfrm>
              <a:off x="4069565" y="2680669"/>
              <a:ext cx="14098" cy="14098"/>
            </a:xfrm>
            <a:custGeom>
              <a:rect b="b" l="l" r="r" t="t"/>
              <a:pathLst>
                <a:path extrusionOk="0" h="430" w="430">
                  <a:moveTo>
                    <a:pt x="215" y="1"/>
                  </a:moveTo>
                  <a:cubicBezTo>
                    <a:pt x="96" y="1"/>
                    <a:pt x="1" y="96"/>
                    <a:pt x="1" y="215"/>
                  </a:cubicBezTo>
                  <a:cubicBezTo>
                    <a:pt x="1" y="334"/>
                    <a:pt x="96" y="429"/>
                    <a:pt x="215" y="429"/>
                  </a:cubicBezTo>
                  <a:cubicBezTo>
                    <a:pt x="334" y="429"/>
                    <a:pt x="430" y="334"/>
                    <a:pt x="430" y="215"/>
                  </a:cubicBezTo>
                  <a:cubicBezTo>
                    <a:pt x="430"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97"/>
            <p:cNvSpPr/>
            <p:nvPr/>
          </p:nvSpPr>
          <p:spPr>
            <a:xfrm>
              <a:off x="4024289" y="2476123"/>
              <a:ext cx="343554" cy="343554"/>
            </a:xfrm>
            <a:custGeom>
              <a:rect b="b" l="l" r="r" t="t"/>
              <a:pathLst>
                <a:path extrusionOk="0" h="10479" w="10479">
                  <a:moveTo>
                    <a:pt x="9860" y="405"/>
                  </a:moveTo>
                  <a:cubicBezTo>
                    <a:pt x="9979" y="405"/>
                    <a:pt x="10050" y="500"/>
                    <a:pt x="10050" y="619"/>
                  </a:cubicBezTo>
                  <a:lnTo>
                    <a:pt x="10050" y="7454"/>
                  </a:lnTo>
                  <a:lnTo>
                    <a:pt x="6169" y="7454"/>
                  </a:lnTo>
                  <a:cubicBezTo>
                    <a:pt x="6073" y="7454"/>
                    <a:pt x="5954" y="7525"/>
                    <a:pt x="5954" y="7645"/>
                  </a:cubicBezTo>
                  <a:cubicBezTo>
                    <a:pt x="5907" y="7764"/>
                    <a:pt x="6049" y="7883"/>
                    <a:pt x="6169" y="7883"/>
                  </a:cubicBezTo>
                  <a:lnTo>
                    <a:pt x="10050" y="7883"/>
                  </a:lnTo>
                  <a:lnTo>
                    <a:pt x="10050" y="8502"/>
                  </a:lnTo>
                  <a:cubicBezTo>
                    <a:pt x="10050" y="8597"/>
                    <a:pt x="9979" y="8692"/>
                    <a:pt x="9860" y="8692"/>
                  </a:cubicBezTo>
                  <a:lnTo>
                    <a:pt x="620" y="8692"/>
                  </a:lnTo>
                  <a:cubicBezTo>
                    <a:pt x="501" y="8692"/>
                    <a:pt x="405" y="8597"/>
                    <a:pt x="405" y="8478"/>
                  </a:cubicBezTo>
                  <a:lnTo>
                    <a:pt x="405" y="7883"/>
                  </a:lnTo>
                  <a:lnTo>
                    <a:pt x="4311" y="7883"/>
                  </a:lnTo>
                  <a:cubicBezTo>
                    <a:pt x="4406" y="7883"/>
                    <a:pt x="4525" y="7835"/>
                    <a:pt x="4525" y="7692"/>
                  </a:cubicBezTo>
                  <a:cubicBezTo>
                    <a:pt x="4549" y="7597"/>
                    <a:pt x="4430" y="7454"/>
                    <a:pt x="4311" y="7454"/>
                  </a:cubicBezTo>
                  <a:lnTo>
                    <a:pt x="405" y="7454"/>
                  </a:lnTo>
                  <a:lnTo>
                    <a:pt x="405" y="619"/>
                  </a:lnTo>
                  <a:cubicBezTo>
                    <a:pt x="405" y="500"/>
                    <a:pt x="501" y="405"/>
                    <a:pt x="620" y="405"/>
                  </a:cubicBezTo>
                  <a:close/>
                  <a:moveTo>
                    <a:pt x="6288" y="9073"/>
                  </a:moveTo>
                  <a:lnTo>
                    <a:pt x="6288" y="10026"/>
                  </a:lnTo>
                  <a:lnTo>
                    <a:pt x="4263" y="10026"/>
                  </a:lnTo>
                  <a:lnTo>
                    <a:pt x="4263" y="9073"/>
                  </a:lnTo>
                  <a:close/>
                  <a:moveTo>
                    <a:pt x="620" y="0"/>
                  </a:moveTo>
                  <a:cubicBezTo>
                    <a:pt x="286" y="0"/>
                    <a:pt x="1" y="262"/>
                    <a:pt x="1" y="619"/>
                  </a:cubicBezTo>
                  <a:lnTo>
                    <a:pt x="1" y="8478"/>
                  </a:lnTo>
                  <a:cubicBezTo>
                    <a:pt x="1" y="8811"/>
                    <a:pt x="263" y="9097"/>
                    <a:pt x="620" y="9097"/>
                  </a:cubicBezTo>
                  <a:lnTo>
                    <a:pt x="3811" y="9097"/>
                  </a:lnTo>
                  <a:lnTo>
                    <a:pt x="3811" y="10050"/>
                  </a:lnTo>
                  <a:lnTo>
                    <a:pt x="2787" y="10050"/>
                  </a:lnTo>
                  <a:cubicBezTo>
                    <a:pt x="2715" y="10050"/>
                    <a:pt x="2596" y="10121"/>
                    <a:pt x="2596" y="10240"/>
                  </a:cubicBezTo>
                  <a:cubicBezTo>
                    <a:pt x="2549" y="10359"/>
                    <a:pt x="2668" y="10478"/>
                    <a:pt x="2787" y="10478"/>
                  </a:cubicBezTo>
                  <a:lnTo>
                    <a:pt x="7669" y="10478"/>
                  </a:lnTo>
                  <a:cubicBezTo>
                    <a:pt x="7764" y="10478"/>
                    <a:pt x="7883" y="10407"/>
                    <a:pt x="7883" y="10288"/>
                  </a:cubicBezTo>
                  <a:cubicBezTo>
                    <a:pt x="7907" y="10169"/>
                    <a:pt x="7788" y="10050"/>
                    <a:pt x="7669" y="10050"/>
                  </a:cubicBezTo>
                  <a:lnTo>
                    <a:pt x="6669" y="10050"/>
                  </a:lnTo>
                  <a:lnTo>
                    <a:pt x="6669" y="9097"/>
                  </a:lnTo>
                  <a:lnTo>
                    <a:pt x="9860" y="9097"/>
                  </a:lnTo>
                  <a:cubicBezTo>
                    <a:pt x="10169" y="9097"/>
                    <a:pt x="10479" y="8835"/>
                    <a:pt x="10479" y="8478"/>
                  </a:cubicBezTo>
                  <a:lnTo>
                    <a:pt x="10479" y="619"/>
                  </a:lnTo>
                  <a:cubicBezTo>
                    <a:pt x="10479" y="286"/>
                    <a:pt x="10217" y="0"/>
                    <a:pt x="98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97"/>
            <p:cNvSpPr/>
            <p:nvPr/>
          </p:nvSpPr>
          <p:spPr>
            <a:xfrm>
              <a:off x="4088318" y="2516711"/>
              <a:ext cx="216283" cy="139008"/>
            </a:xfrm>
            <a:custGeom>
              <a:rect b="b" l="l" r="r" t="t"/>
              <a:pathLst>
                <a:path extrusionOk="0" h="4240" w="6597">
                  <a:moveTo>
                    <a:pt x="1858" y="2239"/>
                  </a:moveTo>
                  <a:lnTo>
                    <a:pt x="1858" y="3787"/>
                  </a:lnTo>
                  <a:lnTo>
                    <a:pt x="1048" y="3787"/>
                  </a:lnTo>
                  <a:lnTo>
                    <a:pt x="1048" y="2239"/>
                  </a:lnTo>
                  <a:close/>
                  <a:moveTo>
                    <a:pt x="3072" y="405"/>
                  </a:moveTo>
                  <a:lnTo>
                    <a:pt x="3072" y="3787"/>
                  </a:lnTo>
                  <a:lnTo>
                    <a:pt x="2263" y="3787"/>
                  </a:lnTo>
                  <a:lnTo>
                    <a:pt x="2263" y="405"/>
                  </a:lnTo>
                  <a:close/>
                  <a:moveTo>
                    <a:pt x="4335" y="1620"/>
                  </a:moveTo>
                  <a:lnTo>
                    <a:pt x="4335" y="3787"/>
                  </a:lnTo>
                  <a:lnTo>
                    <a:pt x="3525" y="3787"/>
                  </a:lnTo>
                  <a:lnTo>
                    <a:pt x="3525" y="1620"/>
                  </a:lnTo>
                  <a:close/>
                  <a:moveTo>
                    <a:pt x="5549" y="2834"/>
                  </a:moveTo>
                  <a:lnTo>
                    <a:pt x="5549" y="3787"/>
                  </a:lnTo>
                  <a:lnTo>
                    <a:pt x="4739" y="3787"/>
                  </a:lnTo>
                  <a:lnTo>
                    <a:pt x="4739" y="2834"/>
                  </a:lnTo>
                  <a:close/>
                  <a:moveTo>
                    <a:pt x="2072" y="0"/>
                  </a:moveTo>
                  <a:cubicBezTo>
                    <a:pt x="1953" y="0"/>
                    <a:pt x="1858" y="96"/>
                    <a:pt x="1858" y="215"/>
                  </a:cubicBezTo>
                  <a:lnTo>
                    <a:pt x="1858" y="1858"/>
                  </a:lnTo>
                  <a:lnTo>
                    <a:pt x="834" y="1858"/>
                  </a:lnTo>
                  <a:cubicBezTo>
                    <a:pt x="715" y="1858"/>
                    <a:pt x="643" y="1953"/>
                    <a:pt x="643" y="2072"/>
                  </a:cubicBezTo>
                  <a:lnTo>
                    <a:pt x="643" y="3811"/>
                  </a:lnTo>
                  <a:lnTo>
                    <a:pt x="239" y="3811"/>
                  </a:lnTo>
                  <a:cubicBezTo>
                    <a:pt x="167" y="3811"/>
                    <a:pt x="48" y="3882"/>
                    <a:pt x="48" y="4001"/>
                  </a:cubicBezTo>
                  <a:cubicBezTo>
                    <a:pt x="0" y="4120"/>
                    <a:pt x="119" y="4239"/>
                    <a:pt x="239" y="4239"/>
                  </a:cubicBezTo>
                  <a:lnTo>
                    <a:pt x="6359" y="4239"/>
                  </a:lnTo>
                  <a:lnTo>
                    <a:pt x="6359" y="4216"/>
                  </a:lnTo>
                  <a:cubicBezTo>
                    <a:pt x="6430" y="4216"/>
                    <a:pt x="6549" y="4144"/>
                    <a:pt x="6549" y="4025"/>
                  </a:cubicBezTo>
                  <a:cubicBezTo>
                    <a:pt x="6597" y="3906"/>
                    <a:pt x="6478" y="3787"/>
                    <a:pt x="6359" y="3787"/>
                  </a:cubicBezTo>
                  <a:lnTo>
                    <a:pt x="5930" y="3787"/>
                  </a:lnTo>
                  <a:lnTo>
                    <a:pt x="5930" y="2644"/>
                  </a:lnTo>
                  <a:cubicBezTo>
                    <a:pt x="5930" y="2549"/>
                    <a:pt x="5835" y="2453"/>
                    <a:pt x="5716" y="2453"/>
                  </a:cubicBezTo>
                  <a:lnTo>
                    <a:pt x="4716" y="2453"/>
                  </a:lnTo>
                  <a:lnTo>
                    <a:pt x="4716" y="1429"/>
                  </a:lnTo>
                  <a:cubicBezTo>
                    <a:pt x="4716" y="1310"/>
                    <a:pt x="4620" y="1239"/>
                    <a:pt x="4501" y="1239"/>
                  </a:cubicBezTo>
                  <a:lnTo>
                    <a:pt x="3501" y="1239"/>
                  </a:lnTo>
                  <a:lnTo>
                    <a:pt x="3501" y="215"/>
                  </a:lnTo>
                  <a:cubicBezTo>
                    <a:pt x="3501" y="96"/>
                    <a:pt x="3406" y="0"/>
                    <a:pt x="3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97"/>
            <p:cNvSpPr/>
            <p:nvPr/>
          </p:nvSpPr>
          <p:spPr>
            <a:xfrm>
              <a:off x="4109399" y="2680669"/>
              <a:ext cx="74979" cy="14098"/>
            </a:xfrm>
            <a:custGeom>
              <a:rect b="b" l="l" r="r" t="t"/>
              <a:pathLst>
                <a:path extrusionOk="0" h="430" w="2287">
                  <a:moveTo>
                    <a:pt x="239" y="1"/>
                  </a:moveTo>
                  <a:cubicBezTo>
                    <a:pt x="143" y="1"/>
                    <a:pt x="24" y="72"/>
                    <a:pt x="24" y="191"/>
                  </a:cubicBezTo>
                  <a:cubicBezTo>
                    <a:pt x="0" y="310"/>
                    <a:pt x="119" y="429"/>
                    <a:pt x="239" y="429"/>
                  </a:cubicBezTo>
                  <a:lnTo>
                    <a:pt x="2048" y="429"/>
                  </a:lnTo>
                  <a:cubicBezTo>
                    <a:pt x="2144" y="429"/>
                    <a:pt x="2263" y="358"/>
                    <a:pt x="2263" y="239"/>
                  </a:cubicBezTo>
                  <a:cubicBezTo>
                    <a:pt x="2287" y="120"/>
                    <a:pt x="2167" y="1"/>
                    <a:pt x="2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97"/>
            <p:cNvSpPr/>
            <p:nvPr/>
          </p:nvSpPr>
          <p:spPr>
            <a:xfrm>
              <a:off x="4249915" y="2680669"/>
              <a:ext cx="75012" cy="14098"/>
            </a:xfrm>
            <a:custGeom>
              <a:rect b="b" l="l" r="r" t="t"/>
              <a:pathLst>
                <a:path extrusionOk="0" h="430" w="2288">
                  <a:moveTo>
                    <a:pt x="192" y="1"/>
                  </a:moveTo>
                  <a:cubicBezTo>
                    <a:pt x="72" y="1"/>
                    <a:pt x="1" y="120"/>
                    <a:pt x="1" y="239"/>
                  </a:cubicBezTo>
                  <a:cubicBezTo>
                    <a:pt x="25" y="334"/>
                    <a:pt x="120" y="429"/>
                    <a:pt x="239" y="429"/>
                  </a:cubicBezTo>
                  <a:lnTo>
                    <a:pt x="2049" y="429"/>
                  </a:lnTo>
                  <a:cubicBezTo>
                    <a:pt x="2144" y="429"/>
                    <a:pt x="2263" y="358"/>
                    <a:pt x="2263" y="239"/>
                  </a:cubicBezTo>
                  <a:cubicBezTo>
                    <a:pt x="2287" y="120"/>
                    <a:pt x="2168" y="1"/>
                    <a:pt x="2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97"/>
            <p:cNvSpPr/>
            <p:nvPr/>
          </p:nvSpPr>
          <p:spPr>
            <a:xfrm>
              <a:off x="4189820" y="2720502"/>
              <a:ext cx="14065" cy="14065"/>
            </a:xfrm>
            <a:custGeom>
              <a:rect b="b" l="l" r="r" t="t"/>
              <a:pathLst>
                <a:path extrusionOk="0" h="429" w="429">
                  <a:moveTo>
                    <a:pt x="215" y="0"/>
                  </a:moveTo>
                  <a:cubicBezTo>
                    <a:pt x="96" y="0"/>
                    <a:pt x="0" y="95"/>
                    <a:pt x="0" y="214"/>
                  </a:cubicBezTo>
                  <a:cubicBezTo>
                    <a:pt x="0" y="333"/>
                    <a:pt x="96" y="429"/>
                    <a:pt x="215" y="429"/>
                  </a:cubicBezTo>
                  <a:cubicBezTo>
                    <a:pt x="334" y="429"/>
                    <a:pt x="429" y="333"/>
                    <a:pt x="429" y="214"/>
                  </a:cubicBezTo>
                  <a:cubicBezTo>
                    <a:pt x="429" y="95"/>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3" name="Google Shape;21753;p97"/>
          <p:cNvGrpSpPr/>
          <p:nvPr/>
        </p:nvGrpSpPr>
        <p:grpSpPr>
          <a:xfrm>
            <a:off x="3336488" y="2323723"/>
            <a:ext cx="213201" cy="343554"/>
            <a:chOff x="3328624" y="2476123"/>
            <a:chExt cx="213201" cy="343554"/>
          </a:xfrm>
        </p:grpSpPr>
        <p:sp>
          <p:nvSpPr>
            <p:cNvPr id="21754" name="Google Shape;21754;p97"/>
            <p:cNvSpPr/>
            <p:nvPr/>
          </p:nvSpPr>
          <p:spPr>
            <a:xfrm>
              <a:off x="3334886" y="2608050"/>
              <a:ext cx="201464" cy="120288"/>
            </a:xfrm>
            <a:custGeom>
              <a:rect b="b" l="l" r="r" t="t"/>
              <a:pathLst>
                <a:path extrusionOk="0" h="3669" w="6145">
                  <a:moveTo>
                    <a:pt x="0" y="1"/>
                  </a:moveTo>
                  <a:lnTo>
                    <a:pt x="0" y="3263"/>
                  </a:lnTo>
                  <a:cubicBezTo>
                    <a:pt x="0" y="3501"/>
                    <a:pt x="191" y="3668"/>
                    <a:pt x="429" y="3668"/>
                  </a:cubicBezTo>
                  <a:lnTo>
                    <a:pt x="5716" y="3668"/>
                  </a:lnTo>
                  <a:cubicBezTo>
                    <a:pt x="5954" y="3668"/>
                    <a:pt x="6145" y="3501"/>
                    <a:pt x="6145" y="3263"/>
                  </a:cubicBezTo>
                  <a:lnTo>
                    <a:pt x="6145"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97"/>
            <p:cNvSpPr/>
            <p:nvPr/>
          </p:nvSpPr>
          <p:spPr>
            <a:xfrm>
              <a:off x="3495729" y="2566675"/>
              <a:ext cx="40621" cy="39867"/>
            </a:xfrm>
            <a:custGeom>
              <a:rect b="b" l="l" r="r" t="t"/>
              <a:pathLst>
                <a:path extrusionOk="0" h="1216" w="1239">
                  <a:moveTo>
                    <a:pt x="0" y="1"/>
                  </a:moveTo>
                  <a:lnTo>
                    <a:pt x="0" y="1215"/>
                  </a:lnTo>
                  <a:lnTo>
                    <a:pt x="1239" y="1215"/>
                  </a:lnTo>
                  <a:lnTo>
                    <a:pt x="1239" y="429"/>
                  </a:lnTo>
                  <a:cubicBezTo>
                    <a:pt x="1239" y="215"/>
                    <a:pt x="1048" y="24"/>
                    <a:pt x="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97"/>
            <p:cNvSpPr/>
            <p:nvPr/>
          </p:nvSpPr>
          <p:spPr>
            <a:xfrm>
              <a:off x="3354393" y="2727518"/>
              <a:ext cx="161663" cy="85143"/>
            </a:xfrm>
            <a:custGeom>
              <a:rect b="b" l="l" r="r" t="t"/>
              <a:pathLst>
                <a:path extrusionOk="0" h="2597" w="4931">
                  <a:moveTo>
                    <a:pt x="1" y="0"/>
                  </a:moveTo>
                  <a:lnTo>
                    <a:pt x="1" y="1977"/>
                  </a:lnTo>
                  <a:cubicBezTo>
                    <a:pt x="1" y="2334"/>
                    <a:pt x="310" y="2596"/>
                    <a:pt x="644" y="2596"/>
                  </a:cubicBezTo>
                  <a:lnTo>
                    <a:pt x="4287" y="2596"/>
                  </a:lnTo>
                  <a:cubicBezTo>
                    <a:pt x="4645" y="2596"/>
                    <a:pt x="4930" y="2310"/>
                    <a:pt x="4930" y="1977"/>
                  </a:cubicBezTo>
                  <a:lnTo>
                    <a:pt x="493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97"/>
            <p:cNvSpPr/>
            <p:nvPr/>
          </p:nvSpPr>
          <p:spPr>
            <a:xfrm>
              <a:off x="3355967" y="2483139"/>
              <a:ext cx="160089" cy="84356"/>
            </a:xfrm>
            <a:custGeom>
              <a:rect b="b" l="l" r="r" t="t"/>
              <a:pathLst>
                <a:path extrusionOk="0" h="2573" w="4883">
                  <a:moveTo>
                    <a:pt x="620" y="0"/>
                  </a:moveTo>
                  <a:cubicBezTo>
                    <a:pt x="262" y="0"/>
                    <a:pt x="0" y="286"/>
                    <a:pt x="0" y="620"/>
                  </a:cubicBezTo>
                  <a:lnTo>
                    <a:pt x="0" y="2572"/>
                  </a:lnTo>
                  <a:lnTo>
                    <a:pt x="4882" y="2572"/>
                  </a:lnTo>
                  <a:lnTo>
                    <a:pt x="4882" y="620"/>
                  </a:lnTo>
                  <a:cubicBezTo>
                    <a:pt x="4882" y="286"/>
                    <a:pt x="4597" y="0"/>
                    <a:pt x="4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97"/>
            <p:cNvSpPr/>
            <p:nvPr/>
          </p:nvSpPr>
          <p:spPr>
            <a:xfrm>
              <a:off x="3336460" y="2567462"/>
              <a:ext cx="160056" cy="40621"/>
            </a:xfrm>
            <a:custGeom>
              <a:rect b="b" l="l" r="r" t="t"/>
              <a:pathLst>
                <a:path extrusionOk="0" h="1239" w="4882">
                  <a:moveTo>
                    <a:pt x="405" y="0"/>
                  </a:moveTo>
                  <a:cubicBezTo>
                    <a:pt x="167" y="0"/>
                    <a:pt x="0" y="191"/>
                    <a:pt x="0" y="429"/>
                  </a:cubicBezTo>
                  <a:lnTo>
                    <a:pt x="0" y="1239"/>
                  </a:lnTo>
                  <a:lnTo>
                    <a:pt x="4882" y="1239"/>
                  </a:lnTo>
                  <a:lnTo>
                    <a:pt x="488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97"/>
            <p:cNvSpPr/>
            <p:nvPr/>
          </p:nvSpPr>
          <p:spPr>
            <a:xfrm>
              <a:off x="3428585" y="2762664"/>
              <a:ext cx="14065" cy="14065"/>
            </a:xfrm>
            <a:custGeom>
              <a:rect b="b" l="l" r="r" t="t"/>
              <a:pathLst>
                <a:path extrusionOk="0" h="429" w="429">
                  <a:moveTo>
                    <a:pt x="214" y="0"/>
                  </a:moveTo>
                  <a:cubicBezTo>
                    <a:pt x="95" y="0"/>
                    <a:pt x="0" y="95"/>
                    <a:pt x="0" y="214"/>
                  </a:cubicBezTo>
                  <a:cubicBezTo>
                    <a:pt x="0" y="333"/>
                    <a:pt x="95" y="429"/>
                    <a:pt x="214" y="429"/>
                  </a:cubicBezTo>
                  <a:cubicBezTo>
                    <a:pt x="334" y="429"/>
                    <a:pt x="429" y="333"/>
                    <a:pt x="429" y="214"/>
                  </a:cubicBezTo>
                  <a:cubicBezTo>
                    <a:pt x="429" y="95"/>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97"/>
            <p:cNvSpPr/>
            <p:nvPr/>
          </p:nvSpPr>
          <p:spPr>
            <a:xfrm>
              <a:off x="3408259" y="2517498"/>
              <a:ext cx="55472" cy="14065"/>
            </a:xfrm>
            <a:custGeom>
              <a:rect b="b" l="l" r="r" t="t"/>
              <a:pathLst>
                <a:path extrusionOk="0" h="429" w="1692">
                  <a:moveTo>
                    <a:pt x="239" y="0"/>
                  </a:moveTo>
                  <a:cubicBezTo>
                    <a:pt x="144" y="0"/>
                    <a:pt x="25" y="72"/>
                    <a:pt x="25" y="191"/>
                  </a:cubicBezTo>
                  <a:cubicBezTo>
                    <a:pt x="1" y="334"/>
                    <a:pt x="120" y="429"/>
                    <a:pt x="239" y="429"/>
                  </a:cubicBezTo>
                  <a:lnTo>
                    <a:pt x="1454" y="429"/>
                  </a:lnTo>
                  <a:cubicBezTo>
                    <a:pt x="1549" y="429"/>
                    <a:pt x="1668" y="381"/>
                    <a:pt x="1668" y="238"/>
                  </a:cubicBezTo>
                  <a:cubicBezTo>
                    <a:pt x="1692" y="143"/>
                    <a:pt x="1573" y="0"/>
                    <a:pt x="1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97"/>
            <p:cNvSpPr/>
            <p:nvPr/>
          </p:nvSpPr>
          <p:spPr>
            <a:xfrm>
              <a:off x="3328624" y="2476123"/>
              <a:ext cx="213201" cy="343554"/>
            </a:xfrm>
            <a:custGeom>
              <a:rect b="b" l="l" r="r" t="t"/>
              <a:pathLst>
                <a:path extrusionOk="0" h="10479" w="6503">
                  <a:moveTo>
                    <a:pt x="5097" y="405"/>
                  </a:moveTo>
                  <a:cubicBezTo>
                    <a:pt x="5359" y="405"/>
                    <a:pt x="5526" y="596"/>
                    <a:pt x="5526" y="834"/>
                  </a:cubicBezTo>
                  <a:lnTo>
                    <a:pt x="5526" y="2596"/>
                  </a:lnTo>
                  <a:lnTo>
                    <a:pt x="1025" y="2596"/>
                  </a:lnTo>
                  <a:lnTo>
                    <a:pt x="1025" y="834"/>
                  </a:lnTo>
                  <a:cubicBezTo>
                    <a:pt x="1025" y="596"/>
                    <a:pt x="1215" y="405"/>
                    <a:pt x="1454" y="405"/>
                  </a:cubicBezTo>
                  <a:close/>
                  <a:moveTo>
                    <a:pt x="4907" y="2977"/>
                  </a:moveTo>
                  <a:lnTo>
                    <a:pt x="4907" y="3787"/>
                  </a:lnTo>
                  <a:lnTo>
                    <a:pt x="406" y="3787"/>
                  </a:lnTo>
                  <a:lnTo>
                    <a:pt x="406" y="3144"/>
                  </a:lnTo>
                  <a:cubicBezTo>
                    <a:pt x="406" y="3096"/>
                    <a:pt x="501" y="2977"/>
                    <a:pt x="620" y="2977"/>
                  </a:cubicBezTo>
                  <a:close/>
                  <a:moveTo>
                    <a:pt x="5974" y="2998"/>
                  </a:moveTo>
                  <a:cubicBezTo>
                    <a:pt x="6042" y="2998"/>
                    <a:pt x="6121" y="3104"/>
                    <a:pt x="6121" y="3191"/>
                  </a:cubicBezTo>
                  <a:lnTo>
                    <a:pt x="6121" y="3810"/>
                  </a:lnTo>
                  <a:lnTo>
                    <a:pt x="5312" y="3810"/>
                  </a:lnTo>
                  <a:lnTo>
                    <a:pt x="5312" y="3001"/>
                  </a:lnTo>
                  <a:lnTo>
                    <a:pt x="5955" y="3001"/>
                  </a:lnTo>
                  <a:cubicBezTo>
                    <a:pt x="5961" y="2999"/>
                    <a:pt x="5967" y="2998"/>
                    <a:pt x="5974" y="2998"/>
                  </a:cubicBezTo>
                  <a:close/>
                  <a:moveTo>
                    <a:pt x="6121" y="4191"/>
                  </a:moveTo>
                  <a:lnTo>
                    <a:pt x="6121" y="7264"/>
                  </a:lnTo>
                  <a:cubicBezTo>
                    <a:pt x="6121" y="7383"/>
                    <a:pt x="6026" y="7478"/>
                    <a:pt x="5907" y="7478"/>
                  </a:cubicBezTo>
                  <a:lnTo>
                    <a:pt x="620" y="7478"/>
                  </a:lnTo>
                  <a:cubicBezTo>
                    <a:pt x="501" y="7478"/>
                    <a:pt x="406" y="7383"/>
                    <a:pt x="406" y="7264"/>
                  </a:cubicBezTo>
                  <a:lnTo>
                    <a:pt x="406" y="4191"/>
                  </a:lnTo>
                  <a:close/>
                  <a:moveTo>
                    <a:pt x="1430" y="0"/>
                  </a:moveTo>
                  <a:cubicBezTo>
                    <a:pt x="1001" y="0"/>
                    <a:pt x="620" y="381"/>
                    <a:pt x="620" y="834"/>
                  </a:cubicBezTo>
                  <a:lnTo>
                    <a:pt x="620" y="2596"/>
                  </a:lnTo>
                  <a:cubicBezTo>
                    <a:pt x="287" y="2596"/>
                    <a:pt x="1" y="2858"/>
                    <a:pt x="1" y="3215"/>
                  </a:cubicBezTo>
                  <a:lnTo>
                    <a:pt x="1" y="7287"/>
                  </a:lnTo>
                  <a:cubicBezTo>
                    <a:pt x="1" y="7621"/>
                    <a:pt x="263" y="7907"/>
                    <a:pt x="620" y="7907"/>
                  </a:cubicBezTo>
                  <a:lnTo>
                    <a:pt x="620" y="10264"/>
                  </a:lnTo>
                  <a:cubicBezTo>
                    <a:pt x="620" y="10383"/>
                    <a:pt x="715" y="10478"/>
                    <a:pt x="834" y="10478"/>
                  </a:cubicBezTo>
                  <a:lnTo>
                    <a:pt x="2454" y="10478"/>
                  </a:lnTo>
                  <a:cubicBezTo>
                    <a:pt x="2644" y="10288"/>
                    <a:pt x="2525" y="10074"/>
                    <a:pt x="2335" y="10074"/>
                  </a:cubicBezTo>
                  <a:lnTo>
                    <a:pt x="1430" y="10074"/>
                  </a:lnTo>
                  <a:cubicBezTo>
                    <a:pt x="1192" y="10074"/>
                    <a:pt x="1001" y="9907"/>
                    <a:pt x="1001" y="9669"/>
                  </a:cubicBezTo>
                  <a:lnTo>
                    <a:pt x="1001" y="7883"/>
                  </a:lnTo>
                  <a:lnTo>
                    <a:pt x="5502" y="7883"/>
                  </a:lnTo>
                  <a:lnTo>
                    <a:pt x="5502" y="9645"/>
                  </a:lnTo>
                  <a:cubicBezTo>
                    <a:pt x="5502" y="9883"/>
                    <a:pt x="5312" y="10050"/>
                    <a:pt x="5073" y="10050"/>
                  </a:cubicBezTo>
                  <a:lnTo>
                    <a:pt x="4168" y="10050"/>
                  </a:lnTo>
                  <a:cubicBezTo>
                    <a:pt x="4073" y="10050"/>
                    <a:pt x="3954" y="10121"/>
                    <a:pt x="3954" y="10240"/>
                  </a:cubicBezTo>
                  <a:cubicBezTo>
                    <a:pt x="3930" y="10359"/>
                    <a:pt x="4049" y="10478"/>
                    <a:pt x="4168" y="10478"/>
                  </a:cubicBezTo>
                  <a:lnTo>
                    <a:pt x="5073" y="10478"/>
                  </a:lnTo>
                  <a:cubicBezTo>
                    <a:pt x="5526" y="10478"/>
                    <a:pt x="5883" y="10121"/>
                    <a:pt x="5883" y="9669"/>
                  </a:cubicBezTo>
                  <a:lnTo>
                    <a:pt x="5883" y="7883"/>
                  </a:lnTo>
                  <a:cubicBezTo>
                    <a:pt x="6216" y="7883"/>
                    <a:pt x="6502" y="7621"/>
                    <a:pt x="6502" y="7264"/>
                  </a:cubicBezTo>
                  <a:lnTo>
                    <a:pt x="6502" y="3191"/>
                  </a:lnTo>
                  <a:cubicBezTo>
                    <a:pt x="6502" y="2858"/>
                    <a:pt x="6240" y="2548"/>
                    <a:pt x="5883" y="2548"/>
                  </a:cubicBezTo>
                  <a:lnTo>
                    <a:pt x="5883" y="810"/>
                  </a:lnTo>
                  <a:cubicBezTo>
                    <a:pt x="5883" y="357"/>
                    <a:pt x="5526"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97"/>
            <p:cNvSpPr/>
            <p:nvPr/>
          </p:nvSpPr>
          <p:spPr>
            <a:xfrm>
              <a:off x="3368458" y="2640835"/>
              <a:ext cx="134320" cy="14098"/>
            </a:xfrm>
            <a:custGeom>
              <a:rect b="b" l="l" r="r" t="t"/>
              <a:pathLst>
                <a:path extrusionOk="0" h="430" w="4097">
                  <a:moveTo>
                    <a:pt x="239" y="1"/>
                  </a:moveTo>
                  <a:cubicBezTo>
                    <a:pt x="143" y="1"/>
                    <a:pt x="24" y="49"/>
                    <a:pt x="24" y="191"/>
                  </a:cubicBezTo>
                  <a:cubicBezTo>
                    <a:pt x="0" y="287"/>
                    <a:pt x="120" y="430"/>
                    <a:pt x="239" y="430"/>
                  </a:cubicBezTo>
                  <a:lnTo>
                    <a:pt x="3906" y="430"/>
                  </a:lnTo>
                  <a:cubicBezTo>
                    <a:pt x="3977" y="430"/>
                    <a:pt x="4097" y="358"/>
                    <a:pt x="4097" y="239"/>
                  </a:cubicBezTo>
                  <a:cubicBezTo>
                    <a:pt x="4097" y="120"/>
                    <a:pt x="4025" y="1"/>
                    <a:pt x="3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97"/>
            <p:cNvSpPr/>
            <p:nvPr/>
          </p:nvSpPr>
          <p:spPr>
            <a:xfrm>
              <a:off x="3368458" y="2680669"/>
              <a:ext cx="134320" cy="14098"/>
            </a:xfrm>
            <a:custGeom>
              <a:rect b="b" l="l" r="r" t="t"/>
              <a:pathLst>
                <a:path extrusionOk="0" h="430" w="4097">
                  <a:moveTo>
                    <a:pt x="239" y="1"/>
                  </a:moveTo>
                  <a:cubicBezTo>
                    <a:pt x="143" y="1"/>
                    <a:pt x="24" y="72"/>
                    <a:pt x="24" y="191"/>
                  </a:cubicBezTo>
                  <a:cubicBezTo>
                    <a:pt x="0" y="310"/>
                    <a:pt x="120" y="429"/>
                    <a:pt x="239" y="429"/>
                  </a:cubicBezTo>
                  <a:lnTo>
                    <a:pt x="3906" y="429"/>
                  </a:lnTo>
                  <a:cubicBezTo>
                    <a:pt x="3977" y="429"/>
                    <a:pt x="4097" y="358"/>
                    <a:pt x="4097" y="239"/>
                  </a:cubicBezTo>
                  <a:cubicBezTo>
                    <a:pt x="4097" y="120"/>
                    <a:pt x="4025" y="1"/>
                    <a:pt x="3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97"/>
            <p:cNvSpPr/>
            <p:nvPr/>
          </p:nvSpPr>
          <p:spPr>
            <a:xfrm>
              <a:off x="3428585" y="2804793"/>
              <a:ext cx="14065" cy="13311"/>
            </a:xfrm>
            <a:custGeom>
              <a:rect b="b" l="l" r="r" t="t"/>
              <a:pathLst>
                <a:path extrusionOk="0" h="406" w="429">
                  <a:moveTo>
                    <a:pt x="214" y="1"/>
                  </a:moveTo>
                  <a:cubicBezTo>
                    <a:pt x="95" y="1"/>
                    <a:pt x="0" y="96"/>
                    <a:pt x="0" y="215"/>
                  </a:cubicBezTo>
                  <a:cubicBezTo>
                    <a:pt x="0" y="334"/>
                    <a:pt x="95" y="406"/>
                    <a:pt x="214" y="406"/>
                  </a:cubicBezTo>
                  <a:cubicBezTo>
                    <a:pt x="334" y="406"/>
                    <a:pt x="429" y="334"/>
                    <a:pt x="429" y="215"/>
                  </a:cubicBezTo>
                  <a:cubicBezTo>
                    <a:pt x="429" y="96"/>
                    <a:pt x="334"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5" name="Google Shape;21765;p97"/>
          <p:cNvGrpSpPr/>
          <p:nvPr/>
        </p:nvGrpSpPr>
        <p:grpSpPr>
          <a:xfrm>
            <a:off x="2513584" y="2322149"/>
            <a:ext cx="343554" cy="345128"/>
            <a:chOff x="2505720" y="2474549"/>
            <a:chExt cx="343554" cy="345128"/>
          </a:xfrm>
        </p:grpSpPr>
        <p:sp>
          <p:nvSpPr>
            <p:cNvPr id="21766" name="Google Shape;21766;p97"/>
            <p:cNvSpPr/>
            <p:nvPr/>
          </p:nvSpPr>
          <p:spPr>
            <a:xfrm>
              <a:off x="2761017" y="2731420"/>
              <a:ext cx="81241" cy="81241"/>
            </a:xfrm>
            <a:custGeom>
              <a:rect b="b" l="l" r="r" t="t"/>
              <a:pathLst>
                <a:path extrusionOk="0" h="2478" w="2478">
                  <a:moveTo>
                    <a:pt x="429" y="0"/>
                  </a:moveTo>
                  <a:cubicBezTo>
                    <a:pt x="191" y="0"/>
                    <a:pt x="1" y="191"/>
                    <a:pt x="1" y="429"/>
                  </a:cubicBezTo>
                  <a:lnTo>
                    <a:pt x="1" y="2072"/>
                  </a:lnTo>
                  <a:cubicBezTo>
                    <a:pt x="1" y="2287"/>
                    <a:pt x="191" y="2477"/>
                    <a:pt x="429" y="2477"/>
                  </a:cubicBezTo>
                  <a:lnTo>
                    <a:pt x="2073" y="2477"/>
                  </a:lnTo>
                  <a:cubicBezTo>
                    <a:pt x="2311" y="2477"/>
                    <a:pt x="2477" y="2310"/>
                    <a:pt x="2477" y="2072"/>
                  </a:cubicBezTo>
                  <a:lnTo>
                    <a:pt x="2477" y="429"/>
                  </a:lnTo>
                  <a:cubicBezTo>
                    <a:pt x="2477" y="191"/>
                    <a:pt x="2311" y="0"/>
                    <a:pt x="207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97"/>
            <p:cNvSpPr/>
            <p:nvPr/>
          </p:nvSpPr>
          <p:spPr>
            <a:xfrm>
              <a:off x="2761017" y="2606509"/>
              <a:ext cx="81241" cy="81208"/>
            </a:xfrm>
            <a:custGeom>
              <a:rect b="b" l="l" r="r" t="t"/>
              <a:pathLst>
                <a:path extrusionOk="0" h="2477" w="2478">
                  <a:moveTo>
                    <a:pt x="429" y="0"/>
                  </a:moveTo>
                  <a:cubicBezTo>
                    <a:pt x="191" y="0"/>
                    <a:pt x="1" y="191"/>
                    <a:pt x="1" y="429"/>
                  </a:cubicBezTo>
                  <a:lnTo>
                    <a:pt x="1" y="2072"/>
                  </a:lnTo>
                  <a:cubicBezTo>
                    <a:pt x="1" y="2286"/>
                    <a:pt x="191" y="2477"/>
                    <a:pt x="429" y="2477"/>
                  </a:cubicBezTo>
                  <a:lnTo>
                    <a:pt x="2073" y="2477"/>
                  </a:lnTo>
                  <a:cubicBezTo>
                    <a:pt x="2311" y="2477"/>
                    <a:pt x="2477" y="2310"/>
                    <a:pt x="2477" y="2072"/>
                  </a:cubicBezTo>
                  <a:lnTo>
                    <a:pt x="2477" y="429"/>
                  </a:lnTo>
                  <a:cubicBezTo>
                    <a:pt x="2477" y="214"/>
                    <a:pt x="2311" y="48"/>
                    <a:pt x="207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97"/>
            <p:cNvSpPr/>
            <p:nvPr/>
          </p:nvSpPr>
          <p:spPr>
            <a:xfrm>
              <a:off x="2761017" y="2483139"/>
              <a:ext cx="81241" cy="80454"/>
            </a:xfrm>
            <a:custGeom>
              <a:rect b="b" l="l" r="r" t="t"/>
              <a:pathLst>
                <a:path extrusionOk="0" h="2454" w="2478">
                  <a:moveTo>
                    <a:pt x="429" y="0"/>
                  </a:moveTo>
                  <a:cubicBezTo>
                    <a:pt x="191" y="0"/>
                    <a:pt x="1" y="167"/>
                    <a:pt x="1" y="405"/>
                  </a:cubicBezTo>
                  <a:lnTo>
                    <a:pt x="1" y="2049"/>
                  </a:lnTo>
                  <a:cubicBezTo>
                    <a:pt x="1" y="2287"/>
                    <a:pt x="191" y="2453"/>
                    <a:pt x="429" y="2453"/>
                  </a:cubicBezTo>
                  <a:lnTo>
                    <a:pt x="2073" y="2453"/>
                  </a:lnTo>
                  <a:cubicBezTo>
                    <a:pt x="2311" y="2453"/>
                    <a:pt x="2477" y="2287"/>
                    <a:pt x="2477" y="2049"/>
                  </a:cubicBezTo>
                  <a:lnTo>
                    <a:pt x="2477" y="405"/>
                  </a:lnTo>
                  <a:cubicBezTo>
                    <a:pt x="2477" y="167"/>
                    <a:pt x="2311" y="0"/>
                    <a:pt x="20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97"/>
            <p:cNvSpPr/>
            <p:nvPr/>
          </p:nvSpPr>
          <p:spPr>
            <a:xfrm>
              <a:off x="2636106" y="2731420"/>
              <a:ext cx="81241" cy="81241"/>
            </a:xfrm>
            <a:custGeom>
              <a:rect b="b" l="l" r="r" t="t"/>
              <a:pathLst>
                <a:path extrusionOk="0" h="2478" w="2478">
                  <a:moveTo>
                    <a:pt x="429" y="0"/>
                  </a:moveTo>
                  <a:cubicBezTo>
                    <a:pt x="191" y="0"/>
                    <a:pt x="0" y="191"/>
                    <a:pt x="0" y="429"/>
                  </a:cubicBezTo>
                  <a:lnTo>
                    <a:pt x="0" y="2072"/>
                  </a:lnTo>
                  <a:cubicBezTo>
                    <a:pt x="0" y="2287"/>
                    <a:pt x="191" y="2477"/>
                    <a:pt x="429" y="2477"/>
                  </a:cubicBezTo>
                  <a:lnTo>
                    <a:pt x="2072" y="2477"/>
                  </a:lnTo>
                  <a:cubicBezTo>
                    <a:pt x="2287" y="2477"/>
                    <a:pt x="2477" y="2310"/>
                    <a:pt x="2477" y="2072"/>
                  </a:cubicBezTo>
                  <a:lnTo>
                    <a:pt x="2477" y="429"/>
                  </a:lnTo>
                  <a:cubicBezTo>
                    <a:pt x="2477" y="191"/>
                    <a:pt x="2287" y="0"/>
                    <a:pt x="207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97"/>
            <p:cNvSpPr/>
            <p:nvPr/>
          </p:nvSpPr>
          <p:spPr>
            <a:xfrm>
              <a:off x="2636106" y="2606509"/>
              <a:ext cx="81241" cy="81208"/>
            </a:xfrm>
            <a:custGeom>
              <a:rect b="b" l="l" r="r" t="t"/>
              <a:pathLst>
                <a:path extrusionOk="0" h="2477" w="2478">
                  <a:moveTo>
                    <a:pt x="429" y="0"/>
                  </a:moveTo>
                  <a:cubicBezTo>
                    <a:pt x="191" y="0"/>
                    <a:pt x="0" y="191"/>
                    <a:pt x="0" y="429"/>
                  </a:cubicBezTo>
                  <a:lnTo>
                    <a:pt x="0" y="2072"/>
                  </a:lnTo>
                  <a:cubicBezTo>
                    <a:pt x="0" y="2286"/>
                    <a:pt x="191" y="2477"/>
                    <a:pt x="429" y="2477"/>
                  </a:cubicBezTo>
                  <a:lnTo>
                    <a:pt x="2072" y="2477"/>
                  </a:lnTo>
                  <a:cubicBezTo>
                    <a:pt x="2287" y="2477"/>
                    <a:pt x="2477" y="2310"/>
                    <a:pt x="2477" y="2072"/>
                  </a:cubicBezTo>
                  <a:lnTo>
                    <a:pt x="2477" y="429"/>
                  </a:lnTo>
                  <a:cubicBezTo>
                    <a:pt x="2477" y="214"/>
                    <a:pt x="2287" y="48"/>
                    <a:pt x="20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97"/>
            <p:cNvSpPr/>
            <p:nvPr/>
          </p:nvSpPr>
          <p:spPr>
            <a:xfrm>
              <a:off x="2636106" y="2483139"/>
              <a:ext cx="81241" cy="80454"/>
            </a:xfrm>
            <a:custGeom>
              <a:rect b="b" l="l" r="r" t="t"/>
              <a:pathLst>
                <a:path extrusionOk="0" h="2454" w="2478">
                  <a:moveTo>
                    <a:pt x="429" y="0"/>
                  </a:moveTo>
                  <a:cubicBezTo>
                    <a:pt x="191" y="0"/>
                    <a:pt x="0" y="167"/>
                    <a:pt x="0" y="405"/>
                  </a:cubicBezTo>
                  <a:lnTo>
                    <a:pt x="0" y="2049"/>
                  </a:lnTo>
                  <a:cubicBezTo>
                    <a:pt x="0" y="2287"/>
                    <a:pt x="191" y="2453"/>
                    <a:pt x="429" y="2453"/>
                  </a:cubicBezTo>
                  <a:lnTo>
                    <a:pt x="2072" y="2453"/>
                  </a:lnTo>
                  <a:cubicBezTo>
                    <a:pt x="2287" y="2453"/>
                    <a:pt x="2477" y="2287"/>
                    <a:pt x="2477" y="2049"/>
                  </a:cubicBezTo>
                  <a:lnTo>
                    <a:pt x="2477" y="405"/>
                  </a:lnTo>
                  <a:cubicBezTo>
                    <a:pt x="2477" y="167"/>
                    <a:pt x="2287" y="0"/>
                    <a:pt x="207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97"/>
            <p:cNvSpPr/>
            <p:nvPr/>
          </p:nvSpPr>
          <p:spPr>
            <a:xfrm>
              <a:off x="2512736" y="2731420"/>
              <a:ext cx="80454" cy="81241"/>
            </a:xfrm>
            <a:custGeom>
              <a:rect b="b" l="l" r="r" t="t"/>
              <a:pathLst>
                <a:path extrusionOk="0" h="2478" w="2454">
                  <a:moveTo>
                    <a:pt x="406" y="0"/>
                  </a:moveTo>
                  <a:cubicBezTo>
                    <a:pt x="167" y="0"/>
                    <a:pt x="1" y="191"/>
                    <a:pt x="1" y="429"/>
                  </a:cubicBezTo>
                  <a:lnTo>
                    <a:pt x="1" y="2072"/>
                  </a:lnTo>
                  <a:cubicBezTo>
                    <a:pt x="1" y="2287"/>
                    <a:pt x="167" y="2477"/>
                    <a:pt x="406" y="2477"/>
                  </a:cubicBezTo>
                  <a:lnTo>
                    <a:pt x="2049" y="2477"/>
                  </a:lnTo>
                  <a:cubicBezTo>
                    <a:pt x="2287" y="2477"/>
                    <a:pt x="2454" y="2310"/>
                    <a:pt x="2454" y="2072"/>
                  </a:cubicBezTo>
                  <a:lnTo>
                    <a:pt x="2454" y="429"/>
                  </a:lnTo>
                  <a:cubicBezTo>
                    <a:pt x="2454" y="191"/>
                    <a:pt x="2287" y="0"/>
                    <a:pt x="204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97"/>
            <p:cNvSpPr/>
            <p:nvPr/>
          </p:nvSpPr>
          <p:spPr>
            <a:xfrm>
              <a:off x="2512736" y="2606509"/>
              <a:ext cx="80454" cy="81208"/>
            </a:xfrm>
            <a:custGeom>
              <a:rect b="b" l="l" r="r" t="t"/>
              <a:pathLst>
                <a:path extrusionOk="0" h="2477" w="2454">
                  <a:moveTo>
                    <a:pt x="406" y="0"/>
                  </a:moveTo>
                  <a:cubicBezTo>
                    <a:pt x="167" y="0"/>
                    <a:pt x="1" y="191"/>
                    <a:pt x="1" y="429"/>
                  </a:cubicBezTo>
                  <a:lnTo>
                    <a:pt x="1" y="2072"/>
                  </a:lnTo>
                  <a:cubicBezTo>
                    <a:pt x="1" y="2286"/>
                    <a:pt x="167" y="2477"/>
                    <a:pt x="406" y="2477"/>
                  </a:cubicBezTo>
                  <a:lnTo>
                    <a:pt x="2049" y="2477"/>
                  </a:lnTo>
                  <a:cubicBezTo>
                    <a:pt x="2287" y="2477"/>
                    <a:pt x="2454" y="2310"/>
                    <a:pt x="2454" y="2072"/>
                  </a:cubicBezTo>
                  <a:lnTo>
                    <a:pt x="2454" y="429"/>
                  </a:lnTo>
                  <a:cubicBezTo>
                    <a:pt x="2454" y="214"/>
                    <a:pt x="2287" y="48"/>
                    <a:pt x="204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97"/>
            <p:cNvSpPr/>
            <p:nvPr/>
          </p:nvSpPr>
          <p:spPr>
            <a:xfrm>
              <a:off x="2512736" y="2483139"/>
              <a:ext cx="80454" cy="80454"/>
            </a:xfrm>
            <a:custGeom>
              <a:rect b="b" l="l" r="r" t="t"/>
              <a:pathLst>
                <a:path extrusionOk="0" h="2454" w="2454">
                  <a:moveTo>
                    <a:pt x="406" y="0"/>
                  </a:moveTo>
                  <a:cubicBezTo>
                    <a:pt x="167" y="0"/>
                    <a:pt x="1" y="167"/>
                    <a:pt x="1" y="405"/>
                  </a:cubicBezTo>
                  <a:lnTo>
                    <a:pt x="1" y="2049"/>
                  </a:lnTo>
                  <a:cubicBezTo>
                    <a:pt x="1" y="2287"/>
                    <a:pt x="167" y="2453"/>
                    <a:pt x="406" y="2453"/>
                  </a:cubicBezTo>
                  <a:lnTo>
                    <a:pt x="2049" y="2453"/>
                  </a:lnTo>
                  <a:cubicBezTo>
                    <a:pt x="2287" y="2453"/>
                    <a:pt x="2454" y="2287"/>
                    <a:pt x="2454" y="2049"/>
                  </a:cubicBezTo>
                  <a:lnTo>
                    <a:pt x="2454" y="405"/>
                  </a:lnTo>
                  <a:cubicBezTo>
                    <a:pt x="2454" y="167"/>
                    <a:pt x="2287" y="0"/>
                    <a:pt x="204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97"/>
            <p:cNvSpPr/>
            <p:nvPr/>
          </p:nvSpPr>
          <p:spPr>
            <a:xfrm>
              <a:off x="2505720" y="2474549"/>
              <a:ext cx="94486" cy="95273"/>
            </a:xfrm>
            <a:custGeom>
              <a:rect b="b" l="l" r="r" t="t"/>
              <a:pathLst>
                <a:path extrusionOk="0" h="2906" w="2882">
                  <a:moveTo>
                    <a:pt x="2263" y="453"/>
                  </a:moveTo>
                  <a:cubicBezTo>
                    <a:pt x="2382" y="453"/>
                    <a:pt x="2453" y="548"/>
                    <a:pt x="2453" y="667"/>
                  </a:cubicBezTo>
                  <a:lnTo>
                    <a:pt x="2453" y="2311"/>
                  </a:lnTo>
                  <a:cubicBezTo>
                    <a:pt x="2453" y="2430"/>
                    <a:pt x="2382" y="2525"/>
                    <a:pt x="2263" y="2525"/>
                  </a:cubicBezTo>
                  <a:lnTo>
                    <a:pt x="620" y="2525"/>
                  </a:lnTo>
                  <a:cubicBezTo>
                    <a:pt x="501" y="2525"/>
                    <a:pt x="405" y="2430"/>
                    <a:pt x="405" y="2311"/>
                  </a:cubicBezTo>
                  <a:lnTo>
                    <a:pt x="405" y="667"/>
                  </a:lnTo>
                  <a:cubicBezTo>
                    <a:pt x="405" y="548"/>
                    <a:pt x="501" y="453"/>
                    <a:pt x="620" y="453"/>
                  </a:cubicBezTo>
                  <a:close/>
                  <a:moveTo>
                    <a:pt x="620" y="1"/>
                  </a:moveTo>
                  <a:cubicBezTo>
                    <a:pt x="286" y="1"/>
                    <a:pt x="0" y="286"/>
                    <a:pt x="0" y="644"/>
                  </a:cubicBezTo>
                  <a:lnTo>
                    <a:pt x="0" y="2287"/>
                  </a:lnTo>
                  <a:cubicBezTo>
                    <a:pt x="24" y="2644"/>
                    <a:pt x="286" y="2906"/>
                    <a:pt x="620" y="2906"/>
                  </a:cubicBezTo>
                  <a:lnTo>
                    <a:pt x="2263" y="2906"/>
                  </a:lnTo>
                  <a:cubicBezTo>
                    <a:pt x="2596" y="2906"/>
                    <a:pt x="2882" y="2644"/>
                    <a:pt x="2882" y="2287"/>
                  </a:cubicBezTo>
                  <a:lnTo>
                    <a:pt x="2882" y="644"/>
                  </a:lnTo>
                  <a:cubicBezTo>
                    <a:pt x="2882" y="310"/>
                    <a:pt x="2620"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97"/>
            <p:cNvSpPr/>
            <p:nvPr/>
          </p:nvSpPr>
          <p:spPr>
            <a:xfrm>
              <a:off x="2630631" y="2474549"/>
              <a:ext cx="94519" cy="95273"/>
            </a:xfrm>
            <a:custGeom>
              <a:rect b="b" l="l" r="r" t="t"/>
              <a:pathLst>
                <a:path extrusionOk="0" h="2906" w="2883">
                  <a:moveTo>
                    <a:pt x="2263" y="453"/>
                  </a:moveTo>
                  <a:cubicBezTo>
                    <a:pt x="2382" y="453"/>
                    <a:pt x="2454" y="548"/>
                    <a:pt x="2454" y="667"/>
                  </a:cubicBezTo>
                  <a:lnTo>
                    <a:pt x="2454" y="2311"/>
                  </a:lnTo>
                  <a:cubicBezTo>
                    <a:pt x="2454" y="2430"/>
                    <a:pt x="2382" y="2525"/>
                    <a:pt x="2263" y="2525"/>
                  </a:cubicBezTo>
                  <a:lnTo>
                    <a:pt x="620" y="2525"/>
                  </a:lnTo>
                  <a:cubicBezTo>
                    <a:pt x="501" y="2525"/>
                    <a:pt x="406" y="2430"/>
                    <a:pt x="406" y="2311"/>
                  </a:cubicBezTo>
                  <a:lnTo>
                    <a:pt x="406" y="667"/>
                  </a:lnTo>
                  <a:cubicBezTo>
                    <a:pt x="406" y="548"/>
                    <a:pt x="501" y="453"/>
                    <a:pt x="620" y="453"/>
                  </a:cubicBezTo>
                  <a:close/>
                  <a:moveTo>
                    <a:pt x="620" y="1"/>
                  </a:moveTo>
                  <a:cubicBezTo>
                    <a:pt x="287" y="1"/>
                    <a:pt x="1" y="286"/>
                    <a:pt x="1" y="644"/>
                  </a:cubicBezTo>
                  <a:lnTo>
                    <a:pt x="1" y="2287"/>
                  </a:lnTo>
                  <a:cubicBezTo>
                    <a:pt x="1" y="2644"/>
                    <a:pt x="263" y="2906"/>
                    <a:pt x="620" y="2906"/>
                  </a:cubicBezTo>
                  <a:lnTo>
                    <a:pt x="2263" y="2906"/>
                  </a:lnTo>
                  <a:cubicBezTo>
                    <a:pt x="2597" y="2906"/>
                    <a:pt x="2882" y="2644"/>
                    <a:pt x="2882" y="2287"/>
                  </a:cubicBezTo>
                  <a:lnTo>
                    <a:pt x="2882" y="644"/>
                  </a:lnTo>
                  <a:cubicBezTo>
                    <a:pt x="2882" y="310"/>
                    <a:pt x="2620"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97"/>
            <p:cNvSpPr/>
            <p:nvPr/>
          </p:nvSpPr>
          <p:spPr>
            <a:xfrm>
              <a:off x="2754001" y="2476123"/>
              <a:ext cx="95273" cy="94486"/>
            </a:xfrm>
            <a:custGeom>
              <a:rect b="b" l="l" r="r" t="t"/>
              <a:pathLst>
                <a:path extrusionOk="0" h="2882" w="2906">
                  <a:moveTo>
                    <a:pt x="2287" y="405"/>
                  </a:moveTo>
                  <a:cubicBezTo>
                    <a:pt x="2406" y="405"/>
                    <a:pt x="2477" y="500"/>
                    <a:pt x="2477" y="619"/>
                  </a:cubicBezTo>
                  <a:lnTo>
                    <a:pt x="2477" y="2263"/>
                  </a:lnTo>
                  <a:cubicBezTo>
                    <a:pt x="2477" y="2382"/>
                    <a:pt x="2406" y="2477"/>
                    <a:pt x="2287" y="2477"/>
                  </a:cubicBezTo>
                  <a:lnTo>
                    <a:pt x="643" y="2477"/>
                  </a:lnTo>
                  <a:cubicBezTo>
                    <a:pt x="524" y="2477"/>
                    <a:pt x="429" y="2382"/>
                    <a:pt x="429" y="2263"/>
                  </a:cubicBezTo>
                  <a:lnTo>
                    <a:pt x="429" y="619"/>
                  </a:lnTo>
                  <a:cubicBezTo>
                    <a:pt x="429" y="500"/>
                    <a:pt x="524" y="405"/>
                    <a:pt x="643" y="405"/>
                  </a:cubicBezTo>
                  <a:close/>
                  <a:moveTo>
                    <a:pt x="643" y="0"/>
                  </a:moveTo>
                  <a:cubicBezTo>
                    <a:pt x="310" y="0"/>
                    <a:pt x="0" y="262"/>
                    <a:pt x="0" y="619"/>
                  </a:cubicBezTo>
                  <a:lnTo>
                    <a:pt x="0" y="2263"/>
                  </a:lnTo>
                  <a:cubicBezTo>
                    <a:pt x="0" y="2596"/>
                    <a:pt x="286" y="2882"/>
                    <a:pt x="643" y="2882"/>
                  </a:cubicBezTo>
                  <a:lnTo>
                    <a:pt x="2263" y="2882"/>
                  </a:lnTo>
                  <a:cubicBezTo>
                    <a:pt x="2596" y="2882"/>
                    <a:pt x="2906" y="2620"/>
                    <a:pt x="2906" y="2263"/>
                  </a:cubicBezTo>
                  <a:lnTo>
                    <a:pt x="2906" y="619"/>
                  </a:lnTo>
                  <a:cubicBezTo>
                    <a:pt x="2858" y="286"/>
                    <a:pt x="2596"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97"/>
            <p:cNvSpPr/>
            <p:nvPr/>
          </p:nvSpPr>
          <p:spPr>
            <a:xfrm>
              <a:off x="2754001" y="2601034"/>
              <a:ext cx="95273" cy="94486"/>
            </a:xfrm>
            <a:custGeom>
              <a:rect b="b" l="l" r="r" t="t"/>
              <a:pathLst>
                <a:path extrusionOk="0" h="2882" w="2906">
                  <a:moveTo>
                    <a:pt x="2287" y="381"/>
                  </a:moveTo>
                  <a:cubicBezTo>
                    <a:pt x="2406" y="381"/>
                    <a:pt x="2477" y="477"/>
                    <a:pt x="2477" y="596"/>
                  </a:cubicBezTo>
                  <a:lnTo>
                    <a:pt x="2477" y="2239"/>
                  </a:lnTo>
                  <a:cubicBezTo>
                    <a:pt x="2477" y="2358"/>
                    <a:pt x="2406" y="2430"/>
                    <a:pt x="2287" y="2430"/>
                  </a:cubicBezTo>
                  <a:lnTo>
                    <a:pt x="643" y="2430"/>
                  </a:lnTo>
                  <a:cubicBezTo>
                    <a:pt x="524" y="2430"/>
                    <a:pt x="429" y="2358"/>
                    <a:pt x="429" y="2239"/>
                  </a:cubicBezTo>
                  <a:lnTo>
                    <a:pt x="429" y="596"/>
                  </a:lnTo>
                  <a:cubicBezTo>
                    <a:pt x="429" y="477"/>
                    <a:pt x="524" y="381"/>
                    <a:pt x="643" y="381"/>
                  </a:cubicBezTo>
                  <a:close/>
                  <a:moveTo>
                    <a:pt x="643" y="0"/>
                  </a:moveTo>
                  <a:cubicBezTo>
                    <a:pt x="310" y="0"/>
                    <a:pt x="0" y="262"/>
                    <a:pt x="0" y="620"/>
                  </a:cubicBezTo>
                  <a:lnTo>
                    <a:pt x="0" y="2263"/>
                  </a:lnTo>
                  <a:cubicBezTo>
                    <a:pt x="0" y="2596"/>
                    <a:pt x="286" y="2882"/>
                    <a:pt x="643" y="2882"/>
                  </a:cubicBezTo>
                  <a:lnTo>
                    <a:pt x="2263" y="2882"/>
                  </a:lnTo>
                  <a:cubicBezTo>
                    <a:pt x="2596" y="2882"/>
                    <a:pt x="2906" y="2620"/>
                    <a:pt x="2906" y="2263"/>
                  </a:cubicBezTo>
                  <a:lnTo>
                    <a:pt x="2906" y="620"/>
                  </a:lnTo>
                  <a:cubicBezTo>
                    <a:pt x="2858" y="262"/>
                    <a:pt x="2596"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97"/>
            <p:cNvSpPr/>
            <p:nvPr/>
          </p:nvSpPr>
          <p:spPr>
            <a:xfrm>
              <a:off x="2505720" y="2599460"/>
              <a:ext cx="94486" cy="95306"/>
            </a:xfrm>
            <a:custGeom>
              <a:rect b="b" l="l" r="r" t="t"/>
              <a:pathLst>
                <a:path extrusionOk="0" h="2907" w="2882">
                  <a:moveTo>
                    <a:pt x="2263" y="429"/>
                  </a:moveTo>
                  <a:cubicBezTo>
                    <a:pt x="2382" y="429"/>
                    <a:pt x="2453" y="525"/>
                    <a:pt x="2453" y="644"/>
                  </a:cubicBezTo>
                  <a:lnTo>
                    <a:pt x="2453" y="2287"/>
                  </a:lnTo>
                  <a:cubicBezTo>
                    <a:pt x="2453" y="2406"/>
                    <a:pt x="2382" y="2478"/>
                    <a:pt x="2263" y="2478"/>
                  </a:cubicBezTo>
                  <a:lnTo>
                    <a:pt x="620" y="2478"/>
                  </a:lnTo>
                  <a:cubicBezTo>
                    <a:pt x="501" y="2478"/>
                    <a:pt x="405" y="2406"/>
                    <a:pt x="405" y="2287"/>
                  </a:cubicBezTo>
                  <a:lnTo>
                    <a:pt x="405" y="644"/>
                  </a:lnTo>
                  <a:cubicBezTo>
                    <a:pt x="405" y="525"/>
                    <a:pt x="501" y="429"/>
                    <a:pt x="620" y="429"/>
                  </a:cubicBezTo>
                  <a:close/>
                  <a:moveTo>
                    <a:pt x="620" y="1"/>
                  </a:moveTo>
                  <a:cubicBezTo>
                    <a:pt x="286" y="1"/>
                    <a:pt x="0" y="287"/>
                    <a:pt x="0" y="644"/>
                  </a:cubicBezTo>
                  <a:lnTo>
                    <a:pt x="0" y="2263"/>
                  </a:lnTo>
                  <a:cubicBezTo>
                    <a:pt x="24" y="2644"/>
                    <a:pt x="286" y="2906"/>
                    <a:pt x="620" y="2906"/>
                  </a:cubicBezTo>
                  <a:lnTo>
                    <a:pt x="2263" y="2906"/>
                  </a:lnTo>
                  <a:cubicBezTo>
                    <a:pt x="2596" y="2906"/>
                    <a:pt x="2882" y="2644"/>
                    <a:pt x="2882" y="2263"/>
                  </a:cubicBezTo>
                  <a:lnTo>
                    <a:pt x="2882" y="644"/>
                  </a:lnTo>
                  <a:cubicBezTo>
                    <a:pt x="2882" y="310"/>
                    <a:pt x="2620"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97"/>
            <p:cNvSpPr/>
            <p:nvPr/>
          </p:nvSpPr>
          <p:spPr>
            <a:xfrm>
              <a:off x="2505720" y="2723617"/>
              <a:ext cx="94486" cy="95273"/>
            </a:xfrm>
            <a:custGeom>
              <a:rect b="b" l="l" r="r" t="t"/>
              <a:pathLst>
                <a:path extrusionOk="0" h="2906" w="2882">
                  <a:moveTo>
                    <a:pt x="2263" y="453"/>
                  </a:moveTo>
                  <a:cubicBezTo>
                    <a:pt x="2382" y="453"/>
                    <a:pt x="2453" y="548"/>
                    <a:pt x="2453" y="667"/>
                  </a:cubicBezTo>
                  <a:lnTo>
                    <a:pt x="2453" y="2310"/>
                  </a:lnTo>
                  <a:cubicBezTo>
                    <a:pt x="2453" y="2429"/>
                    <a:pt x="2382" y="2501"/>
                    <a:pt x="2263" y="2501"/>
                  </a:cubicBezTo>
                  <a:lnTo>
                    <a:pt x="620" y="2501"/>
                  </a:lnTo>
                  <a:cubicBezTo>
                    <a:pt x="501" y="2501"/>
                    <a:pt x="405" y="2429"/>
                    <a:pt x="405" y="2310"/>
                  </a:cubicBezTo>
                  <a:lnTo>
                    <a:pt x="405" y="667"/>
                  </a:lnTo>
                  <a:cubicBezTo>
                    <a:pt x="405" y="548"/>
                    <a:pt x="501" y="453"/>
                    <a:pt x="620" y="453"/>
                  </a:cubicBezTo>
                  <a:close/>
                  <a:moveTo>
                    <a:pt x="620" y="0"/>
                  </a:moveTo>
                  <a:cubicBezTo>
                    <a:pt x="286" y="0"/>
                    <a:pt x="0" y="262"/>
                    <a:pt x="0" y="643"/>
                  </a:cubicBezTo>
                  <a:lnTo>
                    <a:pt x="0" y="2263"/>
                  </a:lnTo>
                  <a:cubicBezTo>
                    <a:pt x="24" y="2620"/>
                    <a:pt x="286" y="2906"/>
                    <a:pt x="620" y="2906"/>
                  </a:cubicBezTo>
                  <a:lnTo>
                    <a:pt x="2263" y="2906"/>
                  </a:lnTo>
                  <a:cubicBezTo>
                    <a:pt x="2596" y="2906"/>
                    <a:pt x="2882" y="2620"/>
                    <a:pt x="2882" y="2263"/>
                  </a:cubicBezTo>
                  <a:lnTo>
                    <a:pt x="2882" y="643"/>
                  </a:lnTo>
                  <a:cubicBezTo>
                    <a:pt x="2882" y="310"/>
                    <a:pt x="2620" y="0"/>
                    <a:pt x="22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97"/>
            <p:cNvSpPr/>
            <p:nvPr/>
          </p:nvSpPr>
          <p:spPr>
            <a:xfrm>
              <a:off x="2630631" y="2725158"/>
              <a:ext cx="94519" cy="94519"/>
            </a:xfrm>
            <a:custGeom>
              <a:rect b="b" l="l" r="r" t="t"/>
              <a:pathLst>
                <a:path extrusionOk="0" h="2883" w="2883">
                  <a:moveTo>
                    <a:pt x="2263" y="406"/>
                  </a:moveTo>
                  <a:cubicBezTo>
                    <a:pt x="2382" y="406"/>
                    <a:pt x="2454" y="501"/>
                    <a:pt x="2454" y="620"/>
                  </a:cubicBezTo>
                  <a:lnTo>
                    <a:pt x="2454" y="2263"/>
                  </a:lnTo>
                  <a:cubicBezTo>
                    <a:pt x="2454" y="2382"/>
                    <a:pt x="2382" y="2454"/>
                    <a:pt x="2263" y="2454"/>
                  </a:cubicBezTo>
                  <a:lnTo>
                    <a:pt x="620" y="2454"/>
                  </a:lnTo>
                  <a:cubicBezTo>
                    <a:pt x="501" y="2454"/>
                    <a:pt x="406" y="2382"/>
                    <a:pt x="406" y="2263"/>
                  </a:cubicBezTo>
                  <a:lnTo>
                    <a:pt x="406" y="620"/>
                  </a:lnTo>
                  <a:cubicBezTo>
                    <a:pt x="406" y="501"/>
                    <a:pt x="501" y="406"/>
                    <a:pt x="620" y="406"/>
                  </a:cubicBezTo>
                  <a:close/>
                  <a:moveTo>
                    <a:pt x="620" y="1"/>
                  </a:moveTo>
                  <a:cubicBezTo>
                    <a:pt x="287" y="1"/>
                    <a:pt x="1" y="263"/>
                    <a:pt x="1" y="620"/>
                  </a:cubicBezTo>
                  <a:lnTo>
                    <a:pt x="1" y="2263"/>
                  </a:lnTo>
                  <a:cubicBezTo>
                    <a:pt x="1" y="2573"/>
                    <a:pt x="263" y="2882"/>
                    <a:pt x="620" y="2882"/>
                  </a:cubicBezTo>
                  <a:lnTo>
                    <a:pt x="2263" y="2882"/>
                  </a:lnTo>
                  <a:cubicBezTo>
                    <a:pt x="2597" y="2882"/>
                    <a:pt x="2882" y="2621"/>
                    <a:pt x="2882" y="2263"/>
                  </a:cubicBezTo>
                  <a:lnTo>
                    <a:pt x="2882" y="620"/>
                  </a:lnTo>
                  <a:cubicBezTo>
                    <a:pt x="2882" y="287"/>
                    <a:pt x="2620"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97"/>
            <p:cNvSpPr/>
            <p:nvPr/>
          </p:nvSpPr>
          <p:spPr>
            <a:xfrm>
              <a:off x="2754001" y="2725158"/>
              <a:ext cx="95273" cy="94519"/>
            </a:xfrm>
            <a:custGeom>
              <a:rect b="b" l="l" r="r" t="t"/>
              <a:pathLst>
                <a:path extrusionOk="0" h="2883" w="2906">
                  <a:moveTo>
                    <a:pt x="2287" y="406"/>
                  </a:moveTo>
                  <a:cubicBezTo>
                    <a:pt x="2406" y="406"/>
                    <a:pt x="2477" y="501"/>
                    <a:pt x="2477" y="620"/>
                  </a:cubicBezTo>
                  <a:lnTo>
                    <a:pt x="2477" y="2263"/>
                  </a:lnTo>
                  <a:cubicBezTo>
                    <a:pt x="2477" y="2382"/>
                    <a:pt x="2406" y="2454"/>
                    <a:pt x="2287" y="2454"/>
                  </a:cubicBezTo>
                  <a:lnTo>
                    <a:pt x="643" y="2454"/>
                  </a:lnTo>
                  <a:cubicBezTo>
                    <a:pt x="524" y="2454"/>
                    <a:pt x="429" y="2382"/>
                    <a:pt x="429" y="2263"/>
                  </a:cubicBezTo>
                  <a:lnTo>
                    <a:pt x="429" y="620"/>
                  </a:lnTo>
                  <a:cubicBezTo>
                    <a:pt x="429" y="501"/>
                    <a:pt x="524" y="406"/>
                    <a:pt x="643" y="406"/>
                  </a:cubicBezTo>
                  <a:close/>
                  <a:moveTo>
                    <a:pt x="643" y="1"/>
                  </a:moveTo>
                  <a:cubicBezTo>
                    <a:pt x="310" y="1"/>
                    <a:pt x="0" y="263"/>
                    <a:pt x="0" y="620"/>
                  </a:cubicBezTo>
                  <a:lnTo>
                    <a:pt x="0" y="2263"/>
                  </a:lnTo>
                  <a:cubicBezTo>
                    <a:pt x="0" y="2573"/>
                    <a:pt x="286" y="2882"/>
                    <a:pt x="643" y="2882"/>
                  </a:cubicBezTo>
                  <a:lnTo>
                    <a:pt x="2263" y="2882"/>
                  </a:lnTo>
                  <a:cubicBezTo>
                    <a:pt x="2596" y="2882"/>
                    <a:pt x="2906" y="2621"/>
                    <a:pt x="2906" y="2263"/>
                  </a:cubicBezTo>
                  <a:lnTo>
                    <a:pt x="2906" y="620"/>
                  </a:lnTo>
                  <a:cubicBezTo>
                    <a:pt x="2858" y="287"/>
                    <a:pt x="2596" y="1"/>
                    <a:pt x="2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97"/>
            <p:cNvSpPr/>
            <p:nvPr/>
          </p:nvSpPr>
          <p:spPr>
            <a:xfrm>
              <a:off x="2670465" y="2680669"/>
              <a:ext cx="13311" cy="14098"/>
            </a:xfrm>
            <a:custGeom>
              <a:rect b="b" l="l" r="r" t="t"/>
              <a:pathLst>
                <a:path extrusionOk="0" h="430" w="406">
                  <a:moveTo>
                    <a:pt x="215" y="1"/>
                  </a:moveTo>
                  <a:cubicBezTo>
                    <a:pt x="96" y="1"/>
                    <a:pt x="0" y="96"/>
                    <a:pt x="0" y="215"/>
                  </a:cubicBezTo>
                  <a:cubicBezTo>
                    <a:pt x="0" y="334"/>
                    <a:pt x="96" y="429"/>
                    <a:pt x="215" y="429"/>
                  </a:cubicBezTo>
                  <a:cubicBezTo>
                    <a:pt x="334" y="429"/>
                    <a:pt x="405" y="334"/>
                    <a:pt x="405" y="215"/>
                  </a:cubicBezTo>
                  <a:cubicBezTo>
                    <a:pt x="405"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97"/>
            <p:cNvSpPr/>
            <p:nvPr/>
          </p:nvSpPr>
          <p:spPr>
            <a:xfrm>
              <a:off x="2629090" y="2600247"/>
              <a:ext cx="95273" cy="93863"/>
            </a:xfrm>
            <a:custGeom>
              <a:rect b="b" l="l" r="r" t="t"/>
              <a:pathLst>
                <a:path extrusionOk="0" h="2863" w="2906">
                  <a:moveTo>
                    <a:pt x="643" y="1"/>
                  </a:moveTo>
                  <a:cubicBezTo>
                    <a:pt x="310" y="1"/>
                    <a:pt x="0" y="263"/>
                    <a:pt x="0" y="620"/>
                  </a:cubicBezTo>
                  <a:lnTo>
                    <a:pt x="48" y="2263"/>
                  </a:lnTo>
                  <a:cubicBezTo>
                    <a:pt x="48" y="2525"/>
                    <a:pt x="214" y="2787"/>
                    <a:pt x="500" y="2858"/>
                  </a:cubicBezTo>
                  <a:lnTo>
                    <a:pt x="548" y="2858"/>
                  </a:lnTo>
                  <a:cubicBezTo>
                    <a:pt x="643" y="2858"/>
                    <a:pt x="738" y="2787"/>
                    <a:pt x="762" y="2692"/>
                  </a:cubicBezTo>
                  <a:cubicBezTo>
                    <a:pt x="786" y="2573"/>
                    <a:pt x="715" y="2501"/>
                    <a:pt x="619" y="2454"/>
                  </a:cubicBezTo>
                  <a:cubicBezTo>
                    <a:pt x="524" y="2430"/>
                    <a:pt x="453" y="2334"/>
                    <a:pt x="453" y="2263"/>
                  </a:cubicBezTo>
                  <a:lnTo>
                    <a:pt x="453" y="620"/>
                  </a:lnTo>
                  <a:cubicBezTo>
                    <a:pt x="453" y="501"/>
                    <a:pt x="548" y="405"/>
                    <a:pt x="667" y="405"/>
                  </a:cubicBezTo>
                  <a:lnTo>
                    <a:pt x="2310" y="405"/>
                  </a:lnTo>
                  <a:cubicBezTo>
                    <a:pt x="2429" y="405"/>
                    <a:pt x="2501" y="501"/>
                    <a:pt x="2501" y="620"/>
                  </a:cubicBezTo>
                  <a:lnTo>
                    <a:pt x="2501" y="2263"/>
                  </a:lnTo>
                  <a:cubicBezTo>
                    <a:pt x="2501" y="2334"/>
                    <a:pt x="2453" y="2430"/>
                    <a:pt x="2358" y="2454"/>
                  </a:cubicBezTo>
                  <a:cubicBezTo>
                    <a:pt x="2239" y="2501"/>
                    <a:pt x="2191" y="2620"/>
                    <a:pt x="2215" y="2692"/>
                  </a:cubicBezTo>
                  <a:cubicBezTo>
                    <a:pt x="2236" y="2795"/>
                    <a:pt x="2329" y="2863"/>
                    <a:pt x="2415" y="2863"/>
                  </a:cubicBezTo>
                  <a:cubicBezTo>
                    <a:pt x="2428" y="2863"/>
                    <a:pt x="2441" y="2861"/>
                    <a:pt x="2453" y="2858"/>
                  </a:cubicBezTo>
                  <a:cubicBezTo>
                    <a:pt x="2715" y="2787"/>
                    <a:pt x="2905" y="2525"/>
                    <a:pt x="2905" y="2263"/>
                  </a:cubicBezTo>
                  <a:lnTo>
                    <a:pt x="2905" y="620"/>
                  </a:lnTo>
                  <a:cubicBezTo>
                    <a:pt x="2905" y="286"/>
                    <a:pt x="2644" y="1"/>
                    <a:pt x="2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5" name="Google Shape;21785;p97"/>
          <p:cNvGrpSpPr/>
          <p:nvPr/>
        </p:nvGrpSpPr>
        <p:grpSpPr>
          <a:xfrm>
            <a:off x="1757037" y="2323723"/>
            <a:ext cx="342767" cy="342767"/>
            <a:chOff x="1749174" y="2476123"/>
            <a:chExt cx="342767" cy="342767"/>
          </a:xfrm>
        </p:grpSpPr>
        <p:sp>
          <p:nvSpPr>
            <p:cNvPr id="21786" name="Google Shape;21786;p97"/>
            <p:cNvSpPr/>
            <p:nvPr/>
          </p:nvSpPr>
          <p:spPr>
            <a:xfrm>
              <a:off x="2021650" y="2483139"/>
              <a:ext cx="64062" cy="39834"/>
            </a:xfrm>
            <a:custGeom>
              <a:rect b="b" l="l" r="r" t="t"/>
              <a:pathLst>
                <a:path extrusionOk="0" h="1215" w="1954">
                  <a:moveTo>
                    <a:pt x="0" y="0"/>
                  </a:moveTo>
                  <a:lnTo>
                    <a:pt x="0" y="1215"/>
                  </a:lnTo>
                  <a:lnTo>
                    <a:pt x="1953" y="1215"/>
                  </a:lnTo>
                  <a:lnTo>
                    <a:pt x="1953" y="405"/>
                  </a:lnTo>
                  <a:cubicBezTo>
                    <a:pt x="1953" y="167"/>
                    <a:pt x="1763" y="0"/>
                    <a:pt x="154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97"/>
            <p:cNvSpPr/>
            <p:nvPr/>
          </p:nvSpPr>
          <p:spPr>
            <a:xfrm>
              <a:off x="1756190" y="2522973"/>
              <a:ext cx="329522" cy="288901"/>
            </a:xfrm>
            <a:custGeom>
              <a:rect b="b" l="l" r="r" t="t"/>
              <a:pathLst>
                <a:path extrusionOk="0" h="8812" w="10051">
                  <a:moveTo>
                    <a:pt x="1" y="0"/>
                  </a:moveTo>
                  <a:lnTo>
                    <a:pt x="1" y="8383"/>
                  </a:lnTo>
                  <a:cubicBezTo>
                    <a:pt x="1" y="8621"/>
                    <a:pt x="167" y="8811"/>
                    <a:pt x="405" y="8811"/>
                  </a:cubicBezTo>
                  <a:lnTo>
                    <a:pt x="9645" y="8811"/>
                  </a:lnTo>
                  <a:cubicBezTo>
                    <a:pt x="9884" y="8811"/>
                    <a:pt x="10050" y="8621"/>
                    <a:pt x="10050" y="8383"/>
                  </a:cubicBezTo>
                  <a:lnTo>
                    <a:pt x="10050"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97"/>
            <p:cNvSpPr/>
            <p:nvPr/>
          </p:nvSpPr>
          <p:spPr>
            <a:xfrm>
              <a:off x="1756977" y="2483139"/>
              <a:ext cx="264706" cy="39834"/>
            </a:xfrm>
            <a:custGeom>
              <a:rect b="b" l="l" r="r" t="t"/>
              <a:pathLst>
                <a:path extrusionOk="0" h="1215" w="8074">
                  <a:moveTo>
                    <a:pt x="429" y="0"/>
                  </a:moveTo>
                  <a:cubicBezTo>
                    <a:pt x="191" y="0"/>
                    <a:pt x="0" y="167"/>
                    <a:pt x="0" y="405"/>
                  </a:cubicBezTo>
                  <a:lnTo>
                    <a:pt x="0" y="1215"/>
                  </a:lnTo>
                  <a:lnTo>
                    <a:pt x="8073" y="1215"/>
                  </a:lnTo>
                  <a:lnTo>
                    <a:pt x="80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97"/>
            <p:cNvSpPr/>
            <p:nvPr/>
          </p:nvSpPr>
          <p:spPr>
            <a:xfrm>
              <a:off x="1869396" y="2667391"/>
              <a:ext cx="101535" cy="94519"/>
            </a:xfrm>
            <a:custGeom>
              <a:rect b="b" l="l" r="r" t="t"/>
              <a:pathLst>
                <a:path extrusionOk="0" h="2883" w="3097">
                  <a:moveTo>
                    <a:pt x="1525" y="1"/>
                  </a:moveTo>
                  <a:lnTo>
                    <a:pt x="1048" y="953"/>
                  </a:lnTo>
                  <a:lnTo>
                    <a:pt x="1" y="1096"/>
                  </a:lnTo>
                  <a:lnTo>
                    <a:pt x="763" y="1834"/>
                  </a:lnTo>
                  <a:lnTo>
                    <a:pt x="596" y="2882"/>
                  </a:lnTo>
                  <a:lnTo>
                    <a:pt x="1549" y="2382"/>
                  </a:lnTo>
                  <a:lnTo>
                    <a:pt x="2501" y="2882"/>
                  </a:lnTo>
                  <a:lnTo>
                    <a:pt x="2501" y="2882"/>
                  </a:lnTo>
                  <a:lnTo>
                    <a:pt x="2311" y="1834"/>
                  </a:lnTo>
                  <a:lnTo>
                    <a:pt x="3097" y="1096"/>
                  </a:lnTo>
                  <a:lnTo>
                    <a:pt x="2001" y="953"/>
                  </a:lnTo>
                  <a:lnTo>
                    <a:pt x="152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97"/>
            <p:cNvSpPr/>
            <p:nvPr/>
          </p:nvSpPr>
          <p:spPr>
            <a:xfrm>
              <a:off x="1939655" y="2567462"/>
              <a:ext cx="101535" cy="95273"/>
            </a:xfrm>
            <a:custGeom>
              <a:rect b="b" l="l" r="r" t="t"/>
              <a:pathLst>
                <a:path extrusionOk="0" h="2906" w="3097">
                  <a:moveTo>
                    <a:pt x="1525" y="0"/>
                  </a:moveTo>
                  <a:lnTo>
                    <a:pt x="1049" y="953"/>
                  </a:lnTo>
                  <a:lnTo>
                    <a:pt x="1" y="1120"/>
                  </a:lnTo>
                  <a:lnTo>
                    <a:pt x="763" y="1858"/>
                  </a:lnTo>
                  <a:lnTo>
                    <a:pt x="596" y="2906"/>
                  </a:lnTo>
                  <a:lnTo>
                    <a:pt x="1549" y="2382"/>
                  </a:lnTo>
                  <a:lnTo>
                    <a:pt x="2501" y="2906"/>
                  </a:lnTo>
                  <a:lnTo>
                    <a:pt x="2311" y="1858"/>
                  </a:lnTo>
                  <a:lnTo>
                    <a:pt x="3097" y="1120"/>
                  </a:lnTo>
                  <a:lnTo>
                    <a:pt x="2001" y="953"/>
                  </a:lnTo>
                  <a:lnTo>
                    <a:pt x="152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97"/>
            <p:cNvSpPr/>
            <p:nvPr/>
          </p:nvSpPr>
          <p:spPr>
            <a:xfrm>
              <a:off x="1799138" y="2567462"/>
              <a:ext cx="101535" cy="95273"/>
            </a:xfrm>
            <a:custGeom>
              <a:rect b="b" l="l" r="r" t="t"/>
              <a:pathLst>
                <a:path extrusionOk="0" h="2906" w="3097">
                  <a:moveTo>
                    <a:pt x="1524" y="0"/>
                  </a:moveTo>
                  <a:lnTo>
                    <a:pt x="1048" y="953"/>
                  </a:lnTo>
                  <a:lnTo>
                    <a:pt x="0" y="1120"/>
                  </a:lnTo>
                  <a:lnTo>
                    <a:pt x="762" y="1858"/>
                  </a:lnTo>
                  <a:lnTo>
                    <a:pt x="596" y="2906"/>
                  </a:lnTo>
                  <a:lnTo>
                    <a:pt x="596" y="2906"/>
                  </a:lnTo>
                  <a:lnTo>
                    <a:pt x="1548" y="2382"/>
                  </a:lnTo>
                  <a:lnTo>
                    <a:pt x="2501" y="2906"/>
                  </a:lnTo>
                  <a:lnTo>
                    <a:pt x="2310" y="1858"/>
                  </a:lnTo>
                  <a:lnTo>
                    <a:pt x="3096" y="1120"/>
                  </a:lnTo>
                  <a:lnTo>
                    <a:pt x="2001" y="953"/>
                  </a:lnTo>
                  <a:lnTo>
                    <a:pt x="152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97"/>
            <p:cNvSpPr/>
            <p:nvPr/>
          </p:nvSpPr>
          <p:spPr>
            <a:xfrm>
              <a:off x="1792089" y="2558872"/>
              <a:ext cx="115600" cy="109863"/>
            </a:xfrm>
            <a:custGeom>
              <a:rect b="b" l="l" r="r" t="t"/>
              <a:pathLst>
                <a:path extrusionOk="0" h="3351" w="3526">
                  <a:moveTo>
                    <a:pt x="1811" y="691"/>
                  </a:moveTo>
                  <a:lnTo>
                    <a:pt x="2120" y="1286"/>
                  </a:lnTo>
                  <a:cubicBezTo>
                    <a:pt x="2144" y="1334"/>
                    <a:pt x="2216" y="1382"/>
                    <a:pt x="2263" y="1406"/>
                  </a:cubicBezTo>
                  <a:lnTo>
                    <a:pt x="2906" y="1501"/>
                  </a:lnTo>
                  <a:lnTo>
                    <a:pt x="2430" y="1929"/>
                  </a:lnTo>
                  <a:cubicBezTo>
                    <a:pt x="2382" y="2001"/>
                    <a:pt x="2382" y="2049"/>
                    <a:pt x="2382" y="2120"/>
                  </a:cubicBezTo>
                  <a:lnTo>
                    <a:pt x="2502" y="2763"/>
                  </a:lnTo>
                  <a:lnTo>
                    <a:pt x="1930" y="2477"/>
                  </a:lnTo>
                  <a:cubicBezTo>
                    <a:pt x="1906" y="2453"/>
                    <a:pt x="1882" y="2453"/>
                    <a:pt x="1835" y="2453"/>
                  </a:cubicBezTo>
                  <a:cubicBezTo>
                    <a:pt x="1811" y="2453"/>
                    <a:pt x="1787" y="2453"/>
                    <a:pt x="1763" y="2477"/>
                  </a:cubicBezTo>
                  <a:lnTo>
                    <a:pt x="1192" y="2763"/>
                  </a:lnTo>
                  <a:lnTo>
                    <a:pt x="1192" y="2763"/>
                  </a:lnTo>
                  <a:lnTo>
                    <a:pt x="1311" y="2120"/>
                  </a:lnTo>
                  <a:cubicBezTo>
                    <a:pt x="1311" y="2049"/>
                    <a:pt x="1311" y="2001"/>
                    <a:pt x="1239" y="1929"/>
                  </a:cubicBezTo>
                  <a:lnTo>
                    <a:pt x="715" y="1501"/>
                  </a:lnTo>
                  <a:lnTo>
                    <a:pt x="1382" y="1406"/>
                  </a:lnTo>
                  <a:cubicBezTo>
                    <a:pt x="1430" y="1406"/>
                    <a:pt x="1501" y="1334"/>
                    <a:pt x="1525" y="1286"/>
                  </a:cubicBezTo>
                  <a:lnTo>
                    <a:pt x="1811" y="691"/>
                  </a:lnTo>
                  <a:close/>
                  <a:moveTo>
                    <a:pt x="1763" y="0"/>
                  </a:moveTo>
                  <a:cubicBezTo>
                    <a:pt x="1692" y="0"/>
                    <a:pt x="1620" y="24"/>
                    <a:pt x="1573" y="120"/>
                  </a:cubicBezTo>
                  <a:lnTo>
                    <a:pt x="1168" y="977"/>
                  </a:lnTo>
                  <a:lnTo>
                    <a:pt x="215" y="1144"/>
                  </a:lnTo>
                  <a:cubicBezTo>
                    <a:pt x="120" y="1144"/>
                    <a:pt x="72" y="1191"/>
                    <a:pt x="25" y="1286"/>
                  </a:cubicBezTo>
                  <a:cubicBezTo>
                    <a:pt x="1" y="1382"/>
                    <a:pt x="25" y="1429"/>
                    <a:pt x="96" y="1501"/>
                  </a:cubicBezTo>
                  <a:lnTo>
                    <a:pt x="787" y="2144"/>
                  </a:lnTo>
                  <a:lnTo>
                    <a:pt x="620" y="3096"/>
                  </a:lnTo>
                  <a:cubicBezTo>
                    <a:pt x="620" y="3192"/>
                    <a:pt x="668" y="3287"/>
                    <a:pt x="715" y="3311"/>
                  </a:cubicBezTo>
                  <a:cubicBezTo>
                    <a:pt x="757" y="3339"/>
                    <a:pt x="799" y="3350"/>
                    <a:pt x="841" y="3350"/>
                  </a:cubicBezTo>
                  <a:cubicBezTo>
                    <a:pt x="871" y="3350"/>
                    <a:pt x="900" y="3344"/>
                    <a:pt x="930" y="3334"/>
                  </a:cubicBezTo>
                  <a:lnTo>
                    <a:pt x="1763" y="2882"/>
                  </a:lnTo>
                  <a:lnTo>
                    <a:pt x="2597" y="3334"/>
                  </a:lnTo>
                  <a:cubicBezTo>
                    <a:pt x="2616" y="3344"/>
                    <a:pt x="2644" y="3350"/>
                    <a:pt x="2675" y="3350"/>
                  </a:cubicBezTo>
                  <a:cubicBezTo>
                    <a:pt x="2719" y="3350"/>
                    <a:pt x="2769" y="3339"/>
                    <a:pt x="2811" y="3311"/>
                  </a:cubicBezTo>
                  <a:cubicBezTo>
                    <a:pt x="2859" y="3239"/>
                    <a:pt x="2883" y="3192"/>
                    <a:pt x="2883" y="3096"/>
                  </a:cubicBezTo>
                  <a:lnTo>
                    <a:pt x="2740" y="2144"/>
                  </a:lnTo>
                  <a:lnTo>
                    <a:pt x="3430" y="1501"/>
                  </a:lnTo>
                  <a:cubicBezTo>
                    <a:pt x="3478" y="1429"/>
                    <a:pt x="3526" y="1334"/>
                    <a:pt x="3478" y="1286"/>
                  </a:cubicBezTo>
                  <a:cubicBezTo>
                    <a:pt x="3454" y="1215"/>
                    <a:pt x="3406" y="1167"/>
                    <a:pt x="3311" y="1144"/>
                  </a:cubicBezTo>
                  <a:lnTo>
                    <a:pt x="2359" y="977"/>
                  </a:lnTo>
                  <a:lnTo>
                    <a:pt x="1930" y="120"/>
                  </a:lnTo>
                  <a:cubicBezTo>
                    <a:pt x="1906" y="72"/>
                    <a:pt x="1811" y="0"/>
                    <a:pt x="1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97"/>
            <p:cNvSpPr/>
            <p:nvPr/>
          </p:nvSpPr>
          <p:spPr>
            <a:xfrm>
              <a:off x="1933425" y="2559659"/>
              <a:ext cx="115567" cy="109830"/>
            </a:xfrm>
            <a:custGeom>
              <a:rect b="b" l="l" r="r" t="t"/>
              <a:pathLst>
                <a:path extrusionOk="0" h="3350" w="3525">
                  <a:moveTo>
                    <a:pt x="1786" y="667"/>
                  </a:moveTo>
                  <a:lnTo>
                    <a:pt x="2096" y="1262"/>
                  </a:lnTo>
                  <a:cubicBezTo>
                    <a:pt x="2120" y="1310"/>
                    <a:pt x="2191" y="1358"/>
                    <a:pt x="2239" y="1382"/>
                  </a:cubicBezTo>
                  <a:lnTo>
                    <a:pt x="2882" y="1477"/>
                  </a:lnTo>
                  <a:lnTo>
                    <a:pt x="2382" y="1953"/>
                  </a:lnTo>
                  <a:cubicBezTo>
                    <a:pt x="2334" y="2001"/>
                    <a:pt x="2334" y="2072"/>
                    <a:pt x="2334" y="2120"/>
                  </a:cubicBezTo>
                  <a:lnTo>
                    <a:pt x="2453" y="2787"/>
                  </a:lnTo>
                  <a:lnTo>
                    <a:pt x="1882" y="2477"/>
                  </a:lnTo>
                  <a:cubicBezTo>
                    <a:pt x="1858" y="2453"/>
                    <a:pt x="1834" y="2453"/>
                    <a:pt x="1786" y="2453"/>
                  </a:cubicBezTo>
                  <a:cubicBezTo>
                    <a:pt x="1763" y="2453"/>
                    <a:pt x="1739" y="2453"/>
                    <a:pt x="1691" y="2477"/>
                  </a:cubicBezTo>
                  <a:lnTo>
                    <a:pt x="1144" y="2787"/>
                  </a:lnTo>
                  <a:lnTo>
                    <a:pt x="1263" y="2120"/>
                  </a:lnTo>
                  <a:cubicBezTo>
                    <a:pt x="1263" y="2072"/>
                    <a:pt x="1263" y="2001"/>
                    <a:pt x="1191" y="1953"/>
                  </a:cubicBezTo>
                  <a:lnTo>
                    <a:pt x="691" y="1477"/>
                  </a:lnTo>
                  <a:lnTo>
                    <a:pt x="1358" y="1382"/>
                  </a:lnTo>
                  <a:cubicBezTo>
                    <a:pt x="1405" y="1382"/>
                    <a:pt x="1477" y="1310"/>
                    <a:pt x="1501" y="1262"/>
                  </a:cubicBezTo>
                  <a:lnTo>
                    <a:pt x="1786" y="667"/>
                  </a:lnTo>
                  <a:close/>
                  <a:moveTo>
                    <a:pt x="1763" y="0"/>
                  </a:moveTo>
                  <a:cubicBezTo>
                    <a:pt x="1715" y="0"/>
                    <a:pt x="1620" y="48"/>
                    <a:pt x="1596" y="119"/>
                  </a:cubicBezTo>
                  <a:lnTo>
                    <a:pt x="1167" y="977"/>
                  </a:lnTo>
                  <a:lnTo>
                    <a:pt x="215" y="1143"/>
                  </a:lnTo>
                  <a:cubicBezTo>
                    <a:pt x="119" y="1143"/>
                    <a:pt x="72" y="1191"/>
                    <a:pt x="48" y="1286"/>
                  </a:cubicBezTo>
                  <a:cubicBezTo>
                    <a:pt x="0" y="1382"/>
                    <a:pt x="48" y="1429"/>
                    <a:pt x="96" y="1501"/>
                  </a:cubicBezTo>
                  <a:lnTo>
                    <a:pt x="786" y="2144"/>
                  </a:lnTo>
                  <a:lnTo>
                    <a:pt x="643" y="3096"/>
                  </a:lnTo>
                  <a:cubicBezTo>
                    <a:pt x="643" y="3191"/>
                    <a:pt x="667" y="3239"/>
                    <a:pt x="715" y="3310"/>
                  </a:cubicBezTo>
                  <a:cubicBezTo>
                    <a:pt x="757" y="3338"/>
                    <a:pt x="807" y="3350"/>
                    <a:pt x="851" y="3350"/>
                  </a:cubicBezTo>
                  <a:cubicBezTo>
                    <a:pt x="882" y="3350"/>
                    <a:pt x="909" y="3344"/>
                    <a:pt x="929" y="3334"/>
                  </a:cubicBezTo>
                  <a:lnTo>
                    <a:pt x="1763" y="2882"/>
                  </a:lnTo>
                  <a:lnTo>
                    <a:pt x="2596" y="3334"/>
                  </a:lnTo>
                  <a:cubicBezTo>
                    <a:pt x="2626" y="3344"/>
                    <a:pt x="2655" y="3350"/>
                    <a:pt x="2685" y="3350"/>
                  </a:cubicBezTo>
                  <a:cubicBezTo>
                    <a:pt x="2727" y="3350"/>
                    <a:pt x="2769" y="3338"/>
                    <a:pt x="2811" y="3310"/>
                  </a:cubicBezTo>
                  <a:cubicBezTo>
                    <a:pt x="2858" y="3239"/>
                    <a:pt x="2906" y="3191"/>
                    <a:pt x="2906" y="3096"/>
                  </a:cubicBezTo>
                  <a:lnTo>
                    <a:pt x="2739" y="2144"/>
                  </a:lnTo>
                  <a:lnTo>
                    <a:pt x="3430" y="1501"/>
                  </a:lnTo>
                  <a:cubicBezTo>
                    <a:pt x="3501" y="1429"/>
                    <a:pt x="3525" y="1358"/>
                    <a:pt x="3501" y="1286"/>
                  </a:cubicBezTo>
                  <a:cubicBezTo>
                    <a:pt x="3454" y="1239"/>
                    <a:pt x="3406" y="1167"/>
                    <a:pt x="3311" y="1143"/>
                  </a:cubicBezTo>
                  <a:lnTo>
                    <a:pt x="2358" y="977"/>
                  </a:lnTo>
                  <a:lnTo>
                    <a:pt x="1953" y="119"/>
                  </a:lnTo>
                  <a:cubicBezTo>
                    <a:pt x="1906" y="72"/>
                    <a:pt x="1834" y="0"/>
                    <a:pt x="1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97"/>
            <p:cNvSpPr/>
            <p:nvPr/>
          </p:nvSpPr>
          <p:spPr>
            <a:xfrm>
              <a:off x="1862380" y="2659588"/>
              <a:ext cx="115567" cy="109797"/>
            </a:xfrm>
            <a:custGeom>
              <a:rect b="b" l="l" r="r" t="t"/>
              <a:pathLst>
                <a:path extrusionOk="0" h="3349" w="3525">
                  <a:moveTo>
                    <a:pt x="1810" y="691"/>
                  </a:moveTo>
                  <a:lnTo>
                    <a:pt x="2120" y="1286"/>
                  </a:lnTo>
                  <a:cubicBezTo>
                    <a:pt x="2144" y="1334"/>
                    <a:pt x="2215" y="1358"/>
                    <a:pt x="2263" y="1406"/>
                  </a:cubicBezTo>
                  <a:lnTo>
                    <a:pt x="2929" y="1477"/>
                  </a:lnTo>
                  <a:lnTo>
                    <a:pt x="2453" y="1929"/>
                  </a:lnTo>
                  <a:cubicBezTo>
                    <a:pt x="2382" y="2001"/>
                    <a:pt x="2382" y="2049"/>
                    <a:pt x="2382" y="2120"/>
                  </a:cubicBezTo>
                  <a:lnTo>
                    <a:pt x="2501" y="2763"/>
                  </a:lnTo>
                  <a:lnTo>
                    <a:pt x="1929" y="2477"/>
                  </a:lnTo>
                  <a:cubicBezTo>
                    <a:pt x="1905" y="2430"/>
                    <a:pt x="1882" y="2430"/>
                    <a:pt x="1858" y="2430"/>
                  </a:cubicBezTo>
                  <a:cubicBezTo>
                    <a:pt x="1810" y="2430"/>
                    <a:pt x="1786" y="2430"/>
                    <a:pt x="1763" y="2477"/>
                  </a:cubicBezTo>
                  <a:lnTo>
                    <a:pt x="1191" y="2763"/>
                  </a:lnTo>
                  <a:lnTo>
                    <a:pt x="1191" y="2763"/>
                  </a:lnTo>
                  <a:lnTo>
                    <a:pt x="1310" y="2120"/>
                  </a:lnTo>
                  <a:cubicBezTo>
                    <a:pt x="1310" y="2049"/>
                    <a:pt x="1310" y="2001"/>
                    <a:pt x="1262" y="1929"/>
                  </a:cubicBezTo>
                  <a:lnTo>
                    <a:pt x="715" y="1477"/>
                  </a:lnTo>
                  <a:lnTo>
                    <a:pt x="1382" y="1406"/>
                  </a:lnTo>
                  <a:cubicBezTo>
                    <a:pt x="1429" y="1406"/>
                    <a:pt x="1501" y="1334"/>
                    <a:pt x="1524" y="1286"/>
                  </a:cubicBezTo>
                  <a:lnTo>
                    <a:pt x="1810" y="691"/>
                  </a:lnTo>
                  <a:close/>
                  <a:moveTo>
                    <a:pt x="1763" y="1"/>
                  </a:moveTo>
                  <a:cubicBezTo>
                    <a:pt x="1667" y="1"/>
                    <a:pt x="1620" y="24"/>
                    <a:pt x="1572" y="120"/>
                  </a:cubicBezTo>
                  <a:lnTo>
                    <a:pt x="1167" y="977"/>
                  </a:lnTo>
                  <a:lnTo>
                    <a:pt x="215" y="1120"/>
                  </a:lnTo>
                  <a:cubicBezTo>
                    <a:pt x="119" y="1120"/>
                    <a:pt x="72" y="1191"/>
                    <a:pt x="24" y="1286"/>
                  </a:cubicBezTo>
                  <a:cubicBezTo>
                    <a:pt x="0" y="1334"/>
                    <a:pt x="24" y="1429"/>
                    <a:pt x="96" y="1477"/>
                  </a:cubicBezTo>
                  <a:lnTo>
                    <a:pt x="786" y="2144"/>
                  </a:lnTo>
                  <a:lnTo>
                    <a:pt x="619" y="3096"/>
                  </a:lnTo>
                  <a:cubicBezTo>
                    <a:pt x="619" y="3192"/>
                    <a:pt x="667" y="3263"/>
                    <a:pt x="715" y="3287"/>
                  </a:cubicBezTo>
                  <a:cubicBezTo>
                    <a:pt x="760" y="3332"/>
                    <a:pt x="805" y="3349"/>
                    <a:pt x="851" y="3349"/>
                  </a:cubicBezTo>
                  <a:cubicBezTo>
                    <a:pt x="877" y="3349"/>
                    <a:pt x="903" y="3343"/>
                    <a:pt x="929" y="3335"/>
                  </a:cubicBezTo>
                  <a:lnTo>
                    <a:pt x="1763" y="2882"/>
                  </a:lnTo>
                  <a:lnTo>
                    <a:pt x="2596" y="3335"/>
                  </a:lnTo>
                  <a:cubicBezTo>
                    <a:pt x="2613" y="3343"/>
                    <a:pt x="2637" y="3349"/>
                    <a:pt x="2664" y="3349"/>
                  </a:cubicBezTo>
                  <a:cubicBezTo>
                    <a:pt x="2710" y="3349"/>
                    <a:pt x="2765" y="3332"/>
                    <a:pt x="2810" y="3287"/>
                  </a:cubicBezTo>
                  <a:cubicBezTo>
                    <a:pt x="2858" y="3239"/>
                    <a:pt x="2882" y="3192"/>
                    <a:pt x="2882" y="3096"/>
                  </a:cubicBezTo>
                  <a:lnTo>
                    <a:pt x="2739" y="2144"/>
                  </a:lnTo>
                  <a:lnTo>
                    <a:pt x="3430" y="1477"/>
                  </a:lnTo>
                  <a:cubicBezTo>
                    <a:pt x="3477" y="1429"/>
                    <a:pt x="3525" y="1334"/>
                    <a:pt x="3477" y="1286"/>
                  </a:cubicBezTo>
                  <a:cubicBezTo>
                    <a:pt x="3453" y="1215"/>
                    <a:pt x="3406" y="1167"/>
                    <a:pt x="3311" y="1120"/>
                  </a:cubicBezTo>
                  <a:lnTo>
                    <a:pt x="2358" y="977"/>
                  </a:lnTo>
                  <a:lnTo>
                    <a:pt x="1929" y="120"/>
                  </a:lnTo>
                  <a:cubicBezTo>
                    <a:pt x="1905" y="48"/>
                    <a:pt x="1810" y="1"/>
                    <a:pt x="17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97"/>
            <p:cNvSpPr/>
            <p:nvPr/>
          </p:nvSpPr>
          <p:spPr>
            <a:xfrm>
              <a:off x="1913918" y="2804793"/>
              <a:ext cx="14065" cy="13311"/>
            </a:xfrm>
            <a:custGeom>
              <a:rect b="b" l="l" r="r" t="t"/>
              <a:pathLst>
                <a:path extrusionOk="0" h="406" w="429">
                  <a:moveTo>
                    <a:pt x="214" y="1"/>
                  </a:moveTo>
                  <a:cubicBezTo>
                    <a:pt x="95" y="1"/>
                    <a:pt x="0" y="96"/>
                    <a:pt x="0" y="215"/>
                  </a:cubicBezTo>
                  <a:cubicBezTo>
                    <a:pt x="0" y="334"/>
                    <a:pt x="95" y="406"/>
                    <a:pt x="214" y="406"/>
                  </a:cubicBezTo>
                  <a:cubicBezTo>
                    <a:pt x="333" y="406"/>
                    <a:pt x="429" y="334"/>
                    <a:pt x="429" y="215"/>
                  </a:cubicBezTo>
                  <a:cubicBezTo>
                    <a:pt x="429" y="96"/>
                    <a:pt x="333"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97"/>
            <p:cNvSpPr/>
            <p:nvPr/>
          </p:nvSpPr>
          <p:spPr>
            <a:xfrm>
              <a:off x="1749174" y="2476123"/>
              <a:ext cx="342767" cy="342767"/>
            </a:xfrm>
            <a:custGeom>
              <a:rect b="b" l="l" r="r" t="t"/>
              <a:pathLst>
                <a:path extrusionOk="0" h="10455" w="10455">
                  <a:moveTo>
                    <a:pt x="8097" y="405"/>
                  </a:moveTo>
                  <a:lnTo>
                    <a:pt x="8097" y="1215"/>
                  </a:lnTo>
                  <a:lnTo>
                    <a:pt x="429" y="1215"/>
                  </a:lnTo>
                  <a:lnTo>
                    <a:pt x="429" y="596"/>
                  </a:lnTo>
                  <a:cubicBezTo>
                    <a:pt x="429" y="500"/>
                    <a:pt x="548" y="405"/>
                    <a:pt x="619" y="405"/>
                  </a:cubicBezTo>
                  <a:close/>
                  <a:moveTo>
                    <a:pt x="9859" y="453"/>
                  </a:moveTo>
                  <a:cubicBezTo>
                    <a:pt x="9978" y="453"/>
                    <a:pt x="10074" y="524"/>
                    <a:pt x="10074" y="643"/>
                  </a:cubicBezTo>
                  <a:lnTo>
                    <a:pt x="10074" y="1286"/>
                  </a:lnTo>
                  <a:lnTo>
                    <a:pt x="8526" y="1286"/>
                  </a:lnTo>
                  <a:lnTo>
                    <a:pt x="8526" y="1238"/>
                  </a:lnTo>
                  <a:lnTo>
                    <a:pt x="8526" y="453"/>
                  </a:lnTo>
                  <a:close/>
                  <a:moveTo>
                    <a:pt x="619" y="0"/>
                  </a:moveTo>
                  <a:cubicBezTo>
                    <a:pt x="310" y="0"/>
                    <a:pt x="0" y="262"/>
                    <a:pt x="0" y="619"/>
                  </a:cubicBezTo>
                  <a:lnTo>
                    <a:pt x="0" y="10240"/>
                  </a:lnTo>
                  <a:cubicBezTo>
                    <a:pt x="0" y="10359"/>
                    <a:pt x="95" y="10455"/>
                    <a:pt x="215" y="10455"/>
                  </a:cubicBezTo>
                  <a:lnTo>
                    <a:pt x="4382" y="10455"/>
                  </a:lnTo>
                  <a:cubicBezTo>
                    <a:pt x="4406" y="10455"/>
                    <a:pt x="4406" y="10455"/>
                    <a:pt x="4430" y="10407"/>
                  </a:cubicBezTo>
                  <a:cubicBezTo>
                    <a:pt x="4620" y="10240"/>
                    <a:pt x="4501" y="10026"/>
                    <a:pt x="4311" y="10026"/>
                  </a:cubicBezTo>
                  <a:lnTo>
                    <a:pt x="619" y="10026"/>
                  </a:lnTo>
                  <a:cubicBezTo>
                    <a:pt x="500" y="10026"/>
                    <a:pt x="429" y="9931"/>
                    <a:pt x="429" y="9812"/>
                  </a:cubicBezTo>
                  <a:lnTo>
                    <a:pt x="429" y="1643"/>
                  </a:lnTo>
                  <a:lnTo>
                    <a:pt x="10026" y="1643"/>
                  </a:lnTo>
                  <a:lnTo>
                    <a:pt x="10026" y="9812"/>
                  </a:lnTo>
                  <a:cubicBezTo>
                    <a:pt x="10026" y="9931"/>
                    <a:pt x="9955" y="10026"/>
                    <a:pt x="9836" y="10026"/>
                  </a:cubicBezTo>
                  <a:lnTo>
                    <a:pt x="6144" y="10026"/>
                  </a:lnTo>
                  <a:cubicBezTo>
                    <a:pt x="6049" y="10026"/>
                    <a:pt x="5930" y="10074"/>
                    <a:pt x="5930" y="10217"/>
                  </a:cubicBezTo>
                  <a:cubicBezTo>
                    <a:pt x="5906" y="10336"/>
                    <a:pt x="6025" y="10455"/>
                    <a:pt x="6144" y="10455"/>
                  </a:cubicBezTo>
                  <a:lnTo>
                    <a:pt x="9836" y="10455"/>
                  </a:lnTo>
                  <a:cubicBezTo>
                    <a:pt x="10145" y="10455"/>
                    <a:pt x="10455" y="10169"/>
                    <a:pt x="10455" y="9812"/>
                  </a:cubicBezTo>
                  <a:lnTo>
                    <a:pt x="10455" y="596"/>
                  </a:lnTo>
                  <a:cubicBezTo>
                    <a:pt x="10455" y="286"/>
                    <a:pt x="10193" y="0"/>
                    <a:pt x="98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7" name="Google Shape;21797;p97"/>
          <p:cNvGrpSpPr/>
          <p:nvPr/>
        </p:nvGrpSpPr>
        <p:grpSpPr>
          <a:xfrm>
            <a:off x="1039807" y="2323723"/>
            <a:ext cx="342800" cy="341325"/>
            <a:chOff x="984791" y="2476123"/>
            <a:chExt cx="342800" cy="341325"/>
          </a:xfrm>
        </p:grpSpPr>
        <p:sp>
          <p:nvSpPr>
            <p:cNvPr id="21798" name="Google Shape;21798;p97"/>
            <p:cNvSpPr/>
            <p:nvPr/>
          </p:nvSpPr>
          <p:spPr>
            <a:xfrm>
              <a:off x="1076163" y="2567462"/>
              <a:ext cx="159302" cy="160089"/>
            </a:xfrm>
            <a:custGeom>
              <a:rect b="b" l="l" r="r" t="t"/>
              <a:pathLst>
                <a:path extrusionOk="0" h="4883" w="4859">
                  <a:moveTo>
                    <a:pt x="2429" y="0"/>
                  </a:moveTo>
                  <a:cubicBezTo>
                    <a:pt x="1096" y="0"/>
                    <a:pt x="0" y="1096"/>
                    <a:pt x="0" y="2453"/>
                  </a:cubicBezTo>
                  <a:cubicBezTo>
                    <a:pt x="0" y="3787"/>
                    <a:pt x="1096" y="4882"/>
                    <a:pt x="2429" y="4882"/>
                  </a:cubicBezTo>
                  <a:cubicBezTo>
                    <a:pt x="3763" y="4882"/>
                    <a:pt x="4858" y="3787"/>
                    <a:pt x="4858" y="2453"/>
                  </a:cubicBezTo>
                  <a:cubicBezTo>
                    <a:pt x="4858" y="1072"/>
                    <a:pt x="3763" y="0"/>
                    <a:pt x="24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97"/>
            <p:cNvSpPr/>
            <p:nvPr/>
          </p:nvSpPr>
          <p:spPr>
            <a:xfrm>
              <a:off x="1234646" y="2526481"/>
              <a:ext cx="44522" cy="40326"/>
            </a:xfrm>
            <a:custGeom>
              <a:rect b="b" l="l" r="r" t="t"/>
              <a:pathLst>
                <a:path extrusionOk="0" h="1230" w="1358">
                  <a:moveTo>
                    <a:pt x="679" y="0"/>
                  </a:moveTo>
                  <a:cubicBezTo>
                    <a:pt x="518" y="0"/>
                    <a:pt x="358" y="60"/>
                    <a:pt x="239" y="179"/>
                  </a:cubicBezTo>
                  <a:cubicBezTo>
                    <a:pt x="0" y="417"/>
                    <a:pt x="0" y="798"/>
                    <a:pt x="239" y="1060"/>
                  </a:cubicBezTo>
                  <a:cubicBezTo>
                    <a:pt x="355" y="1176"/>
                    <a:pt x="510" y="1230"/>
                    <a:pt x="666" y="1230"/>
                  </a:cubicBezTo>
                  <a:cubicBezTo>
                    <a:pt x="831" y="1230"/>
                    <a:pt x="998" y="1170"/>
                    <a:pt x="1120" y="1060"/>
                  </a:cubicBezTo>
                  <a:cubicBezTo>
                    <a:pt x="1358" y="822"/>
                    <a:pt x="1358" y="417"/>
                    <a:pt x="1120" y="179"/>
                  </a:cubicBezTo>
                  <a:cubicBezTo>
                    <a:pt x="1001" y="60"/>
                    <a:pt x="840" y="0"/>
                    <a:pt x="6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97"/>
            <p:cNvSpPr/>
            <p:nvPr/>
          </p:nvSpPr>
          <p:spPr>
            <a:xfrm>
              <a:off x="1129242" y="2594018"/>
              <a:ext cx="53112" cy="52325"/>
            </a:xfrm>
            <a:custGeom>
              <a:rect b="b" l="l" r="r" t="t"/>
              <a:pathLst>
                <a:path extrusionOk="0" h="1596" w="1620">
                  <a:moveTo>
                    <a:pt x="810" y="0"/>
                  </a:moveTo>
                  <a:cubicBezTo>
                    <a:pt x="358" y="0"/>
                    <a:pt x="0" y="357"/>
                    <a:pt x="0" y="810"/>
                  </a:cubicBezTo>
                  <a:cubicBezTo>
                    <a:pt x="0" y="1238"/>
                    <a:pt x="358" y="1596"/>
                    <a:pt x="810" y="1596"/>
                  </a:cubicBezTo>
                  <a:cubicBezTo>
                    <a:pt x="1263" y="1596"/>
                    <a:pt x="1620" y="1238"/>
                    <a:pt x="1620" y="810"/>
                  </a:cubicBezTo>
                  <a:cubicBezTo>
                    <a:pt x="1620" y="357"/>
                    <a:pt x="126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97"/>
            <p:cNvSpPr/>
            <p:nvPr/>
          </p:nvSpPr>
          <p:spPr>
            <a:xfrm>
              <a:off x="1115964" y="2661162"/>
              <a:ext cx="79668" cy="66390"/>
            </a:xfrm>
            <a:custGeom>
              <a:rect b="b" l="l" r="r" t="t"/>
              <a:pathLst>
                <a:path extrusionOk="0" h="2025" w="2430">
                  <a:moveTo>
                    <a:pt x="1215" y="0"/>
                  </a:moveTo>
                  <a:cubicBezTo>
                    <a:pt x="525" y="0"/>
                    <a:pt x="1" y="548"/>
                    <a:pt x="1" y="1238"/>
                  </a:cubicBezTo>
                  <a:lnTo>
                    <a:pt x="1" y="1715"/>
                  </a:lnTo>
                  <a:cubicBezTo>
                    <a:pt x="358" y="1905"/>
                    <a:pt x="763" y="2024"/>
                    <a:pt x="1215" y="2024"/>
                  </a:cubicBezTo>
                  <a:cubicBezTo>
                    <a:pt x="1668" y="2024"/>
                    <a:pt x="2072" y="1905"/>
                    <a:pt x="2430" y="1715"/>
                  </a:cubicBezTo>
                  <a:lnTo>
                    <a:pt x="2430" y="1238"/>
                  </a:lnTo>
                  <a:cubicBezTo>
                    <a:pt x="2430" y="548"/>
                    <a:pt x="1858"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97"/>
            <p:cNvSpPr/>
            <p:nvPr/>
          </p:nvSpPr>
          <p:spPr>
            <a:xfrm>
              <a:off x="1279922" y="2627590"/>
              <a:ext cx="40653" cy="40621"/>
            </a:xfrm>
            <a:custGeom>
              <a:rect b="b" l="l" r="r" t="t"/>
              <a:pathLst>
                <a:path extrusionOk="0" h="1239" w="1240">
                  <a:moveTo>
                    <a:pt x="620" y="0"/>
                  </a:moveTo>
                  <a:cubicBezTo>
                    <a:pt x="286" y="0"/>
                    <a:pt x="1" y="262"/>
                    <a:pt x="1" y="619"/>
                  </a:cubicBezTo>
                  <a:cubicBezTo>
                    <a:pt x="1" y="953"/>
                    <a:pt x="286" y="1238"/>
                    <a:pt x="620" y="1238"/>
                  </a:cubicBezTo>
                  <a:cubicBezTo>
                    <a:pt x="953" y="1238"/>
                    <a:pt x="1239" y="953"/>
                    <a:pt x="1239" y="619"/>
                  </a:cubicBezTo>
                  <a:cubicBezTo>
                    <a:pt x="1239" y="262"/>
                    <a:pt x="953" y="0"/>
                    <a:pt x="62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97"/>
            <p:cNvSpPr/>
            <p:nvPr/>
          </p:nvSpPr>
          <p:spPr>
            <a:xfrm>
              <a:off x="1234646" y="2728699"/>
              <a:ext cx="44522" cy="39834"/>
            </a:xfrm>
            <a:custGeom>
              <a:rect b="b" l="l" r="r" t="t"/>
              <a:pathLst>
                <a:path extrusionOk="0" h="1215" w="1358">
                  <a:moveTo>
                    <a:pt x="679" y="0"/>
                  </a:moveTo>
                  <a:cubicBezTo>
                    <a:pt x="518" y="0"/>
                    <a:pt x="358" y="60"/>
                    <a:pt x="239" y="179"/>
                  </a:cubicBezTo>
                  <a:cubicBezTo>
                    <a:pt x="0" y="417"/>
                    <a:pt x="0" y="798"/>
                    <a:pt x="239" y="1036"/>
                  </a:cubicBezTo>
                  <a:cubicBezTo>
                    <a:pt x="358" y="1155"/>
                    <a:pt x="518" y="1215"/>
                    <a:pt x="679" y="1215"/>
                  </a:cubicBezTo>
                  <a:cubicBezTo>
                    <a:pt x="840" y="1215"/>
                    <a:pt x="1001" y="1155"/>
                    <a:pt x="1120" y="1036"/>
                  </a:cubicBezTo>
                  <a:cubicBezTo>
                    <a:pt x="1358" y="798"/>
                    <a:pt x="1358" y="417"/>
                    <a:pt x="1120" y="179"/>
                  </a:cubicBezTo>
                  <a:cubicBezTo>
                    <a:pt x="1001" y="60"/>
                    <a:pt x="840" y="0"/>
                    <a:pt x="6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97"/>
            <p:cNvSpPr/>
            <p:nvPr/>
          </p:nvSpPr>
          <p:spPr>
            <a:xfrm>
              <a:off x="1135504" y="2771221"/>
              <a:ext cx="40621" cy="41440"/>
            </a:xfrm>
            <a:custGeom>
              <a:rect b="b" l="l" r="r" t="t"/>
              <a:pathLst>
                <a:path extrusionOk="0" h="1264" w="1239">
                  <a:moveTo>
                    <a:pt x="619" y="1"/>
                  </a:moveTo>
                  <a:cubicBezTo>
                    <a:pt x="286" y="1"/>
                    <a:pt x="0" y="287"/>
                    <a:pt x="0" y="644"/>
                  </a:cubicBezTo>
                  <a:cubicBezTo>
                    <a:pt x="0" y="977"/>
                    <a:pt x="286" y="1263"/>
                    <a:pt x="619" y="1263"/>
                  </a:cubicBezTo>
                  <a:cubicBezTo>
                    <a:pt x="953" y="1263"/>
                    <a:pt x="1238" y="977"/>
                    <a:pt x="1238" y="644"/>
                  </a:cubicBezTo>
                  <a:cubicBezTo>
                    <a:pt x="1238" y="287"/>
                    <a:pt x="953"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97"/>
            <p:cNvSpPr/>
            <p:nvPr/>
          </p:nvSpPr>
          <p:spPr>
            <a:xfrm>
              <a:off x="1034002" y="2729059"/>
              <a:ext cx="40621" cy="40653"/>
            </a:xfrm>
            <a:custGeom>
              <a:rect b="b" l="l" r="r" t="t"/>
              <a:pathLst>
                <a:path extrusionOk="0" h="1240" w="1239">
                  <a:moveTo>
                    <a:pt x="619" y="1"/>
                  </a:moveTo>
                  <a:cubicBezTo>
                    <a:pt x="286" y="1"/>
                    <a:pt x="0" y="263"/>
                    <a:pt x="0" y="620"/>
                  </a:cubicBezTo>
                  <a:cubicBezTo>
                    <a:pt x="0" y="954"/>
                    <a:pt x="286" y="1239"/>
                    <a:pt x="619" y="1239"/>
                  </a:cubicBezTo>
                  <a:cubicBezTo>
                    <a:pt x="953" y="1239"/>
                    <a:pt x="1238" y="954"/>
                    <a:pt x="1238" y="620"/>
                  </a:cubicBezTo>
                  <a:cubicBezTo>
                    <a:pt x="1238" y="263"/>
                    <a:pt x="953"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97"/>
            <p:cNvSpPr/>
            <p:nvPr/>
          </p:nvSpPr>
          <p:spPr>
            <a:xfrm>
              <a:off x="991053" y="2627590"/>
              <a:ext cx="40621" cy="40621"/>
            </a:xfrm>
            <a:custGeom>
              <a:rect b="b" l="l" r="r" t="t"/>
              <a:pathLst>
                <a:path extrusionOk="0" h="1239" w="1239">
                  <a:moveTo>
                    <a:pt x="619" y="0"/>
                  </a:moveTo>
                  <a:cubicBezTo>
                    <a:pt x="286" y="0"/>
                    <a:pt x="0" y="262"/>
                    <a:pt x="0" y="619"/>
                  </a:cubicBezTo>
                  <a:cubicBezTo>
                    <a:pt x="0" y="953"/>
                    <a:pt x="286" y="1238"/>
                    <a:pt x="619" y="1238"/>
                  </a:cubicBezTo>
                  <a:cubicBezTo>
                    <a:pt x="953" y="1238"/>
                    <a:pt x="1239" y="953"/>
                    <a:pt x="1239" y="619"/>
                  </a:cubicBezTo>
                  <a:cubicBezTo>
                    <a:pt x="1239" y="262"/>
                    <a:pt x="953" y="0"/>
                    <a:pt x="61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97"/>
            <p:cNvSpPr/>
            <p:nvPr/>
          </p:nvSpPr>
          <p:spPr>
            <a:xfrm>
              <a:off x="1032428" y="2526481"/>
              <a:ext cx="44522" cy="40326"/>
            </a:xfrm>
            <a:custGeom>
              <a:rect b="b" l="l" r="r" t="t"/>
              <a:pathLst>
                <a:path extrusionOk="0" h="1230" w="1358">
                  <a:moveTo>
                    <a:pt x="661" y="0"/>
                  </a:moveTo>
                  <a:cubicBezTo>
                    <a:pt x="501" y="0"/>
                    <a:pt x="346" y="60"/>
                    <a:pt x="239" y="179"/>
                  </a:cubicBezTo>
                  <a:cubicBezTo>
                    <a:pt x="24" y="417"/>
                    <a:pt x="0" y="798"/>
                    <a:pt x="239" y="1060"/>
                  </a:cubicBezTo>
                  <a:cubicBezTo>
                    <a:pt x="366" y="1176"/>
                    <a:pt x="522" y="1230"/>
                    <a:pt x="676" y="1230"/>
                  </a:cubicBezTo>
                  <a:cubicBezTo>
                    <a:pt x="838" y="1230"/>
                    <a:pt x="998" y="1170"/>
                    <a:pt x="1120" y="1060"/>
                  </a:cubicBezTo>
                  <a:cubicBezTo>
                    <a:pt x="1358" y="822"/>
                    <a:pt x="1358" y="417"/>
                    <a:pt x="1120" y="179"/>
                  </a:cubicBezTo>
                  <a:cubicBezTo>
                    <a:pt x="989" y="60"/>
                    <a:pt x="822" y="0"/>
                    <a:pt x="6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97"/>
            <p:cNvSpPr/>
            <p:nvPr/>
          </p:nvSpPr>
          <p:spPr>
            <a:xfrm>
              <a:off x="1135504" y="2482352"/>
              <a:ext cx="40621" cy="41407"/>
            </a:xfrm>
            <a:custGeom>
              <a:rect b="b" l="l" r="r" t="t"/>
              <a:pathLst>
                <a:path extrusionOk="0" h="1263" w="1239">
                  <a:moveTo>
                    <a:pt x="619" y="1"/>
                  </a:moveTo>
                  <a:cubicBezTo>
                    <a:pt x="286" y="1"/>
                    <a:pt x="0" y="286"/>
                    <a:pt x="0" y="644"/>
                  </a:cubicBezTo>
                  <a:cubicBezTo>
                    <a:pt x="0" y="977"/>
                    <a:pt x="286" y="1263"/>
                    <a:pt x="619" y="1263"/>
                  </a:cubicBezTo>
                  <a:cubicBezTo>
                    <a:pt x="953" y="1263"/>
                    <a:pt x="1238" y="977"/>
                    <a:pt x="1238" y="644"/>
                  </a:cubicBezTo>
                  <a:cubicBezTo>
                    <a:pt x="1238" y="286"/>
                    <a:pt x="953"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97"/>
            <p:cNvSpPr/>
            <p:nvPr/>
          </p:nvSpPr>
          <p:spPr>
            <a:xfrm>
              <a:off x="1122980" y="2586969"/>
              <a:ext cx="66422" cy="66521"/>
            </a:xfrm>
            <a:custGeom>
              <a:rect b="b" l="l" r="r" t="t"/>
              <a:pathLst>
                <a:path extrusionOk="0" h="2029" w="2026">
                  <a:moveTo>
                    <a:pt x="1001" y="382"/>
                  </a:moveTo>
                  <a:cubicBezTo>
                    <a:pt x="1358" y="382"/>
                    <a:pt x="1620" y="668"/>
                    <a:pt x="1620" y="1025"/>
                  </a:cubicBezTo>
                  <a:cubicBezTo>
                    <a:pt x="1620" y="1382"/>
                    <a:pt x="1335" y="1644"/>
                    <a:pt x="1001" y="1644"/>
                  </a:cubicBezTo>
                  <a:cubicBezTo>
                    <a:pt x="668" y="1644"/>
                    <a:pt x="382" y="1382"/>
                    <a:pt x="382" y="1025"/>
                  </a:cubicBezTo>
                  <a:cubicBezTo>
                    <a:pt x="382" y="668"/>
                    <a:pt x="644" y="382"/>
                    <a:pt x="1001" y="382"/>
                  </a:cubicBezTo>
                  <a:close/>
                  <a:moveTo>
                    <a:pt x="1001" y="1"/>
                  </a:moveTo>
                  <a:cubicBezTo>
                    <a:pt x="430" y="1"/>
                    <a:pt x="1" y="453"/>
                    <a:pt x="1" y="1025"/>
                  </a:cubicBezTo>
                  <a:cubicBezTo>
                    <a:pt x="1" y="1596"/>
                    <a:pt x="430" y="2025"/>
                    <a:pt x="1001" y="2025"/>
                  </a:cubicBezTo>
                  <a:cubicBezTo>
                    <a:pt x="1028" y="2027"/>
                    <a:pt x="1054" y="2028"/>
                    <a:pt x="1080" y="2028"/>
                  </a:cubicBezTo>
                  <a:cubicBezTo>
                    <a:pt x="1614" y="2028"/>
                    <a:pt x="2025" y="1570"/>
                    <a:pt x="2025" y="1025"/>
                  </a:cubicBezTo>
                  <a:cubicBezTo>
                    <a:pt x="2025" y="453"/>
                    <a:pt x="1573" y="1"/>
                    <a:pt x="10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97"/>
            <p:cNvSpPr/>
            <p:nvPr/>
          </p:nvSpPr>
          <p:spPr>
            <a:xfrm>
              <a:off x="984791" y="2476123"/>
              <a:ext cx="342800" cy="341325"/>
            </a:xfrm>
            <a:custGeom>
              <a:rect b="b" l="l" r="r" t="t"/>
              <a:pathLst>
                <a:path extrusionOk="0" h="10411" w="10456">
                  <a:moveTo>
                    <a:pt x="5216" y="405"/>
                  </a:moveTo>
                  <a:cubicBezTo>
                    <a:pt x="5454" y="405"/>
                    <a:pt x="5645" y="596"/>
                    <a:pt x="5645" y="834"/>
                  </a:cubicBezTo>
                  <a:cubicBezTo>
                    <a:pt x="5645" y="1072"/>
                    <a:pt x="5454" y="1238"/>
                    <a:pt x="5216" y="1238"/>
                  </a:cubicBezTo>
                  <a:cubicBezTo>
                    <a:pt x="4978" y="1238"/>
                    <a:pt x="4811" y="1048"/>
                    <a:pt x="4811" y="834"/>
                  </a:cubicBezTo>
                  <a:cubicBezTo>
                    <a:pt x="4811" y="596"/>
                    <a:pt x="4978" y="405"/>
                    <a:pt x="5216" y="405"/>
                  </a:cubicBezTo>
                  <a:close/>
                  <a:moveTo>
                    <a:pt x="8300" y="1727"/>
                  </a:moveTo>
                  <a:cubicBezTo>
                    <a:pt x="8401" y="1727"/>
                    <a:pt x="8503" y="1762"/>
                    <a:pt x="8574" y="1834"/>
                  </a:cubicBezTo>
                  <a:cubicBezTo>
                    <a:pt x="8741" y="2001"/>
                    <a:pt x="8741" y="2263"/>
                    <a:pt x="8574" y="2405"/>
                  </a:cubicBezTo>
                  <a:cubicBezTo>
                    <a:pt x="8503" y="2477"/>
                    <a:pt x="8401" y="2513"/>
                    <a:pt x="8300" y="2513"/>
                  </a:cubicBezTo>
                  <a:cubicBezTo>
                    <a:pt x="8199" y="2513"/>
                    <a:pt x="8098" y="2477"/>
                    <a:pt x="8026" y="2405"/>
                  </a:cubicBezTo>
                  <a:cubicBezTo>
                    <a:pt x="7836" y="2263"/>
                    <a:pt x="7836" y="2024"/>
                    <a:pt x="8026" y="1834"/>
                  </a:cubicBezTo>
                  <a:cubicBezTo>
                    <a:pt x="8098" y="1762"/>
                    <a:pt x="8199" y="1727"/>
                    <a:pt x="8300" y="1727"/>
                  </a:cubicBezTo>
                  <a:close/>
                  <a:moveTo>
                    <a:pt x="2108" y="1756"/>
                  </a:moveTo>
                  <a:cubicBezTo>
                    <a:pt x="2210" y="1756"/>
                    <a:pt x="2311" y="1798"/>
                    <a:pt x="2382" y="1881"/>
                  </a:cubicBezTo>
                  <a:cubicBezTo>
                    <a:pt x="2549" y="2024"/>
                    <a:pt x="2549" y="2286"/>
                    <a:pt x="2382" y="2429"/>
                  </a:cubicBezTo>
                  <a:cubicBezTo>
                    <a:pt x="2311" y="2513"/>
                    <a:pt x="2216" y="2554"/>
                    <a:pt x="2117" y="2554"/>
                  </a:cubicBezTo>
                  <a:cubicBezTo>
                    <a:pt x="2019" y="2554"/>
                    <a:pt x="1918" y="2513"/>
                    <a:pt x="1835" y="2429"/>
                  </a:cubicBezTo>
                  <a:cubicBezTo>
                    <a:pt x="1668" y="2286"/>
                    <a:pt x="1668" y="2024"/>
                    <a:pt x="1835" y="1881"/>
                  </a:cubicBezTo>
                  <a:cubicBezTo>
                    <a:pt x="1906" y="1798"/>
                    <a:pt x="2007" y="1756"/>
                    <a:pt x="2108" y="1756"/>
                  </a:cubicBezTo>
                  <a:close/>
                  <a:moveTo>
                    <a:pt x="810" y="4811"/>
                  </a:moveTo>
                  <a:cubicBezTo>
                    <a:pt x="1049" y="4811"/>
                    <a:pt x="1239" y="5001"/>
                    <a:pt x="1239" y="5239"/>
                  </a:cubicBezTo>
                  <a:cubicBezTo>
                    <a:pt x="1192" y="5454"/>
                    <a:pt x="1025" y="5644"/>
                    <a:pt x="810" y="5644"/>
                  </a:cubicBezTo>
                  <a:cubicBezTo>
                    <a:pt x="572" y="5644"/>
                    <a:pt x="406" y="5477"/>
                    <a:pt x="406" y="5239"/>
                  </a:cubicBezTo>
                  <a:cubicBezTo>
                    <a:pt x="406" y="5001"/>
                    <a:pt x="572" y="4811"/>
                    <a:pt x="810" y="4811"/>
                  </a:cubicBezTo>
                  <a:close/>
                  <a:moveTo>
                    <a:pt x="9622" y="4811"/>
                  </a:moveTo>
                  <a:cubicBezTo>
                    <a:pt x="9860" y="4811"/>
                    <a:pt x="10051" y="5001"/>
                    <a:pt x="10051" y="5239"/>
                  </a:cubicBezTo>
                  <a:cubicBezTo>
                    <a:pt x="10003" y="5454"/>
                    <a:pt x="9836" y="5644"/>
                    <a:pt x="9622" y="5644"/>
                  </a:cubicBezTo>
                  <a:cubicBezTo>
                    <a:pt x="9384" y="5644"/>
                    <a:pt x="9217" y="5477"/>
                    <a:pt x="9217" y="5239"/>
                  </a:cubicBezTo>
                  <a:cubicBezTo>
                    <a:pt x="9217" y="5001"/>
                    <a:pt x="9384" y="4811"/>
                    <a:pt x="9622" y="4811"/>
                  </a:cubicBezTo>
                  <a:close/>
                  <a:moveTo>
                    <a:pt x="5216" y="3025"/>
                  </a:moveTo>
                  <a:cubicBezTo>
                    <a:pt x="5812" y="3025"/>
                    <a:pt x="6383" y="3263"/>
                    <a:pt x="6788" y="3691"/>
                  </a:cubicBezTo>
                  <a:cubicBezTo>
                    <a:pt x="7217" y="4096"/>
                    <a:pt x="7455" y="4668"/>
                    <a:pt x="7455" y="5263"/>
                  </a:cubicBezTo>
                  <a:cubicBezTo>
                    <a:pt x="7455" y="5835"/>
                    <a:pt x="7217" y="6406"/>
                    <a:pt x="6788" y="6811"/>
                  </a:cubicBezTo>
                  <a:lnTo>
                    <a:pt x="6645" y="6954"/>
                  </a:lnTo>
                  <a:lnTo>
                    <a:pt x="6645" y="6906"/>
                  </a:lnTo>
                  <a:cubicBezTo>
                    <a:pt x="6645" y="6787"/>
                    <a:pt x="6550" y="6692"/>
                    <a:pt x="6431" y="6692"/>
                  </a:cubicBezTo>
                  <a:cubicBezTo>
                    <a:pt x="6312" y="6692"/>
                    <a:pt x="6240" y="6787"/>
                    <a:pt x="6240" y="6906"/>
                  </a:cubicBezTo>
                  <a:lnTo>
                    <a:pt x="6240" y="7240"/>
                  </a:lnTo>
                  <a:cubicBezTo>
                    <a:pt x="5907" y="7383"/>
                    <a:pt x="5573" y="7478"/>
                    <a:pt x="5216" y="7478"/>
                  </a:cubicBezTo>
                  <a:cubicBezTo>
                    <a:pt x="4859" y="7478"/>
                    <a:pt x="4502" y="7383"/>
                    <a:pt x="4216" y="7240"/>
                  </a:cubicBezTo>
                  <a:lnTo>
                    <a:pt x="4216" y="6882"/>
                  </a:lnTo>
                  <a:cubicBezTo>
                    <a:pt x="4216" y="6311"/>
                    <a:pt x="4645" y="5858"/>
                    <a:pt x="5216" y="5858"/>
                  </a:cubicBezTo>
                  <a:lnTo>
                    <a:pt x="5311" y="5858"/>
                  </a:lnTo>
                  <a:cubicBezTo>
                    <a:pt x="5431" y="5858"/>
                    <a:pt x="5526" y="5763"/>
                    <a:pt x="5526" y="5692"/>
                  </a:cubicBezTo>
                  <a:cubicBezTo>
                    <a:pt x="5526" y="5573"/>
                    <a:pt x="5431" y="5477"/>
                    <a:pt x="5335" y="5477"/>
                  </a:cubicBezTo>
                  <a:lnTo>
                    <a:pt x="5216" y="5477"/>
                  </a:lnTo>
                  <a:cubicBezTo>
                    <a:pt x="4454" y="5477"/>
                    <a:pt x="3787" y="6120"/>
                    <a:pt x="3787" y="6906"/>
                  </a:cubicBezTo>
                  <a:lnTo>
                    <a:pt x="3787" y="7002"/>
                  </a:lnTo>
                  <a:cubicBezTo>
                    <a:pt x="3287" y="6573"/>
                    <a:pt x="2978" y="5954"/>
                    <a:pt x="2978" y="5263"/>
                  </a:cubicBezTo>
                  <a:cubicBezTo>
                    <a:pt x="2978" y="4668"/>
                    <a:pt x="3216" y="4096"/>
                    <a:pt x="3644" y="3691"/>
                  </a:cubicBezTo>
                  <a:cubicBezTo>
                    <a:pt x="4049" y="3263"/>
                    <a:pt x="4621" y="3025"/>
                    <a:pt x="5216" y="3025"/>
                  </a:cubicBezTo>
                  <a:close/>
                  <a:moveTo>
                    <a:pt x="2135" y="7918"/>
                  </a:moveTo>
                  <a:cubicBezTo>
                    <a:pt x="2239" y="7918"/>
                    <a:pt x="2347" y="7954"/>
                    <a:pt x="2430" y="8026"/>
                  </a:cubicBezTo>
                  <a:cubicBezTo>
                    <a:pt x="2573" y="8192"/>
                    <a:pt x="2573" y="8454"/>
                    <a:pt x="2430" y="8597"/>
                  </a:cubicBezTo>
                  <a:cubicBezTo>
                    <a:pt x="2347" y="8669"/>
                    <a:pt x="2239" y="8704"/>
                    <a:pt x="2135" y="8704"/>
                  </a:cubicBezTo>
                  <a:cubicBezTo>
                    <a:pt x="2031" y="8704"/>
                    <a:pt x="1930" y="8669"/>
                    <a:pt x="1858" y="8597"/>
                  </a:cubicBezTo>
                  <a:cubicBezTo>
                    <a:pt x="1692" y="8454"/>
                    <a:pt x="1692" y="8192"/>
                    <a:pt x="1858" y="8026"/>
                  </a:cubicBezTo>
                  <a:cubicBezTo>
                    <a:pt x="1930" y="7954"/>
                    <a:pt x="2031" y="7918"/>
                    <a:pt x="2135" y="7918"/>
                  </a:cubicBezTo>
                  <a:close/>
                  <a:moveTo>
                    <a:pt x="8300" y="7918"/>
                  </a:moveTo>
                  <a:cubicBezTo>
                    <a:pt x="8401" y="7918"/>
                    <a:pt x="8503" y="7954"/>
                    <a:pt x="8574" y="8026"/>
                  </a:cubicBezTo>
                  <a:cubicBezTo>
                    <a:pt x="8741" y="8192"/>
                    <a:pt x="8741" y="8454"/>
                    <a:pt x="8574" y="8597"/>
                  </a:cubicBezTo>
                  <a:cubicBezTo>
                    <a:pt x="8503" y="8669"/>
                    <a:pt x="8401" y="8704"/>
                    <a:pt x="8300" y="8704"/>
                  </a:cubicBezTo>
                  <a:cubicBezTo>
                    <a:pt x="8199" y="8704"/>
                    <a:pt x="8098" y="8669"/>
                    <a:pt x="8026" y="8597"/>
                  </a:cubicBezTo>
                  <a:cubicBezTo>
                    <a:pt x="7860" y="8454"/>
                    <a:pt x="7860" y="8192"/>
                    <a:pt x="8026" y="8026"/>
                  </a:cubicBezTo>
                  <a:cubicBezTo>
                    <a:pt x="8098" y="7954"/>
                    <a:pt x="8199" y="7918"/>
                    <a:pt x="8300" y="7918"/>
                  </a:cubicBezTo>
                  <a:close/>
                  <a:moveTo>
                    <a:pt x="5192" y="9216"/>
                  </a:moveTo>
                  <a:cubicBezTo>
                    <a:pt x="5431" y="9216"/>
                    <a:pt x="5597" y="9407"/>
                    <a:pt x="5597" y="9645"/>
                  </a:cubicBezTo>
                  <a:cubicBezTo>
                    <a:pt x="5597" y="9883"/>
                    <a:pt x="5431" y="10050"/>
                    <a:pt x="5192" y="10050"/>
                  </a:cubicBezTo>
                  <a:cubicBezTo>
                    <a:pt x="4954" y="10050"/>
                    <a:pt x="4764" y="9883"/>
                    <a:pt x="4764" y="9645"/>
                  </a:cubicBezTo>
                  <a:cubicBezTo>
                    <a:pt x="4764" y="9407"/>
                    <a:pt x="4954" y="9216"/>
                    <a:pt x="5192" y="9216"/>
                  </a:cubicBezTo>
                  <a:close/>
                  <a:moveTo>
                    <a:pt x="5216" y="0"/>
                  </a:moveTo>
                  <a:cubicBezTo>
                    <a:pt x="4764" y="0"/>
                    <a:pt x="4406" y="357"/>
                    <a:pt x="4406" y="810"/>
                  </a:cubicBezTo>
                  <a:cubicBezTo>
                    <a:pt x="4406" y="1191"/>
                    <a:pt x="5002" y="1596"/>
                    <a:pt x="5002" y="1596"/>
                  </a:cubicBezTo>
                  <a:lnTo>
                    <a:pt x="5002" y="2596"/>
                  </a:lnTo>
                  <a:cubicBezTo>
                    <a:pt x="5002" y="2596"/>
                    <a:pt x="3930" y="2858"/>
                    <a:pt x="3525" y="3215"/>
                  </a:cubicBezTo>
                  <a:lnTo>
                    <a:pt x="2859" y="2548"/>
                  </a:lnTo>
                  <a:cubicBezTo>
                    <a:pt x="3049" y="2263"/>
                    <a:pt x="3025" y="1834"/>
                    <a:pt x="2739" y="1572"/>
                  </a:cubicBezTo>
                  <a:cubicBezTo>
                    <a:pt x="2585" y="1405"/>
                    <a:pt x="2376" y="1322"/>
                    <a:pt x="2168" y="1322"/>
                  </a:cubicBezTo>
                  <a:cubicBezTo>
                    <a:pt x="1960" y="1322"/>
                    <a:pt x="1751" y="1405"/>
                    <a:pt x="1596" y="1572"/>
                  </a:cubicBezTo>
                  <a:cubicBezTo>
                    <a:pt x="1263" y="1905"/>
                    <a:pt x="1263" y="2405"/>
                    <a:pt x="1596" y="2739"/>
                  </a:cubicBezTo>
                  <a:cubicBezTo>
                    <a:pt x="1749" y="2892"/>
                    <a:pt x="1951" y="2964"/>
                    <a:pt x="2154" y="2964"/>
                  </a:cubicBezTo>
                  <a:cubicBezTo>
                    <a:pt x="2299" y="2964"/>
                    <a:pt x="2444" y="2927"/>
                    <a:pt x="2573" y="2858"/>
                  </a:cubicBezTo>
                  <a:lnTo>
                    <a:pt x="3216" y="3501"/>
                  </a:lnTo>
                  <a:cubicBezTo>
                    <a:pt x="2859" y="3930"/>
                    <a:pt x="2620" y="4453"/>
                    <a:pt x="2597" y="5025"/>
                  </a:cubicBezTo>
                  <a:lnTo>
                    <a:pt x="1620" y="5025"/>
                  </a:lnTo>
                  <a:cubicBezTo>
                    <a:pt x="1525" y="4668"/>
                    <a:pt x="1192" y="4406"/>
                    <a:pt x="810" y="4406"/>
                  </a:cubicBezTo>
                  <a:cubicBezTo>
                    <a:pt x="358" y="4406"/>
                    <a:pt x="1" y="4763"/>
                    <a:pt x="1" y="5215"/>
                  </a:cubicBezTo>
                  <a:cubicBezTo>
                    <a:pt x="1" y="5644"/>
                    <a:pt x="358" y="6001"/>
                    <a:pt x="810" y="6001"/>
                  </a:cubicBezTo>
                  <a:cubicBezTo>
                    <a:pt x="1192" y="6001"/>
                    <a:pt x="1501" y="5739"/>
                    <a:pt x="1620" y="5382"/>
                  </a:cubicBezTo>
                  <a:lnTo>
                    <a:pt x="2597" y="5382"/>
                  </a:lnTo>
                  <a:cubicBezTo>
                    <a:pt x="2620" y="5954"/>
                    <a:pt x="2859" y="6478"/>
                    <a:pt x="3216" y="6906"/>
                  </a:cubicBezTo>
                  <a:lnTo>
                    <a:pt x="2573" y="7549"/>
                  </a:lnTo>
                  <a:cubicBezTo>
                    <a:pt x="2444" y="7480"/>
                    <a:pt x="2299" y="7444"/>
                    <a:pt x="2154" y="7444"/>
                  </a:cubicBezTo>
                  <a:cubicBezTo>
                    <a:pt x="1951" y="7444"/>
                    <a:pt x="1749" y="7515"/>
                    <a:pt x="1596" y="7668"/>
                  </a:cubicBezTo>
                  <a:cubicBezTo>
                    <a:pt x="1263" y="8002"/>
                    <a:pt x="1263" y="8502"/>
                    <a:pt x="1596" y="8835"/>
                  </a:cubicBezTo>
                  <a:cubicBezTo>
                    <a:pt x="1751" y="9002"/>
                    <a:pt x="1960" y="9085"/>
                    <a:pt x="2168" y="9085"/>
                  </a:cubicBezTo>
                  <a:cubicBezTo>
                    <a:pt x="2376" y="9085"/>
                    <a:pt x="2585" y="9002"/>
                    <a:pt x="2739" y="8835"/>
                  </a:cubicBezTo>
                  <a:cubicBezTo>
                    <a:pt x="3025" y="8573"/>
                    <a:pt x="3049" y="8145"/>
                    <a:pt x="2859" y="7859"/>
                  </a:cubicBezTo>
                  <a:lnTo>
                    <a:pt x="3525" y="7192"/>
                  </a:lnTo>
                  <a:cubicBezTo>
                    <a:pt x="3930" y="7549"/>
                    <a:pt x="5049" y="7811"/>
                    <a:pt x="5049" y="7811"/>
                  </a:cubicBezTo>
                  <a:lnTo>
                    <a:pt x="5049" y="8811"/>
                  </a:lnTo>
                  <a:cubicBezTo>
                    <a:pt x="4692" y="8883"/>
                    <a:pt x="4406" y="9240"/>
                    <a:pt x="4454" y="9645"/>
                  </a:cubicBezTo>
                  <a:cubicBezTo>
                    <a:pt x="4478" y="10050"/>
                    <a:pt x="4811" y="10383"/>
                    <a:pt x="5192" y="10407"/>
                  </a:cubicBezTo>
                  <a:cubicBezTo>
                    <a:pt x="5218" y="10410"/>
                    <a:pt x="5244" y="10411"/>
                    <a:pt x="5269" y="10411"/>
                  </a:cubicBezTo>
                  <a:cubicBezTo>
                    <a:pt x="5709" y="10411"/>
                    <a:pt x="6050" y="10027"/>
                    <a:pt x="6050" y="9621"/>
                  </a:cubicBezTo>
                  <a:cubicBezTo>
                    <a:pt x="6050" y="9216"/>
                    <a:pt x="5788" y="8931"/>
                    <a:pt x="5431" y="8811"/>
                  </a:cubicBezTo>
                  <a:lnTo>
                    <a:pt x="5431" y="7883"/>
                  </a:lnTo>
                  <a:cubicBezTo>
                    <a:pt x="6002" y="7859"/>
                    <a:pt x="6502" y="7621"/>
                    <a:pt x="6955" y="7264"/>
                  </a:cubicBezTo>
                  <a:lnTo>
                    <a:pt x="7598" y="7907"/>
                  </a:lnTo>
                  <a:cubicBezTo>
                    <a:pt x="7431" y="8216"/>
                    <a:pt x="7455" y="8621"/>
                    <a:pt x="7717" y="8883"/>
                  </a:cubicBezTo>
                  <a:cubicBezTo>
                    <a:pt x="7883" y="9050"/>
                    <a:pt x="8092" y="9133"/>
                    <a:pt x="8300" y="9133"/>
                  </a:cubicBezTo>
                  <a:cubicBezTo>
                    <a:pt x="8509" y="9133"/>
                    <a:pt x="8717" y="9050"/>
                    <a:pt x="8884" y="8883"/>
                  </a:cubicBezTo>
                  <a:cubicBezTo>
                    <a:pt x="9217" y="8573"/>
                    <a:pt x="9217" y="8049"/>
                    <a:pt x="8884" y="7740"/>
                  </a:cubicBezTo>
                  <a:cubicBezTo>
                    <a:pt x="8729" y="7585"/>
                    <a:pt x="8515" y="7505"/>
                    <a:pt x="8308" y="7505"/>
                  </a:cubicBezTo>
                  <a:cubicBezTo>
                    <a:pt x="8164" y="7505"/>
                    <a:pt x="8024" y="7543"/>
                    <a:pt x="7907" y="7621"/>
                  </a:cubicBezTo>
                  <a:lnTo>
                    <a:pt x="7240" y="6954"/>
                  </a:lnTo>
                  <a:cubicBezTo>
                    <a:pt x="7598" y="6549"/>
                    <a:pt x="7836" y="6001"/>
                    <a:pt x="7860" y="5454"/>
                  </a:cubicBezTo>
                  <a:lnTo>
                    <a:pt x="8860" y="5454"/>
                  </a:lnTo>
                  <a:cubicBezTo>
                    <a:pt x="8928" y="5796"/>
                    <a:pt x="9259" y="6050"/>
                    <a:pt x="9642" y="6050"/>
                  </a:cubicBezTo>
                  <a:cubicBezTo>
                    <a:pt x="9659" y="6050"/>
                    <a:pt x="9676" y="6050"/>
                    <a:pt x="9693" y="6049"/>
                  </a:cubicBezTo>
                  <a:cubicBezTo>
                    <a:pt x="10098" y="6001"/>
                    <a:pt x="10432" y="5692"/>
                    <a:pt x="10455" y="5287"/>
                  </a:cubicBezTo>
                  <a:cubicBezTo>
                    <a:pt x="10455" y="4811"/>
                    <a:pt x="10074" y="4406"/>
                    <a:pt x="9622" y="4406"/>
                  </a:cubicBezTo>
                  <a:cubicBezTo>
                    <a:pt x="9241" y="4406"/>
                    <a:pt x="8931" y="4668"/>
                    <a:pt x="8812" y="5025"/>
                  </a:cubicBezTo>
                  <a:lnTo>
                    <a:pt x="7836" y="5025"/>
                  </a:lnTo>
                  <a:cubicBezTo>
                    <a:pt x="7812" y="4453"/>
                    <a:pt x="7574" y="3930"/>
                    <a:pt x="7217" y="3501"/>
                  </a:cubicBezTo>
                  <a:lnTo>
                    <a:pt x="7860" y="2858"/>
                  </a:lnTo>
                  <a:cubicBezTo>
                    <a:pt x="7988" y="2927"/>
                    <a:pt x="8134" y="2964"/>
                    <a:pt x="8280" y="2964"/>
                  </a:cubicBezTo>
                  <a:cubicBezTo>
                    <a:pt x="8485" y="2964"/>
                    <a:pt x="8693" y="2892"/>
                    <a:pt x="8860" y="2739"/>
                  </a:cubicBezTo>
                  <a:cubicBezTo>
                    <a:pt x="9169" y="2405"/>
                    <a:pt x="9169" y="1905"/>
                    <a:pt x="8860" y="1572"/>
                  </a:cubicBezTo>
                  <a:cubicBezTo>
                    <a:pt x="8693" y="1405"/>
                    <a:pt x="8485" y="1322"/>
                    <a:pt x="8276" y="1322"/>
                  </a:cubicBezTo>
                  <a:cubicBezTo>
                    <a:pt x="8068" y="1322"/>
                    <a:pt x="7860" y="1405"/>
                    <a:pt x="7693" y="1572"/>
                  </a:cubicBezTo>
                  <a:cubicBezTo>
                    <a:pt x="7431" y="1834"/>
                    <a:pt x="7383" y="2263"/>
                    <a:pt x="7574" y="2548"/>
                  </a:cubicBezTo>
                  <a:lnTo>
                    <a:pt x="6907" y="3215"/>
                  </a:lnTo>
                  <a:cubicBezTo>
                    <a:pt x="6502" y="2858"/>
                    <a:pt x="5954" y="2620"/>
                    <a:pt x="5407" y="2596"/>
                  </a:cubicBezTo>
                  <a:lnTo>
                    <a:pt x="5407" y="1596"/>
                  </a:lnTo>
                  <a:cubicBezTo>
                    <a:pt x="5764" y="1524"/>
                    <a:pt x="6026" y="1191"/>
                    <a:pt x="6026" y="810"/>
                  </a:cubicBezTo>
                  <a:cubicBezTo>
                    <a:pt x="6026" y="357"/>
                    <a:pt x="5669"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97"/>
            <p:cNvSpPr/>
            <p:nvPr/>
          </p:nvSpPr>
          <p:spPr>
            <a:xfrm>
              <a:off x="1179207" y="2667391"/>
              <a:ext cx="14098" cy="13311"/>
            </a:xfrm>
            <a:custGeom>
              <a:rect b="b" l="l" r="r" t="t"/>
              <a:pathLst>
                <a:path extrusionOk="0" h="406" w="430">
                  <a:moveTo>
                    <a:pt x="215" y="1"/>
                  </a:moveTo>
                  <a:cubicBezTo>
                    <a:pt x="96" y="1"/>
                    <a:pt x="1" y="96"/>
                    <a:pt x="1" y="191"/>
                  </a:cubicBezTo>
                  <a:cubicBezTo>
                    <a:pt x="1" y="310"/>
                    <a:pt x="96" y="406"/>
                    <a:pt x="215" y="406"/>
                  </a:cubicBezTo>
                  <a:cubicBezTo>
                    <a:pt x="334" y="406"/>
                    <a:pt x="429" y="310"/>
                    <a:pt x="429" y="191"/>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2" name="Google Shape;21812;p97"/>
          <p:cNvGrpSpPr/>
          <p:nvPr/>
        </p:nvGrpSpPr>
        <p:grpSpPr>
          <a:xfrm>
            <a:off x="1039020" y="2885068"/>
            <a:ext cx="343587" cy="342013"/>
            <a:chOff x="984005" y="3037468"/>
            <a:chExt cx="343587" cy="342013"/>
          </a:xfrm>
        </p:grpSpPr>
        <p:sp>
          <p:nvSpPr>
            <p:cNvPr id="21813" name="Google Shape;21813;p97"/>
            <p:cNvSpPr/>
            <p:nvPr/>
          </p:nvSpPr>
          <p:spPr>
            <a:xfrm>
              <a:off x="991053" y="3084318"/>
              <a:ext cx="329522" cy="208480"/>
            </a:xfrm>
            <a:custGeom>
              <a:rect b="b" l="l" r="r" t="t"/>
              <a:pathLst>
                <a:path extrusionOk="0" h="6359" w="10051">
                  <a:moveTo>
                    <a:pt x="0" y="1"/>
                  </a:moveTo>
                  <a:lnTo>
                    <a:pt x="0" y="5954"/>
                  </a:lnTo>
                  <a:cubicBezTo>
                    <a:pt x="0" y="6192"/>
                    <a:pt x="167" y="6359"/>
                    <a:pt x="405" y="6359"/>
                  </a:cubicBezTo>
                  <a:lnTo>
                    <a:pt x="9645" y="6359"/>
                  </a:lnTo>
                  <a:cubicBezTo>
                    <a:pt x="9883" y="6359"/>
                    <a:pt x="10050" y="6192"/>
                    <a:pt x="10050" y="5954"/>
                  </a:cubicBezTo>
                  <a:lnTo>
                    <a:pt x="1005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97"/>
            <p:cNvSpPr/>
            <p:nvPr/>
          </p:nvSpPr>
          <p:spPr>
            <a:xfrm>
              <a:off x="1236220" y="3043730"/>
              <a:ext cx="83569" cy="40621"/>
            </a:xfrm>
            <a:custGeom>
              <a:rect b="b" l="l" r="r" t="t"/>
              <a:pathLst>
                <a:path extrusionOk="0" h="1239" w="2549">
                  <a:moveTo>
                    <a:pt x="0" y="0"/>
                  </a:moveTo>
                  <a:lnTo>
                    <a:pt x="0" y="1239"/>
                  </a:lnTo>
                  <a:lnTo>
                    <a:pt x="2548" y="1239"/>
                  </a:lnTo>
                  <a:lnTo>
                    <a:pt x="2548" y="429"/>
                  </a:lnTo>
                  <a:cubicBezTo>
                    <a:pt x="2548" y="191"/>
                    <a:pt x="2358" y="0"/>
                    <a:pt x="21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97"/>
            <p:cNvSpPr/>
            <p:nvPr/>
          </p:nvSpPr>
          <p:spPr>
            <a:xfrm>
              <a:off x="1034756" y="3172542"/>
              <a:ext cx="241298" cy="200677"/>
            </a:xfrm>
            <a:custGeom>
              <a:rect b="b" l="l" r="r" t="t"/>
              <a:pathLst>
                <a:path extrusionOk="0" h="6121" w="7360">
                  <a:moveTo>
                    <a:pt x="1" y="1"/>
                  </a:moveTo>
                  <a:lnTo>
                    <a:pt x="1" y="6121"/>
                  </a:lnTo>
                  <a:lnTo>
                    <a:pt x="7360" y="6121"/>
                  </a:lnTo>
                  <a:lnTo>
                    <a:pt x="736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97"/>
            <p:cNvSpPr/>
            <p:nvPr/>
          </p:nvSpPr>
          <p:spPr>
            <a:xfrm>
              <a:off x="991053" y="3043730"/>
              <a:ext cx="244412" cy="40621"/>
            </a:xfrm>
            <a:custGeom>
              <a:rect b="b" l="l" r="r" t="t"/>
              <a:pathLst>
                <a:path extrusionOk="0" h="1239" w="7455">
                  <a:moveTo>
                    <a:pt x="405" y="0"/>
                  </a:moveTo>
                  <a:cubicBezTo>
                    <a:pt x="167" y="0"/>
                    <a:pt x="0" y="191"/>
                    <a:pt x="0" y="429"/>
                  </a:cubicBezTo>
                  <a:lnTo>
                    <a:pt x="0" y="1239"/>
                  </a:lnTo>
                  <a:lnTo>
                    <a:pt x="7454" y="1239"/>
                  </a:lnTo>
                  <a:lnTo>
                    <a:pt x="74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97"/>
            <p:cNvSpPr/>
            <p:nvPr/>
          </p:nvSpPr>
          <p:spPr>
            <a:xfrm>
              <a:off x="984005" y="3037468"/>
              <a:ext cx="343587" cy="342013"/>
            </a:xfrm>
            <a:custGeom>
              <a:rect b="b" l="l" r="r" t="t"/>
              <a:pathLst>
                <a:path extrusionOk="0" h="10432" w="10480">
                  <a:moveTo>
                    <a:pt x="7479" y="406"/>
                  </a:moveTo>
                  <a:lnTo>
                    <a:pt x="7479" y="1215"/>
                  </a:lnTo>
                  <a:lnTo>
                    <a:pt x="430" y="1215"/>
                  </a:lnTo>
                  <a:lnTo>
                    <a:pt x="430" y="596"/>
                  </a:lnTo>
                  <a:cubicBezTo>
                    <a:pt x="430" y="501"/>
                    <a:pt x="501" y="406"/>
                    <a:pt x="620" y="406"/>
                  </a:cubicBezTo>
                  <a:close/>
                  <a:moveTo>
                    <a:pt x="9855" y="426"/>
                  </a:moveTo>
                  <a:cubicBezTo>
                    <a:pt x="9970" y="426"/>
                    <a:pt x="10027" y="513"/>
                    <a:pt x="10027" y="620"/>
                  </a:cubicBezTo>
                  <a:lnTo>
                    <a:pt x="10027" y="1239"/>
                  </a:lnTo>
                  <a:lnTo>
                    <a:pt x="7860" y="1239"/>
                  </a:lnTo>
                  <a:lnTo>
                    <a:pt x="7860" y="429"/>
                  </a:lnTo>
                  <a:lnTo>
                    <a:pt x="9813" y="429"/>
                  </a:lnTo>
                  <a:cubicBezTo>
                    <a:pt x="9827" y="427"/>
                    <a:pt x="9842" y="426"/>
                    <a:pt x="9855" y="426"/>
                  </a:cubicBezTo>
                  <a:close/>
                  <a:moveTo>
                    <a:pt x="10003" y="1620"/>
                  </a:moveTo>
                  <a:lnTo>
                    <a:pt x="10003" y="7383"/>
                  </a:lnTo>
                  <a:cubicBezTo>
                    <a:pt x="10027" y="7502"/>
                    <a:pt x="9955" y="7574"/>
                    <a:pt x="9860" y="7574"/>
                  </a:cubicBezTo>
                  <a:lnTo>
                    <a:pt x="9122" y="7574"/>
                  </a:lnTo>
                  <a:lnTo>
                    <a:pt x="9122" y="4121"/>
                  </a:lnTo>
                  <a:cubicBezTo>
                    <a:pt x="9122" y="4001"/>
                    <a:pt x="9027" y="3930"/>
                    <a:pt x="8908" y="3930"/>
                  </a:cubicBezTo>
                  <a:lnTo>
                    <a:pt x="1549" y="3930"/>
                  </a:lnTo>
                  <a:cubicBezTo>
                    <a:pt x="1430" y="3930"/>
                    <a:pt x="1335" y="4001"/>
                    <a:pt x="1335" y="4121"/>
                  </a:cubicBezTo>
                  <a:lnTo>
                    <a:pt x="1335" y="7574"/>
                  </a:lnTo>
                  <a:lnTo>
                    <a:pt x="596" y="7574"/>
                  </a:lnTo>
                  <a:cubicBezTo>
                    <a:pt x="477" y="7574"/>
                    <a:pt x="382" y="7502"/>
                    <a:pt x="382" y="7383"/>
                  </a:cubicBezTo>
                  <a:lnTo>
                    <a:pt x="382" y="1620"/>
                  </a:lnTo>
                  <a:close/>
                  <a:moveTo>
                    <a:pt x="620" y="1"/>
                  </a:moveTo>
                  <a:cubicBezTo>
                    <a:pt x="311" y="1"/>
                    <a:pt x="1" y="263"/>
                    <a:pt x="1" y="620"/>
                  </a:cubicBezTo>
                  <a:lnTo>
                    <a:pt x="1" y="7383"/>
                  </a:lnTo>
                  <a:cubicBezTo>
                    <a:pt x="1" y="7693"/>
                    <a:pt x="263" y="8002"/>
                    <a:pt x="620" y="8002"/>
                  </a:cubicBezTo>
                  <a:lnTo>
                    <a:pt x="1382" y="8002"/>
                  </a:lnTo>
                  <a:lnTo>
                    <a:pt x="1382" y="10241"/>
                  </a:lnTo>
                  <a:cubicBezTo>
                    <a:pt x="1382" y="10360"/>
                    <a:pt x="1454" y="10431"/>
                    <a:pt x="1573" y="10431"/>
                  </a:cubicBezTo>
                  <a:lnTo>
                    <a:pt x="4311" y="10431"/>
                  </a:lnTo>
                  <a:cubicBezTo>
                    <a:pt x="4407" y="10431"/>
                    <a:pt x="4526" y="10384"/>
                    <a:pt x="4526" y="10265"/>
                  </a:cubicBezTo>
                  <a:cubicBezTo>
                    <a:pt x="4550" y="10146"/>
                    <a:pt x="4430" y="10027"/>
                    <a:pt x="4311" y="10027"/>
                  </a:cubicBezTo>
                  <a:lnTo>
                    <a:pt x="1763" y="10027"/>
                  </a:lnTo>
                  <a:lnTo>
                    <a:pt x="1763" y="4311"/>
                  </a:lnTo>
                  <a:lnTo>
                    <a:pt x="8693" y="4311"/>
                  </a:lnTo>
                  <a:lnTo>
                    <a:pt x="8693" y="10027"/>
                  </a:lnTo>
                  <a:lnTo>
                    <a:pt x="6169" y="10027"/>
                  </a:lnTo>
                  <a:cubicBezTo>
                    <a:pt x="6074" y="10027"/>
                    <a:pt x="5955" y="10074"/>
                    <a:pt x="5955" y="10193"/>
                  </a:cubicBezTo>
                  <a:cubicBezTo>
                    <a:pt x="5931" y="10312"/>
                    <a:pt x="6050" y="10431"/>
                    <a:pt x="6169" y="10431"/>
                  </a:cubicBezTo>
                  <a:lnTo>
                    <a:pt x="8908" y="10431"/>
                  </a:lnTo>
                  <a:cubicBezTo>
                    <a:pt x="9027" y="10431"/>
                    <a:pt x="9122" y="10360"/>
                    <a:pt x="9122" y="10241"/>
                  </a:cubicBezTo>
                  <a:lnTo>
                    <a:pt x="9122" y="8002"/>
                  </a:lnTo>
                  <a:lnTo>
                    <a:pt x="9860" y="8002"/>
                  </a:lnTo>
                  <a:cubicBezTo>
                    <a:pt x="10194" y="8002"/>
                    <a:pt x="10479" y="7740"/>
                    <a:pt x="10479" y="7383"/>
                  </a:cubicBezTo>
                  <a:lnTo>
                    <a:pt x="10479" y="620"/>
                  </a:lnTo>
                  <a:cubicBezTo>
                    <a:pt x="10456" y="286"/>
                    <a:pt x="10194" y="1"/>
                    <a:pt x="98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97"/>
            <p:cNvSpPr/>
            <p:nvPr/>
          </p:nvSpPr>
          <p:spPr>
            <a:xfrm>
              <a:off x="1068328" y="3206114"/>
              <a:ext cx="114813" cy="13311"/>
            </a:xfrm>
            <a:custGeom>
              <a:rect b="b" l="l" r="r" t="t"/>
              <a:pathLst>
                <a:path extrusionOk="0" h="406" w="3502">
                  <a:moveTo>
                    <a:pt x="191" y="1"/>
                  </a:moveTo>
                  <a:cubicBezTo>
                    <a:pt x="120" y="1"/>
                    <a:pt x="1" y="48"/>
                    <a:pt x="1" y="167"/>
                  </a:cubicBezTo>
                  <a:cubicBezTo>
                    <a:pt x="1" y="286"/>
                    <a:pt x="72" y="405"/>
                    <a:pt x="239" y="405"/>
                  </a:cubicBezTo>
                  <a:lnTo>
                    <a:pt x="3264" y="405"/>
                  </a:lnTo>
                  <a:cubicBezTo>
                    <a:pt x="3359" y="405"/>
                    <a:pt x="3478" y="358"/>
                    <a:pt x="3478" y="239"/>
                  </a:cubicBezTo>
                  <a:cubicBezTo>
                    <a:pt x="3502" y="120"/>
                    <a:pt x="3383" y="1"/>
                    <a:pt x="3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97"/>
            <p:cNvSpPr/>
            <p:nvPr/>
          </p:nvSpPr>
          <p:spPr>
            <a:xfrm>
              <a:off x="1068328" y="3245948"/>
              <a:ext cx="174941" cy="14065"/>
            </a:xfrm>
            <a:custGeom>
              <a:rect b="b" l="l" r="r" t="t"/>
              <a:pathLst>
                <a:path extrusionOk="0" h="429" w="5336">
                  <a:moveTo>
                    <a:pt x="215" y="0"/>
                  </a:moveTo>
                  <a:cubicBezTo>
                    <a:pt x="144" y="0"/>
                    <a:pt x="25" y="72"/>
                    <a:pt x="25" y="191"/>
                  </a:cubicBezTo>
                  <a:cubicBezTo>
                    <a:pt x="1" y="310"/>
                    <a:pt x="72" y="429"/>
                    <a:pt x="239" y="429"/>
                  </a:cubicBezTo>
                  <a:lnTo>
                    <a:pt x="5097" y="429"/>
                  </a:lnTo>
                  <a:cubicBezTo>
                    <a:pt x="5193" y="429"/>
                    <a:pt x="5312" y="357"/>
                    <a:pt x="5312" y="238"/>
                  </a:cubicBezTo>
                  <a:cubicBezTo>
                    <a:pt x="5335" y="119"/>
                    <a:pt x="5216" y="0"/>
                    <a:pt x="50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97"/>
            <p:cNvSpPr/>
            <p:nvPr/>
          </p:nvSpPr>
          <p:spPr>
            <a:xfrm>
              <a:off x="1068328" y="3285749"/>
              <a:ext cx="174941" cy="14098"/>
            </a:xfrm>
            <a:custGeom>
              <a:rect b="b" l="l" r="r" t="t"/>
              <a:pathLst>
                <a:path extrusionOk="0" h="430" w="5336">
                  <a:moveTo>
                    <a:pt x="215" y="1"/>
                  </a:moveTo>
                  <a:cubicBezTo>
                    <a:pt x="144" y="1"/>
                    <a:pt x="25" y="72"/>
                    <a:pt x="25" y="191"/>
                  </a:cubicBezTo>
                  <a:cubicBezTo>
                    <a:pt x="1" y="310"/>
                    <a:pt x="72" y="429"/>
                    <a:pt x="239" y="429"/>
                  </a:cubicBezTo>
                  <a:lnTo>
                    <a:pt x="5097" y="429"/>
                  </a:lnTo>
                  <a:cubicBezTo>
                    <a:pt x="5193" y="429"/>
                    <a:pt x="5312" y="358"/>
                    <a:pt x="5312" y="239"/>
                  </a:cubicBezTo>
                  <a:cubicBezTo>
                    <a:pt x="5335" y="120"/>
                    <a:pt x="5216" y="1"/>
                    <a:pt x="5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97"/>
            <p:cNvSpPr/>
            <p:nvPr/>
          </p:nvSpPr>
          <p:spPr>
            <a:xfrm>
              <a:off x="1068328" y="3326336"/>
              <a:ext cx="174941" cy="13311"/>
            </a:xfrm>
            <a:custGeom>
              <a:rect b="b" l="l" r="r" t="t"/>
              <a:pathLst>
                <a:path extrusionOk="0" h="406" w="5336">
                  <a:moveTo>
                    <a:pt x="215" y="1"/>
                  </a:moveTo>
                  <a:cubicBezTo>
                    <a:pt x="144" y="1"/>
                    <a:pt x="25" y="49"/>
                    <a:pt x="25" y="168"/>
                  </a:cubicBezTo>
                  <a:cubicBezTo>
                    <a:pt x="1" y="287"/>
                    <a:pt x="72" y="406"/>
                    <a:pt x="239" y="406"/>
                  </a:cubicBezTo>
                  <a:lnTo>
                    <a:pt x="5097" y="406"/>
                  </a:lnTo>
                  <a:cubicBezTo>
                    <a:pt x="5193" y="406"/>
                    <a:pt x="5312" y="358"/>
                    <a:pt x="5312" y="239"/>
                  </a:cubicBezTo>
                  <a:cubicBezTo>
                    <a:pt x="5335" y="120"/>
                    <a:pt x="5216" y="1"/>
                    <a:pt x="5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97"/>
            <p:cNvSpPr/>
            <p:nvPr/>
          </p:nvSpPr>
          <p:spPr>
            <a:xfrm>
              <a:off x="1148749" y="3366170"/>
              <a:ext cx="14098" cy="13311"/>
            </a:xfrm>
            <a:custGeom>
              <a:rect b="b" l="l" r="r" t="t"/>
              <a:pathLst>
                <a:path extrusionOk="0" h="406" w="430">
                  <a:moveTo>
                    <a:pt x="215" y="1"/>
                  </a:moveTo>
                  <a:cubicBezTo>
                    <a:pt x="96" y="1"/>
                    <a:pt x="1" y="96"/>
                    <a:pt x="1" y="191"/>
                  </a:cubicBezTo>
                  <a:cubicBezTo>
                    <a:pt x="1" y="310"/>
                    <a:pt x="96" y="405"/>
                    <a:pt x="215" y="405"/>
                  </a:cubicBezTo>
                  <a:cubicBezTo>
                    <a:pt x="334" y="405"/>
                    <a:pt x="430" y="310"/>
                    <a:pt x="430" y="191"/>
                  </a:cubicBezTo>
                  <a:cubicBezTo>
                    <a:pt x="430"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3" name="Google Shape;21823;p97"/>
          <p:cNvGrpSpPr/>
          <p:nvPr/>
        </p:nvGrpSpPr>
        <p:grpSpPr>
          <a:xfrm>
            <a:off x="1757824" y="2885068"/>
            <a:ext cx="342767" cy="343554"/>
            <a:chOff x="1749961" y="3037468"/>
            <a:chExt cx="342767" cy="343554"/>
          </a:xfrm>
        </p:grpSpPr>
        <p:sp>
          <p:nvSpPr>
            <p:cNvPr id="21824" name="Google Shape;21824;p97"/>
            <p:cNvSpPr/>
            <p:nvPr/>
          </p:nvSpPr>
          <p:spPr>
            <a:xfrm>
              <a:off x="2005257" y="3232670"/>
              <a:ext cx="60160" cy="60128"/>
            </a:xfrm>
            <a:custGeom>
              <a:rect b="b" l="l" r="r" t="t"/>
              <a:pathLst>
                <a:path extrusionOk="0" h="1834" w="1835">
                  <a:moveTo>
                    <a:pt x="905" y="0"/>
                  </a:moveTo>
                  <a:cubicBezTo>
                    <a:pt x="405" y="0"/>
                    <a:pt x="0" y="405"/>
                    <a:pt x="0" y="905"/>
                  </a:cubicBezTo>
                  <a:cubicBezTo>
                    <a:pt x="0" y="1429"/>
                    <a:pt x="405" y="1834"/>
                    <a:pt x="905" y="1834"/>
                  </a:cubicBezTo>
                  <a:cubicBezTo>
                    <a:pt x="1429" y="1834"/>
                    <a:pt x="1834" y="1429"/>
                    <a:pt x="1834" y="905"/>
                  </a:cubicBezTo>
                  <a:cubicBezTo>
                    <a:pt x="1834" y="405"/>
                    <a:pt x="1429"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97"/>
            <p:cNvSpPr/>
            <p:nvPr/>
          </p:nvSpPr>
          <p:spPr>
            <a:xfrm>
              <a:off x="1985718" y="3314567"/>
              <a:ext cx="99994" cy="59439"/>
            </a:xfrm>
            <a:custGeom>
              <a:rect b="b" l="l" r="r" t="t"/>
              <a:pathLst>
                <a:path extrusionOk="0" h="1813" w="3050">
                  <a:moveTo>
                    <a:pt x="1489" y="0"/>
                  </a:moveTo>
                  <a:cubicBezTo>
                    <a:pt x="669" y="0"/>
                    <a:pt x="1" y="674"/>
                    <a:pt x="1" y="1503"/>
                  </a:cubicBezTo>
                  <a:lnTo>
                    <a:pt x="1" y="1813"/>
                  </a:lnTo>
                  <a:lnTo>
                    <a:pt x="3049" y="1813"/>
                  </a:lnTo>
                  <a:lnTo>
                    <a:pt x="3049" y="1503"/>
                  </a:lnTo>
                  <a:cubicBezTo>
                    <a:pt x="3049" y="670"/>
                    <a:pt x="2406" y="3"/>
                    <a:pt x="1573" y="3"/>
                  </a:cubicBezTo>
                  <a:cubicBezTo>
                    <a:pt x="1545" y="1"/>
                    <a:pt x="1517"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97"/>
            <p:cNvSpPr/>
            <p:nvPr/>
          </p:nvSpPr>
          <p:spPr>
            <a:xfrm>
              <a:off x="1756190" y="3314567"/>
              <a:ext cx="100748" cy="59439"/>
            </a:xfrm>
            <a:custGeom>
              <a:rect b="b" l="l" r="r" t="t"/>
              <a:pathLst>
                <a:path extrusionOk="0" h="1813" w="3073">
                  <a:moveTo>
                    <a:pt x="1489" y="0"/>
                  </a:moveTo>
                  <a:cubicBezTo>
                    <a:pt x="669" y="0"/>
                    <a:pt x="1" y="674"/>
                    <a:pt x="1" y="1503"/>
                  </a:cubicBezTo>
                  <a:lnTo>
                    <a:pt x="1" y="1813"/>
                  </a:lnTo>
                  <a:lnTo>
                    <a:pt x="3073" y="1813"/>
                  </a:lnTo>
                  <a:lnTo>
                    <a:pt x="3073" y="1503"/>
                  </a:lnTo>
                  <a:cubicBezTo>
                    <a:pt x="3073" y="670"/>
                    <a:pt x="2430" y="3"/>
                    <a:pt x="1572" y="3"/>
                  </a:cubicBezTo>
                  <a:cubicBezTo>
                    <a:pt x="1544" y="1"/>
                    <a:pt x="1516" y="0"/>
                    <a:pt x="148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97"/>
            <p:cNvSpPr/>
            <p:nvPr/>
          </p:nvSpPr>
          <p:spPr>
            <a:xfrm>
              <a:off x="1776484" y="3232670"/>
              <a:ext cx="60160" cy="60128"/>
            </a:xfrm>
            <a:custGeom>
              <a:rect b="b" l="l" r="r" t="t"/>
              <a:pathLst>
                <a:path extrusionOk="0" h="1834" w="1835">
                  <a:moveTo>
                    <a:pt x="929" y="0"/>
                  </a:moveTo>
                  <a:cubicBezTo>
                    <a:pt x="406" y="0"/>
                    <a:pt x="1" y="405"/>
                    <a:pt x="1" y="905"/>
                  </a:cubicBezTo>
                  <a:cubicBezTo>
                    <a:pt x="1" y="1429"/>
                    <a:pt x="406" y="1834"/>
                    <a:pt x="929" y="1834"/>
                  </a:cubicBezTo>
                  <a:cubicBezTo>
                    <a:pt x="1430" y="1834"/>
                    <a:pt x="1834" y="1429"/>
                    <a:pt x="1834" y="905"/>
                  </a:cubicBezTo>
                  <a:cubicBezTo>
                    <a:pt x="1834" y="405"/>
                    <a:pt x="1430" y="0"/>
                    <a:pt x="9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97"/>
            <p:cNvSpPr/>
            <p:nvPr/>
          </p:nvSpPr>
          <p:spPr>
            <a:xfrm>
              <a:off x="1780385" y="3043730"/>
              <a:ext cx="281099" cy="161630"/>
            </a:xfrm>
            <a:custGeom>
              <a:rect b="b" l="l" r="r" t="t"/>
              <a:pathLst>
                <a:path extrusionOk="0" h="4930" w="8574">
                  <a:moveTo>
                    <a:pt x="429" y="0"/>
                  </a:moveTo>
                  <a:cubicBezTo>
                    <a:pt x="191" y="0"/>
                    <a:pt x="1" y="191"/>
                    <a:pt x="1" y="429"/>
                  </a:cubicBezTo>
                  <a:lnTo>
                    <a:pt x="1" y="3287"/>
                  </a:lnTo>
                  <a:cubicBezTo>
                    <a:pt x="1" y="3525"/>
                    <a:pt x="191" y="3691"/>
                    <a:pt x="429" y="3691"/>
                  </a:cubicBezTo>
                  <a:lnTo>
                    <a:pt x="1858" y="3691"/>
                  </a:lnTo>
                  <a:lnTo>
                    <a:pt x="1858" y="4930"/>
                  </a:lnTo>
                  <a:lnTo>
                    <a:pt x="3073" y="3691"/>
                  </a:lnTo>
                  <a:lnTo>
                    <a:pt x="5502" y="3691"/>
                  </a:lnTo>
                  <a:lnTo>
                    <a:pt x="6740" y="4930"/>
                  </a:lnTo>
                  <a:lnTo>
                    <a:pt x="6740" y="3691"/>
                  </a:lnTo>
                  <a:lnTo>
                    <a:pt x="8169" y="3691"/>
                  </a:lnTo>
                  <a:cubicBezTo>
                    <a:pt x="8407" y="3691"/>
                    <a:pt x="8574" y="3525"/>
                    <a:pt x="8574" y="3287"/>
                  </a:cubicBezTo>
                  <a:lnTo>
                    <a:pt x="8574" y="429"/>
                  </a:lnTo>
                  <a:cubicBezTo>
                    <a:pt x="8574" y="215"/>
                    <a:pt x="8407" y="0"/>
                    <a:pt x="8169"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97"/>
            <p:cNvSpPr/>
            <p:nvPr/>
          </p:nvSpPr>
          <p:spPr>
            <a:xfrm>
              <a:off x="1769468" y="3225621"/>
              <a:ext cx="74192" cy="74225"/>
            </a:xfrm>
            <a:custGeom>
              <a:rect b="b" l="l" r="r" t="t"/>
              <a:pathLst>
                <a:path extrusionOk="0" h="2264" w="2263">
                  <a:moveTo>
                    <a:pt x="1143" y="406"/>
                  </a:moveTo>
                  <a:cubicBezTo>
                    <a:pt x="1524" y="406"/>
                    <a:pt x="1858" y="739"/>
                    <a:pt x="1858" y="1120"/>
                  </a:cubicBezTo>
                  <a:cubicBezTo>
                    <a:pt x="1858" y="1501"/>
                    <a:pt x="1524" y="1835"/>
                    <a:pt x="1143" y="1835"/>
                  </a:cubicBezTo>
                  <a:cubicBezTo>
                    <a:pt x="739" y="1835"/>
                    <a:pt x="429" y="1501"/>
                    <a:pt x="429" y="1120"/>
                  </a:cubicBezTo>
                  <a:cubicBezTo>
                    <a:pt x="429" y="739"/>
                    <a:pt x="762" y="406"/>
                    <a:pt x="1143" y="406"/>
                  </a:cubicBezTo>
                  <a:close/>
                  <a:moveTo>
                    <a:pt x="1143" y="1"/>
                  </a:moveTo>
                  <a:cubicBezTo>
                    <a:pt x="500" y="1"/>
                    <a:pt x="0" y="501"/>
                    <a:pt x="0" y="1120"/>
                  </a:cubicBezTo>
                  <a:cubicBezTo>
                    <a:pt x="0" y="1763"/>
                    <a:pt x="524" y="2263"/>
                    <a:pt x="1143" y="2263"/>
                  </a:cubicBezTo>
                  <a:cubicBezTo>
                    <a:pt x="1763" y="2263"/>
                    <a:pt x="2263" y="1763"/>
                    <a:pt x="2263" y="1120"/>
                  </a:cubicBezTo>
                  <a:cubicBezTo>
                    <a:pt x="2263" y="501"/>
                    <a:pt x="1763" y="1"/>
                    <a:pt x="11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97"/>
            <p:cNvSpPr/>
            <p:nvPr/>
          </p:nvSpPr>
          <p:spPr>
            <a:xfrm>
              <a:off x="1749961" y="3305256"/>
              <a:ext cx="114780" cy="74225"/>
            </a:xfrm>
            <a:custGeom>
              <a:rect b="b" l="l" r="r" t="t"/>
              <a:pathLst>
                <a:path extrusionOk="0" h="2264" w="3501">
                  <a:moveTo>
                    <a:pt x="1670" y="448"/>
                  </a:moveTo>
                  <a:cubicBezTo>
                    <a:pt x="1709" y="448"/>
                    <a:pt x="1747" y="450"/>
                    <a:pt x="1786" y="453"/>
                  </a:cubicBezTo>
                  <a:cubicBezTo>
                    <a:pt x="2501" y="477"/>
                    <a:pt x="3072" y="1073"/>
                    <a:pt x="3072" y="1787"/>
                  </a:cubicBezTo>
                  <a:lnTo>
                    <a:pt x="3072" y="1882"/>
                  </a:lnTo>
                  <a:lnTo>
                    <a:pt x="429" y="1882"/>
                  </a:lnTo>
                  <a:lnTo>
                    <a:pt x="429" y="1763"/>
                  </a:lnTo>
                  <a:lnTo>
                    <a:pt x="405" y="1763"/>
                  </a:lnTo>
                  <a:cubicBezTo>
                    <a:pt x="405" y="1063"/>
                    <a:pt x="962" y="448"/>
                    <a:pt x="1670" y="448"/>
                  </a:cubicBezTo>
                  <a:close/>
                  <a:moveTo>
                    <a:pt x="1789" y="0"/>
                  </a:moveTo>
                  <a:cubicBezTo>
                    <a:pt x="810" y="0"/>
                    <a:pt x="48" y="777"/>
                    <a:pt x="48" y="1739"/>
                  </a:cubicBezTo>
                  <a:lnTo>
                    <a:pt x="48" y="2025"/>
                  </a:lnTo>
                  <a:cubicBezTo>
                    <a:pt x="0" y="2192"/>
                    <a:pt x="95" y="2263"/>
                    <a:pt x="214" y="2263"/>
                  </a:cubicBezTo>
                  <a:lnTo>
                    <a:pt x="3286" y="2263"/>
                  </a:lnTo>
                  <a:cubicBezTo>
                    <a:pt x="3405" y="2263"/>
                    <a:pt x="3501" y="2192"/>
                    <a:pt x="3501" y="2073"/>
                  </a:cubicBezTo>
                  <a:lnTo>
                    <a:pt x="3501" y="1763"/>
                  </a:lnTo>
                  <a:cubicBezTo>
                    <a:pt x="3501" y="811"/>
                    <a:pt x="2739" y="49"/>
                    <a:pt x="1834" y="1"/>
                  </a:cubicBezTo>
                  <a:cubicBezTo>
                    <a:pt x="1819" y="1"/>
                    <a:pt x="1804" y="0"/>
                    <a:pt x="1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97"/>
            <p:cNvSpPr/>
            <p:nvPr/>
          </p:nvSpPr>
          <p:spPr>
            <a:xfrm>
              <a:off x="1998241" y="3226408"/>
              <a:ext cx="74192" cy="74225"/>
            </a:xfrm>
            <a:custGeom>
              <a:rect b="b" l="l" r="r" t="t"/>
              <a:pathLst>
                <a:path extrusionOk="0" h="2264" w="2263">
                  <a:moveTo>
                    <a:pt x="1119" y="382"/>
                  </a:moveTo>
                  <a:cubicBezTo>
                    <a:pt x="1524" y="382"/>
                    <a:pt x="1834" y="715"/>
                    <a:pt x="1834" y="1096"/>
                  </a:cubicBezTo>
                  <a:cubicBezTo>
                    <a:pt x="1834" y="1501"/>
                    <a:pt x="1524" y="1811"/>
                    <a:pt x="1119" y="1811"/>
                  </a:cubicBezTo>
                  <a:cubicBezTo>
                    <a:pt x="738" y="1811"/>
                    <a:pt x="405" y="1501"/>
                    <a:pt x="405" y="1096"/>
                  </a:cubicBezTo>
                  <a:cubicBezTo>
                    <a:pt x="405" y="715"/>
                    <a:pt x="738" y="382"/>
                    <a:pt x="1119" y="382"/>
                  </a:cubicBezTo>
                  <a:close/>
                  <a:moveTo>
                    <a:pt x="1119" y="1"/>
                  </a:moveTo>
                  <a:cubicBezTo>
                    <a:pt x="500" y="1"/>
                    <a:pt x="0" y="501"/>
                    <a:pt x="0" y="1144"/>
                  </a:cubicBezTo>
                  <a:cubicBezTo>
                    <a:pt x="0" y="1763"/>
                    <a:pt x="500" y="2263"/>
                    <a:pt x="1119" y="2263"/>
                  </a:cubicBezTo>
                  <a:cubicBezTo>
                    <a:pt x="1762" y="2263"/>
                    <a:pt x="2262" y="1763"/>
                    <a:pt x="2262" y="1144"/>
                  </a:cubicBezTo>
                  <a:cubicBezTo>
                    <a:pt x="2262" y="501"/>
                    <a:pt x="1762" y="1"/>
                    <a:pt x="11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97"/>
            <p:cNvSpPr/>
            <p:nvPr/>
          </p:nvSpPr>
          <p:spPr>
            <a:xfrm>
              <a:off x="1978702" y="3307583"/>
              <a:ext cx="114026" cy="73438"/>
            </a:xfrm>
            <a:custGeom>
              <a:rect b="b" l="l" r="r" t="t"/>
              <a:pathLst>
                <a:path extrusionOk="0" h="2240" w="3478">
                  <a:moveTo>
                    <a:pt x="1712" y="382"/>
                  </a:moveTo>
                  <a:cubicBezTo>
                    <a:pt x="2453" y="382"/>
                    <a:pt x="3049" y="968"/>
                    <a:pt x="3049" y="1692"/>
                  </a:cubicBezTo>
                  <a:lnTo>
                    <a:pt x="3049" y="1811"/>
                  </a:lnTo>
                  <a:lnTo>
                    <a:pt x="405" y="1811"/>
                  </a:lnTo>
                  <a:lnTo>
                    <a:pt x="405" y="1716"/>
                  </a:lnTo>
                  <a:cubicBezTo>
                    <a:pt x="405" y="1002"/>
                    <a:pt x="977" y="406"/>
                    <a:pt x="1668" y="382"/>
                  </a:cubicBezTo>
                  <a:cubicBezTo>
                    <a:pt x="1682" y="382"/>
                    <a:pt x="1697" y="382"/>
                    <a:pt x="1712" y="382"/>
                  </a:cubicBezTo>
                  <a:close/>
                  <a:moveTo>
                    <a:pt x="1736" y="1"/>
                  </a:moveTo>
                  <a:cubicBezTo>
                    <a:pt x="1721" y="1"/>
                    <a:pt x="1706" y="1"/>
                    <a:pt x="1691" y="1"/>
                  </a:cubicBezTo>
                  <a:cubicBezTo>
                    <a:pt x="739" y="1"/>
                    <a:pt x="1" y="764"/>
                    <a:pt x="1" y="1716"/>
                  </a:cubicBezTo>
                  <a:lnTo>
                    <a:pt x="1" y="2026"/>
                  </a:lnTo>
                  <a:cubicBezTo>
                    <a:pt x="1" y="2145"/>
                    <a:pt x="96" y="2240"/>
                    <a:pt x="215" y="2240"/>
                  </a:cubicBezTo>
                  <a:lnTo>
                    <a:pt x="3263" y="2240"/>
                  </a:lnTo>
                  <a:cubicBezTo>
                    <a:pt x="3382" y="2240"/>
                    <a:pt x="3478" y="2145"/>
                    <a:pt x="3478" y="2026"/>
                  </a:cubicBezTo>
                  <a:lnTo>
                    <a:pt x="3478" y="1716"/>
                  </a:lnTo>
                  <a:cubicBezTo>
                    <a:pt x="3478" y="755"/>
                    <a:pt x="2692" y="1"/>
                    <a:pt x="1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97"/>
            <p:cNvSpPr/>
            <p:nvPr/>
          </p:nvSpPr>
          <p:spPr>
            <a:xfrm>
              <a:off x="1813957" y="3077302"/>
              <a:ext cx="213955" cy="13311"/>
            </a:xfrm>
            <a:custGeom>
              <a:rect b="b" l="l" r="r" t="t"/>
              <a:pathLst>
                <a:path extrusionOk="0" h="406" w="6526">
                  <a:moveTo>
                    <a:pt x="191" y="0"/>
                  </a:moveTo>
                  <a:cubicBezTo>
                    <a:pt x="72" y="0"/>
                    <a:pt x="1" y="119"/>
                    <a:pt x="1" y="238"/>
                  </a:cubicBezTo>
                  <a:cubicBezTo>
                    <a:pt x="25" y="357"/>
                    <a:pt x="120" y="405"/>
                    <a:pt x="191" y="405"/>
                  </a:cubicBezTo>
                  <a:lnTo>
                    <a:pt x="6312" y="405"/>
                  </a:lnTo>
                  <a:cubicBezTo>
                    <a:pt x="6383" y="405"/>
                    <a:pt x="6502" y="357"/>
                    <a:pt x="6502" y="238"/>
                  </a:cubicBezTo>
                  <a:cubicBezTo>
                    <a:pt x="6526" y="119"/>
                    <a:pt x="6407" y="0"/>
                    <a:pt x="6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97"/>
            <p:cNvSpPr/>
            <p:nvPr/>
          </p:nvSpPr>
          <p:spPr>
            <a:xfrm>
              <a:off x="1813957" y="3117889"/>
              <a:ext cx="214742" cy="14098"/>
            </a:xfrm>
            <a:custGeom>
              <a:rect b="b" l="l" r="r" t="t"/>
              <a:pathLst>
                <a:path extrusionOk="0" h="430" w="6550">
                  <a:moveTo>
                    <a:pt x="239" y="1"/>
                  </a:moveTo>
                  <a:cubicBezTo>
                    <a:pt x="144" y="1"/>
                    <a:pt x="25" y="72"/>
                    <a:pt x="25" y="191"/>
                  </a:cubicBezTo>
                  <a:cubicBezTo>
                    <a:pt x="1" y="310"/>
                    <a:pt x="120" y="429"/>
                    <a:pt x="239" y="429"/>
                  </a:cubicBezTo>
                  <a:lnTo>
                    <a:pt x="6335" y="429"/>
                  </a:lnTo>
                  <a:cubicBezTo>
                    <a:pt x="6431" y="429"/>
                    <a:pt x="6526" y="358"/>
                    <a:pt x="6526" y="239"/>
                  </a:cubicBezTo>
                  <a:cubicBezTo>
                    <a:pt x="6550" y="96"/>
                    <a:pt x="6455" y="1"/>
                    <a:pt x="63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97"/>
            <p:cNvSpPr/>
            <p:nvPr/>
          </p:nvSpPr>
          <p:spPr>
            <a:xfrm>
              <a:off x="1913918" y="3037468"/>
              <a:ext cx="14065" cy="13311"/>
            </a:xfrm>
            <a:custGeom>
              <a:rect b="b" l="l" r="r" t="t"/>
              <a:pathLst>
                <a:path extrusionOk="0" h="406" w="429">
                  <a:moveTo>
                    <a:pt x="214" y="1"/>
                  </a:moveTo>
                  <a:cubicBezTo>
                    <a:pt x="95" y="1"/>
                    <a:pt x="0" y="72"/>
                    <a:pt x="0" y="191"/>
                  </a:cubicBezTo>
                  <a:cubicBezTo>
                    <a:pt x="0" y="310"/>
                    <a:pt x="95" y="406"/>
                    <a:pt x="214" y="406"/>
                  </a:cubicBezTo>
                  <a:cubicBezTo>
                    <a:pt x="333" y="406"/>
                    <a:pt x="429" y="310"/>
                    <a:pt x="429" y="191"/>
                  </a:cubicBezTo>
                  <a:cubicBezTo>
                    <a:pt x="429" y="72"/>
                    <a:pt x="333"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97"/>
            <p:cNvSpPr/>
            <p:nvPr/>
          </p:nvSpPr>
          <p:spPr>
            <a:xfrm>
              <a:off x="1773369" y="3038255"/>
              <a:ext cx="295163" cy="174777"/>
            </a:xfrm>
            <a:custGeom>
              <a:rect b="b" l="l" r="r" t="t"/>
              <a:pathLst>
                <a:path extrusionOk="0" h="5331" w="9003">
                  <a:moveTo>
                    <a:pt x="643" y="0"/>
                  </a:moveTo>
                  <a:cubicBezTo>
                    <a:pt x="310" y="0"/>
                    <a:pt x="0" y="262"/>
                    <a:pt x="0" y="620"/>
                  </a:cubicBezTo>
                  <a:lnTo>
                    <a:pt x="0" y="3477"/>
                  </a:lnTo>
                  <a:cubicBezTo>
                    <a:pt x="0" y="3811"/>
                    <a:pt x="286" y="4097"/>
                    <a:pt x="643" y="4097"/>
                  </a:cubicBezTo>
                  <a:lnTo>
                    <a:pt x="1858" y="4097"/>
                  </a:lnTo>
                  <a:lnTo>
                    <a:pt x="1858" y="5121"/>
                  </a:lnTo>
                  <a:cubicBezTo>
                    <a:pt x="1858" y="5168"/>
                    <a:pt x="1882" y="5240"/>
                    <a:pt x="1906" y="5263"/>
                  </a:cubicBezTo>
                  <a:cubicBezTo>
                    <a:pt x="1953" y="5299"/>
                    <a:pt x="2007" y="5317"/>
                    <a:pt x="2057" y="5317"/>
                  </a:cubicBezTo>
                  <a:cubicBezTo>
                    <a:pt x="2108" y="5317"/>
                    <a:pt x="2156" y="5299"/>
                    <a:pt x="2191" y="5263"/>
                  </a:cubicBezTo>
                  <a:lnTo>
                    <a:pt x="3334" y="4097"/>
                  </a:lnTo>
                  <a:lnTo>
                    <a:pt x="5644" y="4097"/>
                  </a:lnTo>
                  <a:lnTo>
                    <a:pt x="6788" y="5263"/>
                  </a:lnTo>
                  <a:cubicBezTo>
                    <a:pt x="6829" y="5305"/>
                    <a:pt x="6887" y="5330"/>
                    <a:pt x="6946" y="5330"/>
                  </a:cubicBezTo>
                  <a:cubicBezTo>
                    <a:pt x="6989" y="5330"/>
                    <a:pt x="7033" y="5317"/>
                    <a:pt x="7073" y="5287"/>
                  </a:cubicBezTo>
                  <a:cubicBezTo>
                    <a:pt x="7121" y="5263"/>
                    <a:pt x="7145" y="5168"/>
                    <a:pt x="7145" y="5121"/>
                  </a:cubicBezTo>
                  <a:lnTo>
                    <a:pt x="7145" y="4097"/>
                  </a:lnTo>
                  <a:lnTo>
                    <a:pt x="8383" y="4097"/>
                  </a:lnTo>
                  <a:cubicBezTo>
                    <a:pt x="8693" y="4097"/>
                    <a:pt x="9002" y="3835"/>
                    <a:pt x="9002" y="3477"/>
                  </a:cubicBezTo>
                  <a:lnTo>
                    <a:pt x="9002" y="239"/>
                  </a:lnTo>
                  <a:cubicBezTo>
                    <a:pt x="9002" y="120"/>
                    <a:pt x="8907" y="24"/>
                    <a:pt x="8788" y="24"/>
                  </a:cubicBezTo>
                  <a:lnTo>
                    <a:pt x="5359" y="24"/>
                  </a:lnTo>
                  <a:cubicBezTo>
                    <a:pt x="5335" y="24"/>
                    <a:pt x="5335" y="24"/>
                    <a:pt x="5311" y="48"/>
                  </a:cubicBezTo>
                  <a:cubicBezTo>
                    <a:pt x="5121" y="239"/>
                    <a:pt x="5240" y="453"/>
                    <a:pt x="5430" y="453"/>
                  </a:cubicBezTo>
                  <a:lnTo>
                    <a:pt x="8383" y="453"/>
                  </a:lnTo>
                  <a:cubicBezTo>
                    <a:pt x="8502" y="453"/>
                    <a:pt x="8574" y="524"/>
                    <a:pt x="8574" y="643"/>
                  </a:cubicBezTo>
                  <a:lnTo>
                    <a:pt x="8574" y="3501"/>
                  </a:lnTo>
                  <a:cubicBezTo>
                    <a:pt x="8574" y="3620"/>
                    <a:pt x="8502" y="3716"/>
                    <a:pt x="8383" y="3716"/>
                  </a:cubicBezTo>
                  <a:lnTo>
                    <a:pt x="6954" y="3716"/>
                  </a:lnTo>
                  <a:cubicBezTo>
                    <a:pt x="6835" y="3716"/>
                    <a:pt x="6740" y="3811"/>
                    <a:pt x="6740" y="3930"/>
                  </a:cubicBezTo>
                  <a:lnTo>
                    <a:pt x="6740" y="4668"/>
                  </a:lnTo>
                  <a:lnTo>
                    <a:pt x="5883" y="3811"/>
                  </a:lnTo>
                  <a:cubicBezTo>
                    <a:pt x="5835" y="3787"/>
                    <a:pt x="5787" y="3739"/>
                    <a:pt x="5716" y="3739"/>
                  </a:cubicBezTo>
                  <a:lnTo>
                    <a:pt x="3287" y="3739"/>
                  </a:lnTo>
                  <a:cubicBezTo>
                    <a:pt x="3215" y="3739"/>
                    <a:pt x="3168" y="3787"/>
                    <a:pt x="3144" y="3811"/>
                  </a:cubicBezTo>
                  <a:lnTo>
                    <a:pt x="2263" y="4668"/>
                  </a:lnTo>
                  <a:lnTo>
                    <a:pt x="2263" y="3930"/>
                  </a:lnTo>
                  <a:cubicBezTo>
                    <a:pt x="2263" y="3811"/>
                    <a:pt x="2191" y="3716"/>
                    <a:pt x="2072" y="3716"/>
                  </a:cubicBezTo>
                  <a:lnTo>
                    <a:pt x="643" y="3716"/>
                  </a:lnTo>
                  <a:cubicBezTo>
                    <a:pt x="524" y="3716"/>
                    <a:pt x="429" y="3620"/>
                    <a:pt x="429" y="3501"/>
                  </a:cubicBezTo>
                  <a:lnTo>
                    <a:pt x="429" y="643"/>
                  </a:lnTo>
                  <a:cubicBezTo>
                    <a:pt x="429" y="524"/>
                    <a:pt x="524" y="453"/>
                    <a:pt x="643" y="453"/>
                  </a:cubicBezTo>
                  <a:lnTo>
                    <a:pt x="3573" y="453"/>
                  </a:lnTo>
                  <a:cubicBezTo>
                    <a:pt x="3668" y="453"/>
                    <a:pt x="3787" y="382"/>
                    <a:pt x="3787" y="262"/>
                  </a:cubicBezTo>
                  <a:cubicBezTo>
                    <a:pt x="3811" y="72"/>
                    <a:pt x="3692" y="0"/>
                    <a:pt x="35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7" name="Google Shape;21837;p97"/>
          <p:cNvGrpSpPr/>
          <p:nvPr/>
        </p:nvGrpSpPr>
        <p:grpSpPr>
          <a:xfrm>
            <a:off x="2513584" y="2882740"/>
            <a:ext cx="342013" cy="345882"/>
            <a:chOff x="2505720" y="3035140"/>
            <a:chExt cx="342013" cy="345882"/>
          </a:xfrm>
        </p:grpSpPr>
        <p:sp>
          <p:nvSpPr>
            <p:cNvPr id="21838" name="Google Shape;21838;p97"/>
            <p:cNvSpPr/>
            <p:nvPr/>
          </p:nvSpPr>
          <p:spPr>
            <a:xfrm>
              <a:off x="2513523" y="3164739"/>
              <a:ext cx="328735" cy="209267"/>
            </a:xfrm>
            <a:custGeom>
              <a:rect b="b" l="l" r="r" t="t"/>
              <a:pathLst>
                <a:path extrusionOk="0" h="6383" w="10027">
                  <a:moveTo>
                    <a:pt x="1215" y="0"/>
                  </a:moveTo>
                  <a:lnTo>
                    <a:pt x="1215" y="4525"/>
                  </a:lnTo>
                  <a:lnTo>
                    <a:pt x="929" y="4525"/>
                  </a:lnTo>
                  <a:cubicBezTo>
                    <a:pt x="405" y="4525"/>
                    <a:pt x="1" y="4954"/>
                    <a:pt x="1" y="5454"/>
                  </a:cubicBezTo>
                  <a:cubicBezTo>
                    <a:pt x="1" y="5954"/>
                    <a:pt x="405" y="6383"/>
                    <a:pt x="929" y="6383"/>
                  </a:cubicBezTo>
                  <a:lnTo>
                    <a:pt x="10026" y="6383"/>
                  </a:lnTo>
                  <a:lnTo>
                    <a:pt x="10026"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97"/>
            <p:cNvSpPr/>
            <p:nvPr/>
          </p:nvSpPr>
          <p:spPr>
            <a:xfrm>
              <a:off x="2717315" y="3292765"/>
              <a:ext cx="80454" cy="39867"/>
            </a:xfrm>
            <a:custGeom>
              <a:rect b="b" l="l" r="r" t="t"/>
              <a:pathLst>
                <a:path extrusionOk="0" h="1216" w="2454">
                  <a:moveTo>
                    <a:pt x="0" y="1"/>
                  </a:moveTo>
                  <a:lnTo>
                    <a:pt x="0" y="1216"/>
                  </a:lnTo>
                  <a:lnTo>
                    <a:pt x="2453" y="1216"/>
                  </a:lnTo>
                  <a:lnTo>
                    <a:pt x="2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97"/>
            <p:cNvSpPr/>
            <p:nvPr/>
          </p:nvSpPr>
          <p:spPr>
            <a:xfrm>
              <a:off x="2618927" y="3045271"/>
              <a:ext cx="159302" cy="160089"/>
            </a:xfrm>
            <a:custGeom>
              <a:rect b="b" l="l" r="r" t="t"/>
              <a:pathLst>
                <a:path extrusionOk="0" h="4883" w="4859">
                  <a:moveTo>
                    <a:pt x="2382" y="1811"/>
                  </a:moveTo>
                  <a:cubicBezTo>
                    <a:pt x="2739" y="1811"/>
                    <a:pt x="3001" y="2096"/>
                    <a:pt x="3001" y="2430"/>
                  </a:cubicBezTo>
                  <a:cubicBezTo>
                    <a:pt x="3001" y="2763"/>
                    <a:pt x="2739" y="3025"/>
                    <a:pt x="2382" y="3049"/>
                  </a:cubicBezTo>
                  <a:cubicBezTo>
                    <a:pt x="2025" y="3049"/>
                    <a:pt x="1739" y="2787"/>
                    <a:pt x="1739" y="2430"/>
                  </a:cubicBezTo>
                  <a:cubicBezTo>
                    <a:pt x="1739" y="2073"/>
                    <a:pt x="2049" y="1811"/>
                    <a:pt x="2382" y="1811"/>
                  </a:cubicBezTo>
                  <a:close/>
                  <a:moveTo>
                    <a:pt x="1810" y="1"/>
                  </a:moveTo>
                  <a:lnTo>
                    <a:pt x="1810" y="715"/>
                  </a:lnTo>
                  <a:cubicBezTo>
                    <a:pt x="1596" y="763"/>
                    <a:pt x="1429" y="882"/>
                    <a:pt x="1239" y="1025"/>
                  </a:cubicBezTo>
                  <a:lnTo>
                    <a:pt x="620" y="668"/>
                  </a:lnTo>
                  <a:lnTo>
                    <a:pt x="1" y="1739"/>
                  </a:lnTo>
                  <a:lnTo>
                    <a:pt x="620" y="2096"/>
                  </a:lnTo>
                  <a:cubicBezTo>
                    <a:pt x="596" y="2192"/>
                    <a:pt x="596" y="2311"/>
                    <a:pt x="596" y="2430"/>
                  </a:cubicBezTo>
                  <a:cubicBezTo>
                    <a:pt x="596" y="2549"/>
                    <a:pt x="596" y="2644"/>
                    <a:pt x="620" y="2763"/>
                  </a:cubicBezTo>
                  <a:lnTo>
                    <a:pt x="1" y="3120"/>
                  </a:lnTo>
                  <a:cubicBezTo>
                    <a:pt x="96" y="3263"/>
                    <a:pt x="572" y="4073"/>
                    <a:pt x="620" y="4192"/>
                  </a:cubicBezTo>
                  <a:lnTo>
                    <a:pt x="1239" y="3835"/>
                  </a:lnTo>
                  <a:cubicBezTo>
                    <a:pt x="1406" y="3978"/>
                    <a:pt x="1596" y="4073"/>
                    <a:pt x="1810" y="4168"/>
                  </a:cubicBezTo>
                  <a:lnTo>
                    <a:pt x="1810" y="4883"/>
                  </a:lnTo>
                  <a:lnTo>
                    <a:pt x="3025" y="4883"/>
                  </a:lnTo>
                  <a:lnTo>
                    <a:pt x="3025" y="4168"/>
                  </a:lnTo>
                  <a:cubicBezTo>
                    <a:pt x="3239" y="4097"/>
                    <a:pt x="3406" y="3978"/>
                    <a:pt x="3597" y="3835"/>
                  </a:cubicBezTo>
                  <a:lnTo>
                    <a:pt x="4216" y="4192"/>
                  </a:lnTo>
                  <a:cubicBezTo>
                    <a:pt x="4311" y="4049"/>
                    <a:pt x="4787" y="3240"/>
                    <a:pt x="4859" y="3120"/>
                  </a:cubicBezTo>
                  <a:lnTo>
                    <a:pt x="4216" y="2763"/>
                  </a:lnTo>
                  <a:cubicBezTo>
                    <a:pt x="4263" y="2668"/>
                    <a:pt x="4263" y="2549"/>
                    <a:pt x="4263" y="2430"/>
                  </a:cubicBezTo>
                  <a:cubicBezTo>
                    <a:pt x="4263" y="2311"/>
                    <a:pt x="4263" y="2216"/>
                    <a:pt x="4216" y="2096"/>
                  </a:cubicBezTo>
                  <a:lnTo>
                    <a:pt x="4859" y="1739"/>
                  </a:lnTo>
                  <a:lnTo>
                    <a:pt x="4216" y="668"/>
                  </a:lnTo>
                  <a:lnTo>
                    <a:pt x="3597" y="1025"/>
                  </a:lnTo>
                  <a:cubicBezTo>
                    <a:pt x="3454" y="882"/>
                    <a:pt x="3239" y="787"/>
                    <a:pt x="3025" y="715"/>
                  </a:cubicBezTo>
                  <a:lnTo>
                    <a:pt x="302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97"/>
            <p:cNvSpPr/>
            <p:nvPr/>
          </p:nvSpPr>
          <p:spPr>
            <a:xfrm>
              <a:off x="2597059" y="3292765"/>
              <a:ext cx="80454" cy="39867"/>
            </a:xfrm>
            <a:custGeom>
              <a:rect b="b" l="l" r="r" t="t"/>
              <a:pathLst>
                <a:path extrusionOk="0" h="1216" w="2454">
                  <a:moveTo>
                    <a:pt x="1" y="1"/>
                  </a:moveTo>
                  <a:lnTo>
                    <a:pt x="1" y="1216"/>
                  </a:lnTo>
                  <a:lnTo>
                    <a:pt x="2454" y="1216"/>
                  </a:lnTo>
                  <a:lnTo>
                    <a:pt x="2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97"/>
            <p:cNvSpPr/>
            <p:nvPr/>
          </p:nvSpPr>
          <p:spPr>
            <a:xfrm>
              <a:off x="2513523" y="3124151"/>
              <a:ext cx="39867" cy="219397"/>
            </a:xfrm>
            <a:custGeom>
              <a:rect b="b" l="l" r="r" t="t"/>
              <a:pathLst>
                <a:path extrusionOk="0" h="6692" w="1216">
                  <a:moveTo>
                    <a:pt x="929" y="0"/>
                  </a:moveTo>
                  <a:cubicBezTo>
                    <a:pt x="405" y="0"/>
                    <a:pt x="1" y="405"/>
                    <a:pt x="1" y="929"/>
                  </a:cubicBezTo>
                  <a:lnTo>
                    <a:pt x="1" y="6692"/>
                  </a:lnTo>
                  <a:cubicBezTo>
                    <a:pt x="1" y="6192"/>
                    <a:pt x="405" y="5763"/>
                    <a:pt x="929" y="5763"/>
                  </a:cubicBezTo>
                  <a:lnTo>
                    <a:pt x="1215" y="5763"/>
                  </a:lnTo>
                  <a:lnTo>
                    <a:pt x="121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97"/>
            <p:cNvSpPr/>
            <p:nvPr/>
          </p:nvSpPr>
          <p:spPr>
            <a:xfrm>
              <a:off x="2671252" y="3097596"/>
              <a:ext cx="53112" cy="53112"/>
            </a:xfrm>
            <a:custGeom>
              <a:rect b="b" l="l" r="r" t="t"/>
              <a:pathLst>
                <a:path extrusionOk="0" h="1620" w="1620">
                  <a:moveTo>
                    <a:pt x="810" y="381"/>
                  </a:moveTo>
                  <a:cubicBezTo>
                    <a:pt x="1048" y="381"/>
                    <a:pt x="1215" y="572"/>
                    <a:pt x="1215" y="810"/>
                  </a:cubicBezTo>
                  <a:cubicBezTo>
                    <a:pt x="1215" y="1048"/>
                    <a:pt x="1024" y="1215"/>
                    <a:pt x="810" y="1215"/>
                  </a:cubicBezTo>
                  <a:cubicBezTo>
                    <a:pt x="572" y="1215"/>
                    <a:pt x="405" y="1048"/>
                    <a:pt x="405" y="810"/>
                  </a:cubicBezTo>
                  <a:cubicBezTo>
                    <a:pt x="405" y="572"/>
                    <a:pt x="572" y="381"/>
                    <a:pt x="810" y="381"/>
                  </a:cubicBezTo>
                  <a:close/>
                  <a:moveTo>
                    <a:pt x="810" y="0"/>
                  </a:moveTo>
                  <a:cubicBezTo>
                    <a:pt x="357" y="0"/>
                    <a:pt x="0" y="358"/>
                    <a:pt x="0" y="810"/>
                  </a:cubicBezTo>
                  <a:cubicBezTo>
                    <a:pt x="0" y="1263"/>
                    <a:pt x="357" y="1620"/>
                    <a:pt x="810" y="1620"/>
                  </a:cubicBezTo>
                  <a:cubicBezTo>
                    <a:pt x="1262" y="1620"/>
                    <a:pt x="1619" y="1263"/>
                    <a:pt x="1619" y="810"/>
                  </a:cubicBezTo>
                  <a:cubicBezTo>
                    <a:pt x="1619" y="358"/>
                    <a:pt x="1262"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97"/>
            <p:cNvSpPr/>
            <p:nvPr/>
          </p:nvSpPr>
          <p:spPr>
            <a:xfrm>
              <a:off x="2690759" y="3366170"/>
              <a:ext cx="14098" cy="13311"/>
            </a:xfrm>
            <a:custGeom>
              <a:rect b="b" l="l" r="r" t="t"/>
              <a:pathLst>
                <a:path extrusionOk="0" h="406" w="430">
                  <a:moveTo>
                    <a:pt x="215" y="1"/>
                  </a:moveTo>
                  <a:cubicBezTo>
                    <a:pt x="96" y="1"/>
                    <a:pt x="0" y="96"/>
                    <a:pt x="0" y="191"/>
                  </a:cubicBezTo>
                  <a:cubicBezTo>
                    <a:pt x="0" y="310"/>
                    <a:pt x="96" y="405"/>
                    <a:pt x="215" y="405"/>
                  </a:cubicBezTo>
                  <a:cubicBezTo>
                    <a:pt x="334" y="405"/>
                    <a:pt x="429" y="310"/>
                    <a:pt x="429" y="191"/>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97"/>
            <p:cNvSpPr/>
            <p:nvPr/>
          </p:nvSpPr>
          <p:spPr>
            <a:xfrm>
              <a:off x="2505720" y="3035140"/>
              <a:ext cx="342013" cy="345882"/>
            </a:xfrm>
            <a:custGeom>
              <a:rect b="b" l="l" r="r" t="t"/>
              <a:pathLst>
                <a:path extrusionOk="0" h="10550" w="10432">
                  <a:moveTo>
                    <a:pt x="6240" y="477"/>
                  </a:moveTo>
                  <a:lnTo>
                    <a:pt x="6240" y="977"/>
                  </a:lnTo>
                  <a:cubicBezTo>
                    <a:pt x="6240" y="1072"/>
                    <a:pt x="6311" y="1143"/>
                    <a:pt x="6407" y="1167"/>
                  </a:cubicBezTo>
                  <a:cubicBezTo>
                    <a:pt x="6573" y="1215"/>
                    <a:pt x="6764" y="1334"/>
                    <a:pt x="6907" y="1453"/>
                  </a:cubicBezTo>
                  <a:cubicBezTo>
                    <a:pt x="6937" y="1498"/>
                    <a:pt x="6986" y="1515"/>
                    <a:pt x="7043" y="1515"/>
                  </a:cubicBezTo>
                  <a:cubicBezTo>
                    <a:pt x="7075" y="1515"/>
                    <a:pt x="7110" y="1509"/>
                    <a:pt x="7145" y="1501"/>
                  </a:cubicBezTo>
                  <a:lnTo>
                    <a:pt x="7597" y="1215"/>
                  </a:lnTo>
                  <a:lnTo>
                    <a:pt x="8002" y="1929"/>
                  </a:lnTo>
                  <a:lnTo>
                    <a:pt x="7550" y="2215"/>
                  </a:lnTo>
                  <a:cubicBezTo>
                    <a:pt x="7454" y="2239"/>
                    <a:pt x="7431" y="2334"/>
                    <a:pt x="7454" y="2405"/>
                  </a:cubicBezTo>
                  <a:cubicBezTo>
                    <a:pt x="7502" y="2525"/>
                    <a:pt x="7502" y="2620"/>
                    <a:pt x="7502" y="2715"/>
                  </a:cubicBezTo>
                  <a:cubicBezTo>
                    <a:pt x="7502" y="2810"/>
                    <a:pt x="7502" y="2882"/>
                    <a:pt x="7454" y="3001"/>
                  </a:cubicBezTo>
                  <a:cubicBezTo>
                    <a:pt x="7431" y="3096"/>
                    <a:pt x="7502" y="3191"/>
                    <a:pt x="7550" y="3215"/>
                  </a:cubicBezTo>
                  <a:lnTo>
                    <a:pt x="8002" y="3477"/>
                  </a:lnTo>
                  <a:lnTo>
                    <a:pt x="7597" y="4192"/>
                  </a:lnTo>
                  <a:lnTo>
                    <a:pt x="7145" y="3930"/>
                  </a:lnTo>
                  <a:cubicBezTo>
                    <a:pt x="7105" y="3920"/>
                    <a:pt x="7066" y="3914"/>
                    <a:pt x="7030" y="3914"/>
                  </a:cubicBezTo>
                  <a:cubicBezTo>
                    <a:pt x="6979" y="3914"/>
                    <a:pt x="6935" y="3926"/>
                    <a:pt x="6907" y="3953"/>
                  </a:cubicBezTo>
                  <a:cubicBezTo>
                    <a:pt x="6764" y="4072"/>
                    <a:pt x="6573" y="4192"/>
                    <a:pt x="6407" y="4263"/>
                  </a:cubicBezTo>
                  <a:cubicBezTo>
                    <a:pt x="6311" y="4287"/>
                    <a:pt x="6240" y="4382"/>
                    <a:pt x="6287" y="4430"/>
                  </a:cubicBezTo>
                  <a:lnTo>
                    <a:pt x="6287" y="4954"/>
                  </a:lnTo>
                  <a:lnTo>
                    <a:pt x="5454" y="4954"/>
                  </a:lnTo>
                  <a:lnTo>
                    <a:pt x="5454" y="4430"/>
                  </a:lnTo>
                  <a:cubicBezTo>
                    <a:pt x="5454" y="4358"/>
                    <a:pt x="5382" y="4287"/>
                    <a:pt x="5287" y="4263"/>
                  </a:cubicBezTo>
                  <a:cubicBezTo>
                    <a:pt x="5121" y="4192"/>
                    <a:pt x="4930" y="4072"/>
                    <a:pt x="4787" y="3953"/>
                  </a:cubicBezTo>
                  <a:cubicBezTo>
                    <a:pt x="4759" y="3926"/>
                    <a:pt x="4715" y="3914"/>
                    <a:pt x="4664" y="3914"/>
                  </a:cubicBezTo>
                  <a:cubicBezTo>
                    <a:pt x="4628" y="3914"/>
                    <a:pt x="4588" y="3920"/>
                    <a:pt x="4549" y="3930"/>
                  </a:cubicBezTo>
                  <a:lnTo>
                    <a:pt x="4097" y="4192"/>
                  </a:lnTo>
                  <a:lnTo>
                    <a:pt x="3692" y="3477"/>
                  </a:lnTo>
                  <a:lnTo>
                    <a:pt x="4144" y="3215"/>
                  </a:lnTo>
                  <a:cubicBezTo>
                    <a:pt x="4216" y="3191"/>
                    <a:pt x="4263" y="3096"/>
                    <a:pt x="4216" y="3001"/>
                  </a:cubicBezTo>
                  <a:cubicBezTo>
                    <a:pt x="4192" y="2882"/>
                    <a:pt x="4192" y="2810"/>
                    <a:pt x="4192" y="2715"/>
                  </a:cubicBezTo>
                  <a:cubicBezTo>
                    <a:pt x="4192" y="2620"/>
                    <a:pt x="4192" y="2525"/>
                    <a:pt x="4216" y="2405"/>
                  </a:cubicBezTo>
                  <a:cubicBezTo>
                    <a:pt x="4263" y="2334"/>
                    <a:pt x="4192" y="2239"/>
                    <a:pt x="4144" y="2215"/>
                  </a:cubicBezTo>
                  <a:lnTo>
                    <a:pt x="3692" y="1929"/>
                  </a:lnTo>
                  <a:lnTo>
                    <a:pt x="4097" y="1215"/>
                  </a:lnTo>
                  <a:lnTo>
                    <a:pt x="4549" y="1501"/>
                  </a:lnTo>
                  <a:cubicBezTo>
                    <a:pt x="4584" y="1509"/>
                    <a:pt x="4619" y="1515"/>
                    <a:pt x="4651" y="1515"/>
                  </a:cubicBezTo>
                  <a:cubicBezTo>
                    <a:pt x="4708" y="1515"/>
                    <a:pt x="4757" y="1498"/>
                    <a:pt x="4787" y="1453"/>
                  </a:cubicBezTo>
                  <a:cubicBezTo>
                    <a:pt x="4930" y="1334"/>
                    <a:pt x="5121" y="1215"/>
                    <a:pt x="5287" y="1167"/>
                  </a:cubicBezTo>
                  <a:cubicBezTo>
                    <a:pt x="5382" y="1143"/>
                    <a:pt x="5454" y="1048"/>
                    <a:pt x="5454" y="977"/>
                  </a:cubicBezTo>
                  <a:lnTo>
                    <a:pt x="5454" y="477"/>
                  </a:lnTo>
                  <a:close/>
                  <a:moveTo>
                    <a:pt x="1239" y="2929"/>
                  </a:moveTo>
                  <a:lnTo>
                    <a:pt x="1239" y="8288"/>
                  </a:lnTo>
                  <a:lnTo>
                    <a:pt x="1167" y="8288"/>
                  </a:lnTo>
                  <a:cubicBezTo>
                    <a:pt x="882" y="8288"/>
                    <a:pt x="643" y="8359"/>
                    <a:pt x="453" y="8550"/>
                  </a:cubicBezTo>
                  <a:lnTo>
                    <a:pt x="453" y="3644"/>
                  </a:lnTo>
                  <a:cubicBezTo>
                    <a:pt x="453" y="3239"/>
                    <a:pt x="762" y="2929"/>
                    <a:pt x="1167" y="2929"/>
                  </a:cubicBezTo>
                  <a:close/>
                  <a:moveTo>
                    <a:pt x="5025" y="8073"/>
                  </a:moveTo>
                  <a:lnTo>
                    <a:pt x="5025" y="8883"/>
                  </a:lnTo>
                  <a:lnTo>
                    <a:pt x="3001" y="8883"/>
                  </a:lnTo>
                  <a:lnTo>
                    <a:pt x="3001" y="8073"/>
                  </a:lnTo>
                  <a:close/>
                  <a:moveTo>
                    <a:pt x="8717" y="8073"/>
                  </a:moveTo>
                  <a:lnTo>
                    <a:pt x="8717" y="8883"/>
                  </a:lnTo>
                  <a:lnTo>
                    <a:pt x="6692" y="8883"/>
                  </a:lnTo>
                  <a:lnTo>
                    <a:pt x="6692" y="8073"/>
                  </a:lnTo>
                  <a:close/>
                  <a:moveTo>
                    <a:pt x="5240" y="0"/>
                  </a:moveTo>
                  <a:cubicBezTo>
                    <a:pt x="5121" y="0"/>
                    <a:pt x="5025" y="95"/>
                    <a:pt x="5025" y="215"/>
                  </a:cubicBezTo>
                  <a:lnTo>
                    <a:pt x="5025" y="810"/>
                  </a:lnTo>
                  <a:cubicBezTo>
                    <a:pt x="4882" y="858"/>
                    <a:pt x="4763" y="953"/>
                    <a:pt x="4644" y="1048"/>
                  </a:cubicBezTo>
                  <a:lnTo>
                    <a:pt x="4144" y="738"/>
                  </a:lnTo>
                  <a:cubicBezTo>
                    <a:pt x="4114" y="723"/>
                    <a:pt x="4081" y="715"/>
                    <a:pt x="4049" y="715"/>
                  </a:cubicBezTo>
                  <a:cubicBezTo>
                    <a:pt x="3978" y="715"/>
                    <a:pt x="3907" y="752"/>
                    <a:pt x="3858" y="834"/>
                  </a:cubicBezTo>
                  <a:lnTo>
                    <a:pt x="3239" y="1905"/>
                  </a:lnTo>
                  <a:cubicBezTo>
                    <a:pt x="3215" y="1953"/>
                    <a:pt x="3215" y="2001"/>
                    <a:pt x="3215" y="2048"/>
                  </a:cubicBezTo>
                  <a:cubicBezTo>
                    <a:pt x="3215" y="2120"/>
                    <a:pt x="3263" y="2144"/>
                    <a:pt x="3287" y="2167"/>
                  </a:cubicBezTo>
                  <a:lnTo>
                    <a:pt x="3811" y="2477"/>
                  </a:lnTo>
                  <a:lnTo>
                    <a:pt x="3811" y="2715"/>
                  </a:lnTo>
                  <a:lnTo>
                    <a:pt x="3811" y="2953"/>
                  </a:lnTo>
                  <a:lnTo>
                    <a:pt x="3287" y="3239"/>
                  </a:lnTo>
                  <a:cubicBezTo>
                    <a:pt x="3239" y="3287"/>
                    <a:pt x="3215" y="3310"/>
                    <a:pt x="3215" y="3358"/>
                  </a:cubicBezTo>
                  <a:cubicBezTo>
                    <a:pt x="3215" y="3429"/>
                    <a:pt x="3215" y="3477"/>
                    <a:pt x="3239" y="3525"/>
                  </a:cubicBezTo>
                  <a:lnTo>
                    <a:pt x="3358" y="3763"/>
                  </a:lnTo>
                  <a:lnTo>
                    <a:pt x="1620" y="3763"/>
                  </a:lnTo>
                  <a:lnTo>
                    <a:pt x="1620" y="2739"/>
                  </a:lnTo>
                  <a:cubicBezTo>
                    <a:pt x="1620" y="2620"/>
                    <a:pt x="1548" y="2525"/>
                    <a:pt x="1429" y="2525"/>
                  </a:cubicBezTo>
                  <a:lnTo>
                    <a:pt x="1120" y="2525"/>
                  </a:lnTo>
                  <a:cubicBezTo>
                    <a:pt x="501" y="2525"/>
                    <a:pt x="0" y="3048"/>
                    <a:pt x="0" y="3668"/>
                  </a:cubicBezTo>
                  <a:lnTo>
                    <a:pt x="0" y="9407"/>
                  </a:lnTo>
                  <a:cubicBezTo>
                    <a:pt x="0" y="10026"/>
                    <a:pt x="501" y="10550"/>
                    <a:pt x="1120" y="10550"/>
                  </a:cubicBezTo>
                  <a:lnTo>
                    <a:pt x="4906" y="10550"/>
                  </a:lnTo>
                  <a:cubicBezTo>
                    <a:pt x="5025" y="10550"/>
                    <a:pt x="5121" y="10455"/>
                    <a:pt x="5121" y="10336"/>
                  </a:cubicBezTo>
                  <a:cubicBezTo>
                    <a:pt x="5121" y="10217"/>
                    <a:pt x="5025" y="10121"/>
                    <a:pt x="4906" y="10121"/>
                  </a:cubicBezTo>
                  <a:lnTo>
                    <a:pt x="1120" y="10121"/>
                  </a:lnTo>
                  <a:cubicBezTo>
                    <a:pt x="739" y="10121"/>
                    <a:pt x="405" y="9788"/>
                    <a:pt x="405" y="9407"/>
                  </a:cubicBezTo>
                  <a:cubicBezTo>
                    <a:pt x="405" y="9026"/>
                    <a:pt x="739" y="8692"/>
                    <a:pt x="1120" y="8692"/>
                  </a:cubicBezTo>
                  <a:lnTo>
                    <a:pt x="1429" y="8692"/>
                  </a:lnTo>
                  <a:cubicBezTo>
                    <a:pt x="1548" y="8692"/>
                    <a:pt x="1620" y="8597"/>
                    <a:pt x="1620" y="8478"/>
                  </a:cubicBezTo>
                  <a:lnTo>
                    <a:pt x="1620" y="4168"/>
                  </a:lnTo>
                  <a:lnTo>
                    <a:pt x="3596" y="4168"/>
                  </a:lnTo>
                  <a:lnTo>
                    <a:pt x="3835" y="4596"/>
                  </a:lnTo>
                  <a:cubicBezTo>
                    <a:pt x="3869" y="4648"/>
                    <a:pt x="3953" y="4687"/>
                    <a:pt x="4024" y="4687"/>
                  </a:cubicBezTo>
                  <a:cubicBezTo>
                    <a:pt x="4051" y="4687"/>
                    <a:pt x="4077" y="4681"/>
                    <a:pt x="4097" y="4668"/>
                  </a:cubicBezTo>
                  <a:lnTo>
                    <a:pt x="4597" y="4382"/>
                  </a:lnTo>
                  <a:cubicBezTo>
                    <a:pt x="4716" y="4477"/>
                    <a:pt x="4835" y="4549"/>
                    <a:pt x="5001" y="4620"/>
                  </a:cubicBezTo>
                  <a:lnTo>
                    <a:pt x="5001" y="5216"/>
                  </a:lnTo>
                  <a:cubicBezTo>
                    <a:pt x="5001" y="5335"/>
                    <a:pt x="5073" y="5430"/>
                    <a:pt x="5192" y="5430"/>
                  </a:cubicBezTo>
                  <a:lnTo>
                    <a:pt x="5621" y="5430"/>
                  </a:lnTo>
                  <a:lnTo>
                    <a:pt x="5621" y="6382"/>
                  </a:lnTo>
                  <a:lnTo>
                    <a:pt x="3977" y="6382"/>
                  </a:lnTo>
                  <a:cubicBezTo>
                    <a:pt x="3858" y="6382"/>
                    <a:pt x="3763" y="6454"/>
                    <a:pt x="3763" y="6573"/>
                  </a:cubicBezTo>
                  <a:lnTo>
                    <a:pt x="3763" y="7716"/>
                  </a:lnTo>
                  <a:lnTo>
                    <a:pt x="2763" y="7716"/>
                  </a:lnTo>
                  <a:cubicBezTo>
                    <a:pt x="2644" y="7716"/>
                    <a:pt x="2549" y="7811"/>
                    <a:pt x="2549" y="7930"/>
                  </a:cubicBezTo>
                  <a:lnTo>
                    <a:pt x="2549" y="9145"/>
                  </a:lnTo>
                  <a:cubicBezTo>
                    <a:pt x="2549" y="9264"/>
                    <a:pt x="2644" y="9359"/>
                    <a:pt x="2763" y="9359"/>
                  </a:cubicBezTo>
                  <a:lnTo>
                    <a:pt x="5192" y="9359"/>
                  </a:lnTo>
                  <a:cubicBezTo>
                    <a:pt x="5311" y="9359"/>
                    <a:pt x="5406" y="9264"/>
                    <a:pt x="5406" y="9145"/>
                  </a:cubicBezTo>
                  <a:lnTo>
                    <a:pt x="5406" y="7930"/>
                  </a:lnTo>
                  <a:cubicBezTo>
                    <a:pt x="5406" y="7811"/>
                    <a:pt x="5311" y="7716"/>
                    <a:pt x="5192" y="7716"/>
                  </a:cubicBezTo>
                  <a:lnTo>
                    <a:pt x="4192" y="7716"/>
                  </a:lnTo>
                  <a:lnTo>
                    <a:pt x="4192" y="6764"/>
                  </a:lnTo>
                  <a:lnTo>
                    <a:pt x="7454" y="6764"/>
                  </a:lnTo>
                  <a:lnTo>
                    <a:pt x="7454" y="7716"/>
                  </a:lnTo>
                  <a:lnTo>
                    <a:pt x="6454" y="7716"/>
                  </a:lnTo>
                  <a:cubicBezTo>
                    <a:pt x="6335" y="7716"/>
                    <a:pt x="6240" y="7811"/>
                    <a:pt x="6240" y="7930"/>
                  </a:cubicBezTo>
                  <a:lnTo>
                    <a:pt x="6240" y="9145"/>
                  </a:lnTo>
                  <a:cubicBezTo>
                    <a:pt x="6240" y="9264"/>
                    <a:pt x="6335" y="9359"/>
                    <a:pt x="6454" y="9359"/>
                  </a:cubicBezTo>
                  <a:lnTo>
                    <a:pt x="8907" y="9359"/>
                  </a:lnTo>
                  <a:cubicBezTo>
                    <a:pt x="9002" y="9359"/>
                    <a:pt x="9098" y="9264"/>
                    <a:pt x="9098" y="9145"/>
                  </a:cubicBezTo>
                  <a:lnTo>
                    <a:pt x="9098" y="7930"/>
                  </a:lnTo>
                  <a:cubicBezTo>
                    <a:pt x="9098" y="7811"/>
                    <a:pt x="9002" y="7716"/>
                    <a:pt x="8907" y="7716"/>
                  </a:cubicBezTo>
                  <a:lnTo>
                    <a:pt x="7883" y="7716"/>
                  </a:lnTo>
                  <a:lnTo>
                    <a:pt x="7883" y="6573"/>
                  </a:lnTo>
                  <a:cubicBezTo>
                    <a:pt x="7883" y="6454"/>
                    <a:pt x="7788" y="6382"/>
                    <a:pt x="7669" y="6382"/>
                  </a:cubicBezTo>
                  <a:lnTo>
                    <a:pt x="6049" y="6382"/>
                  </a:lnTo>
                  <a:lnTo>
                    <a:pt x="6049" y="5430"/>
                  </a:lnTo>
                  <a:lnTo>
                    <a:pt x="6454" y="5430"/>
                  </a:lnTo>
                  <a:cubicBezTo>
                    <a:pt x="6573" y="5430"/>
                    <a:pt x="6668" y="5335"/>
                    <a:pt x="6668" y="5216"/>
                  </a:cubicBezTo>
                  <a:lnTo>
                    <a:pt x="6668" y="4620"/>
                  </a:lnTo>
                  <a:cubicBezTo>
                    <a:pt x="6811" y="4549"/>
                    <a:pt x="6930" y="4477"/>
                    <a:pt x="7050" y="4382"/>
                  </a:cubicBezTo>
                  <a:lnTo>
                    <a:pt x="7550" y="4668"/>
                  </a:lnTo>
                  <a:cubicBezTo>
                    <a:pt x="7585" y="4695"/>
                    <a:pt x="7624" y="4708"/>
                    <a:pt x="7662" y="4708"/>
                  </a:cubicBezTo>
                  <a:cubicBezTo>
                    <a:pt x="7724" y="4708"/>
                    <a:pt x="7782" y="4671"/>
                    <a:pt x="7812" y="4596"/>
                  </a:cubicBezTo>
                  <a:lnTo>
                    <a:pt x="8050" y="4168"/>
                  </a:lnTo>
                  <a:lnTo>
                    <a:pt x="10026" y="4168"/>
                  </a:lnTo>
                  <a:lnTo>
                    <a:pt x="10026" y="10121"/>
                  </a:lnTo>
                  <a:lnTo>
                    <a:pt x="6764" y="10121"/>
                  </a:lnTo>
                  <a:cubicBezTo>
                    <a:pt x="6645" y="10121"/>
                    <a:pt x="6549" y="10217"/>
                    <a:pt x="6549" y="10336"/>
                  </a:cubicBezTo>
                  <a:cubicBezTo>
                    <a:pt x="6549" y="10455"/>
                    <a:pt x="6645" y="10550"/>
                    <a:pt x="6764" y="10550"/>
                  </a:cubicBezTo>
                  <a:lnTo>
                    <a:pt x="10241" y="10550"/>
                  </a:lnTo>
                  <a:cubicBezTo>
                    <a:pt x="10360" y="10550"/>
                    <a:pt x="10431" y="10455"/>
                    <a:pt x="10431" y="10336"/>
                  </a:cubicBezTo>
                  <a:lnTo>
                    <a:pt x="10431" y="3953"/>
                  </a:lnTo>
                  <a:cubicBezTo>
                    <a:pt x="10431" y="3834"/>
                    <a:pt x="10360" y="3763"/>
                    <a:pt x="10264" y="3763"/>
                  </a:cubicBezTo>
                  <a:lnTo>
                    <a:pt x="8335" y="3763"/>
                  </a:lnTo>
                  <a:lnTo>
                    <a:pt x="8455" y="3525"/>
                  </a:lnTo>
                  <a:cubicBezTo>
                    <a:pt x="8478" y="3453"/>
                    <a:pt x="8478" y="3429"/>
                    <a:pt x="8478" y="3358"/>
                  </a:cubicBezTo>
                  <a:cubicBezTo>
                    <a:pt x="8478" y="3310"/>
                    <a:pt x="8431" y="3263"/>
                    <a:pt x="8383" y="3239"/>
                  </a:cubicBezTo>
                  <a:lnTo>
                    <a:pt x="7883" y="2953"/>
                  </a:lnTo>
                  <a:lnTo>
                    <a:pt x="7883" y="2715"/>
                  </a:lnTo>
                  <a:lnTo>
                    <a:pt x="7883" y="2477"/>
                  </a:lnTo>
                  <a:lnTo>
                    <a:pt x="8383" y="2167"/>
                  </a:lnTo>
                  <a:cubicBezTo>
                    <a:pt x="8455" y="2144"/>
                    <a:pt x="8478" y="2120"/>
                    <a:pt x="8478" y="2048"/>
                  </a:cubicBezTo>
                  <a:cubicBezTo>
                    <a:pt x="8478" y="2001"/>
                    <a:pt x="8478" y="1929"/>
                    <a:pt x="8455" y="1905"/>
                  </a:cubicBezTo>
                  <a:lnTo>
                    <a:pt x="7812" y="834"/>
                  </a:lnTo>
                  <a:cubicBezTo>
                    <a:pt x="7775" y="761"/>
                    <a:pt x="7697" y="730"/>
                    <a:pt x="7620" y="730"/>
                  </a:cubicBezTo>
                  <a:cubicBezTo>
                    <a:pt x="7596" y="730"/>
                    <a:pt x="7572" y="733"/>
                    <a:pt x="7550" y="738"/>
                  </a:cubicBezTo>
                  <a:lnTo>
                    <a:pt x="7050" y="1048"/>
                  </a:lnTo>
                  <a:cubicBezTo>
                    <a:pt x="6930" y="953"/>
                    <a:pt x="6811" y="858"/>
                    <a:pt x="6668" y="810"/>
                  </a:cubicBezTo>
                  <a:lnTo>
                    <a:pt x="6668" y="215"/>
                  </a:lnTo>
                  <a:cubicBezTo>
                    <a:pt x="6668" y="95"/>
                    <a:pt x="6573" y="0"/>
                    <a:pt x="6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6" name="Google Shape;21846;p97"/>
          <p:cNvGrpSpPr/>
          <p:nvPr/>
        </p:nvGrpSpPr>
        <p:grpSpPr>
          <a:xfrm>
            <a:off x="3345864" y="2885068"/>
            <a:ext cx="195235" cy="343554"/>
            <a:chOff x="3338000" y="3037468"/>
            <a:chExt cx="195235" cy="343554"/>
          </a:xfrm>
        </p:grpSpPr>
        <p:sp>
          <p:nvSpPr>
            <p:cNvPr id="21847" name="Google Shape;21847;p97"/>
            <p:cNvSpPr/>
            <p:nvPr/>
          </p:nvSpPr>
          <p:spPr>
            <a:xfrm>
              <a:off x="3345016" y="3043730"/>
              <a:ext cx="181170" cy="330276"/>
            </a:xfrm>
            <a:custGeom>
              <a:rect b="b" l="l" r="r" t="t"/>
              <a:pathLst>
                <a:path extrusionOk="0" h="10074" w="5526">
                  <a:moveTo>
                    <a:pt x="406" y="0"/>
                  </a:moveTo>
                  <a:cubicBezTo>
                    <a:pt x="168" y="0"/>
                    <a:pt x="1" y="191"/>
                    <a:pt x="1" y="429"/>
                  </a:cubicBezTo>
                  <a:lnTo>
                    <a:pt x="1" y="9645"/>
                  </a:lnTo>
                  <a:cubicBezTo>
                    <a:pt x="1" y="9883"/>
                    <a:pt x="168" y="10074"/>
                    <a:pt x="406" y="10074"/>
                  </a:cubicBezTo>
                  <a:lnTo>
                    <a:pt x="5121" y="10074"/>
                  </a:lnTo>
                  <a:cubicBezTo>
                    <a:pt x="5359" y="10074"/>
                    <a:pt x="5526" y="9883"/>
                    <a:pt x="5526" y="9645"/>
                  </a:cubicBezTo>
                  <a:lnTo>
                    <a:pt x="5526" y="429"/>
                  </a:lnTo>
                  <a:cubicBezTo>
                    <a:pt x="5526" y="191"/>
                    <a:pt x="5359" y="0"/>
                    <a:pt x="512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97"/>
            <p:cNvSpPr/>
            <p:nvPr/>
          </p:nvSpPr>
          <p:spPr>
            <a:xfrm>
              <a:off x="3381736" y="3162379"/>
              <a:ext cx="107764" cy="93732"/>
            </a:xfrm>
            <a:custGeom>
              <a:rect b="b" l="l" r="r" t="t"/>
              <a:pathLst>
                <a:path extrusionOk="0" h="2859" w="3287">
                  <a:moveTo>
                    <a:pt x="810" y="1"/>
                  </a:moveTo>
                  <a:cubicBezTo>
                    <a:pt x="334" y="1"/>
                    <a:pt x="0" y="406"/>
                    <a:pt x="0" y="882"/>
                  </a:cubicBezTo>
                  <a:cubicBezTo>
                    <a:pt x="0" y="1573"/>
                    <a:pt x="667" y="2025"/>
                    <a:pt x="1643" y="2859"/>
                  </a:cubicBezTo>
                  <a:cubicBezTo>
                    <a:pt x="2620" y="1978"/>
                    <a:pt x="3287" y="1573"/>
                    <a:pt x="3287" y="882"/>
                  </a:cubicBezTo>
                  <a:cubicBezTo>
                    <a:pt x="3287" y="406"/>
                    <a:pt x="2953" y="1"/>
                    <a:pt x="2477" y="1"/>
                  </a:cubicBezTo>
                  <a:cubicBezTo>
                    <a:pt x="1858" y="1"/>
                    <a:pt x="1620" y="715"/>
                    <a:pt x="1620" y="715"/>
                  </a:cubicBezTo>
                  <a:cubicBezTo>
                    <a:pt x="1620" y="715"/>
                    <a:pt x="1429"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97"/>
            <p:cNvSpPr/>
            <p:nvPr/>
          </p:nvSpPr>
          <p:spPr>
            <a:xfrm>
              <a:off x="3428585" y="3325582"/>
              <a:ext cx="14065" cy="14065"/>
            </a:xfrm>
            <a:custGeom>
              <a:rect b="b" l="l" r="r" t="t"/>
              <a:pathLst>
                <a:path extrusionOk="0" h="429" w="429">
                  <a:moveTo>
                    <a:pt x="214" y="0"/>
                  </a:moveTo>
                  <a:cubicBezTo>
                    <a:pt x="95" y="0"/>
                    <a:pt x="0" y="95"/>
                    <a:pt x="0" y="215"/>
                  </a:cubicBezTo>
                  <a:cubicBezTo>
                    <a:pt x="0" y="334"/>
                    <a:pt x="95" y="429"/>
                    <a:pt x="214" y="429"/>
                  </a:cubicBezTo>
                  <a:cubicBezTo>
                    <a:pt x="334" y="429"/>
                    <a:pt x="429" y="334"/>
                    <a:pt x="429" y="215"/>
                  </a:cubicBezTo>
                  <a:cubicBezTo>
                    <a:pt x="429" y="95"/>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97"/>
            <p:cNvSpPr/>
            <p:nvPr/>
          </p:nvSpPr>
          <p:spPr>
            <a:xfrm>
              <a:off x="3409046" y="3077302"/>
              <a:ext cx="53899" cy="13311"/>
            </a:xfrm>
            <a:custGeom>
              <a:rect b="b" l="l" r="r" t="t"/>
              <a:pathLst>
                <a:path extrusionOk="0" h="406" w="1644">
                  <a:moveTo>
                    <a:pt x="215" y="0"/>
                  </a:moveTo>
                  <a:cubicBezTo>
                    <a:pt x="96" y="0"/>
                    <a:pt x="1" y="95"/>
                    <a:pt x="1" y="215"/>
                  </a:cubicBezTo>
                  <a:cubicBezTo>
                    <a:pt x="1" y="334"/>
                    <a:pt x="96" y="405"/>
                    <a:pt x="215" y="405"/>
                  </a:cubicBezTo>
                  <a:lnTo>
                    <a:pt x="1430" y="405"/>
                  </a:lnTo>
                  <a:cubicBezTo>
                    <a:pt x="1549" y="405"/>
                    <a:pt x="1644" y="334"/>
                    <a:pt x="1644" y="215"/>
                  </a:cubicBezTo>
                  <a:cubicBezTo>
                    <a:pt x="1644" y="95"/>
                    <a:pt x="1549" y="0"/>
                    <a:pt x="1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97"/>
            <p:cNvSpPr/>
            <p:nvPr/>
          </p:nvSpPr>
          <p:spPr>
            <a:xfrm>
              <a:off x="3377047" y="3155363"/>
              <a:ext cx="119469" cy="107010"/>
            </a:xfrm>
            <a:custGeom>
              <a:rect b="b" l="l" r="r" t="t"/>
              <a:pathLst>
                <a:path extrusionOk="0" h="3264" w="3644">
                  <a:moveTo>
                    <a:pt x="2644" y="405"/>
                  </a:moveTo>
                  <a:cubicBezTo>
                    <a:pt x="3001" y="405"/>
                    <a:pt x="3287" y="715"/>
                    <a:pt x="3287" y="1096"/>
                  </a:cubicBezTo>
                  <a:cubicBezTo>
                    <a:pt x="3215" y="1668"/>
                    <a:pt x="2620" y="2072"/>
                    <a:pt x="1786" y="2787"/>
                  </a:cubicBezTo>
                  <a:cubicBezTo>
                    <a:pt x="929" y="2049"/>
                    <a:pt x="358" y="1644"/>
                    <a:pt x="358" y="1096"/>
                  </a:cubicBezTo>
                  <a:cubicBezTo>
                    <a:pt x="358" y="715"/>
                    <a:pt x="620" y="405"/>
                    <a:pt x="977" y="405"/>
                  </a:cubicBezTo>
                  <a:cubicBezTo>
                    <a:pt x="1429" y="405"/>
                    <a:pt x="1620" y="953"/>
                    <a:pt x="1620" y="977"/>
                  </a:cubicBezTo>
                  <a:cubicBezTo>
                    <a:pt x="1644" y="1072"/>
                    <a:pt x="1739" y="1120"/>
                    <a:pt x="1810" y="1120"/>
                  </a:cubicBezTo>
                  <a:cubicBezTo>
                    <a:pt x="1906" y="1120"/>
                    <a:pt x="2001" y="1072"/>
                    <a:pt x="2025" y="977"/>
                  </a:cubicBezTo>
                  <a:cubicBezTo>
                    <a:pt x="2025" y="977"/>
                    <a:pt x="2168" y="405"/>
                    <a:pt x="2644" y="405"/>
                  </a:cubicBezTo>
                  <a:close/>
                  <a:moveTo>
                    <a:pt x="1024" y="1"/>
                  </a:moveTo>
                  <a:cubicBezTo>
                    <a:pt x="429" y="1"/>
                    <a:pt x="0" y="501"/>
                    <a:pt x="0" y="1096"/>
                  </a:cubicBezTo>
                  <a:cubicBezTo>
                    <a:pt x="0" y="1882"/>
                    <a:pt x="715" y="2358"/>
                    <a:pt x="1691" y="3216"/>
                  </a:cubicBezTo>
                  <a:cubicBezTo>
                    <a:pt x="1739" y="3239"/>
                    <a:pt x="1786" y="3263"/>
                    <a:pt x="1858" y="3263"/>
                  </a:cubicBezTo>
                  <a:cubicBezTo>
                    <a:pt x="1906" y="3263"/>
                    <a:pt x="1929" y="3239"/>
                    <a:pt x="2001" y="3216"/>
                  </a:cubicBezTo>
                  <a:cubicBezTo>
                    <a:pt x="2930" y="2358"/>
                    <a:pt x="3644" y="1882"/>
                    <a:pt x="3644" y="1096"/>
                  </a:cubicBezTo>
                  <a:cubicBezTo>
                    <a:pt x="3644" y="501"/>
                    <a:pt x="3215" y="1"/>
                    <a:pt x="2620" y="1"/>
                  </a:cubicBezTo>
                  <a:cubicBezTo>
                    <a:pt x="2215" y="1"/>
                    <a:pt x="1977" y="239"/>
                    <a:pt x="1810" y="453"/>
                  </a:cubicBezTo>
                  <a:cubicBezTo>
                    <a:pt x="1667" y="215"/>
                    <a:pt x="1405"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97"/>
            <p:cNvSpPr/>
            <p:nvPr/>
          </p:nvSpPr>
          <p:spPr>
            <a:xfrm>
              <a:off x="3428585" y="3366170"/>
              <a:ext cx="14065" cy="13311"/>
            </a:xfrm>
            <a:custGeom>
              <a:rect b="b" l="l" r="r" t="t"/>
              <a:pathLst>
                <a:path extrusionOk="0" h="406" w="429">
                  <a:moveTo>
                    <a:pt x="214" y="1"/>
                  </a:moveTo>
                  <a:cubicBezTo>
                    <a:pt x="95" y="1"/>
                    <a:pt x="0" y="96"/>
                    <a:pt x="0" y="191"/>
                  </a:cubicBezTo>
                  <a:cubicBezTo>
                    <a:pt x="0" y="310"/>
                    <a:pt x="95" y="405"/>
                    <a:pt x="214" y="405"/>
                  </a:cubicBezTo>
                  <a:cubicBezTo>
                    <a:pt x="334" y="405"/>
                    <a:pt x="429" y="310"/>
                    <a:pt x="429" y="191"/>
                  </a:cubicBezTo>
                  <a:cubicBezTo>
                    <a:pt x="429" y="96"/>
                    <a:pt x="334"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97"/>
            <p:cNvSpPr/>
            <p:nvPr/>
          </p:nvSpPr>
          <p:spPr>
            <a:xfrm>
              <a:off x="3338000" y="3037468"/>
              <a:ext cx="195235" cy="343554"/>
            </a:xfrm>
            <a:custGeom>
              <a:rect b="b" l="l" r="r" t="t"/>
              <a:pathLst>
                <a:path extrusionOk="0" h="10479" w="5955">
                  <a:moveTo>
                    <a:pt x="620" y="1"/>
                  </a:moveTo>
                  <a:cubicBezTo>
                    <a:pt x="310" y="1"/>
                    <a:pt x="1" y="263"/>
                    <a:pt x="1" y="620"/>
                  </a:cubicBezTo>
                  <a:lnTo>
                    <a:pt x="1" y="9836"/>
                  </a:lnTo>
                  <a:cubicBezTo>
                    <a:pt x="1" y="10169"/>
                    <a:pt x="263" y="10479"/>
                    <a:pt x="620" y="10479"/>
                  </a:cubicBezTo>
                  <a:lnTo>
                    <a:pt x="2049" y="10479"/>
                  </a:lnTo>
                  <a:cubicBezTo>
                    <a:pt x="2168" y="10479"/>
                    <a:pt x="2263" y="10384"/>
                    <a:pt x="2263" y="10265"/>
                  </a:cubicBezTo>
                  <a:cubicBezTo>
                    <a:pt x="2263" y="10146"/>
                    <a:pt x="2168" y="10050"/>
                    <a:pt x="2049" y="10050"/>
                  </a:cubicBezTo>
                  <a:lnTo>
                    <a:pt x="620" y="10050"/>
                  </a:lnTo>
                  <a:cubicBezTo>
                    <a:pt x="501" y="10050"/>
                    <a:pt x="429" y="9955"/>
                    <a:pt x="429" y="9836"/>
                  </a:cubicBezTo>
                  <a:lnTo>
                    <a:pt x="429" y="620"/>
                  </a:lnTo>
                  <a:cubicBezTo>
                    <a:pt x="429" y="501"/>
                    <a:pt x="501" y="406"/>
                    <a:pt x="620" y="406"/>
                  </a:cubicBezTo>
                  <a:lnTo>
                    <a:pt x="5335" y="406"/>
                  </a:lnTo>
                  <a:cubicBezTo>
                    <a:pt x="5454" y="406"/>
                    <a:pt x="5549" y="501"/>
                    <a:pt x="5549" y="620"/>
                  </a:cubicBezTo>
                  <a:lnTo>
                    <a:pt x="5549" y="9836"/>
                  </a:lnTo>
                  <a:cubicBezTo>
                    <a:pt x="5549" y="9955"/>
                    <a:pt x="5454" y="10050"/>
                    <a:pt x="5335" y="10050"/>
                  </a:cubicBezTo>
                  <a:lnTo>
                    <a:pt x="3906" y="10050"/>
                  </a:lnTo>
                  <a:cubicBezTo>
                    <a:pt x="3787" y="10050"/>
                    <a:pt x="3692" y="10146"/>
                    <a:pt x="3692" y="10265"/>
                  </a:cubicBezTo>
                  <a:cubicBezTo>
                    <a:pt x="3692" y="10384"/>
                    <a:pt x="3787" y="10479"/>
                    <a:pt x="3906" y="10479"/>
                  </a:cubicBezTo>
                  <a:lnTo>
                    <a:pt x="5335" y="10479"/>
                  </a:lnTo>
                  <a:cubicBezTo>
                    <a:pt x="5669" y="10479"/>
                    <a:pt x="5954" y="10193"/>
                    <a:pt x="5954" y="9836"/>
                  </a:cubicBezTo>
                  <a:lnTo>
                    <a:pt x="5954" y="620"/>
                  </a:lnTo>
                  <a:cubicBezTo>
                    <a:pt x="5954" y="286"/>
                    <a:pt x="5669" y="1"/>
                    <a:pt x="53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4" name="Google Shape;21854;p97"/>
          <p:cNvGrpSpPr/>
          <p:nvPr/>
        </p:nvGrpSpPr>
        <p:grpSpPr>
          <a:xfrm>
            <a:off x="4032152" y="2885068"/>
            <a:ext cx="343554" cy="345128"/>
            <a:chOff x="4024289" y="3037468"/>
            <a:chExt cx="343554" cy="345128"/>
          </a:xfrm>
        </p:grpSpPr>
        <p:sp>
          <p:nvSpPr>
            <p:cNvPr id="21855" name="Google Shape;21855;p97"/>
            <p:cNvSpPr/>
            <p:nvPr/>
          </p:nvSpPr>
          <p:spPr>
            <a:xfrm>
              <a:off x="4032092" y="3084318"/>
              <a:ext cx="328735" cy="288901"/>
            </a:xfrm>
            <a:custGeom>
              <a:rect b="b" l="l" r="r" t="t"/>
              <a:pathLst>
                <a:path extrusionOk="0" h="8812" w="10027">
                  <a:moveTo>
                    <a:pt x="1" y="1"/>
                  </a:moveTo>
                  <a:lnTo>
                    <a:pt x="1" y="5192"/>
                  </a:lnTo>
                  <a:cubicBezTo>
                    <a:pt x="1" y="5430"/>
                    <a:pt x="167" y="5621"/>
                    <a:pt x="406" y="5621"/>
                  </a:cubicBezTo>
                  <a:lnTo>
                    <a:pt x="2597" y="5621"/>
                  </a:lnTo>
                  <a:lnTo>
                    <a:pt x="2597" y="8383"/>
                  </a:lnTo>
                  <a:cubicBezTo>
                    <a:pt x="2597" y="8621"/>
                    <a:pt x="2763" y="8812"/>
                    <a:pt x="3001" y="8812"/>
                  </a:cubicBezTo>
                  <a:lnTo>
                    <a:pt x="9622" y="8812"/>
                  </a:lnTo>
                  <a:cubicBezTo>
                    <a:pt x="9860" y="8812"/>
                    <a:pt x="10027" y="8621"/>
                    <a:pt x="10027" y="8383"/>
                  </a:cubicBezTo>
                  <a:lnTo>
                    <a:pt x="10027" y="3049"/>
                  </a:lnTo>
                  <a:lnTo>
                    <a:pt x="7478" y="3049"/>
                  </a:lnTo>
                  <a:lnTo>
                    <a:pt x="7478"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97"/>
            <p:cNvSpPr/>
            <p:nvPr/>
          </p:nvSpPr>
          <p:spPr>
            <a:xfrm>
              <a:off x="4320993" y="3144445"/>
              <a:ext cx="39834" cy="39834"/>
            </a:xfrm>
            <a:custGeom>
              <a:rect b="b" l="l" r="r" t="t"/>
              <a:pathLst>
                <a:path extrusionOk="0" h="1215" w="1215">
                  <a:moveTo>
                    <a:pt x="0" y="0"/>
                  </a:moveTo>
                  <a:lnTo>
                    <a:pt x="0" y="1215"/>
                  </a:lnTo>
                  <a:lnTo>
                    <a:pt x="1215" y="1215"/>
                  </a:lnTo>
                  <a:lnTo>
                    <a:pt x="1215" y="429"/>
                  </a:lnTo>
                  <a:cubicBezTo>
                    <a:pt x="1215" y="191"/>
                    <a:pt x="1048" y="0"/>
                    <a:pt x="78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97"/>
            <p:cNvSpPr/>
            <p:nvPr/>
          </p:nvSpPr>
          <p:spPr>
            <a:xfrm>
              <a:off x="4115628" y="3144445"/>
              <a:ext cx="205398" cy="39834"/>
            </a:xfrm>
            <a:custGeom>
              <a:rect b="b" l="l" r="r" t="t"/>
              <a:pathLst>
                <a:path extrusionOk="0" h="1215" w="6265">
                  <a:moveTo>
                    <a:pt x="430" y="0"/>
                  </a:moveTo>
                  <a:cubicBezTo>
                    <a:pt x="191" y="0"/>
                    <a:pt x="1" y="191"/>
                    <a:pt x="1" y="429"/>
                  </a:cubicBezTo>
                  <a:lnTo>
                    <a:pt x="1" y="1215"/>
                  </a:lnTo>
                  <a:lnTo>
                    <a:pt x="6264" y="1215"/>
                  </a:lnTo>
                  <a:lnTo>
                    <a:pt x="62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97"/>
            <p:cNvSpPr/>
            <p:nvPr/>
          </p:nvSpPr>
          <p:spPr>
            <a:xfrm>
              <a:off x="4236670" y="3043730"/>
              <a:ext cx="40621" cy="40621"/>
            </a:xfrm>
            <a:custGeom>
              <a:rect b="b" l="l" r="r" t="t"/>
              <a:pathLst>
                <a:path extrusionOk="0" h="1239" w="1239">
                  <a:moveTo>
                    <a:pt x="0" y="0"/>
                  </a:moveTo>
                  <a:lnTo>
                    <a:pt x="0" y="1239"/>
                  </a:lnTo>
                  <a:lnTo>
                    <a:pt x="1238" y="1239"/>
                  </a:lnTo>
                  <a:lnTo>
                    <a:pt x="1238" y="429"/>
                  </a:lnTo>
                  <a:cubicBezTo>
                    <a:pt x="1238" y="191"/>
                    <a:pt x="1048" y="0"/>
                    <a:pt x="81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97"/>
            <p:cNvSpPr/>
            <p:nvPr/>
          </p:nvSpPr>
          <p:spPr>
            <a:xfrm>
              <a:off x="4032092" y="3043730"/>
              <a:ext cx="204611" cy="40621"/>
            </a:xfrm>
            <a:custGeom>
              <a:rect b="b" l="l" r="r" t="t"/>
              <a:pathLst>
                <a:path extrusionOk="0" h="1239" w="6241">
                  <a:moveTo>
                    <a:pt x="406" y="0"/>
                  </a:moveTo>
                  <a:cubicBezTo>
                    <a:pt x="167" y="0"/>
                    <a:pt x="1" y="191"/>
                    <a:pt x="1" y="429"/>
                  </a:cubicBezTo>
                  <a:lnTo>
                    <a:pt x="1" y="1239"/>
                  </a:lnTo>
                  <a:lnTo>
                    <a:pt x="6240" y="1239"/>
                  </a:lnTo>
                  <a:lnTo>
                    <a:pt x="62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97"/>
            <p:cNvSpPr/>
            <p:nvPr/>
          </p:nvSpPr>
          <p:spPr>
            <a:xfrm>
              <a:off x="4071925" y="3227195"/>
              <a:ext cx="164777" cy="81241"/>
            </a:xfrm>
            <a:custGeom>
              <a:rect b="b" l="l" r="r" t="t"/>
              <a:pathLst>
                <a:path extrusionOk="0" h="2478" w="5026">
                  <a:moveTo>
                    <a:pt x="0" y="1"/>
                  </a:moveTo>
                  <a:lnTo>
                    <a:pt x="0" y="1239"/>
                  </a:lnTo>
                  <a:cubicBezTo>
                    <a:pt x="0" y="1596"/>
                    <a:pt x="286" y="1858"/>
                    <a:pt x="619" y="1858"/>
                  </a:cubicBezTo>
                  <a:lnTo>
                    <a:pt x="3191" y="1858"/>
                  </a:lnTo>
                  <a:lnTo>
                    <a:pt x="3191" y="2477"/>
                  </a:lnTo>
                  <a:lnTo>
                    <a:pt x="5025" y="1263"/>
                  </a:lnTo>
                  <a:lnTo>
                    <a:pt x="3191" y="1"/>
                  </a:lnTo>
                  <a:lnTo>
                    <a:pt x="3191" y="644"/>
                  </a:lnTo>
                  <a:lnTo>
                    <a:pt x="619" y="644"/>
                  </a:lnTo>
                  <a:cubicBezTo>
                    <a:pt x="262" y="644"/>
                    <a:pt x="0" y="334"/>
                    <a:pt x="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97"/>
            <p:cNvSpPr/>
            <p:nvPr/>
          </p:nvSpPr>
          <p:spPr>
            <a:xfrm>
              <a:off x="4249915" y="3222506"/>
              <a:ext cx="78127" cy="14098"/>
            </a:xfrm>
            <a:custGeom>
              <a:rect b="b" l="l" r="r" t="t"/>
              <a:pathLst>
                <a:path extrusionOk="0" h="430" w="2383">
                  <a:moveTo>
                    <a:pt x="192" y="1"/>
                  </a:moveTo>
                  <a:cubicBezTo>
                    <a:pt x="72" y="1"/>
                    <a:pt x="1" y="96"/>
                    <a:pt x="1" y="215"/>
                  </a:cubicBezTo>
                  <a:cubicBezTo>
                    <a:pt x="1" y="334"/>
                    <a:pt x="72" y="429"/>
                    <a:pt x="192" y="429"/>
                  </a:cubicBezTo>
                  <a:lnTo>
                    <a:pt x="2168" y="429"/>
                  </a:lnTo>
                  <a:cubicBezTo>
                    <a:pt x="2287" y="429"/>
                    <a:pt x="2382" y="334"/>
                    <a:pt x="2382" y="215"/>
                  </a:cubicBezTo>
                  <a:cubicBezTo>
                    <a:pt x="2382" y="96"/>
                    <a:pt x="2287" y="1"/>
                    <a:pt x="2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97"/>
            <p:cNvSpPr/>
            <p:nvPr/>
          </p:nvSpPr>
          <p:spPr>
            <a:xfrm>
              <a:off x="4270242" y="3262340"/>
              <a:ext cx="57800" cy="14065"/>
            </a:xfrm>
            <a:custGeom>
              <a:rect b="b" l="l" r="r" t="t"/>
              <a:pathLst>
                <a:path extrusionOk="0" h="429" w="1763">
                  <a:moveTo>
                    <a:pt x="214" y="0"/>
                  </a:moveTo>
                  <a:cubicBezTo>
                    <a:pt x="95" y="0"/>
                    <a:pt x="0" y="95"/>
                    <a:pt x="0" y="215"/>
                  </a:cubicBezTo>
                  <a:cubicBezTo>
                    <a:pt x="0" y="334"/>
                    <a:pt x="95" y="429"/>
                    <a:pt x="214" y="429"/>
                  </a:cubicBezTo>
                  <a:lnTo>
                    <a:pt x="1548" y="429"/>
                  </a:lnTo>
                  <a:cubicBezTo>
                    <a:pt x="1667" y="429"/>
                    <a:pt x="1762" y="334"/>
                    <a:pt x="1762" y="215"/>
                  </a:cubicBezTo>
                  <a:cubicBezTo>
                    <a:pt x="1762" y="95"/>
                    <a:pt x="1667" y="0"/>
                    <a:pt x="1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97"/>
            <p:cNvSpPr/>
            <p:nvPr/>
          </p:nvSpPr>
          <p:spPr>
            <a:xfrm>
              <a:off x="4249915" y="3301354"/>
              <a:ext cx="78127" cy="14098"/>
            </a:xfrm>
            <a:custGeom>
              <a:rect b="b" l="l" r="r" t="t"/>
              <a:pathLst>
                <a:path extrusionOk="0" h="430" w="2383">
                  <a:moveTo>
                    <a:pt x="192" y="1"/>
                  </a:moveTo>
                  <a:cubicBezTo>
                    <a:pt x="72" y="1"/>
                    <a:pt x="1" y="96"/>
                    <a:pt x="1" y="215"/>
                  </a:cubicBezTo>
                  <a:cubicBezTo>
                    <a:pt x="1" y="334"/>
                    <a:pt x="120" y="430"/>
                    <a:pt x="192" y="430"/>
                  </a:cubicBezTo>
                  <a:lnTo>
                    <a:pt x="2168" y="430"/>
                  </a:lnTo>
                  <a:cubicBezTo>
                    <a:pt x="2287" y="430"/>
                    <a:pt x="2382" y="334"/>
                    <a:pt x="2382" y="215"/>
                  </a:cubicBezTo>
                  <a:cubicBezTo>
                    <a:pt x="2382" y="96"/>
                    <a:pt x="2287" y="1"/>
                    <a:pt x="2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97"/>
            <p:cNvSpPr/>
            <p:nvPr/>
          </p:nvSpPr>
          <p:spPr>
            <a:xfrm>
              <a:off x="4230408" y="3366170"/>
              <a:ext cx="13311" cy="13311"/>
            </a:xfrm>
            <a:custGeom>
              <a:rect b="b" l="l" r="r" t="t"/>
              <a:pathLst>
                <a:path extrusionOk="0" h="406" w="406">
                  <a:moveTo>
                    <a:pt x="191" y="1"/>
                  </a:moveTo>
                  <a:cubicBezTo>
                    <a:pt x="72" y="1"/>
                    <a:pt x="1" y="96"/>
                    <a:pt x="1" y="215"/>
                  </a:cubicBezTo>
                  <a:cubicBezTo>
                    <a:pt x="1" y="310"/>
                    <a:pt x="72" y="405"/>
                    <a:pt x="191" y="405"/>
                  </a:cubicBezTo>
                  <a:cubicBezTo>
                    <a:pt x="310" y="405"/>
                    <a:pt x="405" y="334"/>
                    <a:pt x="405" y="215"/>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97"/>
            <p:cNvSpPr/>
            <p:nvPr/>
          </p:nvSpPr>
          <p:spPr>
            <a:xfrm>
              <a:off x="4024289" y="3037468"/>
              <a:ext cx="343554" cy="345128"/>
            </a:xfrm>
            <a:custGeom>
              <a:rect b="b" l="l" r="r" t="t"/>
              <a:pathLst>
                <a:path extrusionOk="0" h="10527" w="10479">
                  <a:moveTo>
                    <a:pt x="6288" y="406"/>
                  </a:moveTo>
                  <a:lnTo>
                    <a:pt x="6288" y="1215"/>
                  </a:lnTo>
                  <a:lnTo>
                    <a:pt x="453" y="1215"/>
                  </a:lnTo>
                  <a:lnTo>
                    <a:pt x="453" y="596"/>
                  </a:lnTo>
                  <a:cubicBezTo>
                    <a:pt x="453" y="501"/>
                    <a:pt x="525" y="406"/>
                    <a:pt x="644" y="406"/>
                  </a:cubicBezTo>
                  <a:close/>
                  <a:moveTo>
                    <a:pt x="7341" y="426"/>
                  </a:moveTo>
                  <a:cubicBezTo>
                    <a:pt x="7426" y="426"/>
                    <a:pt x="7502" y="513"/>
                    <a:pt x="7502" y="620"/>
                  </a:cubicBezTo>
                  <a:lnTo>
                    <a:pt x="7502" y="1239"/>
                  </a:lnTo>
                  <a:lnTo>
                    <a:pt x="6692" y="1239"/>
                  </a:lnTo>
                  <a:lnTo>
                    <a:pt x="6692" y="429"/>
                  </a:lnTo>
                  <a:lnTo>
                    <a:pt x="7312" y="429"/>
                  </a:lnTo>
                  <a:cubicBezTo>
                    <a:pt x="7322" y="427"/>
                    <a:pt x="7332" y="426"/>
                    <a:pt x="7341" y="426"/>
                  </a:cubicBezTo>
                  <a:close/>
                  <a:moveTo>
                    <a:pt x="8836" y="3478"/>
                  </a:moveTo>
                  <a:lnTo>
                    <a:pt x="8836" y="4287"/>
                  </a:lnTo>
                  <a:lnTo>
                    <a:pt x="3001" y="4287"/>
                  </a:lnTo>
                  <a:lnTo>
                    <a:pt x="3001" y="3692"/>
                  </a:lnTo>
                  <a:cubicBezTo>
                    <a:pt x="3001" y="3573"/>
                    <a:pt x="3096" y="3478"/>
                    <a:pt x="3216" y="3478"/>
                  </a:cubicBezTo>
                  <a:close/>
                  <a:moveTo>
                    <a:pt x="9884" y="3478"/>
                  </a:moveTo>
                  <a:cubicBezTo>
                    <a:pt x="10003" y="3478"/>
                    <a:pt x="10098" y="3573"/>
                    <a:pt x="10098" y="3692"/>
                  </a:cubicBezTo>
                  <a:lnTo>
                    <a:pt x="10098" y="4311"/>
                  </a:lnTo>
                  <a:lnTo>
                    <a:pt x="9264" y="4311"/>
                  </a:lnTo>
                  <a:lnTo>
                    <a:pt x="9264" y="4287"/>
                  </a:lnTo>
                  <a:lnTo>
                    <a:pt x="9264" y="3478"/>
                  </a:lnTo>
                  <a:close/>
                  <a:moveTo>
                    <a:pt x="7478" y="1596"/>
                  </a:moveTo>
                  <a:lnTo>
                    <a:pt x="7478" y="3025"/>
                  </a:lnTo>
                  <a:lnTo>
                    <a:pt x="3192" y="3025"/>
                  </a:lnTo>
                  <a:cubicBezTo>
                    <a:pt x="2858" y="3025"/>
                    <a:pt x="2549" y="3287"/>
                    <a:pt x="2549" y="3644"/>
                  </a:cubicBezTo>
                  <a:lnTo>
                    <a:pt x="2549" y="6216"/>
                  </a:lnTo>
                  <a:lnTo>
                    <a:pt x="2072" y="6216"/>
                  </a:lnTo>
                  <a:lnTo>
                    <a:pt x="2072" y="6240"/>
                  </a:lnTo>
                  <a:cubicBezTo>
                    <a:pt x="1834" y="6240"/>
                    <a:pt x="1668" y="6073"/>
                    <a:pt x="1668" y="5835"/>
                  </a:cubicBezTo>
                  <a:cubicBezTo>
                    <a:pt x="1668" y="5716"/>
                    <a:pt x="1572" y="5621"/>
                    <a:pt x="1453" y="5621"/>
                  </a:cubicBezTo>
                  <a:cubicBezTo>
                    <a:pt x="1334" y="5621"/>
                    <a:pt x="1239" y="5716"/>
                    <a:pt x="1239" y="5835"/>
                  </a:cubicBezTo>
                  <a:lnTo>
                    <a:pt x="1239" y="6835"/>
                  </a:lnTo>
                  <a:lnTo>
                    <a:pt x="620" y="6835"/>
                  </a:lnTo>
                  <a:cubicBezTo>
                    <a:pt x="501" y="6835"/>
                    <a:pt x="405" y="6740"/>
                    <a:pt x="405" y="6621"/>
                  </a:cubicBezTo>
                  <a:lnTo>
                    <a:pt x="405" y="1596"/>
                  </a:lnTo>
                  <a:close/>
                  <a:moveTo>
                    <a:pt x="4859" y="6216"/>
                  </a:moveTo>
                  <a:lnTo>
                    <a:pt x="6097" y="7050"/>
                  </a:lnTo>
                  <a:lnTo>
                    <a:pt x="4859" y="7883"/>
                  </a:lnTo>
                  <a:lnTo>
                    <a:pt x="4859" y="7645"/>
                  </a:lnTo>
                  <a:cubicBezTo>
                    <a:pt x="4859" y="7526"/>
                    <a:pt x="4763" y="7431"/>
                    <a:pt x="4644" y="7431"/>
                  </a:cubicBezTo>
                  <a:lnTo>
                    <a:pt x="2072" y="7431"/>
                  </a:lnTo>
                  <a:cubicBezTo>
                    <a:pt x="1834" y="7431"/>
                    <a:pt x="1668" y="7264"/>
                    <a:pt x="1668" y="7026"/>
                  </a:cubicBezTo>
                  <a:lnTo>
                    <a:pt x="1668" y="6550"/>
                  </a:lnTo>
                  <a:cubicBezTo>
                    <a:pt x="1787" y="6597"/>
                    <a:pt x="1930" y="6669"/>
                    <a:pt x="2072" y="6669"/>
                  </a:cubicBezTo>
                  <a:lnTo>
                    <a:pt x="4644" y="6669"/>
                  </a:lnTo>
                  <a:cubicBezTo>
                    <a:pt x="4763" y="6669"/>
                    <a:pt x="4859" y="6573"/>
                    <a:pt x="4859" y="6454"/>
                  </a:cubicBezTo>
                  <a:lnTo>
                    <a:pt x="4859" y="6216"/>
                  </a:lnTo>
                  <a:close/>
                  <a:moveTo>
                    <a:pt x="620" y="1"/>
                  </a:moveTo>
                  <a:cubicBezTo>
                    <a:pt x="286" y="1"/>
                    <a:pt x="1" y="263"/>
                    <a:pt x="1" y="620"/>
                  </a:cubicBezTo>
                  <a:lnTo>
                    <a:pt x="1" y="6669"/>
                  </a:lnTo>
                  <a:cubicBezTo>
                    <a:pt x="1" y="6978"/>
                    <a:pt x="263" y="7288"/>
                    <a:pt x="620" y="7288"/>
                  </a:cubicBezTo>
                  <a:lnTo>
                    <a:pt x="1239" y="7288"/>
                  </a:lnTo>
                  <a:cubicBezTo>
                    <a:pt x="1334" y="7645"/>
                    <a:pt x="1668" y="7907"/>
                    <a:pt x="2049" y="7907"/>
                  </a:cubicBezTo>
                  <a:lnTo>
                    <a:pt x="2596" y="7907"/>
                  </a:lnTo>
                  <a:lnTo>
                    <a:pt x="2596" y="9884"/>
                  </a:lnTo>
                  <a:cubicBezTo>
                    <a:pt x="2596" y="10193"/>
                    <a:pt x="2858" y="10503"/>
                    <a:pt x="3216" y="10503"/>
                  </a:cubicBezTo>
                  <a:lnTo>
                    <a:pt x="5573" y="10503"/>
                  </a:lnTo>
                  <a:cubicBezTo>
                    <a:pt x="5692" y="10503"/>
                    <a:pt x="5764" y="10408"/>
                    <a:pt x="5764" y="10288"/>
                  </a:cubicBezTo>
                  <a:cubicBezTo>
                    <a:pt x="5764" y="10169"/>
                    <a:pt x="5692" y="10074"/>
                    <a:pt x="5573" y="10074"/>
                  </a:cubicBezTo>
                  <a:lnTo>
                    <a:pt x="3216" y="10074"/>
                  </a:lnTo>
                  <a:cubicBezTo>
                    <a:pt x="3096" y="10074"/>
                    <a:pt x="3001" y="10003"/>
                    <a:pt x="3001" y="9884"/>
                  </a:cubicBezTo>
                  <a:lnTo>
                    <a:pt x="3001" y="7907"/>
                  </a:lnTo>
                  <a:lnTo>
                    <a:pt x="4430" y="7907"/>
                  </a:lnTo>
                  <a:lnTo>
                    <a:pt x="4430" y="8336"/>
                  </a:lnTo>
                  <a:cubicBezTo>
                    <a:pt x="4430" y="8407"/>
                    <a:pt x="4454" y="8479"/>
                    <a:pt x="4549" y="8502"/>
                  </a:cubicBezTo>
                  <a:cubicBezTo>
                    <a:pt x="4585" y="8514"/>
                    <a:pt x="4621" y="8520"/>
                    <a:pt x="4656" y="8520"/>
                  </a:cubicBezTo>
                  <a:cubicBezTo>
                    <a:pt x="4692" y="8520"/>
                    <a:pt x="4728" y="8514"/>
                    <a:pt x="4763" y="8502"/>
                  </a:cubicBezTo>
                  <a:lnTo>
                    <a:pt x="6597" y="7288"/>
                  </a:lnTo>
                  <a:cubicBezTo>
                    <a:pt x="6669" y="7264"/>
                    <a:pt x="6692" y="7193"/>
                    <a:pt x="6692" y="7097"/>
                  </a:cubicBezTo>
                  <a:cubicBezTo>
                    <a:pt x="6692" y="7050"/>
                    <a:pt x="6669" y="6978"/>
                    <a:pt x="6597" y="6931"/>
                  </a:cubicBezTo>
                  <a:lnTo>
                    <a:pt x="4763" y="5716"/>
                  </a:lnTo>
                  <a:cubicBezTo>
                    <a:pt x="4724" y="5690"/>
                    <a:pt x="4685" y="5671"/>
                    <a:pt x="4646" y="5671"/>
                  </a:cubicBezTo>
                  <a:cubicBezTo>
                    <a:pt x="4614" y="5671"/>
                    <a:pt x="4581" y="5684"/>
                    <a:pt x="4549" y="5716"/>
                  </a:cubicBezTo>
                  <a:cubicBezTo>
                    <a:pt x="4502" y="5740"/>
                    <a:pt x="4430" y="5835"/>
                    <a:pt x="4430" y="5883"/>
                  </a:cubicBezTo>
                  <a:lnTo>
                    <a:pt x="4430" y="6311"/>
                  </a:lnTo>
                  <a:lnTo>
                    <a:pt x="3001" y="6311"/>
                  </a:lnTo>
                  <a:lnTo>
                    <a:pt x="3001" y="4764"/>
                  </a:lnTo>
                  <a:lnTo>
                    <a:pt x="10050" y="4764"/>
                  </a:lnTo>
                  <a:lnTo>
                    <a:pt x="10050" y="9907"/>
                  </a:lnTo>
                  <a:cubicBezTo>
                    <a:pt x="10050" y="10027"/>
                    <a:pt x="9979" y="10122"/>
                    <a:pt x="9860" y="10122"/>
                  </a:cubicBezTo>
                  <a:lnTo>
                    <a:pt x="7383" y="10122"/>
                  </a:lnTo>
                  <a:cubicBezTo>
                    <a:pt x="7264" y="10122"/>
                    <a:pt x="7169" y="10193"/>
                    <a:pt x="7169" y="10312"/>
                  </a:cubicBezTo>
                  <a:cubicBezTo>
                    <a:pt x="7169" y="10431"/>
                    <a:pt x="7264" y="10527"/>
                    <a:pt x="7383" y="10527"/>
                  </a:cubicBezTo>
                  <a:lnTo>
                    <a:pt x="9860" y="10527"/>
                  </a:lnTo>
                  <a:cubicBezTo>
                    <a:pt x="10169" y="10527"/>
                    <a:pt x="10479" y="10265"/>
                    <a:pt x="10479" y="9907"/>
                  </a:cubicBezTo>
                  <a:lnTo>
                    <a:pt x="10479" y="3740"/>
                  </a:lnTo>
                  <a:cubicBezTo>
                    <a:pt x="10479" y="3335"/>
                    <a:pt x="10217" y="3049"/>
                    <a:pt x="9860" y="3049"/>
                  </a:cubicBezTo>
                  <a:lnTo>
                    <a:pt x="7883" y="3049"/>
                  </a:lnTo>
                  <a:lnTo>
                    <a:pt x="7883" y="620"/>
                  </a:lnTo>
                  <a:cubicBezTo>
                    <a:pt x="7883" y="286"/>
                    <a:pt x="7621" y="1"/>
                    <a:pt x="7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6" name="Google Shape;21866;p97"/>
          <p:cNvGrpSpPr/>
          <p:nvPr/>
        </p:nvGrpSpPr>
        <p:grpSpPr>
          <a:xfrm>
            <a:off x="4791846" y="2885068"/>
            <a:ext cx="341980" cy="343554"/>
            <a:chOff x="4783983" y="3037468"/>
            <a:chExt cx="341980" cy="343554"/>
          </a:xfrm>
        </p:grpSpPr>
        <p:sp>
          <p:nvSpPr>
            <p:cNvPr id="21867" name="Google Shape;21867;p97"/>
            <p:cNvSpPr/>
            <p:nvPr/>
          </p:nvSpPr>
          <p:spPr>
            <a:xfrm>
              <a:off x="4789425" y="3043730"/>
              <a:ext cx="329522" cy="245166"/>
            </a:xfrm>
            <a:custGeom>
              <a:rect b="b" l="l" r="r" t="t"/>
              <a:pathLst>
                <a:path extrusionOk="0" h="7478" w="10051">
                  <a:moveTo>
                    <a:pt x="6978" y="0"/>
                  </a:moveTo>
                  <a:cubicBezTo>
                    <a:pt x="6669" y="0"/>
                    <a:pt x="6359" y="262"/>
                    <a:pt x="6359" y="643"/>
                  </a:cubicBezTo>
                  <a:lnTo>
                    <a:pt x="6359" y="1858"/>
                  </a:lnTo>
                  <a:lnTo>
                    <a:pt x="406" y="1858"/>
                  </a:lnTo>
                  <a:cubicBezTo>
                    <a:pt x="167" y="1858"/>
                    <a:pt x="1" y="2024"/>
                    <a:pt x="1" y="2263"/>
                  </a:cubicBezTo>
                  <a:lnTo>
                    <a:pt x="1" y="7478"/>
                  </a:lnTo>
                  <a:lnTo>
                    <a:pt x="8836" y="7478"/>
                  </a:lnTo>
                  <a:lnTo>
                    <a:pt x="8836" y="5049"/>
                  </a:lnTo>
                  <a:lnTo>
                    <a:pt x="10051" y="5049"/>
                  </a:lnTo>
                  <a:lnTo>
                    <a:pt x="10051" y="643"/>
                  </a:lnTo>
                  <a:cubicBezTo>
                    <a:pt x="10051" y="310"/>
                    <a:pt x="9789" y="0"/>
                    <a:pt x="943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97"/>
            <p:cNvSpPr/>
            <p:nvPr/>
          </p:nvSpPr>
          <p:spPr>
            <a:xfrm>
              <a:off x="4997905" y="3209228"/>
              <a:ext cx="121042" cy="40653"/>
            </a:xfrm>
            <a:custGeom>
              <a:rect b="b" l="l" r="r" t="t"/>
              <a:pathLst>
                <a:path extrusionOk="0" h="1240" w="3692">
                  <a:moveTo>
                    <a:pt x="0" y="1"/>
                  </a:moveTo>
                  <a:lnTo>
                    <a:pt x="0" y="620"/>
                  </a:lnTo>
                  <a:cubicBezTo>
                    <a:pt x="0" y="977"/>
                    <a:pt x="310" y="1239"/>
                    <a:pt x="619" y="1239"/>
                  </a:cubicBezTo>
                  <a:lnTo>
                    <a:pt x="3072" y="1239"/>
                  </a:lnTo>
                  <a:cubicBezTo>
                    <a:pt x="3430" y="1239"/>
                    <a:pt x="3692" y="953"/>
                    <a:pt x="3692" y="620"/>
                  </a:cubicBezTo>
                  <a:lnTo>
                    <a:pt x="3692"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97"/>
            <p:cNvSpPr/>
            <p:nvPr/>
          </p:nvSpPr>
          <p:spPr>
            <a:xfrm>
              <a:off x="4790212" y="3288863"/>
              <a:ext cx="288901" cy="84356"/>
            </a:xfrm>
            <a:custGeom>
              <a:rect b="b" l="l" r="r" t="t"/>
              <a:pathLst>
                <a:path extrusionOk="0" h="2573" w="8812">
                  <a:moveTo>
                    <a:pt x="1" y="1"/>
                  </a:moveTo>
                  <a:lnTo>
                    <a:pt x="1" y="811"/>
                  </a:lnTo>
                  <a:cubicBezTo>
                    <a:pt x="1" y="1049"/>
                    <a:pt x="191" y="1215"/>
                    <a:pt x="405" y="1215"/>
                  </a:cubicBezTo>
                  <a:lnTo>
                    <a:pt x="3192" y="1215"/>
                  </a:lnTo>
                  <a:lnTo>
                    <a:pt x="3192" y="2573"/>
                  </a:lnTo>
                  <a:lnTo>
                    <a:pt x="5621" y="2573"/>
                  </a:lnTo>
                  <a:lnTo>
                    <a:pt x="5621" y="1215"/>
                  </a:lnTo>
                  <a:lnTo>
                    <a:pt x="8383" y="1215"/>
                  </a:lnTo>
                  <a:cubicBezTo>
                    <a:pt x="8621" y="1215"/>
                    <a:pt x="8812" y="1049"/>
                    <a:pt x="8812" y="811"/>
                  </a:cubicBezTo>
                  <a:lnTo>
                    <a:pt x="8812"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97"/>
            <p:cNvSpPr/>
            <p:nvPr/>
          </p:nvSpPr>
          <p:spPr>
            <a:xfrm>
              <a:off x="5041607" y="3077302"/>
              <a:ext cx="34391" cy="13311"/>
            </a:xfrm>
            <a:custGeom>
              <a:rect b="b" l="l" r="r" t="t"/>
              <a:pathLst>
                <a:path extrusionOk="0" h="406" w="1049">
                  <a:moveTo>
                    <a:pt x="215" y="0"/>
                  </a:moveTo>
                  <a:cubicBezTo>
                    <a:pt x="96" y="0"/>
                    <a:pt x="1" y="95"/>
                    <a:pt x="1" y="215"/>
                  </a:cubicBezTo>
                  <a:cubicBezTo>
                    <a:pt x="1" y="334"/>
                    <a:pt x="96" y="405"/>
                    <a:pt x="215" y="405"/>
                  </a:cubicBezTo>
                  <a:lnTo>
                    <a:pt x="858" y="405"/>
                  </a:lnTo>
                  <a:cubicBezTo>
                    <a:pt x="977" y="405"/>
                    <a:pt x="1049" y="334"/>
                    <a:pt x="1049" y="215"/>
                  </a:cubicBezTo>
                  <a:cubicBezTo>
                    <a:pt x="1049" y="95"/>
                    <a:pt x="977" y="0"/>
                    <a:pt x="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97"/>
            <p:cNvSpPr/>
            <p:nvPr/>
          </p:nvSpPr>
          <p:spPr>
            <a:xfrm>
              <a:off x="4783983" y="3037468"/>
              <a:ext cx="341980" cy="343554"/>
            </a:xfrm>
            <a:custGeom>
              <a:rect b="b" l="l" r="r" t="t"/>
              <a:pathLst>
                <a:path extrusionOk="0" h="10479" w="10431">
                  <a:moveTo>
                    <a:pt x="9621" y="406"/>
                  </a:moveTo>
                  <a:cubicBezTo>
                    <a:pt x="9859" y="406"/>
                    <a:pt x="10050" y="596"/>
                    <a:pt x="10050" y="834"/>
                  </a:cubicBezTo>
                  <a:lnTo>
                    <a:pt x="10050" y="5026"/>
                  </a:lnTo>
                  <a:lnTo>
                    <a:pt x="6763" y="5026"/>
                  </a:lnTo>
                  <a:lnTo>
                    <a:pt x="6763" y="834"/>
                  </a:lnTo>
                  <a:cubicBezTo>
                    <a:pt x="6763" y="596"/>
                    <a:pt x="6954" y="406"/>
                    <a:pt x="7192" y="406"/>
                  </a:cubicBezTo>
                  <a:close/>
                  <a:moveTo>
                    <a:pt x="10050" y="5407"/>
                  </a:moveTo>
                  <a:lnTo>
                    <a:pt x="10050" y="5835"/>
                  </a:lnTo>
                  <a:cubicBezTo>
                    <a:pt x="10026" y="6073"/>
                    <a:pt x="9835" y="6240"/>
                    <a:pt x="9621" y="6240"/>
                  </a:cubicBezTo>
                  <a:lnTo>
                    <a:pt x="7192" y="6240"/>
                  </a:lnTo>
                  <a:cubicBezTo>
                    <a:pt x="6954" y="6240"/>
                    <a:pt x="6763" y="6073"/>
                    <a:pt x="6763" y="5835"/>
                  </a:cubicBezTo>
                  <a:lnTo>
                    <a:pt x="6763" y="5407"/>
                  </a:lnTo>
                  <a:close/>
                  <a:moveTo>
                    <a:pt x="6335" y="2215"/>
                  </a:moveTo>
                  <a:lnTo>
                    <a:pt x="6335" y="5835"/>
                  </a:lnTo>
                  <a:cubicBezTo>
                    <a:pt x="6335" y="6264"/>
                    <a:pt x="6692" y="6621"/>
                    <a:pt x="7121" y="6621"/>
                  </a:cubicBezTo>
                  <a:lnTo>
                    <a:pt x="8764" y="6621"/>
                  </a:lnTo>
                  <a:lnTo>
                    <a:pt x="8764" y="7455"/>
                  </a:lnTo>
                  <a:lnTo>
                    <a:pt x="5525" y="7455"/>
                  </a:lnTo>
                  <a:cubicBezTo>
                    <a:pt x="5406" y="7455"/>
                    <a:pt x="5311" y="7550"/>
                    <a:pt x="5311" y="7669"/>
                  </a:cubicBezTo>
                  <a:cubicBezTo>
                    <a:pt x="5311" y="7788"/>
                    <a:pt x="5406" y="7883"/>
                    <a:pt x="5525" y="7883"/>
                  </a:cubicBezTo>
                  <a:lnTo>
                    <a:pt x="8788" y="7883"/>
                  </a:lnTo>
                  <a:lnTo>
                    <a:pt x="8788" y="8502"/>
                  </a:lnTo>
                  <a:cubicBezTo>
                    <a:pt x="8788" y="8621"/>
                    <a:pt x="8716" y="8717"/>
                    <a:pt x="8573" y="8717"/>
                  </a:cubicBezTo>
                  <a:lnTo>
                    <a:pt x="572" y="8717"/>
                  </a:lnTo>
                  <a:cubicBezTo>
                    <a:pt x="453" y="8717"/>
                    <a:pt x="357" y="8621"/>
                    <a:pt x="357" y="8502"/>
                  </a:cubicBezTo>
                  <a:lnTo>
                    <a:pt x="357" y="7883"/>
                  </a:lnTo>
                  <a:lnTo>
                    <a:pt x="3644" y="7883"/>
                  </a:lnTo>
                  <a:cubicBezTo>
                    <a:pt x="3763" y="7883"/>
                    <a:pt x="3858" y="7788"/>
                    <a:pt x="3858" y="7669"/>
                  </a:cubicBezTo>
                  <a:cubicBezTo>
                    <a:pt x="3858" y="7550"/>
                    <a:pt x="3763" y="7455"/>
                    <a:pt x="3644" y="7455"/>
                  </a:cubicBezTo>
                  <a:lnTo>
                    <a:pt x="357" y="7455"/>
                  </a:lnTo>
                  <a:lnTo>
                    <a:pt x="357" y="2430"/>
                  </a:lnTo>
                  <a:cubicBezTo>
                    <a:pt x="357" y="2311"/>
                    <a:pt x="453" y="2215"/>
                    <a:pt x="572" y="2215"/>
                  </a:cubicBezTo>
                  <a:close/>
                  <a:moveTo>
                    <a:pt x="5620" y="9074"/>
                  </a:moveTo>
                  <a:lnTo>
                    <a:pt x="5620" y="10027"/>
                  </a:lnTo>
                  <a:lnTo>
                    <a:pt x="3596" y="10027"/>
                  </a:lnTo>
                  <a:lnTo>
                    <a:pt x="3596" y="9074"/>
                  </a:lnTo>
                  <a:close/>
                  <a:moveTo>
                    <a:pt x="7192" y="1"/>
                  </a:moveTo>
                  <a:cubicBezTo>
                    <a:pt x="6740" y="1"/>
                    <a:pt x="6382" y="358"/>
                    <a:pt x="6382" y="787"/>
                  </a:cubicBezTo>
                  <a:lnTo>
                    <a:pt x="6382" y="1811"/>
                  </a:lnTo>
                  <a:lnTo>
                    <a:pt x="643" y="1811"/>
                  </a:lnTo>
                  <a:cubicBezTo>
                    <a:pt x="310" y="1811"/>
                    <a:pt x="0" y="2073"/>
                    <a:pt x="0" y="2430"/>
                  </a:cubicBezTo>
                  <a:lnTo>
                    <a:pt x="0" y="8479"/>
                  </a:lnTo>
                  <a:cubicBezTo>
                    <a:pt x="0" y="8812"/>
                    <a:pt x="286" y="9098"/>
                    <a:pt x="643" y="9098"/>
                  </a:cubicBezTo>
                  <a:lnTo>
                    <a:pt x="3191" y="9098"/>
                  </a:lnTo>
                  <a:lnTo>
                    <a:pt x="3191" y="10050"/>
                  </a:lnTo>
                  <a:lnTo>
                    <a:pt x="2167" y="10050"/>
                  </a:lnTo>
                  <a:cubicBezTo>
                    <a:pt x="2048" y="10050"/>
                    <a:pt x="1953" y="10146"/>
                    <a:pt x="1953" y="10265"/>
                  </a:cubicBezTo>
                  <a:cubicBezTo>
                    <a:pt x="1953" y="10384"/>
                    <a:pt x="2048" y="10479"/>
                    <a:pt x="2167" y="10479"/>
                  </a:cubicBezTo>
                  <a:lnTo>
                    <a:pt x="7049" y="10479"/>
                  </a:lnTo>
                  <a:cubicBezTo>
                    <a:pt x="7144" y="10479"/>
                    <a:pt x="7240" y="10384"/>
                    <a:pt x="7240" y="10265"/>
                  </a:cubicBezTo>
                  <a:cubicBezTo>
                    <a:pt x="7240" y="10146"/>
                    <a:pt x="7168" y="10050"/>
                    <a:pt x="7049" y="10050"/>
                  </a:cubicBezTo>
                  <a:lnTo>
                    <a:pt x="6025" y="10050"/>
                  </a:lnTo>
                  <a:lnTo>
                    <a:pt x="6025" y="9098"/>
                  </a:lnTo>
                  <a:lnTo>
                    <a:pt x="8597" y="9098"/>
                  </a:lnTo>
                  <a:cubicBezTo>
                    <a:pt x="8907" y="9098"/>
                    <a:pt x="9216" y="8836"/>
                    <a:pt x="9216" y="8479"/>
                  </a:cubicBezTo>
                  <a:lnTo>
                    <a:pt x="9216" y="6621"/>
                  </a:lnTo>
                  <a:lnTo>
                    <a:pt x="9621" y="6621"/>
                  </a:lnTo>
                  <a:cubicBezTo>
                    <a:pt x="10074" y="6621"/>
                    <a:pt x="10431" y="6264"/>
                    <a:pt x="10431" y="5835"/>
                  </a:cubicBezTo>
                  <a:lnTo>
                    <a:pt x="10431" y="787"/>
                  </a:lnTo>
                  <a:cubicBezTo>
                    <a:pt x="10431" y="382"/>
                    <a:pt x="10074" y="1"/>
                    <a:pt x="96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97"/>
            <p:cNvSpPr/>
            <p:nvPr/>
          </p:nvSpPr>
          <p:spPr>
            <a:xfrm>
              <a:off x="4927614" y="3281847"/>
              <a:ext cx="14098" cy="14098"/>
            </a:xfrm>
            <a:custGeom>
              <a:rect b="b" l="l" r="r" t="t"/>
              <a:pathLst>
                <a:path extrusionOk="0" h="430" w="430">
                  <a:moveTo>
                    <a:pt x="215" y="1"/>
                  </a:moveTo>
                  <a:cubicBezTo>
                    <a:pt x="96" y="1"/>
                    <a:pt x="1" y="96"/>
                    <a:pt x="1" y="215"/>
                  </a:cubicBezTo>
                  <a:cubicBezTo>
                    <a:pt x="1" y="334"/>
                    <a:pt x="96" y="429"/>
                    <a:pt x="215" y="429"/>
                  </a:cubicBezTo>
                  <a:cubicBezTo>
                    <a:pt x="334" y="429"/>
                    <a:pt x="430" y="334"/>
                    <a:pt x="430" y="215"/>
                  </a:cubicBezTo>
                  <a:cubicBezTo>
                    <a:pt x="430"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3" name="Google Shape;21873;p97"/>
          <p:cNvGrpSpPr/>
          <p:nvPr/>
        </p:nvGrpSpPr>
        <p:grpSpPr>
          <a:xfrm>
            <a:off x="5551508" y="2909263"/>
            <a:ext cx="343554" cy="294377"/>
            <a:chOff x="5543644" y="3061663"/>
            <a:chExt cx="343554" cy="294377"/>
          </a:xfrm>
        </p:grpSpPr>
        <p:sp>
          <p:nvSpPr>
            <p:cNvPr id="21874" name="Google Shape;21874;p97"/>
            <p:cNvSpPr/>
            <p:nvPr/>
          </p:nvSpPr>
          <p:spPr>
            <a:xfrm>
              <a:off x="5551447" y="3108513"/>
              <a:ext cx="329522" cy="241298"/>
            </a:xfrm>
            <a:custGeom>
              <a:rect b="b" l="l" r="r" t="t"/>
              <a:pathLst>
                <a:path extrusionOk="0" h="7360" w="10051">
                  <a:moveTo>
                    <a:pt x="1" y="1"/>
                  </a:moveTo>
                  <a:lnTo>
                    <a:pt x="1" y="6931"/>
                  </a:lnTo>
                  <a:cubicBezTo>
                    <a:pt x="1" y="7169"/>
                    <a:pt x="191" y="7359"/>
                    <a:pt x="406" y="7359"/>
                  </a:cubicBezTo>
                  <a:lnTo>
                    <a:pt x="9646" y="7359"/>
                  </a:lnTo>
                  <a:cubicBezTo>
                    <a:pt x="9884" y="7359"/>
                    <a:pt x="10050" y="7169"/>
                    <a:pt x="10050" y="6931"/>
                  </a:cubicBezTo>
                  <a:lnTo>
                    <a:pt x="1005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97"/>
            <p:cNvSpPr/>
            <p:nvPr/>
          </p:nvSpPr>
          <p:spPr>
            <a:xfrm>
              <a:off x="5635770" y="3249062"/>
              <a:ext cx="25802" cy="60160"/>
            </a:xfrm>
            <a:custGeom>
              <a:rect b="b" l="l" r="r" t="t"/>
              <a:pathLst>
                <a:path extrusionOk="0" h="1835" w="787">
                  <a:moveTo>
                    <a:pt x="1" y="0"/>
                  </a:moveTo>
                  <a:lnTo>
                    <a:pt x="1" y="1834"/>
                  </a:lnTo>
                  <a:lnTo>
                    <a:pt x="787" y="1834"/>
                  </a:lnTo>
                  <a:lnTo>
                    <a:pt x="787"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97"/>
            <p:cNvSpPr/>
            <p:nvPr/>
          </p:nvSpPr>
          <p:spPr>
            <a:xfrm>
              <a:off x="5681833" y="3148347"/>
              <a:ext cx="73438" cy="140549"/>
            </a:xfrm>
            <a:custGeom>
              <a:rect b="b" l="l" r="r" t="t"/>
              <a:pathLst>
                <a:path extrusionOk="0" h="4287" w="2240">
                  <a:moveTo>
                    <a:pt x="2239" y="0"/>
                  </a:moveTo>
                  <a:lnTo>
                    <a:pt x="1" y="1215"/>
                  </a:lnTo>
                  <a:lnTo>
                    <a:pt x="1" y="3072"/>
                  </a:lnTo>
                  <a:lnTo>
                    <a:pt x="2239" y="4287"/>
                  </a:lnTo>
                  <a:lnTo>
                    <a:pt x="2239"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97"/>
            <p:cNvSpPr/>
            <p:nvPr/>
          </p:nvSpPr>
          <p:spPr>
            <a:xfrm>
              <a:off x="5595182" y="3188148"/>
              <a:ext cx="86684" cy="60947"/>
            </a:xfrm>
            <a:custGeom>
              <a:rect b="b" l="l" r="r" t="t"/>
              <a:pathLst>
                <a:path extrusionOk="0" h="1859" w="2644">
                  <a:moveTo>
                    <a:pt x="929" y="1"/>
                  </a:moveTo>
                  <a:cubicBezTo>
                    <a:pt x="429" y="1"/>
                    <a:pt x="0" y="430"/>
                    <a:pt x="0" y="930"/>
                  </a:cubicBezTo>
                  <a:cubicBezTo>
                    <a:pt x="0" y="1430"/>
                    <a:pt x="429" y="1858"/>
                    <a:pt x="929" y="1858"/>
                  </a:cubicBezTo>
                  <a:lnTo>
                    <a:pt x="2644" y="1858"/>
                  </a:lnTo>
                  <a:lnTo>
                    <a:pt x="2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97"/>
            <p:cNvSpPr/>
            <p:nvPr/>
          </p:nvSpPr>
          <p:spPr>
            <a:xfrm>
              <a:off x="5796613" y="3068712"/>
              <a:ext cx="83569" cy="39834"/>
            </a:xfrm>
            <a:custGeom>
              <a:rect b="b" l="l" r="r" t="t"/>
              <a:pathLst>
                <a:path extrusionOk="0" h="1215" w="2549">
                  <a:moveTo>
                    <a:pt x="0" y="0"/>
                  </a:moveTo>
                  <a:lnTo>
                    <a:pt x="0" y="1215"/>
                  </a:lnTo>
                  <a:lnTo>
                    <a:pt x="2549" y="1215"/>
                  </a:lnTo>
                  <a:lnTo>
                    <a:pt x="2549" y="405"/>
                  </a:lnTo>
                  <a:cubicBezTo>
                    <a:pt x="2549" y="167"/>
                    <a:pt x="2382" y="0"/>
                    <a:pt x="21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97"/>
            <p:cNvSpPr/>
            <p:nvPr/>
          </p:nvSpPr>
          <p:spPr>
            <a:xfrm>
              <a:off x="5550660" y="3068712"/>
              <a:ext cx="245199" cy="39834"/>
            </a:xfrm>
            <a:custGeom>
              <a:rect b="b" l="l" r="r" t="t"/>
              <a:pathLst>
                <a:path extrusionOk="0" h="1215" w="7479">
                  <a:moveTo>
                    <a:pt x="406" y="0"/>
                  </a:moveTo>
                  <a:cubicBezTo>
                    <a:pt x="168" y="0"/>
                    <a:pt x="1" y="167"/>
                    <a:pt x="1" y="405"/>
                  </a:cubicBezTo>
                  <a:lnTo>
                    <a:pt x="1" y="1215"/>
                  </a:lnTo>
                  <a:lnTo>
                    <a:pt x="7479" y="1215"/>
                  </a:lnTo>
                  <a:lnTo>
                    <a:pt x="7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97"/>
            <p:cNvSpPr/>
            <p:nvPr/>
          </p:nvSpPr>
          <p:spPr>
            <a:xfrm>
              <a:off x="5788810" y="3181919"/>
              <a:ext cx="13311" cy="74192"/>
            </a:xfrm>
            <a:custGeom>
              <a:rect b="b" l="l" r="r" t="t"/>
              <a:pathLst>
                <a:path extrusionOk="0" h="2263" w="406">
                  <a:moveTo>
                    <a:pt x="215" y="0"/>
                  </a:moveTo>
                  <a:cubicBezTo>
                    <a:pt x="72" y="0"/>
                    <a:pt x="0" y="72"/>
                    <a:pt x="0" y="191"/>
                  </a:cubicBezTo>
                  <a:lnTo>
                    <a:pt x="0" y="2048"/>
                  </a:lnTo>
                  <a:cubicBezTo>
                    <a:pt x="0" y="2167"/>
                    <a:pt x="72" y="2263"/>
                    <a:pt x="215" y="2263"/>
                  </a:cubicBezTo>
                  <a:cubicBezTo>
                    <a:pt x="334" y="2263"/>
                    <a:pt x="405" y="2167"/>
                    <a:pt x="405" y="2048"/>
                  </a:cubicBezTo>
                  <a:lnTo>
                    <a:pt x="405" y="191"/>
                  </a:lnTo>
                  <a:cubicBezTo>
                    <a:pt x="405" y="72"/>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97"/>
            <p:cNvSpPr/>
            <p:nvPr/>
          </p:nvSpPr>
          <p:spPr>
            <a:xfrm>
              <a:off x="5828611" y="3160838"/>
              <a:ext cx="14098" cy="114813"/>
            </a:xfrm>
            <a:custGeom>
              <a:rect b="b" l="l" r="r" t="t"/>
              <a:pathLst>
                <a:path extrusionOk="0" h="3502" w="430">
                  <a:moveTo>
                    <a:pt x="215" y="0"/>
                  </a:moveTo>
                  <a:cubicBezTo>
                    <a:pt x="96" y="0"/>
                    <a:pt x="1" y="96"/>
                    <a:pt x="1" y="215"/>
                  </a:cubicBezTo>
                  <a:lnTo>
                    <a:pt x="1" y="3287"/>
                  </a:lnTo>
                  <a:cubicBezTo>
                    <a:pt x="1" y="3406"/>
                    <a:pt x="96" y="3501"/>
                    <a:pt x="215" y="3501"/>
                  </a:cubicBezTo>
                  <a:cubicBezTo>
                    <a:pt x="334" y="3501"/>
                    <a:pt x="430" y="3406"/>
                    <a:pt x="430" y="3287"/>
                  </a:cubicBezTo>
                  <a:lnTo>
                    <a:pt x="430" y="215"/>
                  </a:lnTo>
                  <a:cubicBezTo>
                    <a:pt x="430" y="96"/>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97"/>
            <p:cNvSpPr/>
            <p:nvPr/>
          </p:nvSpPr>
          <p:spPr>
            <a:xfrm>
              <a:off x="5588920" y="3140741"/>
              <a:ext cx="173367" cy="174711"/>
            </a:xfrm>
            <a:custGeom>
              <a:rect b="b" l="l" r="r" t="t"/>
              <a:pathLst>
                <a:path extrusionOk="0" h="5329" w="5288">
                  <a:moveTo>
                    <a:pt x="2644" y="1661"/>
                  </a:moveTo>
                  <a:lnTo>
                    <a:pt x="2644" y="3090"/>
                  </a:lnTo>
                  <a:lnTo>
                    <a:pt x="1120" y="3090"/>
                  </a:lnTo>
                  <a:cubicBezTo>
                    <a:pt x="715" y="3090"/>
                    <a:pt x="406" y="2757"/>
                    <a:pt x="406" y="2376"/>
                  </a:cubicBezTo>
                  <a:cubicBezTo>
                    <a:pt x="406" y="1995"/>
                    <a:pt x="739" y="1661"/>
                    <a:pt x="1120" y="1661"/>
                  </a:cubicBezTo>
                  <a:close/>
                  <a:moveTo>
                    <a:pt x="4883" y="542"/>
                  </a:moveTo>
                  <a:lnTo>
                    <a:pt x="4883" y="4162"/>
                  </a:lnTo>
                  <a:lnTo>
                    <a:pt x="3025" y="3161"/>
                  </a:lnTo>
                  <a:lnTo>
                    <a:pt x="3025" y="1542"/>
                  </a:lnTo>
                  <a:lnTo>
                    <a:pt x="4883" y="542"/>
                  </a:lnTo>
                  <a:close/>
                  <a:moveTo>
                    <a:pt x="2049" y="3519"/>
                  </a:moveTo>
                  <a:lnTo>
                    <a:pt x="2049" y="4948"/>
                  </a:lnTo>
                  <a:lnTo>
                    <a:pt x="1620" y="4948"/>
                  </a:lnTo>
                  <a:lnTo>
                    <a:pt x="1620" y="3519"/>
                  </a:lnTo>
                  <a:close/>
                  <a:moveTo>
                    <a:pt x="5097" y="0"/>
                  </a:moveTo>
                  <a:cubicBezTo>
                    <a:pt x="5061" y="0"/>
                    <a:pt x="5026" y="6"/>
                    <a:pt x="5002" y="18"/>
                  </a:cubicBezTo>
                  <a:lnTo>
                    <a:pt x="2787" y="1209"/>
                  </a:lnTo>
                  <a:lnTo>
                    <a:pt x="1120" y="1209"/>
                  </a:lnTo>
                  <a:cubicBezTo>
                    <a:pt x="501" y="1209"/>
                    <a:pt x="1" y="1733"/>
                    <a:pt x="1" y="2352"/>
                  </a:cubicBezTo>
                  <a:cubicBezTo>
                    <a:pt x="1" y="2971"/>
                    <a:pt x="501" y="3471"/>
                    <a:pt x="1120" y="3471"/>
                  </a:cubicBezTo>
                  <a:lnTo>
                    <a:pt x="1215" y="3471"/>
                  </a:lnTo>
                  <a:lnTo>
                    <a:pt x="1215" y="5114"/>
                  </a:lnTo>
                  <a:cubicBezTo>
                    <a:pt x="1215" y="5233"/>
                    <a:pt x="1311" y="5329"/>
                    <a:pt x="1430" y="5329"/>
                  </a:cubicBezTo>
                  <a:lnTo>
                    <a:pt x="2216" y="5329"/>
                  </a:lnTo>
                  <a:cubicBezTo>
                    <a:pt x="2335" y="5329"/>
                    <a:pt x="2430" y="5233"/>
                    <a:pt x="2430" y="5114"/>
                  </a:cubicBezTo>
                  <a:lnTo>
                    <a:pt x="2430" y="3471"/>
                  </a:lnTo>
                  <a:lnTo>
                    <a:pt x="2787" y="3471"/>
                  </a:lnTo>
                  <a:lnTo>
                    <a:pt x="5002" y="4662"/>
                  </a:lnTo>
                  <a:cubicBezTo>
                    <a:pt x="5026" y="4686"/>
                    <a:pt x="5061" y="4698"/>
                    <a:pt x="5097" y="4698"/>
                  </a:cubicBezTo>
                  <a:cubicBezTo>
                    <a:pt x="5133" y="4698"/>
                    <a:pt x="5169" y="4686"/>
                    <a:pt x="5192" y="4662"/>
                  </a:cubicBezTo>
                  <a:cubicBezTo>
                    <a:pt x="5264" y="4638"/>
                    <a:pt x="5288" y="4590"/>
                    <a:pt x="5288" y="4495"/>
                  </a:cubicBezTo>
                  <a:lnTo>
                    <a:pt x="5288" y="208"/>
                  </a:lnTo>
                  <a:cubicBezTo>
                    <a:pt x="5288" y="137"/>
                    <a:pt x="5264" y="66"/>
                    <a:pt x="5192" y="18"/>
                  </a:cubicBezTo>
                  <a:cubicBezTo>
                    <a:pt x="5169" y="6"/>
                    <a:pt x="5133" y="0"/>
                    <a:pt x="50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97"/>
            <p:cNvSpPr/>
            <p:nvPr/>
          </p:nvSpPr>
          <p:spPr>
            <a:xfrm>
              <a:off x="5708389" y="3342762"/>
              <a:ext cx="14098" cy="13278"/>
            </a:xfrm>
            <a:custGeom>
              <a:rect b="b" l="l" r="r" t="t"/>
              <a:pathLst>
                <a:path extrusionOk="0" h="405" w="430">
                  <a:moveTo>
                    <a:pt x="215" y="0"/>
                  </a:moveTo>
                  <a:cubicBezTo>
                    <a:pt x="96" y="0"/>
                    <a:pt x="0" y="95"/>
                    <a:pt x="0" y="214"/>
                  </a:cubicBezTo>
                  <a:cubicBezTo>
                    <a:pt x="0" y="310"/>
                    <a:pt x="96" y="405"/>
                    <a:pt x="215" y="405"/>
                  </a:cubicBezTo>
                  <a:cubicBezTo>
                    <a:pt x="334" y="405"/>
                    <a:pt x="429" y="310"/>
                    <a:pt x="429" y="214"/>
                  </a:cubicBezTo>
                  <a:cubicBezTo>
                    <a:pt x="429" y="95"/>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97"/>
            <p:cNvSpPr/>
            <p:nvPr/>
          </p:nvSpPr>
          <p:spPr>
            <a:xfrm>
              <a:off x="5543644" y="3061663"/>
              <a:ext cx="343554" cy="294377"/>
            </a:xfrm>
            <a:custGeom>
              <a:rect b="b" l="l" r="r" t="t"/>
              <a:pathLst>
                <a:path extrusionOk="0" h="8979" w="10479">
                  <a:moveTo>
                    <a:pt x="7502" y="406"/>
                  </a:moveTo>
                  <a:lnTo>
                    <a:pt x="7502" y="1215"/>
                  </a:lnTo>
                  <a:lnTo>
                    <a:pt x="453" y="1215"/>
                  </a:lnTo>
                  <a:lnTo>
                    <a:pt x="453" y="620"/>
                  </a:lnTo>
                  <a:cubicBezTo>
                    <a:pt x="453" y="501"/>
                    <a:pt x="548" y="406"/>
                    <a:pt x="667" y="406"/>
                  </a:cubicBezTo>
                  <a:close/>
                  <a:moveTo>
                    <a:pt x="9860" y="406"/>
                  </a:moveTo>
                  <a:cubicBezTo>
                    <a:pt x="9979" y="406"/>
                    <a:pt x="10074" y="501"/>
                    <a:pt x="10074" y="620"/>
                  </a:cubicBezTo>
                  <a:lnTo>
                    <a:pt x="10074" y="1239"/>
                  </a:lnTo>
                  <a:lnTo>
                    <a:pt x="7883" y="1239"/>
                  </a:lnTo>
                  <a:lnTo>
                    <a:pt x="7883" y="1215"/>
                  </a:lnTo>
                  <a:lnTo>
                    <a:pt x="7883" y="406"/>
                  </a:lnTo>
                  <a:close/>
                  <a:moveTo>
                    <a:pt x="620" y="1"/>
                  </a:moveTo>
                  <a:cubicBezTo>
                    <a:pt x="310" y="1"/>
                    <a:pt x="1" y="263"/>
                    <a:pt x="1" y="620"/>
                  </a:cubicBezTo>
                  <a:lnTo>
                    <a:pt x="1" y="8360"/>
                  </a:lnTo>
                  <a:cubicBezTo>
                    <a:pt x="1" y="8693"/>
                    <a:pt x="263" y="8979"/>
                    <a:pt x="620" y="8979"/>
                  </a:cubicBezTo>
                  <a:lnTo>
                    <a:pt x="4311" y="8979"/>
                  </a:lnTo>
                  <a:cubicBezTo>
                    <a:pt x="4430" y="8979"/>
                    <a:pt x="4525" y="8907"/>
                    <a:pt x="4525" y="8788"/>
                  </a:cubicBezTo>
                  <a:cubicBezTo>
                    <a:pt x="4525" y="8669"/>
                    <a:pt x="4430" y="8574"/>
                    <a:pt x="4311" y="8574"/>
                  </a:cubicBezTo>
                  <a:lnTo>
                    <a:pt x="620" y="8574"/>
                  </a:lnTo>
                  <a:cubicBezTo>
                    <a:pt x="501" y="8574"/>
                    <a:pt x="429" y="8479"/>
                    <a:pt x="429" y="8360"/>
                  </a:cubicBezTo>
                  <a:lnTo>
                    <a:pt x="429" y="1644"/>
                  </a:lnTo>
                  <a:lnTo>
                    <a:pt x="10026" y="1644"/>
                  </a:lnTo>
                  <a:lnTo>
                    <a:pt x="10026" y="8360"/>
                  </a:lnTo>
                  <a:cubicBezTo>
                    <a:pt x="10026" y="8479"/>
                    <a:pt x="9955" y="8574"/>
                    <a:pt x="9812" y="8574"/>
                  </a:cubicBezTo>
                  <a:lnTo>
                    <a:pt x="6121" y="8574"/>
                  </a:lnTo>
                  <a:cubicBezTo>
                    <a:pt x="6002" y="8574"/>
                    <a:pt x="5930" y="8669"/>
                    <a:pt x="5930" y="8788"/>
                  </a:cubicBezTo>
                  <a:cubicBezTo>
                    <a:pt x="5930" y="8907"/>
                    <a:pt x="6002" y="8979"/>
                    <a:pt x="6121" y="8979"/>
                  </a:cubicBezTo>
                  <a:lnTo>
                    <a:pt x="9812" y="8979"/>
                  </a:lnTo>
                  <a:cubicBezTo>
                    <a:pt x="10146" y="8979"/>
                    <a:pt x="10455" y="8717"/>
                    <a:pt x="10455" y="8360"/>
                  </a:cubicBezTo>
                  <a:lnTo>
                    <a:pt x="10455" y="620"/>
                  </a:lnTo>
                  <a:cubicBezTo>
                    <a:pt x="10479" y="263"/>
                    <a:pt x="10169" y="1"/>
                    <a:pt x="98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5" name="Google Shape;21885;p97"/>
          <p:cNvGrpSpPr/>
          <p:nvPr/>
        </p:nvGrpSpPr>
        <p:grpSpPr>
          <a:xfrm>
            <a:off x="6312743" y="2885068"/>
            <a:ext cx="343587" cy="342013"/>
            <a:chOff x="6304879" y="3037468"/>
            <a:chExt cx="343587" cy="342013"/>
          </a:xfrm>
        </p:grpSpPr>
        <p:sp>
          <p:nvSpPr>
            <p:cNvPr id="21886" name="Google Shape;21886;p97"/>
            <p:cNvSpPr/>
            <p:nvPr/>
          </p:nvSpPr>
          <p:spPr>
            <a:xfrm>
              <a:off x="6311928" y="3043730"/>
              <a:ext cx="200677" cy="201464"/>
            </a:xfrm>
            <a:custGeom>
              <a:rect b="b" l="l" r="r" t="t"/>
              <a:pathLst>
                <a:path extrusionOk="0" h="6145" w="6121">
                  <a:moveTo>
                    <a:pt x="3072" y="0"/>
                  </a:moveTo>
                  <a:cubicBezTo>
                    <a:pt x="1357" y="0"/>
                    <a:pt x="0" y="1381"/>
                    <a:pt x="0" y="3072"/>
                  </a:cubicBezTo>
                  <a:cubicBezTo>
                    <a:pt x="0" y="3858"/>
                    <a:pt x="286" y="4525"/>
                    <a:pt x="762" y="5073"/>
                  </a:cubicBezTo>
                  <a:lnTo>
                    <a:pt x="0" y="6144"/>
                  </a:lnTo>
                  <a:lnTo>
                    <a:pt x="3072" y="6144"/>
                  </a:lnTo>
                  <a:cubicBezTo>
                    <a:pt x="3429" y="6144"/>
                    <a:pt x="3787" y="6073"/>
                    <a:pt x="4096" y="5954"/>
                  </a:cubicBezTo>
                  <a:lnTo>
                    <a:pt x="5954" y="4120"/>
                  </a:lnTo>
                  <a:cubicBezTo>
                    <a:pt x="6073" y="3787"/>
                    <a:pt x="6120" y="3429"/>
                    <a:pt x="6120" y="3072"/>
                  </a:cubicBezTo>
                  <a:cubicBezTo>
                    <a:pt x="6120" y="1381"/>
                    <a:pt x="4763"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97"/>
            <p:cNvSpPr/>
            <p:nvPr/>
          </p:nvSpPr>
          <p:spPr>
            <a:xfrm>
              <a:off x="6437625" y="3174116"/>
              <a:ext cx="205365" cy="199890"/>
            </a:xfrm>
            <a:custGeom>
              <a:rect b="b" l="l" r="r" t="t"/>
              <a:pathLst>
                <a:path extrusionOk="0" h="6097" w="6264">
                  <a:moveTo>
                    <a:pt x="3120" y="0"/>
                  </a:moveTo>
                  <a:cubicBezTo>
                    <a:pt x="1405" y="0"/>
                    <a:pt x="0" y="1453"/>
                    <a:pt x="95" y="3167"/>
                  </a:cubicBezTo>
                  <a:cubicBezTo>
                    <a:pt x="191" y="4811"/>
                    <a:pt x="1548" y="6097"/>
                    <a:pt x="3191" y="6097"/>
                  </a:cubicBezTo>
                  <a:lnTo>
                    <a:pt x="6216" y="6097"/>
                  </a:lnTo>
                  <a:lnTo>
                    <a:pt x="5454" y="5025"/>
                  </a:lnTo>
                  <a:cubicBezTo>
                    <a:pt x="5954" y="4430"/>
                    <a:pt x="6263" y="3691"/>
                    <a:pt x="6192" y="2882"/>
                  </a:cubicBezTo>
                  <a:cubicBezTo>
                    <a:pt x="6097" y="1262"/>
                    <a:pt x="4739" y="0"/>
                    <a:pt x="312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97"/>
            <p:cNvSpPr/>
            <p:nvPr/>
          </p:nvSpPr>
          <p:spPr>
            <a:xfrm>
              <a:off x="6304879" y="3041664"/>
              <a:ext cx="343587" cy="337817"/>
            </a:xfrm>
            <a:custGeom>
              <a:rect b="b" l="l" r="r" t="t"/>
              <a:pathLst>
                <a:path extrusionOk="0" h="10304" w="10480">
                  <a:moveTo>
                    <a:pt x="7216" y="4183"/>
                  </a:moveTo>
                  <a:cubicBezTo>
                    <a:pt x="8788" y="4183"/>
                    <a:pt x="10074" y="5469"/>
                    <a:pt x="10074" y="7041"/>
                  </a:cubicBezTo>
                  <a:cubicBezTo>
                    <a:pt x="10074" y="7731"/>
                    <a:pt x="9788" y="8374"/>
                    <a:pt x="9360" y="8922"/>
                  </a:cubicBezTo>
                  <a:cubicBezTo>
                    <a:pt x="9288" y="8970"/>
                    <a:pt x="9288" y="9089"/>
                    <a:pt x="9360" y="9160"/>
                  </a:cubicBezTo>
                  <a:lnTo>
                    <a:pt x="9884" y="9899"/>
                  </a:lnTo>
                  <a:lnTo>
                    <a:pt x="7240" y="9899"/>
                  </a:lnTo>
                  <a:cubicBezTo>
                    <a:pt x="5692" y="9899"/>
                    <a:pt x="4406" y="8684"/>
                    <a:pt x="4359" y="7136"/>
                  </a:cubicBezTo>
                  <a:cubicBezTo>
                    <a:pt x="4287" y="5493"/>
                    <a:pt x="5597" y="4183"/>
                    <a:pt x="7216" y="4183"/>
                  </a:cubicBezTo>
                  <a:close/>
                  <a:moveTo>
                    <a:pt x="4190" y="1"/>
                  </a:moveTo>
                  <a:cubicBezTo>
                    <a:pt x="4105" y="1"/>
                    <a:pt x="4034" y="65"/>
                    <a:pt x="3978" y="158"/>
                  </a:cubicBezTo>
                  <a:cubicBezTo>
                    <a:pt x="3954" y="278"/>
                    <a:pt x="4025" y="373"/>
                    <a:pt x="4144" y="420"/>
                  </a:cubicBezTo>
                  <a:cubicBezTo>
                    <a:pt x="5335" y="825"/>
                    <a:pt x="6145" y="1873"/>
                    <a:pt x="6145" y="3159"/>
                  </a:cubicBezTo>
                  <a:cubicBezTo>
                    <a:pt x="6145" y="3469"/>
                    <a:pt x="6073" y="3754"/>
                    <a:pt x="5978" y="4064"/>
                  </a:cubicBezTo>
                  <a:cubicBezTo>
                    <a:pt x="5145" y="4397"/>
                    <a:pt x="4502" y="5040"/>
                    <a:pt x="4144" y="5898"/>
                  </a:cubicBezTo>
                  <a:cubicBezTo>
                    <a:pt x="3835" y="5993"/>
                    <a:pt x="3573" y="6041"/>
                    <a:pt x="3239" y="6041"/>
                  </a:cubicBezTo>
                  <a:lnTo>
                    <a:pt x="596" y="6041"/>
                  </a:lnTo>
                  <a:lnTo>
                    <a:pt x="1120" y="5302"/>
                  </a:lnTo>
                  <a:cubicBezTo>
                    <a:pt x="1191" y="5207"/>
                    <a:pt x="1191" y="5136"/>
                    <a:pt x="1120" y="5064"/>
                  </a:cubicBezTo>
                  <a:cubicBezTo>
                    <a:pt x="691" y="4540"/>
                    <a:pt x="406" y="3873"/>
                    <a:pt x="406" y="3183"/>
                  </a:cubicBezTo>
                  <a:cubicBezTo>
                    <a:pt x="406" y="1945"/>
                    <a:pt x="1215" y="849"/>
                    <a:pt x="2406" y="444"/>
                  </a:cubicBezTo>
                  <a:cubicBezTo>
                    <a:pt x="2525" y="420"/>
                    <a:pt x="2596" y="301"/>
                    <a:pt x="2573" y="182"/>
                  </a:cubicBezTo>
                  <a:cubicBezTo>
                    <a:pt x="2533" y="83"/>
                    <a:pt x="2444" y="33"/>
                    <a:pt x="2346" y="33"/>
                  </a:cubicBezTo>
                  <a:cubicBezTo>
                    <a:pt x="2327" y="33"/>
                    <a:pt x="2307" y="35"/>
                    <a:pt x="2287" y="39"/>
                  </a:cubicBezTo>
                  <a:cubicBezTo>
                    <a:pt x="977" y="444"/>
                    <a:pt x="1" y="1683"/>
                    <a:pt x="1" y="3159"/>
                  </a:cubicBezTo>
                  <a:cubicBezTo>
                    <a:pt x="1" y="3873"/>
                    <a:pt x="239" y="4588"/>
                    <a:pt x="715" y="5159"/>
                  </a:cubicBezTo>
                  <a:lnTo>
                    <a:pt x="48" y="6088"/>
                  </a:lnTo>
                  <a:cubicBezTo>
                    <a:pt x="25" y="6112"/>
                    <a:pt x="1" y="6183"/>
                    <a:pt x="25" y="6231"/>
                  </a:cubicBezTo>
                  <a:cubicBezTo>
                    <a:pt x="48" y="6326"/>
                    <a:pt x="120" y="6422"/>
                    <a:pt x="239" y="6422"/>
                  </a:cubicBezTo>
                  <a:lnTo>
                    <a:pt x="3311" y="6422"/>
                  </a:lnTo>
                  <a:cubicBezTo>
                    <a:pt x="3549" y="6422"/>
                    <a:pt x="3811" y="6374"/>
                    <a:pt x="4049" y="6326"/>
                  </a:cubicBezTo>
                  <a:lnTo>
                    <a:pt x="4049" y="6326"/>
                  </a:lnTo>
                  <a:cubicBezTo>
                    <a:pt x="3978" y="6588"/>
                    <a:pt x="3954" y="6826"/>
                    <a:pt x="3954" y="7088"/>
                  </a:cubicBezTo>
                  <a:cubicBezTo>
                    <a:pt x="3978" y="8851"/>
                    <a:pt x="5478" y="10303"/>
                    <a:pt x="7264" y="10303"/>
                  </a:cubicBezTo>
                  <a:lnTo>
                    <a:pt x="10241" y="10303"/>
                  </a:lnTo>
                  <a:cubicBezTo>
                    <a:pt x="10312" y="10303"/>
                    <a:pt x="10360" y="10280"/>
                    <a:pt x="10384" y="10256"/>
                  </a:cubicBezTo>
                  <a:cubicBezTo>
                    <a:pt x="10455" y="10184"/>
                    <a:pt x="10479" y="10065"/>
                    <a:pt x="10408" y="9994"/>
                  </a:cubicBezTo>
                  <a:lnTo>
                    <a:pt x="9765" y="9065"/>
                  </a:lnTo>
                  <a:cubicBezTo>
                    <a:pt x="10217" y="8493"/>
                    <a:pt x="10479" y="7779"/>
                    <a:pt x="10479" y="7065"/>
                  </a:cubicBezTo>
                  <a:cubicBezTo>
                    <a:pt x="10455" y="5255"/>
                    <a:pt x="9003" y="3802"/>
                    <a:pt x="7216" y="3802"/>
                  </a:cubicBezTo>
                  <a:cubicBezTo>
                    <a:pt x="6978" y="3802"/>
                    <a:pt x="6693" y="3826"/>
                    <a:pt x="6454" y="3873"/>
                  </a:cubicBezTo>
                  <a:cubicBezTo>
                    <a:pt x="6526" y="3635"/>
                    <a:pt x="6550" y="3397"/>
                    <a:pt x="6550" y="3135"/>
                  </a:cubicBezTo>
                  <a:cubicBezTo>
                    <a:pt x="6550" y="1683"/>
                    <a:pt x="5573" y="420"/>
                    <a:pt x="4264" y="16"/>
                  </a:cubicBezTo>
                  <a:cubicBezTo>
                    <a:pt x="4238" y="5"/>
                    <a:pt x="4214" y="1"/>
                    <a:pt x="4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97"/>
            <p:cNvSpPr/>
            <p:nvPr/>
          </p:nvSpPr>
          <p:spPr>
            <a:xfrm>
              <a:off x="6472738" y="3266242"/>
              <a:ext cx="135894" cy="14065"/>
            </a:xfrm>
            <a:custGeom>
              <a:rect b="b" l="l" r="r" t="t"/>
              <a:pathLst>
                <a:path extrusionOk="0" h="429" w="4145">
                  <a:moveTo>
                    <a:pt x="239" y="0"/>
                  </a:moveTo>
                  <a:cubicBezTo>
                    <a:pt x="144" y="0"/>
                    <a:pt x="25" y="72"/>
                    <a:pt x="25" y="191"/>
                  </a:cubicBezTo>
                  <a:cubicBezTo>
                    <a:pt x="1" y="310"/>
                    <a:pt x="120" y="429"/>
                    <a:pt x="239" y="429"/>
                  </a:cubicBezTo>
                  <a:lnTo>
                    <a:pt x="3906" y="429"/>
                  </a:lnTo>
                  <a:cubicBezTo>
                    <a:pt x="4002" y="429"/>
                    <a:pt x="4121" y="357"/>
                    <a:pt x="4121" y="238"/>
                  </a:cubicBezTo>
                  <a:cubicBezTo>
                    <a:pt x="4145" y="96"/>
                    <a:pt x="4025" y="0"/>
                    <a:pt x="3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97"/>
            <p:cNvSpPr/>
            <p:nvPr/>
          </p:nvSpPr>
          <p:spPr>
            <a:xfrm>
              <a:off x="6493032" y="3306829"/>
              <a:ext cx="95306" cy="13311"/>
            </a:xfrm>
            <a:custGeom>
              <a:rect b="b" l="l" r="r" t="t"/>
              <a:pathLst>
                <a:path extrusionOk="0" h="406" w="2907">
                  <a:moveTo>
                    <a:pt x="239" y="1"/>
                  </a:moveTo>
                  <a:cubicBezTo>
                    <a:pt x="168" y="1"/>
                    <a:pt x="25" y="48"/>
                    <a:pt x="25" y="167"/>
                  </a:cubicBezTo>
                  <a:cubicBezTo>
                    <a:pt x="1" y="286"/>
                    <a:pt x="120" y="405"/>
                    <a:pt x="239" y="405"/>
                  </a:cubicBezTo>
                  <a:lnTo>
                    <a:pt x="2692" y="405"/>
                  </a:lnTo>
                  <a:cubicBezTo>
                    <a:pt x="2787" y="405"/>
                    <a:pt x="2906" y="358"/>
                    <a:pt x="2906" y="239"/>
                  </a:cubicBezTo>
                  <a:cubicBezTo>
                    <a:pt x="2906" y="72"/>
                    <a:pt x="2811" y="1"/>
                    <a:pt x="2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97"/>
            <p:cNvSpPr/>
            <p:nvPr/>
          </p:nvSpPr>
          <p:spPr>
            <a:xfrm>
              <a:off x="6493032" y="3225621"/>
              <a:ext cx="96093" cy="13311"/>
            </a:xfrm>
            <a:custGeom>
              <a:rect b="b" l="l" r="r" t="t"/>
              <a:pathLst>
                <a:path extrusionOk="0" h="406" w="2931">
                  <a:moveTo>
                    <a:pt x="239" y="1"/>
                  </a:moveTo>
                  <a:cubicBezTo>
                    <a:pt x="168" y="1"/>
                    <a:pt x="49" y="49"/>
                    <a:pt x="49" y="168"/>
                  </a:cubicBezTo>
                  <a:cubicBezTo>
                    <a:pt x="1" y="334"/>
                    <a:pt x="96" y="406"/>
                    <a:pt x="239" y="406"/>
                  </a:cubicBezTo>
                  <a:lnTo>
                    <a:pt x="2692" y="406"/>
                  </a:lnTo>
                  <a:cubicBezTo>
                    <a:pt x="2787" y="406"/>
                    <a:pt x="2906" y="358"/>
                    <a:pt x="2906" y="239"/>
                  </a:cubicBezTo>
                  <a:cubicBezTo>
                    <a:pt x="2930" y="120"/>
                    <a:pt x="2811" y="1"/>
                    <a:pt x="2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97"/>
            <p:cNvSpPr/>
            <p:nvPr/>
          </p:nvSpPr>
          <p:spPr>
            <a:xfrm>
              <a:off x="6405595" y="3037468"/>
              <a:ext cx="13311" cy="13311"/>
            </a:xfrm>
            <a:custGeom>
              <a:rect b="b" l="l" r="r" t="t"/>
              <a:pathLst>
                <a:path extrusionOk="0" h="406" w="406">
                  <a:moveTo>
                    <a:pt x="191" y="1"/>
                  </a:moveTo>
                  <a:cubicBezTo>
                    <a:pt x="96" y="1"/>
                    <a:pt x="1" y="72"/>
                    <a:pt x="1" y="191"/>
                  </a:cubicBezTo>
                  <a:cubicBezTo>
                    <a:pt x="1" y="310"/>
                    <a:pt x="96" y="406"/>
                    <a:pt x="191" y="406"/>
                  </a:cubicBezTo>
                  <a:cubicBezTo>
                    <a:pt x="310" y="406"/>
                    <a:pt x="406" y="310"/>
                    <a:pt x="406" y="191"/>
                  </a:cubicBezTo>
                  <a:cubicBezTo>
                    <a:pt x="406"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3" name="Google Shape;21893;p97"/>
          <p:cNvGrpSpPr/>
          <p:nvPr/>
        </p:nvGrpSpPr>
        <p:grpSpPr>
          <a:xfrm>
            <a:off x="7066175" y="2907722"/>
            <a:ext cx="343587" cy="295917"/>
            <a:chOff x="7058311" y="3060122"/>
            <a:chExt cx="343587" cy="295917"/>
          </a:xfrm>
        </p:grpSpPr>
        <p:sp>
          <p:nvSpPr>
            <p:cNvPr id="21894" name="Google Shape;21894;p97"/>
            <p:cNvSpPr/>
            <p:nvPr/>
          </p:nvSpPr>
          <p:spPr>
            <a:xfrm>
              <a:off x="7085654" y="3148347"/>
              <a:ext cx="289688" cy="160876"/>
            </a:xfrm>
            <a:custGeom>
              <a:rect b="b" l="l" r="r" t="t"/>
              <a:pathLst>
                <a:path extrusionOk="0" h="4907" w="8836">
                  <a:moveTo>
                    <a:pt x="429" y="0"/>
                  </a:moveTo>
                  <a:cubicBezTo>
                    <a:pt x="191" y="0"/>
                    <a:pt x="0" y="191"/>
                    <a:pt x="0" y="405"/>
                  </a:cubicBezTo>
                  <a:lnTo>
                    <a:pt x="0" y="4906"/>
                  </a:lnTo>
                  <a:lnTo>
                    <a:pt x="8812" y="4906"/>
                  </a:lnTo>
                  <a:lnTo>
                    <a:pt x="8812" y="405"/>
                  </a:lnTo>
                  <a:cubicBezTo>
                    <a:pt x="8835" y="191"/>
                    <a:pt x="8645" y="0"/>
                    <a:pt x="843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97"/>
            <p:cNvSpPr/>
            <p:nvPr/>
          </p:nvSpPr>
          <p:spPr>
            <a:xfrm>
              <a:off x="7129356" y="3108513"/>
              <a:ext cx="201464" cy="160876"/>
            </a:xfrm>
            <a:custGeom>
              <a:rect b="b" l="l" r="r" t="t"/>
              <a:pathLst>
                <a:path extrusionOk="0" h="4907" w="6145">
                  <a:moveTo>
                    <a:pt x="1" y="1"/>
                  </a:moveTo>
                  <a:lnTo>
                    <a:pt x="1" y="4502"/>
                  </a:lnTo>
                  <a:cubicBezTo>
                    <a:pt x="1" y="4716"/>
                    <a:pt x="191" y="4907"/>
                    <a:pt x="429" y="4907"/>
                  </a:cubicBezTo>
                  <a:lnTo>
                    <a:pt x="5716" y="4907"/>
                  </a:lnTo>
                  <a:cubicBezTo>
                    <a:pt x="5954" y="4907"/>
                    <a:pt x="6145" y="4740"/>
                    <a:pt x="6145" y="4502"/>
                  </a:cubicBezTo>
                  <a:lnTo>
                    <a:pt x="6121" y="4502"/>
                  </a:lnTo>
                  <a:lnTo>
                    <a:pt x="6121"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97"/>
            <p:cNvSpPr/>
            <p:nvPr/>
          </p:nvSpPr>
          <p:spPr>
            <a:xfrm>
              <a:off x="7065360" y="3309190"/>
              <a:ext cx="329489" cy="41407"/>
            </a:xfrm>
            <a:custGeom>
              <a:rect b="b" l="l" r="r" t="t"/>
              <a:pathLst>
                <a:path extrusionOk="0" h="1263" w="10050">
                  <a:moveTo>
                    <a:pt x="0" y="0"/>
                  </a:moveTo>
                  <a:lnTo>
                    <a:pt x="0" y="643"/>
                  </a:lnTo>
                  <a:cubicBezTo>
                    <a:pt x="0" y="1000"/>
                    <a:pt x="286" y="1262"/>
                    <a:pt x="619" y="1262"/>
                  </a:cubicBezTo>
                  <a:lnTo>
                    <a:pt x="9431" y="1262"/>
                  </a:lnTo>
                  <a:cubicBezTo>
                    <a:pt x="9788" y="1262"/>
                    <a:pt x="10050" y="953"/>
                    <a:pt x="10050" y="643"/>
                  </a:cubicBezTo>
                  <a:lnTo>
                    <a:pt x="10050"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97"/>
            <p:cNvSpPr/>
            <p:nvPr/>
          </p:nvSpPr>
          <p:spPr>
            <a:xfrm>
              <a:off x="7290986" y="3068712"/>
              <a:ext cx="39834" cy="39834"/>
            </a:xfrm>
            <a:custGeom>
              <a:rect b="b" l="l" r="r" t="t"/>
              <a:pathLst>
                <a:path extrusionOk="0" h="1215" w="1215">
                  <a:moveTo>
                    <a:pt x="0" y="0"/>
                  </a:moveTo>
                  <a:lnTo>
                    <a:pt x="0" y="1215"/>
                  </a:lnTo>
                  <a:lnTo>
                    <a:pt x="1215" y="1215"/>
                  </a:lnTo>
                  <a:lnTo>
                    <a:pt x="1215" y="405"/>
                  </a:lnTo>
                  <a:cubicBezTo>
                    <a:pt x="1215" y="167"/>
                    <a:pt x="1024" y="0"/>
                    <a:pt x="78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97"/>
            <p:cNvSpPr/>
            <p:nvPr/>
          </p:nvSpPr>
          <p:spPr>
            <a:xfrm>
              <a:off x="7130930" y="3068712"/>
              <a:ext cx="160089" cy="39834"/>
            </a:xfrm>
            <a:custGeom>
              <a:rect b="b" l="l" r="r" t="t"/>
              <a:pathLst>
                <a:path extrusionOk="0" h="1215" w="4883">
                  <a:moveTo>
                    <a:pt x="405" y="0"/>
                  </a:moveTo>
                  <a:cubicBezTo>
                    <a:pt x="167" y="0"/>
                    <a:pt x="0" y="167"/>
                    <a:pt x="0" y="405"/>
                  </a:cubicBezTo>
                  <a:lnTo>
                    <a:pt x="0" y="1215"/>
                  </a:lnTo>
                  <a:lnTo>
                    <a:pt x="4882" y="1215"/>
                  </a:lnTo>
                  <a:lnTo>
                    <a:pt x="488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97"/>
            <p:cNvSpPr/>
            <p:nvPr/>
          </p:nvSpPr>
          <p:spPr>
            <a:xfrm>
              <a:off x="7170731" y="3148347"/>
              <a:ext cx="39867" cy="39834"/>
            </a:xfrm>
            <a:custGeom>
              <a:rect b="b" l="l" r="r" t="t"/>
              <a:pathLst>
                <a:path extrusionOk="0" h="1215" w="1216">
                  <a:moveTo>
                    <a:pt x="1" y="0"/>
                  </a:moveTo>
                  <a:lnTo>
                    <a:pt x="1" y="1215"/>
                  </a:lnTo>
                  <a:lnTo>
                    <a:pt x="1216" y="1215"/>
                  </a:lnTo>
                  <a:lnTo>
                    <a:pt x="1216"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97"/>
            <p:cNvSpPr/>
            <p:nvPr/>
          </p:nvSpPr>
          <p:spPr>
            <a:xfrm>
              <a:off x="7163715" y="3141298"/>
              <a:ext cx="53899" cy="53931"/>
            </a:xfrm>
            <a:custGeom>
              <a:rect b="b" l="l" r="r" t="t"/>
              <a:pathLst>
                <a:path extrusionOk="0" h="1645" w="1644">
                  <a:moveTo>
                    <a:pt x="1215" y="430"/>
                  </a:moveTo>
                  <a:lnTo>
                    <a:pt x="1215" y="1239"/>
                  </a:lnTo>
                  <a:lnTo>
                    <a:pt x="429" y="1239"/>
                  </a:lnTo>
                  <a:lnTo>
                    <a:pt x="429" y="430"/>
                  </a:lnTo>
                  <a:close/>
                  <a:moveTo>
                    <a:pt x="215" y="1"/>
                  </a:moveTo>
                  <a:cubicBezTo>
                    <a:pt x="96" y="1"/>
                    <a:pt x="1" y="96"/>
                    <a:pt x="1" y="215"/>
                  </a:cubicBezTo>
                  <a:lnTo>
                    <a:pt x="1" y="1430"/>
                  </a:lnTo>
                  <a:cubicBezTo>
                    <a:pt x="1" y="1549"/>
                    <a:pt x="96" y="1644"/>
                    <a:pt x="215" y="1644"/>
                  </a:cubicBezTo>
                  <a:lnTo>
                    <a:pt x="1430" y="1644"/>
                  </a:lnTo>
                  <a:cubicBezTo>
                    <a:pt x="1549" y="1644"/>
                    <a:pt x="1644" y="1549"/>
                    <a:pt x="1644" y="1430"/>
                  </a:cubicBezTo>
                  <a:lnTo>
                    <a:pt x="1644" y="215"/>
                  </a:lnTo>
                  <a:cubicBezTo>
                    <a:pt x="1644" y="96"/>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97"/>
            <p:cNvSpPr/>
            <p:nvPr/>
          </p:nvSpPr>
          <p:spPr>
            <a:xfrm>
              <a:off x="7244136" y="3141298"/>
              <a:ext cx="53112" cy="14098"/>
            </a:xfrm>
            <a:custGeom>
              <a:rect b="b" l="l" r="r" t="t"/>
              <a:pathLst>
                <a:path extrusionOk="0" h="430" w="1620">
                  <a:moveTo>
                    <a:pt x="191" y="1"/>
                  </a:moveTo>
                  <a:cubicBezTo>
                    <a:pt x="72" y="1"/>
                    <a:pt x="1" y="96"/>
                    <a:pt x="1" y="215"/>
                  </a:cubicBezTo>
                  <a:cubicBezTo>
                    <a:pt x="1" y="334"/>
                    <a:pt x="72" y="430"/>
                    <a:pt x="191" y="430"/>
                  </a:cubicBezTo>
                  <a:lnTo>
                    <a:pt x="1429" y="430"/>
                  </a:lnTo>
                  <a:cubicBezTo>
                    <a:pt x="1548" y="430"/>
                    <a:pt x="1620" y="334"/>
                    <a:pt x="1620" y="215"/>
                  </a:cubicBezTo>
                  <a:cubicBezTo>
                    <a:pt x="1620" y="96"/>
                    <a:pt x="1548" y="1"/>
                    <a:pt x="1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97"/>
            <p:cNvSpPr/>
            <p:nvPr/>
          </p:nvSpPr>
          <p:spPr>
            <a:xfrm>
              <a:off x="7244136" y="3181919"/>
              <a:ext cx="53112" cy="13311"/>
            </a:xfrm>
            <a:custGeom>
              <a:rect b="b" l="l" r="r" t="t"/>
              <a:pathLst>
                <a:path extrusionOk="0" h="406" w="1620">
                  <a:moveTo>
                    <a:pt x="191" y="0"/>
                  </a:moveTo>
                  <a:cubicBezTo>
                    <a:pt x="72" y="0"/>
                    <a:pt x="1" y="72"/>
                    <a:pt x="1" y="191"/>
                  </a:cubicBezTo>
                  <a:cubicBezTo>
                    <a:pt x="1" y="310"/>
                    <a:pt x="72" y="405"/>
                    <a:pt x="191" y="405"/>
                  </a:cubicBezTo>
                  <a:lnTo>
                    <a:pt x="1429" y="405"/>
                  </a:lnTo>
                  <a:cubicBezTo>
                    <a:pt x="1548" y="405"/>
                    <a:pt x="1620" y="310"/>
                    <a:pt x="1620" y="191"/>
                  </a:cubicBezTo>
                  <a:cubicBezTo>
                    <a:pt x="1620" y="72"/>
                    <a:pt x="1548" y="0"/>
                    <a:pt x="1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97"/>
            <p:cNvSpPr/>
            <p:nvPr/>
          </p:nvSpPr>
          <p:spPr>
            <a:xfrm>
              <a:off x="7163715" y="3221720"/>
              <a:ext cx="133533" cy="13311"/>
            </a:xfrm>
            <a:custGeom>
              <a:rect b="b" l="l" r="r" t="t"/>
              <a:pathLst>
                <a:path extrusionOk="0" h="406" w="4073">
                  <a:moveTo>
                    <a:pt x="215" y="1"/>
                  </a:moveTo>
                  <a:cubicBezTo>
                    <a:pt x="96" y="1"/>
                    <a:pt x="1" y="96"/>
                    <a:pt x="1" y="215"/>
                  </a:cubicBezTo>
                  <a:cubicBezTo>
                    <a:pt x="1" y="334"/>
                    <a:pt x="96" y="406"/>
                    <a:pt x="215" y="406"/>
                  </a:cubicBezTo>
                  <a:lnTo>
                    <a:pt x="3859" y="406"/>
                  </a:lnTo>
                  <a:cubicBezTo>
                    <a:pt x="3978" y="406"/>
                    <a:pt x="4073" y="334"/>
                    <a:pt x="4073" y="215"/>
                  </a:cubicBezTo>
                  <a:cubicBezTo>
                    <a:pt x="4073" y="96"/>
                    <a:pt x="400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97"/>
            <p:cNvSpPr/>
            <p:nvPr/>
          </p:nvSpPr>
          <p:spPr>
            <a:xfrm>
              <a:off x="7224629" y="3342762"/>
              <a:ext cx="13311" cy="13278"/>
            </a:xfrm>
            <a:custGeom>
              <a:rect b="b" l="l" r="r" t="t"/>
              <a:pathLst>
                <a:path extrusionOk="0" h="405" w="406">
                  <a:moveTo>
                    <a:pt x="191" y="0"/>
                  </a:moveTo>
                  <a:cubicBezTo>
                    <a:pt x="72" y="0"/>
                    <a:pt x="0" y="95"/>
                    <a:pt x="0" y="214"/>
                  </a:cubicBezTo>
                  <a:cubicBezTo>
                    <a:pt x="0" y="310"/>
                    <a:pt x="72" y="405"/>
                    <a:pt x="191" y="405"/>
                  </a:cubicBezTo>
                  <a:cubicBezTo>
                    <a:pt x="310" y="405"/>
                    <a:pt x="405" y="310"/>
                    <a:pt x="405" y="214"/>
                  </a:cubicBezTo>
                  <a:cubicBezTo>
                    <a:pt x="405" y="95"/>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97"/>
            <p:cNvSpPr/>
            <p:nvPr/>
          </p:nvSpPr>
          <p:spPr>
            <a:xfrm>
              <a:off x="7058311" y="3060122"/>
              <a:ext cx="343587" cy="295917"/>
            </a:xfrm>
            <a:custGeom>
              <a:rect b="b" l="l" r="r" t="t"/>
              <a:pathLst>
                <a:path extrusionOk="0" h="9026" w="10480">
                  <a:moveTo>
                    <a:pt x="6907" y="453"/>
                  </a:moveTo>
                  <a:lnTo>
                    <a:pt x="6907" y="1262"/>
                  </a:lnTo>
                  <a:lnTo>
                    <a:pt x="2406" y="1262"/>
                  </a:lnTo>
                  <a:lnTo>
                    <a:pt x="2406" y="643"/>
                  </a:lnTo>
                  <a:cubicBezTo>
                    <a:pt x="2406" y="548"/>
                    <a:pt x="2501" y="453"/>
                    <a:pt x="2620" y="453"/>
                  </a:cubicBezTo>
                  <a:close/>
                  <a:moveTo>
                    <a:pt x="7971" y="488"/>
                  </a:moveTo>
                  <a:cubicBezTo>
                    <a:pt x="8034" y="488"/>
                    <a:pt x="8098" y="569"/>
                    <a:pt x="8098" y="667"/>
                  </a:cubicBezTo>
                  <a:lnTo>
                    <a:pt x="8098" y="1286"/>
                  </a:lnTo>
                  <a:lnTo>
                    <a:pt x="7288" y="1286"/>
                  </a:lnTo>
                  <a:lnTo>
                    <a:pt x="7288" y="500"/>
                  </a:lnTo>
                  <a:lnTo>
                    <a:pt x="7931" y="500"/>
                  </a:lnTo>
                  <a:cubicBezTo>
                    <a:pt x="7944" y="492"/>
                    <a:pt x="7957" y="488"/>
                    <a:pt x="7971" y="488"/>
                  </a:cubicBezTo>
                  <a:close/>
                  <a:moveTo>
                    <a:pt x="8098" y="1691"/>
                  </a:moveTo>
                  <a:lnTo>
                    <a:pt x="8098" y="5978"/>
                  </a:lnTo>
                  <a:cubicBezTo>
                    <a:pt x="8098" y="6073"/>
                    <a:pt x="8002" y="6168"/>
                    <a:pt x="7883" y="6168"/>
                  </a:cubicBezTo>
                  <a:lnTo>
                    <a:pt x="2596" y="6168"/>
                  </a:lnTo>
                  <a:cubicBezTo>
                    <a:pt x="2477" y="6168"/>
                    <a:pt x="2382" y="6073"/>
                    <a:pt x="2382" y="5978"/>
                  </a:cubicBezTo>
                  <a:lnTo>
                    <a:pt x="2382" y="1691"/>
                  </a:lnTo>
                  <a:close/>
                  <a:moveTo>
                    <a:pt x="9288" y="2906"/>
                  </a:moveTo>
                  <a:cubicBezTo>
                    <a:pt x="9407" y="2906"/>
                    <a:pt x="9503" y="3001"/>
                    <a:pt x="9503" y="3120"/>
                  </a:cubicBezTo>
                  <a:lnTo>
                    <a:pt x="9503" y="7407"/>
                  </a:lnTo>
                  <a:lnTo>
                    <a:pt x="1096" y="7407"/>
                  </a:lnTo>
                  <a:lnTo>
                    <a:pt x="1096" y="3120"/>
                  </a:lnTo>
                  <a:lnTo>
                    <a:pt x="1049" y="3120"/>
                  </a:lnTo>
                  <a:cubicBezTo>
                    <a:pt x="1049" y="3001"/>
                    <a:pt x="1120" y="2906"/>
                    <a:pt x="1263" y="2906"/>
                  </a:cubicBezTo>
                  <a:lnTo>
                    <a:pt x="2001" y="2906"/>
                  </a:lnTo>
                  <a:lnTo>
                    <a:pt x="2001" y="5978"/>
                  </a:lnTo>
                  <a:cubicBezTo>
                    <a:pt x="2001" y="6287"/>
                    <a:pt x="2263" y="6597"/>
                    <a:pt x="2620" y="6597"/>
                  </a:cubicBezTo>
                  <a:lnTo>
                    <a:pt x="7931" y="6597"/>
                  </a:lnTo>
                  <a:cubicBezTo>
                    <a:pt x="8240" y="6597"/>
                    <a:pt x="8550" y="6335"/>
                    <a:pt x="8550" y="5978"/>
                  </a:cubicBezTo>
                  <a:lnTo>
                    <a:pt x="8550" y="2906"/>
                  </a:lnTo>
                  <a:close/>
                  <a:moveTo>
                    <a:pt x="2573" y="0"/>
                  </a:moveTo>
                  <a:cubicBezTo>
                    <a:pt x="2239" y="0"/>
                    <a:pt x="1930" y="286"/>
                    <a:pt x="1930" y="643"/>
                  </a:cubicBezTo>
                  <a:lnTo>
                    <a:pt x="1930" y="2477"/>
                  </a:lnTo>
                  <a:lnTo>
                    <a:pt x="1263" y="2477"/>
                  </a:lnTo>
                  <a:cubicBezTo>
                    <a:pt x="929" y="2477"/>
                    <a:pt x="620" y="2763"/>
                    <a:pt x="620" y="3120"/>
                  </a:cubicBezTo>
                  <a:lnTo>
                    <a:pt x="620" y="7407"/>
                  </a:lnTo>
                  <a:lnTo>
                    <a:pt x="215" y="7407"/>
                  </a:lnTo>
                  <a:cubicBezTo>
                    <a:pt x="96" y="7407"/>
                    <a:pt x="1" y="7478"/>
                    <a:pt x="1" y="7597"/>
                  </a:cubicBezTo>
                  <a:lnTo>
                    <a:pt x="1" y="8240"/>
                  </a:lnTo>
                  <a:cubicBezTo>
                    <a:pt x="1" y="8669"/>
                    <a:pt x="358" y="9026"/>
                    <a:pt x="810" y="9026"/>
                  </a:cubicBezTo>
                  <a:lnTo>
                    <a:pt x="4287" y="9026"/>
                  </a:lnTo>
                  <a:cubicBezTo>
                    <a:pt x="4406" y="9026"/>
                    <a:pt x="4502" y="8954"/>
                    <a:pt x="4502" y="8835"/>
                  </a:cubicBezTo>
                  <a:cubicBezTo>
                    <a:pt x="4502" y="8716"/>
                    <a:pt x="4406" y="8621"/>
                    <a:pt x="4287" y="8621"/>
                  </a:cubicBezTo>
                  <a:lnTo>
                    <a:pt x="810" y="8621"/>
                  </a:lnTo>
                  <a:cubicBezTo>
                    <a:pt x="572" y="8621"/>
                    <a:pt x="382" y="8431"/>
                    <a:pt x="382" y="8192"/>
                  </a:cubicBezTo>
                  <a:lnTo>
                    <a:pt x="382" y="7788"/>
                  </a:lnTo>
                  <a:lnTo>
                    <a:pt x="10003" y="7788"/>
                  </a:lnTo>
                  <a:lnTo>
                    <a:pt x="10003" y="8192"/>
                  </a:lnTo>
                  <a:cubicBezTo>
                    <a:pt x="10003" y="8431"/>
                    <a:pt x="9836" y="8621"/>
                    <a:pt x="9598" y="8621"/>
                  </a:cubicBezTo>
                  <a:lnTo>
                    <a:pt x="6097" y="8621"/>
                  </a:lnTo>
                  <a:cubicBezTo>
                    <a:pt x="5978" y="8621"/>
                    <a:pt x="5883" y="8716"/>
                    <a:pt x="5883" y="8835"/>
                  </a:cubicBezTo>
                  <a:cubicBezTo>
                    <a:pt x="5883" y="8954"/>
                    <a:pt x="5978" y="9026"/>
                    <a:pt x="6097" y="9026"/>
                  </a:cubicBezTo>
                  <a:lnTo>
                    <a:pt x="9598" y="9026"/>
                  </a:lnTo>
                  <a:cubicBezTo>
                    <a:pt x="10027" y="9026"/>
                    <a:pt x="10384" y="8669"/>
                    <a:pt x="10384" y="8240"/>
                  </a:cubicBezTo>
                  <a:lnTo>
                    <a:pt x="10384" y="7597"/>
                  </a:lnTo>
                  <a:cubicBezTo>
                    <a:pt x="10479" y="7478"/>
                    <a:pt x="10384" y="7407"/>
                    <a:pt x="10265" y="7407"/>
                  </a:cubicBezTo>
                  <a:lnTo>
                    <a:pt x="9860" y="7407"/>
                  </a:lnTo>
                  <a:lnTo>
                    <a:pt x="9860" y="3120"/>
                  </a:lnTo>
                  <a:cubicBezTo>
                    <a:pt x="9860" y="2787"/>
                    <a:pt x="9598" y="2477"/>
                    <a:pt x="9241" y="2477"/>
                  </a:cubicBezTo>
                  <a:lnTo>
                    <a:pt x="8479" y="2477"/>
                  </a:lnTo>
                  <a:lnTo>
                    <a:pt x="8479" y="643"/>
                  </a:lnTo>
                  <a:cubicBezTo>
                    <a:pt x="8479" y="310"/>
                    <a:pt x="8217" y="0"/>
                    <a:pt x="7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6" name="Google Shape;21906;p97"/>
          <p:cNvGrpSpPr/>
          <p:nvPr/>
        </p:nvGrpSpPr>
        <p:grpSpPr>
          <a:xfrm>
            <a:off x="7760639" y="2885068"/>
            <a:ext cx="342800" cy="342800"/>
            <a:chOff x="7815645" y="3037468"/>
            <a:chExt cx="342800" cy="342800"/>
          </a:xfrm>
        </p:grpSpPr>
        <p:sp>
          <p:nvSpPr>
            <p:cNvPr id="21907" name="Google Shape;21907;p97"/>
            <p:cNvSpPr/>
            <p:nvPr/>
          </p:nvSpPr>
          <p:spPr>
            <a:xfrm>
              <a:off x="7947604" y="3228670"/>
              <a:ext cx="79668" cy="60226"/>
            </a:xfrm>
            <a:custGeom>
              <a:rect b="b" l="l" r="r" t="t"/>
              <a:pathLst>
                <a:path extrusionOk="0" h="1837" w="2430">
                  <a:moveTo>
                    <a:pt x="1203" y="0"/>
                  </a:moveTo>
                  <a:cubicBezTo>
                    <a:pt x="528" y="0"/>
                    <a:pt x="0" y="554"/>
                    <a:pt x="0" y="1218"/>
                  </a:cubicBezTo>
                  <a:lnTo>
                    <a:pt x="0" y="1503"/>
                  </a:lnTo>
                  <a:cubicBezTo>
                    <a:pt x="358" y="1718"/>
                    <a:pt x="762" y="1837"/>
                    <a:pt x="1215" y="1837"/>
                  </a:cubicBezTo>
                  <a:cubicBezTo>
                    <a:pt x="1667" y="1837"/>
                    <a:pt x="2072" y="1718"/>
                    <a:pt x="2429" y="1503"/>
                  </a:cubicBezTo>
                  <a:lnTo>
                    <a:pt x="2429" y="1242"/>
                  </a:lnTo>
                  <a:cubicBezTo>
                    <a:pt x="2429" y="599"/>
                    <a:pt x="1929" y="27"/>
                    <a:pt x="1286" y="3"/>
                  </a:cubicBezTo>
                  <a:cubicBezTo>
                    <a:pt x="1258" y="1"/>
                    <a:pt x="1231" y="0"/>
                    <a:pt x="120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97"/>
            <p:cNvSpPr/>
            <p:nvPr/>
          </p:nvSpPr>
          <p:spPr>
            <a:xfrm>
              <a:off x="7967111" y="3167854"/>
              <a:ext cx="40653" cy="40653"/>
            </a:xfrm>
            <a:custGeom>
              <a:rect b="b" l="l" r="r" t="t"/>
              <a:pathLst>
                <a:path extrusionOk="0" h="1240" w="1240">
                  <a:moveTo>
                    <a:pt x="620" y="1"/>
                  </a:moveTo>
                  <a:cubicBezTo>
                    <a:pt x="287" y="1"/>
                    <a:pt x="1" y="286"/>
                    <a:pt x="1" y="620"/>
                  </a:cubicBezTo>
                  <a:cubicBezTo>
                    <a:pt x="1" y="977"/>
                    <a:pt x="287" y="1239"/>
                    <a:pt x="620" y="1239"/>
                  </a:cubicBezTo>
                  <a:cubicBezTo>
                    <a:pt x="953" y="1239"/>
                    <a:pt x="1239" y="977"/>
                    <a:pt x="1239" y="620"/>
                  </a:cubicBezTo>
                  <a:cubicBezTo>
                    <a:pt x="1239" y="286"/>
                    <a:pt x="953" y="1"/>
                    <a:pt x="6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97"/>
            <p:cNvSpPr/>
            <p:nvPr/>
          </p:nvSpPr>
          <p:spPr>
            <a:xfrm>
              <a:off x="7867183" y="3089006"/>
              <a:ext cx="241298" cy="239724"/>
            </a:xfrm>
            <a:custGeom>
              <a:rect b="b" l="l" r="r" t="t"/>
              <a:pathLst>
                <a:path extrusionOk="0" h="7312" w="7360">
                  <a:moveTo>
                    <a:pt x="3668" y="1215"/>
                  </a:moveTo>
                  <a:cubicBezTo>
                    <a:pt x="5002" y="1215"/>
                    <a:pt x="6121" y="2310"/>
                    <a:pt x="6121" y="3668"/>
                  </a:cubicBezTo>
                  <a:cubicBezTo>
                    <a:pt x="6145" y="5001"/>
                    <a:pt x="5049" y="6097"/>
                    <a:pt x="3668" y="6097"/>
                  </a:cubicBezTo>
                  <a:cubicBezTo>
                    <a:pt x="2334" y="6097"/>
                    <a:pt x="1239" y="5001"/>
                    <a:pt x="1239" y="3668"/>
                  </a:cubicBezTo>
                  <a:cubicBezTo>
                    <a:pt x="1239" y="2310"/>
                    <a:pt x="2334" y="1215"/>
                    <a:pt x="3668" y="1215"/>
                  </a:cubicBezTo>
                  <a:close/>
                  <a:moveTo>
                    <a:pt x="3668" y="0"/>
                  </a:moveTo>
                  <a:cubicBezTo>
                    <a:pt x="1644" y="0"/>
                    <a:pt x="0" y="1644"/>
                    <a:pt x="0" y="3668"/>
                  </a:cubicBezTo>
                  <a:cubicBezTo>
                    <a:pt x="0" y="5692"/>
                    <a:pt x="1644" y="7311"/>
                    <a:pt x="3668" y="7311"/>
                  </a:cubicBezTo>
                  <a:cubicBezTo>
                    <a:pt x="5692" y="7311"/>
                    <a:pt x="7335" y="5692"/>
                    <a:pt x="7335" y="3668"/>
                  </a:cubicBezTo>
                  <a:cubicBezTo>
                    <a:pt x="7359" y="1644"/>
                    <a:pt x="5692" y="0"/>
                    <a:pt x="3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97"/>
            <p:cNvSpPr/>
            <p:nvPr/>
          </p:nvSpPr>
          <p:spPr>
            <a:xfrm>
              <a:off x="7960882" y="3162379"/>
              <a:ext cx="53112" cy="52358"/>
            </a:xfrm>
            <a:custGeom>
              <a:rect b="b" l="l" r="r" t="t"/>
              <a:pathLst>
                <a:path extrusionOk="0" h="1597" w="1620">
                  <a:moveTo>
                    <a:pt x="810" y="382"/>
                  </a:moveTo>
                  <a:cubicBezTo>
                    <a:pt x="1048" y="382"/>
                    <a:pt x="1239" y="549"/>
                    <a:pt x="1239" y="787"/>
                  </a:cubicBezTo>
                  <a:cubicBezTo>
                    <a:pt x="1239" y="1025"/>
                    <a:pt x="1048" y="1216"/>
                    <a:pt x="810" y="1216"/>
                  </a:cubicBezTo>
                  <a:cubicBezTo>
                    <a:pt x="572" y="1216"/>
                    <a:pt x="405" y="1025"/>
                    <a:pt x="405" y="787"/>
                  </a:cubicBezTo>
                  <a:cubicBezTo>
                    <a:pt x="405" y="549"/>
                    <a:pt x="572" y="382"/>
                    <a:pt x="810" y="382"/>
                  </a:cubicBezTo>
                  <a:close/>
                  <a:moveTo>
                    <a:pt x="810" y="1"/>
                  </a:moveTo>
                  <a:cubicBezTo>
                    <a:pt x="357" y="1"/>
                    <a:pt x="0" y="358"/>
                    <a:pt x="0" y="787"/>
                  </a:cubicBezTo>
                  <a:cubicBezTo>
                    <a:pt x="0" y="1239"/>
                    <a:pt x="357" y="1597"/>
                    <a:pt x="810" y="1597"/>
                  </a:cubicBezTo>
                  <a:cubicBezTo>
                    <a:pt x="1262" y="1597"/>
                    <a:pt x="1620" y="1239"/>
                    <a:pt x="1620" y="787"/>
                  </a:cubicBezTo>
                  <a:cubicBezTo>
                    <a:pt x="1620" y="358"/>
                    <a:pt x="1262" y="1"/>
                    <a:pt x="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97"/>
            <p:cNvSpPr/>
            <p:nvPr/>
          </p:nvSpPr>
          <p:spPr>
            <a:xfrm>
              <a:off x="7815645" y="3037468"/>
              <a:ext cx="342800" cy="342800"/>
            </a:xfrm>
            <a:custGeom>
              <a:rect b="b" l="l" r="r" t="t"/>
              <a:pathLst>
                <a:path extrusionOk="0" h="10456" w="10456">
                  <a:moveTo>
                    <a:pt x="5026" y="1787"/>
                  </a:moveTo>
                  <a:lnTo>
                    <a:pt x="5026" y="2573"/>
                  </a:lnTo>
                  <a:cubicBezTo>
                    <a:pt x="3716" y="2668"/>
                    <a:pt x="2692" y="3716"/>
                    <a:pt x="2597" y="5026"/>
                  </a:cubicBezTo>
                  <a:lnTo>
                    <a:pt x="1787" y="5026"/>
                  </a:lnTo>
                  <a:cubicBezTo>
                    <a:pt x="1882" y="3263"/>
                    <a:pt x="3311" y="1858"/>
                    <a:pt x="5026" y="1787"/>
                  </a:cubicBezTo>
                  <a:close/>
                  <a:moveTo>
                    <a:pt x="5454" y="1787"/>
                  </a:moveTo>
                  <a:cubicBezTo>
                    <a:pt x="7217" y="1858"/>
                    <a:pt x="8598" y="3263"/>
                    <a:pt x="8693" y="5026"/>
                  </a:cubicBezTo>
                  <a:lnTo>
                    <a:pt x="7883" y="5026"/>
                  </a:lnTo>
                  <a:cubicBezTo>
                    <a:pt x="7812" y="3716"/>
                    <a:pt x="6764" y="2668"/>
                    <a:pt x="5454" y="2573"/>
                  </a:cubicBezTo>
                  <a:lnTo>
                    <a:pt x="5454" y="1787"/>
                  </a:lnTo>
                  <a:close/>
                  <a:moveTo>
                    <a:pt x="5216" y="3001"/>
                  </a:moveTo>
                  <a:cubicBezTo>
                    <a:pt x="6431" y="3001"/>
                    <a:pt x="7455" y="4001"/>
                    <a:pt x="7455" y="5240"/>
                  </a:cubicBezTo>
                  <a:cubicBezTo>
                    <a:pt x="7502" y="5883"/>
                    <a:pt x="7169" y="6550"/>
                    <a:pt x="6669" y="6954"/>
                  </a:cubicBezTo>
                  <a:cubicBezTo>
                    <a:pt x="6597" y="6216"/>
                    <a:pt x="5978" y="5621"/>
                    <a:pt x="5240" y="5621"/>
                  </a:cubicBezTo>
                  <a:cubicBezTo>
                    <a:pt x="4502" y="5621"/>
                    <a:pt x="3882" y="6216"/>
                    <a:pt x="3811" y="6954"/>
                  </a:cubicBezTo>
                  <a:cubicBezTo>
                    <a:pt x="3311" y="6550"/>
                    <a:pt x="2978" y="5883"/>
                    <a:pt x="2978" y="5240"/>
                  </a:cubicBezTo>
                  <a:cubicBezTo>
                    <a:pt x="2978" y="3978"/>
                    <a:pt x="4002" y="3001"/>
                    <a:pt x="5216" y="3001"/>
                  </a:cubicBezTo>
                  <a:close/>
                  <a:moveTo>
                    <a:pt x="5235" y="6025"/>
                  </a:moveTo>
                  <a:cubicBezTo>
                    <a:pt x="5810" y="6025"/>
                    <a:pt x="6264" y="6492"/>
                    <a:pt x="6264" y="7050"/>
                  </a:cubicBezTo>
                  <a:lnTo>
                    <a:pt x="6264" y="7216"/>
                  </a:lnTo>
                  <a:cubicBezTo>
                    <a:pt x="5931" y="7383"/>
                    <a:pt x="5597" y="7455"/>
                    <a:pt x="5240" y="7455"/>
                  </a:cubicBezTo>
                  <a:cubicBezTo>
                    <a:pt x="4883" y="7455"/>
                    <a:pt x="4525" y="7383"/>
                    <a:pt x="4240" y="7216"/>
                  </a:cubicBezTo>
                  <a:lnTo>
                    <a:pt x="4240" y="7074"/>
                  </a:lnTo>
                  <a:cubicBezTo>
                    <a:pt x="4240" y="6550"/>
                    <a:pt x="4645" y="6073"/>
                    <a:pt x="5192" y="6026"/>
                  </a:cubicBezTo>
                  <a:cubicBezTo>
                    <a:pt x="5207" y="6025"/>
                    <a:pt x="5221" y="6025"/>
                    <a:pt x="5235" y="6025"/>
                  </a:cubicBezTo>
                  <a:close/>
                  <a:moveTo>
                    <a:pt x="2085" y="6645"/>
                  </a:moveTo>
                  <a:cubicBezTo>
                    <a:pt x="2301" y="7121"/>
                    <a:pt x="2621" y="7542"/>
                    <a:pt x="3014" y="7877"/>
                  </a:cubicBezTo>
                  <a:lnTo>
                    <a:pt x="3014" y="7877"/>
                  </a:lnTo>
                  <a:cubicBezTo>
                    <a:pt x="2656" y="7481"/>
                    <a:pt x="2341" y="7042"/>
                    <a:pt x="2085" y="6645"/>
                  </a:cubicBezTo>
                  <a:close/>
                  <a:moveTo>
                    <a:pt x="5240" y="1"/>
                  </a:moveTo>
                  <a:cubicBezTo>
                    <a:pt x="5121" y="1"/>
                    <a:pt x="5026" y="72"/>
                    <a:pt x="5026" y="191"/>
                  </a:cubicBezTo>
                  <a:lnTo>
                    <a:pt x="5026" y="1358"/>
                  </a:lnTo>
                  <a:cubicBezTo>
                    <a:pt x="3073" y="1453"/>
                    <a:pt x="1501" y="3049"/>
                    <a:pt x="1382" y="5026"/>
                  </a:cubicBezTo>
                  <a:lnTo>
                    <a:pt x="215" y="5026"/>
                  </a:lnTo>
                  <a:cubicBezTo>
                    <a:pt x="96" y="5026"/>
                    <a:pt x="1" y="5121"/>
                    <a:pt x="1" y="5240"/>
                  </a:cubicBezTo>
                  <a:cubicBezTo>
                    <a:pt x="1" y="5335"/>
                    <a:pt x="215" y="5407"/>
                    <a:pt x="215" y="5407"/>
                  </a:cubicBezTo>
                  <a:lnTo>
                    <a:pt x="1382" y="5407"/>
                  </a:lnTo>
                  <a:cubicBezTo>
                    <a:pt x="1382" y="5407"/>
                    <a:pt x="1646" y="5964"/>
                    <a:pt x="2085" y="6645"/>
                  </a:cubicBezTo>
                  <a:lnTo>
                    <a:pt x="2085" y="6645"/>
                  </a:lnTo>
                  <a:cubicBezTo>
                    <a:pt x="1915" y="6270"/>
                    <a:pt x="1810" y="5859"/>
                    <a:pt x="1787" y="5430"/>
                  </a:cubicBezTo>
                  <a:lnTo>
                    <a:pt x="2597" y="5430"/>
                  </a:lnTo>
                  <a:cubicBezTo>
                    <a:pt x="2692" y="6740"/>
                    <a:pt x="3716" y="7788"/>
                    <a:pt x="5026" y="7883"/>
                  </a:cubicBezTo>
                  <a:lnTo>
                    <a:pt x="5026" y="8693"/>
                  </a:lnTo>
                  <a:cubicBezTo>
                    <a:pt x="4270" y="8651"/>
                    <a:pt x="3569" y="8350"/>
                    <a:pt x="3014" y="7877"/>
                  </a:cubicBezTo>
                  <a:lnTo>
                    <a:pt x="3014" y="7877"/>
                  </a:lnTo>
                  <a:cubicBezTo>
                    <a:pt x="3597" y="8523"/>
                    <a:pt x="4293" y="9053"/>
                    <a:pt x="5026" y="9098"/>
                  </a:cubicBezTo>
                  <a:lnTo>
                    <a:pt x="5026" y="10265"/>
                  </a:lnTo>
                  <a:cubicBezTo>
                    <a:pt x="5026" y="10384"/>
                    <a:pt x="5121" y="10455"/>
                    <a:pt x="5240" y="10455"/>
                  </a:cubicBezTo>
                  <a:cubicBezTo>
                    <a:pt x="5359" y="10455"/>
                    <a:pt x="5454" y="10384"/>
                    <a:pt x="5454" y="10265"/>
                  </a:cubicBezTo>
                  <a:lnTo>
                    <a:pt x="5454" y="9098"/>
                  </a:lnTo>
                  <a:cubicBezTo>
                    <a:pt x="6193" y="9074"/>
                    <a:pt x="6883" y="8836"/>
                    <a:pt x="7478" y="8383"/>
                  </a:cubicBezTo>
                  <a:cubicBezTo>
                    <a:pt x="7574" y="8336"/>
                    <a:pt x="7598" y="8217"/>
                    <a:pt x="7526" y="8098"/>
                  </a:cubicBezTo>
                  <a:cubicBezTo>
                    <a:pt x="7494" y="8034"/>
                    <a:pt x="7431" y="8002"/>
                    <a:pt x="7357" y="8002"/>
                  </a:cubicBezTo>
                  <a:cubicBezTo>
                    <a:pt x="7320" y="8002"/>
                    <a:pt x="7280" y="8010"/>
                    <a:pt x="7240" y="8026"/>
                  </a:cubicBezTo>
                  <a:cubicBezTo>
                    <a:pt x="6693" y="8407"/>
                    <a:pt x="6097" y="8621"/>
                    <a:pt x="5454" y="8645"/>
                  </a:cubicBezTo>
                  <a:lnTo>
                    <a:pt x="5454" y="7859"/>
                  </a:lnTo>
                  <a:cubicBezTo>
                    <a:pt x="6764" y="7764"/>
                    <a:pt x="7812" y="6716"/>
                    <a:pt x="7883" y="5407"/>
                  </a:cubicBezTo>
                  <a:lnTo>
                    <a:pt x="8693" y="5407"/>
                  </a:lnTo>
                  <a:cubicBezTo>
                    <a:pt x="8669" y="5883"/>
                    <a:pt x="8550" y="6311"/>
                    <a:pt x="8336" y="6716"/>
                  </a:cubicBezTo>
                  <a:cubicBezTo>
                    <a:pt x="8288" y="6812"/>
                    <a:pt x="8336" y="6954"/>
                    <a:pt x="8431" y="6978"/>
                  </a:cubicBezTo>
                  <a:cubicBezTo>
                    <a:pt x="8459" y="6999"/>
                    <a:pt x="8491" y="7008"/>
                    <a:pt x="8523" y="7008"/>
                  </a:cubicBezTo>
                  <a:cubicBezTo>
                    <a:pt x="8600" y="7008"/>
                    <a:pt x="8676" y="6957"/>
                    <a:pt x="8693" y="6907"/>
                  </a:cubicBezTo>
                  <a:cubicBezTo>
                    <a:pt x="8931" y="6431"/>
                    <a:pt x="9074" y="5383"/>
                    <a:pt x="9074" y="5383"/>
                  </a:cubicBezTo>
                  <a:lnTo>
                    <a:pt x="10241" y="5383"/>
                  </a:lnTo>
                  <a:cubicBezTo>
                    <a:pt x="10241" y="5383"/>
                    <a:pt x="10455" y="5311"/>
                    <a:pt x="10455" y="5192"/>
                  </a:cubicBezTo>
                  <a:cubicBezTo>
                    <a:pt x="10455" y="5073"/>
                    <a:pt x="10384" y="5026"/>
                    <a:pt x="10265" y="5026"/>
                  </a:cubicBezTo>
                  <a:lnTo>
                    <a:pt x="9122" y="5026"/>
                  </a:lnTo>
                  <a:cubicBezTo>
                    <a:pt x="9026" y="3049"/>
                    <a:pt x="7407" y="1453"/>
                    <a:pt x="5454" y="1358"/>
                  </a:cubicBezTo>
                  <a:lnTo>
                    <a:pt x="5454" y="191"/>
                  </a:lnTo>
                  <a:cubicBezTo>
                    <a:pt x="5454" y="72"/>
                    <a:pt x="5359" y="1"/>
                    <a:pt x="5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97"/>
            <p:cNvSpPr/>
            <p:nvPr/>
          </p:nvSpPr>
          <p:spPr>
            <a:xfrm>
              <a:off x="7839840" y="3281060"/>
              <a:ext cx="74225" cy="74225"/>
            </a:xfrm>
            <a:custGeom>
              <a:rect b="b" l="l" r="r" t="t"/>
              <a:pathLst>
                <a:path extrusionOk="0" h="2264" w="2264">
                  <a:moveTo>
                    <a:pt x="168" y="1"/>
                  </a:moveTo>
                  <a:cubicBezTo>
                    <a:pt x="96" y="72"/>
                    <a:pt x="1" y="144"/>
                    <a:pt x="1" y="239"/>
                  </a:cubicBezTo>
                  <a:lnTo>
                    <a:pt x="1" y="2049"/>
                  </a:lnTo>
                  <a:cubicBezTo>
                    <a:pt x="1" y="2168"/>
                    <a:pt x="96" y="2263"/>
                    <a:pt x="215" y="2263"/>
                  </a:cubicBezTo>
                  <a:lnTo>
                    <a:pt x="2025" y="2263"/>
                  </a:lnTo>
                  <a:cubicBezTo>
                    <a:pt x="2120" y="2263"/>
                    <a:pt x="2240" y="2215"/>
                    <a:pt x="2240" y="2096"/>
                  </a:cubicBezTo>
                  <a:cubicBezTo>
                    <a:pt x="2263" y="1977"/>
                    <a:pt x="2144" y="1858"/>
                    <a:pt x="2025" y="1858"/>
                  </a:cubicBezTo>
                  <a:lnTo>
                    <a:pt x="406" y="1858"/>
                  </a:lnTo>
                  <a:lnTo>
                    <a:pt x="406" y="215"/>
                  </a:lnTo>
                  <a:cubicBezTo>
                    <a:pt x="406" y="96"/>
                    <a:pt x="287"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97"/>
            <p:cNvSpPr/>
            <p:nvPr/>
          </p:nvSpPr>
          <p:spPr>
            <a:xfrm>
              <a:off x="8060811" y="3283060"/>
              <a:ext cx="74192" cy="72979"/>
            </a:xfrm>
            <a:custGeom>
              <a:rect b="b" l="l" r="r" t="t"/>
              <a:pathLst>
                <a:path extrusionOk="0" h="2226" w="2263">
                  <a:moveTo>
                    <a:pt x="2017" y="0"/>
                  </a:moveTo>
                  <a:cubicBezTo>
                    <a:pt x="1919" y="0"/>
                    <a:pt x="1834" y="101"/>
                    <a:pt x="1834" y="202"/>
                  </a:cubicBezTo>
                  <a:lnTo>
                    <a:pt x="1834" y="1845"/>
                  </a:lnTo>
                  <a:lnTo>
                    <a:pt x="215" y="1845"/>
                  </a:lnTo>
                  <a:cubicBezTo>
                    <a:pt x="96" y="1845"/>
                    <a:pt x="0" y="1964"/>
                    <a:pt x="0" y="2083"/>
                  </a:cubicBezTo>
                  <a:cubicBezTo>
                    <a:pt x="24" y="2154"/>
                    <a:pt x="120" y="2226"/>
                    <a:pt x="239" y="2226"/>
                  </a:cubicBezTo>
                  <a:lnTo>
                    <a:pt x="2049" y="2226"/>
                  </a:lnTo>
                  <a:cubicBezTo>
                    <a:pt x="2168" y="2226"/>
                    <a:pt x="2263" y="2154"/>
                    <a:pt x="2263" y="2035"/>
                  </a:cubicBezTo>
                  <a:lnTo>
                    <a:pt x="2263" y="202"/>
                  </a:lnTo>
                  <a:cubicBezTo>
                    <a:pt x="2263" y="130"/>
                    <a:pt x="2191" y="11"/>
                    <a:pt x="2072" y="11"/>
                  </a:cubicBezTo>
                  <a:cubicBezTo>
                    <a:pt x="2054" y="4"/>
                    <a:pt x="2035" y="0"/>
                    <a:pt x="20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97"/>
            <p:cNvSpPr/>
            <p:nvPr/>
          </p:nvSpPr>
          <p:spPr>
            <a:xfrm>
              <a:off x="7839840" y="3060122"/>
              <a:ext cx="75766" cy="74324"/>
            </a:xfrm>
            <a:custGeom>
              <a:rect b="b" l="l" r="r" t="t"/>
              <a:pathLst>
                <a:path extrusionOk="0" h="2267" w="2311">
                  <a:moveTo>
                    <a:pt x="215" y="0"/>
                  </a:moveTo>
                  <a:cubicBezTo>
                    <a:pt x="96" y="0"/>
                    <a:pt x="1" y="96"/>
                    <a:pt x="1" y="215"/>
                  </a:cubicBezTo>
                  <a:lnTo>
                    <a:pt x="1" y="2072"/>
                  </a:lnTo>
                  <a:cubicBezTo>
                    <a:pt x="1" y="2191"/>
                    <a:pt x="120" y="2263"/>
                    <a:pt x="239" y="2263"/>
                  </a:cubicBezTo>
                  <a:cubicBezTo>
                    <a:pt x="252" y="2265"/>
                    <a:pt x="263" y="2266"/>
                    <a:pt x="275" y="2266"/>
                  </a:cubicBezTo>
                  <a:cubicBezTo>
                    <a:pt x="372" y="2266"/>
                    <a:pt x="430" y="2179"/>
                    <a:pt x="430" y="2072"/>
                  </a:cubicBezTo>
                  <a:lnTo>
                    <a:pt x="430" y="429"/>
                  </a:lnTo>
                  <a:lnTo>
                    <a:pt x="2073" y="429"/>
                  </a:lnTo>
                  <a:cubicBezTo>
                    <a:pt x="2144" y="429"/>
                    <a:pt x="2263" y="381"/>
                    <a:pt x="2263" y="262"/>
                  </a:cubicBezTo>
                  <a:cubicBezTo>
                    <a:pt x="2311" y="143"/>
                    <a:pt x="2192" y="0"/>
                    <a:pt x="2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97"/>
            <p:cNvSpPr/>
            <p:nvPr/>
          </p:nvSpPr>
          <p:spPr>
            <a:xfrm>
              <a:off x="8060811" y="3061663"/>
              <a:ext cx="74192" cy="74225"/>
            </a:xfrm>
            <a:custGeom>
              <a:rect b="b" l="l" r="r" t="t"/>
              <a:pathLst>
                <a:path extrusionOk="0" h="2264" w="2263">
                  <a:moveTo>
                    <a:pt x="239" y="1"/>
                  </a:moveTo>
                  <a:cubicBezTo>
                    <a:pt x="143" y="1"/>
                    <a:pt x="24" y="49"/>
                    <a:pt x="24" y="168"/>
                  </a:cubicBezTo>
                  <a:cubicBezTo>
                    <a:pt x="0" y="287"/>
                    <a:pt x="120" y="406"/>
                    <a:pt x="239" y="406"/>
                  </a:cubicBezTo>
                  <a:lnTo>
                    <a:pt x="1882" y="406"/>
                  </a:lnTo>
                  <a:lnTo>
                    <a:pt x="1882" y="2049"/>
                  </a:lnTo>
                  <a:cubicBezTo>
                    <a:pt x="1882" y="2168"/>
                    <a:pt x="2001" y="2263"/>
                    <a:pt x="2096" y="2263"/>
                  </a:cubicBezTo>
                  <a:cubicBezTo>
                    <a:pt x="2168" y="2239"/>
                    <a:pt x="2263" y="2144"/>
                    <a:pt x="2263" y="2025"/>
                  </a:cubicBezTo>
                  <a:lnTo>
                    <a:pt x="2263" y="215"/>
                  </a:lnTo>
                  <a:cubicBezTo>
                    <a:pt x="2263" y="96"/>
                    <a:pt x="2168" y="1"/>
                    <a:pt x="2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97"/>
            <p:cNvSpPr/>
            <p:nvPr/>
          </p:nvSpPr>
          <p:spPr>
            <a:xfrm>
              <a:off x="8072515" y="3280274"/>
              <a:ext cx="13311" cy="13311"/>
            </a:xfrm>
            <a:custGeom>
              <a:rect b="b" l="l" r="r" t="t"/>
              <a:pathLst>
                <a:path extrusionOk="0" h="406" w="406">
                  <a:moveTo>
                    <a:pt x="215" y="1"/>
                  </a:moveTo>
                  <a:cubicBezTo>
                    <a:pt x="96" y="1"/>
                    <a:pt x="1" y="96"/>
                    <a:pt x="1" y="215"/>
                  </a:cubicBezTo>
                  <a:cubicBezTo>
                    <a:pt x="1" y="311"/>
                    <a:pt x="96" y="406"/>
                    <a:pt x="215" y="406"/>
                  </a:cubicBezTo>
                  <a:cubicBezTo>
                    <a:pt x="310" y="406"/>
                    <a:pt x="406" y="311"/>
                    <a:pt x="406" y="215"/>
                  </a:cubicBezTo>
                  <a:cubicBezTo>
                    <a:pt x="406" y="96"/>
                    <a:pt x="310"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7" name="Google Shape;21917;p97"/>
          <p:cNvGrpSpPr/>
          <p:nvPr/>
        </p:nvGrpSpPr>
        <p:grpSpPr>
          <a:xfrm>
            <a:off x="7761426" y="3453461"/>
            <a:ext cx="342800" cy="341259"/>
            <a:chOff x="7816431" y="3605861"/>
            <a:chExt cx="342800" cy="341259"/>
          </a:xfrm>
        </p:grpSpPr>
        <p:sp>
          <p:nvSpPr>
            <p:cNvPr id="21918" name="Google Shape;21918;p97"/>
            <p:cNvSpPr/>
            <p:nvPr/>
          </p:nvSpPr>
          <p:spPr>
            <a:xfrm>
              <a:off x="7882001" y="3613599"/>
              <a:ext cx="206939" cy="200743"/>
            </a:xfrm>
            <a:custGeom>
              <a:rect b="b" l="l" r="r" t="t"/>
              <a:pathLst>
                <a:path extrusionOk="0" h="6123" w="6312">
                  <a:moveTo>
                    <a:pt x="3269" y="0"/>
                  </a:moveTo>
                  <a:cubicBezTo>
                    <a:pt x="3049" y="0"/>
                    <a:pt x="2824" y="24"/>
                    <a:pt x="2597" y="74"/>
                  </a:cubicBezTo>
                  <a:cubicBezTo>
                    <a:pt x="1406" y="312"/>
                    <a:pt x="453" y="1312"/>
                    <a:pt x="239" y="2503"/>
                  </a:cubicBezTo>
                  <a:cubicBezTo>
                    <a:pt x="1" y="3884"/>
                    <a:pt x="668" y="5123"/>
                    <a:pt x="1739" y="5718"/>
                  </a:cubicBezTo>
                  <a:cubicBezTo>
                    <a:pt x="1882" y="5790"/>
                    <a:pt x="1978" y="5932"/>
                    <a:pt x="2001" y="6123"/>
                  </a:cubicBezTo>
                  <a:lnTo>
                    <a:pt x="4502" y="6123"/>
                  </a:lnTo>
                  <a:cubicBezTo>
                    <a:pt x="4526" y="5932"/>
                    <a:pt x="4645" y="5790"/>
                    <a:pt x="4788" y="5694"/>
                  </a:cubicBezTo>
                  <a:cubicBezTo>
                    <a:pt x="5693" y="5170"/>
                    <a:pt x="6312" y="4170"/>
                    <a:pt x="6312" y="3051"/>
                  </a:cubicBezTo>
                  <a:cubicBezTo>
                    <a:pt x="6312" y="1368"/>
                    <a:pt x="4936" y="0"/>
                    <a:pt x="3269"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97"/>
            <p:cNvSpPr/>
            <p:nvPr/>
          </p:nvSpPr>
          <p:spPr>
            <a:xfrm>
              <a:off x="7947604" y="3814308"/>
              <a:ext cx="79668" cy="87503"/>
            </a:xfrm>
            <a:custGeom>
              <a:rect b="b" l="l" r="r" t="t"/>
              <a:pathLst>
                <a:path extrusionOk="0" h="2669" w="2430">
                  <a:moveTo>
                    <a:pt x="0" y="1"/>
                  </a:moveTo>
                  <a:lnTo>
                    <a:pt x="0" y="120"/>
                  </a:lnTo>
                  <a:lnTo>
                    <a:pt x="0" y="2668"/>
                  </a:lnTo>
                  <a:lnTo>
                    <a:pt x="2429" y="2668"/>
                  </a:lnTo>
                  <a:lnTo>
                    <a:pt x="2429" y="72"/>
                  </a:lnTo>
                  <a:lnTo>
                    <a:pt x="2429"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97"/>
            <p:cNvSpPr/>
            <p:nvPr/>
          </p:nvSpPr>
          <p:spPr>
            <a:xfrm>
              <a:off x="7967898" y="3901779"/>
              <a:ext cx="39867" cy="39998"/>
            </a:xfrm>
            <a:custGeom>
              <a:rect b="b" l="l" r="r" t="t"/>
              <a:pathLst>
                <a:path extrusionOk="0" h="1220" w="1216">
                  <a:moveTo>
                    <a:pt x="1" y="0"/>
                  </a:moveTo>
                  <a:lnTo>
                    <a:pt x="1" y="619"/>
                  </a:lnTo>
                  <a:cubicBezTo>
                    <a:pt x="1" y="930"/>
                    <a:pt x="269" y="1220"/>
                    <a:pt x="594" y="1220"/>
                  </a:cubicBezTo>
                  <a:cubicBezTo>
                    <a:pt x="618" y="1220"/>
                    <a:pt x="643" y="1218"/>
                    <a:pt x="667" y="1215"/>
                  </a:cubicBezTo>
                  <a:cubicBezTo>
                    <a:pt x="977" y="1191"/>
                    <a:pt x="1215" y="929"/>
                    <a:pt x="1215" y="596"/>
                  </a:cubicBezTo>
                  <a:lnTo>
                    <a:pt x="1215"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97"/>
            <p:cNvSpPr/>
            <p:nvPr/>
          </p:nvSpPr>
          <p:spPr>
            <a:xfrm>
              <a:off x="7834398" y="3766508"/>
              <a:ext cx="34391" cy="21900"/>
            </a:xfrm>
            <a:custGeom>
              <a:rect b="b" l="l" r="r" t="t"/>
              <a:pathLst>
                <a:path extrusionOk="0" h="668" w="1049">
                  <a:moveTo>
                    <a:pt x="806" y="1"/>
                  </a:moveTo>
                  <a:cubicBezTo>
                    <a:pt x="775" y="1"/>
                    <a:pt x="743" y="9"/>
                    <a:pt x="715" y="30"/>
                  </a:cubicBezTo>
                  <a:lnTo>
                    <a:pt x="143" y="292"/>
                  </a:lnTo>
                  <a:cubicBezTo>
                    <a:pt x="48" y="340"/>
                    <a:pt x="0" y="459"/>
                    <a:pt x="48" y="554"/>
                  </a:cubicBezTo>
                  <a:cubicBezTo>
                    <a:pt x="100" y="624"/>
                    <a:pt x="178" y="668"/>
                    <a:pt x="253" y="668"/>
                  </a:cubicBezTo>
                  <a:cubicBezTo>
                    <a:pt x="281" y="668"/>
                    <a:pt x="308" y="662"/>
                    <a:pt x="334" y="649"/>
                  </a:cubicBezTo>
                  <a:lnTo>
                    <a:pt x="881" y="387"/>
                  </a:lnTo>
                  <a:cubicBezTo>
                    <a:pt x="977" y="316"/>
                    <a:pt x="1048" y="197"/>
                    <a:pt x="977" y="102"/>
                  </a:cubicBezTo>
                  <a:cubicBezTo>
                    <a:pt x="960" y="51"/>
                    <a:pt x="883" y="1"/>
                    <a:pt x="8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97"/>
            <p:cNvSpPr/>
            <p:nvPr/>
          </p:nvSpPr>
          <p:spPr>
            <a:xfrm>
              <a:off x="8107661" y="3639597"/>
              <a:ext cx="34391" cy="21573"/>
            </a:xfrm>
            <a:custGeom>
              <a:rect b="b" l="l" r="r" t="t"/>
              <a:pathLst>
                <a:path extrusionOk="0" h="658" w="1049">
                  <a:moveTo>
                    <a:pt x="781" y="1"/>
                  </a:moveTo>
                  <a:cubicBezTo>
                    <a:pt x="756" y="1"/>
                    <a:pt x="734" y="7"/>
                    <a:pt x="715" y="19"/>
                  </a:cubicBezTo>
                  <a:lnTo>
                    <a:pt x="143" y="281"/>
                  </a:lnTo>
                  <a:cubicBezTo>
                    <a:pt x="48" y="353"/>
                    <a:pt x="0" y="472"/>
                    <a:pt x="48" y="567"/>
                  </a:cubicBezTo>
                  <a:cubicBezTo>
                    <a:pt x="82" y="619"/>
                    <a:pt x="154" y="658"/>
                    <a:pt x="236" y="658"/>
                  </a:cubicBezTo>
                  <a:cubicBezTo>
                    <a:pt x="267" y="658"/>
                    <a:pt x="301" y="652"/>
                    <a:pt x="334" y="639"/>
                  </a:cubicBezTo>
                  <a:lnTo>
                    <a:pt x="881" y="377"/>
                  </a:lnTo>
                  <a:cubicBezTo>
                    <a:pt x="977" y="329"/>
                    <a:pt x="1048" y="210"/>
                    <a:pt x="977" y="115"/>
                  </a:cubicBezTo>
                  <a:cubicBezTo>
                    <a:pt x="924" y="45"/>
                    <a:pt x="847" y="1"/>
                    <a:pt x="7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97"/>
            <p:cNvSpPr/>
            <p:nvPr/>
          </p:nvSpPr>
          <p:spPr>
            <a:xfrm>
              <a:off x="7834398" y="3638482"/>
              <a:ext cx="34391" cy="22228"/>
            </a:xfrm>
            <a:custGeom>
              <a:rect b="b" l="l" r="r" t="t"/>
              <a:pathLst>
                <a:path extrusionOk="0" h="678" w="1049">
                  <a:moveTo>
                    <a:pt x="244" y="1"/>
                  </a:moveTo>
                  <a:cubicBezTo>
                    <a:pt x="165" y="1"/>
                    <a:pt x="82" y="57"/>
                    <a:pt x="48" y="125"/>
                  </a:cubicBezTo>
                  <a:cubicBezTo>
                    <a:pt x="0" y="196"/>
                    <a:pt x="48" y="363"/>
                    <a:pt x="143" y="387"/>
                  </a:cubicBezTo>
                  <a:lnTo>
                    <a:pt x="715" y="649"/>
                  </a:lnTo>
                  <a:cubicBezTo>
                    <a:pt x="735" y="669"/>
                    <a:pt x="763" y="678"/>
                    <a:pt x="793" y="678"/>
                  </a:cubicBezTo>
                  <a:cubicBezTo>
                    <a:pt x="869" y="678"/>
                    <a:pt x="960" y="622"/>
                    <a:pt x="977" y="553"/>
                  </a:cubicBezTo>
                  <a:cubicBezTo>
                    <a:pt x="1048" y="482"/>
                    <a:pt x="977" y="363"/>
                    <a:pt x="881" y="292"/>
                  </a:cubicBezTo>
                  <a:lnTo>
                    <a:pt x="334" y="30"/>
                  </a:lnTo>
                  <a:cubicBezTo>
                    <a:pt x="307" y="9"/>
                    <a:pt x="276" y="1"/>
                    <a:pt x="2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97"/>
            <p:cNvSpPr/>
            <p:nvPr/>
          </p:nvSpPr>
          <p:spPr>
            <a:xfrm>
              <a:off x="8107661" y="3766508"/>
              <a:ext cx="34391" cy="21900"/>
            </a:xfrm>
            <a:custGeom>
              <a:rect b="b" l="l" r="r" t="t"/>
              <a:pathLst>
                <a:path extrusionOk="0" h="668" w="1049">
                  <a:moveTo>
                    <a:pt x="241" y="1"/>
                  </a:moveTo>
                  <a:cubicBezTo>
                    <a:pt x="163" y="1"/>
                    <a:pt x="82" y="51"/>
                    <a:pt x="48" y="102"/>
                  </a:cubicBezTo>
                  <a:cubicBezTo>
                    <a:pt x="0" y="197"/>
                    <a:pt x="24" y="316"/>
                    <a:pt x="143" y="387"/>
                  </a:cubicBezTo>
                  <a:lnTo>
                    <a:pt x="715" y="649"/>
                  </a:lnTo>
                  <a:cubicBezTo>
                    <a:pt x="734" y="662"/>
                    <a:pt x="760" y="668"/>
                    <a:pt x="788" y="668"/>
                  </a:cubicBezTo>
                  <a:cubicBezTo>
                    <a:pt x="865" y="668"/>
                    <a:pt x="959" y="624"/>
                    <a:pt x="977" y="554"/>
                  </a:cubicBezTo>
                  <a:cubicBezTo>
                    <a:pt x="1048" y="459"/>
                    <a:pt x="977" y="316"/>
                    <a:pt x="881" y="292"/>
                  </a:cubicBezTo>
                  <a:lnTo>
                    <a:pt x="334" y="30"/>
                  </a:lnTo>
                  <a:cubicBezTo>
                    <a:pt x="306" y="9"/>
                    <a:pt x="274" y="1"/>
                    <a:pt x="2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97"/>
            <p:cNvSpPr/>
            <p:nvPr/>
          </p:nvSpPr>
          <p:spPr>
            <a:xfrm>
              <a:off x="7816431" y="3706577"/>
              <a:ext cx="38293" cy="14098"/>
            </a:xfrm>
            <a:custGeom>
              <a:rect b="b" l="l" r="r" t="t"/>
              <a:pathLst>
                <a:path extrusionOk="0" h="430" w="1168">
                  <a:moveTo>
                    <a:pt x="215" y="1"/>
                  </a:moveTo>
                  <a:cubicBezTo>
                    <a:pt x="96" y="1"/>
                    <a:pt x="1" y="96"/>
                    <a:pt x="1" y="215"/>
                  </a:cubicBezTo>
                  <a:cubicBezTo>
                    <a:pt x="1" y="334"/>
                    <a:pt x="96" y="429"/>
                    <a:pt x="215" y="429"/>
                  </a:cubicBezTo>
                  <a:lnTo>
                    <a:pt x="953" y="429"/>
                  </a:lnTo>
                  <a:cubicBezTo>
                    <a:pt x="1072" y="429"/>
                    <a:pt x="1167" y="334"/>
                    <a:pt x="1167" y="215"/>
                  </a:cubicBezTo>
                  <a:cubicBezTo>
                    <a:pt x="1167" y="96"/>
                    <a:pt x="1072" y="1"/>
                    <a:pt x="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97"/>
            <p:cNvSpPr/>
            <p:nvPr/>
          </p:nvSpPr>
          <p:spPr>
            <a:xfrm>
              <a:off x="8120939" y="3706577"/>
              <a:ext cx="38293" cy="14098"/>
            </a:xfrm>
            <a:custGeom>
              <a:rect b="b" l="l" r="r" t="t"/>
              <a:pathLst>
                <a:path extrusionOk="0" h="430" w="1168">
                  <a:moveTo>
                    <a:pt x="215" y="1"/>
                  </a:moveTo>
                  <a:cubicBezTo>
                    <a:pt x="95" y="1"/>
                    <a:pt x="0" y="96"/>
                    <a:pt x="0" y="215"/>
                  </a:cubicBezTo>
                  <a:cubicBezTo>
                    <a:pt x="0" y="334"/>
                    <a:pt x="95" y="429"/>
                    <a:pt x="215" y="429"/>
                  </a:cubicBezTo>
                  <a:lnTo>
                    <a:pt x="953" y="429"/>
                  </a:lnTo>
                  <a:cubicBezTo>
                    <a:pt x="1072" y="429"/>
                    <a:pt x="1167" y="334"/>
                    <a:pt x="1167" y="215"/>
                  </a:cubicBezTo>
                  <a:cubicBezTo>
                    <a:pt x="1167" y="96"/>
                    <a:pt x="1072" y="1"/>
                    <a:pt x="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97"/>
            <p:cNvSpPr/>
            <p:nvPr/>
          </p:nvSpPr>
          <p:spPr>
            <a:xfrm>
              <a:off x="7980389" y="3605861"/>
              <a:ext cx="14098" cy="14098"/>
            </a:xfrm>
            <a:custGeom>
              <a:rect b="b" l="l" r="r" t="t"/>
              <a:pathLst>
                <a:path extrusionOk="0" h="430" w="430">
                  <a:moveTo>
                    <a:pt x="215" y="1"/>
                  </a:moveTo>
                  <a:cubicBezTo>
                    <a:pt x="96" y="1"/>
                    <a:pt x="1" y="96"/>
                    <a:pt x="1" y="215"/>
                  </a:cubicBezTo>
                  <a:cubicBezTo>
                    <a:pt x="1" y="334"/>
                    <a:pt x="96" y="429"/>
                    <a:pt x="215" y="429"/>
                  </a:cubicBezTo>
                  <a:cubicBezTo>
                    <a:pt x="334" y="429"/>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97"/>
            <p:cNvSpPr/>
            <p:nvPr/>
          </p:nvSpPr>
          <p:spPr>
            <a:xfrm>
              <a:off x="7874985" y="3608779"/>
              <a:ext cx="221758" cy="338341"/>
            </a:xfrm>
            <a:custGeom>
              <a:rect b="b" l="l" r="r" t="t"/>
              <a:pathLst>
                <a:path extrusionOk="0" h="10320" w="6764">
                  <a:moveTo>
                    <a:pt x="4454" y="6460"/>
                  </a:moveTo>
                  <a:lnTo>
                    <a:pt x="4454" y="7413"/>
                  </a:lnTo>
                  <a:lnTo>
                    <a:pt x="2430" y="7413"/>
                  </a:lnTo>
                  <a:lnTo>
                    <a:pt x="2430" y="6460"/>
                  </a:lnTo>
                  <a:close/>
                  <a:moveTo>
                    <a:pt x="4454" y="7770"/>
                  </a:moveTo>
                  <a:lnTo>
                    <a:pt x="4454" y="8723"/>
                  </a:lnTo>
                  <a:lnTo>
                    <a:pt x="2430" y="8723"/>
                  </a:lnTo>
                  <a:lnTo>
                    <a:pt x="2430" y="7770"/>
                  </a:lnTo>
                  <a:close/>
                  <a:moveTo>
                    <a:pt x="3859" y="9175"/>
                  </a:moveTo>
                  <a:lnTo>
                    <a:pt x="3859" y="9556"/>
                  </a:lnTo>
                  <a:cubicBezTo>
                    <a:pt x="3859" y="9794"/>
                    <a:pt x="3644" y="9985"/>
                    <a:pt x="3406" y="9985"/>
                  </a:cubicBezTo>
                  <a:cubicBezTo>
                    <a:pt x="3192" y="9937"/>
                    <a:pt x="3049" y="9771"/>
                    <a:pt x="3049" y="9556"/>
                  </a:cubicBezTo>
                  <a:lnTo>
                    <a:pt x="3049" y="9175"/>
                  </a:lnTo>
                  <a:close/>
                  <a:moveTo>
                    <a:pt x="4420" y="1"/>
                  </a:moveTo>
                  <a:cubicBezTo>
                    <a:pt x="4328" y="1"/>
                    <a:pt x="4255" y="50"/>
                    <a:pt x="4216" y="150"/>
                  </a:cubicBezTo>
                  <a:cubicBezTo>
                    <a:pt x="4144" y="269"/>
                    <a:pt x="4240" y="364"/>
                    <a:pt x="4359" y="435"/>
                  </a:cubicBezTo>
                  <a:cubicBezTo>
                    <a:pt x="5549" y="816"/>
                    <a:pt x="6359" y="1888"/>
                    <a:pt x="6359" y="3174"/>
                  </a:cubicBezTo>
                  <a:cubicBezTo>
                    <a:pt x="6359" y="4174"/>
                    <a:pt x="5811" y="5127"/>
                    <a:pt x="4930" y="5627"/>
                  </a:cubicBezTo>
                  <a:cubicBezTo>
                    <a:pt x="4764" y="5722"/>
                    <a:pt x="4644" y="5865"/>
                    <a:pt x="4573" y="6032"/>
                  </a:cubicBezTo>
                  <a:lnTo>
                    <a:pt x="3668" y="6032"/>
                  </a:lnTo>
                  <a:lnTo>
                    <a:pt x="3668" y="4436"/>
                  </a:lnTo>
                  <a:lnTo>
                    <a:pt x="4263" y="3246"/>
                  </a:lnTo>
                  <a:cubicBezTo>
                    <a:pt x="4335" y="3174"/>
                    <a:pt x="4263" y="3055"/>
                    <a:pt x="4168" y="2984"/>
                  </a:cubicBezTo>
                  <a:cubicBezTo>
                    <a:pt x="4149" y="2971"/>
                    <a:pt x="4126" y="2965"/>
                    <a:pt x="4102" y="2965"/>
                  </a:cubicBezTo>
                  <a:cubicBezTo>
                    <a:pt x="4036" y="2965"/>
                    <a:pt x="3959" y="3009"/>
                    <a:pt x="3906" y="3079"/>
                  </a:cubicBezTo>
                  <a:lnTo>
                    <a:pt x="3501" y="3936"/>
                  </a:lnTo>
                  <a:lnTo>
                    <a:pt x="3073" y="3079"/>
                  </a:lnTo>
                  <a:cubicBezTo>
                    <a:pt x="3038" y="3009"/>
                    <a:pt x="2965" y="2965"/>
                    <a:pt x="2891" y="2965"/>
                  </a:cubicBezTo>
                  <a:cubicBezTo>
                    <a:pt x="2864" y="2965"/>
                    <a:pt x="2836" y="2971"/>
                    <a:pt x="2811" y="2984"/>
                  </a:cubicBezTo>
                  <a:cubicBezTo>
                    <a:pt x="2715" y="3055"/>
                    <a:pt x="2668" y="3174"/>
                    <a:pt x="2715" y="3246"/>
                  </a:cubicBezTo>
                  <a:lnTo>
                    <a:pt x="3311" y="4436"/>
                  </a:lnTo>
                  <a:lnTo>
                    <a:pt x="3311" y="6032"/>
                  </a:lnTo>
                  <a:lnTo>
                    <a:pt x="2430" y="6032"/>
                  </a:lnTo>
                  <a:cubicBezTo>
                    <a:pt x="2358" y="5865"/>
                    <a:pt x="2239" y="5722"/>
                    <a:pt x="2096" y="5675"/>
                  </a:cubicBezTo>
                  <a:cubicBezTo>
                    <a:pt x="1025" y="5079"/>
                    <a:pt x="477" y="3889"/>
                    <a:pt x="691" y="2650"/>
                  </a:cubicBezTo>
                  <a:cubicBezTo>
                    <a:pt x="810" y="1650"/>
                    <a:pt x="1596" y="793"/>
                    <a:pt x="2596" y="459"/>
                  </a:cubicBezTo>
                  <a:cubicBezTo>
                    <a:pt x="2715" y="435"/>
                    <a:pt x="2787" y="316"/>
                    <a:pt x="2739" y="197"/>
                  </a:cubicBezTo>
                  <a:cubicBezTo>
                    <a:pt x="2719" y="94"/>
                    <a:pt x="2626" y="26"/>
                    <a:pt x="2523" y="26"/>
                  </a:cubicBezTo>
                  <a:cubicBezTo>
                    <a:pt x="2508" y="26"/>
                    <a:pt x="2493" y="28"/>
                    <a:pt x="2477" y="31"/>
                  </a:cubicBezTo>
                  <a:cubicBezTo>
                    <a:pt x="1310" y="388"/>
                    <a:pt x="429" y="1388"/>
                    <a:pt x="239" y="2579"/>
                  </a:cubicBezTo>
                  <a:cubicBezTo>
                    <a:pt x="1" y="4008"/>
                    <a:pt x="691" y="5341"/>
                    <a:pt x="1858" y="5984"/>
                  </a:cubicBezTo>
                  <a:cubicBezTo>
                    <a:pt x="1977" y="6056"/>
                    <a:pt x="2025" y="6199"/>
                    <a:pt x="2025" y="6318"/>
                  </a:cubicBezTo>
                  <a:lnTo>
                    <a:pt x="2025" y="8890"/>
                  </a:lnTo>
                  <a:cubicBezTo>
                    <a:pt x="2025" y="9009"/>
                    <a:pt x="2120" y="9080"/>
                    <a:pt x="2239" y="9080"/>
                  </a:cubicBezTo>
                  <a:lnTo>
                    <a:pt x="2668" y="9080"/>
                  </a:lnTo>
                  <a:lnTo>
                    <a:pt x="2668" y="9485"/>
                  </a:lnTo>
                  <a:cubicBezTo>
                    <a:pt x="2668" y="9914"/>
                    <a:pt x="2977" y="10271"/>
                    <a:pt x="3430" y="10318"/>
                  </a:cubicBezTo>
                  <a:cubicBezTo>
                    <a:pt x="3444" y="10319"/>
                    <a:pt x="3458" y="10319"/>
                    <a:pt x="3472" y="10319"/>
                  </a:cubicBezTo>
                  <a:cubicBezTo>
                    <a:pt x="3929" y="10319"/>
                    <a:pt x="4287" y="9948"/>
                    <a:pt x="4287" y="9509"/>
                  </a:cubicBezTo>
                  <a:lnTo>
                    <a:pt x="4287" y="9080"/>
                  </a:lnTo>
                  <a:lnTo>
                    <a:pt x="4716" y="9080"/>
                  </a:lnTo>
                  <a:cubicBezTo>
                    <a:pt x="4835" y="9080"/>
                    <a:pt x="4930" y="9009"/>
                    <a:pt x="4930" y="8890"/>
                  </a:cubicBezTo>
                  <a:lnTo>
                    <a:pt x="4930" y="6294"/>
                  </a:lnTo>
                  <a:cubicBezTo>
                    <a:pt x="4930" y="6151"/>
                    <a:pt x="5002" y="6032"/>
                    <a:pt x="5121" y="5960"/>
                  </a:cubicBezTo>
                  <a:cubicBezTo>
                    <a:pt x="6121" y="5389"/>
                    <a:pt x="6764" y="4365"/>
                    <a:pt x="6764" y="3126"/>
                  </a:cubicBezTo>
                  <a:cubicBezTo>
                    <a:pt x="6764" y="1650"/>
                    <a:pt x="5788" y="435"/>
                    <a:pt x="4478" y="7"/>
                  </a:cubicBezTo>
                  <a:cubicBezTo>
                    <a:pt x="4458" y="3"/>
                    <a:pt x="4439" y="1"/>
                    <a:pt x="4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9" name="Google Shape;21929;p97"/>
          <p:cNvSpPr/>
          <p:nvPr/>
        </p:nvSpPr>
        <p:spPr>
          <a:xfrm>
            <a:off x="7073223" y="3525293"/>
            <a:ext cx="329489" cy="240511"/>
          </a:xfrm>
          <a:custGeom>
            <a:rect b="b" l="l" r="r" t="t"/>
            <a:pathLst>
              <a:path extrusionOk="0" h="7336" w="10050">
                <a:moveTo>
                  <a:pt x="0" y="0"/>
                </a:moveTo>
                <a:lnTo>
                  <a:pt x="0" y="6930"/>
                </a:lnTo>
                <a:cubicBezTo>
                  <a:pt x="0" y="7169"/>
                  <a:pt x="167" y="7335"/>
                  <a:pt x="405" y="7335"/>
                </a:cubicBezTo>
                <a:lnTo>
                  <a:pt x="9645" y="7335"/>
                </a:lnTo>
                <a:cubicBezTo>
                  <a:pt x="9883" y="7335"/>
                  <a:pt x="10050" y="7169"/>
                  <a:pt x="10050" y="6930"/>
                </a:cubicBezTo>
                <a:lnTo>
                  <a:pt x="10050"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97"/>
          <p:cNvSpPr/>
          <p:nvPr/>
        </p:nvSpPr>
        <p:spPr>
          <a:xfrm>
            <a:off x="7319144" y="3484705"/>
            <a:ext cx="83569" cy="40621"/>
          </a:xfrm>
          <a:custGeom>
            <a:rect b="b" l="l" r="r" t="t"/>
            <a:pathLst>
              <a:path extrusionOk="0" h="1239" w="2549">
                <a:moveTo>
                  <a:pt x="1" y="0"/>
                </a:moveTo>
                <a:lnTo>
                  <a:pt x="1" y="1238"/>
                </a:lnTo>
                <a:lnTo>
                  <a:pt x="2549" y="1238"/>
                </a:lnTo>
                <a:lnTo>
                  <a:pt x="2549" y="429"/>
                </a:lnTo>
                <a:cubicBezTo>
                  <a:pt x="2549" y="191"/>
                  <a:pt x="2382" y="0"/>
                  <a:pt x="21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97"/>
          <p:cNvSpPr/>
          <p:nvPr/>
        </p:nvSpPr>
        <p:spPr>
          <a:xfrm>
            <a:off x="7073978" y="3484705"/>
            <a:ext cx="245199" cy="40621"/>
          </a:xfrm>
          <a:custGeom>
            <a:rect b="b" l="l" r="r" t="t"/>
            <a:pathLst>
              <a:path extrusionOk="0" h="1239" w="7479">
                <a:moveTo>
                  <a:pt x="429" y="0"/>
                </a:moveTo>
                <a:cubicBezTo>
                  <a:pt x="191" y="0"/>
                  <a:pt x="1" y="191"/>
                  <a:pt x="1" y="429"/>
                </a:cubicBezTo>
                <a:lnTo>
                  <a:pt x="1" y="1238"/>
                </a:lnTo>
                <a:lnTo>
                  <a:pt x="7479" y="1238"/>
                </a:lnTo>
                <a:lnTo>
                  <a:pt x="7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97"/>
          <p:cNvSpPr/>
          <p:nvPr/>
        </p:nvSpPr>
        <p:spPr>
          <a:xfrm>
            <a:off x="7218428" y="3686137"/>
            <a:ext cx="39867" cy="39834"/>
          </a:xfrm>
          <a:custGeom>
            <a:rect b="b" l="l" r="r" t="t"/>
            <a:pathLst>
              <a:path extrusionOk="0" h="1215" w="1216">
                <a:moveTo>
                  <a:pt x="1" y="0"/>
                </a:moveTo>
                <a:lnTo>
                  <a:pt x="1" y="1215"/>
                </a:lnTo>
                <a:lnTo>
                  <a:pt x="1215" y="1215"/>
                </a:lnTo>
                <a:lnTo>
                  <a:pt x="121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97"/>
          <p:cNvSpPr/>
          <p:nvPr/>
        </p:nvSpPr>
        <p:spPr>
          <a:xfrm>
            <a:off x="7178594" y="3565881"/>
            <a:ext cx="39867" cy="160089"/>
          </a:xfrm>
          <a:custGeom>
            <a:rect b="b" l="l" r="r" t="t"/>
            <a:pathLst>
              <a:path extrusionOk="0" h="4883" w="1216">
                <a:moveTo>
                  <a:pt x="1" y="1"/>
                </a:moveTo>
                <a:lnTo>
                  <a:pt x="1" y="4883"/>
                </a:lnTo>
                <a:lnTo>
                  <a:pt x="1216" y="4883"/>
                </a:lnTo>
                <a:lnTo>
                  <a:pt x="121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97"/>
          <p:cNvSpPr/>
          <p:nvPr/>
        </p:nvSpPr>
        <p:spPr>
          <a:xfrm>
            <a:off x="7138793" y="3625222"/>
            <a:ext cx="39834" cy="100748"/>
          </a:xfrm>
          <a:custGeom>
            <a:rect b="b" l="l" r="r" t="t"/>
            <a:pathLst>
              <a:path extrusionOk="0" h="3073" w="1215">
                <a:moveTo>
                  <a:pt x="0" y="1"/>
                </a:moveTo>
                <a:lnTo>
                  <a:pt x="0" y="3073"/>
                </a:lnTo>
                <a:lnTo>
                  <a:pt x="1215" y="3073"/>
                </a:lnTo>
                <a:lnTo>
                  <a:pt x="12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97"/>
          <p:cNvSpPr/>
          <p:nvPr/>
        </p:nvSpPr>
        <p:spPr>
          <a:xfrm>
            <a:off x="7252000" y="3558078"/>
            <a:ext cx="13311" cy="14098"/>
          </a:xfrm>
          <a:custGeom>
            <a:rect b="b" l="l" r="r" t="t"/>
            <a:pathLst>
              <a:path extrusionOk="0" h="430" w="406">
                <a:moveTo>
                  <a:pt x="191" y="1"/>
                </a:moveTo>
                <a:cubicBezTo>
                  <a:pt x="72" y="1"/>
                  <a:pt x="1" y="96"/>
                  <a:pt x="1" y="215"/>
                </a:cubicBezTo>
                <a:cubicBezTo>
                  <a:pt x="1" y="334"/>
                  <a:pt x="72" y="429"/>
                  <a:pt x="191" y="429"/>
                </a:cubicBezTo>
                <a:cubicBezTo>
                  <a:pt x="310" y="429"/>
                  <a:pt x="405" y="334"/>
                  <a:pt x="405" y="215"/>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97"/>
          <p:cNvSpPr/>
          <p:nvPr/>
        </p:nvSpPr>
        <p:spPr>
          <a:xfrm>
            <a:off x="7252000" y="3597912"/>
            <a:ext cx="13311" cy="14065"/>
          </a:xfrm>
          <a:custGeom>
            <a:rect b="b" l="l" r="r" t="t"/>
            <a:pathLst>
              <a:path extrusionOk="0" h="429" w="406">
                <a:moveTo>
                  <a:pt x="191" y="0"/>
                </a:moveTo>
                <a:cubicBezTo>
                  <a:pt x="72" y="0"/>
                  <a:pt x="1" y="95"/>
                  <a:pt x="1" y="215"/>
                </a:cubicBezTo>
                <a:cubicBezTo>
                  <a:pt x="1" y="334"/>
                  <a:pt x="72" y="429"/>
                  <a:pt x="191" y="429"/>
                </a:cubicBezTo>
                <a:cubicBezTo>
                  <a:pt x="310" y="429"/>
                  <a:pt x="405" y="334"/>
                  <a:pt x="405" y="215"/>
                </a:cubicBezTo>
                <a:cubicBezTo>
                  <a:pt x="405" y="95"/>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97"/>
          <p:cNvSpPr/>
          <p:nvPr/>
        </p:nvSpPr>
        <p:spPr>
          <a:xfrm>
            <a:off x="7252000" y="3637713"/>
            <a:ext cx="13311" cy="14098"/>
          </a:xfrm>
          <a:custGeom>
            <a:rect b="b" l="l" r="r" t="t"/>
            <a:pathLst>
              <a:path extrusionOk="0" h="430" w="406">
                <a:moveTo>
                  <a:pt x="191" y="1"/>
                </a:moveTo>
                <a:cubicBezTo>
                  <a:pt x="72" y="1"/>
                  <a:pt x="1" y="96"/>
                  <a:pt x="1" y="215"/>
                </a:cubicBezTo>
                <a:cubicBezTo>
                  <a:pt x="1" y="334"/>
                  <a:pt x="72" y="429"/>
                  <a:pt x="191" y="429"/>
                </a:cubicBezTo>
                <a:cubicBezTo>
                  <a:pt x="310" y="429"/>
                  <a:pt x="405" y="334"/>
                  <a:pt x="405" y="215"/>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97"/>
          <p:cNvSpPr/>
          <p:nvPr/>
        </p:nvSpPr>
        <p:spPr>
          <a:xfrm>
            <a:off x="7110697" y="3558078"/>
            <a:ext cx="176482" cy="174941"/>
          </a:xfrm>
          <a:custGeom>
            <a:rect b="b" l="l" r="r" t="t"/>
            <a:pathLst>
              <a:path extrusionOk="0" h="5336" w="5383">
                <a:moveTo>
                  <a:pt x="4311" y="4073"/>
                </a:moveTo>
                <a:lnTo>
                  <a:pt x="4311" y="4883"/>
                </a:lnTo>
                <a:lnTo>
                  <a:pt x="3501" y="4883"/>
                </a:lnTo>
                <a:lnTo>
                  <a:pt x="3501" y="4073"/>
                </a:lnTo>
                <a:close/>
                <a:moveTo>
                  <a:pt x="1858" y="2263"/>
                </a:moveTo>
                <a:lnTo>
                  <a:pt x="1858" y="4906"/>
                </a:lnTo>
                <a:lnTo>
                  <a:pt x="1048" y="4906"/>
                </a:lnTo>
                <a:lnTo>
                  <a:pt x="1048" y="2263"/>
                </a:lnTo>
                <a:close/>
                <a:moveTo>
                  <a:pt x="3072" y="429"/>
                </a:moveTo>
                <a:lnTo>
                  <a:pt x="3072" y="4906"/>
                </a:lnTo>
                <a:lnTo>
                  <a:pt x="2286" y="4906"/>
                </a:lnTo>
                <a:lnTo>
                  <a:pt x="2286" y="429"/>
                </a:lnTo>
                <a:close/>
                <a:moveTo>
                  <a:pt x="2072" y="1"/>
                </a:moveTo>
                <a:cubicBezTo>
                  <a:pt x="1953" y="1"/>
                  <a:pt x="1858" y="96"/>
                  <a:pt x="1858" y="215"/>
                </a:cubicBezTo>
                <a:lnTo>
                  <a:pt x="1858" y="1858"/>
                </a:lnTo>
                <a:lnTo>
                  <a:pt x="857" y="1858"/>
                </a:lnTo>
                <a:cubicBezTo>
                  <a:pt x="738" y="1858"/>
                  <a:pt x="643" y="1930"/>
                  <a:pt x="643" y="2049"/>
                </a:cubicBezTo>
                <a:lnTo>
                  <a:pt x="643" y="4906"/>
                </a:lnTo>
                <a:lnTo>
                  <a:pt x="262" y="4906"/>
                </a:lnTo>
                <a:cubicBezTo>
                  <a:pt x="167" y="4906"/>
                  <a:pt x="48" y="4978"/>
                  <a:pt x="48" y="5097"/>
                </a:cubicBezTo>
                <a:cubicBezTo>
                  <a:pt x="0" y="5216"/>
                  <a:pt x="119" y="5335"/>
                  <a:pt x="262" y="5335"/>
                </a:cubicBezTo>
                <a:lnTo>
                  <a:pt x="5120" y="5335"/>
                </a:lnTo>
                <a:cubicBezTo>
                  <a:pt x="5215" y="5335"/>
                  <a:pt x="5335" y="5264"/>
                  <a:pt x="5335" y="5145"/>
                </a:cubicBezTo>
                <a:cubicBezTo>
                  <a:pt x="5382" y="5025"/>
                  <a:pt x="5263" y="4906"/>
                  <a:pt x="5120" y="4906"/>
                </a:cubicBezTo>
                <a:lnTo>
                  <a:pt x="4715" y="4906"/>
                </a:lnTo>
                <a:lnTo>
                  <a:pt x="4715" y="3906"/>
                </a:lnTo>
                <a:cubicBezTo>
                  <a:pt x="4715" y="3787"/>
                  <a:pt x="4620" y="3692"/>
                  <a:pt x="4501" y="3692"/>
                </a:cubicBezTo>
                <a:lnTo>
                  <a:pt x="3501" y="3692"/>
                </a:lnTo>
                <a:lnTo>
                  <a:pt x="3501" y="239"/>
                </a:lnTo>
                <a:cubicBezTo>
                  <a:pt x="3501" y="96"/>
                  <a:pt x="3406" y="1"/>
                  <a:pt x="3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97"/>
          <p:cNvSpPr/>
          <p:nvPr/>
        </p:nvSpPr>
        <p:spPr>
          <a:xfrm>
            <a:off x="7291834" y="3558078"/>
            <a:ext cx="78094" cy="14098"/>
          </a:xfrm>
          <a:custGeom>
            <a:rect b="b" l="l" r="r" t="t"/>
            <a:pathLst>
              <a:path extrusionOk="0" h="430" w="2382">
                <a:moveTo>
                  <a:pt x="214" y="1"/>
                </a:moveTo>
                <a:cubicBezTo>
                  <a:pt x="95" y="1"/>
                  <a:pt x="0" y="96"/>
                  <a:pt x="0" y="215"/>
                </a:cubicBezTo>
                <a:cubicBezTo>
                  <a:pt x="0" y="334"/>
                  <a:pt x="95" y="429"/>
                  <a:pt x="214" y="429"/>
                </a:cubicBezTo>
                <a:lnTo>
                  <a:pt x="2167" y="429"/>
                </a:lnTo>
                <a:cubicBezTo>
                  <a:pt x="2286" y="429"/>
                  <a:pt x="2382" y="334"/>
                  <a:pt x="2382" y="215"/>
                </a:cubicBezTo>
                <a:cubicBezTo>
                  <a:pt x="2382" y="96"/>
                  <a:pt x="2286"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97"/>
          <p:cNvSpPr/>
          <p:nvPr/>
        </p:nvSpPr>
        <p:spPr>
          <a:xfrm>
            <a:off x="7291834" y="3597912"/>
            <a:ext cx="78094" cy="14065"/>
          </a:xfrm>
          <a:custGeom>
            <a:rect b="b" l="l" r="r" t="t"/>
            <a:pathLst>
              <a:path extrusionOk="0" h="429" w="2382">
                <a:moveTo>
                  <a:pt x="214" y="0"/>
                </a:moveTo>
                <a:cubicBezTo>
                  <a:pt x="95" y="0"/>
                  <a:pt x="0" y="95"/>
                  <a:pt x="0" y="215"/>
                </a:cubicBezTo>
                <a:cubicBezTo>
                  <a:pt x="0" y="334"/>
                  <a:pt x="95" y="429"/>
                  <a:pt x="214" y="429"/>
                </a:cubicBezTo>
                <a:lnTo>
                  <a:pt x="2167" y="429"/>
                </a:lnTo>
                <a:cubicBezTo>
                  <a:pt x="2286" y="429"/>
                  <a:pt x="2382" y="334"/>
                  <a:pt x="2382" y="215"/>
                </a:cubicBezTo>
                <a:cubicBezTo>
                  <a:pt x="2382" y="95"/>
                  <a:pt x="2286"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97"/>
          <p:cNvSpPr/>
          <p:nvPr/>
        </p:nvSpPr>
        <p:spPr>
          <a:xfrm>
            <a:off x="7291834" y="3638500"/>
            <a:ext cx="78094" cy="13311"/>
          </a:xfrm>
          <a:custGeom>
            <a:rect b="b" l="l" r="r" t="t"/>
            <a:pathLst>
              <a:path extrusionOk="0" h="406" w="2382">
                <a:moveTo>
                  <a:pt x="214" y="1"/>
                </a:moveTo>
                <a:cubicBezTo>
                  <a:pt x="95" y="1"/>
                  <a:pt x="0" y="72"/>
                  <a:pt x="0" y="191"/>
                </a:cubicBezTo>
                <a:cubicBezTo>
                  <a:pt x="0" y="310"/>
                  <a:pt x="95" y="405"/>
                  <a:pt x="214" y="405"/>
                </a:cubicBezTo>
                <a:lnTo>
                  <a:pt x="2167" y="405"/>
                </a:lnTo>
                <a:cubicBezTo>
                  <a:pt x="2286" y="405"/>
                  <a:pt x="2382" y="310"/>
                  <a:pt x="2382" y="191"/>
                </a:cubicBezTo>
                <a:cubicBezTo>
                  <a:pt x="2382" y="72"/>
                  <a:pt x="2286"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97"/>
          <p:cNvSpPr/>
          <p:nvPr/>
        </p:nvSpPr>
        <p:spPr>
          <a:xfrm>
            <a:off x="7230919" y="3758723"/>
            <a:ext cx="14098" cy="14098"/>
          </a:xfrm>
          <a:custGeom>
            <a:rect b="b" l="l" r="r" t="t"/>
            <a:pathLst>
              <a:path extrusionOk="0" h="430" w="430">
                <a:moveTo>
                  <a:pt x="215" y="1"/>
                </a:moveTo>
                <a:cubicBezTo>
                  <a:pt x="96" y="1"/>
                  <a:pt x="1" y="96"/>
                  <a:pt x="1" y="215"/>
                </a:cubicBezTo>
                <a:cubicBezTo>
                  <a:pt x="1" y="334"/>
                  <a:pt x="96" y="430"/>
                  <a:pt x="215" y="430"/>
                </a:cubicBezTo>
                <a:cubicBezTo>
                  <a:pt x="334" y="430"/>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97"/>
          <p:cNvSpPr/>
          <p:nvPr/>
        </p:nvSpPr>
        <p:spPr>
          <a:xfrm>
            <a:off x="7066175" y="3478444"/>
            <a:ext cx="343587" cy="294377"/>
          </a:xfrm>
          <a:custGeom>
            <a:rect b="b" l="l" r="r" t="t"/>
            <a:pathLst>
              <a:path extrusionOk="0" h="8979" w="10480">
                <a:moveTo>
                  <a:pt x="7502" y="405"/>
                </a:moveTo>
                <a:lnTo>
                  <a:pt x="7502" y="1215"/>
                </a:lnTo>
                <a:lnTo>
                  <a:pt x="453" y="1215"/>
                </a:lnTo>
                <a:lnTo>
                  <a:pt x="453" y="572"/>
                </a:lnTo>
                <a:cubicBezTo>
                  <a:pt x="453" y="501"/>
                  <a:pt x="548" y="405"/>
                  <a:pt x="667" y="405"/>
                </a:cubicBezTo>
                <a:close/>
                <a:moveTo>
                  <a:pt x="9884" y="405"/>
                </a:moveTo>
                <a:cubicBezTo>
                  <a:pt x="10003" y="405"/>
                  <a:pt x="10098" y="501"/>
                  <a:pt x="10098" y="620"/>
                </a:cubicBezTo>
                <a:lnTo>
                  <a:pt x="10098" y="1239"/>
                </a:lnTo>
                <a:lnTo>
                  <a:pt x="7931" y="1239"/>
                </a:lnTo>
                <a:lnTo>
                  <a:pt x="7931" y="1215"/>
                </a:lnTo>
                <a:lnTo>
                  <a:pt x="7931" y="405"/>
                </a:lnTo>
                <a:close/>
                <a:moveTo>
                  <a:pt x="620" y="1"/>
                </a:moveTo>
                <a:cubicBezTo>
                  <a:pt x="310" y="1"/>
                  <a:pt x="1" y="263"/>
                  <a:pt x="1" y="620"/>
                </a:cubicBezTo>
                <a:lnTo>
                  <a:pt x="1" y="8764"/>
                </a:lnTo>
                <a:cubicBezTo>
                  <a:pt x="1" y="8883"/>
                  <a:pt x="96" y="8979"/>
                  <a:pt x="215" y="8979"/>
                </a:cubicBezTo>
                <a:lnTo>
                  <a:pt x="4383" y="8979"/>
                </a:lnTo>
                <a:cubicBezTo>
                  <a:pt x="4406" y="8979"/>
                  <a:pt x="4406" y="8979"/>
                  <a:pt x="4430" y="8955"/>
                </a:cubicBezTo>
                <a:cubicBezTo>
                  <a:pt x="4621" y="8764"/>
                  <a:pt x="4502" y="8574"/>
                  <a:pt x="4311" y="8574"/>
                </a:cubicBezTo>
                <a:lnTo>
                  <a:pt x="667" y="8574"/>
                </a:lnTo>
                <a:cubicBezTo>
                  <a:pt x="548" y="8574"/>
                  <a:pt x="453" y="8478"/>
                  <a:pt x="453" y="8359"/>
                </a:cubicBezTo>
                <a:lnTo>
                  <a:pt x="453" y="1620"/>
                </a:lnTo>
                <a:lnTo>
                  <a:pt x="10050" y="1620"/>
                </a:lnTo>
                <a:lnTo>
                  <a:pt x="10050" y="8359"/>
                </a:lnTo>
                <a:cubicBezTo>
                  <a:pt x="10050" y="8478"/>
                  <a:pt x="9979" y="8574"/>
                  <a:pt x="9860" y="8574"/>
                </a:cubicBezTo>
                <a:lnTo>
                  <a:pt x="6169" y="8574"/>
                </a:lnTo>
                <a:cubicBezTo>
                  <a:pt x="6073" y="8574"/>
                  <a:pt x="5954" y="8621"/>
                  <a:pt x="5954" y="8740"/>
                </a:cubicBezTo>
                <a:cubicBezTo>
                  <a:pt x="5930" y="8860"/>
                  <a:pt x="6050" y="8979"/>
                  <a:pt x="6169" y="8979"/>
                </a:cubicBezTo>
                <a:lnTo>
                  <a:pt x="9860" y="8979"/>
                </a:lnTo>
                <a:cubicBezTo>
                  <a:pt x="10169" y="8979"/>
                  <a:pt x="10479" y="8717"/>
                  <a:pt x="10479" y="8359"/>
                </a:cubicBezTo>
                <a:lnTo>
                  <a:pt x="10479" y="620"/>
                </a:lnTo>
                <a:cubicBezTo>
                  <a:pt x="10479" y="263"/>
                  <a:pt x="10217" y="1"/>
                  <a:pt x="98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44" name="Google Shape;21944;p97"/>
          <p:cNvGrpSpPr/>
          <p:nvPr/>
        </p:nvGrpSpPr>
        <p:grpSpPr>
          <a:xfrm>
            <a:off x="6358019" y="3453658"/>
            <a:ext cx="253789" cy="342603"/>
            <a:chOff x="6350155" y="3606058"/>
            <a:chExt cx="253789" cy="342603"/>
          </a:xfrm>
        </p:grpSpPr>
        <p:sp>
          <p:nvSpPr>
            <p:cNvPr id="21945" name="Google Shape;21945;p97"/>
            <p:cNvSpPr/>
            <p:nvPr/>
          </p:nvSpPr>
          <p:spPr>
            <a:xfrm>
              <a:off x="6355630" y="3702675"/>
              <a:ext cx="242084" cy="238937"/>
            </a:xfrm>
            <a:custGeom>
              <a:rect b="b" l="l" r="r" t="t"/>
              <a:pathLst>
                <a:path extrusionOk="0" h="7288" w="7384">
                  <a:moveTo>
                    <a:pt x="3120" y="1"/>
                  </a:moveTo>
                  <a:cubicBezTo>
                    <a:pt x="1334" y="262"/>
                    <a:pt x="1" y="1810"/>
                    <a:pt x="24" y="3692"/>
                  </a:cubicBezTo>
                  <a:cubicBezTo>
                    <a:pt x="72" y="5692"/>
                    <a:pt x="1691" y="7288"/>
                    <a:pt x="3692" y="7288"/>
                  </a:cubicBezTo>
                  <a:cubicBezTo>
                    <a:pt x="5716" y="7288"/>
                    <a:pt x="7383" y="5668"/>
                    <a:pt x="7383" y="3644"/>
                  </a:cubicBezTo>
                  <a:cubicBezTo>
                    <a:pt x="7359" y="1787"/>
                    <a:pt x="6026" y="262"/>
                    <a:pt x="426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97"/>
            <p:cNvSpPr/>
            <p:nvPr/>
          </p:nvSpPr>
          <p:spPr>
            <a:xfrm>
              <a:off x="6397005" y="3741722"/>
              <a:ext cx="160089" cy="160089"/>
            </a:xfrm>
            <a:custGeom>
              <a:rect b="b" l="l" r="r" t="t"/>
              <a:pathLst>
                <a:path extrusionOk="0" h="4883" w="4883">
                  <a:moveTo>
                    <a:pt x="2430" y="0"/>
                  </a:moveTo>
                  <a:cubicBezTo>
                    <a:pt x="1096" y="0"/>
                    <a:pt x="1" y="1096"/>
                    <a:pt x="1" y="2453"/>
                  </a:cubicBezTo>
                  <a:cubicBezTo>
                    <a:pt x="1" y="3787"/>
                    <a:pt x="1096" y="4882"/>
                    <a:pt x="2430" y="4882"/>
                  </a:cubicBezTo>
                  <a:cubicBezTo>
                    <a:pt x="3764" y="4882"/>
                    <a:pt x="4883" y="3787"/>
                    <a:pt x="4883" y="2453"/>
                  </a:cubicBezTo>
                  <a:cubicBezTo>
                    <a:pt x="4883" y="1096"/>
                    <a:pt x="3764" y="0"/>
                    <a:pt x="243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97"/>
            <p:cNvSpPr/>
            <p:nvPr/>
          </p:nvSpPr>
          <p:spPr>
            <a:xfrm>
              <a:off x="6436839" y="3612877"/>
              <a:ext cx="79668" cy="108584"/>
            </a:xfrm>
            <a:custGeom>
              <a:rect b="b" l="l" r="r" t="t"/>
              <a:pathLst>
                <a:path extrusionOk="0" h="3312" w="2430">
                  <a:moveTo>
                    <a:pt x="0" y="1"/>
                  </a:moveTo>
                  <a:lnTo>
                    <a:pt x="0" y="2097"/>
                  </a:lnTo>
                  <a:lnTo>
                    <a:pt x="1215" y="3311"/>
                  </a:lnTo>
                  <a:lnTo>
                    <a:pt x="2429" y="2097"/>
                  </a:lnTo>
                  <a:lnTo>
                    <a:pt x="2429" y="1"/>
                  </a:lnTo>
                  <a:lnTo>
                    <a:pt x="1215" y="620"/>
                  </a:lnTo>
                  <a:lnTo>
                    <a:pt x="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97"/>
            <p:cNvSpPr/>
            <p:nvPr/>
          </p:nvSpPr>
          <p:spPr>
            <a:xfrm>
              <a:off x="6436839" y="3781523"/>
              <a:ext cx="79668" cy="80454"/>
            </a:xfrm>
            <a:custGeom>
              <a:rect b="b" l="l" r="r" t="t"/>
              <a:pathLst>
                <a:path extrusionOk="0" h="2454" w="2430">
                  <a:moveTo>
                    <a:pt x="1215" y="1"/>
                  </a:moveTo>
                  <a:cubicBezTo>
                    <a:pt x="524" y="1"/>
                    <a:pt x="0" y="548"/>
                    <a:pt x="0" y="1239"/>
                  </a:cubicBezTo>
                  <a:cubicBezTo>
                    <a:pt x="0" y="1906"/>
                    <a:pt x="524" y="2454"/>
                    <a:pt x="1215" y="2454"/>
                  </a:cubicBezTo>
                  <a:cubicBezTo>
                    <a:pt x="1906" y="2454"/>
                    <a:pt x="2429" y="1906"/>
                    <a:pt x="2429" y="1239"/>
                  </a:cubicBezTo>
                  <a:cubicBezTo>
                    <a:pt x="2429" y="548"/>
                    <a:pt x="1906"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97"/>
            <p:cNvSpPr/>
            <p:nvPr/>
          </p:nvSpPr>
          <p:spPr>
            <a:xfrm>
              <a:off x="6469624" y="3935351"/>
              <a:ext cx="14098" cy="13311"/>
            </a:xfrm>
            <a:custGeom>
              <a:rect b="b" l="l" r="r" t="t"/>
              <a:pathLst>
                <a:path extrusionOk="0" h="406" w="430">
                  <a:moveTo>
                    <a:pt x="215" y="0"/>
                  </a:moveTo>
                  <a:cubicBezTo>
                    <a:pt x="96" y="0"/>
                    <a:pt x="1" y="72"/>
                    <a:pt x="1" y="191"/>
                  </a:cubicBezTo>
                  <a:cubicBezTo>
                    <a:pt x="1" y="310"/>
                    <a:pt x="96" y="405"/>
                    <a:pt x="215" y="405"/>
                  </a:cubicBezTo>
                  <a:cubicBezTo>
                    <a:pt x="334" y="405"/>
                    <a:pt x="429" y="310"/>
                    <a:pt x="429" y="191"/>
                  </a:cubicBezTo>
                  <a:cubicBezTo>
                    <a:pt x="429" y="72"/>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97"/>
            <p:cNvSpPr/>
            <p:nvPr/>
          </p:nvSpPr>
          <p:spPr>
            <a:xfrm>
              <a:off x="6350155" y="3606058"/>
              <a:ext cx="253789" cy="338866"/>
            </a:xfrm>
            <a:custGeom>
              <a:rect b="b" l="l" r="r" t="t"/>
              <a:pathLst>
                <a:path extrusionOk="0" h="10336" w="7741">
                  <a:moveTo>
                    <a:pt x="4883" y="542"/>
                  </a:moveTo>
                  <a:lnTo>
                    <a:pt x="4883" y="2209"/>
                  </a:lnTo>
                  <a:lnTo>
                    <a:pt x="3859" y="3209"/>
                  </a:lnTo>
                  <a:lnTo>
                    <a:pt x="2859" y="2209"/>
                  </a:lnTo>
                  <a:lnTo>
                    <a:pt x="2859" y="542"/>
                  </a:lnTo>
                  <a:lnTo>
                    <a:pt x="3645" y="947"/>
                  </a:lnTo>
                  <a:lnTo>
                    <a:pt x="3645" y="1423"/>
                  </a:lnTo>
                  <a:cubicBezTo>
                    <a:pt x="3645" y="1519"/>
                    <a:pt x="3716" y="1638"/>
                    <a:pt x="3835" y="1638"/>
                  </a:cubicBezTo>
                  <a:cubicBezTo>
                    <a:pt x="3845" y="1640"/>
                    <a:pt x="3856" y="1641"/>
                    <a:pt x="3866" y="1641"/>
                  </a:cubicBezTo>
                  <a:cubicBezTo>
                    <a:pt x="3974" y="1641"/>
                    <a:pt x="4073" y="1532"/>
                    <a:pt x="4073" y="1423"/>
                  </a:cubicBezTo>
                  <a:lnTo>
                    <a:pt x="4073" y="947"/>
                  </a:lnTo>
                  <a:lnTo>
                    <a:pt x="4883" y="542"/>
                  </a:lnTo>
                  <a:close/>
                  <a:moveTo>
                    <a:pt x="4073" y="5591"/>
                  </a:moveTo>
                  <a:cubicBezTo>
                    <a:pt x="4550" y="5686"/>
                    <a:pt x="4907" y="6139"/>
                    <a:pt x="4883" y="6663"/>
                  </a:cubicBezTo>
                  <a:cubicBezTo>
                    <a:pt x="4835" y="7186"/>
                    <a:pt x="4430" y="7591"/>
                    <a:pt x="3930" y="7615"/>
                  </a:cubicBezTo>
                  <a:cubicBezTo>
                    <a:pt x="3890" y="7620"/>
                    <a:pt x="3851" y="7622"/>
                    <a:pt x="3812" y="7622"/>
                  </a:cubicBezTo>
                  <a:cubicBezTo>
                    <a:pt x="3267" y="7622"/>
                    <a:pt x="2811" y="7170"/>
                    <a:pt x="2811" y="6615"/>
                  </a:cubicBezTo>
                  <a:cubicBezTo>
                    <a:pt x="2811" y="6115"/>
                    <a:pt x="3168" y="5710"/>
                    <a:pt x="3621" y="5591"/>
                  </a:cubicBezTo>
                  <a:lnTo>
                    <a:pt x="3621" y="6615"/>
                  </a:lnTo>
                  <a:cubicBezTo>
                    <a:pt x="3621" y="6734"/>
                    <a:pt x="3740" y="6829"/>
                    <a:pt x="3859" y="6829"/>
                  </a:cubicBezTo>
                  <a:cubicBezTo>
                    <a:pt x="3978" y="6758"/>
                    <a:pt x="4073" y="6663"/>
                    <a:pt x="4073" y="6591"/>
                  </a:cubicBezTo>
                  <a:lnTo>
                    <a:pt x="4073" y="5591"/>
                  </a:lnTo>
                  <a:close/>
                  <a:moveTo>
                    <a:pt x="4073" y="4353"/>
                  </a:moveTo>
                  <a:cubicBezTo>
                    <a:pt x="5193" y="4472"/>
                    <a:pt x="6097" y="5424"/>
                    <a:pt x="6097" y="6591"/>
                  </a:cubicBezTo>
                  <a:cubicBezTo>
                    <a:pt x="6097" y="7802"/>
                    <a:pt x="5119" y="8807"/>
                    <a:pt x="3918" y="8807"/>
                  </a:cubicBezTo>
                  <a:cubicBezTo>
                    <a:pt x="3891" y="8807"/>
                    <a:pt x="3863" y="8807"/>
                    <a:pt x="3835" y="8806"/>
                  </a:cubicBezTo>
                  <a:cubicBezTo>
                    <a:pt x="2644" y="8782"/>
                    <a:pt x="1668" y="7806"/>
                    <a:pt x="1620" y="6615"/>
                  </a:cubicBezTo>
                  <a:cubicBezTo>
                    <a:pt x="1597" y="5424"/>
                    <a:pt x="2525" y="4448"/>
                    <a:pt x="3645" y="4353"/>
                  </a:cubicBezTo>
                  <a:lnTo>
                    <a:pt x="3645" y="5186"/>
                  </a:lnTo>
                  <a:cubicBezTo>
                    <a:pt x="2930" y="5281"/>
                    <a:pt x="2406" y="5924"/>
                    <a:pt x="2430" y="6663"/>
                  </a:cubicBezTo>
                  <a:cubicBezTo>
                    <a:pt x="2454" y="7377"/>
                    <a:pt x="3049" y="7972"/>
                    <a:pt x="3764" y="8020"/>
                  </a:cubicBezTo>
                  <a:cubicBezTo>
                    <a:pt x="3778" y="8020"/>
                    <a:pt x="3793" y="8021"/>
                    <a:pt x="3807" y="8021"/>
                  </a:cubicBezTo>
                  <a:cubicBezTo>
                    <a:pt x="4621" y="8021"/>
                    <a:pt x="5288" y="7363"/>
                    <a:pt x="5288" y="6591"/>
                  </a:cubicBezTo>
                  <a:cubicBezTo>
                    <a:pt x="5288" y="5877"/>
                    <a:pt x="4764" y="5281"/>
                    <a:pt x="4073" y="5186"/>
                  </a:cubicBezTo>
                  <a:lnTo>
                    <a:pt x="4073" y="4353"/>
                  </a:lnTo>
                  <a:close/>
                  <a:moveTo>
                    <a:pt x="5098" y="1"/>
                  </a:moveTo>
                  <a:cubicBezTo>
                    <a:pt x="5057" y="1"/>
                    <a:pt x="5016" y="14"/>
                    <a:pt x="4978" y="42"/>
                  </a:cubicBezTo>
                  <a:lnTo>
                    <a:pt x="4073" y="518"/>
                  </a:lnTo>
                  <a:lnTo>
                    <a:pt x="4073" y="233"/>
                  </a:lnTo>
                  <a:cubicBezTo>
                    <a:pt x="4073" y="161"/>
                    <a:pt x="4002" y="42"/>
                    <a:pt x="3883" y="42"/>
                  </a:cubicBezTo>
                  <a:cubicBezTo>
                    <a:pt x="3864" y="35"/>
                    <a:pt x="3846" y="31"/>
                    <a:pt x="3828" y="31"/>
                  </a:cubicBezTo>
                  <a:cubicBezTo>
                    <a:pt x="3730" y="31"/>
                    <a:pt x="3645" y="132"/>
                    <a:pt x="3645" y="233"/>
                  </a:cubicBezTo>
                  <a:lnTo>
                    <a:pt x="3645" y="518"/>
                  </a:lnTo>
                  <a:lnTo>
                    <a:pt x="2716" y="42"/>
                  </a:lnTo>
                  <a:cubicBezTo>
                    <a:pt x="2686" y="22"/>
                    <a:pt x="2653" y="11"/>
                    <a:pt x="2618" y="11"/>
                  </a:cubicBezTo>
                  <a:cubicBezTo>
                    <a:pt x="2570" y="11"/>
                    <a:pt x="2520" y="34"/>
                    <a:pt x="2478" y="90"/>
                  </a:cubicBezTo>
                  <a:cubicBezTo>
                    <a:pt x="2454" y="114"/>
                    <a:pt x="2430" y="185"/>
                    <a:pt x="2430" y="233"/>
                  </a:cubicBezTo>
                  <a:lnTo>
                    <a:pt x="2430" y="2328"/>
                  </a:lnTo>
                  <a:cubicBezTo>
                    <a:pt x="2430" y="2376"/>
                    <a:pt x="2454" y="2447"/>
                    <a:pt x="2478" y="2471"/>
                  </a:cubicBezTo>
                  <a:lnTo>
                    <a:pt x="2883" y="2852"/>
                  </a:lnTo>
                  <a:cubicBezTo>
                    <a:pt x="1192" y="3281"/>
                    <a:pt x="1" y="4829"/>
                    <a:pt x="1" y="6591"/>
                  </a:cubicBezTo>
                  <a:cubicBezTo>
                    <a:pt x="1" y="8425"/>
                    <a:pt x="1263" y="9925"/>
                    <a:pt x="2906" y="10330"/>
                  </a:cubicBezTo>
                  <a:cubicBezTo>
                    <a:pt x="2926" y="10334"/>
                    <a:pt x="2945" y="10336"/>
                    <a:pt x="2964" y="10336"/>
                  </a:cubicBezTo>
                  <a:cubicBezTo>
                    <a:pt x="3055" y="10336"/>
                    <a:pt x="3125" y="10286"/>
                    <a:pt x="3144" y="10187"/>
                  </a:cubicBezTo>
                  <a:cubicBezTo>
                    <a:pt x="3168" y="10068"/>
                    <a:pt x="3121" y="9973"/>
                    <a:pt x="3002" y="9949"/>
                  </a:cubicBezTo>
                  <a:cubicBezTo>
                    <a:pt x="1454" y="9568"/>
                    <a:pt x="382" y="8163"/>
                    <a:pt x="382" y="6591"/>
                  </a:cubicBezTo>
                  <a:cubicBezTo>
                    <a:pt x="382" y="4900"/>
                    <a:pt x="1597" y="3495"/>
                    <a:pt x="3216" y="3186"/>
                  </a:cubicBezTo>
                  <a:lnTo>
                    <a:pt x="3645" y="3638"/>
                  </a:lnTo>
                  <a:lnTo>
                    <a:pt x="3645" y="3972"/>
                  </a:lnTo>
                  <a:cubicBezTo>
                    <a:pt x="2263" y="4091"/>
                    <a:pt x="1144" y="5281"/>
                    <a:pt x="1215" y="6710"/>
                  </a:cubicBezTo>
                  <a:cubicBezTo>
                    <a:pt x="1263" y="8091"/>
                    <a:pt x="2406" y="9211"/>
                    <a:pt x="3764" y="9258"/>
                  </a:cubicBezTo>
                  <a:cubicBezTo>
                    <a:pt x="3778" y="9259"/>
                    <a:pt x="3793" y="9259"/>
                    <a:pt x="3808" y="9259"/>
                  </a:cubicBezTo>
                  <a:cubicBezTo>
                    <a:pt x="5288" y="9259"/>
                    <a:pt x="6502" y="8077"/>
                    <a:pt x="6502" y="6615"/>
                  </a:cubicBezTo>
                  <a:cubicBezTo>
                    <a:pt x="6502" y="5210"/>
                    <a:pt x="5431" y="4091"/>
                    <a:pt x="4073" y="3972"/>
                  </a:cubicBezTo>
                  <a:lnTo>
                    <a:pt x="4073" y="3638"/>
                  </a:lnTo>
                  <a:lnTo>
                    <a:pt x="4526" y="3186"/>
                  </a:lnTo>
                  <a:cubicBezTo>
                    <a:pt x="6121" y="3495"/>
                    <a:pt x="7336" y="4948"/>
                    <a:pt x="7336" y="6591"/>
                  </a:cubicBezTo>
                  <a:cubicBezTo>
                    <a:pt x="7336" y="8163"/>
                    <a:pt x="6264" y="9568"/>
                    <a:pt x="4716" y="9949"/>
                  </a:cubicBezTo>
                  <a:cubicBezTo>
                    <a:pt x="4597" y="9973"/>
                    <a:pt x="4550" y="10092"/>
                    <a:pt x="4573" y="10187"/>
                  </a:cubicBezTo>
                  <a:cubicBezTo>
                    <a:pt x="4593" y="10286"/>
                    <a:pt x="4679" y="10336"/>
                    <a:pt x="4762" y="10336"/>
                  </a:cubicBezTo>
                  <a:cubicBezTo>
                    <a:pt x="4779" y="10336"/>
                    <a:pt x="4796" y="10334"/>
                    <a:pt x="4811" y="10330"/>
                  </a:cubicBezTo>
                  <a:cubicBezTo>
                    <a:pt x="6455" y="9925"/>
                    <a:pt x="7741" y="8425"/>
                    <a:pt x="7741" y="6591"/>
                  </a:cubicBezTo>
                  <a:cubicBezTo>
                    <a:pt x="7741" y="4829"/>
                    <a:pt x="6550" y="3281"/>
                    <a:pt x="4835" y="2828"/>
                  </a:cubicBezTo>
                  <a:lnTo>
                    <a:pt x="5216" y="2447"/>
                  </a:lnTo>
                  <a:cubicBezTo>
                    <a:pt x="5264" y="2424"/>
                    <a:pt x="5288" y="2352"/>
                    <a:pt x="5288" y="2305"/>
                  </a:cubicBezTo>
                  <a:lnTo>
                    <a:pt x="5288" y="209"/>
                  </a:lnTo>
                  <a:cubicBezTo>
                    <a:pt x="5288" y="185"/>
                    <a:pt x="5288" y="114"/>
                    <a:pt x="5264" y="90"/>
                  </a:cubicBezTo>
                  <a:cubicBezTo>
                    <a:pt x="5221" y="32"/>
                    <a:pt x="5160" y="1"/>
                    <a:pt x="50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1" name="Google Shape;21951;p97"/>
          <p:cNvGrpSpPr/>
          <p:nvPr/>
        </p:nvGrpSpPr>
        <p:grpSpPr>
          <a:xfrm>
            <a:off x="5551508" y="3478444"/>
            <a:ext cx="343554" cy="294377"/>
            <a:chOff x="5543644" y="3630844"/>
            <a:chExt cx="343554" cy="294377"/>
          </a:xfrm>
        </p:grpSpPr>
        <p:sp>
          <p:nvSpPr>
            <p:cNvPr id="21952" name="Google Shape;21952;p97"/>
            <p:cNvSpPr/>
            <p:nvPr/>
          </p:nvSpPr>
          <p:spPr>
            <a:xfrm>
              <a:off x="5550660" y="3677693"/>
              <a:ext cx="329522" cy="240511"/>
            </a:xfrm>
            <a:custGeom>
              <a:rect b="b" l="l" r="r" t="t"/>
              <a:pathLst>
                <a:path extrusionOk="0" h="7336" w="10051">
                  <a:moveTo>
                    <a:pt x="1" y="0"/>
                  </a:moveTo>
                  <a:lnTo>
                    <a:pt x="1" y="6930"/>
                  </a:lnTo>
                  <a:cubicBezTo>
                    <a:pt x="1" y="7169"/>
                    <a:pt x="168" y="7335"/>
                    <a:pt x="406" y="7335"/>
                  </a:cubicBezTo>
                  <a:lnTo>
                    <a:pt x="9646" y="7335"/>
                  </a:lnTo>
                  <a:cubicBezTo>
                    <a:pt x="9884" y="7335"/>
                    <a:pt x="10051" y="7169"/>
                    <a:pt x="10051" y="6930"/>
                  </a:cubicBezTo>
                  <a:lnTo>
                    <a:pt x="1005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97"/>
            <p:cNvSpPr/>
            <p:nvPr/>
          </p:nvSpPr>
          <p:spPr>
            <a:xfrm>
              <a:off x="5796613" y="3637105"/>
              <a:ext cx="83569" cy="40621"/>
            </a:xfrm>
            <a:custGeom>
              <a:rect b="b" l="l" r="r" t="t"/>
              <a:pathLst>
                <a:path extrusionOk="0" h="1239" w="2549">
                  <a:moveTo>
                    <a:pt x="0" y="0"/>
                  </a:moveTo>
                  <a:lnTo>
                    <a:pt x="0" y="1238"/>
                  </a:lnTo>
                  <a:lnTo>
                    <a:pt x="2549" y="1238"/>
                  </a:lnTo>
                  <a:lnTo>
                    <a:pt x="2549" y="429"/>
                  </a:lnTo>
                  <a:cubicBezTo>
                    <a:pt x="2549" y="191"/>
                    <a:pt x="2382" y="0"/>
                    <a:pt x="21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97"/>
            <p:cNvSpPr/>
            <p:nvPr/>
          </p:nvSpPr>
          <p:spPr>
            <a:xfrm>
              <a:off x="5735699" y="3818243"/>
              <a:ext cx="104683" cy="60128"/>
            </a:xfrm>
            <a:custGeom>
              <a:rect b="b" l="l" r="r" t="t"/>
              <a:pathLst>
                <a:path extrusionOk="0" h="1834" w="3193">
                  <a:moveTo>
                    <a:pt x="1" y="0"/>
                  </a:moveTo>
                  <a:lnTo>
                    <a:pt x="1" y="1834"/>
                  </a:lnTo>
                  <a:lnTo>
                    <a:pt x="3192" y="1834"/>
                  </a:lnTo>
                  <a:lnTo>
                    <a:pt x="3192"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97"/>
            <p:cNvSpPr/>
            <p:nvPr/>
          </p:nvSpPr>
          <p:spPr>
            <a:xfrm>
              <a:off x="5591281" y="3717494"/>
              <a:ext cx="249100" cy="60160"/>
            </a:xfrm>
            <a:custGeom>
              <a:rect b="b" l="l" r="r" t="t"/>
              <a:pathLst>
                <a:path extrusionOk="0" h="1835" w="7598">
                  <a:moveTo>
                    <a:pt x="0" y="1"/>
                  </a:moveTo>
                  <a:lnTo>
                    <a:pt x="0" y="1835"/>
                  </a:lnTo>
                  <a:lnTo>
                    <a:pt x="7597" y="1835"/>
                  </a:lnTo>
                  <a:lnTo>
                    <a:pt x="759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97"/>
            <p:cNvSpPr/>
            <p:nvPr/>
          </p:nvSpPr>
          <p:spPr>
            <a:xfrm>
              <a:off x="5550660" y="3637105"/>
              <a:ext cx="245199" cy="40621"/>
            </a:xfrm>
            <a:custGeom>
              <a:rect b="b" l="l" r="r" t="t"/>
              <a:pathLst>
                <a:path extrusionOk="0" h="1239" w="7479">
                  <a:moveTo>
                    <a:pt x="406" y="0"/>
                  </a:moveTo>
                  <a:cubicBezTo>
                    <a:pt x="168" y="0"/>
                    <a:pt x="1" y="191"/>
                    <a:pt x="1" y="429"/>
                  </a:cubicBezTo>
                  <a:lnTo>
                    <a:pt x="1" y="1238"/>
                  </a:lnTo>
                  <a:lnTo>
                    <a:pt x="7479" y="1238"/>
                  </a:lnTo>
                  <a:lnTo>
                    <a:pt x="7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97"/>
            <p:cNvSpPr/>
            <p:nvPr/>
          </p:nvSpPr>
          <p:spPr>
            <a:xfrm>
              <a:off x="5591281" y="3815882"/>
              <a:ext cx="104650" cy="60947"/>
            </a:xfrm>
            <a:custGeom>
              <a:rect b="b" l="l" r="r" t="t"/>
              <a:pathLst>
                <a:path extrusionOk="0" h="1859" w="3192">
                  <a:moveTo>
                    <a:pt x="0" y="1"/>
                  </a:moveTo>
                  <a:lnTo>
                    <a:pt x="0" y="1858"/>
                  </a:lnTo>
                  <a:lnTo>
                    <a:pt x="3191" y="1858"/>
                  </a:lnTo>
                  <a:lnTo>
                    <a:pt x="319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97"/>
            <p:cNvSpPr/>
            <p:nvPr/>
          </p:nvSpPr>
          <p:spPr>
            <a:xfrm>
              <a:off x="5584232" y="3710478"/>
              <a:ext cx="263165" cy="74225"/>
            </a:xfrm>
            <a:custGeom>
              <a:rect b="b" l="l" r="r" t="t"/>
              <a:pathLst>
                <a:path extrusionOk="0" h="2264" w="8027">
                  <a:moveTo>
                    <a:pt x="7598" y="429"/>
                  </a:moveTo>
                  <a:lnTo>
                    <a:pt x="7598" y="1858"/>
                  </a:lnTo>
                  <a:lnTo>
                    <a:pt x="430" y="1858"/>
                  </a:lnTo>
                  <a:lnTo>
                    <a:pt x="430" y="429"/>
                  </a:lnTo>
                  <a:close/>
                  <a:moveTo>
                    <a:pt x="215" y="1"/>
                  </a:moveTo>
                  <a:cubicBezTo>
                    <a:pt x="96" y="1"/>
                    <a:pt x="1" y="96"/>
                    <a:pt x="1" y="215"/>
                  </a:cubicBezTo>
                  <a:lnTo>
                    <a:pt x="1" y="2049"/>
                  </a:lnTo>
                  <a:cubicBezTo>
                    <a:pt x="1" y="2168"/>
                    <a:pt x="96" y="2263"/>
                    <a:pt x="215" y="2263"/>
                  </a:cubicBezTo>
                  <a:lnTo>
                    <a:pt x="7812" y="2263"/>
                  </a:lnTo>
                  <a:cubicBezTo>
                    <a:pt x="7931" y="2263"/>
                    <a:pt x="8026" y="2168"/>
                    <a:pt x="8026" y="2049"/>
                  </a:cubicBezTo>
                  <a:lnTo>
                    <a:pt x="8026" y="215"/>
                  </a:lnTo>
                  <a:cubicBezTo>
                    <a:pt x="8003" y="96"/>
                    <a:pt x="7907" y="1"/>
                    <a:pt x="78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97"/>
            <p:cNvSpPr/>
            <p:nvPr/>
          </p:nvSpPr>
          <p:spPr>
            <a:xfrm>
              <a:off x="5584232" y="3811194"/>
              <a:ext cx="118714" cy="73438"/>
            </a:xfrm>
            <a:custGeom>
              <a:rect b="b" l="l" r="r" t="t"/>
              <a:pathLst>
                <a:path extrusionOk="0" h="2240" w="3621">
                  <a:moveTo>
                    <a:pt x="3192" y="406"/>
                  </a:moveTo>
                  <a:lnTo>
                    <a:pt x="3192" y="1834"/>
                  </a:lnTo>
                  <a:lnTo>
                    <a:pt x="430" y="1834"/>
                  </a:lnTo>
                  <a:lnTo>
                    <a:pt x="430" y="406"/>
                  </a:lnTo>
                  <a:close/>
                  <a:moveTo>
                    <a:pt x="215" y="1"/>
                  </a:moveTo>
                  <a:cubicBezTo>
                    <a:pt x="96" y="1"/>
                    <a:pt x="1" y="96"/>
                    <a:pt x="1" y="215"/>
                  </a:cubicBezTo>
                  <a:lnTo>
                    <a:pt x="1" y="2049"/>
                  </a:lnTo>
                  <a:cubicBezTo>
                    <a:pt x="1" y="2144"/>
                    <a:pt x="96" y="2239"/>
                    <a:pt x="215" y="2239"/>
                  </a:cubicBezTo>
                  <a:lnTo>
                    <a:pt x="3406" y="2239"/>
                  </a:lnTo>
                  <a:cubicBezTo>
                    <a:pt x="3525" y="2239"/>
                    <a:pt x="3621" y="2144"/>
                    <a:pt x="3621" y="2025"/>
                  </a:cubicBezTo>
                  <a:lnTo>
                    <a:pt x="3621" y="215"/>
                  </a:lnTo>
                  <a:cubicBezTo>
                    <a:pt x="3621" y="96"/>
                    <a:pt x="3525" y="1"/>
                    <a:pt x="3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97"/>
            <p:cNvSpPr/>
            <p:nvPr/>
          </p:nvSpPr>
          <p:spPr>
            <a:xfrm>
              <a:off x="5728683" y="3811194"/>
              <a:ext cx="118714" cy="74225"/>
            </a:xfrm>
            <a:custGeom>
              <a:rect b="b" l="l" r="r" t="t"/>
              <a:pathLst>
                <a:path extrusionOk="0" h="2264" w="3621">
                  <a:moveTo>
                    <a:pt x="3192" y="406"/>
                  </a:moveTo>
                  <a:lnTo>
                    <a:pt x="3192" y="1834"/>
                  </a:lnTo>
                  <a:lnTo>
                    <a:pt x="429" y="1834"/>
                  </a:lnTo>
                  <a:lnTo>
                    <a:pt x="429" y="406"/>
                  </a:lnTo>
                  <a:close/>
                  <a:moveTo>
                    <a:pt x="215" y="1"/>
                  </a:moveTo>
                  <a:cubicBezTo>
                    <a:pt x="96" y="1"/>
                    <a:pt x="1" y="96"/>
                    <a:pt x="1" y="215"/>
                  </a:cubicBezTo>
                  <a:lnTo>
                    <a:pt x="1" y="2049"/>
                  </a:lnTo>
                  <a:cubicBezTo>
                    <a:pt x="1" y="2168"/>
                    <a:pt x="96" y="2263"/>
                    <a:pt x="215" y="2263"/>
                  </a:cubicBezTo>
                  <a:lnTo>
                    <a:pt x="3406" y="2263"/>
                  </a:lnTo>
                  <a:cubicBezTo>
                    <a:pt x="3525" y="2263"/>
                    <a:pt x="3620" y="2168"/>
                    <a:pt x="3620" y="2049"/>
                  </a:cubicBezTo>
                  <a:lnTo>
                    <a:pt x="3620" y="215"/>
                  </a:lnTo>
                  <a:cubicBezTo>
                    <a:pt x="3597" y="96"/>
                    <a:pt x="3501" y="1"/>
                    <a:pt x="3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97"/>
            <p:cNvSpPr/>
            <p:nvPr/>
          </p:nvSpPr>
          <p:spPr>
            <a:xfrm>
              <a:off x="5708389" y="3911123"/>
              <a:ext cx="14098" cy="14098"/>
            </a:xfrm>
            <a:custGeom>
              <a:rect b="b" l="l" r="r" t="t"/>
              <a:pathLst>
                <a:path extrusionOk="0" h="430" w="430">
                  <a:moveTo>
                    <a:pt x="215" y="1"/>
                  </a:moveTo>
                  <a:cubicBezTo>
                    <a:pt x="96" y="1"/>
                    <a:pt x="0" y="96"/>
                    <a:pt x="0" y="215"/>
                  </a:cubicBezTo>
                  <a:cubicBezTo>
                    <a:pt x="0" y="334"/>
                    <a:pt x="96" y="430"/>
                    <a:pt x="215" y="430"/>
                  </a:cubicBezTo>
                  <a:cubicBezTo>
                    <a:pt x="334" y="430"/>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97"/>
            <p:cNvSpPr/>
            <p:nvPr/>
          </p:nvSpPr>
          <p:spPr>
            <a:xfrm>
              <a:off x="5543644" y="3630844"/>
              <a:ext cx="343554" cy="294377"/>
            </a:xfrm>
            <a:custGeom>
              <a:rect b="b" l="l" r="r" t="t"/>
              <a:pathLst>
                <a:path extrusionOk="0" h="8979" w="10479">
                  <a:moveTo>
                    <a:pt x="7478" y="405"/>
                  </a:moveTo>
                  <a:lnTo>
                    <a:pt x="7478" y="1215"/>
                  </a:lnTo>
                  <a:lnTo>
                    <a:pt x="429" y="1215"/>
                  </a:lnTo>
                  <a:lnTo>
                    <a:pt x="429" y="572"/>
                  </a:lnTo>
                  <a:cubicBezTo>
                    <a:pt x="453" y="501"/>
                    <a:pt x="548" y="405"/>
                    <a:pt x="620" y="405"/>
                  </a:cubicBezTo>
                  <a:close/>
                  <a:moveTo>
                    <a:pt x="9860" y="405"/>
                  </a:moveTo>
                  <a:cubicBezTo>
                    <a:pt x="9979" y="405"/>
                    <a:pt x="10074" y="501"/>
                    <a:pt x="10074" y="620"/>
                  </a:cubicBezTo>
                  <a:lnTo>
                    <a:pt x="10074" y="1239"/>
                  </a:lnTo>
                  <a:lnTo>
                    <a:pt x="7883" y="1239"/>
                  </a:lnTo>
                  <a:lnTo>
                    <a:pt x="7883" y="1215"/>
                  </a:lnTo>
                  <a:lnTo>
                    <a:pt x="7883" y="405"/>
                  </a:lnTo>
                  <a:close/>
                  <a:moveTo>
                    <a:pt x="620" y="1"/>
                  </a:moveTo>
                  <a:cubicBezTo>
                    <a:pt x="310" y="1"/>
                    <a:pt x="1" y="263"/>
                    <a:pt x="1" y="620"/>
                  </a:cubicBezTo>
                  <a:lnTo>
                    <a:pt x="1" y="8764"/>
                  </a:lnTo>
                  <a:cubicBezTo>
                    <a:pt x="1" y="8883"/>
                    <a:pt x="96" y="8979"/>
                    <a:pt x="215" y="8979"/>
                  </a:cubicBezTo>
                  <a:lnTo>
                    <a:pt x="4382" y="8979"/>
                  </a:lnTo>
                  <a:cubicBezTo>
                    <a:pt x="4406" y="8979"/>
                    <a:pt x="4406" y="8979"/>
                    <a:pt x="4430" y="8955"/>
                  </a:cubicBezTo>
                  <a:cubicBezTo>
                    <a:pt x="4621" y="8764"/>
                    <a:pt x="4502" y="8574"/>
                    <a:pt x="4311" y="8574"/>
                  </a:cubicBezTo>
                  <a:lnTo>
                    <a:pt x="620" y="8574"/>
                  </a:lnTo>
                  <a:cubicBezTo>
                    <a:pt x="501" y="8574"/>
                    <a:pt x="429" y="8478"/>
                    <a:pt x="429" y="8359"/>
                  </a:cubicBezTo>
                  <a:lnTo>
                    <a:pt x="429" y="1620"/>
                  </a:lnTo>
                  <a:lnTo>
                    <a:pt x="10026" y="1620"/>
                  </a:lnTo>
                  <a:lnTo>
                    <a:pt x="10026" y="8359"/>
                  </a:lnTo>
                  <a:cubicBezTo>
                    <a:pt x="10026" y="8478"/>
                    <a:pt x="9955" y="8574"/>
                    <a:pt x="9836" y="8574"/>
                  </a:cubicBezTo>
                  <a:lnTo>
                    <a:pt x="6145" y="8574"/>
                  </a:lnTo>
                  <a:cubicBezTo>
                    <a:pt x="6049" y="8574"/>
                    <a:pt x="5930" y="8621"/>
                    <a:pt x="5930" y="8740"/>
                  </a:cubicBezTo>
                  <a:cubicBezTo>
                    <a:pt x="5907" y="8860"/>
                    <a:pt x="6002" y="8979"/>
                    <a:pt x="6145" y="8979"/>
                  </a:cubicBezTo>
                  <a:lnTo>
                    <a:pt x="9836" y="8979"/>
                  </a:lnTo>
                  <a:cubicBezTo>
                    <a:pt x="10146" y="8979"/>
                    <a:pt x="10455" y="8717"/>
                    <a:pt x="10455" y="8359"/>
                  </a:cubicBezTo>
                  <a:lnTo>
                    <a:pt x="10455" y="620"/>
                  </a:lnTo>
                  <a:cubicBezTo>
                    <a:pt x="10479" y="263"/>
                    <a:pt x="10169" y="1"/>
                    <a:pt x="98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3" name="Google Shape;21963;p97"/>
          <p:cNvGrpSpPr/>
          <p:nvPr/>
        </p:nvGrpSpPr>
        <p:grpSpPr>
          <a:xfrm>
            <a:off x="4836336" y="3455035"/>
            <a:ext cx="253789" cy="341226"/>
            <a:chOff x="4828472" y="3607435"/>
            <a:chExt cx="253789" cy="341226"/>
          </a:xfrm>
        </p:grpSpPr>
        <p:sp>
          <p:nvSpPr>
            <p:cNvPr id="21964" name="Google Shape;21964;p97"/>
            <p:cNvSpPr/>
            <p:nvPr/>
          </p:nvSpPr>
          <p:spPr>
            <a:xfrm>
              <a:off x="4874535" y="3882239"/>
              <a:ext cx="160876" cy="60947"/>
            </a:xfrm>
            <a:custGeom>
              <a:rect b="b" l="l" r="r" t="t"/>
              <a:pathLst>
                <a:path extrusionOk="0" h="1859" w="4907">
                  <a:moveTo>
                    <a:pt x="2096" y="1"/>
                  </a:moveTo>
                  <a:cubicBezTo>
                    <a:pt x="906" y="72"/>
                    <a:pt x="1" y="453"/>
                    <a:pt x="1" y="930"/>
                  </a:cubicBezTo>
                  <a:cubicBezTo>
                    <a:pt x="1" y="1430"/>
                    <a:pt x="1096" y="1858"/>
                    <a:pt x="2430" y="1858"/>
                  </a:cubicBezTo>
                  <a:cubicBezTo>
                    <a:pt x="3763" y="1858"/>
                    <a:pt x="4883" y="1430"/>
                    <a:pt x="4883" y="930"/>
                  </a:cubicBezTo>
                  <a:cubicBezTo>
                    <a:pt x="4906" y="453"/>
                    <a:pt x="3978" y="72"/>
                    <a:pt x="27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97"/>
            <p:cNvSpPr/>
            <p:nvPr/>
          </p:nvSpPr>
          <p:spPr>
            <a:xfrm>
              <a:off x="4835488" y="3613664"/>
              <a:ext cx="239724" cy="288147"/>
            </a:xfrm>
            <a:custGeom>
              <a:rect b="b" l="l" r="r" t="t"/>
              <a:pathLst>
                <a:path extrusionOk="0" h="8789" w="7312">
                  <a:moveTo>
                    <a:pt x="3644" y="1"/>
                  </a:moveTo>
                  <a:cubicBezTo>
                    <a:pt x="1620" y="1"/>
                    <a:pt x="1" y="1644"/>
                    <a:pt x="1" y="3668"/>
                  </a:cubicBezTo>
                  <a:cubicBezTo>
                    <a:pt x="1" y="5359"/>
                    <a:pt x="1144" y="6812"/>
                    <a:pt x="2763" y="7216"/>
                  </a:cubicBezTo>
                  <a:cubicBezTo>
                    <a:pt x="2764" y="7217"/>
                    <a:pt x="2765" y="7218"/>
                    <a:pt x="2765" y="7218"/>
                  </a:cubicBezTo>
                  <a:cubicBezTo>
                    <a:pt x="2768" y="7218"/>
                    <a:pt x="2764" y="7207"/>
                    <a:pt x="2767" y="7207"/>
                  </a:cubicBezTo>
                  <a:lnTo>
                    <a:pt x="2767" y="7207"/>
                  </a:lnTo>
                  <a:cubicBezTo>
                    <a:pt x="2775" y="7207"/>
                    <a:pt x="2865" y="7357"/>
                    <a:pt x="3644" y="8788"/>
                  </a:cubicBezTo>
                  <a:cubicBezTo>
                    <a:pt x="4442" y="7357"/>
                    <a:pt x="4536" y="7207"/>
                    <a:pt x="4546" y="7207"/>
                  </a:cubicBezTo>
                  <a:lnTo>
                    <a:pt x="4546" y="7207"/>
                  </a:lnTo>
                  <a:cubicBezTo>
                    <a:pt x="4548" y="7207"/>
                    <a:pt x="4545" y="7218"/>
                    <a:pt x="4547" y="7218"/>
                  </a:cubicBezTo>
                  <a:cubicBezTo>
                    <a:pt x="4548" y="7218"/>
                    <a:pt x="4548" y="7217"/>
                    <a:pt x="4549" y="7216"/>
                  </a:cubicBezTo>
                  <a:cubicBezTo>
                    <a:pt x="6121" y="6835"/>
                    <a:pt x="7312" y="5407"/>
                    <a:pt x="7312" y="3668"/>
                  </a:cubicBezTo>
                  <a:cubicBezTo>
                    <a:pt x="7312" y="1644"/>
                    <a:pt x="566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97"/>
            <p:cNvSpPr/>
            <p:nvPr/>
          </p:nvSpPr>
          <p:spPr>
            <a:xfrm>
              <a:off x="4875322" y="3652711"/>
              <a:ext cx="160089" cy="160089"/>
            </a:xfrm>
            <a:custGeom>
              <a:rect b="b" l="l" r="r" t="t"/>
              <a:pathLst>
                <a:path extrusionOk="0" h="4883" w="4883">
                  <a:moveTo>
                    <a:pt x="2429" y="0"/>
                  </a:moveTo>
                  <a:cubicBezTo>
                    <a:pt x="1096" y="0"/>
                    <a:pt x="0" y="1120"/>
                    <a:pt x="0" y="2453"/>
                  </a:cubicBezTo>
                  <a:cubicBezTo>
                    <a:pt x="0" y="3787"/>
                    <a:pt x="1096" y="4882"/>
                    <a:pt x="2429" y="4882"/>
                  </a:cubicBezTo>
                  <a:cubicBezTo>
                    <a:pt x="3763" y="4882"/>
                    <a:pt x="4882" y="3787"/>
                    <a:pt x="4882" y="2453"/>
                  </a:cubicBezTo>
                  <a:cubicBezTo>
                    <a:pt x="4882" y="1120"/>
                    <a:pt x="3763" y="0"/>
                    <a:pt x="24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97"/>
            <p:cNvSpPr/>
            <p:nvPr/>
          </p:nvSpPr>
          <p:spPr>
            <a:xfrm>
              <a:off x="4915123" y="3753427"/>
              <a:ext cx="80454" cy="60915"/>
            </a:xfrm>
            <a:custGeom>
              <a:rect b="b" l="l" r="r" t="t"/>
              <a:pathLst>
                <a:path extrusionOk="0" h="1858" w="2454">
                  <a:moveTo>
                    <a:pt x="1215" y="0"/>
                  </a:moveTo>
                  <a:cubicBezTo>
                    <a:pt x="525" y="0"/>
                    <a:pt x="1" y="548"/>
                    <a:pt x="1" y="1215"/>
                  </a:cubicBezTo>
                  <a:lnTo>
                    <a:pt x="1" y="1525"/>
                  </a:lnTo>
                  <a:cubicBezTo>
                    <a:pt x="358" y="1739"/>
                    <a:pt x="763" y="1858"/>
                    <a:pt x="1215" y="1858"/>
                  </a:cubicBezTo>
                  <a:cubicBezTo>
                    <a:pt x="1668" y="1858"/>
                    <a:pt x="2073" y="1739"/>
                    <a:pt x="2454" y="1525"/>
                  </a:cubicBezTo>
                  <a:lnTo>
                    <a:pt x="2454" y="1215"/>
                  </a:lnTo>
                  <a:cubicBezTo>
                    <a:pt x="2454" y="572"/>
                    <a:pt x="1906" y="0"/>
                    <a:pt x="121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97"/>
            <p:cNvSpPr/>
            <p:nvPr/>
          </p:nvSpPr>
          <p:spPr>
            <a:xfrm>
              <a:off x="4934663" y="3692512"/>
              <a:ext cx="40621" cy="41440"/>
            </a:xfrm>
            <a:custGeom>
              <a:rect b="b" l="l" r="r" t="t"/>
              <a:pathLst>
                <a:path extrusionOk="0" h="1264" w="1239">
                  <a:moveTo>
                    <a:pt x="619" y="1"/>
                  </a:moveTo>
                  <a:cubicBezTo>
                    <a:pt x="286" y="1"/>
                    <a:pt x="0" y="287"/>
                    <a:pt x="0" y="644"/>
                  </a:cubicBezTo>
                  <a:cubicBezTo>
                    <a:pt x="0" y="977"/>
                    <a:pt x="286" y="1263"/>
                    <a:pt x="619" y="1263"/>
                  </a:cubicBezTo>
                  <a:cubicBezTo>
                    <a:pt x="977" y="1263"/>
                    <a:pt x="1239" y="977"/>
                    <a:pt x="1239" y="644"/>
                  </a:cubicBezTo>
                  <a:cubicBezTo>
                    <a:pt x="1239" y="287"/>
                    <a:pt x="977"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97"/>
            <p:cNvSpPr/>
            <p:nvPr/>
          </p:nvSpPr>
          <p:spPr>
            <a:xfrm>
              <a:off x="4927614" y="3687070"/>
              <a:ext cx="53144" cy="53112"/>
            </a:xfrm>
            <a:custGeom>
              <a:rect b="b" l="l" r="r" t="t"/>
              <a:pathLst>
                <a:path extrusionOk="0" h="1620" w="1621">
                  <a:moveTo>
                    <a:pt x="811" y="381"/>
                  </a:moveTo>
                  <a:cubicBezTo>
                    <a:pt x="1049" y="381"/>
                    <a:pt x="1239" y="596"/>
                    <a:pt x="1239" y="810"/>
                  </a:cubicBezTo>
                  <a:cubicBezTo>
                    <a:pt x="1239" y="1048"/>
                    <a:pt x="1049" y="1215"/>
                    <a:pt x="811" y="1215"/>
                  </a:cubicBezTo>
                  <a:cubicBezTo>
                    <a:pt x="573" y="1215"/>
                    <a:pt x="406" y="1048"/>
                    <a:pt x="406" y="810"/>
                  </a:cubicBezTo>
                  <a:cubicBezTo>
                    <a:pt x="406" y="572"/>
                    <a:pt x="573" y="381"/>
                    <a:pt x="811" y="381"/>
                  </a:cubicBezTo>
                  <a:close/>
                  <a:moveTo>
                    <a:pt x="811" y="0"/>
                  </a:moveTo>
                  <a:cubicBezTo>
                    <a:pt x="358" y="0"/>
                    <a:pt x="1" y="357"/>
                    <a:pt x="1" y="810"/>
                  </a:cubicBezTo>
                  <a:cubicBezTo>
                    <a:pt x="1" y="1262"/>
                    <a:pt x="358" y="1620"/>
                    <a:pt x="811" y="1620"/>
                  </a:cubicBezTo>
                  <a:cubicBezTo>
                    <a:pt x="1263" y="1620"/>
                    <a:pt x="1620" y="1262"/>
                    <a:pt x="1620" y="810"/>
                  </a:cubicBezTo>
                  <a:cubicBezTo>
                    <a:pt x="1620" y="357"/>
                    <a:pt x="1263" y="0"/>
                    <a:pt x="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97"/>
            <p:cNvSpPr/>
            <p:nvPr/>
          </p:nvSpPr>
          <p:spPr>
            <a:xfrm>
              <a:off x="4868306" y="3647236"/>
              <a:ext cx="173334" cy="173367"/>
            </a:xfrm>
            <a:custGeom>
              <a:rect b="b" l="l" r="r" t="t"/>
              <a:pathLst>
                <a:path extrusionOk="0" h="5288" w="5287">
                  <a:moveTo>
                    <a:pt x="2596" y="406"/>
                  </a:moveTo>
                  <a:cubicBezTo>
                    <a:pt x="3810" y="406"/>
                    <a:pt x="4882" y="1406"/>
                    <a:pt x="4882" y="2644"/>
                  </a:cubicBezTo>
                  <a:cubicBezTo>
                    <a:pt x="4882" y="3335"/>
                    <a:pt x="4572" y="3954"/>
                    <a:pt x="4049" y="4383"/>
                  </a:cubicBezTo>
                  <a:cubicBezTo>
                    <a:pt x="3977" y="3620"/>
                    <a:pt x="3358" y="3025"/>
                    <a:pt x="2620" y="3025"/>
                  </a:cubicBezTo>
                  <a:cubicBezTo>
                    <a:pt x="1881" y="3025"/>
                    <a:pt x="1262" y="3620"/>
                    <a:pt x="1191" y="4383"/>
                  </a:cubicBezTo>
                  <a:cubicBezTo>
                    <a:pt x="691" y="3954"/>
                    <a:pt x="357" y="3311"/>
                    <a:pt x="357" y="2644"/>
                  </a:cubicBezTo>
                  <a:cubicBezTo>
                    <a:pt x="357" y="1406"/>
                    <a:pt x="1381" y="406"/>
                    <a:pt x="2596" y="406"/>
                  </a:cubicBezTo>
                  <a:close/>
                  <a:moveTo>
                    <a:pt x="2620" y="3478"/>
                  </a:moveTo>
                  <a:cubicBezTo>
                    <a:pt x="3191" y="3478"/>
                    <a:pt x="3620" y="3930"/>
                    <a:pt x="3620" y="4502"/>
                  </a:cubicBezTo>
                  <a:lnTo>
                    <a:pt x="3620" y="4644"/>
                  </a:lnTo>
                  <a:cubicBezTo>
                    <a:pt x="3310" y="4787"/>
                    <a:pt x="2977" y="4883"/>
                    <a:pt x="2620" y="4883"/>
                  </a:cubicBezTo>
                  <a:cubicBezTo>
                    <a:pt x="2262" y="4883"/>
                    <a:pt x="1929" y="4787"/>
                    <a:pt x="1596" y="4644"/>
                  </a:cubicBezTo>
                  <a:lnTo>
                    <a:pt x="1596" y="4502"/>
                  </a:lnTo>
                  <a:cubicBezTo>
                    <a:pt x="1596" y="3930"/>
                    <a:pt x="2048" y="3478"/>
                    <a:pt x="2620" y="3478"/>
                  </a:cubicBezTo>
                  <a:close/>
                  <a:moveTo>
                    <a:pt x="2643" y="1"/>
                  </a:moveTo>
                  <a:cubicBezTo>
                    <a:pt x="1191" y="1"/>
                    <a:pt x="0" y="1191"/>
                    <a:pt x="0" y="2644"/>
                  </a:cubicBezTo>
                  <a:cubicBezTo>
                    <a:pt x="0" y="4097"/>
                    <a:pt x="1167" y="5287"/>
                    <a:pt x="2643" y="5287"/>
                  </a:cubicBezTo>
                  <a:cubicBezTo>
                    <a:pt x="4144" y="5287"/>
                    <a:pt x="5287" y="4073"/>
                    <a:pt x="5287" y="2644"/>
                  </a:cubicBezTo>
                  <a:cubicBezTo>
                    <a:pt x="5287" y="1191"/>
                    <a:pt x="4096" y="1"/>
                    <a:pt x="2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97"/>
            <p:cNvSpPr/>
            <p:nvPr/>
          </p:nvSpPr>
          <p:spPr>
            <a:xfrm>
              <a:off x="4828472" y="3607435"/>
              <a:ext cx="253789" cy="339784"/>
            </a:xfrm>
            <a:custGeom>
              <a:rect b="b" l="l" r="r" t="t"/>
              <a:pathLst>
                <a:path extrusionOk="0" h="10364" w="7741">
                  <a:moveTo>
                    <a:pt x="3861" y="405"/>
                  </a:moveTo>
                  <a:cubicBezTo>
                    <a:pt x="3876" y="405"/>
                    <a:pt x="3891" y="405"/>
                    <a:pt x="3906" y="405"/>
                  </a:cubicBezTo>
                  <a:cubicBezTo>
                    <a:pt x="3920" y="405"/>
                    <a:pt x="3934" y="405"/>
                    <a:pt x="3948" y="405"/>
                  </a:cubicBezTo>
                  <a:cubicBezTo>
                    <a:pt x="5787" y="405"/>
                    <a:pt x="7312" y="1967"/>
                    <a:pt x="7312" y="3858"/>
                  </a:cubicBezTo>
                  <a:cubicBezTo>
                    <a:pt x="7312" y="5430"/>
                    <a:pt x="6240" y="6835"/>
                    <a:pt x="4692" y="7216"/>
                  </a:cubicBezTo>
                  <a:cubicBezTo>
                    <a:pt x="4644" y="7216"/>
                    <a:pt x="4621" y="7287"/>
                    <a:pt x="4573" y="7311"/>
                  </a:cubicBezTo>
                  <a:lnTo>
                    <a:pt x="4025" y="8288"/>
                  </a:lnTo>
                  <a:lnTo>
                    <a:pt x="3858" y="8597"/>
                  </a:lnTo>
                  <a:lnTo>
                    <a:pt x="3144" y="7311"/>
                  </a:lnTo>
                  <a:cubicBezTo>
                    <a:pt x="3120" y="7264"/>
                    <a:pt x="3096" y="7216"/>
                    <a:pt x="3025" y="7216"/>
                  </a:cubicBezTo>
                  <a:cubicBezTo>
                    <a:pt x="1453" y="6835"/>
                    <a:pt x="358" y="5382"/>
                    <a:pt x="405" y="3739"/>
                  </a:cubicBezTo>
                  <a:cubicBezTo>
                    <a:pt x="476" y="1873"/>
                    <a:pt x="2000" y="405"/>
                    <a:pt x="3861" y="405"/>
                  </a:cubicBezTo>
                  <a:close/>
                  <a:moveTo>
                    <a:pt x="3858" y="0"/>
                  </a:moveTo>
                  <a:cubicBezTo>
                    <a:pt x="1715" y="0"/>
                    <a:pt x="1" y="1715"/>
                    <a:pt x="1" y="3858"/>
                  </a:cubicBezTo>
                  <a:cubicBezTo>
                    <a:pt x="1" y="5668"/>
                    <a:pt x="1239" y="7144"/>
                    <a:pt x="2858" y="7573"/>
                  </a:cubicBezTo>
                  <a:lnTo>
                    <a:pt x="3215" y="8216"/>
                  </a:lnTo>
                  <a:cubicBezTo>
                    <a:pt x="2477" y="8288"/>
                    <a:pt x="1239" y="8573"/>
                    <a:pt x="1239" y="9312"/>
                  </a:cubicBezTo>
                  <a:cubicBezTo>
                    <a:pt x="1239" y="9955"/>
                    <a:pt x="2311" y="10264"/>
                    <a:pt x="2954" y="10359"/>
                  </a:cubicBezTo>
                  <a:cubicBezTo>
                    <a:pt x="2966" y="10362"/>
                    <a:pt x="2978" y="10363"/>
                    <a:pt x="2989" y="10363"/>
                  </a:cubicBezTo>
                  <a:cubicBezTo>
                    <a:pt x="3087" y="10363"/>
                    <a:pt x="3149" y="10276"/>
                    <a:pt x="3192" y="10169"/>
                  </a:cubicBezTo>
                  <a:cubicBezTo>
                    <a:pt x="3215" y="10050"/>
                    <a:pt x="3120" y="9955"/>
                    <a:pt x="3001" y="9931"/>
                  </a:cubicBezTo>
                  <a:cubicBezTo>
                    <a:pt x="2120" y="9812"/>
                    <a:pt x="1620" y="9478"/>
                    <a:pt x="1620" y="9288"/>
                  </a:cubicBezTo>
                  <a:cubicBezTo>
                    <a:pt x="1620" y="9026"/>
                    <a:pt x="2263" y="8645"/>
                    <a:pt x="3406" y="8597"/>
                  </a:cubicBezTo>
                  <a:lnTo>
                    <a:pt x="3692" y="9097"/>
                  </a:lnTo>
                  <a:cubicBezTo>
                    <a:pt x="3716" y="9145"/>
                    <a:pt x="3763" y="9192"/>
                    <a:pt x="3858" y="9192"/>
                  </a:cubicBezTo>
                  <a:cubicBezTo>
                    <a:pt x="3954" y="9192"/>
                    <a:pt x="4001" y="9145"/>
                    <a:pt x="4049" y="9097"/>
                  </a:cubicBezTo>
                  <a:lnTo>
                    <a:pt x="4311" y="8597"/>
                  </a:lnTo>
                  <a:cubicBezTo>
                    <a:pt x="5478" y="8692"/>
                    <a:pt x="6097" y="9026"/>
                    <a:pt x="6097" y="9288"/>
                  </a:cubicBezTo>
                  <a:cubicBezTo>
                    <a:pt x="6097" y="9478"/>
                    <a:pt x="5621" y="9788"/>
                    <a:pt x="4716" y="9931"/>
                  </a:cubicBezTo>
                  <a:cubicBezTo>
                    <a:pt x="4597" y="9955"/>
                    <a:pt x="4549" y="10050"/>
                    <a:pt x="4549" y="10169"/>
                  </a:cubicBezTo>
                  <a:cubicBezTo>
                    <a:pt x="4573" y="10288"/>
                    <a:pt x="4668" y="10359"/>
                    <a:pt x="4787" y="10359"/>
                  </a:cubicBezTo>
                  <a:cubicBezTo>
                    <a:pt x="5430" y="10264"/>
                    <a:pt x="6478" y="9955"/>
                    <a:pt x="6478" y="9312"/>
                  </a:cubicBezTo>
                  <a:cubicBezTo>
                    <a:pt x="6478" y="8597"/>
                    <a:pt x="5240" y="8288"/>
                    <a:pt x="4525" y="8216"/>
                  </a:cubicBezTo>
                  <a:lnTo>
                    <a:pt x="4882" y="7573"/>
                  </a:lnTo>
                  <a:cubicBezTo>
                    <a:pt x="6478" y="7144"/>
                    <a:pt x="7740" y="5668"/>
                    <a:pt x="7740" y="3858"/>
                  </a:cubicBezTo>
                  <a:cubicBezTo>
                    <a:pt x="7740" y="1715"/>
                    <a:pt x="6002" y="0"/>
                    <a:pt x="3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97"/>
            <p:cNvSpPr/>
            <p:nvPr/>
          </p:nvSpPr>
          <p:spPr>
            <a:xfrm>
              <a:off x="4947941" y="3935351"/>
              <a:ext cx="14065" cy="13311"/>
            </a:xfrm>
            <a:custGeom>
              <a:rect b="b" l="l" r="r" t="t"/>
              <a:pathLst>
                <a:path extrusionOk="0" h="406" w="429">
                  <a:moveTo>
                    <a:pt x="214" y="0"/>
                  </a:moveTo>
                  <a:cubicBezTo>
                    <a:pt x="95" y="0"/>
                    <a:pt x="0" y="72"/>
                    <a:pt x="0" y="191"/>
                  </a:cubicBezTo>
                  <a:cubicBezTo>
                    <a:pt x="0" y="310"/>
                    <a:pt x="95" y="405"/>
                    <a:pt x="214" y="405"/>
                  </a:cubicBezTo>
                  <a:cubicBezTo>
                    <a:pt x="334" y="405"/>
                    <a:pt x="429" y="310"/>
                    <a:pt x="429" y="191"/>
                  </a:cubicBezTo>
                  <a:cubicBezTo>
                    <a:pt x="429" y="72"/>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3" name="Google Shape;21973;p97"/>
          <p:cNvGrpSpPr/>
          <p:nvPr/>
        </p:nvGrpSpPr>
        <p:grpSpPr>
          <a:xfrm>
            <a:off x="4032152" y="3478444"/>
            <a:ext cx="343554" cy="294377"/>
            <a:chOff x="4024289" y="3630844"/>
            <a:chExt cx="343554" cy="294377"/>
          </a:xfrm>
        </p:grpSpPr>
        <p:sp>
          <p:nvSpPr>
            <p:cNvPr id="21974" name="Google Shape;21974;p97"/>
            <p:cNvSpPr/>
            <p:nvPr/>
          </p:nvSpPr>
          <p:spPr>
            <a:xfrm>
              <a:off x="4031305" y="3637105"/>
              <a:ext cx="145270" cy="281099"/>
            </a:xfrm>
            <a:custGeom>
              <a:rect b="b" l="l" r="r" t="t"/>
              <a:pathLst>
                <a:path extrusionOk="0" h="8574" w="4431">
                  <a:moveTo>
                    <a:pt x="406" y="0"/>
                  </a:moveTo>
                  <a:cubicBezTo>
                    <a:pt x="168" y="0"/>
                    <a:pt x="1" y="191"/>
                    <a:pt x="1" y="429"/>
                  </a:cubicBezTo>
                  <a:lnTo>
                    <a:pt x="1" y="8168"/>
                  </a:lnTo>
                  <a:cubicBezTo>
                    <a:pt x="1" y="8407"/>
                    <a:pt x="168" y="8573"/>
                    <a:pt x="406" y="8573"/>
                  </a:cubicBezTo>
                  <a:lnTo>
                    <a:pt x="4002" y="8573"/>
                  </a:lnTo>
                  <a:cubicBezTo>
                    <a:pt x="4240" y="8573"/>
                    <a:pt x="4430" y="8407"/>
                    <a:pt x="4430" y="8168"/>
                  </a:cubicBezTo>
                  <a:lnTo>
                    <a:pt x="4430" y="429"/>
                  </a:lnTo>
                  <a:cubicBezTo>
                    <a:pt x="4430" y="191"/>
                    <a:pt x="4240" y="0"/>
                    <a:pt x="40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97"/>
            <p:cNvSpPr/>
            <p:nvPr/>
          </p:nvSpPr>
          <p:spPr>
            <a:xfrm>
              <a:off x="4216343" y="3637105"/>
              <a:ext cx="144483" cy="281099"/>
            </a:xfrm>
            <a:custGeom>
              <a:rect b="b" l="l" r="r" t="t"/>
              <a:pathLst>
                <a:path extrusionOk="0" h="8574" w="4407">
                  <a:moveTo>
                    <a:pt x="430" y="0"/>
                  </a:moveTo>
                  <a:cubicBezTo>
                    <a:pt x="191" y="0"/>
                    <a:pt x="1" y="191"/>
                    <a:pt x="1" y="429"/>
                  </a:cubicBezTo>
                  <a:lnTo>
                    <a:pt x="1" y="8168"/>
                  </a:lnTo>
                  <a:cubicBezTo>
                    <a:pt x="1" y="8407"/>
                    <a:pt x="191" y="8573"/>
                    <a:pt x="430" y="8573"/>
                  </a:cubicBezTo>
                  <a:lnTo>
                    <a:pt x="4002" y="8573"/>
                  </a:lnTo>
                  <a:cubicBezTo>
                    <a:pt x="4216" y="8573"/>
                    <a:pt x="4407" y="8407"/>
                    <a:pt x="4407" y="8168"/>
                  </a:cubicBezTo>
                  <a:lnTo>
                    <a:pt x="4407" y="429"/>
                  </a:lnTo>
                  <a:cubicBezTo>
                    <a:pt x="4407" y="191"/>
                    <a:pt x="4240" y="0"/>
                    <a:pt x="400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97"/>
            <p:cNvSpPr/>
            <p:nvPr/>
          </p:nvSpPr>
          <p:spPr>
            <a:xfrm>
              <a:off x="4281946" y="3871322"/>
              <a:ext cx="13311" cy="14098"/>
            </a:xfrm>
            <a:custGeom>
              <a:rect b="b" l="l" r="r" t="t"/>
              <a:pathLst>
                <a:path extrusionOk="0" h="430" w="406">
                  <a:moveTo>
                    <a:pt x="215" y="0"/>
                  </a:moveTo>
                  <a:cubicBezTo>
                    <a:pt x="96" y="0"/>
                    <a:pt x="0" y="96"/>
                    <a:pt x="0" y="215"/>
                  </a:cubicBezTo>
                  <a:cubicBezTo>
                    <a:pt x="0" y="334"/>
                    <a:pt x="96" y="429"/>
                    <a:pt x="215" y="429"/>
                  </a:cubicBezTo>
                  <a:cubicBezTo>
                    <a:pt x="310" y="429"/>
                    <a:pt x="405" y="334"/>
                    <a:pt x="405" y="215"/>
                  </a:cubicBezTo>
                  <a:cubicBezTo>
                    <a:pt x="405" y="96"/>
                    <a:pt x="310"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97"/>
            <p:cNvSpPr/>
            <p:nvPr/>
          </p:nvSpPr>
          <p:spPr>
            <a:xfrm>
              <a:off x="4097694" y="3871322"/>
              <a:ext cx="13278" cy="14098"/>
            </a:xfrm>
            <a:custGeom>
              <a:rect b="b" l="l" r="r" t="t"/>
              <a:pathLst>
                <a:path extrusionOk="0" h="430" w="405">
                  <a:moveTo>
                    <a:pt x="191" y="0"/>
                  </a:moveTo>
                  <a:cubicBezTo>
                    <a:pt x="72" y="0"/>
                    <a:pt x="0" y="96"/>
                    <a:pt x="0" y="215"/>
                  </a:cubicBezTo>
                  <a:cubicBezTo>
                    <a:pt x="0" y="334"/>
                    <a:pt x="72" y="429"/>
                    <a:pt x="191" y="429"/>
                  </a:cubicBezTo>
                  <a:cubicBezTo>
                    <a:pt x="310" y="429"/>
                    <a:pt x="405" y="334"/>
                    <a:pt x="405" y="215"/>
                  </a:cubicBezTo>
                  <a:cubicBezTo>
                    <a:pt x="405" y="96"/>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97"/>
            <p:cNvSpPr/>
            <p:nvPr/>
          </p:nvSpPr>
          <p:spPr>
            <a:xfrm>
              <a:off x="4078155" y="3670677"/>
              <a:ext cx="53144" cy="13278"/>
            </a:xfrm>
            <a:custGeom>
              <a:rect b="b" l="l" r="r" t="t"/>
              <a:pathLst>
                <a:path extrusionOk="0" h="405" w="1621">
                  <a:moveTo>
                    <a:pt x="191" y="0"/>
                  </a:moveTo>
                  <a:cubicBezTo>
                    <a:pt x="72" y="0"/>
                    <a:pt x="1" y="95"/>
                    <a:pt x="1" y="214"/>
                  </a:cubicBezTo>
                  <a:cubicBezTo>
                    <a:pt x="1" y="334"/>
                    <a:pt x="72" y="405"/>
                    <a:pt x="191" y="405"/>
                  </a:cubicBezTo>
                  <a:lnTo>
                    <a:pt x="1430" y="405"/>
                  </a:lnTo>
                  <a:cubicBezTo>
                    <a:pt x="1549" y="405"/>
                    <a:pt x="1620" y="334"/>
                    <a:pt x="1620" y="214"/>
                  </a:cubicBezTo>
                  <a:cubicBezTo>
                    <a:pt x="1620" y="95"/>
                    <a:pt x="1549" y="0"/>
                    <a:pt x="1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97"/>
            <p:cNvSpPr/>
            <p:nvPr/>
          </p:nvSpPr>
          <p:spPr>
            <a:xfrm>
              <a:off x="4262439" y="3670677"/>
              <a:ext cx="53899" cy="13278"/>
            </a:xfrm>
            <a:custGeom>
              <a:rect b="b" l="l" r="r" t="t"/>
              <a:pathLst>
                <a:path extrusionOk="0" h="405" w="1644">
                  <a:moveTo>
                    <a:pt x="214" y="0"/>
                  </a:moveTo>
                  <a:cubicBezTo>
                    <a:pt x="95" y="0"/>
                    <a:pt x="0" y="95"/>
                    <a:pt x="0" y="214"/>
                  </a:cubicBezTo>
                  <a:cubicBezTo>
                    <a:pt x="0" y="334"/>
                    <a:pt x="95" y="405"/>
                    <a:pt x="214" y="405"/>
                  </a:cubicBezTo>
                  <a:lnTo>
                    <a:pt x="1429" y="405"/>
                  </a:lnTo>
                  <a:cubicBezTo>
                    <a:pt x="1548" y="405"/>
                    <a:pt x="1643" y="334"/>
                    <a:pt x="1643" y="214"/>
                  </a:cubicBezTo>
                  <a:cubicBezTo>
                    <a:pt x="1643" y="95"/>
                    <a:pt x="1548" y="0"/>
                    <a:pt x="1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97"/>
            <p:cNvSpPr/>
            <p:nvPr/>
          </p:nvSpPr>
          <p:spPr>
            <a:xfrm>
              <a:off x="4067237" y="3737821"/>
              <a:ext cx="74979" cy="93208"/>
            </a:xfrm>
            <a:custGeom>
              <a:rect b="b" l="l" r="r" t="t"/>
              <a:pathLst>
                <a:path extrusionOk="0" h="2843" w="2287">
                  <a:moveTo>
                    <a:pt x="1120" y="786"/>
                  </a:moveTo>
                  <a:lnTo>
                    <a:pt x="1525" y="1810"/>
                  </a:lnTo>
                  <a:lnTo>
                    <a:pt x="739" y="1810"/>
                  </a:lnTo>
                  <a:lnTo>
                    <a:pt x="1120" y="786"/>
                  </a:lnTo>
                  <a:close/>
                  <a:moveTo>
                    <a:pt x="1143" y="0"/>
                  </a:moveTo>
                  <a:cubicBezTo>
                    <a:pt x="1096" y="0"/>
                    <a:pt x="1001" y="72"/>
                    <a:pt x="977" y="119"/>
                  </a:cubicBezTo>
                  <a:lnTo>
                    <a:pt x="48" y="2572"/>
                  </a:lnTo>
                  <a:cubicBezTo>
                    <a:pt x="0" y="2691"/>
                    <a:pt x="24" y="2810"/>
                    <a:pt x="143" y="2834"/>
                  </a:cubicBezTo>
                  <a:cubicBezTo>
                    <a:pt x="170" y="2839"/>
                    <a:pt x="196" y="2842"/>
                    <a:pt x="220" y="2842"/>
                  </a:cubicBezTo>
                  <a:cubicBezTo>
                    <a:pt x="303" y="2842"/>
                    <a:pt x="368" y="2807"/>
                    <a:pt x="405" y="2715"/>
                  </a:cubicBezTo>
                  <a:lnTo>
                    <a:pt x="596" y="2239"/>
                  </a:lnTo>
                  <a:lnTo>
                    <a:pt x="1691" y="2239"/>
                  </a:lnTo>
                  <a:lnTo>
                    <a:pt x="1882" y="2715"/>
                  </a:lnTo>
                  <a:cubicBezTo>
                    <a:pt x="1900" y="2807"/>
                    <a:pt x="1976" y="2842"/>
                    <a:pt x="2064" y="2842"/>
                  </a:cubicBezTo>
                  <a:cubicBezTo>
                    <a:pt x="2090" y="2842"/>
                    <a:pt x="2117" y="2839"/>
                    <a:pt x="2144" y="2834"/>
                  </a:cubicBezTo>
                  <a:cubicBezTo>
                    <a:pt x="2263" y="2810"/>
                    <a:pt x="2287" y="2691"/>
                    <a:pt x="2263" y="2572"/>
                  </a:cubicBezTo>
                  <a:lnTo>
                    <a:pt x="1334" y="119"/>
                  </a:lnTo>
                  <a:cubicBezTo>
                    <a:pt x="1310" y="24"/>
                    <a:pt x="1215" y="0"/>
                    <a:pt x="11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97"/>
            <p:cNvSpPr/>
            <p:nvPr/>
          </p:nvSpPr>
          <p:spPr>
            <a:xfrm>
              <a:off x="4252276" y="3737821"/>
              <a:ext cx="73406" cy="93700"/>
            </a:xfrm>
            <a:custGeom>
              <a:rect b="b" l="l" r="r" t="t"/>
              <a:pathLst>
                <a:path extrusionOk="0" h="2858" w="2239">
                  <a:moveTo>
                    <a:pt x="810" y="381"/>
                  </a:moveTo>
                  <a:cubicBezTo>
                    <a:pt x="1048" y="381"/>
                    <a:pt x="1239" y="572"/>
                    <a:pt x="1239" y="810"/>
                  </a:cubicBezTo>
                  <a:cubicBezTo>
                    <a:pt x="1239" y="1048"/>
                    <a:pt x="1048" y="1215"/>
                    <a:pt x="810" y="1215"/>
                  </a:cubicBezTo>
                  <a:lnTo>
                    <a:pt x="405" y="1215"/>
                  </a:lnTo>
                  <a:lnTo>
                    <a:pt x="405" y="429"/>
                  </a:lnTo>
                  <a:lnTo>
                    <a:pt x="810" y="381"/>
                  </a:lnTo>
                  <a:close/>
                  <a:moveTo>
                    <a:pt x="1405" y="1643"/>
                  </a:moveTo>
                  <a:cubicBezTo>
                    <a:pt x="1644" y="1643"/>
                    <a:pt x="1834" y="1810"/>
                    <a:pt x="1834" y="2048"/>
                  </a:cubicBezTo>
                  <a:cubicBezTo>
                    <a:pt x="1834" y="2263"/>
                    <a:pt x="1644" y="2453"/>
                    <a:pt x="1405" y="2453"/>
                  </a:cubicBezTo>
                  <a:lnTo>
                    <a:pt x="405" y="2453"/>
                  </a:lnTo>
                  <a:lnTo>
                    <a:pt x="405" y="1643"/>
                  </a:lnTo>
                  <a:close/>
                  <a:moveTo>
                    <a:pt x="215" y="0"/>
                  </a:moveTo>
                  <a:cubicBezTo>
                    <a:pt x="96" y="0"/>
                    <a:pt x="0" y="95"/>
                    <a:pt x="0" y="214"/>
                  </a:cubicBezTo>
                  <a:lnTo>
                    <a:pt x="0" y="2644"/>
                  </a:lnTo>
                  <a:cubicBezTo>
                    <a:pt x="0" y="2763"/>
                    <a:pt x="96" y="2858"/>
                    <a:pt x="215" y="2858"/>
                  </a:cubicBezTo>
                  <a:lnTo>
                    <a:pt x="1429" y="2858"/>
                  </a:lnTo>
                  <a:cubicBezTo>
                    <a:pt x="1882" y="2858"/>
                    <a:pt x="2239" y="2477"/>
                    <a:pt x="2239" y="2024"/>
                  </a:cubicBezTo>
                  <a:cubicBezTo>
                    <a:pt x="2239" y="1620"/>
                    <a:pt x="1906" y="1262"/>
                    <a:pt x="1525" y="1215"/>
                  </a:cubicBezTo>
                  <a:cubicBezTo>
                    <a:pt x="1596" y="1096"/>
                    <a:pt x="1644" y="953"/>
                    <a:pt x="1644" y="810"/>
                  </a:cubicBezTo>
                  <a:cubicBezTo>
                    <a:pt x="1644" y="357"/>
                    <a:pt x="1286" y="0"/>
                    <a:pt x="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97"/>
            <p:cNvSpPr/>
            <p:nvPr/>
          </p:nvSpPr>
          <p:spPr>
            <a:xfrm>
              <a:off x="4097694" y="3911909"/>
              <a:ext cx="13278" cy="13311"/>
            </a:xfrm>
            <a:custGeom>
              <a:rect b="b" l="l" r="r" t="t"/>
              <a:pathLst>
                <a:path extrusionOk="0" h="406" w="405">
                  <a:moveTo>
                    <a:pt x="191" y="1"/>
                  </a:moveTo>
                  <a:cubicBezTo>
                    <a:pt x="72" y="1"/>
                    <a:pt x="0" y="72"/>
                    <a:pt x="0" y="191"/>
                  </a:cubicBezTo>
                  <a:cubicBezTo>
                    <a:pt x="0" y="310"/>
                    <a:pt x="72" y="406"/>
                    <a:pt x="191" y="406"/>
                  </a:cubicBezTo>
                  <a:cubicBezTo>
                    <a:pt x="310" y="406"/>
                    <a:pt x="405" y="310"/>
                    <a:pt x="405" y="191"/>
                  </a:cubicBezTo>
                  <a:cubicBezTo>
                    <a:pt x="405"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97"/>
            <p:cNvSpPr/>
            <p:nvPr/>
          </p:nvSpPr>
          <p:spPr>
            <a:xfrm>
              <a:off x="4281946" y="3911123"/>
              <a:ext cx="13311" cy="14098"/>
            </a:xfrm>
            <a:custGeom>
              <a:rect b="b" l="l" r="r" t="t"/>
              <a:pathLst>
                <a:path extrusionOk="0" h="430" w="406">
                  <a:moveTo>
                    <a:pt x="215" y="1"/>
                  </a:moveTo>
                  <a:cubicBezTo>
                    <a:pt x="96" y="1"/>
                    <a:pt x="0" y="96"/>
                    <a:pt x="0" y="215"/>
                  </a:cubicBezTo>
                  <a:cubicBezTo>
                    <a:pt x="0" y="334"/>
                    <a:pt x="96" y="430"/>
                    <a:pt x="215" y="430"/>
                  </a:cubicBezTo>
                  <a:cubicBezTo>
                    <a:pt x="310" y="430"/>
                    <a:pt x="405" y="334"/>
                    <a:pt x="405" y="215"/>
                  </a:cubicBezTo>
                  <a:cubicBezTo>
                    <a:pt x="405" y="96"/>
                    <a:pt x="310"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97"/>
            <p:cNvSpPr/>
            <p:nvPr/>
          </p:nvSpPr>
          <p:spPr>
            <a:xfrm>
              <a:off x="4024289" y="3630844"/>
              <a:ext cx="159302" cy="294377"/>
            </a:xfrm>
            <a:custGeom>
              <a:rect b="b" l="l" r="r" t="t"/>
              <a:pathLst>
                <a:path extrusionOk="0" h="8979" w="4859">
                  <a:moveTo>
                    <a:pt x="620" y="1"/>
                  </a:moveTo>
                  <a:cubicBezTo>
                    <a:pt x="286" y="1"/>
                    <a:pt x="1" y="263"/>
                    <a:pt x="1" y="620"/>
                  </a:cubicBezTo>
                  <a:lnTo>
                    <a:pt x="1" y="8359"/>
                  </a:lnTo>
                  <a:cubicBezTo>
                    <a:pt x="1" y="8693"/>
                    <a:pt x="263" y="8979"/>
                    <a:pt x="620" y="8979"/>
                  </a:cubicBezTo>
                  <a:lnTo>
                    <a:pt x="1477" y="8979"/>
                  </a:lnTo>
                  <a:cubicBezTo>
                    <a:pt x="1596" y="8979"/>
                    <a:pt x="1691" y="8883"/>
                    <a:pt x="1691" y="8764"/>
                  </a:cubicBezTo>
                  <a:cubicBezTo>
                    <a:pt x="1691" y="8645"/>
                    <a:pt x="1596" y="8574"/>
                    <a:pt x="1477" y="8574"/>
                  </a:cubicBezTo>
                  <a:lnTo>
                    <a:pt x="620" y="8574"/>
                  </a:lnTo>
                  <a:cubicBezTo>
                    <a:pt x="501" y="8574"/>
                    <a:pt x="405" y="8478"/>
                    <a:pt x="405" y="8359"/>
                  </a:cubicBezTo>
                  <a:lnTo>
                    <a:pt x="405" y="620"/>
                  </a:lnTo>
                  <a:cubicBezTo>
                    <a:pt x="405" y="501"/>
                    <a:pt x="501" y="405"/>
                    <a:pt x="620" y="405"/>
                  </a:cubicBezTo>
                  <a:lnTo>
                    <a:pt x="4216" y="405"/>
                  </a:lnTo>
                  <a:cubicBezTo>
                    <a:pt x="4335" y="405"/>
                    <a:pt x="4430" y="501"/>
                    <a:pt x="4430" y="620"/>
                  </a:cubicBezTo>
                  <a:lnTo>
                    <a:pt x="4430" y="8359"/>
                  </a:lnTo>
                  <a:cubicBezTo>
                    <a:pt x="4430" y="8478"/>
                    <a:pt x="4335" y="8574"/>
                    <a:pt x="4216" y="8574"/>
                  </a:cubicBezTo>
                  <a:lnTo>
                    <a:pt x="3358" y="8574"/>
                  </a:lnTo>
                  <a:cubicBezTo>
                    <a:pt x="3239" y="8574"/>
                    <a:pt x="3144" y="8645"/>
                    <a:pt x="3144" y="8764"/>
                  </a:cubicBezTo>
                  <a:cubicBezTo>
                    <a:pt x="3144" y="8883"/>
                    <a:pt x="3239" y="8979"/>
                    <a:pt x="3358" y="8979"/>
                  </a:cubicBezTo>
                  <a:lnTo>
                    <a:pt x="4216" y="8979"/>
                  </a:lnTo>
                  <a:cubicBezTo>
                    <a:pt x="4549" y="8979"/>
                    <a:pt x="4859" y="8717"/>
                    <a:pt x="4859" y="8359"/>
                  </a:cubicBezTo>
                  <a:lnTo>
                    <a:pt x="4859" y="620"/>
                  </a:lnTo>
                  <a:cubicBezTo>
                    <a:pt x="4859" y="263"/>
                    <a:pt x="4573" y="1"/>
                    <a:pt x="4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97"/>
            <p:cNvSpPr/>
            <p:nvPr/>
          </p:nvSpPr>
          <p:spPr>
            <a:xfrm>
              <a:off x="4209327" y="3630844"/>
              <a:ext cx="158515" cy="294377"/>
            </a:xfrm>
            <a:custGeom>
              <a:rect b="b" l="l" r="r" t="t"/>
              <a:pathLst>
                <a:path extrusionOk="0" h="8979" w="4835">
                  <a:moveTo>
                    <a:pt x="644" y="1"/>
                  </a:moveTo>
                  <a:cubicBezTo>
                    <a:pt x="310" y="1"/>
                    <a:pt x="1" y="263"/>
                    <a:pt x="1" y="620"/>
                  </a:cubicBezTo>
                  <a:lnTo>
                    <a:pt x="1" y="8359"/>
                  </a:lnTo>
                  <a:cubicBezTo>
                    <a:pt x="1" y="8693"/>
                    <a:pt x="263" y="8979"/>
                    <a:pt x="644" y="8979"/>
                  </a:cubicBezTo>
                  <a:lnTo>
                    <a:pt x="1501" y="8979"/>
                  </a:lnTo>
                  <a:cubicBezTo>
                    <a:pt x="1620" y="8979"/>
                    <a:pt x="1715" y="8883"/>
                    <a:pt x="1715" y="8764"/>
                  </a:cubicBezTo>
                  <a:cubicBezTo>
                    <a:pt x="1715" y="8645"/>
                    <a:pt x="1620" y="8574"/>
                    <a:pt x="1501" y="8574"/>
                  </a:cubicBezTo>
                  <a:lnTo>
                    <a:pt x="644" y="8574"/>
                  </a:lnTo>
                  <a:cubicBezTo>
                    <a:pt x="525" y="8574"/>
                    <a:pt x="429" y="8478"/>
                    <a:pt x="429" y="8359"/>
                  </a:cubicBezTo>
                  <a:lnTo>
                    <a:pt x="429" y="620"/>
                  </a:lnTo>
                  <a:cubicBezTo>
                    <a:pt x="429" y="501"/>
                    <a:pt x="525" y="405"/>
                    <a:pt x="644" y="405"/>
                  </a:cubicBezTo>
                  <a:lnTo>
                    <a:pt x="4216" y="405"/>
                  </a:lnTo>
                  <a:cubicBezTo>
                    <a:pt x="4335" y="405"/>
                    <a:pt x="4406" y="501"/>
                    <a:pt x="4406" y="620"/>
                  </a:cubicBezTo>
                  <a:lnTo>
                    <a:pt x="4406" y="8359"/>
                  </a:lnTo>
                  <a:cubicBezTo>
                    <a:pt x="4406" y="8478"/>
                    <a:pt x="4335" y="8574"/>
                    <a:pt x="4216" y="8574"/>
                  </a:cubicBezTo>
                  <a:lnTo>
                    <a:pt x="3335" y="8574"/>
                  </a:lnTo>
                  <a:cubicBezTo>
                    <a:pt x="3216" y="8574"/>
                    <a:pt x="3144" y="8645"/>
                    <a:pt x="3144" y="8764"/>
                  </a:cubicBezTo>
                  <a:cubicBezTo>
                    <a:pt x="3144" y="8883"/>
                    <a:pt x="3216" y="8979"/>
                    <a:pt x="3335" y="8979"/>
                  </a:cubicBezTo>
                  <a:lnTo>
                    <a:pt x="4216" y="8979"/>
                  </a:lnTo>
                  <a:cubicBezTo>
                    <a:pt x="4525" y="8979"/>
                    <a:pt x="4835" y="8717"/>
                    <a:pt x="4835" y="8359"/>
                  </a:cubicBezTo>
                  <a:lnTo>
                    <a:pt x="4835" y="620"/>
                  </a:lnTo>
                  <a:cubicBezTo>
                    <a:pt x="4835" y="263"/>
                    <a:pt x="4573" y="1"/>
                    <a:pt x="4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6" name="Google Shape;21986;p97"/>
          <p:cNvGrpSpPr/>
          <p:nvPr/>
        </p:nvGrpSpPr>
        <p:grpSpPr>
          <a:xfrm>
            <a:off x="3274032" y="3455035"/>
            <a:ext cx="339685" cy="341226"/>
            <a:chOff x="3266169" y="3607435"/>
            <a:chExt cx="339685" cy="341226"/>
          </a:xfrm>
        </p:grpSpPr>
        <p:sp>
          <p:nvSpPr>
            <p:cNvPr id="21987" name="Google Shape;21987;p97"/>
            <p:cNvSpPr/>
            <p:nvPr/>
          </p:nvSpPr>
          <p:spPr>
            <a:xfrm>
              <a:off x="3311445" y="3757328"/>
              <a:ext cx="249100" cy="144483"/>
            </a:xfrm>
            <a:custGeom>
              <a:rect b="b" l="l" r="r" t="t"/>
              <a:pathLst>
                <a:path extrusionOk="0" h="4407" w="7598">
                  <a:moveTo>
                    <a:pt x="430" y="1"/>
                  </a:moveTo>
                  <a:cubicBezTo>
                    <a:pt x="191" y="1"/>
                    <a:pt x="1" y="191"/>
                    <a:pt x="1" y="429"/>
                  </a:cubicBezTo>
                  <a:lnTo>
                    <a:pt x="1" y="4406"/>
                  </a:lnTo>
                  <a:lnTo>
                    <a:pt x="7598" y="4406"/>
                  </a:lnTo>
                  <a:lnTo>
                    <a:pt x="7598" y="429"/>
                  </a:lnTo>
                  <a:cubicBezTo>
                    <a:pt x="7598" y="191"/>
                    <a:pt x="7431" y="1"/>
                    <a:pt x="719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97"/>
            <p:cNvSpPr/>
            <p:nvPr/>
          </p:nvSpPr>
          <p:spPr>
            <a:xfrm>
              <a:off x="3355967" y="3697987"/>
              <a:ext cx="160089" cy="160089"/>
            </a:xfrm>
            <a:custGeom>
              <a:rect b="b" l="l" r="r" t="t"/>
              <a:pathLst>
                <a:path extrusionOk="0" h="4883" w="4883">
                  <a:moveTo>
                    <a:pt x="2429" y="1"/>
                  </a:moveTo>
                  <a:cubicBezTo>
                    <a:pt x="1096" y="1"/>
                    <a:pt x="0" y="1096"/>
                    <a:pt x="0" y="2430"/>
                  </a:cubicBezTo>
                  <a:cubicBezTo>
                    <a:pt x="0" y="3787"/>
                    <a:pt x="1096" y="4883"/>
                    <a:pt x="2429" y="4883"/>
                  </a:cubicBezTo>
                  <a:cubicBezTo>
                    <a:pt x="3763" y="4883"/>
                    <a:pt x="4882" y="3787"/>
                    <a:pt x="4882" y="2430"/>
                  </a:cubicBezTo>
                  <a:cubicBezTo>
                    <a:pt x="4882" y="1096"/>
                    <a:pt x="3811" y="1"/>
                    <a:pt x="242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97"/>
            <p:cNvSpPr/>
            <p:nvPr/>
          </p:nvSpPr>
          <p:spPr>
            <a:xfrm>
              <a:off x="3559725" y="3656613"/>
              <a:ext cx="40653" cy="41407"/>
            </a:xfrm>
            <a:custGeom>
              <a:rect b="b" l="l" r="r" t="t"/>
              <a:pathLst>
                <a:path extrusionOk="0" h="1263" w="1240">
                  <a:moveTo>
                    <a:pt x="620" y="0"/>
                  </a:moveTo>
                  <a:cubicBezTo>
                    <a:pt x="287" y="0"/>
                    <a:pt x="1" y="286"/>
                    <a:pt x="1" y="643"/>
                  </a:cubicBezTo>
                  <a:cubicBezTo>
                    <a:pt x="1" y="977"/>
                    <a:pt x="287" y="1263"/>
                    <a:pt x="620" y="1263"/>
                  </a:cubicBezTo>
                  <a:cubicBezTo>
                    <a:pt x="954" y="1263"/>
                    <a:pt x="1239" y="977"/>
                    <a:pt x="1239" y="643"/>
                  </a:cubicBezTo>
                  <a:cubicBezTo>
                    <a:pt x="1239" y="286"/>
                    <a:pt x="954" y="0"/>
                    <a:pt x="62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97"/>
            <p:cNvSpPr/>
            <p:nvPr/>
          </p:nvSpPr>
          <p:spPr>
            <a:xfrm>
              <a:off x="3290364" y="3901779"/>
              <a:ext cx="289721" cy="41407"/>
            </a:xfrm>
            <a:custGeom>
              <a:rect b="b" l="l" r="r" t="t"/>
              <a:pathLst>
                <a:path extrusionOk="0" h="1263" w="8837">
                  <a:moveTo>
                    <a:pt x="1" y="0"/>
                  </a:moveTo>
                  <a:lnTo>
                    <a:pt x="1" y="619"/>
                  </a:lnTo>
                  <a:cubicBezTo>
                    <a:pt x="1" y="977"/>
                    <a:pt x="287" y="1262"/>
                    <a:pt x="620" y="1262"/>
                  </a:cubicBezTo>
                  <a:lnTo>
                    <a:pt x="8217" y="1262"/>
                  </a:lnTo>
                  <a:cubicBezTo>
                    <a:pt x="8574" y="1262"/>
                    <a:pt x="8836" y="953"/>
                    <a:pt x="8836" y="619"/>
                  </a:cubicBezTo>
                  <a:lnTo>
                    <a:pt x="8836"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97"/>
            <p:cNvSpPr/>
            <p:nvPr/>
          </p:nvSpPr>
          <p:spPr>
            <a:xfrm>
              <a:off x="3395768" y="3798703"/>
              <a:ext cx="79700" cy="60160"/>
            </a:xfrm>
            <a:custGeom>
              <a:rect b="b" l="l" r="r" t="t"/>
              <a:pathLst>
                <a:path extrusionOk="0" h="1835" w="2431">
                  <a:moveTo>
                    <a:pt x="1215" y="1"/>
                  </a:moveTo>
                  <a:cubicBezTo>
                    <a:pt x="525" y="1"/>
                    <a:pt x="1" y="525"/>
                    <a:pt x="1" y="1215"/>
                  </a:cubicBezTo>
                  <a:lnTo>
                    <a:pt x="1" y="1501"/>
                  </a:lnTo>
                  <a:cubicBezTo>
                    <a:pt x="358" y="1715"/>
                    <a:pt x="763" y="1834"/>
                    <a:pt x="1215" y="1834"/>
                  </a:cubicBezTo>
                  <a:cubicBezTo>
                    <a:pt x="1668" y="1834"/>
                    <a:pt x="2073" y="1715"/>
                    <a:pt x="2430" y="1501"/>
                  </a:cubicBezTo>
                  <a:lnTo>
                    <a:pt x="2430" y="1215"/>
                  </a:lnTo>
                  <a:cubicBezTo>
                    <a:pt x="2430" y="525"/>
                    <a:pt x="1906"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97"/>
            <p:cNvSpPr/>
            <p:nvPr/>
          </p:nvSpPr>
          <p:spPr>
            <a:xfrm>
              <a:off x="3415307" y="3612877"/>
              <a:ext cx="40621" cy="41440"/>
            </a:xfrm>
            <a:custGeom>
              <a:rect b="b" l="l" r="r" t="t"/>
              <a:pathLst>
                <a:path extrusionOk="0" h="1264" w="1239">
                  <a:moveTo>
                    <a:pt x="619" y="1"/>
                  </a:moveTo>
                  <a:cubicBezTo>
                    <a:pt x="286" y="1"/>
                    <a:pt x="0" y="287"/>
                    <a:pt x="0" y="620"/>
                  </a:cubicBezTo>
                  <a:cubicBezTo>
                    <a:pt x="0" y="977"/>
                    <a:pt x="286" y="1263"/>
                    <a:pt x="619" y="1263"/>
                  </a:cubicBezTo>
                  <a:cubicBezTo>
                    <a:pt x="953" y="1263"/>
                    <a:pt x="1239" y="977"/>
                    <a:pt x="1239" y="620"/>
                  </a:cubicBezTo>
                  <a:cubicBezTo>
                    <a:pt x="1239" y="287"/>
                    <a:pt x="953"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97"/>
            <p:cNvSpPr/>
            <p:nvPr/>
          </p:nvSpPr>
          <p:spPr>
            <a:xfrm>
              <a:off x="3415307" y="3737034"/>
              <a:ext cx="40621" cy="40621"/>
            </a:xfrm>
            <a:custGeom>
              <a:rect b="b" l="l" r="r" t="t"/>
              <a:pathLst>
                <a:path extrusionOk="0" h="1239" w="1239">
                  <a:moveTo>
                    <a:pt x="619" y="0"/>
                  </a:moveTo>
                  <a:cubicBezTo>
                    <a:pt x="286" y="0"/>
                    <a:pt x="0" y="286"/>
                    <a:pt x="0" y="620"/>
                  </a:cubicBezTo>
                  <a:cubicBezTo>
                    <a:pt x="0" y="953"/>
                    <a:pt x="286" y="1239"/>
                    <a:pt x="619" y="1239"/>
                  </a:cubicBezTo>
                  <a:cubicBezTo>
                    <a:pt x="953" y="1239"/>
                    <a:pt x="1239" y="953"/>
                    <a:pt x="1239" y="620"/>
                  </a:cubicBezTo>
                  <a:cubicBezTo>
                    <a:pt x="1239" y="286"/>
                    <a:pt x="953" y="0"/>
                    <a:pt x="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97"/>
            <p:cNvSpPr/>
            <p:nvPr/>
          </p:nvSpPr>
          <p:spPr>
            <a:xfrm>
              <a:off x="3270857" y="3656613"/>
              <a:ext cx="40621" cy="41407"/>
            </a:xfrm>
            <a:custGeom>
              <a:rect b="b" l="l" r="r" t="t"/>
              <a:pathLst>
                <a:path extrusionOk="0" h="1263" w="1239">
                  <a:moveTo>
                    <a:pt x="620" y="0"/>
                  </a:moveTo>
                  <a:cubicBezTo>
                    <a:pt x="286" y="0"/>
                    <a:pt x="1" y="286"/>
                    <a:pt x="1" y="643"/>
                  </a:cubicBezTo>
                  <a:cubicBezTo>
                    <a:pt x="1" y="977"/>
                    <a:pt x="286" y="1263"/>
                    <a:pt x="620" y="1263"/>
                  </a:cubicBezTo>
                  <a:cubicBezTo>
                    <a:pt x="953" y="1263"/>
                    <a:pt x="1239" y="977"/>
                    <a:pt x="1239" y="643"/>
                  </a:cubicBezTo>
                  <a:cubicBezTo>
                    <a:pt x="1239" y="286"/>
                    <a:pt x="953" y="0"/>
                    <a:pt x="62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97"/>
            <p:cNvSpPr/>
            <p:nvPr/>
          </p:nvSpPr>
          <p:spPr>
            <a:xfrm>
              <a:off x="3409046" y="3732346"/>
              <a:ext cx="53144" cy="52358"/>
            </a:xfrm>
            <a:custGeom>
              <a:rect b="b" l="l" r="r" t="t"/>
              <a:pathLst>
                <a:path extrusionOk="0" h="1597" w="1621">
                  <a:moveTo>
                    <a:pt x="810" y="381"/>
                  </a:moveTo>
                  <a:cubicBezTo>
                    <a:pt x="1049" y="381"/>
                    <a:pt x="1239" y="548"/>
                    <a:pt x="1239" y="786"/>
                  </a:cubicBezTo>
                  <a:cubicBezTo>
                    <a:pt x="1239" y="1024"/>
                    <a:pt x="1049" y="1215"/>
                    <a:pt x="810" y="1215"/>
                  </a:cubicBezTo>
                  <a:cubicBezTo>
                    <a:pt x="572" y="1215"/>
                    <a:pt x="406" y="1024"/>
                    <a:pt x="406" y="786"/>
                  </a:cubicBezTo>
                  <a:cubicBezTo>
                    <a:pt x="406" y="548"/>
                    <a:pt x="596" y="381"/>
                    <a:pt x="810" y="381"/>
                  </a:cubicBezTo>
                  <a:close/>
                  <a:moveTo>
                    <a:pt x="810" y="0"/>
                  </a:moveTo>
                  <a:cubicBezTo>
                    <a:pt x="358" y="0"/>
                    <a:pt x="1" y="358"/>
                    <a:pt x="1" y="786"/>
                  </a:cubicBezTo>
                  <a:cubicBezTo>
                    <a:pt x="1" y="1239"/>
                    <a:pt x="358" y="1596"/>
                    <a:pt x="810" y="1596"/>
                  </a:cubicBezTo>
                  <a:cubicBezTo>
                    <a:pt x="1263" y="1596"/>
                    <a:pt x="1620" y="1239"/>
                    <a:pt x="1620" y="786"/>
                  </a:cubicBezTo>
                  <a:cubicBezTo>
                    <a:pt x="1620" y="358"/>
                    <a:pt x="1263"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97"/>
            <p:cNvSpPr/>
            <p:nvPr/>
          </p:nvSpPr>
          <p:spPr>
            <a:xfrm>
              <a:off x="3266169" y="3607435"/>
              <a:ext cx="339685" cy="340439"/>
            </a:xfrm>
            <a:custGeom>
              <a:rect b="b" l="l" r="r" t="t"/>
              <a:pathLst>
                <a:path extrusionOk="0" h="10384" w="10361">
                  <a:moveTo>
                    <a:pt x="5192" y="381"/>
                  </a:moveTo>
                  <a:cubicBezTo>
                    <a:pt x="5430" y="381"/>
                    <a:pt x="5621" y="548"/>
                    <a:pt x="5621" y="786"/>
                  </a:cubicBezTo>
                  <a:cubicBezTo>
                    <a:pt x="5621" y="1024"/>
                    <a:pt x="5430" y="1215"/>
                    <a:pt x="5192" y="1215"/>
                  </a:cubicBezTo>
                  <a:cubicBezTo>
                    <a:pt x="4954" y="1215"/>
                    <a:pt x="4787" y="1000"/>
                    <a:pt x="4787" y="786"/>
                  </a:cubicBezTo>
                  <a:cubicBezTo>
                    <a:pt x="4787" y="548"/>
                    <a:pt x="4954" y="381"/>
                    <a:pt x="5192" y="381"/>
                  </a:cubicBezTo>
                  <a:close/>
                  <a:moveTo>
                    <a:pt x="763" y="1715"/>
                  </a:moveTo>
                  <a:cubicBezTo>
                    <a:pt x="1001" y="1715"/>
                    <a:pt x="1191" y="1905"/>
                    <a:pt x="1191" y="2143"/>
                  </a:cubicBezTo>
                  <a:cubicBezTo>
                    <a:pt x="1191" y="2382"/>
                    <a:pt x="1001" y="2548"/>
                    <a:pt x="763" y="2548"/>
                  </a:cubicBezTo>
                  <a:cubicBezTo>
                    <a:pt x="525" y="2548"/>
                    <a:pt x="358" y="2382"/>
                    <a:pt x="358" y="2143"/>
                  </a:cubicBezTo>
                  <a:cubicBezTo>
                    <a:pt x="358" y="1905"/>
                    <a:pt x="525" y="1715"/>
                    <a:pt x="763" y="1715"/>
                  </a:cubicBezTo>
                  <a:close/>
                  <a:moveTo>
                    <a:pt x="9574" y="1715"/>
                  </a:moveTo>
                  <a:cubicBezTo>
                    <a:pt x="9812" y="1715"/>
                    <a:pt x="9979" y="1905"/>
                    <a:pt x="9979" y="2143"/>
                  </a:cubicBezTo>
                  <a:cubicBezTo>
                    <a:pt x="9979" y="2382"/>
                    <a:pt x="9812" y="2548"/>
                    <a:pt x="9574" y="2548"/>
                  </a:cubicBezTo>
                  <a:cubicBezTo>
                    <a:pt x="9336" y="2548"/>
                    <a:pt x="9169" y="2382"/>
                    <a:pt x="9169" y="2143"/>
                  </a:cubicBezTo>
                  <a:cubicBezTo>
                    <a:pt x="9169" y="1905"/>
                    <a:pt x="9336" y="1715"/>
                    <a:pt x="9574" y="1715"/>
                  </a:cubicBezTo>
                  <a:close/>
                  <a:moveTo>
                    <a:pt x="5168" y="2977"/>
                  </a:moveTo>
                  <a:cubicBezTo>
                    <a:pt x="6454" y="2977"/>
                    <a:pt x="7407" y="4001"/>
                    <a:pt x="7407" y="5192"/>
                  </a:cubicBezTo>
                  <a:cubicBezTo>
                    <a:pt x="7407" y="5882"/>
                    <a:pt x="7097" y="6501"/>
                    <a:pt x="6574" y="6930"/>
                  </a:cubicBezTo>
                  <a:cubicBezTo>
                    <a:pt x="6502" y="6192"/>
                    <a:pt x="5883" y="5597"/>
                    <a:pt x="5145" y="5597"/>
                  </a:cubicBezTo>
                  <a:cubicBezTo>
                    <a:pt x="4406" y="5597"/>
                    <a:pt x="3763" y="6192"/>
                    <a:pt x="3716" y="6930"/>
                  </a:cubicBezTo>
                  <a:cubicBezTo>
                    <a:pt x="3216" y="6501"/>
                    <a:pt x="2882" y="5858"/>
                    <a:pt x="2882" y="5192"/>
                  </a:cubicBezTo>
                  <a:cubicBezTo>
                    <a:pt x="2930" y="3977"/>
                    <a:pt x="3882" y="2977"/>
                    <a:pt x="5168" y="2977"/>
                  </a:cubicBezTo>
                  <a:close/>
                  <a:moveTo>
                    <a:pt x="5192" y="6025"/>
                  </a:moveTo>
                  <a:cubicBezTo>
                    <a:pt x="5764" y="6025"/>
                    <a:pt x="6216" y="6478"/>
                    <a:pt x="6216" y="7049"/>
                  </a:cubicBezTo>
                  <a:lnTo>
                    <a:pt x="6216" y="7192"/>
                  </a:lnTo>
                  <a:cubicBezTo>
                    <a:pt x="5883" y="7335"/>
                    <a:pt x="5550" y="7430"/>
                    <a:pt x="5192" y="7430"/>
                  </a:cubicBezTo>
                  <a:cubicBezTo>
                    <a:pt x="4835" y="7430"/>
                    <a:pt x="4478" y="7335"/>
                    <a:pt x="4192" y="7192"/>
                  </a:cubicBezTo>
                  <a:lnTo>
                    <a:pt x="4192" y="7049"/>
                  </a:lnTo>
                  <a:cubicBezTo>
                    <a:pt x="4192" y="6478"/>
                    <a:pt x="4645" y="6025"/>
                    <a:pt x="5192" y="6025"/>
                  </a:cubicBezTo>
                  <a:close/>
                  <a:moveTo>
                    <a:pt x="8598" y="4763"/>
                  </a:moveTo>
                  <a:cubicBezTo>
                    <a:pt x="8693" y="4787"/>
                    <a:pt x="8764" y="4882"/>
                    <a:pt x="8764" y="5001"/>
                  </a:cubicBezTo>
                  <a:lnTo>
                    <a:pt x="8764" y="8764"/>
                  </a:lnTo>
                  <a:lnTo>
                    <a:pt x="1596" y="8764"/>
                  </a:lnTo>
                  <a:lnTo>
                    <a:pt x="1596" y="5001"/>
                  </a:lnTo>
                  <a:cubicBezTo>
                    <a:pt x="1596" y="4882"/>
                    <a:pt x="1692" y="4787"/>
                    <a:pt x="1811" y="4763"/>
                  </a:cubicBezTo>
                  <a:lnTo>
                    <a:pt x="2573" y="4763"/>
                  </a:lnTo>
                  <a:cubicBezTo>
                    <a:pt x="2549" y="4906"/>
                    <a:pt x="2549" y="5049"/>
                    <a:pt x="2549" y="5168"/>
                  </a:cubicBezTo>
                  <a:cubicBezTo>
                    <a:pt x="2549" y="6621"/>
                    <a:pt x="3740" y="7811"/>
                    <a:pt x="5192" y="7811"/>
                  </a:cubicBezTo>
                  <a:cubicBezTo>
                    <a:pt x="6693" y="7811"/>
                    <a:pt x="7836" y="6621"/>
                    <a:pt x="7836" y="5168"/>
                  </a:cubicBezTo>
                  <a:cubicBezTo>
                    <a:pt x="7836" y="5025"/>
                    <a:pt x="7836" y="4906"/>
                    <a:pt x="7812" y="4763"/>
                  </a:cubicBezTo>
                  <a:close/>
                  <a:moveTo>
                    <a:pt x="5168" y="0"/>
                  </a:moveTo>
                  <a:cubicBezTo>
                    <a:pt x="4716" y="0"/>
                    <a:pt x="4359" y="357"/>
                    <a:pt x="4359" y="786"/>
                  </a:cubicBezTo>
                  <a:cubicBezTo>
                    <a:pt x="4359" y="1191"/>
                    <a:pt x="4645" y="1477"/>
                    <a:pt x="5002" y="1596"/>
                  </a:cubicBezTo>
                  <a:lnTo>
                    <a:pt x="5002" y="2572"/>
                  </a:lnTo>
                  <a:cubicBezTo>
                    <a:pt x="4454" y="2620"/>
                    <a:pt x="3978" y="2810"/>
                    <a:pt x="3597" y="3120"/>
                  </a:cubicBezTo>
                  <a:lnTo>
                    <a:pt x="3597" y="2167"/>
                  </a:lnTo>
                  <a:cubicBezTo>
                    <a:pt x="3597" y="2048"/>
                    <a:pt x="3501" y="1953"/>
                    <a:pt x="3382" y="1953"/>
                  </a:cubicBezTo>
                  <a:lnTo>
                    <a:pt x="1596" y="1953"/>
                  </a:lnTo>
                  <a:cubicBezTo>
                    <a:pt x="1501" y="1596"/>
                    <a:pt x="1191" y="1334"/>
                    <a:pt x="787" y="1334"/>
                  </a:cubicBezTo>
                  <a:cubicBezTo>
                    <a:pt x="358" y="1334"/>
                    <a:pt x="1" y="1691"/>
                    <a:pt x="1" y="2143"/>
                  </a:cubicBezTo>
                  <a:cubicBezTo>
                    <a:pt x="1" y="2572"/>
                    <a:pt x="358" y="2929"/>
                    <a:pt x="787" y="2929"/>
                  </a:cubicBezTo>
                  <a:cubicBezTo>
                    <a:pt x="1191" y="2929"/>
                    <a:pt x="1477" y="2667"/>
                    <a:pt x="1596" y="2310"/>
                  </a:cubicBezTo>
                  <a:lnTo>
                    <a:pt x="3216" y="2310"/>
                  </a:lnTo>
                  <a:lnTo>
                    <a:pt x="3216" y="3453"/>
                  </a:lnTo>
                  <a:cubicBezTo>
                    <a:pt x="3001" y="3715"/>
                    <a:pt x="2811" y="4001"/>
                    <a:pt x="2692" y="4334"/>
                  </a:cubicBezTo>
                  <a:lnTo>
                    <a:pt x="1834" y="4334"/>
                  </a:lnTo>
                  <a:cubicBezTo>
                    <a:pt x="1501" y="4334"/>
                    <a:pt x="1215" y="4596"/>
                    <a:pt x="1215" y="4954"/>
                  </a:cubicBezTo>
                  <a:lnTo>
                    <a:pt x="1215" y="8740"/>
                  </a:lnTo>
                  <a:lnTo>
                    <a:pt x="787" y="8740"/>
                  </a:lnTo>
                  <a:cubicBezTo>
                    <a:pt x="668" y="8740"/>
                    <a:pt x="596" y="8835"/>
                    <a:pt x="596" y="8954"/>
                  </a:cubicBezTo>
                  <a:lnTo>
                    <a:pt x="596" y="9574"/>
                  </a:lnTo>
                  <a:cubicBezTo>
                    <a:pt x="596" y="10026"/>
                    <a:pt x="953" y="10383"/>
                    <a:pt x="1382" y="10383"/>
                  </a:cubicBezTo>
                  <a:lnTo>
                    <a:pt x="4287" y="10383"/>
                  </a:lnTo>
                  <a:cubicBezTo>
                    <a:pt x="4406" y="10383"/>
                    <a:pt x="4478" y="10288"/>
                    <a:pt x="4478" y="10169"/>
                  </a:cubicBezTo>
                  <a:cubicBezTo>
                    <a:pt x="4478" y="10050"/>
                    <a:pt x="4406" y="9955"/>
                    <a:pt x="4287" y="9955"/>
                  </a:cubicBezTo>
                  <a:lnTo>
                    <a:pt x="1382" y="9955"/>
                  </a:lnTo>
                  <a:cubicBezTo>
                    <a:pt x="1144" y="9955"/>
                    <a:pt x="977" y="9788"/>
                    <a:pt x="977" y="9550"/>
                  </a:cubicBezTo>
                  <a:lnTo>
                    <a:pt x="977" y="9121"/>
                  </a:lnTo>
                  <a:lnTo>
                    <a:pt x="9360" y="9121"/>
                  </a:lnTo>
                  <a:lnTo>
                    <a:pt x="9360" y="9550"/>
                  </a:lnTo>
                  <a:cubicBezTo>
                    <a:pt x="9360" y="9788"/>
                    <a:pt x="9193" y="9955"/>
                    <a:pt x="8955" y="9955"/>
                  </a:cubicBezTo>
                  <a:lnTo>
                    <a:pt x="6073" y="9955"/>
                  </a:lnTo>
                  <a:cubicBezTo>
                    <a:pt x="5954" y="9955"/>
                    <a:pt x="5859" y="10050"/>
                    <a:pt x="5859" y="10169"/>
                  </a:cubicBezTo>
                  <a:cubicBezTo>
                    <a:pt x="5859" y="10288"/>
                    <a:pt x="5954" y="10383"/>
                    <a:pt x="6073" y="10383"/>
                  </a:cubicBezTo>
                  <a:lnTo>
                    <a:pt x="8955" y="10383"/>
                  </a:lnTo>
                  <a:cubicBezTo>
                    <a:pt x="9407" y="10383"/>
                    <a:pt x="9765" y="10026"/>
                    <a:pt x="9765" y="9574"/>
                  </a:cubicBezTo>
                  <a:lnTo>
                    <a:pt x="9765" y="8954"/>
                  </a:lnTo>
                  <a:cubicBezTo>
                    <a:pt x="9765" y="8835"/>
                    <a:pt x="9669" y="8740"/>
                    <a:pt x="9550" y="8740"/>
                  </a:cubicBezTo>
                  <a:lnTo>
                    <a:pt x="9122" y="8740"/>
                  </a:lnTo>
                  <a:lnTo>
                    <a:pt x="9122" y="4954"/>
                  </a:lnTo>
                  <a:cubicBezTo>
                    <a:pt x="9122" y="4644"/>
                    <a:pt x="8860" y="4334"/>
                    <a:pt x="8503" y="4334"/>
                  </a:cubicBezTo>
                  <a:lnTo>
                    <a:pt x="7645" y="4334"/>
                  </a:lnTo>
                  <a:cubicBezTo>
                    <a:pt x="7550" y="4001"/>
                    <a:pt x="7383" y="3715"/>
                    <a:pt x="7169" y="3477"/>
                  </a:cubicBezTo>
                  <a:lnTo>
                    <a:pt x="7169" y="2310"/>
                  </a:lnTo>
                  <a:lnTo>
                    <a:pt x="8741" y="2310"/>
                  </a:lnTo>
                  <a:cubicBezTo>
                    <a:pt x="8836" y="2667"/>
                    <a:pt x="9169" y="2929"/>
                    <a:pt x="9550" y="2929"/>
                  </a:cubicBezTo>
                  <a:cubicBezTo>
                    <a:pt x="10003" y="2929"/>
                    <a:pt x="10360" y="2572"/>
                    <a:pt x="10360" y="2143"/>
                  </a:cubicBezTo>
                  <a:cubicBezTo>
                    <a:pt x="10360" y="1691"/>
                    <a:pt x="10027" y="1334"/>
                    <a:pt x="9574" y="1334"/>
                  </a:cubicBezTo>
                  <a:cubicBezTo>
                    <a:pt x="9193" y="1334"/>
                    <a:pt x="8884" y="1596"/>
                    <a:pt x="8764" y="1953"/>
                  </a:cubicBezTo>
                  <a:lnTo>
                    <a:pt x="6978" y="1953"/>
                  </a:lnTo>
                  <a:cubicBezTo>
                    <a:pt x="6859" y="1953"/>
                    <a:pt x="6788" y="2048"/>
                    <a:pt x="6788" y="2167"/>
                  </a:cubicBezTo>
                  <a:lnTo>
                    <a:pt x="6788" y="3144"/>
                  </a:lnTo>
                  <a:cubicBezTo>
                    <a:pt x="6359" y="2810"/>
                    <a:pt x="5883" y="2644"/>
                    <a:pt x="5359" y="2572"/>
                  </a:cubicBezTo>
                  <a:lnTo>
                    <a:pt x="5359" y="1596"/>
                  </a:lnTo>
                  <a:cubicBezTo>
                    <a:pt x="5716" y="1500"/>
                    <a:pt x="5978" y="1191"/>
                    <a:pt x="5978" y="786"/>
                  </a:cubicBezTo>
                  <a:cubicBezTo>
                    <a:pt x="5978" y="357"/>
                    <a:pt x="5621" y="0"/>
                    <a:pt x="5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97"/>
            <p:cNvSpPr/>
            <p:nvPr/>
          </p:nvSpPr>
          <p:spPr>
            <a:xfrm>
              <a:off x="3428585" y="3935351"/>
              <a:ext cx="14065" cy="13311"/>
            </a:xfrm>
            <a:custGeom>
              <a:rect b="b" l="l" r="r" t="t"/>
              <a:pathLst>
                <a:path extrusionOk="0" h="406" w="429">
                  <a:moveTo>
                    <a:pt x="214" y="0"/>
                  </a:moveTo>
                  <a:cubicBezTo>
                    <a:pt x="95" y="0"/>
                    <a:pt x="0" y="72"/>
                    <a:pt x="0" y="191"/>
                  </a:cubicBezTo>
                  <a:cubicBezTo>
                    <a:pt x="0" y="310"/>
                    <a:pt x="95" y="405"/>
                    <a:pt x="214" y="405"/>
                  </a:cubicBezTo>
                  <a:cubicBezTo>
                    <a:pt x="334" y="405"/>
                    <a:pt x="429" y="310"/>
                    <a:pt x="429" y="191"/>
                  </a:cubicBezTo>
                  <a:cubicBezTo>
                    <a:pt x="429" y="72"/>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8" name="Google Shape;21998;p97"/>
          <p:cNvGrpSpPr/>
          <p:nvPr/>
        </p:nvGrpSpPr>
        <p:grpSpPr>
          <a:xfrm>
            <a:off x="2513584" y="3452675"/>
            <a:ext cx="343554" cy="345915"/>
            <a:chOff x="2505720" y="3605075"/>
            <a:chExt cx="343554" cy="345915"/>
          </a:xfrm>
        </p:grpSpPr>
        <p:sp>
          <p:nvSpPr>
            <p:cNvPr id="21999" name="Google Shape;21999;p97"/>
            <p:cNvSpPr/>
            <p:nvPr/>
          </p:nvSpPr>
          <p:spPr>
            <a:xfrm>
              <a:off x="2512736" y="3633204"/>
              <a:ext cx="329522" cy="309195"/>
            </a:xfrm>
            <a:custGeom>
              <a:rect b="b" l="l" r="r" t="t"/>
              <a:pathLst>
                <a:path extrusionOk="0" h="9431" w="10051">
                  <a:moveTo>
                    <a:pt x="2382" y="0"/>
                  </a:moveTo>
                  <a:cubicBezTo>
                    <a:pt x="2144" y="0"/>
                    <a:pt x="1954" y="191"/>
                    <a:pt x="1954" y="429"/>
                  </a:cubicBezTo>
                  <a:lnTo>
                    <a:pt x="1954" y="6739"/>
                  </a:lnTo>
                  <a:lnTo>
                    <a:pt x="1" y="6739"/>
                  </a:lnTo>
                  <a:lnTo>
                    <a:pt x="1" y="7692"/>
                  </a:lnTo>
                  <a:cubicBezTo>
                    <a:pt x="1" y="7930"/>
                    <a:pt x="167" y="8097"/>
                    <a:pt x="406" y="8097"/>
                  </a:cubicBezTo>
                  <a:lnTo>
                    <a:pt x="3787" y="8097"/>
                  </a:lnTo>
                  <a:lnTo>
                    <a:pt x="3787" y="9431"/>
                  </a:lnTo>
                  <a:lnTo>
                    <a:pt x="6240" y="9431"/>
                  </a:lnTo>
                  <a:lnTo>
                    <a:pt x="6240" y="8097"/>
                  </a:lnTo>
                  <a:lnTo>
                    <a:pt x="9622" y="8097"/>
                  </a:lnTo>
                  <a:cubicBezTo>
                    <a:pt x="9860" y="8097"/>
                    <a:pt x="10050" y="7930"/>
                    <a:pt x="10050" y="7692"/>
                  </a:cubicBezTo>
                  <a:lnTo>
                    <a:pt x="10050" y="6739"/>
                  </a:lnTo>
                  <a:lnTo>
                    <a:pt x="8098" y="6739"/>
                  </a:lnTo>
                  <a:lnTo>
                    <a:pt x="8098" y="429"/>
                  </a:lnTo>
                  <a:cubicBezTo>
                    <a:pt x="8098" y="191"/>
                    <a:pt x="7907" y="0"/>
                    <a:pt x="766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97"/>
            <p:cNvSpPr/>
            <p:nvPr/>
          </p:nvSpPr>
          <p:spPr>
            <a:xfrm>
              <a:off x="2778197" y="3673792"/>
              <a:ext cx="64062" cy="180383"/>
            </a:xfrm>
            <a:custGeom>
              <a:rect b="b" l="l" r="r" t="t"/>
              <a:pathLst>
                <a:path extrusionOk="0" h="5502" w="1954">
                  <a:moveTo>
                    <a:pt x="1" y="0"/>
                  </a:moveTo>
                  <a:lnTo>
                    <a:pt x="1" y="5501"/>
                  </a:lnTo>
                  <a:lnTo>
                    <a:pt x="1953" y="5501"/>
                  </a:lnTo>
                  <a:lnTo>
                    <a:pt x="1953" y="405"/>
                  </a:lnTo>
                  <a:cubicBezTo>
                    <a:pt x="1953" y="167"/>
                    <a:pt x="1787"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97"/>
            <p:cNvSpPr/>
            <p:nvPr/>
          </p:nvSpPr>
          <p:spPr>
            <a:xfrm>
              <a:off x="2637680" y="3612123"/>
              <a:ext cx="80422" cy="40621"/>
            </a:xfrm>
            <a:custGeom>
              <a:rect b="b" l="l" r="r" t="t"/>
              <a:pathLst>
                <a:path extrusionOk="0" h="1239" w="2453">
                  <a:moveTo>
                    <a:pt x="405" y="0"/>
                  </a:moveTo>
                  <a:cubicBezTo>
                    <a:pt x="167" y="0"/>
                    <a:pt x="0" y="167"/>
                    <a:pt x="0" y="405"/>
                  </a:cubicBezTo>
                  <a:lnTo>
                    <a:pt x="0" y="834"/>
                  </a:lnTo>
                  <a:cubicBezTo>
                    <a:pt x="0" y="1072"/>
                    <a:pt x="167" y="1238"/>
                    <a:pt x="405" y="1238"/>
                  </a:cubicBezTo>
                  <a:lnTo>
                    <a:pt x="2048" y="1238"/>
                  </a:lnTo>
                  <a:cubicBezTo>
                    <a:pt x="2239" y="1238"/>
                    <a:pt x="2429" y="1072"/>
                    <a:pt x="2453" y="834"/>
                  </a:cubicBezTo>
                  <a:lnTo>
                    <a:pt x="2453" y="405"/>
                  </a:lnTo>
                  <a:cubicBezTo>
                    <a:pt x="2453" y="167"/>
                    <a:pt x="2286" y="0"/>
                    <a:pt x="204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97"/>
            <p:cNvSpPr/>
            <p:nvPr/>
          </p:nvSpPr>
          <p:spPr>
            <a:xfrm>
              <a:off x="2512736" y="3673792"/>
              <a:ext cx="64062" cy="180383"/>
            </a:xfrm>
            <a:custGeom>
              <a:rect b="b" l="l" r="r" t="t"/>
              <a:pathLst>
                <a:path extrusionOk="0" h="5502" w="1954">
                  <a:moveTo>
                    <a:pt x="406" y="0"/>
                  </a:moveTo>
                  <a:cubicBezTo>
                    <a:pt x="167" y="0"/>
                    <a:pt x="1" y="167"/>
                    <a:pt x="1" y="405"/>
                  </a:cubicBezTo>
                  <a:lnTo>
                    <a:pt x="1" y="5501"/>
                  </a:lnTo>
                  <a:lnTo>
                    <a:pt x="1954" y="5501"/>
                  </a:lnTo>
                  <a:lnTo>
                    <a:pt x="195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97"/>
            <p:cNvSpPr/>
            <p:nvPr/>
          </p:nvSpPr>
          <p:spPr>
            <a:xfrm>
              <a:off x="2610337" y="3687070"/>
              <a:ext cx="13311" cy="13311"/>
            </a:xfrm>
            <a:custGeom>
              <a:rect b="b" l="l" r="r" t="t"/>
              <a:pathLst>
                <a:path extrusionOk="0" h="406" w="406">
                  <a:moveTo>
                    <a:pt x="191" y="0"/>
                  </a:moveTo>
                  <a:cubicBezTo>
                    <a:pt x="72" y="0"/>
                    <a:pt x="1" y="95"/>
                    <a:pt x="1" y="215"/>
                  </a:cubicBezTo>
                  <a:cubicBezTo>
                    <a:pt x="1" y="334"/>
                    <a:pt x="72" y="405"/>
                    <a:pt x="191" y="405"/>
                  </a:cubicBezTo>
                  <a:cubicBezTo>
                    <a:pt x="310" y="405"/>
                    <a:pt x="405" y="334"/>
                    <a:pt x="405" y="215"/>
                  </a:cubicBezTo>
                  <a:cubicBezTo>
                    <a:pt x="405" y="95"/>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97"/>
            <p:cNvSpPr/>
            <p:nvPr/>
          </p:nvSpPr>
          <p:spPr>
            <a:xfrm>
              <a:off x="2610337" y="3726871"/>
              <a:ext cx="13311" cy="14098"/>
            </a:xfrm>
            <a:custGeom>
              <a:rect b="b" l="l" r="r" t="t"/>
              <a:pathLst>
                <a:path extrusionOk="0" h="430" w="406">
                  <a:moveTo>
                    <a:pt x="191" y="1"/>
                  </a:moveTo>
                  <a:cubicBezTo>
                    <a:pt x="72" y="1"/>
                    <a:pt x="1" y="96"/>
                    <a:pt x="1" y="215"/>
                  </a:cubicBezTo>
                  <a:cubicBezTo>
                    <a:pt x="1" y="334"/>
                    <a:pt x="72" y="429"/>
                    <a:pt x="191" y="429"/>
                  </a:cubicBezTo>
                  <a:cubicBezTo>
                    <a:pt x="310" y="429"/>
                    <a:pt x="405" y="334"/>
                    <a:pt x="405" y="215"/>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97"/>
            <p:cNvSpPr/>
            <p:nvPr/>
          </p:nvSpPr>
          <p:spPr>
            <a:xfrm>
              <a:off x="2610337" y="3767491"/>
              <a:ext cx="13311" cy="13278"/>
            </a:xfrm>
            <a:custGeom>
              <a:rect b="b" l="l" r="r" t="t"/>
              <a:pathLst>
                <a:path extrusionOk="0" h="405" w="406">
                  <a:moveTo>
                    <a:pt x="191" y="0"/>
                  </a:moveTo>
                  <a:cubicBezTo>
                    <a:pt x="72" y="0"/>
                    <a:pt x="1" y="72"/>
                    <a:pt x="1" y="191"/>
                  </a:cubicBezTo>
                  <a:cubicBezTo>
                    <a:pt x="1" y="310"/>
                    <a:pt x="72" y="405"/>
                    <a:pt x="191" y="405"/>
                  </a:cubicBezTo>
                  <a:cubicBezTo>
                    <a:pt x="310" y="405"/>
                    <a:pt x="405" y="310"/>
                    <a:pt x="405" y="191"/>
                  </a:cubicBezTo>
                  <a:cubicBezTo>
                    <a:pt x="405" y="72"/>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97"/>
            <p:cNvSpPr/>
            <p:nvPr/>
          </p:nvSpPr>
          <p:spPr>
            <a:xfrm>
              <a:off x="2610337" y="3807292"/>
              <a:ext cx="13311" cy="13311"/>
            </a:xfrm>
            <a:custGeom>
              <a:rect b="b" l="l" r="r" t="t"/>
              <a:pathLst>
                <a:path extrusionOk="0" h="406" w="406">
                  <a:moveTo>
                    <a:pt x="191" y="1"/>
                  </a:moveTo>
                  <a:cubicBezTo>
                    <a:pt x="72" y="1"/>
                    <a:pt x="1" y="96"/>
                    <a:pt x="1" y="215"/>
                  </a:cubicBezTo>
                  <a:cubicBezTo>
                    <a:pt x="1" y="310"/>
                    <a:pt x="72" y="405"/>
                    <a:pt x="191" y="405"/>
                  </a:cubicBezTo>
                  <a:cubicBezTo>
                    <a:pt x="310" y="405"/>
                    <a:pt x="405" y="310"/>
                    <a:pt x="405" y="215"/>
                  </a:cubicBezTo>
                  <a:cubicBezTo>
                    <a:pt x="405"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97"/>
            <p:cNvSpPr/>
            <p:nvPr/>
          </p:nvSpPr>
          <p:spPr>
            <a:xfrm>
              <a:off x="2505720" y="3605075"/>
              <a:ext cx="343554" cy="345915"/>
            </a:xfrm>
            <a:custGeom>
              <a:rect b="b" l="l" r="r" t="t"/>
              <a:pathLst>
                <a:path extrusionOk="0" h="10551" w="10479">
                  <a:moveTo>
                    <a:pt x="6073" y="453"/>
                  </a:moveTo>
                  <a:cubicBezTo>
                    <a:pt x="6192" y="453"/>
                    <a:pt x="6264" y="548"/>
                    <a:pt x="6264" y="668"/>
                  </a:cubicBezTo>
                  <a:lnTo>
                    <a:pt x="6264" y="1072"/>
                  </a:lnTo>
                  <a:cubicBezTo>
                    <a:pt x="6264" y="1191"/>
                    <a:pt x="6192" y="1287"/>
                    <a:pt x="6073" y="1287"/>
                  </a:cubicBezTo>
                  <a:lnTo>
                    <a:pt x="4430" y="1287"/>
                  </a:lnTo>
                  <a:cubicBezTo>
                    <a:pt x="4311" y="1287"/>
                    <a:pt x="4216" y="1191"/>
                    <a:pt x="4216" y="1072"/>
                  </a:cubicBezTo>
                  <a:lnTo>
                    <a:pt x="4216" y="668"/>
                  </a:lnTo>
                  <a:cubicBezTo>
                    <a:pt x="4216" y="548"/>
                    <a:pt x="4311" y="453"/>
                    <a:pt x="4430" y="453"/>
                  </a:cubicBezTo>
                  <a:close/>
                  <a:moveTo>
                    <a:pt x="1953" y="2287"/>
                  </a:moveTo>
                  <a:lnTo>
                    <a:pt x="1953" y="7383"/>
                  </a:lnTo>
                  <a:lnTo>
                    <a:pt x="405" y="7383"/>
                  </a:lnTo>
                  <a:lnTo>
                    <a:pt x="405" y="2501"/>
                  </a:lnTo>
                  <a:cubicBezTo>
                    <a:pt x="405" y="2382"/>
                    <a:pt x="524" y="2287"/>
                    <a:pt x="620" y="2287"/>
                  </a:cubicBezTo>
                  <a:close/>
                  <a:moveTo>
                    <a:pt x="9860" y="2287"/>
                  </a:moveTo>
                  <a:cubicBezTo>
                    <a:pt x="9979" y="2287"/>
                    <a:pt x="10050" y="2382"/>
                    <a:pt x="10050" y="2501"/>
                  </a:cubicBezTo>
                  <a:lnTo>
                    <a:pt x="10050" y="7383"/>
                  </a:lnTo>
                  <a:lnTo>
                    <a:pt x="8502" y="7383"/>
                  </a:lnTo>
                  <a:lnTo>
                    <a:pt x="8502" y="2287"/>
                  </a:lnTo>
                  <a:close/>
                  <a:moveTo>
                    <a:pt x="7907" y="1049"/>
                  </a:moveTo>
                  <a:cubicBezTo>
                    <a:pt x="8026" y="1049"/>
                    <a:pt x="8121" y="1144"/>
                    <a:pt x="8121" y="1263"/>
                  </a:cubicBezTo>
                  <a:lnTo>
                    <a:pt x="8121" y="7383"/>
                  </a:lnTo>
                  <a:lnTo>
                    <a:pt x="6168" y="7383"/>
                  </a:lnTo>
                  <a:cubicBezTo>
                    <a:pt x="6073" y="7383"/>
                    <a:pt x="5954" y="7455"/>
                    <a:pt x="5954" y="7574"/>
                  </a:cubicBezTo>
                  <a:cubicBezTo>
                    <a:pt x="5930" y="7693"/>
                    <a:pt x="6049" y="7812"/>
                    <a:pt x="6168" y="7812"/>
                  </a:cubicBezTo>
                  <a:lnTo>
                    <a:pt x="10050" y="7812"/>
                  </a:lnTo>
                  <a:lnTo>
                    <a:pt x="10050" y="8550"/>
                  </a:lnTo>
                  <a:cubicBezTo>
                    <a:pt x="10050" y="8645"/>
                    <a:pt x="9979" y="8717"/>
                    <a:pt x="9836" y="8717"/>
                  </a:cubicBezTo>
                  <a:lnTo>
                    <a:pt x="620" y="8717"/>
                  </a:lnTo>
                  <a:cubicBezTo>
                    <a:pt x="501" y="8717"/>
                    <a:pt x="405" y="8645"/>
                    <a:pt x="405" y="8526"/>
                  </a:cubicBezTo>
                  <a:lnTo>
                    <a:pt x="405" y="7764"/>
                  </a:lnTo>
                  <a:lnTo>
                    <a:pt x="4311" y="7764"/>
                  </a:lnTo>
                  <a:cubicBezTo>
                    <a:pt x="4406" y="7764"/>
                    <a:pt x="4525" y="7717"/>
                    <a:pt x="4525" y="7597"/>
                  </a:cubicBezTo>
                  <a:cubicBezTo>
                    <a:pt x="4549" y="7478"/>
                    <a:pt x="4430" y="7359"/>
                    <a:pt x="4311" y="7359"/>
                  </a:cubicBezTo>
                  <a:lnTo>
                    <a:pt x="2382" y="7359"/>
                  </a:lnTo>
                  <a:lnTo>
                    <a:pt x="2382" y="1263"/>
                  </a:lnTo>
                  <a:cubicBezTo>
                    <a:pt x="2382" y="1144"/>
                    <a:pt x="2477" y="1049"/>
                    <a:pt x="2596" y="1049"/>
                  </a:cubicBezTo>
                  <a:lnTo>
                    <a:pt x="3811" y="1049"/>
                  </a:lnTo>
                  <a:cubicBezTo>
                    <a:pt x="3811" y="1382"/>
                    <a:pt x="4073" y="1668"/>
                    <a:pt x="4430" y="1668"/>
                  </a:cubicBezTo>
                  <a:lnTo>
                    <a:pt x="6073" y="1668"/>
                  </a:lnTo>
                  <a:cubicBezTo>
                    <a:pt x="6407" y="1668"/>
                    <a:pt x="6692" y="1406"/>
                    <a:pt x="6692" y="1049"/>
                  </a:cubicBezTo>
                  <a:close/>
                  <a:moveTo>
                    <a:pt x="6240" y="9145"/>
                  </a:moveTo>
                  <a:lnTo>
                    <a:pt x="6240" y="10098"/>
                  </a:lnTo>
                  <a:lnTo>
                    <a:pt x="4216" y="10098"/>
                  </a:lnTo>
                  <a:lnTo>
                    <a:pt x="4216" y="9145"/>
                  </a:lnTo>
                  <a:close/>
                  <a:moveTo>
                    <a:pt x="4406" y="1"/>
                  </a:moveTo>
                  <a:cubicBezTo>
                    <a:pt x="4073" y="1"/>
                    <a:pt x="3763" y="263"/>
                    <a:pt x="3763" y="620"/>
                  </a:cubicBezTo>
                  <a:lnTo>
                    <a:pt x="2572" y="620"/>
                  </a:lnTo>
                  <a:cubicBezTo>
                    <a:pt x="2263" y="620"/>
                    <a:pt x="1953" y="882"/>
                    <a:pt x="1953" y="1263"/>
                  </a:cubicBezTo>
                  <a:lnTo>
                    <a:pt x="1953" y="1882"/>
                  </a:lnTo>
                  <a:lnTo>
                    <a:pt x="620" y="1882"/>
                  </a:lnTo>
                  <a:cubicBezTo>
                    <a:pt x="286" y="1882"/>
                    <a:pt x="0" y="2144"/>
                    <a:pt x="0" y="2501"/>
                  </a:cubicBezTo>
                  <a:lnTo>
                    <a:pt x="0" y="8550"/>
                  </a:lnTo>
                  <a:cubicBezTo>
                    <a:pt x="0" y="8883"/>
                    <a:pt x="262" y="9169"/>
                    <a:pt x="620" y="9169"/>
                  </a:cubicBezTo>
                  <a:lnTo>
                    <a:pt x="3811" y="9169"/>
                  </a:lnTo>
                  <a:lnTo>
                    <a:pt x="3811" y="10122"/>
                  </a:lnTo>
                  <a:lnTo>
                    <a:pt x="2787" y="10122"/>
                  </a:lnTo>
                  <a:cubicBezTo>
                    <a:pt x="2691" y="10122"/>
                    <a:pt x="2572" y="10193"/>
                    <a:pt x="2572" y="10312"/>
                  </a:cubicBezTo>
                  <a:cubicBezTo>
                    <a:pt x="2549" y="10431"/>
                    <a:pt x="2668" y="10550"/>
                    <a:pt x="2787" y="10550"/>
                  </a:cubicBezTo>
                  <a:lnTo>
                    <a:pt x="7669" y="10550"/>
                  </a:lnTo>
                  <a:cubicBezTo>
                    <a:pt x="7764" y="10550"/>
                    <a:pt x="7883" y="10479"/>
                    <a:pt x="7883" y="10360"/>
                  </a:cubicBezTo>
                  <a:cubicBezTo>
                    <a:pt x="7907" y="10241"/>
                    <a:pt x="7788" y="10122"/>
                    <a:pt x="7669" y="10122"/>
                  </a:cubicBezTo>
                  <a:lnTo>
                    <a:pt x="6668" y="10122"/>
                  </a:lnTo>
                  <a:lnTo>
                    <a:pt x="6668" y="9169"/>
                  </a:lnTo>
                  <a:lnTo>
                    <a:pt x="9836" y="9169"/>
                  </a:lnTo>
                  <a:cubicBezTo>
                    <a:pt x="10169" y="9169"/>
                    <a:pt x="10479" y="8907"/>
                    <a:pt x="10479" y="8550"/>
                  </a:cubicBezTo>
                  <a:lnTo>
                    <a:pt x="10479" y="2501"/>
                  </a:lnTo>
                  <a:cubicBezTo>
                    <a:pt x="10431" y="2144"/>
                    <a:pt x="10169" y="1882"/>
                    <a:pt x="9836" y="1882"/>
                  </a:cubicBezTo>
                  <a:lnTo>
                    <a:pt x="8502" y="1882"/>
                  </a:lnTo>
                  <a:lnTo>
                    <a:pt x="8502" y="1263"/>
                  </a:lnTo>
                  <a:cubicBezTo>
                    <a:pt x="8502" y="929"/>
                    <a:pt x="8240" y="620"/>
                    <a:pt x="7883" y="620"/>
                  </a:cubicBezTo>
                  <a:lnTo>
                    <a:pt x="6668" y="620"/>
                  </a:lnTo>
                  <a:cubicBezTo>
                    <a:pt x="6668" y="286"/>
                    <a:pt x="6383" y="1"/>
                    <a:pt x="60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97"/>
            <p:cNvSpPr/>
            <p:nvPr/>
          </p:nvSpPr>
          <p:spPr>
            <a:xfrm>
              <a:off x="2650171" y="3686283"/>
              <a:ext cx="94486" cy="13311"/>
            </a:xfrm>
            <a:custGeom>
              <a:rect b="b" l="l" r="r" t="t"/>
              <a:pathLst>
                <a:path extrusionOk="0" h="406" w="2882">
                  <a:moveTo>
                    <a:pt x="214" y="0"/>
                  </a:moveTo>
                  <a:cubicBezTo>
                    <a:pt x="119" y="0"/>
                    <a:pt x="0" y="48"/>
                    <a:pt x="0" y="167"/>
                  </a:cubicBezTo>
                  <a:cubicBezTo>
                    <a:pt x="0" y="334"/>
                    <a:pt x="72" y="405"/>
                    <a:pt x="214" y="405"/>
                  </a:cubicBezTo>
                  <a:lnTo>
                    <a:pt x="2644" y="405"/>
                  </a:lnTo>
                  <a:cubicBezTo>
                    <a:pt x="2739" y="405"/>
                    <a:pt x="2858" y="358"/>
                    <a:pt x="2858" y="239"/>
                  </a:cubicBezTo>
                  <a:cubicBezTo>
                    <a:pt x="2882" y="119"/>
                    <a:pt x="2763" y="0"/>
                    <a:pt x="2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97"/>
            <p:cNvSpPr/>
            <p:nvPr/>
          </p:nvSpPr>
          <p:spPr>
            <a:xfrm>
              <a:off x="2650171" y="3726084"/>
              <a:ext cx="94486" cy="14098"/>
            </a:xfrm>
            <a:custGeom>
              <a:rect b="b" l="l" r="r" t="t"/>
              <a:pathLst>
                <a:path extrusionOk="0" h="430" w="2882">
                  <a:moveTo>
                    <a:pt x="214" y="1"/>
                  </a:moveTo>
                  <a:cubicBezTo>
                    <a:pt x="119" y="1"/>
                    <a:pt x="0" y="49"/>
                    <a:pt x="0" y="191"/>
                  </a:cubicBezTo>
                  <a:cubicBezTo>
                    <a:pt x="0" y="334"/>
                    <a:pt x="72" y="430"/>
                    <a:pt x="214" y="430"/>
                  </a:cubicBezTo>
                  <a:lnTo>
                    <a:pt x="2644" y="430"/>
                  </a:lnTo>
                  <a:cubicBezTo>
                    <a:pt x="2739" y="430"/>
                    <a:pt x="2858" y="358"/>
                    <a:pt x="2858" y="239"/>
                  </a:cubicBezTo>
                  <a:cubicBezTo>
                    <a:pt x="2882" y="120"/>
                    <a:pt x="2763" y="1"/>
                    <a:pt x="2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97"/>
            <p:cNvSpPr/>
            <p:nvPr/>
          </p:nvSpPr>
          <p:spPr>
            <a:xfrm>
              <a:off x="2650171" y="3766705"/>
              <a:ext cx="94486" cy="14065"/>
            </a:xfrm>
            <a:custGeom>
              <a:rect b="b" l="l" r="r" t="t"/>
              <a:pathLst>
                <a:path extrusionOk="0" h="429" w="2882">
                  <a:moveTo>
                    <a:pt x="214" y="0"/>
                  </a:moveTo>
                  <a:cubicBezTo>
                    <a:pt x="119" y="0"/>
                    <a:pt x="0" y="72"/>
                    <a:pt x="0" y="191"/>
                  </a:cubicBezTo>
                  <a:cubicBezTo>
                    <a:pt x="0" y="310"/>
                    <a:pt x="72" y="429"/>
                    <a:pt x="214" y="429"/>
                  </a:cubicBezTo>
                  <a:lnTo>
                    <a:pt x="2644" y="429"/>
                  </a:lnTo>
                  <a:cubicBezTo>
                    <a:pt x="2739" y="429"/>
                    <a:pt x="2858" y="381"/>
                    <a:pt x="2858" y="262"/>
                  </a:cubicBezTo>
                  <a:cubicBezTo>
                    <a:pt x="2882" y="143"/>
                    <a:pt x="2763" y="0"/>
                    <a:pt x="2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97"/>
            <p:cNvSpPr/>
            <p:nvPr/>
          </p:nvSpPr>
          <p:spPr>
            <a:xfrm>
              <a:off x="2649384" y="3807292"/>
              <a:ext cx="94486" cy="13311"/>
            </a:xfrm>
            <a:custGeom>
              <a:rect b="b" l="l" r="r" t="t"/>
              <a:pathLst>
                <a:path extrusionOk="0" h="406" w="2882">
                  <a:moveTo>
                    <a:pt x="238" y="1"/>
                  </a:moveTo>
                  <a:cubicBezTo>
                    <a:pt x="143" y="1"/>
                    <a:pt x="24" y="48"/>
                    <a:pt x="24" y="167"/>
                  </a:cubicBezTo>
                  <a:cubicBezTo>
                    <a:pt x="0" y="286"/>
                    <a:pt x="119" y="405"/>
                    <a:pt x="238" y="405"/>
                  </a:cubicBezTo>
                  <a:lnTo>
                    <a:pt x="2668" y="405"/>
                  </a:lnTo>
                  <a:cubicBezTo>
                    <a:pt x="2787" y="405"/>
                    <a:pt x="2882" y="286"/>
                    <a:pt x="2882" y="167"/>
                  </a:cubicBezTo>
                  <a:cubicBezTo>
                    <a:pt x="2882" y="48"/>
                    <a:pt x="2787" y="1"/>
                    <a:pt x="2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97"/>
            <p:cNvSpPr/>
            <p:nvPr/>
          </p:nvSpPr>
          <p:spPr>
            <a:xfrm>
              <a:off x="2670465" y="3847126"/>
              <a:ext cx="13311" cy="14065"/>
            </a:xfrm>
            <a:custGeom>
              <a:rect b="b" l="l" r="r" t="t"/>
              <a:pathLst>
                <a:path extrusionOk="0" h="429" w="406">
                  <a:moveTo>
                    <a:pt x="215" y="0"/>
                  </a:moveTo>
                  <a:cubicBezTo>
                    <a:pt x="96" y="0"/>
                    <a:pt x="0" y="95"/>
                    <a:pt x="0" y="214"/>
                  </a:cubicBezTo>
                  <a:cubicBezTo>
                    <a:pt x="0" y="334"/>
                    <a:pt x="96" y="429"/>
                    <a:pt x="215" y="429"/>
                  </a:cubicBezTo>
                  <a:cubicBezTo>
                    <a:pt x="334" y="429"/>
                    <a:pt x="405" y="334"/>
                    <a:pt x="405" y="214"/>
                  </a:cubicBezTo>
                  <a:cubicBezTo>
                    <a:pt x="405" y="95"/>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3" name="Google Shape;22013;p97"/>
          <p:cNvGrpSpPr/>
          <p:nvPr/>
        </p:nvGrpSpPr>
        <p:grpSpPr>
          <a:xfrm>
            <a:off x="1755464" y="3455035"/>
            <a:ext cx="344341" cy="342374"/>
            <a:chOff x="1747600" y="3607435"/>
            <a:chExt cx="344341" cy="342374"/>
          </a:xfrm>
        </p:grpSpPr>
        <p:sp>
          <p:nvSpPr>
            <p:cNvPr id="22014" name="Google Shape;22014;p97"/>
            <p:cNvSpPr/>
            <p:nvPr/>
          </p:nvSpPr>
          <p:spPr>
            <a:xfrm>
              <a:off x="1754616" y="3831488"/>
              <a:ext cx="112485" cy="110518"/>
            </a:xfrm>
            <a:custGeom>
              <a:rect b="b" l="l" r="r" t="t"/>
              <a:pathLst>
                <a:path extrusionOk="0" h="3371" w="3431">
                  <a:moveTo>
                    <a:pt x="2573" y="1"/>
                  </a:moveTo>
                  <a:lnTo>
                    <a:pt x="263" y="2335"/>
                  </a:lnTo>
                  <a:cubicBezTo>
                    <a:pt x="1" y="2573"/>
                    <a:pt x="1" y="2954"/>
                    <a:pt x="263" y="3192"/>
                  </a:cubicBezTo>
                  <a:cubicBezTo>
                    <a:pt x="382" y="3311"/>
                    <a:pt x="537" y="3371"/>
                    <a:pt x="692" y="3371"/>
                  </a:cubicBezTo>
                  <a:cubicBezTo>
                    <a:pt x="846" y="3371"/>
                    <a:pt x="1001" y="3311"/>
                    <a:pt x="1120" y="3192"/>
                  </a:cubicBezTo>
                  <a:lnTo>
                    <a:pt x="3430" y="858"/>
                  </a:lnTo>
                  <a:cubicBezTo>
                    <a:pt x="3121" y="620"/>
                    <a:pt x="2811" y="334"/>
                    <a:pt x="257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15" name="Google Shape;22015;p97"/>
            <p:cNvGrpSpPr/>
            <p:nvPr/>
          </p:nvGrpSpPr>
          <p:grpSpPr>
            <a:xfrm>
              <a:off x="1838939" y="3612877"/>
              <a:ext cx="245986" cy="246773"/>
              <a:chOff x="1838939" y="3612877"/>
              <a:chExt cx="245986" cy="246773"/>
            </a:xfrm>
          </p:grpSpPr>
          <p:sp>
            <p:nvSpPr>
              <p:cNvPr id="22016" name="Google Shape;22016;p97"/>
              <p:cNvSpPr/>
              <p:nvPr/>
            </p:nvSpPr>
            <p:spPr>
              <a:xfrm>
                <a:off x="1845201" y="3612877"/>
                <a:ext cx="239724" cy="240511"/>
              </a:xfrm>
              <a:custGeom>
                <a:rect b="b" l="l" r="r" t="t"/>
                <a:pathLst>
                  <a:path extrusionOk="0" h="7336" w="7312">
                    <a:moveTo>
                      <a:pt x="3644" y="1"/>
                    </a:moveTo>
                    <a:cubicBezTo>
                      <a:pt x="1620" y="1"/>
                      <a:pt x="0" y="1644"/>
                      <a:pt x="0" y="3668"/>
                    </a:cubicBezTo>
                    <a:cubicBezTo>
                      <a:pt x="0" y="5716"/>
                      <a:pt x="1667" y="7336"/>
                      <a:pt x="3644" y="7336"/>
                    </a:cubicBezTo>
                    <a:cubicBezTo>
                      <a:pt x="5668" y="7336"/>
                      <a:pt x="7311" y="5692"/>
                      <a:pt x="7311" y="3668"/>
                    </a:cubicBezTo>
                    <a:cubicBezTo>
                      <a:pt x="7311" y="1644"/>
                      <a:pt x="5668" y="1"/>
                      <a:pt x="364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97"/>
              <p:cNvSpPr/>
              <p:nvPr/>
            </p:nvSpPr>
            <p:spPr>
              <a:xfrm>
                <a:off x="1886576" y="3655039"/>
                <a:ext cx="159302" cy="159302"/>
              </a:xfrm>
              <a:custGeom>
                <a:rect b="b" l="l" r="r" t="t"/>
                <a:pathLst>
                  <a:path extrusionOk="0" h="4859" w="4859">
                    <a:moveTo>
                      <a:pt x="1858" y="1"/>
                    </a:moveTo>
                    <a:cubicBezTo>
                      <a:pt x="786" y="287"/>
                      <a:pt x="1" y="1239"/>
                      <a:pt x="1" y="2382"/>
                    </a:cubicBezTo>
                    <a:lnTo>
                      <a:pt x="1834" y="2382"/>
                    </a:lnTo>
                    <a:cubicBezTo>
                      <a:pt x="2144" y="2382"/>
                      <a:pt x="2430" y="2620"/>
                      <a:pt x="2453" y="2930"/>
                    </a:cubicBezTo>
                    <a:cubicBezTo>
                      <a:pt x="2453" y="3287"/>
                      <a:pt x="2191" y="3597"/>
                      <a:pt x="1834" y="3597"/>
                    </a:cubicBezTo>
                    <a:cubicBezTo>
                      <a:pt x="1477" y="3597"/>
                      <a:pt x="1191" y="3883"/>
                      <a:pt x="1191" y="4216"/>
                    </a:cubicBezTo>
                    <a:lnTo>
                      <a:pt x="1191" y="4526"/>
                    </a:lnTo>
                    <a:cubicBezTo>
                      <a:pt x="1548" y="4740"/>
                      <a:pt x="1977" y="4859"/>
                      <a:pt x="2430" y="4859"/>
                    </a:cubicBezTo>
                    <a:cubicBezTo>
                      <a:pt x="3763" y="4859"/>
                      <a:pt x="4859" y="3740"/>
                      <a:pt x="4859" y="2406"/>
                    </a:cubicBezTo>
                    <a:lnTo>
                      <a:pt x="3644" y="2406"/>
                    </a:lnTo>
                    <a:cubicBezTo>
                      <a:pt x="3287" y="2406"/>
                      <a:pt x="3025" y="2144"/>
                      <a:pt x="3073" y="1787"/>
                    </a:cubicBezTo>
                    <a:cubicBezTo>
                      <a:pt x="3073" y="1430"/>
                      <a:pt x="2811" y="1168"/>
                      <a:pt x="2477" y="1168"/>
                    </a:cubicBezTo>
                    <a:cubicBezTo>
                      <a:pt x="2120" y="1168"/>
                      <a:pt x="1858" y="858"/>
                      <a:pt x="1858" y="525"/>
                    </a:cubicBezTo>
                    <a:lnTo>
                      <a:pt x="1858"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97"/>
              <p:cNvSpPr/>
              <p:nvPr/>
            </p:nvSpPr>
            <p:spPr>
              <a:xfrm>
                <a:off x="1838939" y="3803391"/>
                <a:ext cx="57046" cy="56259"/>
              </a:xfrm>
              <a:custGeom>
                <a:rect b="b" l="l" r="r" t="t"/>
                <a:pathLst>
                  <a:path extrusionOk="0" h="1716" w="1740">
                    <a:moveTo>
                      <a:pt x="858" y="1"/>
                    </a:moveTo>
                    <a:lnTo>
                      <a:pt x="1" y="858"/>
                    </a:lnTo>
                    <a:cubicBezTo>
                      <a:pt x="239" y="1191"/>
                      <a:pt x="549" y="1477"/>
                      <a:pt x="858" y="1715"/>
                    </a:cubicBezTo>
                    <a:lnTo>
                      <a:pt x="1739" y="858"/>
                    </a:lnTo>
                    <a:cubicBezTo>
                      <a:pt x="1406" y="620"/>
                      <a:pt x="1096" y="334"/>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97"/>
              <p:cNvSpPr/>
              <p:nvPr/>
            </p:nvSpPr>
            <p:spPr>
              <a:xfrm>
                <a:off x="1877986" y="3647236"/>
                <a:ext cx="174154" cy="173367"/>
              </a:xfrm>
              <a:custGeom>
                <a:rect b="b" l="l" r="r" t="t"/>
                <a:pathLst>
                  <a:path extrusionOk="0" h="5288" w="5312">
                    <a:moveTo>
                      <a:pt x="2692" y="406"/>
                    </a:moveTo>
                    <a:cubicBezTo>
                      <a:pt x="3835" y="406"/>
                      <a:pt x="4787" y="1310"/>
                      <a:pt x="4906" y="2430"/>
                    </a:cubicBezTo>
                    <a:lnTo>
                      <a:pt x="3906" y="2430"/>
                    </a:lnTo>
                    <a:cubicBezTo>
                      <a:pt x="3668" y="2430"/>
                      <a:pt x="3477" y="2263"/>
                      <a:pt x="3477" y="2025"/>
                    </a:cubicBezTo>
                    <a:cubicBezTo>
                      <a:pt x="3477" y="1572"/>
                      <a:pt x="3120" y="1215"/>
                      <a:pt x="2692" y="1215"/>
                    </a:cubicBezTo>
                    <a:cubicBezTo>
                      <a:pt x="2453" y="1215"/>
                      <a:pt x="2263" y="1049"/>
                      <a:pt x="2263" y="810"/>
                    </a:cubicBezTo>
                    <a:lnTo>
                      <a:pt x="2263" y="453"/>
                    </a:lnTo>
                    <a:cubicBezTo>
                      <a:pt x="2382" y="406"/>
                      <a:pt x="2525" y="406"/>
                      <a:pt x="2692" y="406"/>
                    </a:cubicBezTo>
                    <a:close/>
                    <a:moveTo>
                      <a:pt x="2025" y="2858"/>
                    </a:moveTo>
                    <a:cubicBezTo>
                      <a:pt x="2239" y="2858"/>
                      <a:pt x="2406" y="3001"/>
                      <a:pt x="2453" y="3216"/>
                    </a:cubicBezTo>
                    <a:cubicBezTo>
                      <a:pt x="2477" y="3454"/>
                      <a:pt x="2263" y="3668"/>
                      <a:pt x="2025" y="3668"/>
                    </a:cubicBezTo>
                    <a:cubicBezTo>
                      <a:pt x="1620" y="3668"/>
                      <a:pt x="1263" y="3954"/>
                      <a:pt x="1215" y="4383"/>
                    </a:cubicBezTo>
                    <a:cubicBezTo>
                      <a:pt x="786" y="3978"/>
                      <a:pt x="477" y="3454"/>
                      <a:pt x="429" y="2858"/>
                    </a:cubicBezTo>
                    <a:close/>
                    <a:moveTo>
                      <a:pt x="1882" y="596"/>
                    </a:moveTo>
                    <a:lnTo>
                      <a:pt x="1882" y="858"/>
                    </a:lnTo>
                    <a:cubicBezTo>
                      <a:pt x="1882" y="1310"/>
                      <a:pt x="2239" y="1668"/>
                      <a:pt x="2715" y="1668"/>
                    </a:cubicBezTo>
                    <a:cubicBezTo>
                      <a:pt x="2954" y="1668"/>
                      <a:pt x="3120" y="1834"/>
                      <a:pt x="3120" y="2073"/>
                    </a:cubicBezTo>
                    <a:cubicBezTo>
                      <a:pt x="3120" y="2525"/>
                      <a:pt x="3477" y="2882"/>
                      <a:pt x="3930" y="2882"/>
                    </a:cubicBezTo>
                    <a:lnTo>
                      <a:pt x="4954" y="2882"/>
                    </a:lnTo>
                    <a:cubicBezTo>
                      <a:pt x="4787" y="3978"/>
                      <a:pt x="3835" y="4883"/>
                      <a:pt x="2692" y="4883"/>
                    </a:cubicBezTo>
                    <a:cubicBezTo>
                      <a:pt x="2334" y="4883"/>
                      <a:pt x="1977" y="4787"/>
                      <a:pt x="1668" y="4644"/>
                    </a:cubicBezTo>
                    <a:lnTo>
                      <a:pt x="1668" y="4502"/>
                    </a:lnTo>
                    <a:cubicBezTo>
                      <a:pt x="1668" y="4240"/>
                      <a:pt x="1858" y="4073"/>
                      <a:pt x="2096" y="4073"/>
                    </a:cubicBezTo>
                    <a:cubicBezTo>
                      <a:pt x="2573" y="4073"/>
                      <a:pt x="2930" y="3692"/>
                      <a:pt x="2882" y="3216"/>
                    </a:cubicBezTo>
                    <a:cubicBezTo>
                      <a:pt x="2858" y="2787"/>
                      <a:pt x="2501" y="2477"/>
                      <a:pt x="2049" y="2477"/>
                    </a:cubicBezTo>
                    <a:lnTo>
                      <a:pt x="453" y="2477"/>
                    </a:lnTo>
                    <a:cubicBezTo>
                      <a:pt x="548" y="1596"/>
                      <a:pt x="1072" y="882"/>
                      <a:pt x="1882" y="596"/>
                    </a:cubicBezTo>
                    <a:close/>
                    <a:moveTo>
                      <a:pt x="2644" y="1"/>
                    </a:moveTo>
                    <a:cubicBezTo>
                      <a:pt x="1191" y="1"/>
                      <a:pt x="1" y="1191"/>
                      <a:pt x="1" y="2644"/>
                    </a:cubicBezTo>
                    <a:cubicBezTo>
                      <a:pt x="1" y="4097"/>
                      <a:pt x="1191" y="5287"/>
                      <a:pt x="2644" y="5287"/>
                    </a:cubicBezTo>
                    <a:cubicBezTo>
                      <a:pt x="4144" y="5287"/>
                      <a:pt x="5311" y="4097"/>
                      <a:pt x="5311" y="2644"/>
                    </a:cubicBezTo>
                    <a:cubicBezTo>
                      <a:pt x="5311" y="1191"/>
                      <a:pt x="4120" y="1"/>
                      <a:pt x="2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97"/>
              <p:cNvSpPr/>
              <p:nvPr/>
            </p:nvSpPr>
            <p:spPr>
              <a:xfrm>
                <a:off x="2048960" y="3804178"/>
                <a:ext cx="13311" cy="13311"/>
              </a:xfrm>
              <a:custGeom>
                <a:rect b="b" l="l" r="r" t="t"/>
                <a:pathLst>
                  <a:path extrusionOk="0" h="406" w="406">
                    <a:moveTo>
                      <a:pt x="191" y="0"/>
                    </a:moveTo>
                    <a:cubicBezTo>
                      <a:pt x="96" y="0"/>
                      <a:pt x="1" y="96"/>
                      <a:pt x="1" y="215"/>
                    </a:cubicBezTo>
                    <a:cubicBezTo>
                      <a:pt x="1" y="334"/>
                      <a:pt x="96" y="405"/>
                      <a:pt x="191" y="405"/>
                    </a:cubicBezTo>
                    <a:cubicBezTo>
                      <a:pt x="311" y="405"/>
                      <a:pt x="406" y="334"/>
                      <a:pt x="406" y="215"/>
                    </a:cubicBezTo>
                    <a:cubicBezTo>
                      <a:pt x="406" y="96"/>
                      <a:pt x="311"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21" name="Google Shape;22021;p97"/>
            <p:cNvSpPr/>
            <p:nvPr/>
          </p:nvSpPr>
          <p:spPr>
            <a:xfrm>
              <a:off x="1747600" y="3607435"/>
              <a:ext cx="344341" cy="342374"/>
            </a:xfrm>
            <a:custGeom>
              <a:rect b="b" l="l" r="r" t="t"/>
              <a:pathLst>
                <a:path extrusionOk="0" h="10443" w="10503">
                  <a:moveTo>
                    <a:pt x="3620" y="6311"/>
                  </a:moveTo>
                  <a:cubicBezTo>
                    <a:pt x="3811" y="6501"/>
                    <a:pt x="3978" y="6692"/>
                    <a:pt x="4192" y="6859"/>
                  </a:cubicBezTo>
                  <a:lnTo>
                    <a:pt x="3620" y="7430"/>
                  </a:lnTo>
                  <a:cubicBezTo>
                    <a:pt x="3406" y="7240"/>
                    <a:pt x="3239" y="7073"/>
                    <a:pt x="3049" y="6859"/>
                  </a:cubicBezTo>
                  <a:lnTo>
                    <a:pt x="3620" y="6311"/>
                  </a:lnTo>
                  <a:close/>
                  <a:moveTo>
                    <a:pt x="2787" y="7168"/>
                  </a:moveTo>
                  <a:cubicBezTo>
                    <a:pt x="2977" y="7383"/>
                    <a:pt x="3144" y="7549"/>
                    <a:pt x="3358" y="7740"/>
                  </a:cubicBezTo>
                  <a:lnTo>
                    <a:pt x="1191" y="9907"/>
                  </a:lnTo>
                  <a:cubicBezTo>
                    <a:pt x="1108" y="9978"/>
                    <a:pt x="1001" y="10014"/>
                    <a:pt x="897" y="10014"/>
                  </a:cubicBezTo>
                  <a:cubicBezTo>
                    <a:pt x="792" y="10014"/>
                    <a:pt x="691" y="9978"/>
                    <a:pt x="620" y="9907"/>
                  </a:cubicBezTo>
                  <a:cubicBezTo>
                    <a:pt x="477" y="9764"/>
                    <a:pt x="477" y="9478"/>
                    <a:pt x="620" y="9335"/>
                  </a:cubicBezTo>
                  <a:lnTo>
                    <a:pt x="2787" y="7168"/>
                  </a:lnTo>
                  <a:close/>
                  <a:moveTo>
                    <a:pt x="6621" y="0"/>
                  </a:moveTo>
                  <a:cubicBezTo>
                    <a:pt x="4478" y="0"/>
                    <a:pt x="2763" y="1715"/>
                    <a:pt x="2763" y="3858"/>
                  </a:cubicBezTo>
                  <a:cubicBezTo>
                    <a:pt x="2763" y="4596"/>
                    <a:pt x="2977" y="5358"/>
                    <a:pt x="3382" y="5978"/>
                  </a:cubicBezTo>
                  <a:lnTo>
                    <a:pt x="310" y="9050"/>
                  </a:lnTo>
                  <a:cubicBezTo>
                    <a:pt x="1" y="9359"/>
                    <a:pt x="1" y="9883"/>
                    <a:pt x="310" y="10193"/>
                  </a:cubicBezTo>
                  <a:cubicBezTo>
                    <a:pt x="477" y="10359"/>
                    <a:pt x="685" y="10443"/>
                    <a:pt x="894" y="10443"/>
                  </a:cubicBezTo>
                  <a:cubicBezTo>
                    <a:pt x="1102" y="10443"/>
                    <a:pt x="1310" y="10359"/>
                    <a:pt x="1477" y="10193"/>
                  </a:cubicBezTo>
                  <a:lnTo>
                    <a:pt x="4549" y="7144"/>
                  </a:lnTo>
                  <a:cubicBezTo>
                    <a:pt x="5168" y="7549"/>
                    <a:pt x="5883" y="7764"/>
                    <a:pt x="6669" y="7764"/>
                  </a:cubicBezTo>
                  <a:cubicBezTo>
                    <a:pt x="7454" y="7764"/>
                    <a:pt x="8240" y="7525"/>
                    <a:pt x="8883" y="7049"/>
                  </a:cubicBezTo>
                  <a:cubicBezTo>
                    <a:pt x="8979" y="6978"/>
                    <a:pt x="9002" y="6859"/>
                    <a:pt x="8955" y="6740"/>
                  </a:cubicBezTo>
                  <a:cubicBezTo>
                    <a:pt x="8908" y="6693"/>
                    <a:pt x="8842" y="6657"/>
                    <a:pt x="8768" y="6657"/>
                  </a:cubicBezTo>
                  <a:cubicBezTo>
                    <a:pt x="8728" y="6657"/>
                    <a:pt x="8687" y="6667"/>
                    <a:pt x="8645" y="6692"/>
                  </a:cubicBezTo>
                  <a:cubicBezTo>
                    <a:pt x="8050" y="7097"/>
                    <a:pt x="7359" y="7311"/>
                    <a:pt x="6669" y="7311"/>
                  </a:cubicBezTo>
                  <a:cubicBezTo>
                    <a:pt x="4716" y="7311"/>
                    <a:pt x="3216" y="5739"/>
                    <a:pt x="3216" y="3858"/>
                  </a:cubicBezTo>
                  <a:cubicBezTo>
                    <a:pt x="3216" y="1953"/>
                    <a:pt x="4763" y="405"/>
                    <a:pt x="6669" y="405"/>
                  </a:cubicBezTo>
                  <a:cubicBezTo>
                    <a:pt x="8574" y="405"/>
                    <a:pt x="10122" y="1953"/>
                    <a:pt x="10122" y="3858"/>
                  </a:cubicBezTo>
                  <a:cubicBezTo>
                    <a:pt x="10122" y="4406"/>
                    <a:pt x="10003" y="4906"/>
                    <a:pt x="9764" y="5382"/>
                  </a:cubicBezTo>
                  <a:cubicBezTo>
                    <a:pt x="9693" y="5477"/>
                    <a:pt x="9764" y="5620"/>
                    <a:pt x="9836" y="5644"/>
                  </a:cubicBezTo>
                  <a:cubicBezTo>
                    <a:pt x="9863" y="5664"/>
                    <a:pt x="9894" y="5673"/>
                    <a:pt x="9925" y="5673"/>
                  </a:cubicBezTo>
                  <a:cubicBezTo>
                    <a:pt x="10005" y="5673"/>
                    <a:pt x="10088" y="5617"/>
                    <a:pt x="10122" y="5549"/>
                  </a:cubicBezTo>
                  <a:cubicBezTo>
                    <a:pt x="10384" y="5025"/>
                    <a:pt x="10503" y="4453"/>
                    <a:pt x="10503" y="3858"/>
                  </a:cubicBezTo>
                  <a:cubicBezTo>
                    <a:pt x="10503" y="1715"/>
                    <a:pt x="8764" y="0"/>
                    <a:pt x="66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2" name="Google Shape;22022;p97"/>
          <p:cNvGrpSpPr/>
          <p:nvPr/>
        </p:nvGrpSpPr>
        <p:grpSpPr>
          <a:xfrm>
            <a:off x="1082755" y="3453461"/>
            <a:ext cx="254576" cy="342800"/>
            <a:chOff x="1027740" y="3605861"/>
            <a:chExt cx="254576" cy="342800"/>
          </a:xfrm>
        </p:grpSpPr>
        <p:sp>
          <p:nvSpPr>
            <p:cNvPr id="22023" name="Google Shape;22023;p97"/>
            <p:cNvSpPr/>
            <p:nvPr/>
          </p:nvSpPr>
          <p:spPr>
            <a:xfrm>
              <a:off x="1034756" y="3612877"/>
              <a:ext cx="241298" cy="328735"/>
            </a:xfrm>
            <a:custGeom>
              <a:rect b="b" l="l" r="r" t="t"/>
              <a:pathLst>
                <a:path extrusionOk="0" h="10027" w="7360">
                  <a:moveTo>
                    <a:pt x="1" y="1"/>
                  </a:moveTo>
                  <a:lnTo>
                    <a:pt x="1" y="10027"/>
                  </a:lnTo>
                  <a:lnTo>
                    <a:pt x="7360" y="10027"/>
                  </a:lnTo>
                  <a:lnTo>
                    <a:pt x="7360" y="1858"/>
                  </a:lnTo>
                  <a:lnTo>
                    <a:pt x="5502"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97"/>
            <p:cNvSpPr/>
            <p:nvPr/>
          </p:nvSpPr>
          <p:spPr>
            <a:xfrm>
              <a:off x="1215139" y="3612877"/>
              <a:ext cx="60915" cy="60947"/>
            </a:xfrm>
            <a:custGeom>
              <a:rect b="b" l="l" r="r" t="t"/>
              <a:pathLst>
                <a:path extrusionOk="0" h="1859" w="1858">
                  <a:moveTo>
                    <a:pt x="0" y="1"/>
                  </a:moveTo>
                  <a:lnTo>
                    <a:pt x="0" y="1858"/>
                  </a:lnTo>
                  <a:lnTo>
                    <a:pt x="1858" y="1858"/>
                  </a:lnTo>
                  <a:lnTo>
                    <a:pt x="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97"/>
            <p:cNvSpPr/>
            <p:nvPr/>
          </p:nvSpPr>
          <p:spPr>
            <a:xfrm>
              <a:off x="1175305" y="3858044"/>
              <a:ext cx="60160" cy="39867"/>
            </a:xfrm>
            <a:custGeom>
              <a:rect b="b" l="l" r="r" t="t"/>
              <a:pathLst>
                <a:path extrusionOk="0" h="1216" w="1835">
                  <a:moveTo>
                    <a:pt x="1" y="1"/>
                  </a:moveTo>
                  <a:lnTo>
                    <a:pt x="1" y="1215"/>
                  </a:lnTo>
                  <a:lnTo>
                    <a:pt x="1834" y="1215"/>
                  </a:lnTo>
                  <a:lnTo>
                    <a:pt x="1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97"/>
            <p:cNvSpPr/>
            <p:nvPr/>
          </p:nvSpPr>
          <p:spPr>
            <a:xfrm>
              <a:off x="1075376" y="3777622"/>
              <a:ext cx="160089" cy="40653"/>
            </a:xfrm>
            <a:custGeom>
              <a:rect b="b" l="l" r="r" t="t"/>
              <a:pathLst>
                <a:path extrusionOk="0" h="1240" w="4883">
                  <a:moveTo>
                    <a:pt x="0" y="1"/>
                  </a:moveTo>
                  <a:lnTo>
                    <a:pt x="0" y="1239"/>
                  </a:lnTo>
                  <a:lnTo>
                    <a:pt x="4882" y="1239"/>
                  </a:lnTo>
                  <a:lnTo>
                    <a:pt x="4882"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97"/>
            <p:cNvSpPr/>
            <p:nvPr/>
          </p:nvSpPr>
          <p:spPr>
            <a:xfrm>
              <a:off x="1074590" y="3858044"/>
              <a:ext cx="60915" cy="39867"/>
            </a:xfrm>
            <a:custGeom>
              <a:rect b="b" l="l" r="r" t="t"/>
              <a:pathLst>
                <a:path extrusionOk="0" h="1216" w="1858">
                  <a:moveTo>
                    <a:pt x="0" y="1"/>
                  </a:moveTo>
                  <a:lnTo>
                    <a:pt x="0" y="1215"/>
                  </a:lnTo>
                  <a:lnTo>
                    <a:pt x="1858" y="1215"/>
                  </a:ln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97"/>
            <p:cNvSpPr/>
            <p:nvPr/>
          </p:nvSpPr>
          <p:spPr>
            <a:xfrm>
              <a:off x="1066000" y="3647236"/>
              <a:ext cx="19540" cy="19573"/>
            </a:xfrm>
            <a:custGeom>
              <a:rect b="b" l="l" r="r" t="t"/>
              <a:pathLst>
                <a:path extrusionOk="0" h="597" w="596">
                  <a:moveTo>
                    <a:pt x="310" y="1"/>
                  </a:moveTo>
                  <a:cubicBezTo>
                    <a:pt x="143" y="1"/>
                    <a:pt x="1" y="120"/>
                    <a:pt x="1" y="286"/>
                  </a:cubicBezTo>
                  <a:cubicBezTo>
                    <a:pt x="1" y="453"/>
                    <a:pt x="143" y="596"/>
                    <a:pt x="310" y="596"/>
                  </a:cubicBezTo>
                  <a:cubicBezTo>
                    <a:pt x="453" y="596"/>
                    <a:pt x="596" y="453"/>
                    <a:pt x="596" y="286"/>
                  </a:cubicBezTo>
                  <a:cubicBezTo>
                    <a:pt x="596" y="120"/>
                    <a:pt x="453" y="1"/>
                    <a:pt x="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97"/>
            <p:cNvSpPr/>
            <p:nvPr/>
          </p:nvSpPr>
          <p:spPr>
            <a:xfrm>
              <a:off x="1069115" y="3690184"/>
              <a:ext cx="13311" cy="13311"/>
            </a:xfrm>
            <a:custGeom>
              <a:rect b="b" l="l" r="r" t="t"/>
              <a:pathLst>
                <a:path extrusionOk="0" h="406" w="406">
                  <a:moveTo>
                    <a:pt x="215" y="0"/>
                  </a:moveTo>
                  <a:cubicBezTo>
                    <a:pt x="96" y="0"/>
                    <a:pt x="1" y="96"/>
                    <a:pt x="1" y="215"/>
                  </a:cubicBezTo>
                  <a:cubicBezTo>
                    <a:pt x="1" y="310"/>
                    <a:pt x="96" y="405"/>
                    <a:pt x="215" y="405"/>
                  </a:cubicBezTo>
                  <a:cubicBezTo>
                    <a:pt x="310" y="405"/>
                    <a:pt x="406" y="310"/>
                    <a:pt x="406" y="215"/>
                  </a:cubicBezTo>
                  <a:cubicBezTo>
                    <a:pt x="406" y="96"/>
                    <a:pt x="310"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97"/>
            <p:cNvSpPr/>
            <p:nvPr/>
          </p:nvSpPr>
          <p:spPr>
            <a:xfrm>
              <a:off x="1069115" y="3730772"/>
              <a:ext cx="173367" cy="174154"/>
            </a:xfrm>
            <a:custGeom>
              <a:rect b="b" l="l" r="r" t="t"/>
              <a:pathLst>
                <a:path extrusionOk="0" h="5312" w="5288">
                  <a:moveTo>
                    <a:pt x="4883" y="1644"/>
                  </a:moveTo>
                  <a:lnTo>
                    <a:pt x="4883" y="2454"/>
                  </a:lnTo>
                  <a:lnTo>
                    <a:pt x="382" y="2454"/>
                  </a:lnTo>
                  <a:lnTo>
                    <a:pt x="382" y="1644"/>
                  </a:lnTo>
                  <a:close/>
                  <a:moveTo>
                    <a:pt x="1811" y="4097"/>
                  </a:moveTo>
                  <a:lnTo>
                    <a:pt x="1811" y="4883"/>
                  </a:lnTo>
                  <a:lnTo>
                    <a:pt x="382" y="4883"/>
                  </a:lnTo>
                  <a:lnTo>
                    <a:pt x="382" y="4097"/>
                  </a:lnTo>
                  <a:close/>
                  <a:moveTo>
                    <a:pt x="4883" y="4097"/>
                  </a:moveTo>
                  <a:lnTo>
                    <a:pt x="4883" y="4883"/>
                  </a:lnTo>
                  <a:lnTo>
                    <a:pt x="3454" y="4883"/>
                  </a:lnTo>
                  <a:lnTo>
                    <a:pt x="3454" y="4097"/>
                  </a:lnTo>
                  <a:close/>
                  <a:moveTo>
                    <a:pt x="1430" y="1"/>
                  </a:moveTo>
                  <a:cubicBezTo>
                    <a:pt x="1334" y="1"/>
                    <a:pt x="1215" y="72"/>
                    <a:pt x="1215" y="191"/>
                  </a:cubicBezTo>
                  <a:cubicBezTo>
                    <a:pt x="1191" y="310"/>
                    <a:pt x="1311" y="429"/>
                    <a:pt x="1430" y="429"/>
                  </a:cubicBezTo>
                  <a:lnTo>
                    <a:pt x="2430" y="429"/>
                  </a:lnTo>
                  <a:lnTo>
                    <a:pt x="2430" y="1239"/>
                  </a:lnTo>
                  <a:lnTo>
                    <a:pt x="215" y="1239"/>
                  </a:lnTo>
                  <a:cubicBezTo>
                    <a:pt x="96" y="1239"/>
                    <a:pt x="1" y="1311"/>
                    <a:pt x="1" y="1430"/>
                  </a:cubicBezTo>
                  <a:lnTo>
                    <a:pt x="1" y="2668"/>
                  </a:lnTo>
                  <a:cubicBezTo>
                    <a:pt x="1" y="2787"/>
                    <a:pt x="96" y="2859"/>
                    <a:pt x="215" y="2859"/>
                  </a:cubicBezTo>
                  <a:lnTo>
                    <a:pt x="620" y="2859"/>
                  </a:lnTo>
                  <a:lnTo>
                    <a:pt x="620" y="3668"/>
                  </a:lnTo>
                  <a:lnTo>
                    <a:pt x="215" y="3668"/>
                  </a:lnTo>
                  <a:cubicBezTo>
                    <a:pt x="96" y="3668"/>
                    <a:pt x="1" y="3763"/>
                    <a:pt x="1" y="3883"/>
                  </a:cubicBezTo>
                  <a:lnTo>
                    <a:pt x="1" y="5097"/>
                  </a:lnTo>
                  <a:cubicBezTo>
                    <a:pt x="1" y="5216"/>
                    <a:pt x="96" y="5311"/>
                    <a:pt x="215" y="5311"/>
                  </a:cubicBezTo>
                  <a:lnTo>
                    <a:pt x="2049" y="5311"/>
                  </a:lnTo>
                  <a:cubicBezTo>
                    <a:pt x="2168" y="5311"/>
                    <a:pt x="2263" y="5216"/>
                    <a:pt x="2263" y="5097"/>
                  </a:cubicBezTo>
                  <a:lnTo>
                    <a:pt x="2263" y="3883"/>
                  </a:lnTo>
                  <a:cubicBezTo>
                    <a:pt x="2263" y="3763"/>
                    <a:pt x="2168" y="3668"/>
                    <a:pt x="2049" y="3668"/>
                  </a:cubicBezTo>
                  <a:lnTo>
                    <a:pt x="1049" y="3668"/>
                  </a:lnTo>
                  <a:lnTo>
                    <a:pt x="1049" y="2859"/>
                  </a:lnTo>
                  <a:lnTo>
                    <a:pt x="4311" y="2859"/>
                  </a:lnTo>
                  <a:lnTo>
                    <a:pt x="4311" y="3668"/>
                  </a:lnTo>
                  <a:lnTo>
                    <a:pt x="3240" y="3668"/>
                  </a:lnTo>
                  <a:cubicBezTo>
                    <a:pt x="3120" y="3668"/>
                    <a:pt x="3025" y="3763"/>
                    <a:pt x="3025" y="3883"/>
                  </a:cubicBezTo>
                  <a:lnTo>
                    <a:pt x="3025" y="5097"/>
                  </a:lnTo>
                  <a:cubicBezTo>
                    <a:pt x="3025" y="5216"/>
                    <a:pt x="3120" y="5311"/>
                    <a:pt x="3240" y="5311"/>
                  </a:cubicBezTo>
                  <a:lnTo>
                    <a:pt x="5073" y="5311"/>
                  </a:lnTo>
                  <a:cubicBezTo>
                    <a:pt x="5216" y="5311"/>
                    <a:pt x="5288" y="5216"/>
                    <a:pt x="5288" y="5097"/>
                  </a:cubicBezTo>
                  <a:lnTo>
                    <a:pt x="5288" y="3883"/>
                  </a:lnTo>
                  <a:cubicBezTo>
                    <a:pt x="5288" y="3763"/>
                    <a:pt x="5192" y="3668"/>
                    <a:pt x="5073" y="3668"/>
                  </a:cubicBezTo>
                  <a:lnTo>
                    <a:pt x="4668" y="3668"/>
                  </a:lnTo>
                  <a:lnTo>
                    <a:pt x="4668" y="2859"/>
                  </a:lnTo>
                  <a:lnTo>
                    <a:pt x="5073" y="2859"/>
                  </a:lnTo>
                  <a:cubicBezTo>
                    <a:pt x="5216" y="2859"/>
                    <a:pt x="5288" y="2787"/>
                    <a:pt x="5288" y="2668"/>
                  </a:cubicBezTo>
                  <a:lnTo>
                    <a:pt x="5288" y="1430"/>
                  </a:lnTo>
                  <a:cubicBezTo>
                    <a:pt x="5288" y="1311"/>
                    <a:pt x="5192" y="1239"/>
                    <a:pt x="5073" y="1239"/>
                  </a:cubicBezTo>
                  <a:lnTo>
                    <a:pt x="2859" y="1239"/>
                  </a:lnTo>
                  <a:lnTo>
                    <a:pt x="2859" y="429"/>
                  </a:lnTo>
                  <a:lnTo>
                    <a:pt x="3859" y="429"/>
                  </a:lnTo>
                  <a:cubicBezTo>
                    <a:pt x="3954" y="429"/>
                    <a:pt x="4073" y="358"/>
                    <a:pt x="4073" y="239"/>
                  </a:cubicBezTo>
                  <a:cubicBezTo>
                    <a:pt x="4097" y="120"/>
                    <a:pt x="3978"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97"/>
            <p:cNvSpPr/>
            <p:nvPr/>
          </p:nvSpPr>
          <p:spPr>
            <a:xfrm>
              <a:off x="1108161" y="3690971"/>
              <a:ext cx="74979" cy="14065"/>
            </a:xfrm>
            <a:custGeom>
              <a:rect b="b" l="l" r="r" t="t"/>
              <a:pathLst>
                <a:path extrusionOk="0" h="429" w="2287">
                  <a:moveTo>
                    <a:pt x="239" y="0"/>
                  </a:moveTo>
                  <a:cubicBezTo>
                    <a:pt x="143" y="0"/>
                    <a:pt x="24" y="48"/>
                    <a:pt x="24" y="191"/>
                  </a:cubicBezTo>
                  <a:cubicBezTo>
                    <a:pt x="0" y="310"/>
                    <a:pt x="120" y="429"/>
                    <a:pt x="239" y="429"/>
                  </a:cubicBezTo>
                  <a:lnTo>
                    <a:pt x="2049" y="429"/>
                  </a:lnTo>
                  <a:cubicBezTo>
                    <a:pt x="2144" y="429"/>
                    <a:pt x="2263" y="358"/>
                    <a:pt x="2263" y="238"/>
                  </a:cubicBezTo>
                  <a:cubicBezTo>
                    <a:pt x="2287" y="119"/>
                    <a:pt x="2168" y="0"/>
                    <a:pt x="2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97"/>
            <p:cNvSpPr/>
            <p:nvPr/>
          </p:nvSpPr>
          <p:spPr>
            <a:xfrm>
              <a:off x="1108161" y="3649597"/>
              <a:ext cx="74979" cy="14065"/>
            </a:xfrm>
            <a:custGeom>
              <a:rect b="b" l="l" r="r" t="t"/>
              <a:pathLst>
                <a:path extrusionOk="0" h="429" w="2287">
                  <a:moveTo>
                    <a:pt x="239" y="0"/>
                  </a:moveTo>
                  <a:cubicBezTo>
                    <a:pt x="143" y="0"/>
                    <a:pt x="24" y="72"/>
                    <a:pt x="24" y="191"/>
                  </a:cubicBezTo>
                  <a:cubicBezTo>
                    <a:pt x="0" y="334"/>
                    <a:pt x="120" y="429"/>
                    <a:pt x="239" y="429"/>
                  </a:cubicBezTo>
                  <a:lnTo>
                    <a:pt x="2049" y="429"/>
                  </a:lnTo>
                  <a:cubicBezTo>
                    <a:pt x="2144" y="429"/>
                    <a:pt x="2263" y="381"/>
                    <a:pt x="2263" y="262"/>
                  </a:cubicBezTo>
                  <a:cubicBezTo>
                    <a:pt x="2287" y="143"/>
                    <a:pt x="2168" y="0"/>
                    <a:pt x="2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97"/>
            <p:cNvSpPr/>
            <p:nvPr/>
          </p:nvSpPr>
          <p:spPr>
            <a:xfrm>
              <a:off x="1148749" y="3935351"/>
              <a:ext cx="14098" cy="13311"/>
            </a:xfrm>
            <a:custGeom>
              <a:rect b="b" l="l" r="r" t="t"/>
              <a:pathLst>
                <a:path extrusionOk="0" h="406" w="430">
                  <a:moveTo>
                    <a:pt x="215" y="0"/>
                  </a:moveTo>
                  <a:cubicBezTo>
                    <a:pt x="96" y="0"/>
                    <a:pt x="1" y="72"/>
                    <a:pt x="1" y="191"/>
                  </a:cubicBezTo>
                  <a:cubicBezTo>
                    <a:pt x="1" y="310"/>
                    <a:pt x="96" y="405"/>
                    <a:pt x="215" y="405"/>
                  </a:cubicBezTo>
                  <a:cubicBezTo>
                    <a:pt x="334" y="405"/>
                    <a:pt x="430" y="310"/>
                    <a:pt x="430" y="191"/>
                  </a:cubicBezTo>
                  <a:cubicBezTo>
                    <a:pt x="430" y="72"/>
                    <a:pt x="334" y="0"/>
                    <a:pt x="2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97"/>
            <p:cNvSpPr/>
            <p:nvPr/>
          </p:nvSpPr>
          <p:spPr>
            <a:xfrm>
              <a:off x="1027740" y="3605861"/>
              <a:ext cx="254576" cy="342800"/>
            </a:xfrm>
            <a:custGeom>
              <a:rect b="b" l="l" r="r" t="t"/>
              <a:pathLst>
                <a:path extrusionOk="0" h="10456" w="7765">
                  <a:moveTo>
                    <a:pt x="5930" y="715"/>
                  </a:moveTo>
                  <a:lnTo>
                    <a:pt x="7074" y="1858"/>
                  </a:lnTo>
                  <a:lnTo>
                    <a:pt x="5930" y="1858"/>
                  </a:lnTo>
                  <a:lnTo>
                    <a:pt x="5930" y="715"/>
                  </a:lnTo>
                  <a:close/>
                  <a:moveTo>
                    <a:pt x="215" y="1"/>
                  </a:moveTo>
                  <a:cubicBezTo>
                    <a:pt x="96" y="1"/>
                    <a:pt x="1" y="96"/>
                    <a:pt x="1" y="215"/>
                  </a:cubicBezTo>
                  <a:lnTo>
                    <a:pt x="1" y="10241"/>
                  </a:lnTo>
                  <a:cubicBezTo>
                    <a:pt x="1" y="10360"/>
                    <a:pt x="96" y="10455"/>
                    <a:pt x="215" y="10455"/>
                  </a:cubicBezTo>
                  <a:lnTo>
                    <a:pt x="2954" y="10455"/>
                  </a:lnTo>
                  <a:cubicBezTo>
                    <a:pt x="3049" y="10455"/>
                    <a:pt x="3168" y="10407"/>
                    <a:pt x="3168" y="10265"/>
                  </a:cubicBezTo>
                  <a:cubicBezTo>
                    <a:pt x="3192" y="10169"/>
                    <a:pt x="3073" y="10026"/>
                    <a:pt x="2954" y="10026"/>
                  </a:cubicBezTo>
                  <a:lnTo>
                    <a:pt x="405" y="10026"/>
                  </a:lnTo>
                  <a:lnTo>
                    <a:pt x="405" y="429"/>
                  </a:lnTo>
                  <a:lnTo>
                    <a:pt x="5478" y="429"/>
                  </a:lnTo>
                  <a:lnTo>
                    <a:pt x="5478" y="2049"/>
                  </a:lnTo>
                  <a:cubicBezTo>
                    <a:pt x="5478" y="2168"/>
                    <a:pt x="5573" y="2263"/>
                    <a:pt x="5692" y="2263"/>
                  </a:cubicBezTo>
                  <a:lnTo>
                    <a:pt x="7335" y="2263"/>
                  </a:lnTo>
                  <a:lnTo>
                    <a:pt x="7335" y="10074"/>
                  </a:lnTo>
                  <a:lnTo>
                    <a:pt x="4811" y="10074"/>
                  </a:lnTo>
                  <a:cubicBezTo>
                    <a:pt x="4716" y="10074"/>
                    <a:pt x="4597" y="10122"/>
                    <a:pt x="4597" y="10241"/>
                  </a:cubicBezTo>
                  <a:cubicBezTo>
                    <a:pt x="4597" y="10360"/>
                    <a:pt x="4692" y="10455"/>
                    <a:pt x="4835" y="10455"/>
                  </a:cubicBezTo>
                  <a:lnTo>
                    <a:pt x="7574" y="10455"/>
                  </a:lnTo>
                  <a:cubicBezTo>
                    <a:pt x="7693" y="10455"/>
                    <a:pt x="7764" y="10360"/>
                    <a:pt x="7764" y="10241"/>
                  </a:cubicBezTo>
                  <a:lnTo>
                    <a:pt x="7764" y="2072"/>
                  </a:lnTo>
                  <a:cubicBezTo>
                    <a:pt x="7764" y="2001"/>
                    <a:pt x="7740" y="1953"/>
                    <a:pt x="7716" y="1906"/>
                  </a:cubicBezTo>
                  <a:lnTo>
                    <a:pt x="5883" y="72"/>
                  </a:lnTo>
                  <a:cubicBezTo>
                    <a:pt x="5835" y="48"/>
                    <a:pt x="5788" y="1"/>
                    <a:pt x="5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5" name="Google Shape;22035;p97"/>
          <p:cNvGrpSpPr/>
          <p:nvPr/>
        </p:nvGrpSpPr>
        <p:grpSpPr>
          <a:xfrm>
            <a:off x="1042168" y="4068705"/>
            <a:ext cx="340439" cy="223725"/>
            <a:chOff x="987152" y="4221105"/>
            <a:chExt cx="340439" cy="223725"/>
          </a:xfrm>
        </p:grpSpPr>
        <p:sp>
          <p:nvSpPr>
            <p:cNvPr id="22036" name="Google Shape;22036;p97"/>
            <p:cNvSpPr/>
            <p:nvPr/>
          </p:nvSpPr>
          <p:spPr>
            <a:xfrm>
              <a:off x="991053" y="4228121"/>
              <a:ext cx="328735" cy="209660"/>
            </a:xfrm>
            <a:custGeom>
              <a:rect b="b" l="l" r="r" t="t"/>
              <a:pathLst>
                <a:path extrusionOk="0" h="6395" w="10027">
                  <a:moveTo>
                    <a:pt x="0" y="1"/>
                  </a:moveTo>
                  <a:lnTo>
                    <a:pt x="0" y="2430"/>
                  </a:lnTo>
                  <a:lnTo>
                    <a:pt x="1334" y="2430"/>
                  </a:lnTo>
                  <a:lnTo>
                    <a:pt x="2048" y="3811"/>
                  </a:lnTo>
                  <a:cubicBezTo>
                    <a:pt x="2406" y="4454"/>
                    <a:pt x="2834" y="5049"/>
                    <a:pt x="3358" y="5549"/>
                  </a:cubicBezTo>
                  <a:lnTo>
                    <a:pt x="4025" y="6216"/>
                  </a:lnTo>
                  <a:cubicBezTo>
                    <a:pt x="4144" y="6335"/>
                    <a:pt x="4299" y="6395"/>
                    <a:pt x="4454" y="6395"/>
                  </a:cubicBezTo>
                  <a:cubicBezTo>
                    <a:pt x="4608" y="6395"/>
                    <a:pt x="4763" y="6335"/>
                    <a:pt x="4882" y="6216"/>
                  </a:cubicBezTo>
                  <a:cubicBezTo>
                    <a:pt x="5114" y="5984"/>
                    <a:pt x="5120" y="5595"/>
                    <a:pt x="4901" y="5377"/>
                  </a:cubicBezTo>
                  <a:lnTo>
                    <a:pt x="4901" y="5377"/>
                  </a:lnTo>
                  <a:lnTo>
                    <a:pt x="5335" y="5787"/>
                  </a:lnTo>
                  <a:cubicBezTo>
                    <a:pt x="5454" y="5907"/>
                    <a:pt x="5609" y="5966"/>
                    <a:pt x="5763" y="5966"/>
                  </a:cubicBezTo>
                  <a:cubicBezTo>
                    <a:pt x="5918" y="5966"/>
                    <a:pt x="6073" y="5907"/>
                    <a:pt x="6192" y="5787"/>
                  </a:cubicBezTo>
                  <a:cubicBezTo>
                    <a:pt x="6430" y="5549"/>
                    <a:pt x="6430" y="5168"/>
                    <a:pt x="6192" y="4930"/>
                  </a:cubicBezTo>
                  <a:lnTo>
                    <a:pt x="6192" y="4930"/>
                  </a:lnTo>
                  <a:lnTo>
                    <a:pt x="6645" y="5383"/>
                  </a:lnTo>
                  <a:cubicBezTo>
                    <a:pt x="6764" y="5502"/>
                    <a:pt x="6918" y="5561"/>
                    <a:pt x="7073" y="5561"/>
                  </a:cubicBezTo>
                  <a:cubicBezTo>
                    <a:pt x="7228" y="5561"/>
                    <a:pt x="7383" y="5502"/>
                    <a:pt x="7502" y="5383"/>
                  </a:cubicBezTo>
                  <a:cubicBezTo>
                    <a:pt x="7740" y="5144"/>
                    <a:pt x="7740" y="4763"/>
                    <a:pt x="7502" y="4525"/>
                  </a:cubicBezTo>
                  <a:lnTo>
                    <a:pt x="7502" y="4525"/>
                  </a:lnTo>
                  <a:lnTo>
                    <a:pt x="7907" y="4930"/>
                  </a:lnTo>
                  <a:cubicBezTo>
                    <a:pt x="8023" y="5046"/>
                    <a:pt x="8185" y="5106"/>
                    <a:pt x="8347" y="5106"/>
                  </a:cubicBezTo>
                  <a:cubicBezTo>
                    <a:pt x="8518" y="5106"/>
                    <a:pt x="8690" y="5040"/>
                    <a:pt x="8812" y="4906"/>
                  </a:cubicBezTo>
                  <a:cubicBezTo>
                    <a:pt x="9026" y="4668"/>
                    <a:pt x="8978" y="4287"/>
                    <a:pt x="8788" y="4073"/>
                  </a:cubicBezTo>
                  <a:lnTo>
                    <a:pt x="8312" y="3573"/>
                  </a:lnTo>
                  <a:lnTo>
                    <a:pt x="8693" y="2430"/>
                  </a:lnTo>
                  <a:lnTo>
                    <a:pt x="10026" y="2430"/>
                  </a:lnTo>
                  <a:lnTo>
                    <a:pt x="1002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97"/>
            <p:cNvSpPr/>
            <p:nvPr/>
          </p:nvSpPr>
          <p:spPr>
            <a:xfrm>
              <a:off x="1229171" y="4221105"/>
              <a:ext cx="13311" cy="13311"/>
            </a:xfrm>
            <a:custGeom>
              <a:rect b="b" l="l" r="r" t="t"/>
              <a:pathLst>
                <a:path extrusionOk="0" h="406" w="406">
                  <a:moveTo>
                    <a:pt x="191" y="0"/>
                  </a:moveTo>
                  <a:cubicBezTo>
                    <a:pt x="96" y="0"/>
                    <a:pt x="1" y="96"/>
                    <a:pt x="1" y="215"/>
                  </a:cubicBezTo>
                  <a:cubicBezTo>
                    <a:pt x="1" y="310"/>
                    <a:pt x="96" y="405"/>
                    <a:pt x="191" y="405"/>
                  </a:cubicBezTo>
                  <a:cubicBezTo>
                    <a:pt x="310" y="405"/>
                    <a:pt x="406" y="310"/>
                    <a:pt x="406" y="215"/>
                  </a:cubicBezTo>
                  <a:cubicBezTo>
                    <a:pt x="406" y="96"/>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97"/>
            <p:cNvSpPr/>
            <p:nvPr/>
          </p:nvSpPr>
          <p:spPr>
            <a:xfrm>
              <a:off x="987152" y="4221105"/>
              <a:ext cx="340439" cy="223725"/>
            </a:xfrm>
            <a:custGeom>
              <a:rect b="b" l="l" r="r" t="t"/>
              <a:pathLst>
                <a:path extrusionOk="0" h="6824" w="10384">
                  <a:moveTo>
                    <a:pt x="4739" y="405"/>
                  </a:moveTo>
                  <a:lnTo>
                    <a:pt x="3191" y="1953"/>
                  </a:lnTo>
                  <a:cubicBezTo>
                    <a:pt x="3120" y="2024"/>
                    <a:pt x="3096" y="2096"/>
                    <a:pt x="3144" y="2191"/>
                  </a:cubicBezTo>
                  <a:cubicBezTo>
                    <a:pt x="3144" y="2215"/>
                    <a:pt x="3191" y="2215"/>
                    <a:pt x="3191" y="2263"/>
                  </a:cubicBezTo>
                  <a:lnTo>
                    <a:pt x="3382" y="2453"/>
                  </a:lnTo>
                  <a:cubicBezTo>
                    <a:pt x="3608" y="2679"/>
                    <a:pt x="3900" y="2792"/>
                    <a:pt x="4189" y="2792"/>
                  </a:cubicBezTo>
                  <a:cubicBezTo>
                    <a:pt x="4477" y="2792"/>
                    <a:pt x="4763" y="2679"/>
                    <a:pt x="4977" y="2453"/>
                  </a:cubicBezTo>
                  <a:lnTo>
                    <a:pt x="5620" y="1810"/>
                  </a:lnTo>
                  <a:cubicBezTo>
                    <a:pt x="5692" y="1739"/>
                    <a:pt x="5799" y="1703"/>
                    <a:pt x="5906" y="1703"/>
                  </a:cubicBezTo>
                  <a:cubicBezTo>
                    <a:pt x="6013" y="1703"/>
                    <a:pt x="6121" y="1739"/>
                    <a:pt x="6192" y="1810"/>
                  </a:cubicBezTo>
                  <a:lnTo>
                    <a:pt x="8764" y="4406"/>
                  </a:lnTo>
                  <a:cubicBezTo>
                    <a:pt x="8907" y="4549"/>
                    <a:pt x="8907" y="4787"/>
                    <a:pt x="8740" y="4977"/>
                  </a:cubicBezTo>
                  <a:cubicBezTo>
                    <a:pt x="8669" y="5049"/>
                    <a:pt x="8568" y="5085"/>
                    <a:pt x="8463" y="5085"/>
                  </a:cubicBezTo>
                  <a:cubicBezTo>
                    <a:pt x="8359" y="5085"/>
                    <a:pt x="8252" y="5049"/>
                    <a:pt x="8169" y="4977"/>
                  </a:cubicBezTo>
                  <a:lnTo>
                    <a:pt x="6240" y="3025"/>
                  </a:lnTo>
                  <a:cubicBezTo>
                    <a:pt x="6192" y="2989"/>
                    <a:pt x="6144" y="2971"/>
                    <a:pt x="6097" y="2971"/>
                  </a:cubicBezTo>
                  <a:cubicBezTo>
                    <a:pt x="6049" y="2971"/>
                    <a:pt x="6001" y="2989"/>
                    <a:pt x="5954" y="3025"/>
                  </a:cubicBezTo>
                  <a:cubicBezTo>
                    <a:pt x="5859" y="3120"/>
                    <a:pt x="5859" y="3239"/>
                    <a:pt x="5954" y="3334"/>
                  </a:cubicBezTo>
                  <a:lnTo>
                    <a:pt x="7454" y="4858"/>
                  </a:lnTo>
                  <a:cubicBezTo>
                    <a:pt x="7621" y="5001"/>
                    <a:pt x="7621" y="5263"/>
                    <a:pt x="7454" y="5406"/>
                  </a:cubicBezTo>
                  <a:cubicBezTo>
                    <a:pt x="7383" y="5489"/>
                    <a:pt x="7282" y="5531"/>
                    <a:pt x="7180" y="5531"/>
                  </a:cubicBezTo>
                  <a:cubicBezTo>
                    <a:pt x="7079" y="5531"/>
                    <a:pt x="6978" y="5489"/>
                    <a:pt x="6906" y="5406"/>
                  </a:cubicBezTo>
                  <a:lnTo>
                    <a:pt x="5382" y="3906"/>
                  </a:lnTo>
                  <a:cubicBezTo>
                    <a:pt x="5335" y="3858"/>
                    <a:pt x="5281" y="3834"/>
                    <a:pt x="5228" y="3834"/>
                  </a:cubicBezTo>
                  <a:cubicBezTo>
                    <a:pt x="5174" y="3834"/>
                    <a:pt x="5120" y="3858"/>
                    <a:pt x="5073" y="3906"/>
                  </a:cubicBezTo>
                  <a:cubicBezTo>
                    <a:pt x="5001" y="3977"/>
                    <a:pt x="5001" y="4096"/>
                    <a:pt x="5073" y="4192"/>
                  </a:cubicBezTo>
                  <a:lnTo>
                    <a:pt x="6144" y="5263"/>
                  </a:lnTo>
                  <a:cubicBezTo>
                    <a:pt x="6311" y="5406"/>
                    <a:pt x="6311" y="5692"/>
                    <a:pt x="6144" y="5835"/>
                  </a:cubicBezTo>
                  <a:cubicBezTo>
                    <a:pt x="6073" y="5906"/>
                    <a:pt x="5972" y="5942"/>
                    <a:pt x="5871" y="5942"/>
                  </a:cubicBezTo>
                  <a:cubicBezTo>
                    <a:pt x="5769" y="5942"/>
                    <a:pt x="5668" y="5906"/>
                    <a:pt x="5597" y="5835"/>
                  </a:cubicBezTo>
                  <a:lnTo>
                    <a:pt x="4525" y="4763"/>
                  </a:lnTo>
                  <a:cubicBezTo>
                    <a:pt x="4477" y="4715"/>
                    <a:pt x="4424" y="4692"/>
                    <a:pt x="4370" y="4692"/>
                  </a:cubicBezTo>
                  <a:cubicBezTo>
                    <a:pt x="4317" y="4692"/>
                    <a:pt x="4263" y="4715"/>
                    <a:pt x="4215" y="4763"/>
                  </a:cubicBezTo>
                  <a:cubicBezTo>
                    <a:pt x="4120" y="4858"/>
                    <a:pt x="4120" y="4954"/>
                    <a:pt x="4215" y="5049"/>
                  </a:cubicBezTo>
                  <a:lnTo>
                    <a:pt x="4882" y="5716"/>
                  </a:lnTo>
                  <a:cubicBezTo>
                    <a:pt x="5025" y="5859"/>
                    <a:pt x="5025" y="6121"/>
                    <a:pt x="4882" y="6311"/>
                  </a:cubicBezTo>
                  <a:cubicBezTo>
                    <a:pt x="4799" y="6382"/>
                    <a:pt x="4692" y="6418"/>
                    <a:pt x="4588" y="6418"/>
                  </a:cubicBezTo>
                  <a:cubicBezTo>
                    <a:pt x="4483" y="6418"/>
                    <a:pt x="4382" y="6382"/>
                    <a:pt x="4311" y="6311"/>
                  </a:cubicBezTo>
                  <a:lnTo>
                    <a:pt x="3644" y="5644"/>
                  </a:lnTo>
                  <a:cubicBezTo>
                    <a:pt x="3144" y="5144"/>
                    <a:pt x="2739" y="4573"/>
                    <a:pt x="2406" y="3930"/>
                  </a:cubicBezTo>
                  <a:lnTo>
                    <a:pt x="1691" y="2548"/>
                  </a:lnTo>
                  <a:cubicBezTo>
                    <a:pt x="1667" y="2501"/>
                    <a:pt x="1572" y="2429"/>
                    <a:pt x="1501" y="2429"/>
                  </a:cubicBezTo>
                  <a:lnTo>
                    <a:pt x="381" y="2429"/>
                  </a:lnTo>
                  <a:lnTo>
                    <a:pt x="381" y="405"/>
                  </a:lnTo>
                  <a:close/>
                  <a:moveTo>
                    <a:pt x="191" y="0"/>
                  </a:moveTo>
                  <a:cubicBezTo>
                    <a:pt x="72" y="0"/>
                    <a:pt x="0" y="96"/>
                    <a:pt x="0" y="215"/>
                  </a:cubicBezTo>
                  <a:lnTo>
                    <a:pt x="0" y="2644"/>
                  </a:lnTo>
                  <a:cubicBezTo>
                    <a:pt x="0" y="2763"/>
                    <a:pt x="72" y="2858"/>
                    <a:pt x="191" y="2858"/>
                  </a:cubicBezTo>
                  <a:lnTo>
                    <a:pt x="1429" y="2858"/>
                  </a:lnTo>
                  <a:lnTo>
                    <a:pt x="2072" y="4096"/>
                  </a:lnTo>
                  <a:cubicBezTo>
                    <a:pt x="2429" y="4763"/>
                    <a:pt x="2882" y="5382"/>
                    <a:pt x="3406" y="5930"/>
                  </a:cubicBezTo>
                  <a:lnTo>
                    <a:pt x="4073" y="6573"/>
                  </a:lnTo>
                  <a:cubicBezTo>
                    <a:pt x="4239" y="6740"/>
                    <a:pt x="4448" y="6823"/>
                    <a:pt x="4656" y="6823"/>
                  </a:cubicBezTo>
                  <a:cubicBezTo>
                    <a:pt x="4864" y="6823"/>
                    <a:pt x="5073" y="6740"/>
                    <a:pt x="5239" y="6573"/>
                  </a:cubicBezTo>
                  <a:cubicBezTo>
                    <a:pt x="5359" y="6454"/>
                    <a:pt x="5406" y="6335"/>
                    <a:pt x="5430" y="6192"/>
                  </a:cubicBezTo>
                  <a:cubicBezTo>
                    <a:pt x="5586" y="6303"/>
                    <a:pt x="5768" y="6363"/>
                    <a:pt x="5946" y="6363"/>
                  </a:cubicBezTo>
                  <a:cubicBezTo>
                    <a:pt x="6150" y="6363"/>
                    <a:pt x="6349" y="6285"/>
                    <a:pt x="6502" y="6121"/>
                  </a:cubicBezTo>
                  <a:cubicBezTo>
                    <a:pt x="6621" y="6001"/>
                    <a:pt x="6692" y="5882"/>
                    <a:pt x="6716" y="5763"/>
                  </a:cubicBezTo>
                  <a:cubicBezTo>
                    <a:pt x="6869" y="5894"/>
                    <a:pt x="7052" y="5955"/>
                    <a:pt x="7230" y="5955"/>
                  </a:cubicBezTo>
                  <a:cubicBezTo>
                    <a:pt x="7441" y="5955"/>
                    <a:pt x="7646" y="5870"/>
                    <a:pt x="7788" y="5716"/>
                  </a:cubicBezTo>
                  <a:cubicBezTo>
                    <a:pt x="7907" y="5597"/>
                    <a:pt x="7978" y="5478"/>
                    <a:pt x="8002" y="5358"/>
                  </a:cubicBezTo>
                  <a:cubicBezTo>
                    <a:pt x="8155" y="5479"/>
                    <a:pt x="8338" y="5539"/>
                    <a:pt x="8516" y="5539"/>
                  </a:cubicBezTo>
                  <a:cubicBezTo>
                    <a:pt x="8727" y="5539"/>
                    <a:pt x="8932" y="5455"/>
                    <a:pt x="9074" y="5287"/>
                  </a:cubicBezTo>
                  <a:cubicBezTo>
                    <a:pt x="9407" y="4977"/>
                    <a:pt x="9407" y="4454"/>
                    <a:pt x="9074" y="4144"/>
                  </a:cubicBezTo>
                  <a:lnTo>
                    <a:pt x="8693" y="3739"/>
                  </a:lnTo>
                  <a:lnTo>
                    <a:pt x="8978" y="2858"/>
                  </a:lnTo>
                  <a:lnTo>
                    <a:pt x="10169" y="2858"/>
                  </a:lnTo>
                  <a:cubicBezTo>
                    <a:pt x="10288" y="2858"/>
                    <a:pt x="10383" y="2763"/>
                    <a:pt x="10383" y="2644"/>
                  </a:cubicBezTo>
                  <a:lnTo>
                    <a:pt x="10383" y="215"/>
                  </a:lnTo>
                  <a:cubicBezTo>
                    <a:pt x="10360" y="96"/>
                    <a:pt x="10264" y="0"/>
                    <a:pt x="10145" y="0"/>
                  </a:cubicBezTo>
                  <a:lnTo>
                    <a:pt x="8502" y="0"/>
                  </a:lnTo>
                  <a:cubicBezTo>
                    <a:pt x="8431" y="0"/>
                    <a:pt x="8312" y="48"/>
                    <a:pt x="8312" y="167"/>
                  </a:cubicBezTo>
                  <a:cubicBezTo>
                    <a:pt x="8264" y="286"/>
                    <a:pt x="8383" y="405"/>
                    <a:pt x="8502" y="405"/>
                  </a:cubicBezTo>
                  <a:lnTo>
                    <a:pt x="9979" y="405"/>
                  </a:lnTo>
                  <a:lnTo>
                    <a:pt x="9979" y="2429"/>
                  </a:lnTo>
                  <a:lnTo>
                    <a:pt x="8835" y="2429"/>
                  </a:lnTo>
                  <a:cubicBezTo>
                    <a:pt x="8740" y="2429"/>
                    <a:pt x="8669" y="2501"/>
                    <a:pt x="8669" y="2596"/>
                  </a:cubicBezTo>
                  <a:lnTo>
                    <a:pt x="8383" y="3430"/>
                  </a:lnTo>
                  <a:lnTo>
                    <a:pt x="7192" y="2239"/>
                  </a:lnTo>
                  <a:cubicBezTo>
                    <a:pt x="7549" y="2239"/>
                    <a:pt x="7954" y="2120"/>
                    <a:pt x="8216" y="1810"/>
                  </a:cubicBezTo>
                  <a:cubicBezTo>
                    <a:pt x="8264" y="1763"/>
                    <a:pt x="8312" y="1643"/>
                    <a:pt x="8240" y="1548"/>
                  </a:cubicBezTo>
                  <a:cubicBezTo>
                    <a:pt x="8187" y="1495"/>
                    <a:pt x="8126" y="1464"/>
                    <a:pt x="8070" y="1464"/>
                  </a:cubicBezTo>
                  <a:cubicBezTo>
                    <a:pt x="8026" y="1464"/>
                    <a:pt x="7986" y="1483"/>
                    <a:pt x="7954" y="1524"/>
                  </a:cubicBezTo>
                  <a:cubicBezTo>
                    <a:pt x="7752" y="1715"/>
                    <a:pt x="7490" y="1810"/>
                    <a:pt x="7231" y="1810"/>
                  </a:cubicBezTo>
                  <a:cubicBezTo>
                    <a:pt x="6972" y="1810"/>
                    <a:pt x="6716" y="1715"/>
                    <a:pt x="6525" y="1524"/>
                  </a:cubicBezTo>
                  <a:cubicBezTo>
                    <a:pt x="6359" y="1358"/>
                    <a:pt x="6144" y="1274"/>
                    <a:pt x="5933" y="1274"/>
                  </a:cubicBezTo>
                  <a:cubicBezTo>
                    <a:pt x="5722" y="1274"/>
                    <a:pt x="5513" y="1358"/>
                    <a:pt x="5359" y="1524"/>
                  </a:cubicBezTo>
                  <a:lnTo>
                    <a:pt x="4692" y="2167"/>
                  </a:lnTo>
                  <a:cubicBezTo>
                    <a:pt x="4561" y="2298"/>
                    <a:pt x="4376" y="2364"/>
                    <a:pt x="4192" y="2364"/>
                  </a:cubicBezTo>
                  <a:cubicBezTo>
                    <a:pt x="4007" y="2364"/>
                    <a:pt x="3822" y="2298"/>
                    <a:pt x="3691" y="2167"/>
                  </a:cubicBezTo>
                  <a:lnTo>
                    <a:pt x="3620" y="2120"/>
                  </a:lnTo>
                  <a:lnTo>
                    <a:pt x="5311" y="405"/>
                  </a:lnTo>
                  <a:lnTo>
                    <a:pt x="6740" y="405"/>
                  </a:lnTo>
                  <a:cubicBezTo>
                    <a:pt x="6835" y="405"/>
                    <a:pt x="6954" y="357"/>
                    <a:pt x="6954" y="238"/>
                  </a:cubicBezTo>
                  <a:cubicBezTo>
                    <a:pt x="6978" y="119"/>
                    <a:pt x="6859" y="0"/>
                    <a:pt x="67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9" name="Google Shape;22039;p97"/>
          <p:cNvGrpSpPr/>
          <p:nvPr/>
        </p:nvGrpSpPr>
        <p:grpSpPr>
          <a:xfrm>
            <a:off x="1771856" y="4007790"/>
            <a:ext cx="313916" cy="345128"/>
            <a:chOff x="1763993" y="4160190"/>
            <a:chExt cx="313916" cy="345128"/>
          </a:xfrm>
        </p:grpSpPr>
        <p:sp>
          <p:nvSpPr>
            <p:cNvPr id="22040" name="Google Shape;22040;p97"/>
            <p:cNvSpPr/>
            <p:nvPr/>
          </p:nvSpPr>
          <p:spPr>
            <a:xfrm>
              <a:off x="1851430" y="4167239"/>
              <a:ext cx="221004" cy="328702"/>
            </a:xfrm>
            <a:custGeom>
              <a:rect b="b" l="l" r="r" t="t"/>
              <a:pathLst>
                <a:path extrusionOk="0" h="10026" w="6741">
                  <a:moveTo>
                    <a:pt x="1" y="0"/>
                  </a:moveTo>
                  <a:lnTo>
                    <a:pt x="1" y="10026"/>
                  </a:lnTo>
                  <a:lnTo>
                    <a:pt x="6740" y="10026"/>
                  </a:lnTo>
                  <a:lnTo>
                    <a:pt x="6740" y="1858"/>
                  </a:lnTo>
                  <a:lnTo>
                    <a:pt x="4883"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97"/>
            <p:cNvSpPr/>
            <p:nvPr/>
          </p:nvSpPr>
          <p:spPr>
            <a:xfrm>
              <a:off x="2010732" y="4167239"/>
              <a:ext cx="60915" cy="60915"/>
            </a:xfrm>
            <a:custGeom>
              <a:rect b="b" l="l" r="r" t="t"/>
              <a:pathLst>
                <a:path extrusionOk="0" h="1858" w="1858">
                  <a:moveTo>
                    <a:pt x="0" y="0"/>
                  </a:moveTo>
                  <a:lnTo>
                    <a:pt x="0" y="1858"/>
                  </a:lnTo>
                  <a:lnTo>
                    <a:pt x="1858" y="18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97"/>
            <p:cNvSpPr/>
            <p:nvPr/>
          </p:nvSpPr>
          <p:spPr>
            <a:xfrm>
              <a:off x="1796778" y="4252316"/>
              <a:ext cx="153860" cy="160089"/>
            </a:xfrm>
            <a:custGeom>
              <a:rect b="b" l="l" r="r" t="t"/>
              <a:pathLst>
                <a:path extrusionOk="0" h="4883" w="4693">
                  <a:moveTo>
                    <a:pt x="453" y="1"/>
                  </a:moveTo>
                  <a:cubicBezTo>
                    <a:pt x="310" y="1"/>
                    <a:pt x="144" y="96"/>
                    <a:pt x="96" y="215"/>
                  </a:cubicBezTo>
                  <a:cubicBezTo>
                    <a:pt x="1" y="334"/>
                    <a:pt x="1" y="477"/>
                    <a:pt x="72" y="596"/>
                  </a:cubicBezTo>
                  <a:lnTo>
                    <a:pt x="382" y="1215"/>
                  </a:lnTo>
                  <a:lnTo>
                    <a:pt x="1287" y="1215"/>
                  </a:lnTo>
                  <a:cubicBezTo>
                    <a:pt x="3025" y="1215"/>
                    <a:pt x="3454" y="3454"/>
                    <a:pt x="3454" y="4311"/>
                  </a:cubicBezTo>
                  <a:lnTo>
                    <a:pt x="3454" y="4883"/>
                  </a:lnTo>
                  <a:lnTo>
                    <a:pt x="4454" y="4383"/>
                  </a:lnTo>
                  <a:cubicBezTo>
                    <a:pt x="4597" y="4311"/>
                    <a:pt x="4692" y="4145"/>
                    <a:pt x="4692" y="3978"/>
                  </a:cubicBezTo>
                  <a:cubicBezTo>
                    <a:pt x="4621" y="3025"/>
                    <a:pt x="4335" y="2120"/>
                    <a:pt x="3787" y="1311"/>
                  </a:cubicBezTo>
                  <a:cubicBezTo>
                    <a:pt x="3263" y="477"/>
                    <a:pt x="2335" y="1"/>
                    <a:pt x="1287"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97"/>
            <p:cNvSpPr/>
            <p:nvPr/>
          </p:nvSpPr>
          <p:spPr>
            <a:xfrm>
              <a:off x="1771009" y="4452206"/>
              <a:ext cx="160089" cy="45309"/>
            </a:xfrm>
            <a:custGeom>
              <a:rect b="b" l="l" r="r" t="t"/>
              <a:pathLst>
                <a:path extrusionOk="0" h="1382" w="4883">
                  <a:moveTo>
                    <a:pt x="406" y="0"/>
                  </a:moveTo>
                  <a:cubicBezTo>
                    <a:pt x="168" y="0"/>
                    <a:pt x="1" y="191"/>
                    <a:pt x="1" y="429"/>
                  </a:cubicBezTo>
                  <a:lnTo>
                    <a:pt x="1" y="1382"/>
                  </a:lnTo>
                  <a:lnTo>
                    <a:pt x="4883" y="1382"/>
                  </a:lnTo>
                  <a:lnTo>
                    <a:pt x="4883" y="429"/>
                  </a:lnTo>
                  <a:cubicBezTo>
                    <a:pt x="4883" y="191"/>
                    <a:pt x="4692" y="0"/>
                    <a:pt x="447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97"/>
            <p:cNvSpPr/>
            <p:nvPr/>
          </p:nvSpPr>
          <p:spPr>
            <a:xfrm>
              <a:off x="1771009" y="4292937"/>
              <a:ext cx="140582" cy="159302"/>
            </a:xfrm>
            <a:custGeom>
              <a:rect b="b" l="l" r="r" t="t"/>
              <a:pathLst>
                <a:path extrusionOk="0" h="4859" w="4288">
                  <a:moveTo>
                    <a:pt x="1216" y="0"/>
                  </a:moveTo>
                  <a:lnTo>
                    <a:pt x="1" y="1858"/>
                  </a:lnTo>
                  <a:lnTo>
                    <a:pt x="239" y="2310"/>
                  </a:lnTo>
                  <a:cubicBezTo>
                    <a:pt x="311" y="2477"/>
                    <a:pt x="477" y="2596"/>
                    <a:pt x="668" y="2620"/>
                  </a:cubicBezTo>
                  <a:cubicBezTo>
                    <a:pt x="708" y="2630"/>
                    <a:pt x="748" y="2634"/>
                    <a:pt x="789" y="2634"/>
                  </a:cubicBezTo>
                  <a:cubicBezTo>
                    <a:pt x="945" y="2634"/>
                    <a:pt x="1102" y="2566"/>
                    <a:pt x="1216" y="2453"/>
                  </a:cubicBezTo>
                  <a:lnTo>
                    <a:pt x="1835" y="2453"/>
                  </a:lnTo>
                  <a:cubicBezTo>
                    <a:pt x="2192" y="2453"/>
                    <a:pt x="2454" y="2143"/>
                    <a:pt x="2454" y="1834"/>
                  </a:cubicBezTo>
                  <a:lnTo>
                    <a:pt x="2454" y="2334"/>
                  </a:lnTo>
                  <a:cubicBezTo>
                    <a:pt x="2454" y="2739"/>
                    <a:pt x="2192" y="3096"/>
                    <a:pt x="1787" y="3263"/>
                  </a:cubicBezTo>
                  <a:cubicBezTo>
                    <a:pt x="1096" y="3501"/>
                    <a:pt x="620" y="4120"/>
                    <a:pt x="620" y="4858"/>
                  </a:cubicBezTo>
                  <a:lnTo>
                    <a:pt x="4288" y="4858"/>
                  </a:lnTo>
                  <a:lnTo>
                    <a:pt x="4288" y="3096"/>
                  </a:lnTo>
                  <a:cubicBezTo>
                    <a:pt x="4288" y="2239"/>
                    <a:pt x="383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97"/>
            <p:cNvSpPr/>
            <p:nvPr/>
          </p:nvSpPr>
          <p:spPr>
            <a:xfrm>
              <a:off x="1763993" y="4160190"/>
              <a:ext cx="313916" cy="345128"/>
            </a:xfrm>
            <a:custGeom>
              <a:rect b="b" l="l" r="r" t="t"/>
              <a:pathLst>
                <a:path extrusionOk="0" h="10527" w="9575">
                  <a:moveTo>
                    <a:pt x="7740" y="715"/>
                  </a:moveTo>
                  <a:lnTo>
                    <a:pt x="8860" y="1858"/>
                  </a:lnTo>
                  <a:lnTo>
                    <a:pt x="7740" y="1858"/>
                  </a:lnTo>
                  <a:lnTo>
                    <a:pt x="7740" y="715"/>
                  </a:lnTo>
                  <a:close/>
                  <a:moveTo>
                    <a:pt x="2311" y="3025"/>
                  </a:moveTo>
                  <a:cubicBezTo>
                    <a:pt x="3239" y="3025"/>
                    <a:pt x="4097" y="3454"/>
                    <a:pt x="4644" y="4263"/>
                  </a:cubicBezTo>
                  <a:cubicBezTo>
                    <a:pt x="5145" y="5049"/>
                    <a:pt x="5454" y="5930"/>
                    <a:pt x="5502" y="6859"/>
                  </a:cubicBezTo>
                  <a:cubicBezTo>
                    <a:pt x="5502" y="6955"/>
                    <a:pt x="5478" y="7002"/>
                    <a:pt x="5383" y="7050"/>
                  </a:cubicBezTo>
                  <a:lnTo>
                    <a:pt x="4692" y="7407"/>
                  </a:lnTo>
                  <a:lnTo>
                    <a:pt x="4692" y="7121"/>
                  </a:lnTo>
                  <a:cubicBezTo>
                    <a:pt x="4692" y="6645"/>
                    <a:pt x="4573" y="5835"/>
                    <a:pt x="4263" y="5145"/>
                  </a:cubicBezTo>
                  <a:cubicBezTo>
                    <a:pt x="3835" y="4287"/>
                    <a:pt x="3144" y="3811"/>
                    <a:pt x="2358" y="3811"/>
                  </a:cubicBezTo>
                  <a:lnTo>
                    <a:pt x="1572" y="3811"/>
                  </a:lnTo>
                  <a:lnTo>
                    <a:pt x="1310" y="3311"/>
                  </a:lnTo>
                  <a:cubicBezTo>
                    <a:pt x="1215" y="3168"/>
                    <a:pt x="1334" y="3025"/>
                    <a:pt x="1477" y="3025"/>
                  </a:cubicBezTo>
                  <a:close/>
                  <a:moveTo>
                    <a:pt x="2287" y="4240"/>
                  </a:moveTo>
                  <a:cubicBezTo>
                    <a:pt x="2930" y="4240"/>
                    <a:pt x="3478" y="4621"/>
                    <a:pt x="3835" y="5335"/>
                  </a:cubicBezTo>
                  <a:cubicBezTo>
                    <a:pt x="4121" y="5930"/>
                    <a:pt x="4240" y="6645"/>
                    <a:pt x="4240" y="7121"/>
                  </a:cubicBezTo>
                  <a:lnTo>
                    <a:pt x="4240" y="8693"/>
                  </a:lnTo>
                  <a:lnTo>
                    <a:pt x="1001" y="8693"/>
                  </a:lnTo>
                  <a:cubicBezTo>
                    <a:pt x="1096" y="8145"/>
                    <a:pt x="1477" y="7669"/>
                    <a:pt x="2025" y="7478"/>
                  </a:cubicBezTo>
                  <a:cubicBezTo>
                    <a:pt x="2501" y="7312"/>
                    <a:pt x="2811" y="6859"/>
                    <a:pt x="2811" y="6359"/>
                  </a:cubicBezTo>
                  <a:lnTo>
                    <a:pt x="2811" y="5835"/>
                  </a:lnTo>
                  <a:cubicBezTo>
                    <a:pt x="2858" y="5764"/>
                    <a:pt x="2763" y="5669"/>
                    <a:pt x="2644" y="5669"/>
                  </a:cubicBezTo>
                  <a:cubicBezTo>
                    <a:pt x="2525" y="5669"/>
                    <a:pt x="2430" y="5764"/>
                    <a:pt x="2430" y="5883"/>
                  </a:cubicBezTo>
                  <a:cubicBezTo>
                    <a:pt x="2430" y="6121"/>
                    <a:pt x="2263" y="6288"/>
                    <a:pt x="2049" y="6288"/>
                  </a:cubicBezTo>
                  <a:lnTo>
                    <a:pt x="1430" y="6288"/>
                  </a:lnTo>
                  <a:cubicBezTo>
                    <a:pt x="1358" y="6288"/>
                    <a:pt x="1310" y="6312"/>
                    <a:pt x="1287" y="6359"/>
                  </a:cubicBezTo>
                  <a:cubicBezTo>
                    <a:pt x="1199" y="6437"/>
                    <a:pt x="1092" y="6475"/>
                    <a:pt x="986" y="6475"/>
                  </a:cubicBezTo>
                  <a:cubicBezTo>
                    <a:pt x="832" y="6475"/>
                    <a:pt x="681" y="6395"/>
                    <a:pt x="596" y="6240"/>
                  </a:cubicBezTo>
                  <a:lnTo>
                    <a:pt x="406" y="5883"/>
                  </a:lnTo>
                  <a:lnTo>
                    <a:pt x="1501" y="4240"/>
                  </a:lnTo>
                  <a:close/>
                  <a:moveTo>
                    <a:pt x="2858" y="406"/>
                  </a:moveTo>
                  <a:lnTo>
                    <a:pt x="7359" y="429"/>
                  </a:lnTo>
                  <a:lnTo>
                    <a:pt x="7359" y="2073"/>
                  </a:lnTo>
                  <a:cubicBezTo>
                    <a:pt x="7359" y="2192"/>
                    <a:pt x="7431" y="2263"/>
                    <a:pt x="7550" y="2263"/>
                  </a:cubicBezTo>
                  <a:lnTo>
                    <a:pt x="9193" y="2263"/>
                  </a:lnTo>
                  <a:lnTo>
                    <a:pt x="9193" y="10074"/>
                  </a:lnTo>
                  <a:lnTo>
                    <a:pt x="5335" y="10074"/>
                  </a:lnTo>
                  <a:lnTo>
                    <a:pt x="5335" y="9336"/>
                  </a:lnTo>
                  <a:cubicBezTo>
                    <a:pt x="5335" y="9003"/>
                    <a:pt x="5049" y="8693"/>
                    <a:pt x="4692" y="8693"/>
                  </a:cubicBezTo>
                  <a:lnTo>
                    <a:pt x="4692" y="7812"/>
                  </a:lnTo>
                  <a:lnTo>
                    <a:pt x="5573" y="7359"/>
                  </a:lnTo>
                  <a:cubicBezTo>
                    <a:pt x="5764" y="7240"/>
                    <a:pt x="5930" y="7026"/>
                    <a:pt x="5883" y="6764"/>
                  </a:cubicBezTo>
                  <a:cubicBezTo>
                    <a:pt x="5835" y="5788"/>
                    <a:pt x="5502" y="4787"/>
                    <a:pt x="4978" y="3978"/>
                  </a:cubicBezTo>
                  <a:cubicBezTo>
                    <a:pt x="4502" y="3216"/>
                    <a:pt x="3716" y="2739"/>
                    <a:pt x="2858" y="2596"/>
                  </a:cubicBezTo>
                  <a:lnTo>
                    <a:pt x="2858" y="406"/>
                  </a:lnTo>
                  <a:close/>
                  <a:moveTo>
                    <a:pt x="2644" y="1"/>
                  </a:moveTo>
                  <a:cubicBezTo>
                    <a:pt x="2525" y="1"/>
                    <a:pt x="2430" y="96"/>
                    <a:pt x="2430" y="215"/>
                  </a:cubicBezTo>
                  <a:lnTo>
                    <a:pt x="2430" y="2596"/>
                  </a:lnTo>
                  <a:lnTo>
                    <a:pt x="1477" y="2596"/>
                  </a:lnTo>
                  <a:cubicBezTo>
                    <a:pt x="1048" y="2596"/>
                    <a:pt x="739" y="3073"/>
                    <a:pt x="953" y="3501"/>
                  </a:cubicBezTo>
                  <a:lnTo>
                    <a:pt x="1215" y="4025"/>
                  </a:lnTo>
                  <a:lnTo>
                    <a:pt x="48" y="5764"/>
                  </a:lnTo>
                  <a:cubicBezTo>
                    <a:pt x="24" y="5811"/>
                    <a:pt x="1" y="5907"/>
                    <a:pt x="48" y="5954"/>
                  </a:cubicBezTo>
                  <a:lnTo>
                    <a:pt x="286" y="6407"/>
                  </a:lnTo>
                  <a:cubicBezTo>
                    <a:pt x="433" y="6700"/>
                    <a:pt x="715" y="6858"/>
                    <a:pt x="1011" y="6858"/>
                  </a:cubicBezTo>
                  <a:cubicBezTo>
                    <a:pt x="1195" y="6858"/>
                    <a:pt x="1384" y="6797"/>
                    <a:pt x="1549" y="6669"/>
                  </a:cubicBezTo>
                  <a:lnTo>
                    <a:pt x="2073" y="6669"/>
                  </a:lnTo>
                  <a:cubicBezTo>
                    <a:pt x="2239" y="6669"/>
                    <a:pt x="2358" y="6645"/>
                    <a:pt x="2477" y="6597"/>
                  </a:cubicBezTo>
                  <a:lnTo>
                    <a:pt x="2477" y="6597"/>
                  </a:lnTo>
                  <a:cubicBezTo>
                    <a:pt x="2358" y="6835"/>
                    <a:pt x="2168" y="7026"/>
                    <a:pt x="1906" y="7121"/>
                  </a:cubicBezTo>
                  <a:cubicBezTo>
                    <a:pt x="1191" y="7359"/>
                    <a:pt x="691" y="7979"/>
                    <a:pt x="620" y="8741"/>
                  </a:cubicBezTo>
                  <a:cubicBezTo>
                    <a:pt x="286" y="8741"/>
                    <a:pt x="1" y="9003"/>
                    <a:pt x="1" y="9360"/>
                  </a:cubicBezTo>
                  <a:lnTo>
                    <a:pt x="1" y="10312"/>
                  </a:lnTo>
                  <a:cubicBezTo>
                    <a:pt x="1" y="10431"/>
                    <a:pt x="96" y="10527"/>
                    <a:pt x="191" y="10527"/>
                  </a:cubicBezTo>
                  <a:lnTo>
                    <a:pt x="1715" y="10527"/>
                  </a:lnTo>
                  <a:cubicBezTo>
                    <a:pt x="1811" y="10527"/>
                    <a:pt x="1930" y="10455"/>
                    <a:pt x="1930" y="10336"/>
                  </a:cubicBezTo>
                  <a:cubicBezTo>
                    <a:pt x="1953" y="10217"/>
                    <a:pt x="1834" y="10098"/>
                    <a:pt x="1715" y="10098"/>
                  </a:cubicBezTo>
                  <a:lnTo>
                    <a:pt x="382" y="10098"/>
                  </a:lnTo>
                  <a:lnTo>
                    <a:pt x="382" y="9360"/>
                  </a:lnTo>
                  <a:cubicBezTo>
                    <a:pt x="382" y="9241"/>
                    <a:pt x="477" y="9145"/>
                    <a:pt x="596" y="9145"/>
                  </a:cubicBezTo>
                  <a:lnTo>
                    <a:pt x="4668" y="9145"/>
                  </a:lnTo>
                  <a:cubicBezTo>
                    <a:pt x="4787" y="9145"/>
                    <a:pt x="4883" y="9241"/>
                    <a:pt x="4883" y="9360"/>
                  </a:cubicBezTo>
                  <a:lnTo>
                    <a:pt x="4883" y="10098"/>
                  </a:lnTo>
                  <a:lnTo>
                    <a:pt x="3573" y="10098"/>
                  </a:lnTo>
                  <a:cubicBezTo>
                    <a:pt x="3478" y="10098"/>
                    <a:pt x="3359" y="10146"/>
                    <a:pt x="3359" y="10289"/>
                  </a:cubicBezTo>
                  <a:cubicBezTo>
                    <a:pt x="3335" y="10384"/>
                    <a:pt x="3454" y="10527"/>
                    <a:pt x="3573" y="10527"/>
                  </a:cubicBezTo>
                  <a:lnTo>
                    <a:pt x="9384" y="10527"/>
                  </a:lnTo>
                  <a:cubicBezTo>
                    <a:pt x="9503" y="10527"/>
                    <a:pt x="9574" y="10431"/>
                    <a:pt x="9574" y="10312"/>
                  </a:cubicBezTo>
                  <a:lnTo>
                    <a:pt x="9574" y="2073"/>
                  </a:lnTo>
                  <a:cubicBezTo>
                    <a:pt x="9574" y="2001"/>
                    <a:pt x="9550" y="1954"/>
                    <a:pt x="9526" y="1906"/>
                  </a:cubicBezTo>
                  <a:lnTo>
                    <a:pt x="7669" y="72"/>
                  </a:lnTo>
                  <a:cubicBezTo>
                    <a:pt x="7645" y="48"/>
                    <a:pt x="7597" y="1"/>
                    <a:pt x="7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97"/>
            <p:cNvSpPr/>
            <p:nvPr/>
          </p:nvSpPr>
          <p:spPr>
            <a:xfrm>
              <a:off x="1963883" y="4285134"/>
              <a:ext cx="74192" cy="14065"/>
            </a:xfrm>
            <a:custGeom>
              <a:rect b="b" l="l" r="r" t="t"/>
              <a:pathLst>
                <a:path extrusionOk="0" h="429" w="2263">
                  <a:moveTo>
                    <a:pt x="215" y="0"/>
                  </a:moveTo>
                  <a:cubicBezTo>
                    <a:pt x="119" y="0"/>
                    <a:pt x="0" y="71"/>
                    <a:pt x="0" y="191"/>
                  </a:cubicBezTo>
                  <a:cubicBezTo>
                    <a:pt x="0" y="310"/>
                    <a:pt x="95" y="429"/>
                    <a:pt x="215" y="429"/>
                  </a:cubicBezTo>
                  <a:lnTo>
                    <a:pt x="2024" y="429"/>
                  </a:lnTo>
                  <a:cubicBezTo>
                    <a:pt x="2120" y="429"/>
                    <a:pt x="2239" y="357"/>
                    <a:pt x="2239" y="238"/>
                  </a:cubicBezTo>
                  <a:cubicBezTo>
                    <a:pt x="2263" y="119"/>
                    <a:pt x="2143" y="0"/>
                    <a:pt x="20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97"/>
            <p:cNvSpPr/>
            <p:nvPr/>
          </p:nvSpPr>
          <p:spPr>
            <a:xfrm>
              <a:off x="1983390" y="4325722"/>
              <a:ext cx="54685" cy="13311"/>
            </a:xfrm>
            <a:custGeom>
              <a:rect b="b" l="l" r="r" t="t"/>
              <a:pathLst>
                <a:path extrusionOk="0" h="406" w="1668">
                  <a:moveTo>
                    <a:pt x="239" y="0"/>
                  </a:moveTo>
                  <a:cubicBezTo>
                    <a:pt x="143" y="0"/>
                    <a:pt x="24" y="48"/>
                    <a:pt x="24" y="167"/>
                  </a:cubicBezTo>
                  <a:cubicBezTo>
                    <a:pt x="1" y="286"/>
                    <a:pt x="120" y="405"/>
                    <a:pt x="239" y="405"/>
                  </a:cubicBezTo>
                  <a:lnTo>
                    <a:pt x="1453" y="405"/>
                  </a:lnTo>
                  <a:cubicBezTo>
                    <a:pt x="1548" y="405"/>
                    <a:pt x="1668" y="358"/>
                    <a:pt x="1668" y="239"/>
                  </a:cubicBezTo>
                  <a:cubicBezTo>
                    <a:pt x="1668" y="119"/>
                    <a:pt x="1572"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97"/>
            <p:cNvSpPr/>
            <p:nvPr/>
          </p:nvSpPr>
          <p:spPr>
            <a:xfrm>
              <a:off x="1983390" y="4365523"/>
              <a:ext cx="54685" cy="13311"/>
            </a:xfrm>
            <a:custGeom>
              <a:rect b="b" l="l" r="r" t="t"/>
              <a:pathLst>
                <a:path extrusionOk="0" h="406" w="1668">
                  <a:moveTo>
                    <a:pt x="239" y="1"/>
                  </a:moveTo>
                  <a:cubicBezTo>
                    <a:pt x="143" y="1"/>
                    <a:pt x="24" y="49"/>
                    <a:pt x="24" y="168"/>
                  </a:cubicBezTo>
                  <a:cubicBezTo>
                    <a:pt x="1" y="287"/>
                    <a:pt x="120" y="406"/>
                    <a:pt x="239" y="406"/>
                  </a:cubicBezTo>
                  <a:lnTo>
                    <a:pt x="1453" y="406"/>
                  </a:lnTo>
                  <a:cubicBezTo>
                    <a:pt x="1548" y="406"/>
                    <a:pt x="1668" y="358"/>
                    <a:pt x="1668" y="239"/>
                  </a:cubicBezTo>
                  <a:cubicBezTo>
                    <a:pt x="1668" y="120"/>
                    <a:pt x="1572"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97"/>
            <p:cNvSpPr/>
            <p:nvPr/>
          </p:nvSpPr>
          <p:spPr>
            <a:xfrm>
              <a:off x="1983390" y="4405356"/>
              <a:ext cx="54685" cy="14098"/>
            </a:xfrm>
            <a:custGeom>
              <a:rect b="b" l="l" r="r" t="t"/>
              <a:pathLst>
                <a:path extrusionOk="0" h="430" w="1668">
                  <a:moveTo>
                    <a:pt x="239" y="0"/>
                  </a:moveTo>
                  <a:cubicBezTo>
                    <a:pt x="143" y="0"/>
                    <a:pt x="24" y="72"/>
                    <a:pt x="24" y="191"/>
                  </a:cubicBezTo>
                  <a:cubicBezTo>
                    <a:pt x="1" y="310"/>
                    <a:pt x="120" y="429"/>
                    <a:pt x="239" y="429"/>
                  </a:cubicBezTo>
                  <a:lnTo>
                    <a:pt x="1453" y="429"/>
                  </a:lnTo>
                  <a:cubicBezTo>
                    <a:pt x="1548" y="429"/>
                    <a:pt x="1668" y="358"/>
                    <a:pt x="1668" y="239"/>
                  </a:cubicBezTo>
                  <a:cubicBezTo>
                    <a:pt x="1668" y="120"/>
                    <a:pt x="1572"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97"/>
            <p:cNvSpPr/>
            <p:nvPr/>
          </p:nvSpPr>
          <p:spPr>
            <a:xfrm>
              <a:off x="1963883" y="4445157"/>
              <a:ext cx="74192" cy="14098"/>
            </a:xfrm>
            <a:custGeom>
              <a:rect b="b" l="l" r="r" t="t"/>
              <a:pathLst>
                <a:path extrusionOk="0" h="430" w="2263">
                  <a:moveTo>
                    <a:pt x="215" y="1"/>
                  </a:moveTo>
                  <a:cubicBezTo>
                    <a:pt x="119" y="1"/>
                    <a:pt x="0" y="72"/>
                    <a:pt x="0" y="191"/>
                  </a:cubicBezTo>
                  <a:cubicBezTo>
                    <a:pt x="0" y="311"/>
                    <a:pt x="95" y="430"/>
                    <a:pt x="215" y="430"/>
                  </a:cubicBezTo>
                  <a:lnTo>
                    <a:pt x="2024" y="430"/>
                  </a:lnTo>
                  <a:cubicBezTo>
                    <a:pt x="2120" y="430"/>
                    <a:pt x="2239" y="358"/>
                    <a:pt x="2239" y="239"/>
                  </a:cubicBezTo>
                  <a:cubicBezTo>
                    <a:pt x="2263" y="120"/>
                    <a:pt x="2143" y="1"/>
                    <a:pt x="2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97"/>
            <p:cNvSpPr/>
            <p:nvPr/>
          </p:nvSpPr>
          <p:spPr>
            <a:xfrm>
              <a:off x="1843627" y="4490466"/>
              <a:ext cx="14098" cy="13311"/>
            </a:xfrm>
            <a:custGeom>
              <a:rect b="b" l="l" r="r" t="t"/>
              <a:pathLst>
                <a:path extrusionOk="0" h="406" w="430">
                  <a:moveTo>
                    <a:pt x="215" y="0"/>
                  </a:moveTo>
                  <a:cubicBezTo>
                    <a:pt x="96" y="0"/>
                    <a:pt x="1" y="95"/>
                    <a:pt x="1" y="215"/>
                  </a:cubicBezTo>
                  <a:cubicBezTo>
                    <a:pt x="1" y="310"/>
                    <a:pt x="96" y="405"/>
                    <a:pt x="215" y="405"/>
                  </a:cubicBezTo>
                  <a:cubicBezTo>
                    <a:pt x="334" y="405"/>
                    <a:pt x="429" y="310"/>
                    <a:pt x="429" y="215"/>
                  </a:cubicBezTo>
                  <a:cubicBezTo>
                    <a:pt x="429" y="95"/>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2" name="Google Shape;22052;p97"/>
          <p:cNvGrpSpPr/>
          <p:nvPr/>
        </p:nvGrpSpPr>
        <p:grpSpPr>
          <a:xfrm>
            <a:off x="2557319" y="4009364"/>
            <a:ext cx="254543" cy="341226"/>
            <a:chOff x="2549456" y="4161764"/>
            <a:chExt cx="254543" cy="341226"/>
          </a:xfrm>
        </p:grpSpPr>
        <p:sp>
          <p:nvSpPr>
            <p:cNvPr id="22053" name="Google Shape;22053;p97"/>
            <p:cNvSpPr/>
            <p:nvPr/>
          </p:nvSpPr>
          <p:spPr>
            <a:xfrm>
              <a:off x="2557258" y="4167993"/>
              <a:ext cx="240511" cy="329522"/>
            </a:xfrm>
            <a:custGeom>
              <a:rect b="b" l="l" r="r" t="t"/>
              <a:pathLst>
                <a:path extrusionOk="0" h="10051" w="7336">
                  <a:moveTo>
                    <a:pt x="1834" y="1"/>
                  </a:moveTo>
                  <a:cubicBezTo>
                    <a:pt x="1834" y="334"/>
                    <a:pt x="1691" y="668"/>
                    <a:pt x="1477" y="882"/>
                  </a:cubicBezTo>
                  <a:cubicBezTo>
                    <a:pt x="1286" y="1073"/>
                    <a:pt x="953" y="1239"/>
                    <a:pt x="619" y="1239"/>
                  </a:cubicBezTo>
                  <a:lnTo>
                    <a:pt x="0" y="1239"/>
                  </a:lnTo>
                  <a:lnTo>
                    <a:pt x="0" y="4954"/>
                  </a:lnTo>
                  <a:cubicBezTo>
                    <a:pt x="0" y="7264"/>
                    <a:pt x="1453" y="9288"/>
                    <a:pt x="3668" y="10051"/>
                  </a:cubicBezTo>
                  <a:cubicBezTo>
                    <a:pt x="5835" y="9336"/>
                    <a:pt x="7335" y="7264"/>
                    <a:pt x="7335" y="4954"/>
                  </a:cubicBezTo>
                  <a:lnTo>
                    <a:pt x="7335" y="1239"/>
                  </a:lnTo>
                  <a:lnTo>
                    <a:pt x="6740" y="1239"/>
                  </a:lnTo>
                  <a:cubicBezTo>
                    <a:pt x="6049" y="1239"/>
                    <a:pt x="5501" y="691"/>
                    <a:pt x="550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97"/>
            <p:cNvSpPr/>
            <p:nvPr/>
          </p:nvSpPr>
          <p:spPr>
            <a:xfrm>
              <a:off x="2597059" y="4208614"/>
              <a:ext cx="160089" cy="245953"/>
            </a:xfrm>
            <a:custGeom>
              <a:rect b="b" l="l" r="r" t="t"/>
              <a:pathLst>
                <a:path extrusionOk="0" h="7502" w="4883">
                  <a:moveTo>
                    <a:pt x="1525" y="0"/>
                  </a:moveTo>
                  <a:cubicBezTo>
                    <a:pt x="1191" y="548"/>
                    <a:pt x="668" y="977"/>
                    <a:pt x="1" y="1143"/>
                  </a:cubicBezTo>
                  <a:lnTo>
                    <a:pt x="1" y="3715"/>
                  </a:lnTo>
                  <a:cubicBezTo>
                    <a:pt x="1" y="5358"/>
                    <a:pt x="1001" y="6835"/>
                    <a:pt x="2454" y="7502"/>
                  </a:cubicBezTo>
                  <a:cubicBezTo>
                    <a:pt x="3930" y="6835"/>
                    <a:pt x="4883" y="5358"/>
                    <a:pt x="4883" y="3715"/>
                  </a:cubicBezTo>
                  <a:lnTo>
                    <a:pt x="4883" y="1143"/>
                  </a:lnTo>
                  <a:cubicBezTo>
                    <a:pt x="4264" y="977"/>
                    <a:pt x="3740" y="524"/>
                    <a:pt x="340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97"/>
            <p:cNvSpPr/>
            <p:nvPr/>
          </p:nvSpPr>
          <p:spPr>
            <a:xfrm>
              <a:off x="2549456" y="4161764"/>
              <a:ext cx="254543" cy="341226"/>
            </a:xfrm>
            <a:custGeom>
              <a:rect b="b" l="l" r="r" t="t"/>
              <a:pathLst>
                <a:path extrusionOk="0" h="10408" w="7764">
                  <a:moveTo>
                    <a:pt x="5573" y="405"/>
                  </a:moveTo>
                  <a:cubicBezTo>
                    <a:pt x="5668" y="1096"/>
                    <a:pt x="6263" y="1620"/>
                    <a:pt x="6978" y="1620"/>
                  </a:cubicBezTo>
                  <a:lnTo>
                    <a:pt x="7383" y="1620"/>
                  </a:lnTo>
                  <a:lnTo>
                    <a:pt x="7383" y="5144"/>
                  </a:lnTo>
                  <a:cubicBezTo>
                    <a:pt x="7383" y="7335"/>
                    <a:pt x="5977" y="9312"/>
                    <a:pt x="3929" y="10026"/>
                  </a:cubicBezTo>
                  <a:cubicBezTo>
                    <a:pt x="1834" y="9312"/>
                    <a:pt x="476" y="7335"/>
                    <a:pt x="476" y="5144"/>
                  </a:cubicBezTo>
                  <a:lnTo>
                    <a:pt x="476" y="1620"/>
                  </a:lnTo>
                  <a:lnTo>
                    <a:pt x="857" y="1620"/>
                  </a:lnTo>
                  <a:cubicBezTo>
                    <a:pt x="1572" y="1620"/>
                    <a:pt x="2167" y="1096"/>
                    <a:pt x="2262" y="405"/>
                  </a:cubicBezTo>
                  <a:close/>
                  <a:moveTo>
                    <a:pt x="2048" y="0"/>
                  </a:moveTo>
                  <a:cubicBezTo>
                    <a:pt x="1929" y="0"/>
                    <a:pt x="1858" y="72"/>
                    <a:pt x="1858" y="191"/>
                  </a:cubicBezTo>
                  <a:cubicBezTo>
                    <a:pt x="1858" y="762"/>
                    <a:pt x="1405" y="1215"/>
                    <a:pt x="834" y="1215"/>
                  </a:cubicBezTo>
                  <a:lnTo>
                    <a:pt x="214" y="1215"/>
                  </a:lnTo>
                  <a:cubicBezTo>
                    <a:pt x="95" y="1215"/>
                    <a:pt x="0" y="1310"/>
                    <a:pt x="0" y="1429"/>
                  </a:cubicBezTo>
                  <a:lnTo>
                    <a:pt x="0" y="5144"/>
                  </a:lnTo>
                  <a:cubicBezTo>
                    <a:pt x="24" y="7526"/>
                    <a:pt x="1548" y="9669"/>
                    <a:pt x="3834" y="10407"/>
                  </a:cubicBezTo>
                  <a:lnTo>
                    <a:pt x="3953" y="10407"/>
                  </a:lnTo>
                  <a:cubicBezTo>
                    <a:pt x="6239" y="9645"/>
                    <a:pt x="7764" y="7526"/>
                    <a:pt x="7764" y="5120"/>
                  </a:cubicBezTo>
                  <a:lnTo>
                    <a:pt x="7764" y="1429"/>
                  </a:lnTo>
                  <a:cubicBezTo>
                    <a:pt x="7764" y="1310"/>
                    <a:pt x="7668" y="1215"/>
                    <a:pt x="7573" y="1215"/>
                  </a:cubicBezTo>
                  <a:lnTo>
                    <a:pt x="6930" y="1215"/>
                  </a:lnTo>
                  <a:cubicBezTo>
                    <a:pt x="6382" y="1215"/>
                    <a:pt x="5930" y="762"/>
                    <a:pt x="5930" y="191"/>
                  </a:cubicBezTo>
                  <a:cubicBezTo>
                    <a:pt x="5930" y="72"/>
                    <a:pt x="5835" y="0"/>
                    <a:pt x="57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97"/>
            <p:cNvSpPr/>
            <p:nvPr/>
          </p:nvSpPr>
          <p:spPr>
            <a:xfrm>
              <a:off x="2590830" y="4202352"/>
              <a:ext cx="173367" cy="258280"/>
            </a:xfrm>
            <a:custGeom>
              <a:rect b="b" l="l" r="r" t="t"/>
              <a:pathLst>
                <a:path extrusionOk="0" h="7878" w="5288">
                  <a:moveTo>
                    <a:pt x="3501" y="358"/>
                  </a:moveTo>
                  <a:cubicBezTo>
                    <a:pt x="3834" y="858"/>
                    <a:pt x="4334" y="1263"/>
                    <a:pt x="4930" y="1453"/>
                  </a:cubicBezTo>
                  <a:lnTo>
                    <a:pt x="4930" y="3882"/>
                  </a:lnTo>
                  <a:cubicBezTo>
                    <a:pt x="4930" y="5311"/>
                    <a:pt x="4120" y="6645"/>
                    <a:pt x="2906" y="7336"/>
                  </a:cubicBezTo>
                  <a:lnTo>
                    <a:pt x="2906" y="4859"/>
                  </a:lnTo>
                  <a:cubicBezTo>
                    <a:pt x="2906" y="4740"/>
                    <a:pt x="2810" y="4644"/>
                    <a:pt x="2691" y="4644"/>
                  </a:cubicBezTo>
                  <a:cubicBezTo>
                    <a:pt x="2572" y="4644"/>
                    <a:pt x="2501" y="4740"/>
                    <a:pt x="2501" y="4859"/>
                  </a:cubicBezTo>
                  <a:lnTo>
                    <a:pt x="2501" y="7336"/>
                  </a:lnTo>
                  <a:cubicBezTo>
                    <a:pt x="1239" y="6645"/>
                    <a:pt x="476" y="5335"/>
                    <a:pt x="476" y="3882"/>
                  </a:cubicBezTo>
                  <a:lnTo>
                    <a:pt x="476" y="1453"/>
                  </a:lnTo>
                  <a:lnTo>
                    <a:pt x="405" y="1453"/>
                  </a:lnTo>
                  <a:cubicBezTo>
                    <a:pt x="977" y="1287"/>
                    <a:pt x="1477" y="906"/>
                    <a:pt x="1834" y="358"/>
                  </a:cubicBezTo>
                  <a:lnTo>
                    <a:pt x="2453" y="358"/>
                  </a:lnTo>
                  <a:lnTo>
                    <a:pt x="2453" y="3049"/>
                  </a:lnTo>
                  <a:cubicBezTo>
                    <a:pt x="2453" y="3168"/>
                    <a:pt x="2548" y="3239"/>
                    <a:pt x="2667" y="3239"/>
                  </a:cubicBezTo>
                  <a:cubicBezTo>
                    <a:pt x="2786" y="3239"/>
                    <a:pt x="2882" y="3168"/>
                    <a:pt x="2882" y="3049"/>
                  </a:cubicBezTo>
                  <a:lnTo>
                    <a:pt x="2882" y="358"/>
                  </a:lnTo>
                  <a:close/>
                  <a:moveTo>
                    <a:pt x="1715" y="1"/>
                  </a:moveTo>
                  <a:cubicBezTo>
                    <a:pt x="1667" y="1"/>
                    <a:pt x="1572" y="25"/>
                    <a:pt x="1548" y="96"/>
                  </a:cubicBezTo>
                  <a:cubicBezTo>
                    <a:pt x="1239" y="596"/>
                    <a:pt x="738" y="977"/>
                    <a:pt x="167" y="1144"/>
                  </a:cubicBezTo>
                  <a:cubicBezTo>
                    <a:pt x="72" y="1168"/>
                    <a:pt x="24" y="1263"/>
                    <a:pt x="24" y="1334"/>
                  </a:cubicBezTo>
                  <a:lnTo>
                    <a:pt x="24" y="3906"/>
                  </a:lnTo>
                  <a:cubicBezTo>
                    <a:pt x="0" y="5597"/>
                    <a:pt x="1000" y="7145"/>
                    <a:pt x="2548" y="7859"/>
                  </a:cubicBezTo>
                  <a:cubicBezTo>
                    <a:pt x="2584" y="7871"/>
                    <a:pt x="2614" y="7877"/>
                    <a:pt x="2644" y="7877"/>
                  </a:cubicBezTo>
                  <a:cubicBezTo>
                    <a:pt x="2673" y="7877"/>
                    <a:pt x="2703" y="7871"/>
                    <a:pt x="2739" y="7859"/>
                  </a:cubicBezTo>
                  <a:cubicBezTo>
                    <a:pt x="4287" y="7169"/>
                    <a:pt x="5287" y="5597"/>
                    <a:pt x="5287" y="3906"/>
                  </a:cubicBezTo>
                  <a:lnTo>
                    <a:pt x="5287" y="1334"/>
                  </a:lnTo>
                  <a:cubicBezTo>
                    <a:pt x="5287" y="1263"/>
                    <a:pt x="5239" y="1168"/>
                    <a:pt x="5144" y="1144"/>
                  </a:cubicBezTo>
                  <a:cubicBezTo>
                    <a:pt x="4573" y="977"/>
                    <a:pt x="4072" y="596"/>
                    <a:pt x="3763" y="96"/>
                  </a:cubicBezTo>
                  <a:cubicBezTo>
                    <a:pt x="3739" y="25"/>
                    <a:pt x="3644" y="1"/>
                    <a:pt x="3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97"/>
            <p:cNvSpPr/>
            <p:nvPr/>
          </p:nvSpPr>
          <p:spPr>
            <a:xfrm>
              <a:off x="2670465" y="4325722"/>
              <a:ext cx="13311" cy="13311"/>
            </a:xfrm>
            <a:custGeom>
              <a:rect b="b" l="l" r="r" t="t"/>
              <a:pathLst>
                <a:path extrusionOk="0" h="406" w="406">
                  <a:moveTo>
                    <a:pt x="215" y="0"/>
                  </a:moveTo>
                  <a:cubicBezTo>
                    <a:pt x="96" y="0"/>
                    <a:pt x="0" y="72"/>
                    <a:pt x="0" y="191"/>
                  </a:cubicBezTo>
                  <a:cubicBezTo>
                    <a:pt x="0" y="310"/>
                    <a:pt x="96" y="405"/>
                    <a:pt x="215" y="405"/>
                  </a:cubicBezTo>
                  <a:cubicBezTo>
                    <a:pt x="334" y="405"/>
                    <a:pt x="405" y="310"/>
                    <a:pt x="405" y="191"/>
                  </a:cubicBezTo>
                  <a:cubicBezTo>
                    <a:pt x="405" y="72"/>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8" name="Google Shape;22058;p97"/>
          <p:cNvGrpSpPr/>
          <p:nvPr/>
        </p:nvGrpSpPr>
        <p:grpSpPr>
          <a:xfrm>
            <a:off x="3272491" y="4009003"/>
            <a:ext cx="343554" cy="341685"/>
            <a:chOff x="3264628" y="4161403"/>
            <a:chExt cx="343554" cy="341685"/>
          </a:xfrm>
        </p:grpSpPr>
        <p:sp>
          <p:nvSpPr>
            <p:cNvPr id="22059" name="Google Shape;22059;p97"/>
            <p:cNvSpPr/>
            <p:nvPr/>
          </p:nvSpPr>
          <p:spPr>
            <a:xfrm>
              <a:off x="3272430" y="4167993"/>
              <a:ext cx="327948" cy="327948"/>
            </a:xfrm>
            <a:custGeom>
              <a:rect b="b" l="l" r="r" t="t"/>
              <a:pathLst>
                <a:path extrusionOk="0" h="10003" w="10003">
                  <a:moveTo>
                    <a:pt x="0" y="1"/>
                  </a:moveTo>
                  <a:lnTo>
                    <a:pt x="0" y="2573"/>
                  </a:lnTo>
                  <a:lnTo>
                    <a:pt x="1286" y="2573"/>
                  </a:lnTo>
                  <a:lnTo>
                    <a:pt x="1286" y="7455"/>
                  </a:lnTo>
                  <a:lnTo>
                    <a:pt x="0" y="7455"/>
                  </a:lnTo>
                  <a:lnTo>
                    <a:pt x="0" y="10003"/>
                  </a:lnTo>
                  <a:lnTo>
                    <a:pt x="2572" y="10003"/>
                  </a:lnTo>
                  <a:lnTo>
                    <a:pt x="2572" y="8741"/>
                  </a:lnTo>
                  <a:lnTo>
                    <a:pt x="7454" y="8741"/>
                  </a:lnTo>
                  <a:lnTo>
                    <a:pt x="7454" y="10003"/>
                  </a:lnTo>
                  <a:lnTo>
                    <a:pt x="10002" y="10003"/>
                  </a:lnTo>
                  <a:lnTo>
                    <a:pt x="10002" y="7455"/>
                  </a:lnTo>
                  <a:lnTo>
                    <a:pt x="8740" y="7455"/>
                  </a:lnTo>
                  <a:lnTo>
                    <a:pt x="8740" y="2573"/>
                  </a:lnTo>
                  <a:lnTo>
                    <a:pt x="10002" y="2573"/>
                  </a:lnTo>
                  <a:lnTo>
                    <a:pt x="10002" y="1"/>
                  </a:lnTo>
                  <a:lnTo>
                    <a:pt x="7454" y="1"/>
                  </a:lnTo>
                  <a:lnTo>
                    <a:pt x="7454" y="1287"/>
                  </a:lnTo>
                  <a:lnTo>
                    <a:pt x="2572" y="1287"/>
                  </a:lnTo>
                  <a:lnTo>
                    <a:pt x="2572"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97"/>
            <p:cNvSpPr/>
            <p:nvPr/>
          </p:nvSpPr>
          <p:spPr>
            <a:xfrm>
              <a:off x="3355967" y="4252316"/>
              <a:ext cx="159302" cy="160089"/>
            </a:xfrm>
            <a:custGeom>
              <a:rect b="b" l="l" r="r" t="t"/>
              <a:pathLst>
                <a:path extrusionOk="0" h="4883" w="4859">
                  <a:moveTo>
                    <a:pt x="0" y="1"/>
                  </a:moveTo>
                  <a:lnTo>
                    <a:pt x="0" y="4883"/>
                  </a:lnTo>
                  <a:lnTo>
                    <a:pt x="4859" y="4883"/>
                  </a:lnTo>
                  <a:lnTo>
                    <a:pt x="4859"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97"/>
            <p:cNvSpPr/>
            <p:nvPr/>
          </p:nvSpPr>
          <p:spPr>
            <a:xfrm>
              <a:off x="3551923" y="4203139"/>
              <a:ext cx="13311" cy="14098"/>
            </a:xfrm>
            <a:custGeom>
              <a:rect b="b" l="l" r="r" t="t"/>
              <a:pathLst>
                <a:path extrusionOk="0" h="430" w="406">
                  <a:moveTo>
                    <a:pt x="215" y="1"/>
                  </a:moveTo>
                  <a:cubicBezTo>
                    <a:pt x="96" y="1"/>
                    <a:pt x="1" y="96"/>
                    <a:pt x="1" y="215"/>
                  </a:cubicBezTo>
                  <a:cubicBezTo>
                    <a:pt x="1" y="334"/>
                    <a:pt x="96" y="429"/>
                    <a:pt x="215" y="429"/>
                  </a:cubicBezTo>
                  <a:cubicBezTo>
                    <a:pt x="310" y="429"/>
                    <a:pt x="406" y="334"/>
                    <a:pt x="406" y="215"/>
                  </a:cubicBezTo>
                  <a:cubicBezTo>
                    <a:pt x="406" y="96"/>
                    <a:pt x="310"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97"/>
            <p:cNvSpPr/>
            <p:nvPr/>
          </p:nvSpPr>
          <p:spPr>
            <a:xfrm>
              <a:off x="3551923" y="4448305"/>
              <a:ext cx="13311" cy="13311"/>
            </a:xfrm>
            <a:custGeom>
              <a:rect b="b" l="l" r="r" t="t"/>
              <a:pathLst>
                <a:path extrusionOk="0" h="406" w="406">
                  <a:moveTo>
                    <a:pt x="215" y="0"/>
                  </a:moveTo>
                  <a:cubicBezTo>
                    <a:pt x="96" y="0"/>
                    <a:pt x="1" y="95"/>
                    <a:pt x="1" y="215"/>
                  </a:cubicBezTo>
                  <a:cubicBezTo>
                    <a:pt x="1" y="334"/>
                    <a:pt x="96" y="405"/>
                    <a:pt x="215" y="405"/>
                  </a:cubicBezTo>
                  <a:cubicBezTo>
                    <a:pt x="310" y="405"/>
                    <a:pt x="406" y="334"/>
                    <a:pt x="406" y="215"/>
                  </a:cubicBezTo>
                  <a:cubicBezTo>
                    <a:pt x="406" y="95"/>
                    <a:pt x="310"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97"/>
            <p:cNvSpPr/>
            <p:nvPr/>
          </p:nvSpPr>
          <p:spPr>
            <a:xfrm>
              <a:off x="3428585" y="4325722"/>
              <a:ext cx="14065" cy="13311"/>
            </a:xfrm>
            <a:custGeom>
              <a:rect b="b" l="l" r="r" t="t"/>
              <a:pathLst>
                <a:path extrusionOk="0" h="406" w="429">
                  <a:moveTo>
                    <a:pt x="214" y="0"/>
                  </a:moveTo>
                  <a:cubicBezTo>
                    <a:pt x="95" y="0"/>
                    <a:pt x="0" y="72"/>
                    <a:pt x="0" y="191"/>
                  </a:cubicBezTo>
                  <a:cubicBezTo>
                    <a:pt x="0" y="310"/>
                    <a:pt x="95" y="405"/>
                    <a:pt x="214" y="405"/>
                  </a:cubicBezTo>
                  <a:cubicBezTo>
                    <a:pt x="334" y="405"/>
                    <a:pt x="429" y="310"/>
                    <a:pt x="429" y="191"/>
                  </a:cubicBezTo>
                  <a:cubicBezTo>
                    <a:pt x="429" y="72"/>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97"/>
            <p:cNvSpPr/>
            <p:nvPr/>
          </p:nvSpPr>
          <p:spPr>
            <a:xfrm>
              <a:off x="3306789" y="4203139"/>
              <a:ext cx="14065" cy="14098"/>
            </a:xfrm>
            <a:custGeom>
              <a:rect b="b" l="l" r="r" t="t"/>
              <a:pathLst>
                <a:path extrusionOk="0" h="430" w="429">
                  <a:moveTo>
                    <a:pt x="214" y="1"/>
                  </a:moveTo>
                  <a:cubicBezTo>
                    <a:pt x="95" y="1"/>
                    <a:pt x="0" y="96"/>
                    <a:pt x="0" y="215"/>
                  </a:cubicBezTo>
                  <a:cubicBezTo>
                    <a:pt x="0" y="334"/>
                    <a:pt x="95" y="429"/>
                    <a:pt x="214" y="429"/>
                  </a:cubicBezTo>
                  <a:cubicBezTo>
                    <a:pt x="333" y="429"/>
                    <a:pt x="429" y="334"/>
                    <a:pt x="429" y="215"/>
                  </a:cubicBezTo>
                  <a:cubicBezTo>
                    <a:pt x="429" y="96"/>
                    <a:pt x="333"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97"/>
            <p:cNvSpPr/>
            <p:nvPr/>
          </p:nvSpPr>
          <p:spPr>
            <a:xfrm>
              <a:off x="3306789" y="4448305"/>
              <a:ext cx="14065" cy="13311"/>
            </a:xfrm>
            <a:custGeom>
              <a:rect b="b" l="l" r="r" t="t"/>
              <a:pathLst>
                <a:path extrusionOk="0" h="406" w="429">
                  <a:moveTo>
                    <a:pt x="214" y="0"/>
                  </a:moveTo>
                  <a:cubicBezTo>
                    <a:pt x="95" y="0"/>
                    <a:pt x="0" y="95"/>
                    <a:pt x="0" y="215"/>
                  </a:cubicBezTo>
                  <a:cubicBezTo>
                    <a:pt x="0" y="334"/>
                    <a:pt x="95" y="405"/>
                    <a:pt x="214" y="405"/>
                  </a:cubicBezTo>
                  <a:cubicBezTo>
                    <a:pt x="333" y="405"/>
                    <a:pt x="429" y="334"/>
                    <a:pt x="429" y="215"/>
                  </a:cubicBezTo>
                  <a:cubicBezTo>
                    <a:pt x="429" y="95"/>
                    <a:pt x="333"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97"/>
            <p:cNvSpPr/>
            <p:nvPr/>
          </p:nvSpPr>
          <p:spPr>
            <a:xfrm>
              <a:off x="3264628" y="4161403"/>
              <a:ext cx="343554" cy="341685"/>
            </a:xfrm>
            <a:custGeom>
              <a:rect b="b" l="l" r="r" t="t"/>
              <a:pathLst>
                <a:path extrusionOk="0" h="10422" w="10479">
                  <a:moveTo>
                    <a:pt x="10050" y="392"/>
                  </a:moveTo>
                  <a:lnTo>
                    <a:pt x="10050" y="2559"/>
                  </a:lnTo>
                  <a:lnTo>
                    <a:pt x="8978" y="2559"/>
                  </a:lnTo>
                  <a:cubicBezTo>
                    <a:pt x="8859" y="2559"/>
                    <a:pt x="8764" y="2655"/>
                    <a:pt x="8764" y="2774"/>
                  </a:cubicBezTo>
                  <a:lnTo>
                    <a:pt x="8764" y="7656"/>
                  </a:lnTo>
                  <a:cubicBezTo>
                    <a:pt x="8764" y="7775"/>
                    <a:pt x="8859" y="7870"/>
                    <a:pt x="8978" y="7870"/>
                  </a:cubicBezTo>
                  <a:lnTo>
                    <a:pt x="10050" y="7870"/>
                  </a:lnTo>
                  <a:lnTo>
                    <a:pt x="10050" y="10037"/>
                  </a:lnTo>
                  <a:lnTo>
                    <a:pt x="7859" y="10037"/>
                  </a:lnTo>
                  <a:lnTo>
                    <a:pt x="7859" y="8966"/>
                  </a:lnTo>
                  <a:cubicBezTo>
                    <a:pt x="7859" y="8846"/>
                    <a:pt x="7787" y="8751"/>
                    <a:pt x="7668" y="8751"/>
                  </a:cubicBezTo>
                  <a:lnTo>
                    <a:pt x="2786" y="8751"/>
                  </a:lnTo>
                  <a:cubicBezTo>
                    <a:pt x="2667" y="8751"/>
                    <a:pt x="2572" y="8846"/>
                    <a:pt x="2572" y="8966"/>
                  </a:cubicBezTo>
                  <a:lnTo>
                    <a:pt x="2572" y="10037"/>
                  </a:lnTo>
                  <a:lnTo>
                    <a:pt x="405" y="10037"/>
                  </a:lnTo>
                  <a:lnTo>
                    <a:pt x="405" y="7870"/>
                  </a:lnTo>
                  <a:lnTo>
                    <a:pt x="1477" y="7870"/>
                  </a:lnTo>
                  <a:cubicBezTo>
                    <a:pt x="1596" y="7870"/>
                    <a:pt x="1667" y="7775"/>
                    <a:pt x="1667" y="7656"/>
                  </a:cubicBezTo>
                  <a:lnTo>
                    <a:pt x="1667" y="2774"/>
                  </a:lnTo>
                  <a:cubicBezTo>
                    <a:pt x="1667" y="2655"/>
                    <a:pt x="1596" y="2559"/>
                    <a:pt x="1477" y="2559"/>
                  </a:cubicBezTo>
                  <a:lnTo>
                    <a:pt x="405" y="2559"/>
                  </a:lnTo>
                  <a:lnTo>
                    <a:pt x="405" y="392"/>
                  </a:lnTo>
                  <a:lnTo>
                    <a:pt x="2572" y="392"/>
                  </a:lnTo>
                  <a:lnTo>
                    <a:pt x="2572" y="1464"/>
                  </a:lnTo>
                  <a:cubicBezTo>
                    <a:pt x="2572" y="1583"/>
                    <a:pt x="2667" y="1678"/>
                    <a:pt x="2786" y="1678"/>
                  </a:cubicBezTo>
                  <a:lnTo>
                    <a:pt x="7668" y="1678"/>
                  </a:lnTo>
                  <a:cubicBezTo>
                    <a:pt x="7787" y="1678"/>
                    <a:pt x="7859" y="1583"/>
                    <a:pt x="7859" y="1464"/>
                  </a:cubicBezTo>
                  <a:lnTo>
                    <a:pt x="7859" y="392"/>
                  </a:lnTo>
                  <a:close/>
                  <a:moveTo>
                    <a:pt x="3994" y="1"/>
                  </a:moveTo>
                  <a:cubicBezTo>
                    <a:pt x="3895" y="1"/>
                    <a:pt x="3810" y="101"/>
                    <a:pt x="3810" y="202"/>
                  </a:cubicBezTo>
                  <a:lnTo>
                    <a:pt x="3810" y="1274"/>
                  </a:lnTo>
                  <a:lnTo>
                    <a:pt x="3001" y="1274"/>
                  </a:lnTo>
                  <a:lnTo>
                    <a:pt x="3001" y="202"/>
                  </a:lnTo>
                  <a:cubicBezTo>
                    <a:pt x="3001" y="83"/>
                    <a:pt x="2929" y="11"/>
                    <a:pt x="2810" y="11"/>
                  </a:cubicBezTo>
                  <a:lnTo>
                    <a:pt x="238" y="11"/>
                  </a:lnTo>
                  <a:cubicBezTo>
                    <a:pt x="119" y="11"/>
                    <a:pt x="24" y="83"/>
                    <a:pt x="24" y="202"/>
                  </a:cubicBezTo>
                  <a:lnTo>
                    <a:pt x="24" y="2774"/>
                  </a:lnTo>
                  <a:cubicBezTo>
                    <a:pt x="24" y="2893"/>
                    <a:pt x="119" y="2988"/>
                    <a:pt x="238" y="2988"/>
                  </a:cubicBezTo>
                  <a:lnTo>
                    <a:pt x="1310" y="2988"/>
                  </a:lnTo>
                  <a:lnTo>
                    <a:pt x="1310" y="3774"/>
                  </a:lnTo>
                  <a:lnTo>
                    <a:pt x="238" y="3774"/>
                  </a:lnTo>
                  <a:cubicBezTo>
                    <a:pt x="143" y="3774"/>
                    <a:pt x="24" y="3845"/>
                    <a:pt x="24" y="3965"/>
                  </a:cubicBezTo>
                  <a:cubicBezTo>
                    <a:pt x="0" y="4084"/>
                    <a:pt x="119" y="4203"/>
                    <a:pt x="238" y="4203"/>
                  </a:cubicBezTo>
                  <a:lnTo>
                    <a:pt x="1310" y="4203"/>
                  </a:lnTo>
                  <a:lnTo>
                    <a:pt x="1310" y="5012"/>
                  </a:lnTo>
                  <a:lnTo>
                    <a:pt x="238" y="5012"/>
                  </a:lnTo>
                  <a:cubicBezTo>
                    <a:pt x="143" y="5012"/>
                    <a:pt x="24" y="5060"/>
                    <a:pt x="24" y="5179"/>
                  </a:cubicBezTo>
                  <a:cubicBezTo>
                    <a:pt x="0" y="5298"/>
                    <a:pt x="119" y="5417"/>
                    <a:pt x="238" y="5417"/>
                  </a:cubicBezTo>
                  <a:lnTo>
                    <a:pt x="1310" y="5417"/>
                  </a:lnTo>
                  <a:lnTo>
                    <a:pt x="1310" y="6227"/>
                  </a:lnTo>
                  <a:lnTo>
                    <a:pt x="238" y="6227"/>
                  </a:lnTo>
                  <a:cubicBezTo>
                    <a:pt x="143" y="6227"/>
                    <a:pt x="24" y="6275"/>
                    <a:pt x="24" y="6394"/>
                  </a:cubicBezTo>
                  <a:cubicBezTo>
                    <a:pt x="0" y="6513"/>
                    <a:pt x="119" y="6632"/>
                    <a:pt x="238" y="6632"/>
                  </a:cubicBezTo>
                  <a:lnTo>
                    <a:pt x="1310" y="6632"/>
                  </a:lnTo>
                  <a:lnTo>
                    <a:pt x="1310" y="7441"/>
                  </a:lnTo>
                  <a:lnTo>
                    <a:pt x="238" y="7441"/>
                  </a:lnTo>
                  <a:cubicBezTo>
                    <a:pt x="119" y="7441"/>
                    <a:pt x="24" y="7537"/>
                    <a:pt x="24" y="7656"/>
                  </a:cubicBezTo>
                  <a:lnTo>
                    <a:pt x="24" y="10204"/>
                  </a:lnTo>
                  <a:cubicBezTo>
                    <a:pt x="24" y="10323"/>
                    <a:pt x="119" y="10418"/>
                    <a:pt x="238" y="10418"/>
                  </a:cubicBezTo>
                  <a:lnTo>
                    <a:pt x="2810" y="10418"/>
                  </a:lnTo>
                  <a:cubicBezTo>
                    <a:pt x="2929" y="10418"/>
                    <a:pt x="3001" y="10323"/>
                    <a:pt x="3001" y="10204"/>
                  </a:cubicBezTo>
                  <a:lnTo>
                    <a:pt x="3001" y="9132"/>
                  </a:lnTo>
                  <a:lnTo>
                    <a:pt x="3810" y="9132"/>
                  </a:lnTo>
                  <a:lnTo>
                    <a:pt x="3810" y="10204"/>
                  </a:lnTo>
                  <a:cubicBezTo>
                    <a:pt x="3810" y="10299"/>
                    <a:pt x="3882" y="10418"/>
                    <a:pt x="4001" y="10418"/>
                  </a:cubicBezTo>
                  <a:cubicBezTo>
                    <a:pt x="4011" y="10420"/>
                    <a:pt x="4022" y="10421"/>
                    <a:pt x="4032" y="10421"/>
                  </a:cubicBezTo>
                  <a:cubicBezTo>
                    <a:pt x="4140" y="10421"/>
                    <a:pt x="4239" y="10313"/>
                    <a:pt x="4239" y="10204"/>
                  </a:cubicBezTo>
                  <a:lnTo>
                    <a:pt x="4239" y="9132"/>
                  </a:lnTo>
                  <a:lnTo>
                    <a:pt x="5025" y="9132"/>
                  </a:lnTo>
                  <a:lnTo>
                    <a:pt x="5025" y="10204"/>
                  </a:lnTo>
                  <a:cubicBezTo>
                    <a:pt x="5025" y="10299"/>
                    <a:pt x="5096" y="10418"/>
                    <a:pt x="5215" y="10418"/>
                  </a:cubicBezTo>
                  <a:cubicBezTo>
                    <a:pt x="5226" y="10420"/>
                    <a:pt x="5236" y="10421"/>
                    <a:pt x="5247" y="10421"/>
                  </a:cubicBezTo>
                  <a:cubicBezTo>
                    <a:pt x="5354" y="10421"/>
                    <a:pt x="5454" y="10313"/>
                    <a:pt x="5454" y="10204"/>
                  </a:cubicBezTo>
                  <a:lnTo>
                    <a:pt x="5454" y="9132"/>
                  </a:lnTo>
                  <a:lnTo>
                    <a:pt x="6263" y="9132"/>
                  </a:lnTo>
                  <a:lnTo>
                    <a:pt x="6263" y="10204"/>
                  </a:lnTo>
                  <a:cubicBezTo>
                    <a:pt x="6263" y="10299"/>
                    <a:pt x="6311" y="10418"/>
                    <a:pt x="6430" y="10418"/>
                  </a:cubicBezTo>
                  <a:cubicBezTo>
                    <a:pt x="6440" y="10420"/>
                    <a:pt x="6451" y="10421"/>
                    <a:pt x="6461" y="10421"/>
                  </a:cubicBezTo>
                  <a:cubicBezTo>
                    <a:pt x="6569" y="10421"/>
                    <a:pt x="6668" y="10313"/>
                    <a:pt x="6668" y="10204"/>
                  </a:cubicBezTo>
                  <a:lnTo>
                    <a:pt x="6668" y="9132"/>
                  </a:lnTo>
                  <a:lnTo>
                    <a:pt x="7478" y="9132"/>
                  </a:lnTo>
                  <a:lnTo>
                    <a:pt x="7478" y="10204"/>
                  </a:lnTo>
                  <a:cubicBezTo>
                    <a:pt x="7478" y="10323"/>
                    <a:pt x="7573" y="10418"/>
                    <a:pt x="7692" y="10418"/>
                  </a:cubicBezTo>
                  <a:lnTo>
                    <a:pt x="10240" y="10418"/>
                  </a:lnTo>
                  <a:cubicBezTo>
                    <a:pt x="10359" y="10418"/>
                    <a:pt x="10455" y="10323"/>
                    <a:pt x="10455" y="10204"/>
                  </a:cubicBezTo>
                  <a:lnTo>
                    <a:pt x="10455" y="7656"/>
                  </a:lnTo>
                  <a:cubicBezTo>
                    <a:pt x="10455" y="7537"/>
                    <a:pt x="10359" y="7441"/>
                    <a:pt x="10240" y="7441"/>
                  </a:cubicBezTo>
                  <a:lnTo>
                    <a:pt x="9169" y="7441"/>
                  </a:lnTo>
                  <a:lnTo>
                    <a:pt x="9169" y="6632"/>
                  </a:lnTo>
                  <a:lnTo>
                    <a:pt x="10240" y="6632"/>
                  </a:lnTo>
                  <a:cubicBezTo>
                    <a:pt x="10336" y="6632"/>
                    <a:pt x="10455" y="6584"/>
                    <a:pt x="10455" y="6465"/>
                  </a:cubicBezTo>
                  <a:cubicBezTo>
                    <a:pt x="10478" y="6346"/>
                    <a:pt x="10359" y="6227"/>
                    <a:pt x="10240" y="6227"/>
                  </a:cubicBezTo>
                  <a:lnTo>
                    <a:pt x="9169" y="6227"/>
                  </a:lnTo>
                  <a:lnTo>
                    <a:pt x="9169" y="5417"/>
                  </a:lnTo>
                  <a:lnTo>
                    <a:pt x="10240" y="5417"/>
                  </a:lnTo>
                  <a:cubicBezTo>
                    <a:pt x="10336" y="5417"/>
                    <a:pt x="10455" y="5370"/>
                    <a:pt x="10455" y="5251"/>
                  </a:cubicBezTo>
                  <a:cubicBezTo>
                    <a:pt x="10478" y="5131"/>
                    <a:pt x="10359" y="5012"/>
                    <a:pt x="10240" y="5012"/>
                  </a:cubicBezTo>
                  <a:lnTo>
                    <a:pt x="9169" y="5012"/>
                  </a:lnTo>
                  <a:lnTo>
                    <a:pt x="9169" y="4203"/>
                  </a:lnTo>
                  <a:lnTo>
                    <a:pt x="10240" y="4203"/>
                  </a:lnTo>
                  <a:cubicBezTo>
                    <a:pt x="10336" y="4203"/>
                    <a:pt x="10455" y="4131"/>
                    <a:pt x="10455" y="4012"/>
                  </a:cubicBezTo>
                  <a:cubicBezTo>
                    <a:pt x="10478" y="3893"/>
                    <a:pt x="10359" y="3774"/>
                    <a:pt x="10240" y="3774"/>
                  </a:cubicBezTo>
                  <a:lnTo>
                    <a:pt x="9169" y="3774"/>
                  </a:lnTo>
                  <a:lnTo>
                    <a:pt x="9169" y="2988"/>
                  </a:lnTo>
                  <a:lnTo>
                    <a:pt x="10240" y="2988"/>
                  </a:lnTo>
                  <a:cubicBezTo>
                    <a:pt x="10359" y="2988"/>
                    <a:pt x="10455" y="2893"/>
                    <a:pt x="10455" y="2774"/>
                  </a:cubicBezTo>
                  <a:lnTo>
                    <a:pt x="10455" y="202"/>
                  </a:lnTo>
                  <a:cubicBezTo>
                    <a:pt x="10455" y="83"/>
                    <a:pt x="10359" y="11"/>
                    <a:pt x="10240" y="11"/>
                  </a:cubicBezTo>
                  <a:lnTo>
                    <a:pt x="7692" y="11"/>
                  </a:lnTo>
                  <a:cubicBezTo>
                    <a:pt x="7573" y="11"/>
                    <a:pt x="7478" y="83"/>
                    <a:pt x="7478" y="202"/>
                  </a:cubicBezTo>
                  <a:lnTo>
                    <a:pt x="7478" y="1274"/>
                  </a:lnTo>
                  <a:lnTo>
                    <a:pt x="6668" y="1274"/>
                  </a:lnTo>
                  <a:lnTo>
                    <a:pt x="6668" y="202"/>
                  </a:lnTo>
                  <a:cubicBezTo>
                    <a:pt x="6668" y="130"/>
                    <a:pt x="6621" y="11"/>
                    <a:pt x="6501" y="11"/>
                  </a:cubicBezTo>
                  <a:cubicBezTo>
                    <a:pt x="6483" y="4"/>
                    <a:pt x="6465" y="1"/>
                    <a:pt x="6447" y="1"/>
                  </a:cubicBezTo>
                  <a:cubicBezTo>
                    <a:pt x="6348" y="1"/>
                    <a:pt x="6263" y="101"/>
                    <a:pt x="6263" y="202"/>
                  </a:cubicBezTo>
                  <a:lnTo>
                    <a:pt x="6263" y="1274"/>
                  </a:lnTo>
                  <a:lnTo>
                    <a:pt x="5454" y="1274"/>
                  </a:lnTo>
                  <a:lnTo>
                    <a:pt x="5454" y="202"/>
                  </a:lnTo>
                  <a:cubicBezTo>
                    <a:pt x="5454" y="130"/>
                    <a:pt x="5406" y="11"/>
                    <a:pt x="5263" y="11"/>
                  </a:cubicBezTo>
                  <a:cubicBezTo>
                    <a:pt x="5248" y="4"/>
                    <a:pt x="5232" y="1"/>
                    <a:pt x="5216" y="1"/>
                  </a:cubicBezTo>
                  <a:cubicBezTo>
                    <a:pt x="5127" y="1"/>
                    <a:pt x="5025" y="101"/>
                    <a:pt x="5025" y="202"/>
                  </a:cubicBezTo>
                  <a:lnTo>
                    <a:pt x="5025" y="1274"/>
                  </a:lnTo>
                  <a:lnTo>
                    <a:pt x="4239" y="1274"/>
                  </a:lnTo>
                  <a:lnTo>
                    <a:pt x="4239" y="202"/>
                  </a:lnTo>
                  <a:cubicBezTo>
                    <a:pt x="4239" y="130"/>
                    <a:pt x="4168" y="11"/>
                    <a:pt x="4049" y="11"/>
                  </a:cubicBezTo>
                  <a:cubicBezTo>
                    <a:pt x="4030" y="4"/>
                    <a:pt x="4012" y="1"/>
                    <a:pt x="3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97"/>
            <p:cNvSpPr/>
            <p:nvPr/>
          </p:nvSpPr>
          <p:spPr>
            <a:xfrm>
              <a:off x="3455895" y="4406143"/>
              <a:ext cx="14098" cy="14065"/>
            </a:xfrm>
            <a:custGeom>
              <a:rect b="b" l="l" r="r" t="t"/>
              <a:pathLst>
                <a:path extrusionOk="0" h="429" w="430">
                  <a:moveTo>
                    <a:pt x="215" y="0"/>
                  </a:moveTo>
                  <a:cubicBezTo>
                    <a:pt x="96" y="0"/>
                    <a:pt x="1" y="96"/>
                    <a:pt x="1" y="215"/>
                  </a:cubicBezTo>
                  <a:cubicBezTo>
                    <a:pt x="1" y="334"/>
                    <a:pt x="96" y="429"/>
                    <a:pt x="215" y="429"/>
                  </a:cubicBezTo>
                  <a:cubicBezTo>
                    <a:pt x="334" y="429"/>
                    <a:pt x="429" y="334"/>
                    <a:pt x="429" y="215"/>
                  </a:cubicBezTo>
                  <a:cubicBezTo>
                    <a:pt x="429" y="96"/>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97"/>
            <p:cNvSpPr/>
            <p:nvPr/>
          </p:nvSpPr>
          <p:spPr>
            <a:xfrm>
              <a:off x="3348951" y="4245300"/>
              <a:ext cx="174908" cy="174154"/>
            </a:xfrm>
            <a:custGeom>
              <a:rect b="b" l="l" r="r" t="t"/>
              <a:pathLst>
                <a:path extrusionOk="0" h="5312" w="5335">
                  <a:moveTo>
                    <a:pt x="3691" y="429"/>
                  </a:moveTo>
                  <a:lnTo>
                    <a:pt x="3691" y="1215"/>
                  </a:lnTo>
                  <a:lnTo>
                    <a:pt x="405" y="1215"/>
                  </a:lnTo>
                  <a:lnTo>
                    <a:pt x="405" y="429"/>
                  </a:lnTo>
                  <a:close/>
                  <a:moveTo>
                    <a:pt x="3667" y="1644"/>
                  </a:moveTo>
                  <a:lnTo>
                    <a:pt x="3667" y="3668"/>
                  </a:lnTo>
                  <a:lnTo>
                    <a:pt x="1643" y="3668"/>
                  </a:lnTo>
                  <a:lnTo>
                    <a:pt x="1643" y="1644"/>
                  </a:lnTo>
                  <a:close/>
                  <a:moveTo>
                    <a:pt x="4882" y="382"/>
                  </a:moveTo>
                  <a:lnTo>
                    <a:pt x="4882" y="3668"/>
                  </a:lnTo>
                  <a:lnTo>
                    <a:pt x="4072" y="3668"/>
                  </a:lnTo>
                  <a:lnTo>
                    <a:pt x="4072" y="382"/>
                  </a:lnTo>
                  <a:close/>
                  <a:moveTo>
                    <a:pt x="1215" y="1620"/>
                  </a:moveTo>
                  <a:lnTo>
                    <a:pt x="1215" y="4882"/>
                  </a:lnTo>
                  <a:lnTo>
                    <a:pt x="405" y="4882"/>
                  </a:lnTo>
                  <a:lnTo>
                    <a:pt x="405" y="1620"/>
                  </a:lnTo>
                  <a:close/>
                  <a:moveTo>
                    <a:pt x="214" y="0"/>
                  </a:moveTo>
                  <a:cubicBezTo>
                    <a:pt x="95" y="0"/>
                    <a:pt x="0" y="96"/>
                    <a:pt x="0" y="215"/>
                  </a:cubicBezTo>
                  <a:lnTo>
                    <a:pt x="0" y="5097"/>
                  </a:lnTo>
                  <a:cubicBezTo>
                    <a:pt x="0" y="5216"/>
                    <a:pt x="95" y="5311"/>
                    <a:pt x="214" y="5311"/>
                  </a:cubicBezTo>
                  <a:lnTo>
                    <a:pt x="2548" y="5311"/>
                  </a:lnTo>
                  <a:cubicBezTo>
                    <a:pt x="2643" y="5311"/>
                    <a:pt x="2763" y="5240"/>
                    <a:pt x="2763" y="5121"/>
                  </a:cubicBezTo>
                  <a:cubicBezTo>
                    <a:pt x="2786" y="5002"/>
                    <a:pt x="2667" y="4882"/>
                    <a:pt x="2548" y="4882"/>
                  </a:cubicBezTo>
                  <a:lnTo>
                    <a:pt x="1643" y="4882"/>
                  </a:lnTo>
                  <a:lnTo>
                    <a:pt x="1643" y="4073"/>
                  </a:lnTo>
                  <a:lnTo>
                    <a:pt x="4906" y="4073"/>
                  </a:lnTo>
                  <a:lnTo>
                    <a:pt x="4906" y="4882"/>
                  </a:lnTo>
                  <a:lnTo>
                    <a:pt x="4406" y="4882"/>
                  </a:lnTo>
                  <a:cubicBezTo>
                    <a:pt x="4310" y="4882"/>
                    <a:pt x="4191" y="4930"/>
                    <a:pt x="4191" y="5049"/>
                  </a:cubicBezTo>
                  <a:cubicBezTo>
                    <a:pt x="4168" y="5168"/>
                    <a:pt x="4287" y="5311"/>
                    <a:pt x="4406" y="5311"/>
                  </a:cubicBezTo>
                  <a:lnTo>
                    <a:pt x="5120" y="5311"/>
                  </a:lnTo>
                  <a:cubicBezTo>
                    <a:pt x="5239" y="5311"/>
                    <a:pt x="5335" y="5216"/>
                    <a:pt x="5335" y="5097"/>
                  </a:cubicBezTo>
                  <a:lnTo>
                    <a:pt x="5335" y="215"/>
                  </a:lnTo>
                  <a:cubicBezTo>
                    <a:pt x="5287" y="96"/>
                    <a:pt x="5215" y="0"/>
                    <a:pt x="50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9" name="Google Shape;22069;p97"/>
          <p:cNvGrpSpPr/>
          <p:nvPr/>
        </p:nvGrpSpPr>
        <p:grpSpPr>
          <a:xfrm>
            <a:off x="4057135" y="4011692"/>
            <a:ext cx="297491" cy="339685"/>
            <a:chOff x="4049271" y="4164092"/>
            <a:chExt cx="297491" cy="339685"/>
          </a:xfrm>
        </p:grpSpPr>
        <p:sp>
          <p:nvSpPr>
            <p:cNvPr id="22070" name="Google Shape;22070;p97"/>
            <p:cNvSpPr/>
            <p:nvPr/>
          </p:nvSpPr>
          <p:spPr>
            <a:xfrm>
              <a:off x="4136709" y="4167993"/>
              <a:ext cx="119501" cy="117174"/>
            </a:xfrm>
            <a:custGeom>
              <a:rect b="b" l="l" r="r" t="t"/>
              <a:pathLst>
                <a:path extrusionOk="0" h="3574" w="3645">
                  <a:moveTo>
                    <a:pt x="1835" y="1"/>
                  </a:moveTo>
                  <a:cubicBezTo>
                    <a:pt x="834" y="1"/>
                    <a:pt x="1" y="834"/>
                    <a:pt x="1" y="1858"/>
                  </a:cubicBezTo>
                  <a:cubicBezTo>
                    <a:pt x="1" y="2620"/>
                    <a:pt x="501" y="3335"/>
                    <a:pt x="1215" y="3573"/>
                  </a:cubicBezTo>
                  <a:lnTo>
                    <a:pt x="2430" y="3573"/>
                  </a:lnTo>
                  <a:cubicBezTo>
                    <a:pt x="3144" y="3311"/>
                    <a:pt x="3645" y="2620"/>
                    <a:pt x="3645" y="1858"/>
                  </a:cubicBezTo>
                  <a:cubicBezTo>
                    <a:pt x="3645" y="811"/>
                    <a:pt x="2859" y="1"/>
                    <a:pt x="18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97"/>
            <p:cNvSpPr/>
            <p:nvPr/>
          </p:nvSpPr>
          <p:spPr>
            <a:xfrm>
              <a:off x="4138282" y="4206253"/>
              <a:ext cx="201464" cy="291262"/>
            </a:xfrm>
            <a:custGeom>
              <a:rect b="b" l="l" r="r" t="t"/>
              <a:pathLst>
                <a:path extrusionOk="0" h="8884" w="6145">
                  <a:moveTo>
                    <a:pt x="1882" y="1"/>
                  </a:moveTo>
                  <a:cubicBezTo>
                    <a:pt x="1525" y="1"/>
                    <a:pt x="1263" y="287"/>
                    <a:pt x="1263" y="620"/>
                  </a:cubicBezTo>
                  <a:lnTo>
                    <a:pt x="1263" y="4549"/>
                  </a:lnTo>
                  <a:lnTo>
                    <a:pt x="620" y="4549"/>
                  </a:lnTo>
                  <a:cubicBezTo>
                    <a:pt x="262" y="4549"/>
                    <a:pt x="1" y="4859"/>
                    <a:pt x="1" y="5168"/>
                  </a:cubicBezTo>
                  <a:lnTo>
                    <a:pt x="1" y="5811"/>
                  </a:lnTo>
                  <a:cubicBezTo>
                    <a:pt x="1" y="7502"/>
                    <a:pt x="1382" y="8884"/>
                    <a:pt x="3073" y="8884"/>
                  </a:cubicBezTo>
                  <a:cubicBezTo>
                    <a:pt x="4763" y="8884"/>
                    <a:pt x="6145" y="7502"/>
                    <a:pt x="6145" y="5811"/>
                  </a:cubicBezTo>
                  <a:lnTo>
                    <a:pt x="6145" y="4144"/>
                  </a:lnTo>
                  <a:cubicBezTo>
                    <a:pt x="6145" y="3787"/>
                    <a:pt x="5859" y="3501"/>
                    <a:pt x="5502" y="3501"/>
                  </a:cubicBezTo>
                  <a:cubicBezTo>
                    <a:pt x="5144" y="3501"/>
                    <a:pt x="4882" y="3811"/>
                    <a:pt x="4882" y="4144"/>
                  </a:cubicBezTo>
                  <a:lnTo>
                    <a:pt x="4882" y="3716"/>
                  </a:lnTo>
                  <a:cubicBezTo>
                    <a:pt x="4882" y="3359"/>
                    <a:pt x="4621" y="3097"/>
                    <a:pt x="4263" y="3097"/>
                  </a:cubicBezTo>
                  <a:cubicBezTo>
                    <a:pt x="3906" y="3097"/>
                    <a:pt x="3644" y="3382"/>
                    <a:pt x="3644" y="3716"/>
                  </a:cubicBezTo>
                  <a:lnTo>
                    <a:pt x="3644" y="3311"/>
                  </a:lnTo>
                  <a:cubicBezTo>
                    <a:pt x="3644" y="2954"/>
                    <a:pt x="3358" y="2668"/>
                    <a:pt x="3001" y="2668"/>
                  </a:cubicBezTo>
                  <a:cubicBezTo>
                    <a:pt x="2789" y="2668"/>
                    <a:pt x="2611" y="2777"/>
                    <a:pt x="2501" y="2935"/>
                  </a:cubicBezTo>
                  <a:lnTo>
                    <a:pt x="2501" y="2935"/>
                  </a:lnTo>
                  <a:lnTo>
                    <a:pt x="2501" y="620"/>
                  </a:lnTo>
                  <a:cubicBezTo>
                    <a:pt x="2501" y="263"/>
                    <a:pt x="2239" y="1"/>
                    <a:pt x="188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97"/>
            <p:cNvSpPr/>
            <p:nvPr/>
          </p:nvSpPr>
          <p:spPr>
            <a:xfrm>
              <a:off x="4296011" y="4167239"/>
              <a:ext cx="41407" cy="40621"/>
            </a:xfrm>
            <a:custGeom>
              <a:rect b="b" l="l" r="r" t="t"/>
              <a:pathLst>
                <a:path extrusionOk="0" h="1239" w="1263">
                  <a:moveTo>
                    <a:pt x="643" y="0"/>
                  </a:moveTo>
                  <a:cubicBezTo>
                    <a:pt x="286" y="0"/>
                    <a:pt x="0" y="286"/>
                    <a:pt x="0" y="619"/>
                  </a:cubicBezTo>
                  <a:cubicBezTo>
                    <a:pt x="0" y="976"/>
                    <a:pt x="286" y="1238"/>
                    <a:pt x="643" y="1238"/>
                  </a:cubicBezTo>
                  <a:cubicBezTo>
                    <a:pt x="976" y="1238"/>
                    <a:pt x="1262" y="976"/>
                    <a:pt x="1262" y="619"/>
                  </a:cubicBezTo>
                  <a:cubicBezTo>
                    <a:pt x="1262" y="286"/>
                    <a:pt x="976" y="0"/>
                    <a:pt x="6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97"/>
            <p:cNvSpPr/>
            <p:nvPr/>
          </p:nvSpPr>
          <p:spPr>
            <a:xfrm>
              <a:off x="4296011" y="4247628"/>
              <a:ext cx="41407" cy="40653"/>
            </a:xfrm>
            <a:custGeom>
              <a:rect b="b" l="l" r="r" t="t"/>
              <a:pathLst>
                <a:path extrusionOk="0" h="1240" w="1263">
                  <a:moveTo>
                    <a:pt x="643" y="1"/>
                  </a:moveTo>
                  <a:cubicBezTo>
                    <a:pt x="286" y="1"/>
                    <a:pt x="0" y="263"/>
                    <a:pt x="0" y="620"/>
                  </a:cubicBezTo>
                  <a:cubicBezTo>
                    <a:pt x="0" y="954"/>
                    <a:pt x="286" y="1239"/>
                    <a:pt x="643" y="1239"/>
                  </a:cubicBezTo>
                  <a:cubicBezTo>
                    <a:pt x="976" y="1239"/>
                    <a:pt x="1262" y="954"/>
                    <a:pt x="1262" y="620"/>
                  </a:cubicBezTo>
                  <a:cubicBezTo>
                    <a:pt x="1262" y="263"/>
                    <a:pt x="976" y="1"/>
                    <a:pt x="64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97"/>
            <p:cNvSpPr/>
            <p:nvPr/>
          </p:nvSpPr>
          <p:spPr>
            <a:xfrm>
              <a:off x="4055533" y="4167239"/>
              <a:ext cx="40621" cy="40621"/>
            </a:xfrm>
            <a:custGeom>
              <a:rect b="b" l="l" r="r" t="t"/>
              <a:pathLst>
                <a:path extrusionOk="0" h="1239" w="1239">
                  <a:moveTo>
                    <a:pt x="619" y="0"/>
                  </a:moveTo>
                  <a:cubicBezTo>
                    <a:pt x="286" y="0"/>
                    <a:pt x="0" y="286"/>
                    <a:pt x="0" y="619"/>
                  </a:cubicBezTo>
                  <a:cubicBezTo>
                    <a:pt x="0" y="976"/>
                    <a:pt x="286" y="1238"/>
                    <a:pt x="619" y="1238"/>
                  </a:cubicBezTo>
                  <a:cubicBezTo>
                    <a:pt x="953" y="1238"/>
                    <a:pt x="1239" y="976"/>
                    <a:pt x="1239" y="619"/>
                  </a:cubicBezTo>
                  <a:cubicBezTo>
                    <a:pt x="1239" y="286"/>
                    <a:pt x="953" y="0"/>
                    <a:pt x="61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97"/>
            <p:cNvSpPr/>
            <p:nvPr/>
          </p:nvSpPr>
          <p:spPr>
            <a:xfrm>
              <a:off x="4055533" y="4247628"/>
              <a:ext cx="40621" cy="40653"/>
            </a:xfrm>
            <a:custGeom>
              <a:rect b="b" l="l" r="r" t="t"/>
              <a:pathLst>
                <a:path extrusionOk="0" h="1240" w="1239">
                  <a:moveTo>
                    <a:pt x="619" y="1"/>
                  </a:moveTo>
                  <a:cubicBezTo>
                    <a:pt x="286" y="1"/>
                    <a:pt x="0" y="263"/>
                    <a:pt x="0" y="620"/>
                  </a:cubicBezTo>
                  <a:cubicBezTo>
                    <a:pt x="0" y="954"/>
                    <a:pt x="286" y="1239"/>
                    <a:pt x="619" y="1239"/>
                  </a:cubicBezTo>
                  <a:cubicBezTo>
                    <a:pt x="953" y="1239"/>
                    <a:pt x="1239" y="954"/>
                    <a:pt x="1239" y="620"/>
                  </a:cubicBezTo>
                  <a:cubicBezTo>
                    <a:pt x="1239" y="263"/>
                    <a:pt x="953"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97"/>
            <p:cNvSpPr/>
            <p:nvPr/>
          </p:nvSpPr>
          <p:spPr>
            <a:xfrm>
              <a:off x="4049271" y="4164092"/>
              <a:ext cx="297491" cy="335194"/>
            </a:xfrm>
            <a:custGeom>
              <a:rect b="b" l="l" r="r" t="t"/>
              <a:pathLst>
                <a:path extrusionOk="0" h="10224" w="9074">
                  <a:moveTo>
                    <a:pt x="810" y="310"/>
                  </a:moveTo>
                  <a:cubicBezTo>
                    <a:pt x="1049" y="310"/>
                    <a:pt x="1239" y="477"/>
                    <a:pt x="1239" y="715"/>
                  </a:cubicBezTo>
                  <a:cubicBezTo>
                    <a:pt x="1239" y="953"/>
                    <a:pt x="1049" y="1144"/>
                    <a:pt x="810" y="1144"/>
                  </a:cubicBezTo>
                  <a:cubicBezTo>
                    <a:pt x="572" y="1144"/>
                    <a:pt x="406" y="953"/>
                    <a:pt x="406" y="715"/>
                  </a:cubicBezTo>
                  <a:cubicBezTo>
                    <a:pt x="406" y="477"/>
                    <a:pt x="572" y="310"/>
                    <a:pt x="810" y="310"/>
                  </a:cubicBezTo>
                  <a:close/>
                  <a:moveTo>
                    <a:pt x="8169" y="310"/>
                  </a:moveTo>
                  <a:cubicBezTo>
                    <a:pt x="8407" y="310"/>
                    <a:pt x="8574" y="477"/>
                    <a:pt x="8574" y="715"/>
                  </a:cubicBezTo>
                  <a:cubicBezTo>
                    <a:pt x="8574" y="953"/>
                    <a:pt x="8407" y="1144"/>
                    <a:pt x="8169" y="1144"/>
                  </a:cubicBezTo>
                  <a:cubicBezTo>
                    <a:pt x="7931" y="1144"/>
                    <a:pt x="7740" y="953"/>
                    <a:pt x="7740" y="715"/>
                  </a:cubicBezTo>
                  <a:cubicBezTo>
                    <a:pt x="7740" y="525"/>
                    <a:pt x="7931" y="310"/>
                    <a:pt x="8169" y="310"/>
                  </a:cubicBezTo>
                  <a:close/>
                  <a:moveTo>
                    <a:pt x="4502" y="310"/>
                  </a:moveTo>
                  <a:cubicBezTo>
                    <a:pt x="5407" y="310"/>
                    <a:pt x="6145" y="1049"/>
                    <a:pt x="6145" y="1954"/>
                  </a:cubicBezTo>
                  <a:cubicBezTo>
                    <a:pt x="6145" y="2549"/>
                    <a:pt x="5811" y="3073"/>
                    <a:pt x="5335" y="3335"/>
                  </a:cubicBezTo>
                  <a:lnTo>
                    <a:pt x="5335" y="1954"/>
                  </a:lnTo>
                  <a:cubicBezTo>
                    <a:pt x="5335" y="1501"/>
                    <a:pt x="4978" y="1144"/>
                    <a:pt x="4525" y="1144"/>
                  </a:cubicBezTo>
                  <a:cubicBezTo>
                    <a:pt x="4097" y="1144"/>
                    <a:pt x="3740" y="1501"/>
                    <a:pt x="3740" y="1954"/>
                  </a:cubicBezTo>
                  <a:lnTo>
                    <a:pt x="3740" y="3335"/>
                  </a:lnTo>
                  <a:cubicBezTo>
                    <a:pt x="3216" y="3049"/>
                    <a:pt x="2930" y="2549"/>
                    <a:pt x="2930" y="1954"/>
                  </a:cubicBezTo>
                  <a:cubicBezTo>
                    <a:pt x="2858" y="1049"/>
                    <a:pt x="3573" y="310"/>
                    <a:pt x="4502" y="310"/>
                  </a:cubicBezTo>
                  <a:close/>
                  <a:moveTo>
                    <a:pt x="810" y="2739"/>
                  </a:moveTo>
                  <a:cubicBezTo>
                    <a:pt x="1049" y="2739"/>
                    <a:pt x="1239" y="2930"/>
                    <a:pt x="1239" y="3168"/>
                  </a:cubicBezTo>
                  <a:cubicBezTo>
                    <a:pt x="1239" y="3406"/>
                    <a:pt x="1049" y="3573"/>
                    <a:pt x="810" y="3573"/>
                  </a:cubicBezTo>
                  <a:cubicBezTo>
                    <a:pt x="572" y="3573"/>
                    <a:pt x="406" y="3406"/>
                    <a:pt x="406" y="3168"/>
                  </a:cubicBezTo>
                  <a:cubicBezTo>
                    <a:pt x="406" y="2930"/>
                    <a:pt x="572" y="2739"/>
                    <a:pt x="810" y="2739"/>
                  </a:cubicBezTo>
                  <a:close/>
                  <a:moveTo>
                    <a:pt x="8169" y="2787"/>
                  </a:moveTo>
                  <a:cubicBezTo>
                    <a:pt x="8407" y="2787"/>
                    <a:pt x="8574" y="2954"/>
                    <a:pt x="8574" y="3192"/>
                  </a:cubicBezTo>
                  <a:cubicBezTo>
                    <a:pt x="8574" y="3430"/>
                    <a:pt x="8407" y="3621"/>
                    <a:pt x="8169" y="3621"/>
                  </a:cubicBezTo>
                  <a:cubicBezTo>
                    <a:pt x="7931" y="3621"/>
                    <a:pt x="7740" y="3430"/>
                    <a:pt x="7740" y="3192"/>
                  </a:cubicBezTo>
                  <a:cubicBezTo>
                    <a:pt x="7740" y="2954"/>
                    <a:pt x="7931" y="2787"/>
                    <a:pt x="8169" y="2787"/>
                  </a:cubicBezTo>
                  <a:close/>
                  <a:moveTo>
                    <a:pt x="977" y="1"/>
                  </a:moveTo>
                  <a:cubicBezTo>
                    <a:pt x="548" y="1"/>
                    <a:pt x="191" y="358"/>
                    <a:pt x="191" y="810"/>
                  </a:cubicBezTo>
                  <a:cubicBezTo>
                    <a:pt x="191" y="1263"/>
                    <a:pt x="548" y="1620"/>
                    <a:pt x="977" y="1620"/>
                  </a:cubicBezTo>
                  <a:cubicBezTo>
                    <a:pt x="1287" y="1620"/>
                    <a:pt x="1525" y="1453"/>
                    <a:pt x="1668" y="1215"/>
                  </a:cubicBezTo>
                  <a:lnTo>
                    <a:pt x="2644" y="1549"/>
                  </a:lnTo>
                  <a:cubicBezTo>
                    <a:pt x="2620" y="1692"/>
                    <a:pt x="2596" y="1858"/>
                    <a:pt x="2596" y="2001"/>
                  </a:cubicBezTo>
                  <a:cubicBezTo>
                    <a:pt x="2596" y="2144"/>
                    <a:pt x="2620" y="2287"/>
                    <a:pt x="2644" y="2454"/>
                  </a:cubicBezTo>
                  <a:lnTo>
                    <a:pt x="1668" y="2763"/>
                  </a:lnTo>
                  <a:cubicBezTo>
                    <a:pt x="1358" y="2501"/>
                    <a:pt x="1120" y="2358"/>
                    <a:pt x="810" y="2358"/>
                  </a:cubicBezTo>
                  <a:cubicBezTo>
                    <a:pt x="358" y="2358"/>
                    <a:pt x="1" y="2716"/>
                    <a:pt x="1" y="3168"/>
                  </a:cubicBezTo>
                  <a:cubicBezTo>
                    <a:pt x="1" y="3621"/>
                    <a:pt x="358" y="3954"/>
                    <a:pt x="810" y="3954"/>
                  </a:cubicBezTo>
                  <a:cubicBezTo>
                    <a:pt x="1263" y="3954"/>
                    <a:pt x="1620" y="3621"/>
                    <a:pt x="1620" y="3168"/>
                  </a:cubicBezTo>
                  <a:lnTo>
                    <a:pt x="1620" y="3097"/>
                  </a:lnTo>
                  <a:lnTo>
                    <a:pt x="2596" y="2763"/>
                  </a:lnTo>
                  <a:cubicBezTo>
                    <a:pt x="2811" y="3216"/>
                    <a:pt x="3192" y="3621"/>
                    <a:pt x="3644" y="3811"/>
                  </a:cubicBezTo>
                  <a:lnTo>
                    <a:pt x="3644" y="5669"/>
                  </a:lnTo>
                  <a:lnTo>
                    <a:pt x="3216" y="5669"/>
                  </a:lnTo>
                  <a:cubicBezTo>
                    <a:pt x="2787" y="5669"/>
                    <a:pt x="2430" y="6026"/>
                    <a:pt x="2430" y="6454"/>
                  </a:cubicBezTo>
                  <a:lnTo>
                    <a:pt x="2430" y="7097"/>
                  </a:lnTo>
                  <a:cubicBezTo>
                    <a:pt x="2430" y="8574"/>
                    <a:pt x="3406" y="9812"/>
                    <a:pt x="4716" y="10217"/>
                  </a:cubicBezTo>
                  <a:cubicBezTo>
                    <a:pt x="4736" y="10221"/>
                    <a:pt x="4755" y="10223"/>
                    <a:pt x="4773" y="10223"/>
                  </a:cubicBezTo>
                  <a:cubicBezTo>
                    <a:pt x="4865" y="10223"/>
                    <a:pt x="4938" y="10173"/>
                    <a:pt x="4978" y="10074"/>
                  </a:cubicBezTo>
                  <a:cubicBezTo>
                    <a:pt x="5002" y="9955"/>
                    <a:pt x="4954" y="9860"/>
                    <a:pt x="4835" y="9812"/>
                  </a:cubicBezTo>
                  <a:cubicBezTo>
                    <a:pt x="3644" y="9407"/>
                    <a:pt x="2835" y="8336"/>
                    <a:pt x="2835" y="7074"/>
                  </a:cubicBezTo>
                  <a:lnTo>
                    <a:pt x="2835" y="6431"/>
                  </a:lnTo>
                  <a:cubicBezTo>
                    <a:pt x="2835" y="6193"/>
                    <a:pt x="3025" y="6026"/>
                    <a:pt x="3263" y="6026"/>
                  </a:cubicBezTo>
                  <a:lnTo>
                    <a:pt x="3668" y="6026"/>
                  </a:lnTo>
                  <a:lnTo>
                    <a:pt x="3668" y="7026"/>
                  </a:lnTo>
                  <a:cubicBezTo>
                    <a:pt x="3668" y="7145"/>
                    <a:pt x="3763" y="7240"/>
                    <a:pt x="3882" y="7240"/>
                  </a:cubicBezTo>
                  <a:cubicBezTo>
                    <a:pt x="4001" y="7240"/>
                    <a:pt x="4073" y="7145"/>
                    <a:pt x="4073" y="7026"/>
                  </a:cubicBezTo>
                  <a:lnTo>
                    <a:pt x="4073" y="1882"/>
                  </a:lnTo>
                  <a:cubicBezTo>
                    <a:pt x="4073" y="1644"/>
                    <a:pt x="4263" y="1477"/>
                    <a:pt x="4502" y="1477"/>
                  </a:cubicBezTo>
                  <a:cubicBezTo>
                    <a:pt x="4740" y="1477"/>
                    <a:pt x="4906" y="1644"/>
                    <a:pt x="4906" y="1882"/>
                  </a:cubicBezTo>
                  <a:lnTo>
                    <a:pt x="4906" y="5811"/>
                  </a:lnTo>
                  <a:cubicBezTo>
                    <a:pt x="4906" y="5931"/>
                    <a:pt x="5002" y="6026"/>
                    <a:pt x="5121" y="6026"/>
                  </a:cubicBezTo>
                  <a:cubicBezTo>
                    <a:pt x="5240" y="6026"/>
                    <a:pt x="5335" y="5931"/>
                    <a:pt x="5335" y="5811"/>
                  </a:cubicBezTo>
                  <a:lnTo>
                    <a:pt x="5335" y="4573"/>
                  </a:lnTo>
                  <a:cubicBezTo>
                    <a:pt x="5335" y="4335"/>
                    <a:pt x="5502" y="4144"/>
                    <a:pt x="5740" y="4144"/>
                  </a:cubicBezTo>
                  <a:cubicBezTo>
                    <a:pt x="5978" y="4144"/>
                    <a:pt x="6169" y="4335"/>
                    <a:pt x="6169" y="4573"/>
                  </a:cubicBezTo>
                  <a:lnTo>
                    <a:pt x="6169" y="5811"/>
                  </a:lnTo>
                  <a:cubicBezTo>
                    <a:pt x="6169" y="5931"/>
                    <a:pt x="6264" y="6026"/>
                    <a:pt x="6383" y="6026"/>
                  </a:cubicBezTo>
                  <a:cubicBezTo>
                    <a:pt x="6502" y="6026"/>
                    <a:pt x="6573" y="5931"/>
                    <a:pt x="6573" y="5811"/>
                  </a:cubicBezTo>
                  <a:lnTo>
                    <a:pt x="6573" y="4954"/>
                  </a:lnTo>
                  <a:cubicBezTo>
                    <a:pt x="6573" y="4716"/>
                    <a:pt x="6764" y="4526"/>
                    <a:pt x="7002" y="4526"/>
                  </a:cubicBezTo>
                  <a:cubicBezTo>
                    <a:pt x="7240" y="4526"/>
                    <a:pt x="7407" y="4716"/>
                    <a:pt x="7407" y="4954"/>
                  </a:cubicBezTo>
                  <a:lnTo>
                    <a:pt x="7407" y="5811"/>
                  </a:lnTo>
                  <a:cubicBezTo>
                    <a:pt x="7407" y="5931"/>
                    <a:pt x="7502" y="6026"/>
                    <a:pt x="7621" y="6026"/>
                  </a:cubicBezTo>
                  <a:cubicBezTo>
                    <a:pt x="7740" y="6026"/>
                    <a:pt x="7836" y="5931"/>
                    <a:pt x="7836" y="5811"/>
                  </a:cubicBezTo>
                  <a:lnTo>
                    <a:pt x="7836" y="5359"/>
                  </a:lnTo>
                  <a:cubicBezTo>
                    <a:pt x="7836" y="5121"/>
                    <a:pt x="8002" y="4954"/>
                    <a:pt x="8240" y="4954"/>
                  </a:cubicBezTo>
                  <a:cubicBezTo>
                    <a:pt x="8479" y="4954"/>
                    <a:pt x="8669" y="5121"/>
                    <a:pt x="8669" y="5359"/>
                  </a:cubicBezTo>
                  <a:lnTo>
                    <a:pt x="8669" y="7026"/>
                  </a:lnTo>
                  <a:cubicBezTo>
                    <a:pt x="8669" y="8336"/>
                    <a:pt x="7812" y="9407"/>
                    <a:pt x="6669" y="9765"/>
                  </a:cubicBezTo>
                  <a:cubicBezTo>
                    <a:pt x="6550" y="9812"/>
                    <a:pt x="6502" y="9931"/>
                    <a:pt x="6526" y="10050"/>
                  </a:cubicBezTo>
                  <a:cubicBezTo>
                    <a:pt x="6546" y="10150"/>
                    <a:pt x="6632" y="10199"/>
                    <a:pt x="6729" y="10199"/>
                  </a:cubicBezTo>
                  <a:cubicBezTo>
                    <a:pt x="6748" y="10199"/>
                    <a:pt x="6768" y="10197"/>
                    <a:pt x="6788" y="10193"/>
                  </a:cubicBezTo>
                  <a:cubicBezTo>
                    <a:pt x="8098" y="9765"/>
                    <a:pt x="9074" y="8550"/>
                    <a:pt x="9074" y="7074"/>
                  </a:cubicBezTo>
                  <a:lnTo>
                    <a:pt x="9074" y="5407"/>
                  </a:lnTo>
                  <a:cubicBezTo>
                    <a:pt x="9074" y="4954"/>
                    <a:pt x="8717" y="4597"/>
                    <a:pt x="8288" y="4597"/>
                  </a:cubicBezTo>
                  <a:cubicBezTo>
                    <a:pt x="8098" y="4597"/>
                    <a:pt x="7955" y="4645"/>
                    <a:pt x="7836" y="4740"/>
                  </a:cubicBezTo>
                  <a:cubicBezTo>
                    <a:pt x="7717" y="4406"/>
                    <a:pt x="7407" y="4216"/>
                    <a:pt x="7050" y="4216"/>
                  </a:cubicBezTo>
                  <a:cubicBezTo>
                    <a:pt x="6883" y="4216"/>
                    <a:pt x="6740" y="4264"/>
                    <a:pt x="6621" y="4359"/>
                  </a:cubicBezTo>
                  <a:cubicBezTo>
                    <a:pt x="6502" y="4025"/>
                    <a:pt x="6192" y="3811"/>
                    <a:pt x="5835" y="3811"/>
                  </a:cubicBezTo>
                  <a:cubicBezTo>
                    <a:pt x="5692" y="3811"/>
                    <a:pt x="5549" y="3859"/>
                    <a:pt x="5430" y="3930"/>
                  </a:cubicBezTo>
                  <a:lnTo>
                    <a:pt x="5430" y="3835"/>
                  </a:lnTo>
                  <a:cubicBezTo>
                    <a:pt x="5907" y="3644"/>
                    <a:pt x="6264" y="3287"/>
                    <a:pt x="6454" y="2811"/>
                  </a:cubicBezTo>
                  <a:lnTo>
                    <a:pt x="7455" y="3120"/>
                  </a:lnTo>
                  <a:lnTo>
                    <a:pt x="7455" y="3192"/>
                  </a:lnTo>
                  <a:cubicBezTo>
                    <a:pt x="7455" y="3644"/>
                    <a:pt x="7812" y="4002"/>
                    <a:pt x="8240" y="4002"/>
                  </a:cubicBezTo>
                  <a:cubicBezTo>
                    <a:pt x="8693" y="4002"/>
                    <a:pt x="9050" y="3644"/>
                    <a:pt x="9050" y="3192"/>
                  </a:cubicBezTo>
                  <a:cubicBezTo>
                    <a:pt x="9050" y="2739"/>
                    <a:pt x="8693" y="2382"/>
                    <a:pt x="8240" y="2382"/>
                  </a:cubicBezTo>
                  <a:cubicBezTo>
                    <a:pt x="7955" y="2382"/>
                    <a:pt x="7717" y="2525"/>
                    <a:pt x="7574" y="2763"/>
                  </a:cubicBezTo>
                  <a:lnTo>
                    <a:pt x="6573" y="2454"/>
                  </a:lnTo>
                  <a:cubicBezTo>
                    <a:pt x="6621" y="2287"/>
                    <a:pt x="6645" y="2144"/>
                    <a:pt x="6645" y="2001"/>
                  </a:cubicBezTo>
                  <a:cubicBezTo>
                    <a:pt x="6645" y="1858"/>
                    <a:pt x="6621" y="1692"/>
                    <a:pt x="6573" y="1549"/>
                  </a:cubicBezTo>
                  <a:lnTo>
                    <a:pt x="7574" y="1215"/>
                  </a:lnTo>
                  <a:cubicBezTo>
                    <a:pt x="7717" y="1453"/>
                    <a:pt x="7955" y="1620"/>
                    <a:pt x="8240" y="1620"/>
                  </a:cubicBezTo>
                  <a:cubicBezTo>
                    <a:pt x="8693" y="1620"/>
                    <a:pt x="9050" y="1263"/>
                    <a:pt x="9050" y="810"/>
                  </a:cubicBezTo>
                  <a:cubicBezTo>
                    <a:pt x="9050" y="358"/>
                    <a:pt x="8693" y="1"/>
                    <a:pt x="8240" y="1"/>
                  </a:cubicBezTo>
                  <a:cubicBezTo>
                    <a:pt x="7812" y="1"/>
                    <a:pt x="7455" y="358"/>
                    <a:pt x="7455" y="810"/>
                  </a:cubicBezTo>
                  <a:lnTo>
                    <a:pt x="7455" y="858"/>
                  </a:lnTo>
                  <a:lnTo>
                    <a:pt x="6454" y="1192"/>
                  </a:lnTo>
                  <a:cubicBezTo>
                    <a:pt x="6145" y="477"/>
                    <a:pt x="5430" y="1"/>
                    <a:pt x="4621" y="1"/>
                  </a:cubicBezTo>
                  <a:cubicBezTo>
                    <a:pt x="3811" y="1"/>
                    <a:pt x="3073" y="477"/>
                    <a:pt x="2763" y="1192"/>
                  </a:cubicBezTo>
                  <a:lnTo>
                    <a:pt x="1787" y="858"/>
                  </a:lnTo>
                  <a:lnTo>
                    <a:pt x="1787" y="810"/>
                  </a:lnTo>
                  <a:cubicBezTo>
                    <a:pt x="1787" y="358"/>
                    <a:pt x="1430"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97"/>
            <p:cNvSpPr/>
            <p:nvPr/>
          </p:nvSpPr>
          <p:spPr>
            <a:xfrm>
              <a:off x="4230408" y="4490466"/>
              <a:ext cx="13311" cy="13311"/>
            </a:xfrm>
            <a:custGeom>
              <a:rect b="b" l="l" r="r" t="t"/>
              <a:pathLst>
                <a:path extrusionOk="0" h="406" w="406">
                  <a:moveTo>
                    <a:pt x="191" y="0"/>
                  </a:moveTo>
                  <a:cubicBezTo>
                    <a:pt x="72" y="0"/>
                    <a:pt x="1" y="95"/>
                    <a:pt x="1" y="215"/>
                  </a:cubicBezTo>
                  <a:cubicBezTo>
                    <a:pt x="1" y="334"/>
                    <a:pt x="72" y="405"/>
                    <a:pt x="191" y="405"/>
                  </a:cubicBezTo>
                  <a:cubicBezTo>
                    <a:pt x="310" y="405"/>
                    <a:pt x="405" y="334"/>
                    <a:pt x="405" y="215"/>
                  </a:cubicBezTo>
                  <a:cubicBezTo>
                    <a:pt x="405" y="95"/>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8" name="Google Shape;22078;p97"/>
          <p:cNvGrpSpPr/>
          <p:nvPr/>
        </p:nvGrpSpPr>
        <p:grpSpPr>
          <a:xfrm>
            <a:off x="4790273" y="4032772"/>
            <a:ext cx="343554" cy="294377"/>
            <a:chOff x="4782409" y="4185172"/>
            <a:chExt cx="343554" cy="294377"/>
          </a:xfrm>
        </p:grpSpPr>
        <p:sp>
          <p:nvSpPr>
            <p:cNvPr id="22079" name="Google Shape;22079;p97"/>
            <p:cNvSpPr/>
            <p:nvPr/>
          </p:nvSpPr>
          <p:spPr>
            <a:xfrm>
              <a:off x="4790212" y="4232022"/>
              <a:ext cx="329522" cy="240511"/>
            </a:xfrm>
            <a:custGeom>
              <a:rect b="b" l="l" r="r" t="t"/>
              <a:pathLst>
                <a:path extrusionOk="0" h="7336" w="10051">
                  <a:moveTo>
                    <a:pt x="1" y="1"/>
                  </a:moveTo>
                  <a:lnTo>
                    <a:pt x="1" y="6931"/>
                  </a:lnTo>
                  <a:cubicBezTo>
                    <a:pt x="1" y="7169"/>
                    <a:pt x="191" y="7335"/>
                    <a:pt x="405" y="7335"/>
                  </a:cubicBezTo>
                  <a:lnTo>
                    <a:pt x="9645" y="7335"/>
                  </a:lnTo>
                  <a:cubicBezTo>
                    <a:pt x="9884" y="7335"/>
                    <a:pt x="10050" y="7169"/>
                    <a:pt x="10050" y="6931"/>
                  </a:cubicBezTo>
                  <a:lnTo>
                    <a:pt x="1005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97"/>
            <p:cNvSpPr/>
            <p:nvPr/>
          </p:nvSpPr>
          <p:spPr>
            <a:xfrm>
              <a:off x="5035378" y="4191434"/>
              <a:ext cx="83569" cy="40621"/>
            </a:xfrm>
            <a:custGeom>
              <a:rect b="b" l="l" r="r" t="t"/>
              <a:pathLst>
                <a:path extrusionOk="0" h="1239" w="2549">
                  <a:moveTo>
                    <a:pt x="0" y="0"/>
                  </a:moveTo>
                  <a:lnTo>
                    <a:pt x="0" y="1239"/>
                  </a:lnTo>
                  <a:lnTo>
                    <a:pt x="2549" y="1239"/>
                  </a:lnTo>
                  <a:lnTo>
                    <a:pt x="2549" y="429"/>
                  </a:lnTo>
                  <a:cubicBezTo>
                    <a:pt x="2549" y="191"/>
                    <a:pt x="2382" y="0"/>
                    <a:pt x="21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97"/>
            <p:cNvSpPr/>
            <p:nvPr/>
          </p:nvSpPr>
          <p:spPr>
            <a:xfrm>
              <a:off x="4790212" y="4191434"/>
              <a:ext cx="245199" cy="40621"/>
            </a:xfrm>
            <a:custGeom>
              <a:rect b="b" l="l" r="r" t="t"/>
              <a:pathLst>
                <a:path extrusionOk="0" h="1239" w="7479">
                  <a:moveTo>
                    <a:pt x="405" y="0"/>
                  </a:moveTo>
                  <a:cubicBezTo>
                    <a:pt x="191" y="0"/>
                    <a:pt x="1" y="191"/>
                    <a:pt x="1" y="429"/>
                  </a:cubicBezTo>
                  <a:lnTo>
                    <a:pt x="1" y="1239"/>
                  </a:lnTo>
                  <a:lnTo>
                    <a:pt x="7478" y="1239"/>
                  </a:lnTo>
                  <a:lnTo>
                    <a:pt x="747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97"/>
            <p:cNvSpPr/>
            <p:nvPr/>
          </p:nvSpPr>
          <p:spPr>
            <a:xfrm>
              <a:off x="4934663" y="4331951"/>
              <a:ext cx="40621" cy="41440"/>
            </a:xfrm>
            <a:custGeom>
              <a:rect b="b" l="l" r="r" t="t"/>
              <a:pathLst>
                <a:path extrusionOk="0" h="1264" w="1239">
                  <a:moveTo>
                    <a:pt x="619" y="1"/>
                  </a:moveTo>
                  <a:cubicBezTo>
                    <a:pt x="286" y="1"/>
                    <a:pt x="0" y="287"/>
                    <a:pt x="0" y="620"/>
                  </a:cubicBezTo>
                  <a:cubicBezTo>
                    <a:pt x="0" y="977"/>
                    <a:pt x="286" y="1263"/>
                    <a:pt x="619" y="1263"/>
                  </a:cubicBezTo>
                  <a:cubicBezTo>
                    <a:pt x="977" y="1263"/>
                    <a:pt x="1239" y="977"/>
                    <a:pt x="1239" y="620"/>
                  </a:cubicBezTo>
                  <a:cubicBezTo>
                    <a:pt x="1239" y="287"/>
                    <a:pt x="977" y="1"/>
                    <a:pt x="61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97"/>
            <p:cNvSpPr/>
            <p:nvPr/>
          </p:nvSpPr>
          <p:spPr>
            <a:xfrm>
              <a:off x="4928401" y="4326508"/>
              <a:ext cx="53144" cy="52325"/>
            </a:xfrm>
            <a:custGeom>
              <a:rect b="b" l="l" r="r" t="t"/>
              <a:pathLst>
                <a:path extrusionOk="0" h="1596" w="1621">
                  <a:moveTo>
                    <a:pt x="810" y="381"/>
                  </a:moveTo>
                  <a:cubicBezTo>
                    <a:pt x="1049" y="381"/>
                    <a:pt x="1239" y="572"/>
                    <a:pt x="1239" y="786"/>
                  </a:cubicBezTo>
                  <a:cubicBezTo>
                    <a:pt x="1239" y="1024"/>
                    <a:pt x="1049" y="1215"/>
                    <a:pt x="810" y="1215"/>
                  </a:cubicBezTo>
                  <a:cubicBezTo>
                    <a:pt x="572" y="1215"/>
                    <a:pt x="406" y="1024"/>
                    <a:pt x="406" y="786"/>
                  </a:cubicBezTo>
                  <a:cubicBezTo>
                    <a:pt x="406" y="572"/>
                    <a:pt x="620" y="381"/>
                    <a:pt x="810" y="381"/>
                  </a:cubicBezTo>
                  <a:close/>
                  <a:moveTo>
                    <a:pt x="810" y="0"/>
                  </a:moveTo>
                  <a:cubicBezTo>
                    <a:pt x="358" y="0"/>
                    <a:pt x="1" y="357"/>
                    <a:pt x="1" y="810"/>
                  </a:cubicBezTo>
                  <a:cubicBezTo>
                    <a:pt x="1" y="1239"/>
                    <a:pt x="358" y="1596"/>
                    <a:pt x="810" y="1596"/>
                  </a:cubicBezTo>
                  <a:cubicBezTo>
                    <a:pt x="1263" y="1596"/>
                    <a:pt x="1620" y="1239"/>
                    <a:pt x="1620" y="810"/>
                  </a:cubicBezTo>
                  <a:cubicBezTo>
                    <a:pt x="1620" y="357"/>
                    <a:pt x="1263"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97"/>
            <p:cNvSpPr/>
            <p:nvPr/>
          </p:nvSpPr>
          <p:spPr>
            <a:xfrm>
              <a:off x="4868306" y="4285134"/>
              <a:ext cx="173334" cy="134320"/>
            </a:xfrm>
            <a:custGeom>
              <a:rect b="b" l="l" r="r" t="t"/>
              <a:pathLst>
                <a:path extrusionOk="0" h="4097" w="5287">
                  <a:moveTo>
                    <a:pt x="2643" y="429"/>
                  </a:moveTo>
                  <a:cubicBezTo>
                    <a:pt x="3691" y="429"/>
                    <a:pt x="4620" y="1667"/>
                    <a:pt x="4858" y="2072"/>
                  </a:cubicBezTo>
                  <a:cubicBezTo>
                    <a:pt x="4620" y="2453"/>
                    <a:pt x="3691" y="3691"/>
                    <a:pt x="2643" y="3691"/>
                  </a:cubicBezTo>
                  <a:cubicBezTo>
                    <a:pt x="1596" y="3691"/>
                    <a:pt x="691" y="2453"/>
                    <a:pt x="453" y="2072"/>
                  </a:cubicBezTo>
                  <a:cubicBezTo>
                    <a:pt x="691" y="1667"/>
                    <a:pt x="1596" y="429"/>
                    <a:pt x="2643" y="429"/>
                  </a:cubicBezTo>
                  <a:close/>
                  <a:moveTo>
                    <a:pt x="2643" y="0"/>
                  </a:moveTo>
                  <a:cubicBezTo>
                    <a:pt x="1191" y="0"/>
                    <a:pt x="95" y="1858"/>
                    <a:pt x="24" y="1953"/>
                  </a:cubicBezTo>
                  <a:cubicBezTo>
                    <a:pt x="0" y="2000"/>
                    <a:pt x="0" y="2096"/>
                    <a:pt x="24" y="2143"/>
                  </a:cubicBezTo>
                  <a:cubicBezTo>
                    <a:pt x="95" y="2239"/>
                    <a:pt x="1191" y="4096"/>
                    <a:pt x="2643" y="4096"/>
                  </a:cubicBezTo>
                  <a:cubicBezTo>
                    <a:pt x="4096" y="4096"/>
                    <a:pt x="5215" y="2239"/>
                    <a:pt x="5263" y="2143"/>
                  </a:cubicBezTo>
                  <a:cubicBezTo>
                    <a:pt x="5287" y="2096"/>
                    <a:pt x="5287" y="2000"/>
                    <a:pt x="5263" y="1953"/>
                  </a:cubicBezTo>
                  <a:cubicBezTo>
                    <a:pt x="5215" y="1858"/>
                    <a:pt x="4096" y="0"/>
                    <a:pt x="2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97"/>
            <p:cNvSpPr/>
            <p:nvPr/>
          </p:nvSpPr>
          <p:spPr>
            <a:xfrm>
              <a:off x="4827685" y="4264807"/>
              <a:ext cx="54685" cy="53931"/>
            </a:xfrm>
            <a:custGeom>
              <a:rect b="b" l="l" r="r" t="t"/>
              <a:pathLst>
                <a:path extrusionOk="0" h="1645" w="1668">
                  <a:moveTo>
                    <a:pt x="191" y="1"/>
                  </a:moveTo>
                  <a:cubicBezTo>
                    <a:pt x="72" y="1"/>
                    <a:pt x="1" y="96"/>
                    <a:pt x="1" y="215"/>
                  </a:cubicBezTo>
                  <a:lnTo>
                    <a:pt x="1" y="1430"/>
                  </a:lnTo>
                  <a:cubicBezTo>
                    <a:pt x="1" y="1549"/>
                    <a:pt x="120" y="1644"/>
                    <a:pt x="239" y="1644"/>
                  </a:cubicBezTo>
                  <a:cubicBezTo>
                    <a:pt x="358" y="1644"/>
                    <a:pt x="406" y="1549"/>
                    <a:pt x="406" y="1430"/>
                  </a:cubicBezTo>
                  <a:lnTo>
                    <a:pt x="406" y="430"/>
                  </a:lnTo>
                  <a:lnTo>
                    <a:pt x="1430" y="430"/>
                  </a:lnTo>
                  <a:cubicBezTo>
                    <a:pt x="1501" y="430"/>
                    <a:pt x="1620" y="358"/>
                    <a:pt x="1620" y="239"/>
                  </a:cubicBezTo>
                  <a:cubicBezTo>
                    <a:pt x="1668" y="120"/>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97"/>
            <p:cNvSpPr/>
            <p:nvPr/>
          </p:nvSpPr>
          <p:spPr>
            <a:xfrm>
              <a:off x="5027575" y="4265594"/>
              <a:ext cx="54685" cy="53997"/>
            </a:xfrm>
            <a:custGeom>
              <a:rect b="b" l="l" r="r" t="t"/>
              <a:pathLst>
                <a:path extrusionOk="0" h="1647" w="1668">
                  <a:moveTo>
                    <a:pt x="238" y="1"/>
                  </a:moveTo>
                  <a:cubicBezTo>
                    <a:pt x="143" y="1"/>
                    <a:pt x="24" y="72"/>
                    <a:pt x="24" y="191"/>
                  </a:cubicBezTo>
                  <a:cubicBezTo>
                    <a:pt x="0" y="310"/>
                    <a:pt x="119" y="429"/>
                    <a:pt x="238" y="429"/>
                  </a:cubicBezTo>
                  <a:lnTo>
                    <a:pt x="1239" y="429"/>
                  </a:lnTo>
                  <a:lnTo>
                    <a:pt x="1239" y="1430"/>
                  </a:lnTo>
                  <a:cubicBezTo>
                    <a:pt x="1239" y="1525"/>
                    <a:pt x="1310" y="1644"/>
                    <a:pt x="1429" y="1644"/>
                  </a:cubicBezTo>
                  <a:cubicBezTo>
                    <a:pt x="1439" y="1646"/>
                    <a:pt x="1450" y="1647"/>
                    <a:pt x="1460" y="1647"/>
                  </a:cubicBezTo>
                  <a:cubicBezTo>
                    <a:pt x="1568" y="1647"/>
                    <a:pt x="1667" y="1538"/>
                    <a:pt x="1667" y="1430"/>
                  </a:cubicBezTo>
                  <a:lnTo>
                    <a:pt x="1667" y="215"/>
                  </a:lnTo>
                  <a:cubicBezTo>
                    <a:pt x="1667" y="96"/>
                    <a:pt x="1572"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97"/>
            <p:cNvSpPr/>
            <p:nvPr/>
          </p:nvSpPr>
          <p:spPr>
            <a:xfrm>
              <a:off x="5027575" y="4385849"/>
              <a:ext cx="54685" cy="53899"/>
            </a:xfrm>
            <a:custGeom>
              <a:rect b="b" l="l" r="r" t="t"/>
              <a:pathLst>
                <a:path extrusionOk="0" h="1644" w="1668">
                  <a:moveTo>
                    <a:pt x="1429" y="0"/>
                  </a:moveTo>
                  <a:cubicBezTo>
                    <a:pt x="1334" y="0"/>
                    <a:pt x="1239" y="119"/>
                    <a:pt x="1239" y="214"/>
                  </a:cubicBezTo>
                  <a:lnTo>
                    <a:pt x="1239" y="1215"/>
                  </a:lnTo>
                  <a:lnTo>
                    <a:pt x="238" y="1215"/>
                  </a:lnTo>
                  <a:cubicBezTo>
                    <a:pt x="143" y="1215"/>
                    <a:pt x="24" y="1286"/>
                    <a:pt x="24" y="1405"/>
                  </a:cubicBezTo>
                  <a:cubicBezTo>
                    <a:pt x="0" y="1524"/>
                    <a:pt x="119" y="1643"/>
                    <a:pt x="238" y="1643"/>
                  </a:cubicBezTo>
                  <a:lnTo>
                    <a:pt x="1453" y="1643"/>
                  </a:lnTo>
                  <a:cubicBezTo>
                    <a:pt x="1572" y="1643"/>
                    <a:pt x="1667" y="1548"/>
                    <a:pt x="1667" y="1429"/>
                  </a:cubicBezTo>
                  <a:lnTo>
                    <a:pt x="1667" y="214"/>
                  </a:lnTo>
                  <a:cubicBezTo>
                    <a:pt x="1667" y="95"/>
                    <a:pt x="1548" y="0"/>
                    <a:pt x="1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97"/>
            <p:cNvSpPr/>
            <p:nvPr/>
          </p:nvSpPr>
          <p:spPr>
            <a:xfrm>
              <a:off x="4827685" y="4385751"/>
              <a:ext cx="54685" cy="53997"/>
            </a:xfrm>
            <a:custGeom>
              <a:rect b="b" l="l" r="r" t="t"/>
              <a:pathLst>
                <a:path extrusionOk="0" h="1647" w="1668">
                  <a:moveTo>
                    <a:pt x="208" y="0"/>
                  </a:moveTo>
                  <a:cubicBezTo>
                    <a:pt x="100" y="0"/>
                    <a:pt x="1" y="109"/>
                    <a:pt x="1" y="217"/>
                  </a:cubicBezTo>
                  <a:lnTo>
                    <a:pt x="1" y="1432"/>
                  </a:lnTo>
                  <a:cubicBezTo>
                    <a:pt x="25" y="1551"/>
                    <a:pt x="120" y="1646"/>
                    <a:pt x="191" y="1646"/>
                  </a:cubicBezTo>
                  <a:lnTo>
                    <a:pt x="1430" y="1646"/>
                  </a:lnTo>
                  <a:cubicBezTo>
                    <a:pt x="1501" y="1646"/>
                    <a:pt x="1620" y="1575"/>
                    <a:pt x="1620" y="1456"/>
                  </a:cubicBezTo>
                  <a:cubicBezTo>
                    <a:pt x="1668" y="1337"/>
                    <a:pt x="1549" y="1218"/>
                    <a:pt x="1430" y="1218"/>
                  </a:cubicBezTo>
                  <a:lnTo>
                    <a:pt x="406" y="1218"/>
                  </a:lnTo>
                  <a:lnTo>
                    <a:pt x="406" y="217"/>
                  </a:lnTo>
                  <a:cubicBezTo>
                    <a:pt x="406" y="122"/>
                    <a:pt x="358" y="3"/>
                    <a:pt x="239" y="3"/>
                  </a:cubicBezTo>
                  <a:cubicBezTo>
                    <a:pt x="228" y="1"/>
                    <a:pt x="218"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97"/>
            <p:cNvSpPr/>
            <p:nvPr/>
          </p:nvSpPr>
          <p:spPr>
            <a:xfrm>
              <a:off x="4947941" y="4466238"/>
              <a:ext cx="14065" cy="13311"/>
            </a:xfrm>
            <a:custGeom>
              <a:rect b="b" l="l" r="r" t="t"/>
              <a:pathLst>
                <a:path extrusionOk="0" h="406" w="429">
                  <a:moveTo>
                    <a:pt x="214" y="1"/>
                  </a:moveTo>
                  <a:cubicBezTo>
                    <a:pt x="95" y="1"/>
                    <a:pt x="0" y="72"/>
                    <a:pt x="0" y="191"/>
                  </a:cubicBezTo>
                  <a:cubicBezTo>
                    <a:pt x="0" y="311"/>
                    <a:pt x="95" y="406"/>
                    <a:pt x="214" y="406"/>
                  </a:cubicBezTo>
                  <a:cubicBezTo>
                    <a:pt x="334" y="406"/>
                    <a:pt x="429" y="311"/>
                    <a:pt x="429" y="191"/>
                  </a:cubicBezTo>
                  <a:cubicBezTo>
                    <a:pt x="429" y="72"/>
                    <a:pt x="310"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97"/>
            <p:cNvSpPr/>
            <p:nvPr/>
          </p:nvSpPr>
          <p:spPr>
            <a:xfrm>
              <a:off x="4782409" y="4185172"/>
              <a:ext cx="343554" cy="294377"/>
            </a:xfrm>
            <a:custGeom>
              <a:rect b="b" l="l" r="r" t="t"/>
              <a:pathLst>
                <a:path extrusionOk="0" h="8979" w="10479">
                  <a:moveTo>
                    <a:pt x="7502" y="406"/>
                  </a:moveTo>
                  <a:lnTo>
                    <a:pt x="7502" y="1215"/>
                  </a:lnTo>
                  <a:lnTo>
                    <a:pt x="453" y="1215"/>
                  </a:lnTo>
                  <a:lnTo>
                    <a:pt x="453" y="596"/>
                  </a:lnTo>
                  <a:cubicBezTo>
                    <a:pt x="453" y="501"/>
                    <a:pt x="548" y="406"/>
                    <a:pt x="667" y="406"/>
                  </a:cubicBezTo>
                  <a:close/>
                  <a:moveTo>
                    <a:pt x="9883" y="406"/>
                  </a:moveTo>
                  <a:cubicBezTo>
                    <a:pt x="10003" y="406"/>
                    <a:pt x="10098" y="501"/>
                    <a:pt x="10098" y="620"/>
                  </a:cubicBezTo>
                  <a:lnTo>
                    <a:pt x="10098" y="1239"/>
                  </a:lnTo>
                  <a:lnTo>
                    <a:pt x="7931" y="1239"/>
                  </a:lnTo>
                  <a:lnTo>
                    <a:pt x="7931" y="1215"/>
                  </a:lnTo>
                  <a:lnTo>
                    <a:pt x="7931" y="406"/>
                  </a:lnTo>
                  <a:close/>
                  <a:moveTo>
                    <a:pt x="620" y="1"/>
                  </a:moveTo>
                  <a:cubicBezTo>
                    <a:pt x="310" y="1"/>
                    <a:pt x="0" y="263"/>
                    <a:pt x="0" y="620"/>
                  </a:cubicBezTo>
                  <a:lnTo>
                    <a:pt x="0" y="8764"/>
                  </a:lnTo>
                  <a:cubicBezTo>
                    <a:pt x="0" y="8884"/>
                    <a:pt x="96" y="8979"/>
                    <a:pt x="215" y="8979"/>
                  </a:cubicBezTo>
                  <a:lnTo>
                    <a:pt x="4382" y="8979"/>
                  </a:lnTo>
                  <a:cubicBezTo>
                    <a:pt x="4406" y="8979"/>
                    <a:pt x="4406" y="8979"/>
                    <a:pt x="4430" y="8955"/>
                  </a:cubicBezTo>
                  <a:cubicBezTo>
                    <a:pt x="4620" y="8764"/>
                    <a:pt x="4501" y="8574"/>
                    <a:pt x="4311" y="8574"/>
                  </a:cubicBezTo>
                  <a:lnTo>
                    <a:pt x="620" y="8574"/>
                  </a:lnTo>
                  <a:cubicBezTo>
                    <a:pt x="501" y="8574"/>
                    <a:pt x="429" y="8479"/>
                    <a:pt x="429" y="8360"/>
                  </a:cubicBezTo>
                  <a:lnTo>
                    <a:pt x="429" y="1620"/>
                  </a:lnTo>
                  <a:lnTo>
                    <a:pt x="10026" y="1620"/>
                  </a:lnTo>
                  <a:lnTo>
                    <a:pt x="10026" y="8360"/>
                  </a:lnTo>
                  <a:cubicBezTo>
                    <a:pt x="10026" y="8479"/>
                    <a:pt x="9955" y="8574"/>
                    <a:pt x="9836" y="8574"/>
                  </a:cubicBezTo>
                  <a:lnTo>
                    <a:pt x="6145" y="8574"/>
                  </a:lnTo>
                  <a:cubicBezTo>
                    <a:pt x="6049" y="8574"/>
                    <a:pt x="5930" y="8622"/>
                    <a:pt x="5930" y="8741"/>
                  </a:cubicBezTo>
                  <a:cubicBezTo>
                    <a:pt x="5906" y="8860"/>
                    <a:pt x="6002" y="8979"/>
                    <a:pt x="6145" y="8979"/>
                  </a:cubicBezTo>
                  <a:lnTo>
                    <a:pt x="9836" y="8979"/>
                  </a:lnTo>
                  <a:cubicBezTo>
                    <a:pt x="10145" y="8979"/>
                    <a:pt x="10455" y="8717"/>
                    <a:pt x="10455" y="8360"/>
                  </a:cubicBezTo>
                  <a:lnTo>
                    <a:pt x="10455" y="620"/>
                  </a:lnTo>
                  <a:cubicBezTo>
                    <a:pt x="10479" y="287"/>
                    <a:pt x="10217" y="1"/>
                    <a:pt x="98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1" name="Google Shape;22091;p97"/>
          <p:cNvGrpSpPr/>
          <p:nvPr/>
        </p:nvGrpSpPr>
        <p:grpSpPr>
          <a:xfrm>
            <a:off x="5552295" y="4007790"/>
            <a:ext cx="343554" cy="342800"/>
            <a:chOff x="5544431" y="4160190"/>
            <a:chExt cx="343554" cy="342800"/>
          </a:xfrm>
        </p:grpSpPr>
        <p:sp>
          <p:nvSpPr>
            <p:cNvPr id="22092" name="Google Shape;22092;p97"/>
            <p:cNvSpPr/>
            <p:nvPr/>
          </p:nvSpPr>
          <p:spPr>
            <a:xfrm>
              <a:off x="5734945" y="4351491"/>
              <a:ext cx="145238" cy="104650"/>
            </a:xfrm>
            <a:custGeom>
              <a:rect b="b" l="l" r="r" t="t"/>
              <a:pathLst>
                <a:path extrusionOk="0" h="3192" w="4430">
                  <a:moveTo>
                    <a:pt x="429" y="0"/>
                  </a:moveTo>
                  <a:cubicBezTo>
                    <a:pt x="191" y="0"/>
                    <a:pt x="0" y="191"/>
                    <a:pt x="0" y="429"/>
                  </a:cubicBezTo>
                  <a:lnTo>
                    <a:pt x="0" y="2787"/>
                  </a:lnTo>
                  <a:cubicBezTo>
                    <a:pt x="0" y="3001"/>
                    <a:pt x="191" y="3191"/>
                    <a:pt x="429" y="3191"/>
                  </a:cubicBezTo>
                  <a:lnTo>
                    <a:pt x="4025" y="3191"/>
                  </a:lnTo>
                  <a:cubicBezTo>
                    <a:pt x="4263" y="3191"/>
                    <a:pt x="4430" y="3025"/>
                    <a:pt x="4430" y="2787"/>
                  </a:cubicBezTo>
                  <a:lnTo>
                    <a:pt x="4430" y="429"/>
                  </a:lnTo>
                  <a:cubicBezTo>
                    <a:pt x="4430" y="215"/>
                    <a:pt x="4263" y="48"/>
                    <a:pt x="40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97"/>
            <p:cNvSpPr/>
            <p:nvPr/>
          </p:nvSpPr>
          <p:spPr>
            <a:xfrm>
              <a:off x="5788023" y="4456894"/>
              <a:ext cx="39867" cy="40621"/>
            </a:xfrm>
            <a:custGeom>
              <a:rect b="b" l="l" r="r" t="t"/>
              <a:pathLst>
                <a:path extrusionOk="0" h="1239" w="1216">
                  <a:moveTo>
                    <a:pt x="1" y="0"/>
                  </a:moveTo>
                  <a:lnTo>
                    <a:pt x="1" y="1239"/>
                  </a:lnTo>
                  <a:lnTo>
                    <a:pt x="1215" y="1239"/>
                  </a:lnTo>
                  <a:lnTo>
                    <a:pt x="1215"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97"/>
            <p:cNvSpPr/>
            <p:nvPr/>
          </p:nvSpPr>
          <p:spPr>
            <a:xfrm>
              <a:off x="5645146" y="4167239"/>
              <a:ext cx="140582" cy="104650"/>
            </a:xfrm>
            <a:custGeom>
              <a:rect b="b" l="l" r="r" t="t"/>
              <a:pathLst>
                <a:path extrusionOk="0" h="3192" w="4288">
                  <a:moveTo>
                    <a:pt x="429" y="0"/>
                  </a:moveTo>
                  <a:cubicBezTo>
                    <a:pt x="191" y="0"/>
                    <a:pt x="0" y="191"/>
                    <a:pt x="0" y="429"/>
                  </a:cubicBezTo>
                  <a:lnTo>
                    <a:pt x="0" y="2763"/>
                  </a:lnTo>
                  <a:cubicBezTo>
                    <a:pt x="0" y="3001"/>
                    <a:pt x="191" y="3191"/>
                    <a:pt x="429" y="3191"/>
                  </a:cubicBezTo>
                  <a:lnTo>
                    <a:pt x="3882" y="3191"/>
                  </a:lnTo>
                  <a:cubicBezTo>
                    <a:pt x="4097" y="3191"/>
                    <a:pt x="4287" y="3001"/>
                    <a:pt x="4287" y="2763"/>
                  </a:cubicBezTo>
                  <a:lnTo>
                    <a:pt x="4287" y="429"/>
                  </a:lnTo>
                  <a:cubicBezTo>
                    <a:pt x="4287" y="214"/>
                    <a:pt x="4097" y="24"/>
                    <a:pt x="388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97"/>
            <p:cNvSpPr/>
            <p:nvPr/>
          </p:nvSpPr>
          <p:spPr>
            <a:xfrm>
              <a:off x="5695898" y="4272610"/>
              <a:ext cx="39834" cy="39867"/>
            </a:xfrm>
            <a:custGeom>
              <a:rect b="b" l="l" r="r" t="t"/>
              <a:pathLst>
                <a:path extrusionOk="0" h="1216" w="1215">
                  <a:moveTo>
                    <a:pt x="0" y="1"/>
                  </a:moveTo>
                  <a:lnTo>
                    <a:pt x="0" y="1216"/>
                  </a:lnTo>
                  <a:lnTo>
                    <a:pt x="1215" y="1216"/>
                  </a:lnTo>
                  <a:lnTo>
                    <a:pt x="1215"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97"/>
            <p:cNvSpPr/>
            <p:nvPr/>
          </p:nvSpPr>
          <p:spPr>
            <a:xfrm>
              <a:off x="5550660" y="4351491"/>
              <a:ext cx="145270" cy="104650"/>
            </a:xfrm>
            <a:custGeom>
              <a:rect b="b" l="l" r="r" t="t"/>
              <a:pathLst>
                <a:path extrusionOk="0" h="3192" w="4431">
                  <a:moveTo>
                    <a:pt x="406" y="0"/>
                  </a:moveTo>
                  <a:cubicBezTo>
                    <a:pt x="168" y="0"/>
                    <a:pt x="1" y="191"/>
                    <a:pt x="1" y="429"/>
                  </a:cubicBezTo>
                  <a:lnTo>
                    <a:pt x="1" y="2787"/>
                  </a:lnTo>
                  <a:cubicBezTo>
                    <a:pt x="1" y="3001"/>
                    <a:pt x="168" y="3191"/>
                    <a:pt x="406" y="3191"/>
                  </a:cubicBezTo>
                  <a:lnTo>
                    <a:pt x="4026" y="3191"/>
                  </a:lnTo>
                  <a:cubicBezTo>
                    <a:pt x="4264" y="3191"/>
                    <a:pt x="4430" y="3025"/>
                    <a:pt x="4430" y="2787"/>
                  </a:cubicBezTo>
                  <a:lnTo>
                    <a:pt x="4430" y="429"/>
                  </a:lnTo>
                  <a:cubicBezTo>
                    <a:pt x="4430" y="215"/>
                    <a:pt x="4216" y="48"/>
                    <a:pt x="402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97"/>
            <p:cNvSpPr/>
            <p:nvPr/>
          </p:nvSpPr>
          <p:spPr>
            <a:xfrm>
              <a:off x="5602985" y="4456894"/>
              <a:ext cx="40621" cy="40621"/>
            </a:xfrm>
            <a:custGeom>
              <a:rect b="b" l="l" r="r" t="t"/>
              <a:pathLst>
                <a:path extrusionOk="0" h="1239" w="1239">
                  <a:moveTo>
                    <a:pt x="0" y="0"/>
                  </a:moveTo>
                  <a:lnTo>
                    <a:pt x="0" y="1239"/>
                  </a:lnTo>
                  <a:lnTo>
                    <a:pt x="1239" y="1239"/>
                  </a:lnTo>
                  <a:lnTo>
                    <a:pt x="1239"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97"/>
            <p:cNvSpPr/>
            <p:nvPr/>
          </p:nvSpPr>
          <p:spPr>
            <a:xfrm>
              <a:off x="5544431" y="4160190"/>
              <a:ext cx="343554" cy="342800"/>
            </a:xfrm>
            <a:custGeom>
              <a:rect b="b" l="l" r="r" t="t"/>
              <a:pathLst>
                <a:path extrusionOk="0" h="10456" w="10479">
                  <a:moveTo>
                    <a:pt x="5597" y="3621"/>
                  </a:moveTo>
                  <a:lnTo>
                    <a:pt x="5597" y="4406"/>
                  </a:lnTo>
                  <a:lnTo>
                    <a:pt x="4787" y="4406"/>
                  </a:lnTo>
                  <a:lnTo>
                    <a:pt x="4787" y="3621"/>
                  </a:lnTo>
                  <a:close/>
                  <a:moveTo>
                    <a:pt x="4192" y="6050"/>
                  </a:moveTo>
                  <a:cubicBezTo>
                    <a:pt x="4335" y="6073"/>
                    <a:pt x="4406" y="6169"/>
                    <a:pt x="4406" y="6264"/>
                  </a:cubicBezTo>
                  <a:lnTo>
                    <a:pt x="4406" y="8622"/>
                  </a:lnTo>
                  <a:cubicBezTo>
                    <a:pt x="4406" y="8741"/>
                    <a:pt x="4335" y="8812"/>
                    <a:pt x="4192" y="8812"/>
                  </a:cubicBezTo>
                  <a:lnTo>
                    <a:pt x="596" y="8812"/>
                  </a:lnTo>
                  <a:cubicBezTo>
                    <a:pt x="477" y="8812"/>
                    <a:pt x="381" y="8741"/>
                    <a:pt x="381" y="8622"/>
                  </a:cubicBezTo>
                  <a:lnTo>
                    <a:pt x="381" y="6264"/>
                  </a:lnTo>
                  <a:cubicBezTo>
                    <a:pt x="381" y="6145"/>
                    <a:pt x="477" y="6050"/>
                    <a:pt x="596" y="6050"/>
                  </a:cubicBezTo>
                  <a:close/>
                  <a:moveTo>
                    <a:pt x="9836" y="6050"/>
                  </a:moveTo>
                  <a:cubicBezTo>
                    <a:pt x="9955" y="6073"/>
                    <a:pt x="10050" y="6169"/>
                    <a:pt x="10050" y="6264"/>
                  </a:cubicBezTo>
                  <a:lnTo>
                    <a:pt x="10050" y="8622"/>
                  </a:lnTo>
                  <a:cubicBezTo>
                    <a:pt x="10050" y="8741"/>
                    <a:pt x="9955" y="8812"/>
                    <a:pt x="9836" y="8812"/>
                  </a:cubicBezTo>
                  <a:lnTo>
                    <a:pt x="6216" y="8812"/>
                  </a:lnTo>
                  <a:cubicBezTo>
                    <a:pt x="6097" y="8812"/>
                    <a:pt x="6025" y="8741"/>
                    <a:pt x="6025" y="8622"/>
                  </a:cubicBezTo>
                  <a:lnTo>
                    <a:pt x="6025" y="6264"/>
                  </a:lnTo>
                  <a:cubicBezTo>
                    <a:pt x="6025" y="6145"/>
                    <a:pt x="6097" y="6050"/>
                    <a:pt x="6216" y="6050"/>
                  </a:cubicBezTo>
                  <a:close/>
                  <a:moveTo>
                    <a:pt x="2811" y="9265"/>
                  </a:moveTo>
                  <a:lnTo>
                    <a:pt x="2811" y="10074"/>
                  </a:lnTo>
                  <a:lnTo>
                    <a:pt x="2001" y="10074"/>
                  </a:lnTo>
                  <a:lnTo>
                    <a:pt x="2001" y="9265"/>
                  </a:lnTo>
                  <a:close/>
                  <a:moveTo>
                    <a:pt x="8431" y="9265"/>
                  </a:moveTo>
                  <a:lnTo>
                    <a:pt x="8431" y="10074"/>
                  </a:lnTo>
                  <a:lnTo>
                    <a:pt x="7621" y="10074"/>
                  </a:lnTo>
                  <a:lnTo>
                    <a:pt x="7621" y="9265"/>
                  </a:lnTo>
                  <a:close/>
                  <a:moveTo>
                    <a:pt x="3525" y="1"/>
                  </a:moveTo>
                  <a:cubicBezTo>
                    <a:pt x="3192" y="1"/>
                    <a:pt x="2906" y="263"/>
                    <a:pt x="2906" y="644"/>
                  </a:cubicBezTo>
                  <a:lnTo>
                    <a:pt x="2906" y="2978"/>
                  </a:lnTo>
                  <a:cubicBezTo>
                    <a:pt x="2906" y="3311"/>
                    <a:pt x="3168" y="3621"/>
                    <a:pt x="3525" y="3621"/>
                  </a:cubicBezTo>
                  <a:lnTo>
                    <a:pt x="4454" y="3621"/>
                  </a:lnTo>
                  <a:lnTo>
                    <a:pt x="4454" y="4406"/>
                  </a:lnTo>
                  <a:lnTo>
                    <a:pt x="239" y="4406"/>
                  </a:lnTo>
                  <a:cubicBezTo>
                    <a:pt x="167" y="4406"/>
                    <a:pt x="24" y="4478"/>
                    <a:pt x="24" y="4597"/>
                  </a:cubicBezTo>
                  <a:cubicBezTo>
                    <a:pt x="0" y="4716"/>
                    <a:pt x="119" y="4835"/>
                    <a:pt x="239" y="4835"/>
                  </a:cubicBezTo>
                  <a:lnTo>
                    <a:pt x="2239" y="4835"/>
                  </a:lnTo>
                  <a:lnTo>
                    <a:pt x="2239" y="5645"/>
                  </a:lnTo>
                  <a:lnTo>
                    <a:pt x="667" y="5645"/>
                  </a:lnTo>
                  <a:cubicBezTo>
                    <a:pt x="334" y="5645"/>
                    <a:pt x="48" y="5907"/>
                    <a:pt x="48" y="6264"/>
                  </a:cubicBezTo>
                  <a:lnTo>
                    <a:pt x="48" y="8622"/>
                  </a:lnTo>
                  <a:cubicBezTo>
                    <a:pt x="48" y="8931"/>
                    <a:pt x="310" y="9241"/>
                    <a:pt x="667" y="9241"/>
                  </a:cubicBezTo>
                  <a:lnTo>
                    <a:pt x="1644" y="9241"/>
                  </a:lnTo>
                  <a:lnTo>
                    <a:pt x="1644" y="10050"/>
                  </a:lnTo>
                  <a:lnTo>
                    <a:pt x="929" y="10050"/>
                  </a:lnTo>
                  <a:cubicBezTo>
                    <a:pt x="834" y="10050"/>
                    <a:pt x="715" y="10098"/>
                    <a:pt x="715" y="10217"/>
                  </a:cubicBezTo>
                  <a:cubicBezTo>
                    <a:pt x="691" y="10336"/>
                    <a:pt x="810" y="10455"/>
                    <a:pt x="929" y="10455"/>
                  </a:cubicBezTo>
                  <a:lnTo>
                    <a:pt x="4001" y="10455"/>
                  </a:lnTo>
                  <a:cubicBezTo>
                    <a:pt x="4096" y="10455"/>
                    <a:pt x="4216" y="10408"/>
                    <a:pt x="4216" y="10289"/>
                  </a:cubicBezTo>
                  <a:cubicBezTo>
                    <a:pt x="4239" y="10169"/>
                    <a:pt x="4120" y="10050"/>
                    <a:pt x="4001" y="10050"/>
                  </a:cubicBezTo>
                  <a:lnTo>
                    <a:pt x="3287" y="10050"/>
                  </a:lnTo>
                  <a:lnTo>
                    <a:pt x="3287" y="9241"/>
                  </a:lnTo>
                  <a:lnTo>
                    <a:pt x="4263" y="9241"/>
                  </a:lnTo>
                  <a:cubicBezTo>
                    <a:pt x="4597" y="9241"/>
                    <a:pt x="4882" y="8979"/>
                    <a:pt x="4882" y="8622"/>
                  </a:cubicBezTo>
                  <a:lnTo>
                    <a:pt x="4882" y="6264"/>
                  </a:lnTo>
                  <a:cubicBezTo>
                    <a:pt x="4882" y="5930"/>
                    <a:pt x="4620" y="5645"/>
                    <a:pt x="4263" y="5645"/>
                  </a:cubicBezTo>
                  <a:lnTo>
                    <a:pt x="2691" y="5645"/>
                  </a:lnTo>
                  <a:lnTo>
                    <a:pt x="2691" y="4835"/>
                  </a:lnTo>
                  <a:lnTo>
                    <a:pt x="7835" y="4835"/>
                  </a:lnTo>
                  <a:lnTo>
                    <a:pt x="7835" y="5645"/>
                  </a:lnTo>
                  <a:lnTo>
                    <a:pt x="6264" y="5645"/>
                  </a:lnTo>
                  <a:cubicBezTo>
                    <a:pt x="5930" y="5645"/>
                    <a:pt x="5644" y="5907"/>
                    <a:pt x="5644" y="6264"/>
                  </a:cubicBezTo>
                  <a:lnTo>
                    <a:pt x="5644" y="8622"/>
                  </a:lnTo>
                  <a:cubicBezTo>
                    <a:pt x="5644" y="8931"/>
                    <a:pt x="5906" y="9241"/>
                    <a:pt x="6264" y="9241"/>
                  </a:cubicBezTo>
                  <a:lnTo>
                    <a:pt x="7240" y="9241"/>
                  </a:lnTo>
                  <a:lnTo>
                    <a:pt x="7240" y="10050"/>
                  </a:lnTo>
                  <a:lnTo>
                    <a:pt x="6526" y="10050"/>
                  </a:lnTo>
                  <a:cubicBezTo>
                    <a:pt x="6430" y="10050"/>
                    <a:pt x="6311" y="10098"/>
                    <a:pt x="6311" y="10217"/>
                  </a:cubicBezTo>
                  <a:cubicBezTo>
                    <a:pt x="6287" y="10336"/>
                    <a:pt x="6406" y="10455"/>
                    <a:pt x="6526" y="10455"/>
                  </a:cubicBezTo>
                  <a:lnTo>
                    <a:pt x="9598" y="10455"/>
                  </a:lnTo>
                  <a:cubicBezTo>
                    <a:pt x="9669" y="10455"/>
                    <a:pt x="9812" y="10408"/>
                    <a:pt x="9812" y="10289"/>
                  </a:cubicBezTo>
                  <a:cubicBezTo>
                    <a:pt x="9836" y="10169"/>
                    <a:pt x="9717" y="10050"/>
                    <a:pt x="9598" y="10050"/>
                  </a:cubicBezTo>
                  <a:lnTo>
                    <a:pt x="8883" y="10050"/>
                  </a:lnTo>
                  <a:lnTo>
                    <a:pt x="8883" y="9241"/>
                  </a:lnTo>
                  <a:lnTo>
                    <a:pt x="9860" y="9241"/>
                  </a:lnTo>
                  <a:cubicBezTo>
                    <a:pt x="10193" y="9241"/>
                    <a:pt x="10479" y="8979"/>
                    <a:pt x="10479" y="8622"/>
                  </a:cubicBezTo>
                  <a:lnTo>
                    <a:pt x="10479" y="6264"/>
                  </a:lnTo>
                  <a:cubicBezTo>
                    <a:pt x="10479" y="5930"/>
                    <a:pt x="10217" y="5645"/>
                    <a:pt x="9860" y="5645"/>
                  </a:cubicBezTo>
                  <a:lnTo>
                    <a:pt x="8288" y="5645"/>
                  </a:lnTo>
                  <a:lnTo>
                    <a:pt x="8288" y="4835"/>
                  </a:lnTo>
                  <a:lnTo>
                    <a:pt x="10217" y="4835"/>
                  </a:lnTo>
                  <a:cubicBezTo>
                    <a:pt x="10312" y="4835"/>
                    <a:pt x="10431" y="4764"/>
                    <a:pt x="10431" y="4645"/>
                  </a:cubicBezTo>
                  <a:cubicBezTo>
                    <a:pt x="10455" y="4525"/>
                    <a:pt x="10336" y="4406"/>
                    <a:pt x="10217" y="4406"/>
                  </a:cubicBezTo>
                  <a:lnTo>
                    <a:pt x="6049" y="4406"/>
                  </a:lnTo>
                  <a:lnTo>
                    <a:pt x="6049" y="3621"/>
                  </a:lnTo>
                  <a:lnTo>
                    <a:pt x="6978" y="3621"/>
                  </a:lnTo>
                  <a:cubicBezTo>
                    <a:pt x="7311" y="3621"/>
                    <a:pt x="7597" y="3335"/>
                    <a:pt x="7597" y="2978"/>
                  </a:cubicBezTo>
                  <a:lnTo>
                    <a:pt x="7597" y="215"/>
                  </a:lnTo>
                  <a:cubicBezTo>
                    <a:pt x="7597" y="96"/>
                    <a:pt x="7502" y="1"/>
                    <a:pt x="7383" y="1"/>
                  </a:cubicBezTo>
                  <a:lnTo>
                    <a:pt x="6121" y="1"/>
                  </a:lnTo>
                  <a:cubicBezTo>
                    <a:pt x="6073" y="1"/>
                    <a:pt x="6073" y="1"/>
                    <a:pt x="6049" y="48"/>
                  </a:cubicBezTo>
                  <a:cubicBezTo>
                    <a:pt x="5883" y="215"/>
                    <a:pt x="5978" y="429"/>
                    <a:pt x="6168" y="429"/>
                  </a:cubicBezTo>
                  <a:lnTo>
                    <a:pt x="6978" y="429"/>
                  </a:lnTo>
                  <a:cubicBezTo>
                    <a:pt x="7097" y="429"/>
                    <a:pt x="7192" y="525"/>
                    <a:pt x="7192" y="644"/>
                  </a:cubicBezTo>
                  <a:lnTo>
                    <a:pt x="7192" y="2978"/>
                  </a:lnTo>
                  <a:cubicBezTo>
                    <a:pt x="7192" y="3097"/>
                    <a:pt x="7097" y="3192"/>
                    <a:pt x="6978" y="3192"/>
                  </a:cubicBezTo>
                  <a:lnTo>
                    <a:pt x="3525" y="3192"/>
                  </a:lnTo>
                  <a:cubicBezTo>
                    <a:pt x="3406" y="3192"/>
                    <a:pt x="3311" y="3097"/>
                    <a:pt x="3311" y="2978"/>
                  </a:cubicBezTo>
                  <a:lnTo>
                    <a:pt x="3311" y="644"/>
                  </a:lnTo>
                  <a:cubicBezTo>
                    <a:pt x="3311" y="525"/>
                    <a:pt x="3406" y="429"/>
                    <a:pt x="3525" y="429"/>
                  </a:cubicBezTo>
                  <a:lnTo>
                    <a:pt x="4335" y="429"/>
                  </a:lnTo>
                  <a:cubicBezTo>
                    <a:pt x="4406" y="429"/>
                    <a:pt x="4525" y="358"/>
                    <a:pt x="4525" y="239"/>
                  </a:cubicBezTo>
                  <a:cubicBezTo>
                    <a:pt x="4573" y="120"/>
                    <a:pt x="4454" y="1"/>
                    <a:pt x="43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97"/>
            <p:cNvSpPr/>
            <p:nvPr/>
          </p:nvSpPr>
          <p:spPr>
            <a:xfrm>
              <a:off x="5708389" y="4160190"/>
              <a:ext cx="14098" cy="14098"/>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0" name="Google Shape;22100;p97"/>
          <p:cNvGrpSpPr/>
          <p:nvPr/>
        </p:nvGrpSpPr>
        <p:grpSpPr>
          <a:xfrm>
            <a:off x="6336938" y="4009364"/>
            <a:ext cx="297524" cy="343292"/>
            <a:chOff x="6329074" y="4161764"/>
            <a:chExt cx="297524" cy="343292"/>
          </a:xfrm>
        </p:grpSpPr>
        <p:sp>
          <p:nvSpPr>
            <p:cNvPr id="22101" name="Google Shape;22101;p97"/>
            <p:cNvSpPr/>
            <p:nvPr/>
          </p:nvSpPr>
          <p:spPr>
            <a:xfrm>
              <a:off x="6336123" y="4208614"/>
              <a:ext cx="281099" cy="208480"/>
            </a:xfrm>
            <a:custGeom>
              <a:rect b="b" l="l" r="r" t="t"/>
              <a:pathLst>
                <a:path extrusionOk="0" h="6359" w="8574">
                  <a:moveTo>
                    <a:pt x="0" y="0"/>
                  </a:moveTo>
                  <a:lnTo>
                    <a:pt x="0" y="5954"/>
                  </a:lnTo>
                  <a:cubicBezTo>
                    <a:pt x="0" y="6192"/>
                    <a:pt x="191" y="6359"/>
                    <a:pt x="429" y="6359"/>
                  </a:cubicBezTo>
                  <a:lnTo>
                    <a:pt x="8169" y="6359"/>
                  </a:lnTo>
                  <a:cubicBezTo>
                    <a:pt x="8383" y="6359"/>
                    <a:pt x="8574" y="6168"/>
                    <a:pt x="8574" y="5954"/>
                  </a:cubicBezTo>
                  <a:lnTo>
                    <a:pt x="8574"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97"/>
            <p:cNvSpPr/>
            <p:nvPr/>
          </p:nvSpPr>
          <p:spPr>
            <a:xfrm>
              <a:off x="6557061" y="4167239"/>
              <a:ext cx="60160" cy="39834"/>
            </a:xfrm>
            <a:custGeom>
              <a:rect b="b" l="l" r="r" t="t"/>
              <a:pathLst>
                <a:path extrusionOk="0" h="1215" w="1835">
                  <a:moveTo>
                    <a:pt x="1" y="0"/>
                  </a:moveTo>
                  <a:lnTo>
                    <a:pt x="1" y="1215"/>
                  </a:lnTo>
                  <a:lnTo>
                    <a:pt x="1835" y="1215"/>
                  </a:lnTo>
                  <a:lnTo>
                    <a:pt x="1835" y="429"/>
                  </a:lnTo>
                  <a:cubicBezTo>
                    <a:pt x="1835" y="214"/>
                    <a:pt x="1668" y="24"/>
                    <a:pt x="143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97"/>
            <p:cNvSpPr/>
            <p:nvPr/>
          </p:nvSpPr>
          <p:spPr>
            <a:xfrm>
              <a:off x="6336123" y="4167993"/>
              <a:ext cx="220971" cy="40653"/>
            </a:xfrm>
            <a:custGeom>
              <a:rect b="b" l="l" r="r" t="t"/>
              <a:pathLst>
                <a:path extrusionOk="0" h="1240" w="6740">
                  <a:moveTo>
                    <a:pt x="429" y="1"/>
                  </a:moveTo>
                  <a:cubicBezTo>
                    <a:pt x="191" y="1"/>
                    <a:pt x="0" y="191"/>
                    <a:pt x="0" y="430"/>
                  </a:cubicBezTo>
                  <a:lnTo>
                    <a:pt x="0" y="1239"/>
                  </a:lnTo>
                  <a:lnTo>
                    <a:pt x="6740" y="1239"/>
                  </a:lnTo>
                  <a:lnTo>
                    <a:pt x="67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97"/>
            <p:cNvSpPr/>
            <p:nvPr/>
          </p:nvSpPr>
          <p:spPr>
            <a:xfrm>
              <a:off x="6397005" y="4336639"/>
              <a:ext cx="160089" cy="160876"/>
            </a:xfrm>
            <a:custGeom>
              <a:rect b="b" l="l" r="r" t="t"/>
              <a:pathLst>
                <a:path extrusionOk="0" h="4907" w="4883">
                  <a:moveTo>
                    <a:pt x="2430" y="1834"/>
                  </a:moveTo>
                  <a:cubicBezTo>
                    <a:pt x="2787" y="1834"/>
                    <a:pt x="3049" y="2120"/>
                    <a:pt x="3049" y="2454"/>
                  </a:cubicBezTo>
                  <a:cubicBezTo>
                    <a:pt x="3049" y="2787"/>
                    <a:pt x="2787" y="3073"/>
                    <a:pt x="2430" y="3073"/>
                  </a:cubicBezTo>
                  <a:cubicBezTo>
                    <a:pt x="2073" y="3073"/>
                    <a:pt x="1811" y="2787"/>
                    <a:pt x="1811" y="2454"/>
                  </a:cubicBezTo>
                  <a:cubicBezTo>
                    <a:pt x="1811" y="2096"/>
                    <a:pt x="2073" y="1834"/>
                    <a:pt x="2430" y="1834"/>
                  </a:cubicBezTo>
                  <a:close/>
                  <a:moveTo>
                    <a:pt x="1739" y="1"/>
                  </a:moveTo>
                  <a:lnTo>
                    <a:pt x="668" y="644"/>
                  </a:lnTo>
                  <a:lnTo>
                    <a:pt x="1025" y="1263"/>
                  </a:lnTo>
                  <a:cubicBezTo>
                    <a:pt x="882" y="1406"/>
                    <a:pt x="787" y="1620"/>
                    <a:pt x="715" y="1834"/>
                  </a:cubicBezTo>
                  <a:lnTo>
                    <a:pt x="1" y="1834"/>
                  </a:lnTo>
                  <a:lnTo>
                    <a:pt x="1" y="3049"/>
                  </a:lnTo>
                  <a:lnTo>
                    <a:pt x="691" y="3049"/>
                  </a:lnTo>
                  <a:cubicBezTo>
                    <a:pt x="763" y="3263"/>
                    <a:pt x="882" y="3454"/>
                    <a:pt x="1025" y="3644"/>
                  </a:cubicBezTo>
                  <a:lnTo>
                    <a:pt x="668" y="4264"/>
                  </a:lnTo>
                  <a:lnTo>
                    <a:pt x="1739" y="4907"/>
                  </a:lnTo>
                  <a:lnTo>
                    <a:pt x="2096" y="4264"/>
                  </a:lnTo>
                  <a:cubicBezTo>
                    <a:pt x="2192" y="4311"/>
                    <a:pt x="2311" y="4311"/>
                    <a:pt x="2430" y="4311"/>
                  </a:cubicBezTo>
                  <a:cubicBezTo>
                    <a:pt x="2549" y="4311"/>
                    <a:pt x="2644" y="4311"/>
                    <a:pt x="2763" y="4264"/>
                  </a:cubicBezTo>
                  <a:lnTo>
                    <a:pt x="3121" y="4907"/>
                  </a:lnTo>
                  <a:lnTo>
                    <a:pt x="4192" y="4264"/>
                  </a:lnTo>
                  <a:lnTo>
                    <a:pt x="3835" y="3644"/>
                  </a:lnTo>
                  <a:cubicBezTo>
                    <a:pt x="3978" y="3454"/>
                    <a:pt x="4073" y="3263"/>
                    <a:pt x="4168" y="3049"/>
                  </a:cubicBezTo>
                  <a:lnTo>
                    <a:pt x="4883" y="3049"/>
                  </a:lnTo>
                  <a:lnTo>
                    <a:pt x="4883" y="1834"/>
                  </a:lnTo>
                  <a:lnTo>
                    <a:pt x="4168" y="1834"/>
                  </a:lnTo>
                  <a:cubicBezTo>
                    <a:pt x="4097" y="1620"/>
                    <a:pt x="3978" y="1453"/>
                    <a:pt x="3835" y="1263"/>
                  </a:cubicBezTo>
                  <a:lnTo>
                    <a:pt x="4192" y="644"/>
                  </a:lnTo>
                  <a:lnTo>
                    <a:pt x="3121" y="1"/>
                  </a:lnTo>
                  <a:lnTo>
                    <a:pt x="2763" y="644"/>
                  </a:lnTo>
                  <a:cubicBezTo>
                    <a:pt x="2668" y="596"/>
                    <a:pt x="2549" y="596"/>
                    <a:pt x="2430" y="596"/>
                  </a:cubicBezTo>
                  <a:cubicBezTo>
                    <a:pt x="2311" y="596"/>
                    <a:pt x="2216" y="596"/>
                    <a:pt x="2096" y="644"/>
                  </a:cubicBezTo>
                  <a:lnTo>
                    <a:pt x="17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97"/>
            <p:cNvSpPr/>
            <p:nvPr/>
          </p:nvSpPr>
          <p:spPr>
            <a:xfrm>
              <a:off x="6450117" y="4389751"/>
              <a:ext cx="53112" cy="53112"/>
            </a:xfrm>
            <a:custGeom>
              <a:rect b="b" l="l" r="r" t="t"/>
              <a:pathLst>
                <a:path extrusionOk="0" h="1620" w="1620">
                  <a:moveTo>
                    <a:pt x="810" y="381"/>
                  </a:moveTo>
                  <a:cubicBezTo>
                    <a:pt x="1048" y="381"/>
                    <a:pt x="1239" y="572"/>
                    <a:pt x="1239" y="810"/>
                  </a:cubicBezTo>
                  <a:cubicBezTo>
                    <a:pt x="1239" y="1048"/>
                    <a:pt x="1048" y="1215"/>
                    <a:pt x="810" y="1215"/>
                  </a:cubicBezTo>
                  <a:cubicBezTo>
                    <a:pt x="572" y="1215"/>
                    <a:pt x="405" y="1048"/>
                    <a:pt x="405" y="810"/>
                  </a:cubicBezTo>
                  <a:cubicBezTo>
                    <a:pt x="405" y="572"/>
                    <a:pt x="572" y="381"/>
                    <a:pt x="810" y="381"/>
                  </a:cubicBezTo>
                  <a:close/>
                  <a:moveTo>
                    <a:pt x="810" y="0"/>
                  </a:moveTo>
                  <a:cubicBezTo>
                    <a:pt x="357" y="0"/>
                    <a:pt x="0" y="357"/>
                    <a:pt x="0" y="810"/>
                  </a:cubicBezTo>
                  <a:cubicBezTo>
                    <a:pt x="0" y="1262"/>
                    <a:pt x="357" y="1620"/>
                    <a:pt x="810" y="1620"/>
                  </a:cubicBezTo>
                  <a:cubicBezTo>
                    <a:pt x="1262" y="1620"/>
                    <a:pt x="1620" y="1262"/>
                    <a:pt x="1620" y="810"/>
                  </a:cubicBezTo>
                  <a:cubicBezTo>
                    <a:pt x="1620" y="357"/>
                    <a:pt x="1262" y="0"/>
                    <a:pt x="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97"/>
            <p:cNvSpPr/>
            <p:nvPr/>
          </p:nvSpPr>
          <p:spPr>
            <a:xfrm>
              <a:off x="6329074" y="4161764"/>
              <a:ext cx="297524" cy="343292"/>
            </a:xfrm>
            <a:custGeom>
              <a:rect b="b" l="l" r="r" t="t"/>
              <a:pathLst>
                <a:path extrusionOk="0" h="10471" w="9075">
                  <a:moveTo>
                    <a:pt x="6740" y="381"/>
                  </a:moveTo>
                  <a:lnTo>
                    <a:pt x="6740" y="1191"/>
                  </a:lnTo>
                  <a:lnTo>
                    <a:pt x="430" y="1191"/>
                  </a:lnTo>
                  <a:lnTo>
                    <a:pt x="430" y="548"/>
                  </a:lnTo>
                  <a:cubicBezTo>
                    <a:pt x="430" y="500"/>
                    <a:pt x="525" y="381"/>
                    <a:pt x="644" y="381"/>
                  </a:cubicBezTo>
                  <a:close/>
                  <a:moveTo>
                    <a:pt x="8414" y="402"/>
                  </a:moveTo>
                  <a:cubicBezTo>
                    <a:pt x="8515" y="402"/>
                    <a:pt x="8574" y="509"/>
                    <a:pt x="8574" y="596"/>
                  </a:cubicBezTo>
                  <a:lnTo>
                    <a:pt x="8574" y="1215"/>
                  </a:lnTo>
                  <a:lnTo>
                    <a:pt x="7145" y="1215"/>
                  </a:lnTo>
                  <a:lnTo>
                    <a:pt x="7145" y="405"/>
                  </a:lnTo>
                  <a:lnTo>
                    <a:pt x="8384" y="405"/>
                  </a:lnTo>
                  <a:cubicBezTo>
                    <a:pt x="8394" y="403"/>
                    <a:pt x="8404" y="402"/>
                    <a:pt x="8414" y="402"/>
                  </a:cubicBezTo>
                  <a:close/>
                  <a:moveTo>
                    <a:pt x="8503" y="1620"/>
                  </a:moveTo>
                  <a:lnTo>
                    <a:pt x="8503" y="7383"/>
                  </a:lnTo>
                  <a:cubicBezTo>
                    <a:pt x="8574" y="7454"/>
                    <a:pt x="8503" y="7573"/>
                    <a:pt x="8384" y="7573"/>
                  </a:cubicBezTo>
                  <a:lnTo>
                    <a:pt x="7145" y="7573"/>
                  </a:lnTo>
                  <a:lnTo>
                    <a:pt x="7145" y="7168"/>
                  </a:lnTo>
                  <a:cubicBezTo>
                    <a:pt x="7145" y="7049"/>
                    <a:pt x="7074" y="6954"/>
                    <a:pt x="6955" y="6954"/>
                  </a:cubicBezTo>
                  <a:lnTo>
                    <a:pt x="6359" y="6954"/>
                  </a:lnTo>
                  <a:cubicBezTo>
                    <a:pt x="6288" y="6811"/>
                    <a:pt x="6193" y="6692"/>
                    <a:pt x="6121" y="6573"/>
                  </a:cubicBezTo>
                  <a:lnTo>
                    <a:pt x="6407" y="6073"/>
                  </a:lnTo>
                  <a:cubicBezTo>
                    <a:pt x="6478" y="5978"/>
                    <a:pt x="6431" y="5859"/>
                    <a:pt x="6312" y="5787"/>
                  </a:cubicBezTo>
                  <a:lnTo>
                    <a:pt x="5240" y="5168"/>
                  </a:lnTo>
                  <a:cubicBezTo>
                    <a:pt x="5218" y="5153"/>
                    <a:pt x="5190" y="5145"/>
                    <a:pt x="5161" y="5145"/>
                  </a:cubicBezTo>
                  <a:cubicBezTo>
                    <a:pt x="5098" y="5145"/>
                    <a:pt x="5027" y="5182"/>
                    <a:pt x="4978" y="5263"/>
                  </a:cubicBezTo>
                  <a:lnTo>
                    <a:pt x="4692" y="5763"/>
                  </a:lnTo>
                  <a:lnTo>
                    <a:pt x="4216" y="5763"/>
                  </a:lnTo>
                  <a:lnTo>
                    <a:pt x="3907" y="5263"/>
                  </a:lnTo>
                  <a:cubicBezTo>
                    <a:pt x="3870" y="5191"/>
                    <a:pt x="3792" y="5159"/>
                    <a:pt x="3715" y="5159"/>
                  </a:cubicBezTo>
                  <a:cubicBezTo>
                    <a:pt x="3691" y="5159"/>
                    <a:pt x="3667" y="5162"/>
                    <a:pt x="3645" y="5168"/>
                  </a:cubicBezTo>
                  <a:lnTo>
                    <a:pt x="2573" y="5787"/>
                  </a:lnTo>
                  <a:cubicBezTo>
                    <a:pt x="2501" y="5835"/>
                    <a:pt x="2478" y="5859"/>
                    <a:pt x="2478" y="5906"/>
                  </a:cubicBezTo>
                  <a:cubicBezTo>
                    <a:pt x="2478" y="5978"/>
                    <a:pt x="2478" y="6025"/>
                    <a:pt x="2501" y="6073"/>
                  </a:cubicBezTo>
                  <a:lnTo>
                    <a:pt x="2811" y="6573"/>
                  </a:lnTo>
                  <a:cubicBezTo>
                    <a:pt x="2716" y="6692"/>
                    <a:pt x="2621" y="6811"/>
                    <a:pt x="2573" y="6954"/>
                  </a:cubicBezTo>
                  <a:lnTo>
                    <a:pt x="1978" y="6954"/>
                  </a:lnTo>
                  <a:cubicBezTo>
                    <a:pt x="1858" y="6954"/>
                    <a:pt x="1763" y="7049"/>
                    <a:pt x="1763" y="7168"/>
                  </a:cubicBezTo>
                  <a:lnTo>
                    <a:pt x="1763" y="7573"/>
                  </a:lnTo>
                  <a:lnTo>
                    <a:pt x="549" y="7573"/>
                  </a:lnTo>
                  <a:cubicBezTo>
                    <a:pt x="430" y="7573"/>
                    <a:pt x="334" y="7502"/>
                    <a:pt x="334" y="7383"/>
                  </a:cubicBezTo>
                  <a:lnTo>
                    <a:pt x="334" y="1620"/>
                  </a:lnTo>
                  <a:close/>
                  <a:moveTo>
                    <a:pt x="5288" y="5621"/>
                  </a:moveTo>
                  <a:lnTo>
                    <a:pt x="6002" y="6025"/>
                  </a:lnTo>
                  <a:lnTo>
                    <a:pt x="5716" y="6478"/>
                  </a:lnTo>
                  <a:cubicBezTo>
                    <a:pt x="5693" y="6549"/>
                    <a:pt x="5693" y="6668"/>
                    <a:pt x="5764" y="6716"/>
                  </a:cubicBezTo>
                  <a:cubicBezTo>
                    <a:pt x="5883" y="6859"/>
                    <a:pt x="6002" y="7049"/>
                    <a:pt x="6050" y="7216"/>
                  </a:cubicBezTo>
                  <a:cubicBezTo>
                    <a:pt x="6074" y="7311"/>
                    <a:pt x="6169" y="7383"/>
                    <a:pt x="6240" y="7383"/>
                  </a:cubicBezTo>
                  <a:lnTo>
                    <a:pt x="6740" y="7383"/>
                  </a:lnTo>
                  <a:lnTo>
                    <a:pt x="6740" y="8169"/>
                  </a:lnTo>
                  <a:lnTo>
                    <a:pt x="6240" y="8169"/>
                  </a:lnTo>
                  <a:cubicBezTo>
                    <a:pt x="6145" y="8169"/>
                    <a:pt x="6074" y="8240"/>
                    <a:pt x="6050" y="8335"/>
                  </a:cubicBezTo>
                  <a:cubicBezTo>
                    <a:pt x="6002" y="8526"/>
                    <a:pt x="5883" y="8716"/>
                    <a:pt x="5764" y="8859"/>
                  </a:cubicBezTo>
                  <a:cubicBezTo>
                    <a:pt x="5693" y="8931"/>
                    <a:pt x="5693" y="9002"/>
                    <a:pt x="5716" y="9097"/>
                  </a:cubicBezTo>
                  <a:lnTo>
                    <a:pt x="6002" y="9550"/>
                  </a:lnTo>
                  <a:lnTo>
                    <a:pt x="5288" y="9955"/>
                  </a:lnTo>
                  <a:lnTo>
                    <a:pt x="5002" y="9526"/>
                  </a:lnTo>
                  <a:cubicBezTo>
                    <a:pt x="4982" y="9467"/>
                    <a:pt x="4914" y="9425"/>
                    <a:pt x="4851" y="9425"/>
                  </a:cubicBezTo>
                  <a:cubicBezTo>
                    <a:pt x="4838" y="9425"/>
                    <a:pt x="4824" y="9427"/>
                    <a:pt x="4811" y="9431"/>
                  </a:cubicBezTo>
                  <a:cubicBezTo>
                    <a:pt x="4692" y="9455"/>
                    <a:pt x="4597" y="9455"/>
                    <a:pt x="4502" y="9455"/>
                  </a:cubicBezTo>
                  <a:cubicBezTo>
                    <a:pt x="4407" y="9455"/>
                    <a:pt x="4311" y="9455"/>
                    <a:pt x="4216" y="9431"/>
                  </a:cubicBezTo>
                  <a:cubicBezTo>
                    <a:pt x="4195" y="9420"/>
                    <a:pt x="4173" y="9415"/>
                    <a:pt x="4153" y="9415"/>
                  </a:cubicBezTo>
                  <a:cubicBezTo>
                    <a:pt x="4082" y="9415"/>
                    <a:pt x="4020" y="9471"/>
                    <a:pt x="4002" y="9526"/>
                  </a:cubicBezTo>
                  <a:lnTo>
                    <a:pt x="3716" y="9955"/>
                  </a:lnTo>
                  <a:lnTo>
                    <a:pt x="3025" y="9550"/>
                  </a:lnTo>
                  <a:lnTo>
                    <a:pt x="3287" y="9097"/>
                  </a:lnTo>
                  <a:cubicBezTo>
                    <a:pt x="3311" y="9002"/>
                    <a:pt x="3311" y="8931"/>
                    <a:pt x="3240" y="8859"/>
                  </a:cubicBezTo>
                  <a:cubicBezTo>
                    <a:pt x="3121" y="8716"/>
                    <a:pt x="3049" y="8526"/>
                    <a:pt x="2954" y="8335"/>
                  </a:cubicBezTo>
                  <a:cubicBezTo>
                    <a:pt x="2930" y="8240"/>
                    <a:pt x="2835" y="8169"/>
                    <a:pt x="2763" y="8169"/>
                  </a:cubicBezTo>
                  <a:lnTo>
                    <a:pt x="2263" y="8169"/>
                  </a:lnTo>
                  <a:lnTo>
                    <a:pt x="2263" y="7383"/>
                  </a:lnTo>
                  <a:lnTo>
                    <a:pt x="2763" y="7383"/>
                  </a:lnTo>
                  <a:cubicBezTo>
                    <a:pt x="2859" y="7383"/>
                    <a:pt x="2930" y="7311"/>
                    <a:pt x="2954" y="7216"/>
                  </a:cubicBezTo>
                  <a:cubicBezTo>
                    <a:pt x="3025" y="7049"/>
                    <a:pt x="3121" y="6859"/>
                    <a:pt x="3240" y="6716"/>
                  </a:cubicBezTo>
                  <a:cubicBezTo>
                    <a:pt x="3311" y="6668"/>
                    <a:pt x="3311" y="6573"/>
                    <a:pt x="3287" y="6478"/>
                  </a:cubicBezTo>
                  <a:lnTo>
                    <a:pt x="3025" y="6025"/>
                  </a:lnTo>
                  <a:lnTo>
                    <a:pt x="3716" y="5621"/>
                  </a:lnTo>
                  <a:lnTo>
                    <a:pt x="4002" y="6073"/>
                  </a:lnTo>
                  <a:cubicBezTo>
                    <a:pt x="4019" y="6125"/>
                    <a:pt x="4073" y="6164"/>
                    <a:pt x="4138" y="6164"/>
                  </a:cubicBezTo>
                  <a:cubicBezTo>
                    <a:pt x="4163" y="6164"/>
                    <a:pt x="4190" y="6158"/>
                    <a:pt x="4216" y="6144"/>
                  </a:cubicBezTo>
                  <a:cubicBezTo>
                    <a:pt x="4311" y="6121"/>
                    <a:pt x="4407" y="6121"/>
                    <a:pt x="4502" y="6121"/>
                  </a:cubicBezTo>
                  <a:cubicBezTo>
                    <a:pt x="4597" y="6121"/>
                    <a:pt x="4692" y="6121"/>
                    <a:pt x="4811" y="6144"/>
                  </a:cubicBezTo>
                  <a:cubicBezTo>
                    <a:pt x="4828" y="6156"/>
                    <a:pt x="4846" y="6160"/>
                    <a:pt x="4864" y="6160"/>
                  </a:cubicBezTo>
                  <a:cubicBezTo>
                    <a:pt x="4923" y="6160"/>
                    <a:pt x="4984" y="6110"/>
                    <a:pt x="5002" y="6073"/>
                  </a:cubicBezTo>
                  <a:lnTo>
                    <a:pt x="5288" y="5621"/>
                  </a:lnTo>
                  <a:close/>
                  <a:moveTo>
                    <a:pt x="644" y="0"/>
                  </a:moveTo>
                  <a:cubicBezTo>
                    <a:pt x="311" y="0"/>
                    <a:pt x="1" y="262"/>
                    <a:pt x="1" y="620"/>
                  </a:cubicBezTo>
                  <a:lnTo>
                    <a:pt x="1" y="7383"/>
                  </a:lnTo>
                  <a:cubicBezTo>
                    <a:pt x="1" y="7692"/>
                    <a:pt x="287" y="8002"/>
                    <a:pt x="644" y="8002"/>
                  </a:cubicBezTo>
                  <a:lnTo>
                    <a:pt x="1858" y="8002"/>
                  </a:lnTo>
                  <a:lnTo>
                    <a:pt x="1858" y="8407"/>
                  </a:lnTo>
                  <a:cubicBezTo>
                    <a:pt x="1858" y="8526"/>
                    <a:pt x="1954" y="8621"/>
                    <a:pt x="2073" y="8621"/>
                  </a:cubicBezTo>
                  <a:lnTo>
                    <a:pt x="2668" y="8621"/>
                  </a:lnTo>
                  <a:cubicBezTo>
                    <a:pt x="2716" y="8764"/>
                    <a:pt x="2811" y="8931"/>
                    <a:pt x="2906" y="9050"/>
                  </a:cubicBezTo>
                  <a:lnTo>
                    <a:pt x="2597" y="9550"/>
                  </a:lnTo>
                  <a:cubicBezTo>
                    <a:pt x="2573" y="9598"/>
                    <a:pt x="2573" y="9645"/>
                    <a:pt x="2573" y="9693"/>
                  </a:cubicBezTo>
                  <a:cubicBezTo>
                    <a:pt x="2573" y="9740"/>
                    <a:pt x="2621" y="9788"/>
                    <a:pt x="2668" y="9812"/>
                  </a:cubicBezTo>
                  <a:lnTo>
                    <a:pt x="3740" y="10431"/>
                  </a:lnTo>
                  <a:cubicBezTo>
                    <a:pt x="3765" y="10457"/>
                    <a:pt x="3797" y="10470"/>
                    <a:pt x="3831" y="10470"/>
                  </a:cubicBezTo>
                  <a:cubicBezTo>
                    <a:pt x="3891" y="10470"/>
                    <a:pt x="3956" y="10427"/>
                    <a:pt x="4002" y="10336"/>
                  </a:cubicBezTo>
                  <a:lnTo>
                    <a:pt x="4288" y="9836"/>
                  </a:lnTo>
                  <a:lnTo>
                    <a:pt x="4764" y="9836"/>
                  </a:lnTo>
                  <a:lnTo>
                    <a:pt x="5073" y="10336"/>
                  </a:lnTo>
                  <a:cubicBezTo>
                    <a:pt x="5110" y="10409"/>
                    <a:pt x="5188" y="10440"/>
                    <a:pt x="5265" y="10440"/>
                  </a:cubicBezTo>
                  <a:cubicBezTo>
                    <a:pt x="5289" y="10440"/>
                    <a:pt x="5313" y="10437"/>
                    <a:pt x="5335" y="10431"/>
                  </a:cubicBezTo>
                  <a:lnTo>
                    <a:pt x="6407" y="9812"/>
                  </a:lnTo>
                  <a:cubicBezTo>
                    <a:pt x="6502" y="9740"/>
                    <a:pt x="6526" y="9621"/>
                    <a:pt x="6502" y="9550"/>
                  </a:cubicBezTo>
                  <a:lnTo>
                    <a:pt x="6193" y="9050"/>
                  </a:lnTo>
                  <a:cubicBezTo>
                    <a:pt x="6288" y="8931"/>
                    <a:pt x="6336" y="8764"/>
                    <a:pt x="6431" y="8621"/>
                  </a:cubicBezTo>
                  <a:lnTo>
                    <a:pt x="7026" y="8621"/>
                  </a:lnTo>
                  <a:cubicBezTo>
                    <a:pt x="7145" y="8621"/>
                    <a:pt x="7241" y="8526"/>
                    <a:pt x="7241" y="8407"/>
                  </a:cubicBezTo>
                  <a:lnTo>
                    <a:pt x="7241" y="7978"/>
                  </a:lnTo>
                  <a:lnTo>
                    <a:pt x="8455" y="7978"/>
                  </a:lnTo>
                  <a:cubicBezTo>
                    <a:pt x="8789" y="7978"/>
                    <a:pt x="9074" y="7692"/>
                    <a:pt x="9074" y="7335"/>
                  </a:cubicBezTo>
                  <a:lnTo>
                    <a:pt x="9074" y="596"/>
                  </a:lnTo>
                  <a:cubicBezTo>
                    <a:pt x="9003" y="262"/>
                    <a:pt x="8693" y="0"/>
                    <a:pt x="8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97"/>
            <p:cNvSpPr/>
            <p:nvPr/>
          </p:nvSpPr>
          <p:spPr>
            <a:xfrm>
              <a:off x="6389202" y="4285134"/>
              <a:ext cx="175695" cy="14065"/>
            </a:xfrm>
            <a:custGeom>
              <a:rect b="b" l="l" r="r" t="t"/>
              <a:pathLst>
                <a:path extrusionOk="0" h="429" w="5359">
                  <a:moveTo>
                    <a:pt x="239" y="0"/>
                  </a:moveTo>
                  <a:cubicBezTo>
                    <a:pt x="144" y="0"/>
                    <a:pt x="24" y="71"/>
                    <a:pt x="24" y="191"/>
                  </a:cubicBezTo>
                  <a:cubicBezTo>
                    <a:pt x="1" y="310"/>
                    <a:pt x="96" y="429"/>
                    <a:pt x="239" y="429"/>
                  </a:cubicBezTo>
                  <a:lnTo>
                    <a:pt x="5121" y="429"/>
                  </a:lnTo>
                  <a:cubicBezTo>
                    <a:pt x="5192" y="429"/>
                    <a:pt x="5311" y="357"/>
                    <a:pt x="5311" y="238"/>
                  </a:cubicBezTo>
                  <a:cubicBezTo>
                    <a:pt x="5359" y="119"/>
                    <a:pt x="5240" y="0"/>
                    <a:pt x="5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97"/>
            <p:cNvSpPr/>
            <p:nvPr/>
          </p:nvSpPr>
          <p:spPr>
            <a:xfrm>
              <a:off x="6469624" y="4245300"/>
              <a:ext cx="14098" cy="14098"/>
            </a:xfrm>
            <a:custGeom>
              <a:rect b="b" l="l" r="r" t="t"/>
              <a:pathLst>
                <a:path extrusionOk="0" h="430" w="430">
                  <a:moveTo>
                    <a:pt x="215" y="0"/>
                  </a:moveTo>
                  <a:cubicBezTo>
                    <a:pt x="96" y="0"/>
                    <a:pt x="1" y="96"/>
                    <a:pt x="1" y="215"/>
                  </a:cubicBezTo>
                  <a:cubicBezTo>
                    <a:pt x="1" y="334"/>
                    <a:pt x="96" y="429"/>
                    <a:pt x="215" y="429"/>
                  </a:cubicBezTo>
                  <a:cubicBezTo>
                    <a:pt x="334" y="429"/>
                    <a:pt x="429" y="334"/>
                    <a:pt x="429" y="215"/>
                  </a:cubicBezTo>
                  <a:cubicBezTo>
                    <a:pt x="429" y="96"/>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97"/>
            <p:cNvSpPr/>
            <p:nvPr/>
          </p:nvSpPr>
          <p:spPr>
            <a:xfrm>
              <a:off x="6369695" y="4245300"/>
              <a:ext cx="84356" cy="14098"/>
            </a:xfrm>
            <a:custGeom>
              <a:rect b="b" l="l" r="r" t="t"/>
              <a:pathLst>
                <a:path extrusionOk="0" h="430" w="2573">
                  <a:moveTo>
                    <a:pt x="238" y="0"/>
                  </a:moveTo>
                  <a:cubicBezTo>
                    <a:pt x="143" y="0"/>
                    <a:pt x="24" y="72"/>
                    <a:pt x="24" y="191"/>
                  </a:cubicBezTo>
                  <a:cubicBezTo>
                    <a:pt x="0" y="310"/>
                    <a:pt x="96" y="429"/>
                    <a:pt x="238" y="429"/>
                  </a:cubicBezTo>
                  <a:lnTo>
                    <a:pt x="2382" y="429"/>
                  </a:lnTo>
                  <a:cubicBezTo>
                    <a:pt x="2501" y="429"/>
                    <a:pt x="2572" y="310"/>
                    <a:pt x="2572" y="191"/>
                  </a:cubicBezTo>
                  <a:cubicBezTo>
                    <a:pt x="2525" y="72"/>
                    <a:pt x="2429" y="0"/>
                    <a:pt x="2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97"/>
            <p:cNvSpPr/>
            <p:nvPr/>
          </p:nvSpPr>
          <p:spPr>
            <a:xfrm>
              <a:off x="6499294" y="4245300"/>
              <a:ext cx="85143" cy="14098"/>
            </a:xfrm>
            <a:custGeom>
              <a:rect b="b" l="l" r="r" t="t"/>
              <a:pathLst>
                <a:path extrusionOk="0" h="430" w="2597">
                  <a:moveTo>
                    <a:pt x="239" y="0"/>
                  </a:moveTo>
                  <a:cubicBezTo>
                    <a:pt x="143" y="0"/>
                    <a:pt x="24" y="72"/>
                    <a:pt x="24" y="191"/>
                  </a:cubicBezTo>
                  <a:cubicBezTo>
                    <a:pt x="1" y="310"/>
                    <a:pt x="120" y="429"/>
                    <a:pt x="239" y="429"/>
                  </a:cubicBezTo>
                  <a:lnTo>
                    <a:pt x="2382" y="429"/>
                  </a:lnTo>
                  <a:cubicBezTo>
                    <a:pt x="2477" y="429"/>
                    <a:pt x="2596" y="358"/>
                    <a:pt x="2596" y="239"/>
                  </a:cubicBezTo>
                  <a:cubicBezTo>
                    <a:pt x="2596" y="120"/>
                    <a:pt x="2501" y="0"/>
                    <a:pt x="2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1" name="Google Shape;22111;p97"/>
          <p:cNvGrpSpPr/>
          <p:nvPr/>
        </p:nvGrpSpPr>
        <p:grpSpPr>
          <a:xfrm>
            <a:off x="7065388" y="4008577"/>
            <a:ext cx="345128" cy="342800"/>
            <a:chOff x="7057524" y="4160977"/>
            <a:chExt cx="345128" cy="342800"/>
          </a:xfrm>
        </p:grpSpPr>
        <p:sp>
          <p:nvSpPr>
            <p:cNvPr id="22112" name="Google Shape;22112;p97"/>
            <p:cNvSpPr/>
            <p:nvPr/>
          </p:nvSpPr>
          <p:spPr>
            <a:xfrm>
              <a:off x="7355015" y="4287462"/>
              <a:ext cx="40621" cy="40621"/>
            </a:xfrm>
            <a:custGeom>
              <a:rect b="b" l="l" r="r" t="t"/>
              <a:pathLst>
                <a:path extrusionOk="0" h="1239" w="1239">
                  <a:moveTo>
                    <a:pt x="619" y="0"/>
                  </a:moveTo>
                  <a:cubicBezTo>
                    <a:pt x="286" y="0"/>
                    <a:pt x="0" y="286"/>
                    <a:pt x="0" y="620"/>
                  </a:cubicBezTo>
                  <a:cubicBezTo>
                    <a:pt x="0" y="953"/>
                    <a:pt x="286" y="1239"/>
                    <a:pt x="619" y="1239"/>
                  </a:cubicBezTo>
                  <a:cubicBezTo>
                    <a:pt x="977" y="1239"/>
                    <a:pt x="1239" y="953"/>
                    <a:pt x="1239" y="620"/>
                  </a:cubicBezTo>
                  <a:cubicBezTo>
                    <a:pt x="1239" y="286"/>
                    <a:pt x="977" y="0"/>
                    <a:pt x="61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97"/>
            <p:cNvSpPr/>
            <p:nvPr/>
          </p:nvSpPr>
          <p:spPr>
            <a:xfrm>
              <a:off x="7326886" y="4167993"/>
              <a:ext cx="56259" cy="57046"/>
            </a:xfrm>
            <a:custGeom>
              <a:rect b="b" l="l" r="r" t="t"/>
              <a:pathLst>
                <a:path extrusionOk="0" h="1740" w="1716">
                  <a:moveTo>
                    <a:pt x="858" y="1"/>
                  </a:moveTo>
                  <a:lnTo>
                    <a:pt x="1" y="882"/>
                  </a:lnTo>
                  <a:lnTo>
                    <a:pt x="858" y="1739"/>
                  </a:lnTo>
                  <a:lnTo>
                    <a:pt x="1716" y="882"/>
                  </a:lnTo>
                  <a:lnTo>
                    <a:pt x="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97"/>
            <p:cNvSpPr/>
            <p:nvPr/>
          </p:nvSpPr>
          <p:spPr>
            <a:xfrm>
              <a:off x="7171518" y="4338213"/>
              <a:ext cx="120288" cy="159302"/>
            </a:xfrm>
            <a:custGeom>
              <a:rect b="b" l="l" r="r" t="t"/>
              <a:pathLst>
                <a:path extrusionOk="0" h="4859" w="3669">
                  <a:moveTo>
                    <a:pt x="1811" y="0"/>
                  </a:moveTo>
                  <a:lnTo>
                    <a:pt x="1" y="2882"/>
                  </a:lnTo>
                  <a:lnTo>
                    <a:pt x="120" y="2953"/>
                  </a:lnTo>
                  <a:cubicBezTo>
                    <a:pt x="810" y="3311"/>
                    <a:pt x="1215" y="4096"/>
                    <a:pt x="1215" y="4859"/>
                  </a:cubicBezTo>
                  <a:lnTo>
                    <a:pt x="2454" y="4859"/>
                  </a:lnTo>
                  <a:cubicBezTo>
                    <a:pt x="2454" y="4073"/>
                    <a:pt x="2859" y="3263"/>
                    <a:pt x="3549" y="2953"/>
                  </a:cubicBezTo>
                  <a:lnTo>
                    <a:pt x="3668" y="2882"/>
                  </a:lnTo>
                  <a:lnTo>
                    <a:pt x="181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97"/>
            <p:cNvSpPr/>
            <p:nvPr/>
          </p:nvSpPr>
          <p:spPr>
            <a:xfrm>
              <a:off x="7201975" y="4279659"/>
              <a:ext cx="56259" cy="56226"/>
            </a:xfrm>
            <a:custGeom>
              <a:rect b="b" l="l" r="r" t="t"/>
              <a:pathLst>
                <a:path extrusionOk="0" h="1715" w="1716">
                  <a:moveTo>
                    <a:pt x="858" y="0"/>
                  </a:moveTo>
                  <a:lnTo>
                    <a:pt x="1" y="858"/>
                  </a:lnTo>
                  <a:lnTo>
                    <a:pt x="858" y="1715"/>
                  </a:lnTo>
                  <a:lnTo>
                    <a:pt x="1715" y="858"/>
                  </a:lnTo>
                  <a:lnTo>
                    <a:pt x="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97"/>
            <p:cNvSpPr/>
            <p:nvPr/>
          </p:nvSpPr>
          <p:spPr>
            <a:xfrm>
              <a:off x="7077851" y="4392078"/>
              <a:ext cx="56226" cy="56259"/>
            </a:xfrm>
            <a:custGeom>
              <a:rect b="b" l="l" r="r" t="t"/>
              <a:pathLst>
                <a:path extrusionOk="0" h="1716" w="1715">
                  <a:moveTo>
                    <a:pt x="857" y="1"/>
                  </a:moveTo>
                  <a:lnTo>
                    <a:pt x="0" y="858"/>
                  </a:lnTo>
                  <a:lnTo>
                    <a:pt x="857" y="1715"/>
                  </a:lnTo>
                  <a:lnTo>
                    <a:pt x="1715" y="858"/>
                  </a:lnTo>
                  <a:lnTo>
                    <a:pt x="85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97"/>
            <p:cNvSpPr/>
            <p:nvPr/>
          </p:nvSpPr>
          <p:spPr>
            <a:xfrm>
              <a:off x="7066114" y="4287462"/>
              <a:ext cx="41407" cy="40621"/>
            </a:xfrm>
            <a:custGeom>
              <a:rect b="b" l="l" r="r" t="t"/>
              <a:pathLst>
                <a:path extrusionOk="0" h="1239" w="1263">
                  <a:moveTo>
                    <a:pt x="620" y="0"/>
                  </a:moveTo>
                  <a:cubicBezTo>
                    <a:pt x="287" y="0"/>
                    <a:pt x="1" y="286"/>
                    <a:pt x="1" y="620"/>
                  </a:cubicBezTo>
                  <a:cubicBezTo>
                    <a:pt x="1" y="953"/>
                    <a:pt x="287" y="1239"/>
                    <a:pt x="620" y="1239"/>
                  </a:cubicBezTo>
                  <a:cubicBezTo>
                    <a:pt x="977" y="1239"/>
                    <a:pt x="1263" y="953"/>
                    <a:pt x="1263" y="620"/>
                  </a:cubicBezTo>
                  <a:cubicBezTo>
                    <a:pt x="1263" y="286"/>
                    <a:pt x="977" y="0"/>
                    <a:pt x="62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97"/>
            <p:cNvSpPr/>
            <p:nvPr/>
          </p:nvSpPr>
          <p:spPr>
            <a:xfrm>
              <a:off x="7057524" y="4160977"/>
              <a:ext cx="345128" cy="342800"/>
            </a:xfrm>
            <a:custGeom>
              <a:rect b="b" l="l" r="r" t="t"/>
              <a:pathLst>
                <a:path extrusionOk="0" h="10456" w="10527">
                  <a:moveTo>
                    <a:pt x="9074" y="501"/>
                  </a:moveTo>
                  <a:lnTo>
                    <a:pt x="9646" y="1048"/>
                  </a:lnTo>
                  <a:lnTo>
                    <a:pt x="9074" y="1620"/>
                  </a:lnTo>
                  <a:lnTo>
                    <a:pt x="8503" y="1048"/>
                  </a:lnTo>
                  <a:lnTo>
                    <a:pt x="9074" y="501"/>
                  </a:lnTo>
                  <a:close/>
                  <a:moveTo>
                    <a:pt x="882" y="4073"/>
                  </a:moveTo>
                  <a:cubicBezTo>
                    <a:pt x="1120" y="4073"/>
                    <a:pt x="1311" y="4239"/>
                    <a:pt x="1311" y="4478"/>
                  </a:cubicBezTo>
                  <a:cubicBezTo>
                    <a:pt x="1311" y="4716"/>
                    <a:pt x="1096" y="4906"/>
                    <a:pt x="882" y="4906"/>
                  </a:cubicBezTo>
                  <a:cubicBezTo>
                    <a:pt x="644" y="4906"/>
                    <a:pt x="477" y="4716"/>
                    <a:pt x="477" y="4478"/>
                  </a:cubicBezTo>
                  <a:cubicBezTo>
                    <a:pt x="477" y="4239"/>
                    <a:pt x="644" y="4073"/>
                    <a:pt x="882" y="4073"/>
                  </a:cubicBezTo>
                  <a:close/>
                  <a:moveTo>
                    <a:pt x="9693" y="4073"/>
                  </a:moveTo>
                  <a:cubicBezTo>
                    <a:pt x="9932" y="4073"/>
                    <a:pt x="10122" y="4239"/>
                    <a:pt x="10122" y="4478"/>
                  </a:cubicBezTo>
                  <a:cubicBezTo>
                    <a:pt x="10122" y="4716"/>
                    <a:pt x="9908" y="4906"/>
                    <a:pt x="9693" y="4906"/>
                  </a:cubicBezTo>
                  <a:cubicBezTo>
                    <a:pt x="9455" y="4906"/>
                    <a:pt x="9289" y="4716"/>
                    <a:pt x="9289" y="4478"/>
                  </a:cubicBezTo>
                  <a:cubicBezTo>
                    <a:pt x="9289" y="4239"/>
                    <a:pt x="9455" y="4073"/>
                    <a:pt x="9693" y="4073"/>
                  </a:cubicBezTo>
                  <a:close/>
                  <a:moveTo>
                    <a:pt x="5288" y="3954"/>
                  </a:moveTo>
                  <a:lnTo>
                    <a:pt x="5859" y="4501"/>
                  </a:lnTo>
                  <a:lnTo>
                    <a:pt x="5288" y="5073"/>
                  </a:lnTo>
                  <a:lnTo>
                    <a:pt x="4740" y="4501"/>
                  </a:lnTo>
                  <a:lnTo>
                    <a:pt x="5288" y="3954"/>
                  </a:lnTo>
                  <a:close/>
                  <a:moveTo>
                    <a:pt x="1477" y="7359"/>
                  </a:moveTo>
                  <a:lnTo>
                    <a:pt x="2049" y="7931"/>
                  </a:lnTo>
                  <a:lnTo>
                    <a:pt x="1477" y="8502"/>
                  </a:lnTo>
                  <a:lnTo>
                    <a:pt x="930" y="7931"/>
                  </a:lnTo>
                  <a:lnTo>
                    <a:pt x="1477" y="7359"/>
                  </a:lnTo>
                  <a:close/>
                  <a:moveTo>
                    <a:pt x="5502" y="6121"/>
                  </a:moveTo>
                  <a:lnTo>
                    <a:pt x="6836" y="8193"/>
                  </a:lnTo>
                  <a:cubicBezTo>
                    <a:pt x="6216" y="8550"/>
                    <a:pt x="5764" y="9264"/>
                    <a:pt x="5716" y="10050"/>
                  </a:cubicBezTo>
                  <a:lnTo>
                    <a:pt x="4883" y="10050"/>
                  </a:lnTo>
                  <a:cubicBezTo>
                    <a:pt x="4811" y="9264"/>
                    <a:pt x="4383" y="8550"/>
                    <a:pt x="3740" y="8193"/>
                  </a:cubicBezTo>
                  <a:lnTo>
                    <a:pt x="5097" y="6121"/>
                  </a:lnTo>
                  <a:lnTo>
                    <a:pt x="5097" y="7788"/>
                  </a:lnTo>
                  <a:cubicBezTo>
                    <a:pt x="5097" y="7883"/>
                    <a:pt x="5145" y="8002"/>
                    <a:pt x="5264" y="8002"/>
                  </a:cubicBezTo>
                  <a:cubicBezTo>
                    <a:pt x="5274" y="8004"/>
                    <a:pt x="5285" y="8005"/>
                    <a:pt x="5295" y="8005"/>
                  </a:cubicBezTo>
                  <a:cubicBezTo>
                    <a:pt x="5403" y="8005"/>
                    <a:pt x="5502" y="7897"/>
                    <a:pt x="5502" y="7788"/>
                  </a:cubicBezTo>
                  <a:lnTo>
                    <a:pt x="5502" y="6121"/>
                  </a:lnTo>
                  <a:close/>
                  <a:moveTo>
                    <a:pt x="9041" y="1"/>
                  </a:moveTo>
                  <a:cubicBezTo>
                    <a:pt x="8991" y="1"/>
                    <a:pt x="8943" y="24"/>
                    <a:pt x="8907" y="72"/>
                  </a:cubicBezTo>
                  <a:lnTo>
                    <a:pt x="8026" y="929"/>
                  </a:lnTo>
                  <a:cubicBezTo>
                    <a:pt x="8003" y="977"/>
                    <a:pt x="7979" y="1025"/>
                    <a:pt x="7979" y="1096"/>
                  </a:cubicBezTo>
                  <a:cubicBezTo>
                    <a:pt x="7979" y="1144"/>
                    <a:pt x="8003" y="1215"/>
                    <a:pt x="8026" y="1239"/>
                  </a:cubicBezTo>
                  <a:lnTo>
                    <a:pt x="8836" y="2049"/>
                  </a:lnTo>
                  <a:cubicBezTo>
                    <a:pt x="8812" y="3287"/>
                    <a:pt x="7764" y="4311"/>
                    <a:pt x="6550" y="4311"/>
                  </a:cubicBezTo>
                  <a:lnTo>
                    <a:pt x="6193" y="4311"/>
                  </a:lnTo>
                  <a:lnTo>
                    <a:pt x="5383" y="3501"/>
                  </a:lnTo>
                  <a:cubicBezTo>
                    <a:pt x="5335" y="3454"/>
                    <a:pt x="5282" y="3430"/>
                    <a:pt x="5231" y="3430"/>
                  </a:cubicBezTo>
                  <a:cubicBezTo>
                    <a:pt x="5181" y="3430"/>
                    <a:pt x="5133" y="3454"/>
                    <a:pt x="5097" y="3501"/>
                  </a:cubicBezTo>
                  <a:lnTo>
                    <a:pt x="4287" y="4311"/>
                  </a:lnTo>
                  <a:lnTo>
                    <a:pt x="1596" y="4311"/>
                  </a:lnTo>
                  <a:cubicBezTo>
                    <a:pt x="1525" y="3954"/>
                    <a:pt x="1192" y="3668"/>
                    <a:pt x="787" y="3668"/>
                  </a:cubicBezTo>
                  <a:cubicBezTo>
                    <a:pt x="358" y="3668"/>
                    <a:pt x="1" y="4025"/>
                    <a:pt x="1" y="4478"/>
                  </a:cubicBezTo>
                  <a:cubicBezTo>
                    <a:pt x="1" y="4930"/>
                    <a:pt x="358" y="5287"/>
                    <a:pt x="787" y="5287"/>
                  </a:cubicBezTo>
                  <a:cubicBezTo>
                    <a:pt x="1192" y="5287"/>
                    <a:pt x="1596" y="4668"/>
                    <a:pt x="1596" y="4668"/>
                  </a:cubicBezTo>
                  <a:lnTo>
                    <a:pt x="2525" y="4668"/>
                  </a:lnTo>
                  <a:cubicBezTo>
                    <a:pt x="2525" y="4668"/>
                    <a:pt x="1239" y="6002"/>
                    <a:pt x="1215" y="6954"/>
                  </a:cubicBezTo>
                  <a:lnTo>
                    <a:pt x="406" y="7764"/>
                  </a:lnTo>
                  <a:cubicBezTo>
                    <a:pt x="382" y="7788"/>
                    <a:pt x="358" y="7835"/>
                    <a:pt x="358" y="7907"/>
                  </a:cubicBezTo>
                  <a:cubicBezTo>
                    <a:pt x="358" y="7955"/>
                    <a:pt x="382" y="8026"/>
                    <a:pt x="406" y="8050"/>
                  </a:cubicBezTo>
                  <a:lnTo>
                    <a:pt x="1263" y="8907"/>
                  </a:lnTo>
                  <a:cubicBezTo>
                    <a:pt x="1311" y="8955"/>
                    <a:pt x="1358" y="8979"/>
                    <a:pt x="1430" y="8979"/>
                  </a:cubicBezTo>
                  <a:cubicBezTo>
                    <a:pt x="1477" y="8979"/>
                    <a:pt x="1549" y="8931"/>
                    <a:pt x="1573" y="8907"/>
                  </a:cubicBezTo>
                  <a:lnTo>
                    <a:pt x="2430" y="8050"/>
                  </a:lnTo>
                  <a:cubicBezTo>
                    <a:pt x="2454" y="8026"/>
                    <a:pt x="2501" y="7955"/>
                    <a:pt x="2501" y="7907"/>
                  </a:cubicBezTo>
                  <a:cubicBezTo>
                    <a:pt x="2501" y="7835"/>
                    <a:pt x="2454" y="7788"/>
                    <a:pt x="2430" y="7764"/>
                  </a:cubicBezTo>
                  <a:lnTo>
                    <a:pt x="1620" y="6954"/>
                  </a:lnTo>
                  <a:cubicBezTo>
                    <a:pt x="1668" y="5692"/>
                    <a:pt x="3930" y="4692"/>
                    <a:pt x="3930" y="4692"/>
                  </a:cubicBezTo>
                  <a:lnTo>
                    <a:pt x="4287" y="4692"/>
                  </a:lnTo>
                  <a:lnTo>
                    <a:pt x="5002" y="5406"/>
                  </a:lnTo>
                  <a:lnTo>
                    <a:pt x="3240" y="8169"/>
                  </a:lnTo>
                  <a:cubicBezTo>
                    <a:pt x="3216" y="8216"/>
                    <a:pt x="3216" y="8288"/>
                    <a:pt x="3216" y="8359"/>
                  </a:cubicBezTo>
                  <a:cubicBezTo>
                    <a:pt x="3240" y="8407"/>
                    <a:pt x="3263" y="8431"/>
                    <a:pt x="3335" y="8478"/>
                  </a:cubicBezTo>
                  <a:cubicBezTo>
                    <a:pt x="3335" y="8478"/>
                    <a:pt x="4430" y="8907"/>
                    <a:pt x="4430" y="10265"/>
                  </a:cubicBezTo>
                  <a:cubicBezTo>
                    <a:pt x="4430" y="10360"/>
                    <a:pt x="4526" y="10455"/>
                    <a:pt x="4645" y="10455"/>
                  </a:cubicBezTo>
                  <a:lnTo>
                    <a:pt x="5859" y="10455"/>
                  </a:lnTo>
                  <a:cubicBezTo>
                    <a:pt x="5978" y="10455"/>
                    <a:pt x="6074" y="10360"/>
                    <a:pt x="6074" y="10265"/>
                  </a:cubicBezTo>
                  <a:cubicBezTo>
                    <a:pt x="6074" y="8955"/>
                    <a:pt x="7169" y="8478"/>
                    <a:pt x="7169" y="8478"/>
                  </a:cubicBezTo>
                  <a:cubicBezTo>
                    <a:pt x="7240" y="8431"/>
                    <a:pt x="7264" y="8407"/>
                    <a:pt x="7288" y="8359"/>
                  </a:cubicBezTo>
                  <a:cubicBezTo>
                    <a:pt x="7312" y="8288"/>
                    <a:pt x="7288" y="8240"/>
                    <a:pt x="7264" y="8169"/>
                  </a:cubicBezTo>
                  <a:lnTo>
                    <a:pt x="5502" y="5406"/>
                  </a:lnTo>
                  <a:lnTo>
                    <a:pt x="6216" y="4692"/>
                  </a:lnTo>
                  <a:lnTo>
                    <a:pt x="8907" y="4692"/>
                  </a:lnTo>
                  <a:cubicBezTo>
                    <a:pt x="8976" y="5034"/>
                    <a:pt x="9306" y="5289"/>
                    <a:pt x="9690" y="5289"/>
                  </a:cubicBezTo>
                  <a:cubicBezTo>
                    <a:pt x="9707" y="5289"/>
                    <a:pt x="9724" y="5288"/>
                    <a:pt x="9741" y="5287"/>
                  </a:cubicBezTo>
                  <a:cubicBezTo>
                    <a:pt x="10146" y="5240"/>
                    <a:pt x="10479" y="4930"/>
                    <a:pt x="10503" y="4549"/>
                  </a:cubicBezTo>
                  <a:cubicBezTo>
                    <a:pt x="10527" y="4073"/>
                    <a:pt x="10146" y="3668"/>
                    <a:pt x="9693" y="3668"/>
                  </a:cubicBezTo>
                  <a:cubicBezTo>
                    <a:pt x="9312" y="3668"/>
                    <a:pt x="9027" y="3954"/>
                    <a:pt x="8884" y="4311"/>
                  </a:cubicBezTo>
                  <a:lnTo>
                    <a:pt x="7979" y="4311"/>
                  </a:lnTo>
                  <a:cubicBezTo>
                    <a:pt x="7979" y="4311"/>
                    <a:pt x="8336" y="4073"/>
                    <a:pt x="8479" y="3882"/>
                  </a:cubicBezTo>
                  <a:cubicBezTo>
                    <a:pt x="8955" y="3382"/>
                    <a:pt x="9265" y="2715"/>
                    <a:pt x="9265" y="2049"/>
                  </a:cubicBezTo>
                  <a:lnTo>
                    <a:pt x="10051" y="1239"/>
                  </a:lnTo>
                  <a:cubicBezTo>
                    <a:pt x="10098" y="1215"/>
                    <a:pt x="10122" y="1144"/>
                    <a:pt x="10122" y="1096"/>
                  </a:cubicBezTo>
                  <a:cubicBezTo>
                    <a:pt x="10122" y="1025"/>
                    <a:pt x="10098" y="977"/>
                    <a:pt x="10051" y="929"/>
                  </a:cubicBezTo>
                  <a:lnTo>
                    <a:pt x="9193" y="72"/>
                  </a:lnTo>
                  <a:cubicBezTo>
                    <a:pt x="9146" y="24"/>
                    <a:pt x="9092" y="1"/>
                    <a:pt x="90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97"/>
            <p:cNvSpPr/>
            <p:nvPr/>
          </p:nvSpPr>
          <p:spPr>
            <a:xfrm>
              <a:off x="7224629" y="4439715"/>
              <a:ext cx="13311" cy="13311"/>
            </a:xfrm>
            <a:custGeom>
              <a:rect b="b" l="l" r="r" t="t"/>
              <a:pathLst>
                <a:path extrusionOk="0" h="406" w="406">
                  <a:moveTo>
                    <a:pt x="191" y="0"/>
                  </a:moveTo>
                  <a:cubicBezTo>
                    <a:pt x="72" y="0"/>
                    <a:pt x="0" y="96"/>
                    <a:pt x="0" y="191"/>
                  </a:cubicBezTo>
                  <a:cubicBezTo>
                    <a:pt x="0" y="310"/>
                    <a:pt x="72" y="405"/>
                    <a:pt x="191" y="405"/>
                  </a:cubicBezTo>
                  <a:cubicBezTo>
                    <a:pt x="310" y="405"/>
                    <a:pt x="405" y="310"/>
                    <a:pt x="405" y="191"/>
                  </a:cubicBezTo>
                  <a:cubicBezTo>
                    <a:pt x="405" y="96"/>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0" name="Google Shape;22120;p97"/>
          <p:cNvGrpSpPr/>
          <p:nvPr/>
        </p:nvGrpSpPr>
        <p:grpSpPr>
          <a:xfrm>
            <a:off x="7759852" y="4007790"/>
            <a:ext cx="344374" cy="345128"/>
            <a:chOff x="7814858" y="4160190"/>
            <a:chExt cx="344374" cy="345128"/>
          </a:xfrm>
        </p:grpSpPr>
        <p:sp>
          <p:nvSpPr>
            <p:cNvPr id="22121" name="Google Shape;22121;p97"/>
            <p:cNvSpPr/>
            <p:nvPr/>
          </p:nvSpPr>
          <p:spPr>
            <a:xfrm>
              <a:off x="7822693" y="4228121"/>
              <a:ext cx="329489" cy="180383"/>
            </a:xfrm>
            <a:custGeom>
              <a:rect b="b" l="l" r="r" t="t"/>
              <a:pathLst>
                <a:path extrusionOk="0" h="5502" w="10050">
                  <a:moveTo>
                    <a:pt x="405" y="1"/>
                  </a:moveTo>
                  <a:cubicBezTo>
                    <a:pt x="167" y="1"/>
                    <a:pt x="0" y="167"/>
                    <a:pt x="0" y="405"/>
                  </a:cubicBezTo>
                  <a:lnTo>
                    <a:pt x="0" y="5502"/>
                  </a:lnTo>
                  <a:lnTo>
                    <a:pt x="10026" y="5502"/>
                  </a:lnTo>
                  <a:lnTo>
                    <a:pt x="10026" y="405"/>
                  </a:lnTo>
                  <a:cubicBezTo>
                    <a:pt x="10050" y="167"/>
                    <a:pt x="9883" y="1"/>
                    <a:pt x="96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97"/>
            <p:cNvSpPr/>
            <p:nvPr/>
          </p:nvSpPr>
          <p:spPr>
            <a:xfrm>
              <a:off x="7867183" y="4167993"/>
              <a:ext cx="241298" cy="201464"/>
            </a:xfrm>
            <a:custGeom>
              <a:rect b="b" l="l" r="r" t="t"/>
              <a:pathLst>
                <a:path extrusionOk="0" h="6145" w="7360">
                  <a:moveTo>
                    <a:pt x="2144" y="1"/>
                  </a:moveTo>
                  <a:cubicBezTo>
                    <a:pt x="1644" y="1"/>
                    <a:pt x="1239" y="430"/>
                    <a:pt x="1239" y="930"/>
                  </a:cubicBezTo>
                  <a:lnTo>
                    <a:pt x="1239" y="4930"/>
                  </a:lnTo>
                  <a:lnTo>
                    <a:pt x="0" y="4930"/>
                  </a:lnTo>
                  <a:lnTo>
                    <a:pt x="0" y="5216"/>
                  </a:lnTo>
                  <a:cubicBezTo>
                    <a:pt x="0" y="5716"/>
                    <a:pt x="429" y="6145"/>
                    <a:pt x="929" y="6145"/>
                  </a:cubicBezTo>
                  <a:lnTo>
                    <a:pt x="4597" y="6145"/>
                  </a:lnTo>
                  <a:cubicBezTo>
                    <a:pt x="5097" y="6145"/>
                    <a:pt x="5525" y="5716"/>
                    <a:pt x="5525" y="5216"/>
                  </a:cubicBezTo>
                  <a:lnTo>
                    <a:pt x="5525" y="3073"/>
                  </a:lnTo>
                  <a:lnTo>
                    <a:pt x="7359" y="3073"/>
                  </a:lnTo>
                  <a:lnTo>
                    <a:pt x="7359" y="930"/>
                  </a:lnTo>
                  <a:cubicBezTo>
                    <a:pt x="7359" y="406"/>
                    <a:pt x="6954" y="1"/>
                    <a:pt x="643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97"/>
            <p:cNvSpPr/>
            <p:nvPr/>
          </p:nvSpPr>
          <p:spPr>
            <a:xfrm>
              <a:off x="7823447" y="4407684"/>
              <a:ext cx="330309" cy="89831"/>
            </a:xfrm>
            <a:custGeom>
              <a:rect b="b" l="l" r="r" t="t"/>
              <a:pathLst>
                <a:path extrusionOk="0" h="2740" w="10075">
                  <a:moveTo>
                    <a:pt x="1" y="1"/>
                  </a:moveTo>
                  <a:lnTo>
                    <a:pt x="1" y="25"/>
                  </a:lnTo>
                  <a:lnTo>
                    <a:pt x="1" y="977"/>
                  </a:lnTo>
                  <a:cubicBezTo>
                    <a:pt x="1" y="1215"/>
                    <a:pt x="191" y="1382"/>
                    <a:pt x="430" y="1382"/>
                  </a:cubicBezTo>
                  <a:lnTo>
                    <a:pt x="3811" y="1382"/>
                  </a:lnTo>
                  <a:lnTo>
                    <a:pt x="3811" y="2740"/>
                  </a:lnTo>
                  <a:lnTo>
                    <a:pt x="6264" y="2740"/>
                  </a:lnTo>
                  <a:lnTo>
                    <a:pt x="6264" y="1358"/>
                  </a:lnTo>
                  <a:lnTo>
                    <a:pt x="9646" y="1358"/>
                  </a:lnTo>
                  <a:cubicBezTo>
                    <a:pt x="9884" y="1358"/>
                    <a:pt x="10074" y="1192"/>
                    <a:pt x="10074" y="953"/>
                  </a:cubicBezTo>
                  <a:lnTo>
                    <a:pt x="10074"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97"/>
            <p:cNvSpPr/>
            <p:nvPr/>
          </p:nvSpPr>
          <p:spPr>
            <a:xfrm>
              <a:off x="7814858" y="4160190"/>
              <a:ext cx="344374" cy="345128"/>
            </a:xfrm>
            <a:custGeom>
              <a:rect b="b" l="l" r="r" t="t"/>
              <a:pathLst>
                <a:path extrusionOk="0" h="10527" w="10504">
                  <a:moveTo>
                    <a:pt x="8026" y="429"/>
                  </a:moveTo>
                  <a:cubicBezTo>
                    <a:pt x="8431" y="429"/>
                    <a:pt x="8741" y="763"/>
                    <a:pt x="8741" y="1144"/>
                  </a:cubicBezTo>
                  <a:lnTo>
                    <a:pt x="8741" y="3073"/>
                  </a:lnTo>
                  <a:lnTo>
                    <a:pt x="7312" y="3073"/>
                  </a:lnTo>
                  <a:lnTo>
                    <a:pt x="7312" y="1144"/>
                  </a:lnTo>
                  <a:cubicBezTo>
                    <a:pt x="7312" y="763"/>
                    <a:pt x="7645" y="429"/>
                    <a:pt x="8026" y="429"/>
                  </a:cubicBezTo>
                  <a:close/>
                  <a:moveTo>
                    <a:pt x="7169" y="429"/>
                  </a:moveTo>
                  <a:cubicBezTo>
                    <a:pt x="7026" y="644"/>
                    <a:pt x="6907" y="882"/>
                    <a:pt x="6907" y="1144"/>
                  </a:cubicBezTo>
                  <a:lnTo>
                    <a:pt x="6907" y="5407"/>
                  </a:lnTo>
                  <a:cubicBezTo>
                    <a:pt x="6907" y="5788"/>
                    <a:pt x="6598" y="6121"/>
                    <a:pt x="6240" y="6121"/>
                  </a:cubicBezTo>
                  <a:cubicBezTo>
                    <a:pt x="6227" y="6122"/>
                    <a:pt x="6213" y="6122"/>
                    <a:pt x="6199" y="6122"/>
                  </a:cubicBezTo>
                  <a:cubicBezTo>
                    <a:pt x="5812" y="6122"/>
                    <a:pt x="5478" y="5798"/>
                    <a:pt x="5478" y="5407"/>
                  </a:cubicBezTo>
                  <a:lnTo>
                    <a:pt x="5478" y="5097"/>
                  </a:lnTo>
                  <a:cubicBezTo>
                    <a:pt x="5478" y="4978"/>
                    <a:pt x="5383" y="4883"/>
                    <a:pt x="5264" y="4883"/>
                  </a:cubicBezTo>
                  <a:lnTo>
                    <a:pt x="3025" y="4883"/>
                  </a:lnTo>
                  <a:lnTo>
                    <a:pt x="3025" y="1144"/>
                  </a:lnTo>
                  <a:cubicBezTo>
                    <a:pt x="3025" y="763"/>
                    <a:pt x="3359" y="429"/>
                    <a:pt x="3740" y="429"/>
                  </a:cubicBezTo>
                  <a:close/>
                  <a:moveTo>
                    <a:pt x="5050" y="5335"/>
                  </a:moveTo>
                  <a:lnTo>
                    <a:pt x="5050" y="5430"/>
                  </a:lnTo>
                  <a:cubicBezTo>
                    <a:pt x="5050" y="5692"/>
                    <a:pt x="5145" y="5930"/>
                    <a:pt x="5335" y="6145"/>
                  </a:cubicBezTo>
                  <a:lnTo>
                    <a:pt x="2525" y="6145"/>
                  </a:lnTo>
                  <a:cubicBezTo>
                    <a:pt x="2144" y="6145"/>
                    <a:pt x="1811" y="5811"/>
                    <a:pt x="1811" y="5430"/>
                  </a:cubicBezTo>
                  <a:lnTo>
                    <a:pt x="1811" y="5335"/>
                  </a:lnTo>
                  <a:close/>
                  <a:moveTo>
                    <a:pt x="9932" y="2263"/>
                  </a:moveTo>
                  <a:cubicBezTo>
                    <a:pt x="10051" y="2263"/>
                    <a:pt x="10146" y="2358"/>
                    <a:pt x="10146" y="2477"/>
                  </a:cubicBezTo>
                  <a:lnTo>
                    <a:pt x="10146" y="7359"/>
                  </a:lnTo>
                  <a:lnTo>
                    <a:pt x="6240" y="7359"/>
                  </a:lnTo>
                  <a:cubicBezTo>
                    <a:pt x="6121" y="7359"/>
                    <a:pt x="6026" y="7455"/>
                    <a:pt x="6026" y="7574"/>
                  </a:cubicBezTo>
                  <a:cubicBezTo>
                    <a:pt x="6026" y="7693"/>
                    <a:pt x="6121" y="7788"/>
                    <a:pt x="6240" y="7788"/>
                  </a:cubicBezTo>
                  <a:lnTo>
                    <a:pt x="10146" y="7788"/>
                  </a:lnTo>
                  <a:lnTo>
                    <a:pt x="10146" y="8526"/>
                  </a:lnTo>
                  <a:cubicBezTo>
                    <a:pt x="10098" y="8622"/>
                    <a:pt x="10003" y="8741"/>
                    <a:pt x="9884" y="8741"/>
                  </a:cubicBezTo>
                  <a:lnTo>
                    <a:pt x="644" y="8741"/>
                  </a:lnTo>
                  <a:cubicBezTo>
                    <a:pt x="525" y="8741"/>
                    <a:pt x="453" y="8645"/>
                    <a:pt x="453" y="8526"/>
                  </a:cubicBezTo>
                  <a:lnTo>
                    <a:pt x="453" y="7788"/>
                  </a:lnTo>
                  <a:lnTo>
                    <a:pt x="4383" y="7788"/>
                  </a:lnTo>
                  <a:cubicBezTo>
                    <a:pt x="4502" y="7788"/>
                    <a:pt x="4573" y="7693"/>
                    <a:pt x="4573" y="7574"/>
                  </a:cubicBezTo>
                  <a:cubicBezTo>
                    <a:pt x="4573" y="7455"/>
                    <a:pt x="4502" y="7359"/>
                    <a:pt x="4383" y="7359"/>
                  </a:cubicBezTo>
                  <a:lnTo>
                    <a:pt x="477" y="7359"/>
                  </a:lnTo>
                  <a:lnTo>
                    <a:pt x="477" y="2477"/>
                  </a:lnTo>
                  <a:cubicBezTo>
                    <a:pt x="477" y="2358"/>
                    <a:pt x="572" y="2263"/>
                    <a:pt x="692" y="2263"/>
                  </a:cubicBezTo>
                  <a:lnTo>
                    <a:pt x="2644" y="2263"/>
                  </a:lnTo>
                  <a:lnTo>
                    <a:pt x="2644" y="4930"/>
                  </a:lnTo>
                  <a:lnTo>
                    <a:pt x="1644" y="4930"/>
                  </a:lnTo>
                  <a:cubicBezTo>
                    <a:pt x="1525" y="4930"/>
                    <a:pt x="1430" y="5002"/>
                    <a:pt x="1430" y="5121"/>
                  </a:cubicBezTo>
                  <a:lnTo>
                    <a:pt x="1430" y="5430"/>
                  </a:lnTo>
                  <a:cubicBezTo>
                    <a:pt x="1430" y="6050"/>
                    <a:pt x="1930" y="6550"/>
                    <a:pt x="2549" y="6550"/>
                  </a:cubicBezTo>
                  <a:lnTo>
                    <a:pt x="6217" y="6550"/>
                  </a:lnTo>
                  <a:cubicBezTo>
                    <a:pt x="6836" y="6550"/>
                    <a:pt x="7336" y="6050"/>
                    <a:pt x="7336" y="5430"/>
                  </a:cubicBezTo>
                  <a:lnTo>
                    <a:pt x="7336" y="3501"/>
                  </a:lnTo>
                  <a:lnTo>
                    <a:pt x="8979" y="3501"/>
                  </a:lnTo>
                  <a:cubicBezTo>
                    <a:pt x="9098" y="3501"/>
                    <a:pt x="9193" y="3406"/>
                    <a:pt x="9193" y="3287"/>
                  </a:cubicBezTo>
                  <a:lnTo>
                    <a:pt x="9193" y="2263"/>
                  </a:lnTo>
                  <a:close/>
                  <a:moveTo>
                    <a:pt x="6312" y="9122"/>
                  </a:moveTo>
                  <a:lnTo>
                    <a:pt x="6312" y="10074"/>
                  </a:lnTo>
                  <a:lnTo>
                    <a:pt x="4288" y="10074"/>
                  </a:lnTo>
                  <a:lnTo>
                    <a:pt x="4288" y="9122"/>
                  </a:lnTo>
                  <a:close/>
                  <a:moveTo>
                    <a:pt x="3716" y="1"/>
                  </a:moveTo>
                  <a:cubicBezTo>
                    <a:pt x="3097" y="1"/>
                    <a:pt x="2597" y="525"/>
                    <a:pt x="2597" y="1144"/>
                  </a:cubicBezTo>
                  <a:lnTo>
                    <a:pt x="2597" y="1858"/>
                  </a:lnTo>
                  <a:lnTo>
                    <a:pt x="620" y="1858"/>
                  </a:lnTo>
                  <a:cubicBezTo>
                    <a:pt x="287" y="1858"/>
                    <a:pt x="1" y="2120"/>
                    <a:pt x="1" y="2477"/>
                  </a:cubicBezTo>
                  <a:lnTo>
                    <a:pt x="1" y="8526"/>
                  </a:lnTo>
                  <a:cubicBezTo>
                    <a:pt x="1" y="8860"/>
                    <a:pt x="263" y="9145"/>
                    <a:pt x="620" y="9145"/>
                  </a:cubicBezTo>
                  <a:lnTo>
                    <a:pt x="3811" y="9145"/>
                  </a:lnTo>
                  <a:lnTo>
                    <a:pt x="3811" y="10098"/>
                  </a:lnTo>
                  <a:lnTo>
                    <a:pt x="2787" y="10098"/>
                  </a:lnTo>
                  <a:cubicBezTo>
                    <a:pt x="2668" y="10098"/>
                    <a:pt x="2597" y="10193"/>
                    <a:pt x="2597" y="10312"/>
                  </a:cubicBezTo>
                  <a:cubicBezTo>
                    <a:pt x="2597" y="10431"/>
                    <a:pt x="2668" y="10527"/>
                    <a:pt x="2787" y="10527"/>
                  </a:cubicBezTo>
                  <a:lnTo>
                    <a:pt x="7669" y="10527"/>
                  </a:lnTo>
                  <a:cubicBezTo>
                    <a:pt x="7788" y="10527"/>
                    <a:pt x="7884" y="10431"/>
                    <a:pt x="7884" y="10312"/>
                  </a:cubicBezTo>
                  <a:cubicBezTo>
                    <a:pt x="7884" y="10193"/>
                    <a:pt x="7788" y="10098"/>
                    <a:pt x="7669" y="10098"/>
                  </a:cubicBezTo>
                  <a:lnTo>
                    <a:pt x="6669" y="10098"/>
                  </a:lnTo>
                  <a:lnTo>
                    <a:pt x="6669" y="9145"/>
                  </a:lnTo>
                  <a:lnTo>
                    <a:pt x="9860" y="9145"/>
                  </a:lnTo>
                  <a:cubicBezTo>
                    <a:pt x="10170" y="9145"/>
                    <a:pt x="10479" y="8883"/>
                    <a:pt x="10479" y="8526"/>
                  </a:cubicBezTo>
                  <a:lnTo>
                    <a:pt x="10479" y="2477"/>
                  </a:lnTo>
                  <a:cubicBezTo>
                    <a:pt x="10503" y="2144"/>
                    <a:pt x="10217" y="1858"/>
                    <a:pt x="9884" y="1858"/>
                  </a:cubicBezTo>
                  <a:lnTo>
                    <a:pt x="9146" y="1858"/>
                  </a:lnTo>
                  <a:lnTo>
                    <a:pt x="9146" y="1144"/>
                  </a:lnTo>
                  <a:cubicBezTo>
                    <a:pt x="9146" y="525"/>
                    <a:pt x="8622" y="1"/>
                    <a:pt x="8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97"/>
            <p:cNvSpPr/>
            <p:nvPr/>
          </p:nvSpPr>
          <p:spPr>
            <a:xfrm>
              <a:off x="7940588" y="4201565"/>
              <a:ext cx="74192" cy="13311"/>
            </a:xfrm>
            <a:custGeom>
              <a:rect b="b" l="l" r="r" t="t"/>
              <a:pathLst>
                <a:path extrusionOk="0" h="406" w="2263">
                  <a:moveTo>
                    <a:pt x="214" y="1"/>
                  </a:moveTo>
                  <a:cubicBezTo>
                    <a:pt x="95" y="1"/>
                    <a:pt x="0" y="96"/>
                    <a:pt x="0" y="215"/>
                  </a:cubicBezTo>
                  <a:cubicBezTo>
                    <a:pt x="0" y="287"/>
                    <a:pt x="95" y="406"/>
                    <a:pt x="214" y="406"/>
                  </a:cubicBezTo>
                  <a:lnTo>
                    <a:pt x="2048" y="406"/>
                  </a:lnTo>
                  <a:cubicBezTo>
                    <a:pt x="2167" y="406"/>
                    <a:pt x="2262" y="334"/>
                    <a:pt x="2262" y="215"/>
                  </a:cubicBezTo>
                  <a:cubicBezTo>
                    <a:pt x="2262" y="96"/>
                    <a:pt x="2167" y="1"/>
                    <a:pt x="2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97"/>
            <p:cNvSpPr/>
            <p:nvPr/>
          </p:nvSpPr>
          <p:spPr>
            <a:xfrm>
              <a:off x="7940588" y="4241399"/>
              <a:ext cx="74192" cy="14098"/>
            </a:xfrm>
            <a:custGeom>
              <a:rect b="b" l="l" r="r" t="t"/>
              <a:pathLst>
                <a:path extrusionOk="0" h="430" w="2263">
                  <a:moveTo>
                    <a:pt x="214" y="0"/>
                  </a:moveTo>
                  <a:cubicBezTo>
                    <a:pt x="95" y="0"/>
                    <a:pt x="0" y="96"/>
                    <a:pt x="0" y="215"/>
                  </a:cubicBezTo>
                  <a:cubicBezTo>
                    <a:pt x="0" y="334"/>
                    <a:pt x="95" y="429"/>
                    <a:pt x="214" y="429"/>
                  </a:cubicBezTo>
                  <a:lnTo>
                    <a:pt x="2048" y="429"/>
                  </a:lnTo>
                  <a:cubicBezTo>
                    <a:pt x="2167" y="429"/>
                    <a:pt x="2262" y="334"/>
                    <a:pt x="2262" y="215"/>
                  </a:cubicBezTo>
                  <a:cubicBezTo>
                    <a:pt x="2262" y="96"/>
                    <a:pt x="2167" y="0"/>
                    <a:pt x="2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97"/>
            <p:cNvSpPr/>
            <p:nvPr/>
          </p:nvSpPr>
          <p:spPr>
            <a:xfrm>
              <a:off x="7940588" y="4281200"/>
              <a:ext cx="74192" cy="14098"/>
            </a:xfrm>
            <a:custGeom>
              <a:rect b="b" l="l" r="r" t="t"/>
              <a:pathLst>
                <a:path extrusionOk="0" h="430" w="2263">
                  <a:moveTo>
                    <a:pt x="214" y="1"/>
                  </a:moveTo>
                  <a:cubicBezTo>
                    <a:pt x="95" y="1"/>
                    <a:pt x="0" y="96"/>
                    <a:pt x="0" y="215"/>
                  </a:cubicBezTo>
                  <a:cubicBezTo>
                    <a:pt x="0" y="334"/>
                    <a:pt x="95" y="430"/>
                    <a:pt x="214" y="430"/>
                  </a:cubicBezTo>
                  <a:lnTo>
                    <a:pt x="2048" y="430"/>
                  </a:lnTo>
                  <a:cubicBezTo>
                    <a:pt x="2167" y="430"/>
                    <a:pt x="2262" y="334"/>
                    <a:pt x="2262" y="215"/>
                  </a:cubicBezTo>
                  <a:cubicBezTo>
                    <a:pt x="2262" y="96"/>
                    <a:pt x="2167" y="1"/>
                    <a:pt x="2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97"/>
            <p:cNvSpPr/>
            <p:nvPr/>
          </p:nvSpPr>
          <p:spPr>
            <a:xfrm>
              <a:off x="7980389" y="4401455"/>
              <a:ext cx="14098" cy="14098"/>
            </a:xfrm>
            <a:custGeom>
              <a:rect b="b" l="l" r="r" t="t"/>
              <a:pathLst>
                <a:path extrusionOk="0" h="430" w="430">
                  <a:moveTo>
                    <a:pt x="215" y="0"/>
                  </a:moveTo>
                  <a:cubicBezTo>
                    <a:pt x="96" y="0"/>
                    <a:pt x="1" y="96"/>
                    <a:pt x="1" y="215"/>
                  </a:cubicBezTo>
                  <a:cubicBezTo>
                    <a:pt x="1" y="334"/>
                    <a:pt x="96" y="429"/>
                    <a:pt x="215" y="429"/>
                  </a:cubicBezTo>
                  <a:cubicBezTo>
                    <a:pt x="334" y="429"/>
                    <a:pt x="429" y="334"/>
                    <a:pt x="429" y="215"/>
                  </a:cubicBezTo>
                  <a:cubicBezTo>
                    <a:pt x="429" y="96"/>
                    <a:pt x="334" y="0"/>
                    <a:pt x="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9" name="Google Shape;22129;p97"/>
          <p:cNvGrpSpPr/>
          <p:nvPr/>
        </p:nvGrpSpPr>
        <p:grpSpPr>
          <a:xfrm>
            <a:off x="7066962" y="2324477"/>
            <a:ext cx="383943" cy="370601"/>
            <a:chOff x="7059098" y="2476877"/>
            <a:chExt cx="383943" cy="370601"/>
          </a:xfrm>
        </p:grpSpPr>
        <p:sp>
          <p:nvSpPr>
            <p:cNvPr id="22130" name="Google Shape;22130;p97"/>
            <p:cNvSpPr/>
            <p:nvPr/>
          </p:nvSpPr>
          <p:spPr>
            <a:xfrm>
              <a:off x="7194172" y="2483139"/>
              <a:ext cx="121042" cy="80454"/>
            </a:xfrm>
            <a:custGeom>
              <a:rect b="b" l="l" r="r" t="t"/>
              <a:pathLst>
                <a:path extrusionOk="0" h="2454" w="3692">
                  <a:moveTo>
                    <a:pt x="405" y="0"/>
                  </a:moveTo>
                  <a:cubicBezTo>
                    <a:pt x="167" y="0"/>
                    <a:pt x="0" y="167"/>
                    <a:pt x="0" y="405"/>
                  </a:cubicBezTo>
                  <a:lnTo>
                    <a:pt x="0" y="2049"/>
                  </a:lnTo>
                  <a:cubicBezTo>
                    <a:pt x="0" y="2287"/>
                    <a:pt x="167" y="2453"/>
                    <a:pt x="405" y="2453"/>
                  </a:cubicBezTo>
                  <a:lnTo>
                    <a:pt x="3263" y="2453"/>
                  </a:lnTo>
                  <a:cubicBezTo>
                    <a:pt x="3501" y="2453"/>
                    <a:pt x="3692" y="2287"/>
                    <a:pt x="3692" y="2049"/>
                  </a:cubicBezTo>
                  <a:lnTo>
                    <a:pt x="3692" y="405"/>
                  </a:lnTo>
                  <a:cubicBezTo>
                    <a:pt x="3692" y="167"/>
                    <a:pt x="3501" y="0"/>
                    <a:pt x="326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97"/>
            <p:cNvSpPr/>
            <p:nvPr/>
          </p:nvSpPr>
          <p:spPr>
            <a:xfrm>
              <a:off x="7066114" y="2730633"/>
              <a:ext cx="41407" cy="81241"/>
            </a:xfrm>
            <a:custGeom>
              <a:rect b="b" l="l" r="r" t="t"/>
              <a:pathLst>
                <a:path extrusionOk="0" h="2478" w="1263">
                  <a:moveTo>
                    <a:pt x="429" y="1"/>
                  </a:moveTo>
                  <a:cubicBezTo>
                    <a:pt x="191" y="1"/>
                    <a:pt x="1" y="191"/>
                    <a:pt x="1" y="429"/>
                  </a:cubicBezTo>
                  <a:lnTo>
                    <a:pt x="1" y="2049"/>
                  </a:lnTo>
                  <a:cubicBezTo>
                    <a:pt x="1" y="2287"/>
                    <a:pt x="191" y="2477"/>
                    <a:pt x="429" y="2477"/>
                  </a:cubicBezTo>
                  <a:lnTo>
                    <a:pt x="811" y="2477"/>
                  </a:lnTo>
                  <a:cubicBezTo>
                    <a:pt x="1049" y="2477"/>
                    <a:pt x="1215" y="2287"/>
                    <a:pt x="1263" y="2049"/>
                  </a:cubicBezTo>
                  <a:lnTo>
                    <a:pt x="1263" y="429"/>
                  </a:lnTo>
                  <a:cubicBezTo>
                    <a:pt x="1263" y="191"/>
                    <a:pt x="1072" y="1"/>
                    <a:pt x="834"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97"/>
            <p:cNvSpPr/>
            <p:nvPr/>
          </p:nvSpPr>
          <p:spPr>
            <a:xfrm>
              <a:off x="7066114" y="2606509"/>
              <a:ext cx="41407" cy="81208"/>
            </a:xfrm>
            <a:custGeom>
              <a:rect b="b" l="l" r="r" t="t"/>
              <a:pathLst>
                <a:path extrusionOk="0" h="2477" w="1263">
                  <a:moveTo>
                    <a:pt x="429" y="0"/>
                  </a:moveTo>
                  <a:cubicBezTo>
                    <a:pt x="191" y="0"/>
                    <a:pt x="1" y="191"/>
                    <a:pt x="1" y="429"/>
                  </a:cubicBezTo>
                  <a:lnTo>
                    <a:pt x="1" y="2072"/>
                  </a:lnTo>
                  <a:cubicBezTo>
                    <a:pt x="1" y="2286"/>
                    <a:pt x="191" y="2477"/>
                    <a:pt x="429" y="2477"/>
                  </a:cubicBezTo>
                  <a:lnTo>
                    <a:pt x="811" y="2477"/>
                  </a:lnTo>
                  <a:cubicBezTo>
                    <a:pt x="1049" y="2477"/>
                    <a:pt x="1215" y="2310"/>
                    <a:pt x="1263" y="2072"/>
                  </a:cubicBezTo>
                  <a:lnTo>
                    <a:pt x="1263" y="429"/>
                  </a:lnTo>
                  <a:cubicBezTo>
                    <a:pt x="1263" y="191"/>
                    <a:pt x="1072" y="0"/>
                    <a:pt x="83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97"/>
            <p:cNvSpPr/>
            <p:nvPr/>
          </p:nvSpPr>
          <p:spPr>
            <a:xfrm>
              <a:off x="7066114" y="2483139"/>
              <a:ext cx="41407" cy="80454"/>
            </a:xfrm>
            <a:custGeom>
              <a:rect b="b" l="l" r="r" t="t"/>
              <a:pathLst>
                <a:path extrusionOk="0" h="2454" w="1263">
                  <a:moveTo>
                    <a:pt x="429" y="0"/>
                  </a:moveTo>
                  <a:cubicBezTo>
                    <a:pt x="191" y="0"/>
                    <a:pt x="1" y="167"/>
                    <a:pt x="1" y="405"/>
                  </a:cubicBezTo>
                  <a:lnTo>
                    <a:pt x="1" y="2049"/>
                  </a:lnTo>
                  <a:cubicBezTo>
                    <a:pt x="1" y="2287"/>
                    <a:pt x="191" y="2453"/>
                    <a:pt x="429" y="2453"/>
                  </a:cubicBezTo>
                  <a:lnTo>
                    <a:pt x="811" y="2453"/>
                  </a:lnTo>
                  <a:cubicBezTo>
                    <a:pt x="1049" y="2453"/>
                    <a:pt x="1215" y="2263"/>
                    <a:pt x="1263" y="2049"/>
                  </a:cubicBezTo>
                  <a:lnTo>
                    <a:pt x="1263" y="405"/>
                  </a:lnTo>
                  <a:cubicBezTo>
                    <a:pt x="1263" y="167"/>
                    <a:pt x="1072" y="0"/>
                    <a:pt x="83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97"/>
            <p:cNvSpPr/>
            <p:nvPr/>
          </p:nvSpPr>
          <p:spPr>
            <a:xfrm>
              <a:off x="7287872" y="2804793"/>
              <a:ext cx="13278" cy="13311"/>
            </a:xfrm>
            <a:custGeom>
              <a:rect b="b" l="l" r="r" t="t"/>
              <a:pathLst>
                <a:path extrusionOk="0" h="406" w="405">
                  <a:moveTo>
                    <a:pt x="214" y="1"/>
                  </a:moveTo>
                  <a:cubicBezTo>
                    <a:pt x="95" y="1"/>
                    <a:pt x="0" y="96"/>
                    <a:pt x="0" y="215"/>
                  </a:cubicBezTo>
                  <a:cubicBezTo>
                    <a:pt x="0" y="334"/>
                    <a:pt x="95" y="406"/>
                    <a:pt x="214" y="406"/>
                  </a:cubicBezTo>
                  <a:cubicBezTo>
                    <a:pt x="310" y="406"/>
                    <a:pt x="405" y="334"/>
                    <a:pt x="405" y="215"/>
                  </a:cubicBezTo>
                  <a:cubicBezTo>
                    <a:pt x="405" y="96"/>
                    <a:pt x="310" y="1"/>
                    <a:pt x="2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97"/>
            <p:cNvSpPr/>
            <p:nvPr/>
          </p:nvSpPr>
          <p:spPr>
            <a:xfrm rot="2700000">
              <a:off x="7145025" y="2578543"/>
              <a:ext cx="263919" cy="205759"/>
            </a:xfrm>
            <a:custGeom>
              <a:rect b="b" l="l" r="r" t="t"/>
              <a:pathLst>
                <a:path extrusionOk="0" h="6276" w="8050">
                  <a:moveTo>
                    <a:pt x="667" y="0"/>
                  </a:moveTo>
                  <a:cubicBezTo>
                    <a:pt x="512" y="0"/>
                    <a:pt x="357" y="60"/>
                    <a:pt x="238" y="179"/>
                  </a:cubicBezTo>
                  <a:cubicBezTo>
                    <a:pt x="0" y="417"/>
                    <a:pt x="0" y="798"/>
                    <a:pt x="238" y="1036"/>
                  </a:cubicBezTo>
                  <a:lnTo>
                    <a:pt x="2834" y="3632"/>
                  </a:lnTo>
                  <a:lnTo>
                    <a:pt x="2405" y="4108"/>
                  </a:lnTo>
                  <a:cubicBezTo>
                    <a:pt x="2167" y="4346"/>
                    <a:pt x="2167" y="4727"/>
                    <a:pt x="2405" y="4965"/>
                  </a:cubicBezTo>
                  <a:lnTo>
                    <a:pt x="2858" y="5418"/>
                  </a:lnTo>
                  <a:lnTo>
                    <a:pt x="2906" y="5465"/>
                  </a:lnTo>
                  <a:cubicBezTo>
                    <a:pt x="3501" y="6013"/>
                    <a:pt x="4287" y="6275"/>
                    <a:pt x="5025" y="6275"/>
                  </a:cubicBezTo>
                  <a:cubicBezTo>
                    <a:pt x="5787" y="6275"/>
                    <a:pt x="6573" y="5989"/>
                    <a:pt x="7168" y="5394"/>
                  </a:cubicBezTo>
                  <a:cubicBezTo>
                    <a:pt x="7764" y="4799"/>
                    <a:pt x="8049" y="3989"/>
                    <a:pt x="8049" y="3203"/>
                  </a:cubicBezTo>
                  <a:cubicBezTo>
                    <a:pt x="8049" y="2441"/>
                    <a:pt x="7764" y="1655"/>
                    <a:pt x="7168" y="1060"/>
                  </a:cubicBezTo>
                  <a:lnTo>
                    <a:pt x="6311" y="202"/>
                  </a:lnTo>
                  <a:cubicBezTo>
                    <a:pt x="6192" y="83"/>
                    <a:pt x="6031" y="24"/>
                    <a:pt x="5873" y="24"/>
                  </a:cubicBezTo>
                  <a:cubicBezTo>
                    <a:pt x="5716" y="24"/>
                    <a:pt x="5561" y="83"/>
                    <a:pt x="5454" y="202"/>
                  </a:cubicBezTo>
                  <a:cubicBezTo>
                    <a:pt x="5216" y="441"/>
                    <a:pt x="5216" y="822"/>
                    <a:pt x="5454" y="1060"/>
                  </a:cubicBezTo>
                  <a:lnTo>
                    <a:pt x="5001" y="631"/>
                  </a:lnTo>
                  <a:cubicBezTo>
                    <a:pt x="4882" y="512"/>
                    <a:pt x="4721" y="453"/>
                    <a:pt x="4564" y="453"/>
                  </a:cubicBezTo>
                  <a:cubicBezTo>
                    <a:pt x="4406" y="453"/>
                    <a:pt x="4251" y="512"/>
                    <a:pt x="4144" y="631"/>
                  </a:cubicBezTo>
                  <a:cubicBezTo>
                    <a:pt x="3906" y="869"/>
                    <a:pt x="3906" y="1250"/>
                    <a:pt x="4144" y="1488"/>
                  </a:cubicBezTo>
                  <a:cubicBezTo>
                    <a:pt x="4025" y="1369"/>
                    <a:pt x="3864" y="1310"/>
                    <a:pt x="3703" y="1310"/>
                  </a:cubicBezTo>
                  <a:cubicBezTo>
                    <a:pt x="3543" y="1310"/>
                    <a:pt x="3382" y="1369"/>
                    <a:pt x="3263" y="1488"/>
                  </a:cubicBezTo>
                  <a:cubicBezTo>
                    <a:pt x="3025" y="1727"/>
                    <a:pt x="3025" y="2108"/>
                    <a:pt x="3263" y="2346"/>
                  </a:cubicBezTo>
                  <a:lnTo>
                    <a:pt x="2906" y="1989"/>
                  </a:lnTo>
                  <a:lnTo>
                    <a:pt x="1096" y="179"/>
                  </a:lnTo>
                  <a:cubicBezTo>
                    <a:pt x="977" y="60"/>
                    <a:pt x="822" y="0"/>
                    <a:pt x="66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97"/>
            <p:cNvSpPr/>
            <p:nvPr/>
          </p:nvSpPr>
          <p:spPr>
            <a:xfrm>
              <a:off x="7059098" y="2476877"/>
              <a:ext cx="345915" cy="342013"/>
            </a:xfrm>
            <a:custGeom>
              <a:rect b="b" l="l" r="r" t="t"/>
              <a:pathLst>
                <a:path extrusionOk="0" h="10432" w="10551">
                  <a:moveTo>
                    <a:pt x="7383" y="382"/>
                  </a:moveTo>
                  <a:cubicBezTo>
                    <a:pt x="7502" y="382"/>
                    <a:pt x="7597" y="477"/>
                    <a:pt x="7597" y="596"/>
                  </a:cubicBezTo>
                  <a:lnTo>
                    <a:pt x="7597" y="2240"/>
                  </a:lnTo>
                  <a:cubicBezTo>
                    <a:pt x="7597" y="2359"/>
                    <a:pt x="7502" y="2430"/>
                    <a:pt x="7383" y="2430"/>
                  </a:cubicBezTo>
                  <a:lnTo>
                    <a:pt x="6764" y="2430"/>
                  </a:lnTo>
                  <a:lnTo>
                    <a:pt x="6764" y="2049"/>
                  </a:lnTo>
                  <a:cubicBezTo>
                    <a:pt x="6788" y="1620"/>
                    <a:pt x="6478" y="1263"/>
                    <a:pt x="6026" y="1215"/>
                  </a:cubicBezTo>
                  <a:cubicBezTo>
                    <a:pt x="6011" y="1215"/>
                    <a:pt x="5997" y="1214"/>
                    <a:pt x="5983" y="1214"/>
                  </a:cubicBezTo>
                  <a:cubicBezTo>
                    <a:pt x="5527" y="1214"/>
                    <a:pt x="5168" y="1586"/>
                    <a:pt x="5168" y="2025"/>
                  </a:cubicBezTo>
                  <a:lnTo>
                    <a:pt x="5168" y="2430"/>
                  </a:lnTo>
                  <a:lnTo>
                    <a:pt x="4525" y="2430"/>
                  </a:lnTo>
                  <a:cubicBezTo>
                    <a:pt x="4406" y="2430"/>
                    <a:pt x="4335" y="2359"/>
                    <a:pt x="4335" y="2240"/>
                  </a:cubicBezTo>
                  <a:lnTo>
                    <a:pt x="4335" y="596"/>
                  </a:lnTo>
                  <a:cubicBezTo>
                    <a:pt x="4335" y="477"/>
                    <a:pt x="4406" y="382"/>
                    <a:pt x="4525" y="382"/>
                  </a:cubicBezTo>
                  <a:close/>
                  <a:moveTo>
                    <a:pt x="1048" y="382"/>
                  </a:moveTo>
                  <a:cubicBezTo>
                    <a:pt x="1167" y="382"/>
                    <a:pt x="1263" y="477"/>
                    <a:pt x="1263" y="596"/>
                  </a:cubicBezTo>
                  <a:lnTo>
                    <a:pt x="1263" y="2240"/>
                  </a:lnTo>
                  <a:cubicBezTo>
                    <a:pt x="1239" y="2359"/>
                    <a:pt x="1144" y="2454"/>
                    <a:pt x="1025" y="2454"/>
                  </a:cubicBezTo>
                  <a:lnTo>
                    <a:pt x="643" y="2454"/>
                  </a:lnTo>
                  <a:cubicBezTo>
                    <a:pt x="524" y="2454"/>
                    <a:pt x="429" y="2359"/>
                    <a:pt x="429" y="2240"/>
                  </a:cubicBezTo>
                  <a:lnTo>
                    <a:pt x="429" y="596"/>
                  </a:lnTo>
                  <a:cubicBezTo>
                    <a:pt x="429" y="477"/>
                    <a:pt x="501" y="382"/>
                    <a:pt x="643" y="382"/>
                  </a:cubicBezTo>
                  <a:close/>
                  <a:moveTo>
                    <a:pt x="1048" y="4168"/>
                  </a:moveTo>
                  <a:cubicBezTo>
                    <a:pt x="1167" y="4168"/>
                    <a:pt x="1263" y="4264"/>
                    <a:pt x="1263" y="4383"/>
                  </a:cubicBezTo>
                  <a:lnTo>
                    <a:pt x="1263" y="6026"/>
                  </a:lnTo>
                  <a:cubicBezTo>
                    <a:pt x="1239" y="6145"/>
                    <a:pt x="1144" y="6217"/>
                    <a:pt x="1025" y="6217"/>
                  </a:cubicBezTo>
                  <a:lnTo>
                    <a:pt x="643" y="6217"/>
                  </a:lnTo>
                  <a:cubicBezTo>
                    <a:pt x="524" y="6217"/>
                    <a:pt x="429" y="6145"/>
                    <a:pt x="429" y="6026"/>
                  </a:cubicBezTo>
                  <a:lnTo>
                    <a:pt x="429" y="4383"/>
                  </a:lnTo>
                  <a:cubicBezTo>
                    <a:pt x="429" y="4264"/>
                    <a:pt x="501" y="4168"/>
                    <a:pt x="643" y="4168"/>
                  </a:cubicBezTo>
                  <a:close/>
                  <a:moveTo>
                    <a:pt x="1048" y="7955"/>
                  </a:moveTo>
                  <a:cubicBezTo>
                    <a:pt x="1167" y="7955"/>
                    <a:pt x="1263" y="8050"/>
                    <a:pt x="1263" y="8169"/>
                  </a:cubicBezTo>
                  <a:lnTo>
                    <a:pt x="1263" y="9789"/>
                  </a:lnTo>
                  <a:cubicBezTo>
                    <a:pt x="1239" y="9908"/>
                    <a:pt x="1144" y="10003"/>
                    <a:pt x="1025" y="10003"/>
                  </a:cubicBezTo>
                  <a:lnTo>
                    <a:pt x="643" y="10003"/>
                  </a:lnTo>
                  <a:cubicBezTo>
                    <a:pt x="524" y="10003"/>
                    <a:pt x="429" y="9908"/>
                    <a:pt x="429" y="9789"/>
                  </a:cubicBezTo>
                  <a:lnTo>
                    <a:pt x="429" y="8169"/>
                  </a:lnTo>
                  <a:cubicBezTo>
                    <a:pt x="429" y="8050"/>
                    <a:pt x="501" y="7955"/>
                    <a:pt x="643" y="7955"/>
                  </a:cubicBezTo>
                  <a:close/>
                  <a:moveTo>
                    <a:pt x="643" y="1"/>
                  </a:moveTo>
                  <a:cubicBezTo>
                    <a:pt x="310" y="1"/>
                    <a:pt x="1" y="263"/>
                    <a:pt x="1" y="620"/>
                  </a:cubicBezTo>
                  <a:lnTo>
                    <a:pt x="1" y="2263"/>
                  </a:lnTo>
                  <a:cubicBezTo>
                    <a:pt x="1" y="2597"/>
                    <a:pt x="286" y="2882"/>
                    <a:pt x="643" y="2882"/>
                  </a:cubicBezTo>
                  <a:lnTo>
                    <a:pt x="1048" y="2882"/>
                  </a:lnTo>
                  <a:cubicBezTo>
                    <a:pt x="1382" y="2882"/>
                    <a:pt x="1668" y="2621"/>
                    <a:pt x="1668" y="2263"/>
                  </a:cubicBezTo>
                  <a:lnTo>
                    <a:pt x="1668" y="1620"/>
                  </a:lnTo>
                  <a:lnTo>
                    <a:pt x="2620" y="1620"/>
                  </a:lnTo>
                  <a:lnTo>
                    <a:pt x="2620" y="5002"/>
                  </a:lnTo>
                  <a:lnTo>
                    <a:pt x="1668" y="5002"/>
                  </a:lnTo>
                  <a:lnTo>
                    <a:pt x="1668" y="4383"/>
                  </a:lnTo>
                  <a:cubicBezTo>
                    <a:pt x="1668" y="4049"/>
                    <a:pt x="1406" y="3740"/>
                    <a:pt x="1048" y="3740"/>
                  </a:cubicBezTo>
                  <a:lnTo>
                    <a:pt x="643" y="3740"/>
                  </a:lnTo>
                  <a:cubicBezTo>
                    <a:pt x="310" y="3740"/>
                    <a:pt x="1" y="4026"/>
                    <a:pt x="1" y="4383"/>
                  </a:cubicBezTo>
                  <a:lnTo>
                    <a:pt x="1" y="6002"/>
                  </a:lnTo>
                  <a:cubicBezTo>
                    <a:pt x="1" y="6336"/>
                    <a:pt x="286" y="6645"/>
                    <a:pt x="643" y="6645"/>
                  </a:cubicBezTo>
                  <a:lnTo>
                    <a:pt x="1048" y="6645"/>
                  </a:lnTo>
                  <a:cubicBezTo>
                    <a:pt x="1382" y="6645"/>
                    <a:pt x="1668" y="6383"/>
                    <a:pt x="1668" y="6002"/>
                  </a:cubicBezTo>
                  <a:lnTo>
                    <a:pt x="1668" y="5383"/>
                  </a:lnTo>
                  <a:lnTo>
                    <a:pt x="2620" y="5383"/>
                  </a:lnTo>
                  <a:lnTo>
                    <a:pt x="2620" y="8788"/>
                  </a:lnTo>
                  <a:lnTo>
                    <a:pt x="1668" y="8788"/>
                  </a:lnTo>
                  <a:lnTo>
                    <a:pt x="1668" y="8169"/>
                  </a:lnTo>
                  <a:cubicBezTo>
                    <a:pt x="1668" y="7836"/>
                    <a:pt x="1406" y="7526"/>
                    <a:pt x="1048" y="7526"/>
                  </a:cubicBezTo>
                  <a:lnTo>
                    <a:pt x="643" y="7526"/>
                  </a:lnTo>
                  <a:cubicBezTo>
                    <a:pt x="310" y="7526"/>
                    <a:pt x="1" y="7788"/>
                    <a:pt x="1" y="8169"/>
                  </a:cubicBezTo>
                  <a:lnTo>
                    <a:pt x="1" y="9789"/>
                  </a:lnTo>
                  <a:cubicBezTo>
                    <a:pt x="1" y="10122"/>
                    <a:pt x="286" y="10432"/>
                    <a:pt x="643" y="10432"/>
                  </a:cubicBezTo>
                  <a:lnTo>
                    <a:pt x="1048" y="10432"/>
                  </a:lnTo>
                  <a:cubicBezTo>
                    <a:pt x="1382" y="10432"/>
                    <a:pt x="1668" y="10146"/>
                    <a:pt x="1668" y="9789"/>
                  </a:cubicBezTo>
                  <a:lnTo>
                    <a:pt x="1668" y="9169"/>
                  </a:lnTo>
                  <a:lnTo>
                    <a:pt x="2811" y="9169"/>
                  </a:lnTo>
                  <a:cubicBezTo>
                    <a:pt x="2930" y="9169"/>
                    <a:pt x="3025" y="9074"/>
                    <a:pt x="3025" y="8955"/>
                  </a:cubicBezTo>
                  <a:lnTo>
                    <a:pt x="3025" y="1620"/>
                  </a:lnTo>
                  <a:lnTo>
                    <a:pt x="3978" y="1620"/>
                  </a:lnTo>
                  <a:lnTo>
                    <a:pt x="3978" y="2240"/>
                  </a:lnTo>
                  <a:cubicBezTo>
                    <a:pt x="3978" y="2573"/>
                    <a:pt x="4239" y="2859"/>
                    <a:pt x="4597" y="2859"/>
                  </a:cubicBezTo>
                  <a:lnTo>
                    <a:pt x="5216" y="2859"/>
                  </a:lnTo>
                  <a:lnTo>
                    <a:pt x="5216" y="5621"/>
                  </a:lnTo>
                  <a:lnTo>
                    <a:pt x="4811" y="5621"/>
                  </a:lnTo>
                  <a:cubicBezTo>
                    <a:pt x="4359" y="5621"/>
                    <a:pt x="4001" y="5978"/>
                    <a:pt x="4001" y="6431"/>
                  </a:cubicBezTo>
                  <a:lnTo>
                    <a:pt x="4001" y="7169"/>
                  </a:lnTo>
                  <a:cubicBezTo>
                    <a:pt x="4001" y="8669"/>
                    <a:pt x="4978" y="9884"/>
                    <a:pt x="6288" y="10313"/>
                  </a:cubicBezTo>
                  <a:cubicBezTo>
                    <a:pt x="6303" y="10316"/>
                    <a:pt x="6318" y="10317"/>
                    <a:pt x="6332" y="10317"/>
                  </a:cubicBezTo>
                  <a:cubicBezTo>
                    <a:pt x="6430" y="10317"/>
                    <a:pt x="6508" y="10250"/>
                    <a:pt x="6549" y="10146"/>
                  </a:cubicBezTo>
                  <a:cubicBezTo>
                    <a:pt x="6597" y="10027"/>
                    <a:pt x="6526" y="9955"/>
                    <a:pt x="6407" y="9884"/>
                  </a:cubicBezTo>
                  <a:cubicBezTo>
                    <a:pt x="5216" y="9503"/>
                    <a:pt x="4406" y="8431"/>
                    <a:pt x="4406" y="7145"/>
                  </a:cubicBezTo>
                  <a:lnTo>
                    <a:pt x="4406" y="6407"/>
                  </a:lnTo>
                  <a:cubicBezTo>
                    <a:pt x="4406" y="6169"/>
                    <a:pt x="4597" y="5978"/>
                    <a:pt x="4835" y="5978"/>
                  </a:cubicBezTo>
                  <a:lnTo>
                    <a:pt x="5240" y="5978"/>
                  </a:lnTo>
                  <a:lnTo>
                    <a:pt x="5240" y="7121"/>
                  </a:lnTo>
                  <a:cubicBezTo>
                    <a:pt x="5240" y="7217"/>
                    <a:pt x="5311" y="7336"/>
                    <a:pt x="5430" y="7336"/>
                  </a:cubicBezTo>
                  <a:cubicBezTo>
                    <a:pt x="5441" y="7338"/>
                    <a:pt x="5451" y="7339"/>
                    <a:pt x="5461" y="7339"/>
                  </a:cubicBezTo>
                  <a:cubicBezTo>
                    <a:pt x="5569" y="7339"/>
                    <a:pt x="5668" y="7230"/>
                    <a:pt x="5668" y="7121"/>
                  </a:cubicBezTo>
                  <a:lnTo>
                    <a:pt x="5668" y="2001"/>
                  </a:lnTo>
                  <a:cubicBezTo>
                    <a:pt x="5668" y="1787"/>
                    <a:pt x="5811" y="1620"/>
                    <a:pt x="6026" y="1573"/>
                  </a:cubicBezTo>
                  <a:cubicBezTo>
                    <a:pt x="6038" y="1571"/>
                    <a:pt x="6050" y="1571"/>
                    <a:pt x="6062" y="1571"/>
                  </a:cubicBezTo>
                  <a:cubicBezTo>
                    <a:pt x="6283" y="1571"/>
                    <a:pt x="6454" y="1775"/>
                    <a:pt x="6454" y="2001"/>
                  </a:cubicBezTo>
                  <a:lnTo>
                    <a:pt x="6454" y="5788"/>
                  </a:lnTo>
                  <a:cubicBezTo>
                    <a:pt x="6454" y="5859"/>
                    <a:pt x="6526" y="5978"/>
                    <a:pt x="6645" y="5978"/>
                  </a:cubicBezTo>
                  <a:cubicBezTo>
                    <a:pt x="6661" y="5985"/>
                    <a:pt x="6677" y="5988"/>
                    <a:pt x="6693" y="5988"/>
                  </a:cubicBezTo>
                  <a:cubicBezTo>
                    <a:pt x="6794" y="5988"/>
                    <a:pt x="6883" y="5870"/>
                    <a:pt x="6883" y="5788"/>
                  </a:cubicBezTo>
                  <a:lnTo>
                    <a:pt x="6883" y="4764"/>
                  </a:lnTo>
                  <a:cubicBezTo>
                    <a:pt x="6883" y="4550"/>
                    <a:pt x="7026" y="4383"/>
                    <a:pt x="7240" y="4359"/>
                  </a:cubicBezTo>
                  <a:cubicBezTo>
                    <a:pt x="7263" y="4354"/>
                    <a:pt x="7285" y="4352"/>
                    <a:pt x="7307" y="4352"/>
                  </a:cubicBezTo>
                  <a:cubicBezTo>
                    <a:pt x="7517" y="4352"/>
                    <a:pt x="7693" y="4548"/>
                    <a:pt x="7693" y="4764"/>
                  </a:cubicBezTo>
                  <a:lnTo>
                    <a:pt x="7693" y="5788"/>
                  </a:lnTo>
                  <a:cubicBezTo>
                    <a:pt x="7693" y="5859"/>
                    <a:pt x="7740" y="5978"/>
                    <a:pt x="7859" y="5978"/>
                  </a:cubicBezTo>
                  <a:cubicBezTo>
                    <a:pt x="7876" y="5985"/>
                    <a:pt x="7892" y="5988"/>
                    <a:pt x="7908" y="5988"/>
                  </a:cubicBezTo>
                  <a:cubicBezTo>
                    <a:pt x="8009" y="5988"/>
                    <a:pt x="8097" y="5870"/>
                    <a:pt x="8097" y="5788"/>
                  </a:cubicBezTo>
                  <a:lnTo>
                    <a:pt x="8097" y="5192"/>
                  </a:lnTo>
                  <a:cubicBezTo>
                    <a:pt x="8097" y="4978"/>
                    <a:pt x="8240" y="4788"/>
                    <a:pt x="8455" y="4764"/>
                  </a:cubicBezTo>
                  <a:cubicBezTo>
                    <a:pt x="8467" y="4763"/>
                    <a:pt x="8479" y="4762"/>
                    <a:pt x="8491" y="4762"/>
                  </a:cubicBezTo>
                  <a:cubicBezTo>
                    <a:pt x="8714" y="4762"/>
                    <a:pt x="8907" y="4967"/>
                    <a:pt x="8907" y="5192"/>
                  </a:cubicBezTo>
                  <a:lnTo>
                    <a:pt x="8907" y="5788"/>
                  </a:lnTo>
                  <a:cubicBezTo>
                    <a:pt x="8907" y="5859"/>
                    <a:pt x="8979" y="5978"/>
                    <a:pt x="9098" y="5978"/>
                  </a:cubicBezTo>
                  <a:cubicBezTo>
                    <a:pt x="9114" y="5985"/>
                    <a:pt x="9130" y="5988"/>
                    <a:pt x="9146" y="5988"/>
                  </a:cubicBezTo>
                  <a:cubicBezTo>
                    <a:pt x="9247" y="5988"/>
                    <a:pt x="9336" y="5870"/>
                    <a:pt x="9336" y="5788"/>
                  </a:cubicBezTo>
                  <a:lnTo>
                    <a:pt x="9336" y="5574"/>
                  </a:lnTo>
                  <a:cubicBezTo>
                    <a:pt x="9336" y="5359"/>
                    <a:pt x="9479" y="5192"/>
                    <a:pt x="9693" y="5145"/>
                  </a:cubicBezTo>
                  <a:cubicBezTo>
                    <a:pt x="9705" y="5144"/>
                    <a:pt x="9717" y="5143"/>
                    <a:pt x="9729" y="5143"/>
                  </a:cubicBezTo>
                  <a:cubicBezTo>
                    <a:pt x="9950" y="5143"/>
                    <a:pt x="10122" y="5348"/>
                    <a:pt x="10122" y="5574"/>
                  </a:cubicBezTo>
                  <a:lnTo>
                    <a:pt x="10122" y="7121"/>
                  </a:lnTo>
                  <a:cubicBezTo>
                    <a:pt x="10122" y="8431"/>
                    <a:pt x="9264" y="9503"/>
                    <a:pt x="8145" y="9860"/>
                  </a:cubicBezTo>
                  <a:cubicBezTo>
                    <a:pt x="8026" y="9884"/>
                    <a:pt x="7955" y="10003"/>
                    <a:pt x="7978" y="10122"/>
                  </a:cubicBezTo>
                  <a:cubicBezTo>
                    <a:pt x="8016" y="10216"/>
                    <a:pt x="8097" y="10280"/>
                    <a:pt x="8177" y="10280"/>
                  </a:cubicBezTo>
                  <a:cubicBezTo>
                    <a:pt x="8199" y="10280"/>
                    <a:pt x="8220" y="10275"/>
                    <a:pt x="8240" y="10265"/>
                  </a:cubicBezTo>
                  <a:cubicBezTo>
                    <a:pt x="9550" y="9860"/>
                    <a:pt x="10550" y="8622"/>
                    <a:pt x="10550" y="7145"/>
                  </a:cubicBezTo>
                  <a:lnTo>
                    <a:pt x="10550" y="5597"/>
                  </a:lnTo>
                  <a:cubicBezTo>
                    <a:pt x="10455" y="5216"/>
                    <a:pt x="10122" y="4859"/>
                    <a:pt x="9717" y="4788"/>
                  </a:cubicBezTo>
                  <a:cubicBezTo>
                    <a:pt x="9689" y="4785"/>
                    <a:pt x="9662" y="4783"/>
                    <a:pt x="9636" y="4783"/>
                  </a:cubicBezTo>
                  <a:cubicBezTo>
                    <a:pt x="9459" y="4783"/>
                    <a:pt x="9314" y="4851"/>
                    <a:pt x="9169" y="4954"/>
                  </a:cubicBezTo>
                  <a:cubicBezTo>
                    <a:pt x="9050" y="4621"/>
                    <a:pt x="8764" y="4407"/>
                    <a:pt x="8407" y="4407"/>
                  </a:cubicBezTo>
                  <a:cubicBezTo>
                    <a:pt x="8216" y="4407"/>
                    <a:pt x="8074" y="4454"/>
                    <a:pt x="7955" y="4550"/>
                  </a:cubicBezTo>
                  <a:cubicBezTo>
                    <a:pt x="7835" y="4216"/>
                    <a:pt x="7550" y="4026"/>
                    <a:pt x="7192" y="4026"/>
                  </a:cubicBezTo>
                  <a:cubicBezTo>
                    <a:pt x="7026" y="4026"/>
                    <a:pt x="6883" y="4049"/>
                    <a:pt x="6764" y="4145"/>
                  </a:cubicBezTo>
                  <a:lnTo>
                    <a:pt x="6764" y="2882"/>
                  </a:lnTo>
                  <a:lnTo>
                    <a:pt x="7383" y="2882"/>
                  </a:lnTo>
                  <a:cubicBezTo>
                    <a:pt x="7716" y="2882"/>
                    <a:pt x="8026" y="2621"/>
                    <a:pt x="8026" y="2263"/>
                  </a:cubicBezTo>
                  <a:lnTo>
                    <a:pt x="8026" y="620"/>
                  </a:lnTo>
                  <a:cubicBezTo>
                    <a:pt x="8026" y="287"/>
                    <a:pt x="7740" y="1"/>
                    <a:pt x="7383" y="1"/>
                  </a:cubicBezTo>
                  <a:lnTo>
                    <a:pt x="4525" y="1"/>
                  </a:lnTo>
                  <a:cubicBezTo>
                    <a:pt x="4216" y="1"/>
                    <a:pt x="3906" y="263"/>
                    <a:pt x="3906" y="620"/>
                  </a:cubicBezTo>
                  <a:lnTo>
                    <a:pt x="3906" y="1239"/>
                  </a:lnTo>
                  <a:lnTo>
                    <a:pt x="1620" y="1239"/>
                  </a:lnTo>
                  <a:lnTo>
                    <a:pt x="1620" y="620"/>
                  </a:lnTo>
                  <a:cubicBezTo>
                    <a:pt x="1620" y="287"/>
                    <a:pt x="1358" y="1"/>
                    <a:pt x="10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37" name="Google Shape;22137;p97"/>
          <p:cNvSpPr txBox="1"/>
          <p:nvPr/>
        </p:nvSpPr>
        <p:spPr>
          <a:xfrm>
            <a:off x="3125925" y="1188000"/>
            <a:ext cx="2892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Goals &amp; Results</a:t>
            </a:r>
            <a:endParaRPr sz="1600">
              <a:solidFill>
                <a:schemeClr val="lt1"/>
              </a:solidFill>
            </a:endParaRPr>
          </a:p>
        </p:txBody>
      </p:sp>
      <p:sp>
        <p:nvSpPr>
          <p:cNvPr id="22138" name="Google Shape;22138;p97"/>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2" name="Shape 22142"/>
        <p:cNvGrpSpPr/>
        <p:nvPr/>
      </p:nvGrpSpPr>
      <p:grpSpPr>
        <a:xfrm>
          <a:off x="0" y="0"/>
          <a:ext cx="0" cy="0"/>
          <a:chOff x="0" y="0"/>
          <a:chExt cx="0" cy="0"/>
        </a:xfrm>
      </p:grpSpPr>
      <p:grpSp>
        <p:nvGrpSpPr>
          <p:cNvPr id="22143" name="Google Shape;22143;p98"/>
          <p:cNvGrpSpPr/>
          <p:nvPr/>
        </p:nvGrpSpPr>
        <p:grpSpPr>
          <a:xfrm>
            <a:off x="7746114" y="3420660"/>
            <a:ext cx="350777" cy="352207"/>
            <a:chOff x="7403210" y="3573060"/>
            <a:chExt cx="350777" cy="352207"/>
          </a:xfrm>
        </p:grpSpPr>
        <p:sp>
          <p:nvSpPr>
            <p:cNvPr id="22144" name="Google Shape;22144;p98"/>
            <p:cNvSpPr/>
            <p:nvPr/>
          </p:nvSpPr>
          <p:spPr>
            <a:xfrm>
              <a:off x="7430908" y="3578725"/>
              <a:ext cx="31962" cy="29875"/>
            </a:xfrm>
            <a:custGeom>
              <a:rect b="b" l="l" r="r" t="t"/>
              <a:pathLst>
                <a:path extrusionOk="0" h="1002" w="1072">
                  <a:moveTo>
                    <a:pt x="357" y="1"/>
                  </a:moveTo>
                  <a:cubicBezTo>
                    <a:pt x="143" y="49"/>
                    <a:pt x="0" y="263"/>
                    <a:pt x="0" y="501"/>
                  </a:cubicBezTo>
                  <a:cubicBezTo>
                    <a:pt x="0" y="739"/>
                    <a:pt x="143" y="953"/>
                    <a:pt x="357" y="1001"/>
                  </a:cubicBezTo>
                  <a:lnTo>
                    <a:pt x="524" y="1001"/>
                  </a:lnTo>
                  <a:cubicBezTo>
                    <a:pt x="595" y="1001"/>
                    <a:pt x="667" y="1001"/>
                    <a:pt x="738" y="977"/>
                  </a:cubicBezTo>
                  <a:cubicBezTo>
                    <a:pt x="762" y="977"/>
                    <a:pt x="762" y="977"/>
                    <a:pt x="786" y="953"/>
                  </a:cubicBezTo>
                  <a:cubicBezTo>
                    <a:pt x="953" y="858"/>
                    <a:pt x="1072" y="668"/>
                    <a:pt x="1072" y="501"/>
                  </a:cubicBezTo>
                  <a:cubicBezTo>
                    <a:pt x="1072" y="287"/>
                    <a:pt x="953" y="120"/>
                    <a:pt x="738" y="25"/>
                  </a:cubicBezTo>
                  <a:cubicBezTo>
                    <a:pt x="667" y="1"/>
                    <a:pt x="619"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98"/>
            <p:cNvSpPr/>
            <p:nvPr/>
          </p:nvSpPr>
          <p:spPr>
            <a:xfrm>
              <a:off x="7431594" y="3579441"/>
              <a:ext cx="29875" cy="30471"/>
            </a:xfrm>
            <a:custGeom>
              <a:rect b="b" l="l" r="r" t="t"/>
              <a:pathLst>
                <a:path extrusionOk="0" h="1022" w="1002">
                  <a:moveTo>
                    <a:pt x="501" y="1"/>
                  </a:moveTo>
                  <a:cubicBezTo>
                    <a:pt x="525" y="96"/>
                    <a:pt x="572" y="144"/>
                    <a:pt x="572" y="239"/>
                  </a:cubicBezTo>
                  <a:cubicBezTo>
                    <a:pt x="572" y="406"/>
                    <a:pt x="453" y="596"/>
                    <a:pt x="287" y="691"/>
                  </a:cubicBezTo>
                  <a:cubicBezTo>
                    <a:pt x="263" y="715"/>
                    <a:pt x="263" y="715"/>
                    <a:pt x="239" y="715"/>
                  </a:cubicBezTo>
                  <a:cubicBezTo>
                    <a:pt x="168" y="739"/>
                    <a:pt x="96" y="739"/>
                    <a:pt x="25" y="739"/>
                  </a:cubicBezTo>
                  <a:lnTo>
                    <a:pt x="1" y="739"/>
                  </a:lnTo>
                  <a:cubicBezTo>
                    <a:pt x="49" y="858"/>
                    <a:pt x="168" y="977"/>
                    <a:pt x="334" y="1001"/>
                  </a:cubicBezTo>
                  <a:lnTo>
                    <a:pt x="382" y="1001"/>
                  </a:lnTo>
                  <a:cubicBezTo>
                    <a:pt x="411" y="1016"/>
                    <a:pt x="443" y="1021"/>
                    <a:pt x="476" y="1021"/>
                  </a:cubicBezTo>
                  <a:cubicBezTo>
                    <a:pt x="549" y="1021"/>
                    <a:pt x="626" y="994"/>
                    <a:pt x="692" y="977"/>
                  </a:cubicBezTo>
                  <a:cubicBezTo>
                    <a:pt x="882" y="882"/>
                    <a:pt x="1001" y="715"/>
                    <a:pt x="1001" y="501"/>
                  </a:cubicBezTo>
                  <a:cubicBezTo>
                    <a:pt x="1001" y="215"/>
                    <a:pt x="811" y="1"/>
                    <a:pt x="50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98"/>
            <p:cNvSpPr/>
            <p:nvPr/>
          </p:nvSpPr>
          <p:spPr>
            <a:xfrm>
              <a:off x="7411022" y="3625595"/>
              <a:ext cx="70304" cy="113625"/>
            </a:xfrm>
            <a:custGeom>
              <a:rect b="b" l="l" r="r" t="t"/>
              <a:pathLst>
                <a:path extrusionOk="0" h="3811" w="2358">
                  <a:moveTo>
                    <a:pt x="953" y="1"/>
                  </a:moveTo>
                  <a:cubicBezTo>
                    <a:pt x="72" y="1"/>
                    <a:pt x="0" y="929"/>
                    <a:pt x="0" y="1215"/>
                  </a:cubicBezTo>
                  <a:lnTo>
                    <a:pt x="0" y="2239"/>
                  </a:lnTo>
                  <a:lnTo>
                    <a:pt x="0" y="2263"/>
                  </a:lnTo>
                  <a:cubicBezTo>
                    <a:pt x="73" y="2336"/>
                    <a:pt x="148" y="2364"/>
                    <a:pt x="216" y="2364"/>
                  </a:cubicBezTo>
                  <a:cubicBezTo>
                    <a:pt x="349" y="2364"/>
                    <a:pt x="453" y="2254"/>
                    <a:pt x="453" y="2144"/>
                  </a:cubicBezTo>
                  <a:lnTo>
                    <a:pt x="453" y="3573"/>
                  </a:lnTo>
                  <a:cubicBezTo>
                    <a:pt x="453" y="3597"/>
                    <a:pt x="453" y="3597"/>
                    <a:pt x="477"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2" y="3620"/>
                    <a:pt x="1882" y="3454"/>
                  </a:cubicBezTo>
                  <a:lnTo>
                    <a:pt x="1882" y="2168"/>
                  </a:lnTo>
                  <a:cubicBezTo>
                    <a:pt x="1882" y="2287"/>
                    <a:pt x="2001" y="2406"/>
                    <a:pt x="2120" y="2406"/>
                  </a:cubicBezTo>
                  <a:cubicBezTo>
                    <a:pt x="2239" y="2406"/>
                    <a:pt x="2310" y="2287"/>
                    <a:pt x="2310" y="2168"/>
                  </a:cubicBezTo>
                  <a:lnTo>
                    <a:pt x="2310" y="1215"/>
                  </a:lnTo>
                  <a:cubicBezTo>
                    <a:pt x="2358" y="525"/>
                    <a:pt x="1810"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98"/>
            <p:cNvSpPr/>
            <p:nvPr/>
          </p:nvSpPr>
          <p:spPr>
            <a:xfrm>
              <a:off x="7450765" y="3653293"/>
              <a:ext cx="16368" cy="85241"/>
            </a:xfrm>
            <a:custGeom>
              <a:rect b="b" l="l" r="r" t="t"/>
              <a:pathLst>
                <a:path extrusionOk="0" h="2859" w="549">
                  <a:moveTo>
                    <a:pt x="477" y="0"/>
                  </a:moveTo>
                  <a:cubicBezTo>
                    <a:pt x="334" y="0"/>
                    <a:pt x="191" y="119"/>
                    <a:pt x="191" y="286"/>
                  </a:cubicBezTo>
                  <a:lnTo>
                    <a:pt x="191" y="2501"/>
                  </a:lnTo>
                  <a:cubicBezTo>
                    <a:pt x="191" y="2620"/>
                    <a:pt x="120" y="2739"/>
                    <a:pt x="1" y="2787"/>
                  </a:cubicBezTo>
                  <a:cubicBezTo>
                    <a:pt x="72" y="2811"/>
                    <a:pt x="120" y="2858"/>
                    <a:pt x="191" y="2858"/>
                  </a:cubicBezTo>
                  <a:cubicBezTo>
                    <a:pt x="406" y="2858"/>
                    <a:pt x="549" y="2691"/>
                    <a:pt x="549" y="2501"/>
                  </a:cubicBezTo>
                  <a:lnTo>
                    <a:pt x="549"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98"/>
            <p:cNvSpPr/>
            <p:nvPr/>
          </p:nvSpPr>
          <p:spPr>
            <a:xfrm>
              <a:off x="7440121" y="3626281"/>
              <a:ext cx="41204" cy="70363"/>
            </a:xfrm>
            <a:custGeom>
              <a:rect b="b" l="l" r="r" t="t"/>
              <a:pathLst>
                <a:path extrusionOk="0" h="2360" w="1382">
                  <a:moveTo>
                    <a:pt x="233" y="1"/>
                  </a:moveTo>
                  <a:cubicBezTo>
                    <a:pt x="219" y="1"/>
                    <a:pt x="205" y="1"/>
                    <a:pt x="191" y="1"/>
                  </a:cubicBezTo>
                  <a:lnTo>
                    <a:pt x="1" y="1"/>
                  </a:lnTo>
                  <a:cubicBezTo>
                    <a:pt x="572" y="97"/>
                    <a:pt x="1025" y="573"/>
                    <a:pt x="1025" y="1168"/>
                  </a:cubicBezTo>
                  <a:lnTo>
                    <a:pt x="1025" y="2121"/>
                  </a:lnTo>
                  <a:cubicBezTo>
                    <a:pt x="1025" y="2169"/>
                    <a:pt x="1001" y="2240"/>
                    <a:pt x="953" y="2264"/>
                  </a:cubicBezTo>
                  <a:cubicBezTo>
                    <a:pt x="1001" y="2335"/>
                    <a:pt x="1049" y="2359"/>
                    <a:pt x="1144" y="2359"/>
                  </a:cubicBezTo>
                  <a:cubicBezTo>
                    <a:pt x="1239" y="2359"/>
                    <a:pt x="1287" y="2335"/>
                    <a:pt x="1310" y="2288"/>
                  </a:cubicBezTo>
                  <a:cubicBezTo>
                    <a:pt x="1358" y="2240"/>
                    <a:pt x="1382" y="2169"/>
                    <a:pt x="1382" y="2121"/>
                  </a:cubicBezTo>
                  <a:lnTo>
                    <a:pt x="1382" y="1168"/>
                  </a:lnTo>
                  <a:cubicBezTo>
                    <a:pt x="1382" y="516"/>
                    <a:pt x="858" y="1"/>
                    <a:pt x="23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98"/>
            <p:cNvSpPr/>
            <p:nvPr/>
          </p:nvSpPr>
          <p:spPr>
            <a:xfrm>
              <a:off x="7411022" y="3809496"/>
              <a:ext cx="71019" cy="111627"/>
            </a:xfrm>
            <a:custGeom>
              <a:rect b="b" l="l" r="r" t="t"/>
              <a:pathLst>
                <a:path extrusionOk="0" h="3744" w="2382">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6"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2" y="3597"/>
                    <a:pt x="1882" y="3525"/>
                    <a:pt x="1882" y="3477"/>
                  </a:cubicBezTo>
                  <a:lnTo>
                    <a:pt x="1882" y="2501"/>
                  </a:lnTo>
                  <a:lnTo>
                    <a:pt x="2096" y="2501"/>
                  </a:lnTo>
                  <a:cubicBezTo>
                    <a:pt x="2167" y="2501"/>
                    <a:pt x="2239" y="2406"/>
                    <a:pt x="2239" y="2311"/>
                  </a:cubicBezTo>
                  <a:lnTo>
                    <a:pt x="2167" y="2049"/>
                  </a:lnTo>
                  <a:lnTo>
                    <a:pt x="2167" y="2049"/>
                  </a:lnTo>
                  <a:cubicBezTo>
                    <a:pt x="2215" y="2072"/>
                    <a:pt x="2215" y="2072"/>
                    <a:pt x="2239" y="2072"/>
                  </a:cubicBezTo>
                  <a:cubicBezTo>
                    <a:pt x="2263" y="2072"/>
                    <a:pt x="2263"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98"/>
            <p:cNvSpPr/>
            <p:nvPr/>
          </p:nvSpPr>
          <p:spPr>
            <a:xfrm>
              <a:off x="7440837" y="3810211"/>
              <a:ext cx="41204" cy="112224"/>
            </a:xfrm>
            <a:custGeom>
              <a:rect b="b" l="l" r="r" t="t"/>
              <a:pathLst>
                <a:path extrusionOk="0" h="3764" w="1382">
                  <a:moveTo>
                    <a:pt x="0" y="0"/>
                  </a:moveTo>
                  <a:cubicBezTo>
                    <a:pt x="572" y="72"/>
                    <a:pt x="1025" y="572"/>
                    <a:pt x="1025" y="1167"/>
                  </a:cubicBezTo>
                  <a:lnTo>
                    <a:pt x="1025" y="1834"/>
                  </a:lnTo>
                  <a:cubicBezTo>
                    <a:pt x="1025" y="1858"/>
                    <a:pt x="1001" y="1906"/>
                    <a:pt x="1001" y="1929"/>
                  </a:cubicBezTo>
                  <a:cubicBezTo>
                    <a:pt x="1001" y="1953"/>
                    <a:pt x="953" y="1977"/>
                    <a:pt x="929" y="2025"/>
                  </a:cubicBezTo>
                  <a:cubicBezTo>
                    <a:pt x="905" y="2025"/>
                    <a:pt x="905" y="2048"/>
                    <a:pt x="882" y="2048"/>
                  </a:cubicBezTo>
                  <a:lnTo>
                    <a:pt x="834" y="2048"/>
                  </a:lnTo>
                  <a:lnTo>
                    <a:pt x="905" y="2310"/>
                  </a:lnTo>
                  <a:cubicBezTo>
                    <a:pt x="929" y="2406"/>
                    <a:pt x="834" y="2501"/>
                    <a:pt x="763"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3" y="3763"/>
                    <a:pt x="905" y="3596"/>
                    <a:pt x="905" y="3406"/>
                  </a:cubicBezTo>
                  <a:lnTo>
                    <a:pt x="905" y="2525"/>
                  </a:lnTo>
                  <a:lnTo>
                    <a:pt x="1120" y="2525"/>
                  </a:lnTo>
                  <a:cubicBezTo>
                    <a:pt x="1215" y="2525"/>
                    <a:pt x="1286" y="2429"/>
                    <a:pt x="1263" y="2334"/>
                  </a:cubicBezTo>
                  <a:lnTo>
                    <a:pt x="1215" y="2072"/>
                  </a:lnTo>
                  <a:lnTo>
                    <a:pt x="1239" y="2072"/>
                  </a:lnTo>
                  <a:cubicBezTo>
                    <a:pt x="1263"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98"/>
            <p:cNvSpPr/>
            <p:nvPr/>
          </p:nvSpPr>
          <p:spPr>
            <a:xfrm>
              <a:off x="7430908" y="3762984"/>
              <a:ext cx="30560" cy="31186"/>
            </a:xfrm>
            <a:custGeom>
              <a:rect b="b" l="l" r="r" t="t"/>
              <a:pathLst>
                <a:path extrusionOk="0" h="1046" w="1025">
                  <a:moveTo>
                    <a:pt x="545" y="1"/>
                  </a:moveTo>
                  <a:cubicBezTo>
                    <a:pt x="500" y="1"/>
                    <a:pt x="453" y="13"/>
                    <a:pt x="405" y="36"/>
                  </a:cubicBezTo>
                  <a:cubicBezTo>
                    <a:pt x="357" y="36"/>
                    <a:pt x="310" y="60"/>
                    <a:pt x="262" y="84"/>
                  </a:cubicBezTo>
                  <a:cubicBezTo>
                    <a:pt x="119" y="179"/>
                    <a:pt x="0" y="370"/>
                    <a:pt x="0" y="537"/>
                  </a:cubicBezTo>
                  <a:cubicBezTo>
                    <a:pt x="0" y="727"/>
                    <a:pt x="119" y="894"/>
                    <a:pt x="262" y="989"/>
                  </a:cubicBezTo>
                  <a:cubicBezTo>
                    <a:pt x="349" y="1024"/>
                    <a:pt x="436" y="1046"/>
                    <a:pt x="524" y="1046"/>
                  </a:cubicBezTo>
                  <a:cubicBezTo>
                    <a:pt x="555" y="1046"/>
                    <a:pt x="587" y="1043"/>
                    <a:pt x="619" y="1037"/>
                  </a:cubicBezTo>
                  <a:lnTo>
                    <a:pt x="667" y="1037"/>
                  </a:lnTo>
                  <a:cubicBezTo>
                    <a:pt x="881" y="989"/>
                    <a:pt x="1024" y="775"/>
                    <a:pt x="1024" y="537"/>
                  </a:cubicBezTo>
                  <a:cubicBezTo>
                    <a:pt x="1024" y="298"/>
                    <a:pt x="881" y="84"/>
                    <a:pt x="667" y="36"/>
                  </a:cubicBezTo>
                  <a:cubicBezTo>
                    <a:pt x="631" y="13"/>
                    <a:pt x="589" y="1"/>
                    <a:pt x="545"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98"/>
            <p:cNvSpPr/>
            <p:nvPr/>
          </p:nvSpPr>
          <p:spPr>
            <a:xfrm>
              <a:off x="7431594" y="3763342"/>
              <a:ext cx="29875" cy="30143"/>
            </a:xfrm>
            <a:custGeom>
              <a:rect b="b" l="l" r="r" t="t"/>
              <a:pathLst>
                <a:path extrusionOk="0" h="1011" w="1002">
                  <a:moveTo>
                    <a:pt x="501" y="1"/>
                  </a:moveTo>
                  <a:cubicBezTo>
                    <a:pt x="525" y="72"/>
                    <a:pt x="572" y="144"/>
                    <a:pt x="572" y="239"/>
                  </a:cubicBezTo>
                  <a:cubicBezTo>
                    <a:pt x="572" y="405"/>
                    <a:pt x="453" y="596"/>
                    <a:pt x="287" y="667"/>
                  </a:cubicBezTo>
                  <a:cubicBezTo>
                    <a:pt x="263" y="715"/>
                    <a:pt x="263" y="715"/>
                    <a:pt x="239" y="715"/>
                  </a:cubicBezTo>
                  <a:cubicBezTo>
                    <a:pt x="168" y="739"/>
                    <a:pt x="96" y="739"/>
                    <a:pt x="25" y="739"/>
                  </a:cubicBezTo>
                  <a:lnTo>
                    <a:pt x="1" y="739"/>
                  </a:lnTo>
                  <a:cubicBezTo>
                    <a:pt x="49" y="858"/>
                    <a:pt x="168" y="977"/>
                    <a:pt x="334" y="1001"/>
                  </a:cubicBezTo>
                  <a:lnTo>
                    <a:pt x="382" y="1001"/>
                  </a:lnTo>
                  <a:cubicBezTo>
                    <a:pt x="410" y="1008"/>
                    <a:pt x="440" y="1011"/>
                    <a:pt x="471" y="1011"/>
                  </a:cubicBezTo>
                  <a:cubicBezTo>
                    <a:pt x="545" y="1011"/>
                    <a:pt x="624" y="994"/>
                    <a:pt x="692" y="977"/>
                  </a:cubicBezTo>
                  <a:cubicBezTo>
                    <a:pt x="882" y="882"/>
                    <a:pt x="1001" y="715"/>
                    <a:pt x="1001" y="501"/>
                  </a:cubicBezTo>
                  <a:cubicBezTo>
                    <a:pt x="1001" y="239"/>
                    <a:pt x="811"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98"/>
            <p:cNvSpPr/>
            <p:nvPr/>
          </p:nvSpPr>
          <p:spPr>
            <a:xfrm>
              <a:off x="7520354" y="3578725"/>
              <a:ext cx="31991" cy="29875"/>
            </a:xfrm>
            <a:custGeom>
              <a:rect b="b" l="l" r="r" t="t"/>
              <a:pathLst>
                <a:path extrusionOk="0" h="1002" w="1073">
                  <a:moveTo>
                    <a:pt x="358" y="1"/>
                  </a:moveTo>
                  <a:cubicBezTo>
                    <a:pt x="144" y="49"/>
                    <a:pt x="1" y="263"/>
                    <a:pt x="1" y="501"/>
                  </a:cubicBezTo>
                  <a:cubicBezTo>
                    <a:pt x="1" y="739"/>
                    <a:pt x="144" y="953"/>
                    <a:pt x="358" y="1001"/>
                  </a:cubicBezTo>
                  <a:lnTo>
                    <a:pt x="525"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5"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98"/>
            <p:cNvSpPr/>
            <p:nvPr/>
          </p:nvSpPr>
          <p:spPr>
            <a:xfrm>
              <a:off x="7520354" y="3579441"/>
              <a:ext cx="29845" cy="30471"/>
            </a:xfrm>
            <a:custGeom>
              <a:rect b="b" l="l" r="r" t="t"/>
              <a:pathLst>
                <a:path extrusionOk="0" h="1022" w="1001">
                  <a:moveTo>
                    <a:pt x="501" y="1"/>
                  </a:moveTo>
                  <a:cubicBezTo>
                    <a:pt x="525" y="96"/>
                    <a:pt x="572" y="144"/>
                    <a:pt x="572" y="239"/>
                  </a:cubicBezTo>
                  <a:cubicBezTo>
                    <a:pt x="572" y="406"/>
                    <a:pt x="453" y="596"/>
                    <a:pt x="286" y="691"/>
                  </a:cubicBezTo>
                  <a:cubicBezTo>
                    <a:pt x="263" y="715"/>
                    <a:pt x="263" y="715"/>
                    <a:pt x="239" y="715"/>
                  </a:cubicBezTo>
                  <a:cubicBezTo>
                    <a:pt x="167" y="739"/>
                    <a:pt x="96" y="739"/>
                    <a:pt x="25" y="739"/>
                  </a:cubicBezTo>
                  <a:lnTo>
                    <a:pt x="1" y="739"/>
                  </a:lnTo>
                  <a:cubicBezTo>
                    <a:pt x="48" y="858"/>
                    <a:pt x="167" y="977"/>
                    <a:pt x="334" y="1001"/>
                  </a:cubicBezTo>
                  <a:lnTo>
                    <a:pt x="382" y="1001"/>
                  </a:lnTo>
                  <a:cubicBezTo>
                    <a:pt x="411" y="1016"/>
                    <a:pt x="443" y="1021"/>
                    <a:pt x="476" y="1021"/>
                  </a:cubicBezTo>
                  <a:cubicBezTo>
                    <a:pt x="549" y="1021"/>
                    <a:pt x="626" y="994"/>
                    <a:pt x="691" y="977"/>
                  </a:cubicBezTo>
                  <a:cubicBezTo>
                    <a:pt x="882" y="882"/>
                    <a:pt x="1001" y="715"/>
                    <a:pt x="1001" y="501"/>
                  </a:cubicBezTo>
                  <a:cubicBezTo>
                    <a:pt x="1001" y="215"/>
                    <a:pt x="810" y="1"/>
                    <a:pt x="50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98"/>
            <p:cNvSpPr/>
            <p:nvPr/>
          </p:nvSpPr>
          <p:spPr>
            <a:xfrm>
              <a:off x="7499782" y="3625595"/>
              <a:ext cx="71019" cy="113625"/>
            </a:xfrm>
            <a:custGeom>
              <a:rect b="b" l="l" r="r" t="t"/>
              <a:pathLst>
                <a:path extrusionOk="0" h="3811" w="2382">
                  <a:moveTo>
                    <a:pt x="953" y="1"/>
                  </a:moveTo>
                  <a:cubicBezTo>
                    <a:pt x="72" y="1"/>
                    <a:pt x="0" y="929"/>
                    <a:pt x="0" y="1215"/>
                  </a:cubicBezTo>
                  <a:lnTo>
                    <a:pt x="0" y="2239"/>
                  </a:lnTo>
                  <a:lnTo>
                    <a:pt x="0" y="2263"/>
                  </a:lnTo>
                  <a:cubicBezTo>
                    <a:pt x="73" y="2336"/>
                    <a:pt x="148" y="2364"/>
                    <a:pt x="216" y="2364"/>
                  </a:cubicBezTo>
                  <a:cubicBezTo>
                    <a:pt x="348" y="2364"/>
                    <a:pt x="453" y="2254"/>
                    <a:pt x="453" y="2144"/>
                  </a:cubicBezTo>
                  <a:lnTo>
                    <a:pt x="453" y="3573"/>
                  </a:lnTo>
                  <a:cubicBezTo>
                    <a:pt x="453" y="3597"/>
                    <a:pt x="453" y="3597"/>
                    <a:pt x="476"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1" y="3620"/>
                    <a:pt x="1881" y="3454"/>
                  </a:cubicBezTo>
                  <a:lnTo>
                    <a:pt x="1881" y="2168"/>
                  </a:lnTo>
                  <a:cubicBezTo>
                    <a:pt x="1881" y="2287"/>
                    <a:pt x="2001" y="2406"/>
                    <a:pt x="2120" y="2406"/>
                  </a:cubicBezTo>
                  <a:cubicBezTo>
                    <a:pt x="2239" y="2406"/>
                    <a:pt x="2310" y="2287"/>
                    <a:pt x="2310" y="2168"/>
                  </a:cubicBezTo>
                  <a:lnTo>
                    <a:pt x="2310" y="1215"/>
                  </a:lnTo>
                  <a:cubicBezTo>
                    <a:pt x="2382" y="525"/>
                    <a:pt x="1858"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98"/>
            <p:cNvSpPr/>
            <p:nvPr/>
          </p:nvSpPr>
          <p:spPr>
            <a:xfrm>
              <a:off x="7540957" y="3653293"/>
              <a:ext cx="15653" cy="85241"/>
            </a:xfrm>
            <a:custGeom>
              <a:rect b="b" l="l" r="r" t="t"/>
              <a:pathLst>
                <a:path extrusionOk="0" h="2859" w="525">
                  <a:moveTo>
                    <a:pt x="477"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98"/>
            <p:cNvSpPr/>
            <p:nvPr/>
          </p:nvSpPr>
          <p:spPr>
            <a:xfrm>
              <a:off x="7530313" y="3626281"/>
              <a:ext cx="40489" cy="70363"/>
            </a:xfrm>
            <a:custGeom>
              <a:rect b="b" l="l" r="r" t="t"/>
              <a:pathLst>
                <a:path extrusionOk="0" h="2360" w="1358">
                  <a:moveTo>
                    <a:pt x="210" y="1"/>
                  </a:moveTo>
                  <a:cubicBezTo>
                    <a:pt x="196" y="1"/>
                    <a:pt x="181" y="1"/>
                    <a:pt x="167" y="1"/>
                  </a:cubicBezTo>
                  <a:lnTo>
                    <a:pt x="0" y="1"/>
                  </a:lnTo>
                  <a:cubicBezTo>
                    <a:pt x="548" y="97"/>
                    <a:pt x="1000" y="573"/>
                    <a:pt x="1000" y="1168"/>
                  </a:cubicBezTo>
                  <a:lnTo>
                    <a:pt x="1000" y="2121"/>
                  </a:lnTo>
                  <a:cubicBezTo>
                    <a:pt x="1000" y="2169"/>
                    <a:pt x="977" y="2240"/>
                    <a:pt x="953" y="2264"/>
                  </a:cubicBezTo>
                  <a:cubicBezTo>
                    <a:pt x="977" y="2335"/>
                    <a:pt x="1024" y="2359"/>
                    <a:pt x="1119" y="2359"/>
                  </a:cubicBezTo>
                  <a:cubicBezTo>
                    <a:pt x="1215" y="2359"/>
                    <a:pt x="1262" y="2335"/>
                    <a:pt x="1310" y="2288"/>
                  </a:cubicBezTo>
                  <a:cubicBezTo>
                    <a:pt x="1334" y="2240"/>
                    <a:pt x="1358" y="2169"/>
                    <a:pt x="1358" y="2121"/>
                  </a:cubicBezTo>
                  <a:lnTo>
                    <a:pt x="1358" y="1168"/>
                  </a:lnTo>
                  <a:cubicBezTo>
                    <a:pt x="1358" y="516"/>
                    <a:pt x="856" y="1"/>
                    <a:pt x="21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98"/>
            <p:cNvSpPr/>
            <p:nvPr/>
          </p:nvSpPr>
          <p:spPr>
            <a:xfrm>
              <a:off x="7499782" y="3809496"/>
              <a:ext cx="71019" cy="111627"/>
            </a:xfrm>
            <a:custGeom>
              <a:rect b="b" l="l" r="r" t="t"/>
              <a:pathLst>
                <a:path extrusionOk="0" h="3744" w="2382">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5"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1" y="3597"/>
                    <a:pt x="1881" y="3525"/>
                    <a:pt x="1881" y="3477"/>
                  </a:cubicBezTo>
                  <a:lnTo>
                    <a:pt x="1881" y="2501"/>
                  </a:lnTo>
                  <a:lnTo>
                    <a:pt x="2096" y="2501"/>
                  </a:lnTo>
                  <a:cubicBezTo>
                    <a:pt x="2167" y="2501"/>
                    <a:pt x="2239" y="2406"/>
                    <a:pt x="2239" y="2311"/>
                  </a:cubicBezTo>
                  <a:lnTo>
                    <a:pt x="2167" y="2049"/>
                  </a:lnTo>
                  <a:lnTo>
                    <a:pt x="2167" y="2049"/>
                  </a:lnTo>
                  <a:cubicBezTo>
                    <a:pt x="2215" y="2072"/>
                    <a:pt x="2239" y="2072"/>
                    <a:pt x="2239" y="2072"/>
                  </a:cubicBezTo>
                  <a:cubicBezTo>
                    <a:pt x="2262" y="2072"/>
                    <a:pt x="2262"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98"/>
            <p:cNvSpPr/>
            <p:nvPr/>
          </p:nvSpPr>
          <p:spPr>
            <a:xfrm>
              <a:off x="7529597" y="3810211"/>
              <a:ext cx="41204" cy="112224"/>
            </a:xfrm>
            <a:custGeom>
              <a:rect b="b" l="l" r="r" t="t"/>
              <a:pathLst>
                <a:path extrusionOk="0" h="3764" w="1382">
                  <a:moveTo>
                    <a:pt x="0" y="0"/>
                  </a:moveTo>
                  <a:cubicBezTo>
                    <a:pt x="572" y="72"/>
                    <a:pt x="1024" y="572"/>
                    <a:pt x="1024" y="1167"/>
                  </a:cubicBezTo>
                  <a:lnTo>
                    <a:pt x="1024" y="1834"/>
                  </a:lnTo>
                  <a:cubicBezTo>
                    <a:pt x="1024" y="1858"/>
                    <a:pt x="1001" y="1906"/>
                    <a:pt x="1001" y="1929"/>
                  </a:cubicBezTo>
                  <a:cubicBezTo>
                    <a:pt x="1001"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20" y="2525"/>
                  </a:lnTo>
                  <a:cubicBezTo>
                    <a:pt x="1215" y="2525"/>
                    <a:pt x="1286" y="2429"/>
                    <a:pt x="1262" y="2334"/>
                  </a:cubicBezTo>
                  <a:lnTo>
                    <a:pt x="1215" y="2072"/>
                  </a:lnTo>
                  <a:lnTo>
                    <a:pt x="1239" y="2072"/>
                  </a:lnTo>
                  <a:cubicBezTo>
                    <a:pt x="1262"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98"/>
            <p:cNvSpPr/>
            <p:nvPr/>
          </p:nvSpPr>
          <p:spPr>
            <a:xfrm>
              <a:off x="7519639" y="3762984"/>
              <a:ext cx="31991" cy="31186"/>
            </a:xfrm>
            <a:custGeom>
              <a:rect b="b" l="l" r="r" t="t"/>
              <a:pathLst>
                <a:path extrusionOk="0" h="1046" w="1073">
                  <a:moveTo>
                    <a:pt x="572" y="1"/>
                  </a:moveTo>
                  <a:cubicBezTo>
                    <a:pt x="525" y="1"/>
                    <a:pt x="477" y="13"/>
                    <a:pt x="430" y="36"/>
                  </a:cubicBezTo>
                  <a:cubicBezTo>
                    <a:pt x="382" y="36"/>
                    <a:pt x="358" y="60"/>
                    <a:pt x="287" y="84"/>
                  </a:cubicBezTo>
                  <a:cubicBezTo>
                    <a:pt x="144" y="179"/>
                    <a:pt x="25" y="370"/>
                    <a:pt x="25" y="537"/>
                  </a:cubicBezTo>
                  <a:cubicBezTo>
                    <a:pt x="1" y="727"/>
                    <a:pt x="120" y="894"/>
                    <a:pt x="287" y="989"/>
                  </a:cubicBezTo>
                  <a:cubicBezTo>
                    <a:pt x="374" y="1024"/>
                    <a:pt x="461" y="1046"/>
                    <a:pt x="548" y="1046"/>
                  </a:cubicBezTo>
                  <a:cubicBezTo>
                    <a:pt x="580" y="1046"/>
                    <a:pt x="612" y="1043"/>
                    <a:pt x="644" y="1037"/>
                  </a:cubicBezTo>
                  <a:lnTo>
                    <a:pt x="715" y="1037"/>
                  </a:lnTo>
                  <a:cubicBezTo>
                    <a:pt x="906" y="989"/>
                    <a:pt x="1073" y="775"/>
                    <a:pt x="1073" y="537"/>
                  </a:cubicBezTo>
                  <a:cubicBezTo>
                    <a:pt x="1073" y="298"/>
                    <a:pt x="906" y="84"/>
                    <a:pt x="715" y="36"/>
                  </a:cubicBezTo>
                  <a:cubicBezTo>
                    <a:pt x="668" y="13"/>
                    <a:pt x="620" y="1"/>
                    <a:pt x="57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98"/>
            <p:cNvSpPr/>
            <p:nvPr/>
          </p:nvSpPr>
          <p:spPr>
            <a:xfrm>
              <a:off x="7520354" y="3763342"/>
              <a:ext cx="29845" cy="30143"/>
            </a:xfrm>
            <a:custGeom>
              <a:rect b="b" l="l" r="r" t="t"/>
              <a:pathLst>
                <a:path extrusionOk="0" h="1011" w="1001">
                  <a:moveTo>
                    <a:pt x="501" y="1"/>
                  </a:moveTo>
                  <a:cubicBezTo>
                    <a:pt x="525" y="72"/>
                    <a:pt x="572" y="144"/>
                    <a:pt x="572" y="239"/>
                  </a:cubicBezTo>
                  <a:cubicBezTo>
                    <a:pt x="572" y="405"/>
                    <a:pt x="453" y="596"/>
                    <a:pt x="286" y="667"/>
                  </a:cubicBezTo>
                  <a:cubicBezTo>
                    <a:pt x="263" y="715"/>
                    <a:pt x="263" y="715"/>
                    <a:pt x="239" y="715"/>
                  </a:cubicBezTo>
                  <a:cubicBezTo>
                    <a:pt x="167" y="739"/>
                    <a:pt x="96" y="739"/>
                    <a:pt x="25" y="739"/>
                  </a:cubicBezTo>
                  <a:lnTo>
                    <a:pt x="1" y="739"/>
                  </a:lnTo>
                  <a:cubicBezTo>
                    <a:pt x="48" y="858"/>
                    <a:pt x="167" y="977"/>
                    <a:pt x="334" y="1001"/>
                  </a:cubicBezTo>
                  <a:lnTo>
                    <a:pt x="382" y="1001"/>
                  </a:lnTo>
                  <a:cubicBezTo>
                    <a:pt x="410" y="1008"/>
                    <a:pt x="440"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98"/>
            <p:cNvSpPr/>
            <p:nvPr/>
          </p:nvSpPr>
          <p:spPr>
            <a:xfrm>
              <a:off x="7609115" y="3578725"/>
              <a:ext cx="31991" cy="29875"/>
            </a:xfrm>
            <a:custGeom>
              <a:rect b="b" l="l" r="r" t="t"/>
              <a:pathLst>
                <a:path extrusionOk="0" h="1002" w="1073">
                  <a:moveTo>
                    <a:pt x="358" y="1"/>
                  </a:moveTo>
                  <a:cubicBezTo>
                    <a:pt x="143" y="49"/>
                    <a:pt x="1" y="263"/>
                    <a:pt x="1" y="501"/>
                  </a:cubicBezTo>
                  <a:cubicBezTo>
                    <a:pt x="1" y="739"/>
                    <a:pt x="143" y="953"/>
                    <a:pt x="358" y="1001"/>
                  </a:cubicBezTo>
                  <a:lnTo>
                    <a:pt x="524"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98"/>
            <p:cNvSpPr/>
            <p:nvPr/>
          </p:nvSpPr>
          <p:spPr>
            <a:xfrm>
              <a:off x="7609830" y="3579441"/>
              <a:ext cx="30560" cy="30471"/>
            </a:xfrm>
            <a:custGeom>
              <a:rect b="b" l="l" r="r" t="t"/>
              <a:pathLst>
                <a:path extrusionOk="0" h="1022" w="1025">
                  <a:moveTo>
                    <a:pt x="500" y="1"/>
                  </a:moveTo>
                  <a:cubicBezTo>
                    <a:pt x="548" y="96"/>
                    <a:pt x="572" y="144"/>
                    <a:pt x="572" y="239"/>
                  </a:cubicBezTo>
                  <a:cubicBezTo>
                    <a:pt x="572" y="406"/>
                    <a:pt x="453" y="596"/>
                    <a:pt x="310" y="691"/>
                  </a:cubicBezTo>
                  <a:cubicBezTo>
                    <a:pt x="262" y="715"/>
                    <a:pt x="262" y="715"/>
                    <a:pt x="238" y="715"/>
                  </a:cubicBezTo>
                  <a:cubicBezTo>
                    <a:pt x="191" y="739"/>
                    <a:pt x="96"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98"/>
            <p:cNvSpPr/>
            <p:nvPr/>
          </p:nvSpPr>
          <p:spPr>
            <a:xfrm>
              <a:off x="7588512" y="3625595"/>
              <a:ext cx="71049" cy="113625"/>
            </a:xfrm>
            <a:custGeom>
              <a:rect b="b" l="l" r="r" t="t"/>
              <a:pathLst>
                <a:path extrusionOk="0" h="3811" w="2383">
                  <a:moveTo>
                    <a:pt x="953" y="1"/>
                  </a:moveTo>
                  <a:cubicBezTo>
                    <a:pt x="72" y="1"/>
                    <a:pt x="1" y="929"/>
                    <a:pt x="1" y="1215"/>
                  </a:cubicBezTo>
                  <a:lnTo>
                    <a:pt x="1" y="2239"/>
                  </a:lnTo>
                  <a:lnTo>
                    <a:pt x="1" y="2263"/>
                  </a:lnTo>
                  <a:cubicBezTo>
                    <a:pt x="73" y="2336"/>
                    <a:pt x="149" y="2364"/>
                    <a:pt x="217" y="2364"/>
                  </a:cubicBezTo>
                  <a:cubicBezTo>
                    <a:pt x="349" y="2364"/>
                    <a:pt x="453" y="2254"/>
                    <a:pt x="453" y="2144"/>
                  </a:cubicBezTo>
                  <a:lnTo>
                    <a:pt x="453" y="3573"/>
                  </a:lnTo>
                  <a:cubicBezTo>
                    <a:pt x="453" y="3597"/>
                    <a:pt x="453" y="3597"/>
                    <a:pt x="477" y="3620"/>
                  </a:cubicBezTo>
                  <a:cubicBezTo>
                    <a:pt x="580" y="3741"/>
                    <a:pt x="699" y="3790"/>
                    <a:pt x="809" y="3790"/>
                  </a:cubicBezTo>
                  <a:cubicBezTo>
                    <a:pt x="1003" y="3790"/>
                    <a:pt x="1168" y="3636"/>
                    <a:pt x="1168" y="3454"/>
                  </a:cubicBezTo>
                  <a:lnTo>
                    <a:pt x="1192" y="3454"/>
                  </a:lnTo>
                  <a:cubicBezTo>
                    <a:pt x="1192" y="3668"/>
                    <a:pt x="1358" y="3811"/>
                    <a:pt x="1549" y="3811"/>
                  </a:cubicBezTo>
                  <a:cubicBezTo>
                    <a:pt x="1716"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98"/>
            <p:cNvSpPr/>
            <p:nvPr/>
          </p:nvSpPr>
          <p:spPr>
            <a:xfrm>
              <a:off x="7629717" y="3653293"/>
              <a:ext cx="15623" cy="85241"/>
            </a:xfrm>
            <a:custGeom>
              <a:rect b="b" l="l" r="r" t="t"/>
              <a:pathLst>
                <a:path extrusionOk="0" h="2859" w="524">
                  <a:moveTo>
                    <a:pt x="476"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98"/>
            <p:cNvSpPr/>
            <p:nvPr/>
          </p:nvSpPr>
          <p:spPr>
            <a:xfrm>
              <a:off x="7619043" y="3626281"/>
              <a:ext cx="40519" cy="70363"/>
            </a:xfrm>
            <a:custGeom>
              <a:rect b="b" l="l" r="r" t="t"/>
              <a:pathLst>
                <a:path extrusionOk="0" h="2360" w="1359">
                  <a:moveTo>
                    <a:pt x="211" y="1"/>
                  </a:moveTo>
                  <a:cubicBezTo>
                    <a:pt x="197" y="1"/>
                    <a:pt x="182" y="1"/>
                    <a:pt x="168" y="1"/>
                  </a:cubicBezTo>
                  <a:lnTo>
                    <a:pt x="1" y="1"/>
                  </a:lnTo>
                  <a:cubicBezTo>
                    <a:pt x="549"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5" y="2240"/>
                    <a:pt x="1358" y="2169"/>
                    <a:pt x="1358" y="2121"/>
                  </a:cubicBezTo>
                  <a:lnTo>
                    <a:pt x="1358" y="1168"/>
                  </a:lnTo>
                  <a:cubicBezTo>
                    <a:pt x="1358" y="516"/>
                    <a:pt x="857" y="1"/>
                    <a:pt x="21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98"/>
            <p:cNvSpPr/>
            <p:nvPr/>
          </p:nvSpPr>
          <p:spPr>
            <a:xfrm>
              <a:off x="7588512" y="3809496"/>
              <a:ext cx="71049" cy="111627"/>
            </a:xfrm>
            <a:custGeom>
              <a:rect b="b" l="l" r="r" t="t"/>
              <a:pathLst>
                <a:path extrusionOk="0" h="3744" w="2383">
                  <a:moveTo>
                    <a:pt x="1192" y="1"/>
                  </a:moveTo>
                  <a:cubicBezTo>
                    <a:pt x="549"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9" y="3597"/>
                    <a:pt x="572" y="3620"/>
                  </a:cubicBezTo>
                  <a:cubicBezTo>
                    <a:pt x="667" y="3707"/>
                    <a:pt x="766" y="3744"/>
                    <a:pt x="857" y="3744"/>
                  </a:cubicBezTo>
                  <a:cubicBezTo>
                    <a:pt x="1042" y="3744"/>
                    <a:pt x="1192" y="3590"/>
                    <a:pt x="1192" y="3382"/>
                  </a:cubicBezTo>
                  <a:cubicBezTo>
                    <a:pt x="1192" y="3590"/>
                    <a:pt x="1342" y="3744"/>
                    <a:pt x="1526" y="3744"/>
                  </a:cubicBezTo>
                  <a:cubicBezTo>
                    <a:pt x="1617" y="3744"/>
                    <a:pt x="1717" y="3707"/>
                    <a:pt x="1811" y="3620"/>
                  </a:cubicBezTo>
                  <a:cubicBezTo>
                    <a:pt x="1882" y="3597"/>
                    <a:pt x="1882" y="3525"/>
                    <a:pt x="1882" y="3477"/>
                  </a:cubicBezTo>
                  <a:lnTo>
                    <a:pt x="1882" y="2501"/>
                  </a:lnTo>
                  <a:lnTo>
                    <a:pt x="2097" y="2501"/>
                  </a:lnTo>
                  <a:cubicBezTo>
                    <a:pt x="2168" y="2501"/>
                    <a:pt x="2239" y="2406"/>
                    <a:pt x="2239" y="2311"/>
                  </a:cubicBezTo>
                  <a:lnTo>
                    <a:pt x="2168" y="2049"/>
                  </a:lnTo>
                  <a:lnTo>
                    <a:pt x="2168" y="2049"/>
                  </a:lnTo>
                  <a:cubicBezTo>
                    <a:pt x="2216" y="2072"/>
                    <a:pt x="2239" y="2072"/>
                    <a:pt x="2239" y="2072"/>
                  </a:cubicBezTo>
                  <a:cubicBezTo>
                    <a:pt x="2263" y="2072"/>
                    <a:pt x="2263" y="2049"/>
                    <a:pt x="2287" y="2049"/>
                  </a:cubicBezTo>
                  <a:cubicBezTo>
                    <a:pt x="2335" y="2025"/>
                    <a:pt x="2359" y="1977"/>
                    <a:pt x="2359" y="1953"/>
                  </a:cubicBezTo>
                  <a:cubicBezTo>
                    <a:pt x="2359" y="1930"/>
                    <a:pt x="2382" y="1906"/>
                    <a:pt x="2382" y="1858"/>
                  </a:cubicBezTo>
                  <a:lnTo>
                    <a:pt x="2382" y="1191"/>
                  </a:lnTo>
                  <a:cubicBezTo>
                    <a:pt x="2382" y="524"/>
                    <a:pt x="1858" y="1"/>
                    <a:pt x="119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98"/>
            <p:cNvSpPr/>
            <p:nvPr/>
          </p:nvSpPr>
          <p:spPr>
            <a:xfrm>
              <a:off x="7618358" y="3810211"/>
              <a:ext cx="41204" cy="112224"/>
            </a:xfrm>
            <a:custGeom>
              <a:rect b="b" l="l" r="r" t="t"/>
              <a:pathLst>
                <a:path extrusionOk="0" h="3764" w="1382">
                  <a:moveTo>
                    <a:pt x="0" y="0"/>
                  </a:moveTo>
                  <a:cubicBezTo>
                    <a:pt x="572" y="72"/>
                    <a:pt x="1024" y="572"/>
                    <a:pt x="1024" y="1167"/>
                  </a:cubicBezTo>
                  <a:lnTo>
                    <a:pt x="1024" y="1834"/>
                  </a:lnTo>
                  <a:cubicBezTo>
                    <a:pt x="1024" y="1858"/>
                    <a:pt x="1000" y="1906"/>
                    <a:pt x="1000" y="1929"/>
                  </a:cubicBezTo>
                  <a:cubicBezTo>
                    <a:pt x="1000"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5"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19" y="2525"/>
                  </a:lnTo>
                  <a:cubicBezTo>
                    <a:pt x="1215" y="2525"/>
                    <a:pt x="1286" y="2429"/>
                    <a:pt x="1262" y="2334"/>
                  </a:cubicBezTo>
                  <a:lnTo>
                    <a:pt x="1215" y="2072"/>
                  </a:lnTo>
                  <a:lnTo>
                    <a:pt x="1238" y="2072"/>
                  </a:lnTo>
                  <a:cubicBezTo>
                    <a:pt x="1262" y="2072"/>
                    <a:pt x="1286" y="2048"/>
                    <a:pt x="1286" y="2048"/>
                  </a:cubicBezTo>
                  <a:cubicBezTo>
                    <a:pt x="1334" y="2025"/>
                    <a:pt x="1358" y="1977"/>
                    <a:pt x="1358" y="1953"/>
                  </a:cubicBezTo>
                  <a:cubicBezTo>
                    <a:pt x="1381" y="1929"/>
                    <a:pt x="1381" y="1906"/>
                    <a:pt x="1381" y="1858"/>
                  </a:cubicBezTo>
                  <a:lnTo>
                    <a:pt x="1381" y="1191"/>
                  </a:lnTo>
                  <a:cubicBezTo>
                    <a:pt x="1381" y="524"/>
                    <a:pt x="857"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98"/>
            <p:cNvSpPr/>
            <p:nvPr/>
          </p:nvSpPr>
          <p:spPr>
            <a:xfrm>
              <a:off x="7608399" y="3762984"/>
              <a:ext cx="31991" cy="31186"/>
            </a:xfrm>
            <a:custGeom>
              <a:rect b="b" l="l" r="r" t="t"/>
              <a:pathLst>
                <a:path extrusionOk="0" h="1046" w="1073">
                  <a:moveTo>
                    <a:pt x="572" y="1"/>
                  </a:moveTo>
                  <a:cubicBezTo>
                    <a:pt x="525" y="1"/>
                    <a:pt x="477" y="13"/>
                    <a:pt x="429" y="36"/>
                  </a:cubicBezTo>
                  <a:cubicBezTo>
                    <a:pt x="382" y="36"/>
                    <a:pt x="358" y="60"/>
                    <a:pt x="286" y="84"/>
                  </a:cubicBezTo>
                  <a:cubicBezTo>
                    <a:pt x="144" y="179"/>
                    <a:pt x="25" y="370"/>
                    <a:pt x="25" y="537"/>
                  </a:cubicBezTo>
                  <a:cubicBezTo>
                    <a:pt x="1" y="727"/>
                    <a:pt x="120" y="894"/>
                    <a:pt x="286" y="989"/>
                  </a:cubicBezTo>
                  <a:cubicBezTo>
                    <a:pt x="374" y="1024"/>
                    <a:pt x="461" y="1046"/>
                    <a:pt x="548" y="1046"/>
                  </a:cubicBezTo>
                  <a:cubicBezTo>
                    <a:pt x="580" y="1046"/>
                    <a:pt x="612" y="1043"/>
                    <a:pt x="644" y="1037"/>
                  </a:cubicBezTo>
                  <a:lnTo>
                    <a:pt x="715" y="1037"/>
                  </a:lnTo>
                  <a:cubicBezTo>
                    <a:pt x="906" y="989"/>
                    <a:pt x="1072" y="775"/>
                    <a:pt x="1072" y="537"/>
                  </a:cubicBezTo>
                  <a:cubicBezTo>
                    <a:pt x="1072" y="298"/>
                    <a:pt x="906" y="84"/>
                    <a:pt x="715" y="36"/>
                  </a:cubicBezTo>
                  <a:cubicBezTo>
                    <a:pt x="668" y="13"/>
                    <a:pt x="620" y="1"/>
                    <a:pt x="57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98"/>
            <p:cNvSpPr/>
            <p:nvPr/>
          </p:nvSpPr>
          <p:spPr>
            <a:xfrm>
              <a:off x="7609115" y="3763342"/>
              <a:ext cx="29845" cy="30143"/>
            </a:xfrm>
            <a:custGeom>
              <a:rect b="b" l="l" r="r" t="t"/>
              <a:pathLst>
                <a:path extrusionOk="0" h="1011" w="1001">
                  <a:moveTo>
                    <a:pt x="501" y="1"/>
                  </a:moveTo>
                  <a:cubicBezTo>
                    <a:pt x="524" y="72"/>
                    <a:pt x="572" y="144"/>
                    <a:pt x="572" y="239"/>
                  </a:cubicBezTo>
                  <a:cubicBezTo>
                    <a:pt x="572" y="405"/>
                    <a:pt x="453" y="596"/>
                    <a:pt x="286" y="667"/>
                  </a:cubicBezTo>
                  <a:cubicBezTo>
                    <a:pt x="262" y="715"/>
                    <a:pt x="262" y="715"/>
                    <a:pt x="239" y="715"/>
                  </a:cubicBezTo>
                  <a:cubicBezTo>
                    <a:pt x="167" y="739"/>
                    <a:pt x="96" y="739"/>
                    <a:pt x="24" y="739"/>
                  </a:cubicBezTo>
                  <a:lnTo>
                    <a:pt x="1" y="739"/>
                  </a:lnTo>
                  <a:cubicBezTo>
                    <a:pt x="48" y="858"/>
                    <a:pt x="167" y="977"/>
                    <a:pt x="334" y="1001"/>
                  </a:cubicBezTo>
                  <a:lnTo>
                    <a:pt x="382" y="1001"/>
                  </a:lnTo>
                  <a:cubicBezTo>
                    <a:pt x="409" y="1008"/>
                    <a:pt x="439"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98"/>
            <p:cNvSpPr/>
            <p:nvPr/>
          </p:nvSpPr>
          <p:spPr>
            <a:xfrm>
              <a:off x="7697875" y="3578725"/>
              <a:ext cx="31962" cy="29875"/>
            </a:xfrm>
            <a:custGeom>
              <a:rect b="b" l="l" r="r" t="t"/>
              <a:pathLst>
                <a:path extrusionOk="0" h="1002" w="1072">
                  <a:moveTo>
                    <a:pt x="358" y="1"/>
                  </a:moveTo>
                  <a:cubicBezTo>
                    <a:pt x="143" y="49"/>
                    <a:pt x="0" y="263"/>
                    <a:pt x="0" y="501"/>
                  </a:cubicBezTo>
                  <a:cubicBezTo>
                    <a:pt x="0" y="739"/>
                    <a:pt x="143" y="953"/>
                    <a:pt x="358" y="1001"/>
                  </a:cubicBezTo>
                  <a:lnTo>
                    <a:pt x="524" y="1001"/>
                  </a:lnTo>
                  <a:cubicBezTo>
                    <a:pt x="596" y="1001"/>
                    <a:pt x="691" y="1001"/>
                    <a:pt x="739" y="977"/>
                  </a:cubicBezTo>
                  <a:cubicBezTo>
                    <a:pt x="762" y="977"/>
                    <a:pt x="762"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98"/>
            <p:cNvSpPr/>
            <p:nvPr/>
          </p:nvSpPr>
          <p:spPr>
            <a:xfrm>
              <a:off x="7698591" y="3579441"/>
              <a:ext cx="30560" cy="30471"/>
            </a:xfrm>
            <a:custGeom>
              <a:rect b="b" l="l" r="r" t="t"/>
              <a:pathLst>
                <a:path extrusionOk="0" h="1022" w="1025">
                  <a:moveTo>
                    <a:pt x="500" y="1"/>
                  </a:moveTo>
                  <a:cubicBezTo>
                    <a:pt x="548" y="96"/>
                    <a:pt x="572" y="144"/>
                    <a:pt x="572" y="239"/>
                  </a:cubicBezTo>
                  <a:cubicBezTo>
                    <a:pt x="572" y="406"/>
                    <a:pt x="453" y="596"/>
                    <a:pt x="310" y="691"/>
                  </a:cubicBezTo>
                  <a:cubicBezTo>
                    <a:pt x="262" y="715"/>
                    <a:pt x="262" y="715"/>
                    <a:pt x="238" y="715"/>
                  </a:cubicBezTo>
                  <a:cubicBezTo>
                    <a:pt x="191" y="739"/>
                    <a:pt x="95"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98"/>
            <p:cNvSpPr/>
            <p:nvPr/>
          </p:nvSpPr>
          <p:spPr>
            <a:xfrm>
              <a:off x="7677273" y="3625595"/>
              <a:ext cx="71049" cy="113625"/>
            </a:xfrm>
            <a:custGeom>
              <a:rect b="b" l="l" r="r" t="t"/>
              <a:pathLst>
                <a:path extrusionOk="0" h="3811" w="2383">
                  <a:moveTo>
                    <a:pt x="953" y="1"/>
                  </a:moveTo>
                  <a:cubicBezTo>
                    <a:pt x="72" y="1"/>
                    <a:pt x="1" y="929"/>
                    <a:pt x="1" y="1215"/>
                  </a:cubicBezTo>
                  <a:lnTo>
                    <a:pt x="1" y="2239"/>
                  </a:lnTo>
                  <a:lnTo>
                    <a:pt x="1" y="2263"/>
                  </a:lnTo>
                  <a:cubicBezTo>
                    <a:pt x="73" y="2336"/>
                    <a:pt x="149" y="2364"/>
                    <a:pt x="216" y="2364"/>
                  </a:cubicBezTo>
                  <a:cubicBezTo>
                    <a:pt x="349" y="2364"/>
                    <a:pt x="453" y="2254"/>
                    <a:pt x="453" y="2144"/>
                  </a:cubicBezTo>
                  <a:lnTo>
                    <a:pt x="453" y="3573"/>
                  </a:lnTo>
                  <a:cubicBezTo>
                    <a:pt x="453" y="3597"/>
                    <a:pt x="453" y="3597"/>
                    <a:pt x="477" y="3620"/>
                  </a:cubicBezTo>
                  <a:cubicBezTo>
                    <a:pt x="580" y="3741"/>
                    <a:pt x="699" y="3790"/>
                    <a:pt x="808" y="3790"/>
                  </a:cubicBezTo>
                  <a:cubicBezTo>
                    <a:pt x="1002" y="3790"/>
                    <a:pt x="1168" y="3636"/>
                    <a:pt x="1168" y="3454"/>
                  </a:cubicBezTo>
                  <a:lnTo>
                    <a:pt x="1191" y="3454"/>
                  </a:lnTo>
                  <a:cubicBezTo>
                    <a:pt x="1191" y="3668"/>
                    <a:pt x="1358" y="3811"/>
                    <a:pt x="1549" y="3811"/>
                  </a:cubicBezTo>
                  <a:cubicBezTo>
                    <a:pt x="1715"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98"/>
            <p:cNvSpPr/>
            <p:nvPr/>
          </p:nvSpPr>
          <p:spPr>
            <a:xfrm>
              <a:off x="7718448" y="3653293"/>
              <a:ext cx="15653" cy="85241"/>
            </a:xfrm>
            <a:custGeom>
              <a:rect b="b" l="l" r="r" t="t"/>
              <a:pathLst>
                <a:path extrusionOk="0" h="2859" w="525">
                  <a:moveTo>
                    <a:pt x="477" y="0"/>
                  </a:moveTo>
                  <a:cubicBezTo>
                    <a:pt x="311" y="0"/>
                    <a:pt x="168" y="119"/>
                    <a:pt x="168" y="286"/>
                  </a:cubicBezTo>
                  <a:lnTo>
                    <a:pt x="168" y="2501"/>
                  </a:lnTo>
                  <a:cubicBezTo>
                    <a:pt x="168" y="2620"/>
                    <a:pt x="120" y="2739"/>
                    <a:pt x="1" y="2787"/>
                  </a:cubicBezTo>
                  <a:cubicBezTo>
                    <a:pt x="49" y="2811"/>
                    <a:pt x="120" y="2858"/>
                    <a:pt x="168" y="2858"/>
                  </a:cubicBezTo>
                  <a:cubicBezTo>
                    <a:pt x="382" y="2858"/>
                    <a:pt x="525" y="2691"/>
                    <a:pt x="525" y="2501"/>
                  </a:cubicBezTo>
                  <a:lnTo>
                    <a:pt x="525"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98"/>
            <p:cNvSpPr/>
            <p:nvPr/>
          </p:nvSpPr>
          <p:spPr>
            <a:xfrm>
              <a:off x="7707804" y="3626281"/>
              <a:ext cx="40519" cy="70363"/>
            </a:xfrm>
            <a:custGeom>
              <a:rect b="b" l="l" r="r" t="t"/>
              <a:pathLst>
                <a:path extrusionOk="0" h="2360" w="1359">
                  <a:moveTo>
                    <a:pt x="211" y="1"/>
                  </a:moveTo>
                  <a:cubicBezTo>
                    <a:pt x="197" y="1"/>
                    <a:pt x="182" y="1"/>
                    <a:pt x="167" y="1"/>
                  </a:cubicBezTo>
                  <a:lnTo>
                    <a:pt x="1" y="1"/>
                  </a:lnTo>
                  <a:cubicBezTo>
                    <a:pt x="548"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4" y="2240"/>
                    <a:pt x="1358" y="2169"/>
                    <a:pt x="1358" y="2121"/>
                  </a:cubicBezTo>
                  <a:lnTo>
                    <a:pt x="1358" y="1168"/>
                  </a:lnTo>
                  <a:cubicBezTo>
                    <a:pt x="1358" y="516"/>
                    <a:pt x="857" y="1"/>
                    <a:pt x="21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98"/>
            <p:cNvSpPr/>
            <p:nvPr/>
          </p:nvSpPr>
          <p:spPr>
            <a:xfrm>
              <a:off x="7677273" y="3809496"/>
              <a:ext cx="71049" cy="111627"/>
            </a:xfrm>
            <a:custGeom>
              <a:rect b="b" l="l" r="r" t="t"/>
              <a:pathLst>
                <a:path extrusionOk="0" h="3744" w="2383">
                  <a:moveTo>
                    <a:pt x="1191" y="1"/>
                  </a:moveTo>
                  <a:cubicBezTo>
                    <a:pt x="548"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8" y="3597"/>
                    <a:pt x="572" y="3620"/>
                  </a:cubicBezTo>
                  <a:cubicBezTo>
                    <a:pt x="666" y="3707"/>
                    <a:pt x="766" y="3744"/>
                    <a:pt x="857" y="3744"/>
                  </a:cubicBezTo>
                  <a:cubicBezTo>
                    <a:pt x="1042" y="3744"/>
                    <a:pt x="1191" y="3590"/>
                    <a:pt x="1191" y="3382"/>
                  </a:cubicBezTo>
                  <a:cubicBezTo>
                    <a:pt x="1191" y="3590"/>
                    <a:pt x="1341" y="3744"/>
                    <a:pt x="1526" y="3744"/>
                  </a:cubicBezTo>
                  <a:cubicBezTo>
                    <a:pt x="1617" y="3744"/>
                    <a:pt x="1716" y="3707"/>
                    <a:pt x="1811" y="3620"/>
                  </a:cubicBezTo>
                  <a:cubicBezTo>
                    <a:pt x="1882" y="3597"/>
                    <a:pt x="1882" y="3525"/>
                    <a:pt x="1882" y="3477"/>
                  </a:cubicBezTo>
                  <a:lnTo>
                    <a:pt x="1882" y="2501"/>
                  </a:lnTo>
                  <a:lnTo>
                    <a:pt x="2096" y="2501"/>
                  </a:lnTo>
                  <a:cubicBezTo>
                    <a:pt x="2168" y="2501"/>
                    <a:pt x="2239" y="2406"/>
                    <a:pt x="2239" y="2311"/>
                  </a:cubicBezTo>
                  <a:lnTo>
                    <a:pt x="2168" y="2049"/>
                  </a:lnTo>
                  <a:lnTo>
                    <a:pt x="2168" y="2049"/>
                  </a:lnTo>
                  <a:cubicBezTo>
                    <a:pt x="2215" y="2072"/>
                    <a:pt x="2239" y="2072"/>
                    <a:pt x="2239" y="2072"/>
                  </a:cubicBezTo>
                  <a:cubicBezTo>
                    <a:pt x="2263" y="2072"/>
                    <a:pt x="2263" y="2049"/>
                    <a:pt x="2287" y="2049"/>
                  </a:cubicBezTo>
                  <a:cubicBezTo>
                    <a:pt x="2335"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98"/>
            <p:cNvSpPr/>
            <p:nvPr/>
          </p:nvSpPr>
          <p:spPr>
            <a:xfrm>
              <a:off x="7707088" y="3810211"/>
              <a:ext cx="41234" cy="112224"/>
            </a:xfrm>
            <a:custGeom>
              <a:rect b="b" l="l" r="r" t="t"/>
              <a:pathLst>
                <a:path extrusionOk="0" h="3764" w="1383">
                  <a:moveTo>
                    <a:pt x="1" y="0"/>
                  </a:moveTo>
                  <a:cubicBezTo>
                    <a:pt x="572" y="72"/>
                    <a:pt x="1025" y="572"/>
                    <a:pt x="1025" y="1167"/>
                  </a:cubicBezTo>
                  <a:lnTo>
                    <a:pt x="1025" y="1834"/>
                  </a:lnTo>
                  <a:cubicBezTo>
                    <a:pt x="1025" y="1858"/>
                    <a:pt x="1001" y="1906"/>
                    <a:pt x="1001" y="1929"/>
                  </a:cubicBezTo>
                  <a:cubicBezTo>
                    <a:pt x="1001" y="1953"/>
                    <a:pt x="953" y="1977"/>
                    <a:pt x="930" y="2025"/>
                  </a:cubicBezTo>
                  <a:cubicBezTo>
                    <a:pt x="906" y="2025"/>
                    <a:pt x="906" y="2048"/>
                    <a:pt x="882" y="2048"/>
                  </a:cubicBezTo>
                  <a:lnTo>
                    <a:pt x="834" y="2048"/>
                  </a:lnTo>
                  <a:lnTo>
                    <a:pt x="906" y="2310"/>
                  </a:lnTo>
                  <a:cubicBezTo>
                    <a:pt x="930" y="2406"/>
                    <a:pt x="834" y="2501"/>
                    <a:pt x="763" y="2501"/>
                  </a:cubicBezTo>
                  <a:lnTo>
                    <a:pt x="692" y="2501"/>
                  </a:lnTo>
                  <a:cubicBezTo>
                    <a:pt x="596" y="2501"/>
                    <a:pt x="525" y="2572"/>
                    <a:pt x="525" y="2668"/>
                  </a:cubicBezTo>
                  <a:lnTo>
                    <a:pt x="525" y="3382"/>
                  </a:lnTo>
                  <a:cubicBezTo>
                    <a:pt x="525" y="3525"/>
                    <a:pt x="453" y="3644"/>
                    <a:pt x="334" y="3715"/>
                  </a:cubicBezTo>
                  <a:cubicBezTo>
                    <a:pt x="406" y="3739"/>
                    <a:pt x="453" y="3763"/>
                    <a:pt x="549" y="3763"/>
                  </a:cubicBezTo>
                  <a:cubicBezTo>
                    <a:pt x="763" y="3763"/>
                    <a:pt x="906" y="3596"/>
                    <a:pt x="906" y="3406"/>
                  </a:cubicBezTo>
                  <a:lnTo>
                    <a:pt x="906" y="2525"/>
                  </a:lnTo>
                  <a:lnTo>
                    <a:pt x="1120" y="2525"/>
                  </a:lnTo>
                  <a:cubicBezTo>
                    <a:pt x="1215" y="2525"/>
                    <a:pt x="1287" y="2429"/>
                    <a:pt x="1263" y="2334"/>
                  </a:cubicBezTo>
                  <a:lnTo>
                    <a:pt x="1215" y="2072"/>
                  </a:lnTo>
                  <a:lnTo>
                    <a:pt x="1239" y="2072"/>
                  </a:lnTo>
                  <a:cubicBezTo>
                    <a:pt x="1263" y="2072"/>
                    <a:pt x="1287" y="2048"/>
                    <a:pt x="1287" y="2048"/>
                  </a:cubicBezTo>
                  <a:cubicBezTo>
                    <a:pt x="1335"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98"/>
            <p:cNvSpPr/>
            <p:nvPr/>
          </p:nvSpPr>
          <p:spPr>
            <a:xfrm>
              <a:off x="7697875" y="3762984"/>
              <a:ext cx="31276" cy="31186"/>
            </a:xfrm>
            <a:custGeom>
              <a:rect b="b" l="l" r="r" t="t"/>
              <a:pathLst>
                <a:path extrusionOk="0" h="1046" w="1049">
                  <a:moveTo>
                    <a:pt x="548" y="1"/>
                  </a:moveTo>
                  <a:cubicBezTo>
                    <a:pt x="500" y="1"/>
                    <a:pt x="453" y="13"/>
                    <a:pt x="405" y="36"/>
                  </a:cubicBezTo>
                  <a:cubicBezTo>
                    <a:pt x="358" y="36"/>
                    <a:pt x="334" y="60"/>
                    <a:pt x="262" y="84"/>
                  </a:cubicBezTo>
                  <a:cubicBezTo>
                    <a:pt x="119" y="179"/>
                    <a:pt x="0" y="370"/>
                    <a:pt x="0" y="537"/>
                  </a:cubicBezTo>
                  <a:cubicBezTo>
                    <a:pt x="0" y="727"/>
                    <a:pt x="96" y="894"/>
                    <a:pt x="262" y="989"/>
                  </a:cubicBezTo>
                  <a:cubicBezTo>
                    <a:pt x="349" y="1024"/>
                    <a:pt x="437" y="1046"/>
                    <a:pt x="524" y="1046"/>
                  </a:cubicBezTo>
                  <a:cubicBezTo>
                    <a:pt x="556" y="1046"/>
                    <a:pt x="588" y="1043"/>
                    <a:pt x="620" y="1037"/>
                  </a:cubicBezTo>
                  <a:lnTo>
                    <a:pt x="691" y="1037"/>
                  </a:lnTo>
                  <a:cubicBezTo>
                    <a:pt x="881" y="989"/>
                    <a:pt x="1048" y="775"/>
                    <a:pt x="1048" y="537"/>
                  </a:cubicBezTo>
                  <a:cubicBezTo>
                    <a:pt x="1048" y="298"/>
                    <a:pt x="881" y="84"/>
                    <a:pt x="691" y="36"/>
                  </a:cubicBezTo>
                  <a:cubicBezTo>
                    <a:pt x="643" y="13"/>
                    <a:pt x="596" y="1"/>
                    <a:pt x="548"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98"/>
            <p:cNvSpPr/>
            <p:nvPr/>
          </p:nvSpPr>
          <p:spPr>
            <a:xfrm>
              <a:off x="7698591" y="3763342"/>
              <a:ext cx="30560" cy="30143"/>
            </a:xfrm>
            <a:custGeom>
              <a:rect b="b" l="l" r="r" t="t"/>
              <a:pathLst>
                <a:path extrusionOk="0" h="1011" w="1025">
                  <a:moveTo>
                    <a:pt x="500" y="1"/>
                  </a:moveTo>
                  <a:cubicBezTo>
                    <a:pt x="548" y="72"/>
                    <a:pt x="572" y="144"/>
                    <a:pt x="572" y="239"/>
                  </a:cubicBezTo>
                  <a:cubicBezTo>
                    <a:pt x="572" y="405"/>
                    <a:pt x="453" y="596"/>
                    <a:pt x="310" y="667"/>
                  </a:cubicBezTo>
                  <a:cubicBezTo>
                    <a:pt x="262" y="715"/>
                    <a:pt x="262" y="715"/>
                    <a:pt x="238" y="715"/>
                  </a:cubicBezTo>
                  <a:cubicBezTo>
                    <a:pt x="191" y="739"/>
                    <a:pt x="95" y="739"/>
                    <a:pt x="24" y="739"/>
                  </a:cubicBezTo>
                  <a:lnTo>
                    <a:pt x="0" y="739"/>
                  </a:lnTo>
                  <a:cubicBezTo>
                    <a:pt x="72" y="858"/>
                    <a:pt x="191" y="977"/>
                    <a:pt x="334" y="1001"/>
                  </a:cubicBezTo>
                  <a:lnTo>
                    <a:pt x="381" y="1001"/>
                  </a:lnTo>
                  <a:cubicBezTo>
                    <a:pt x="409" y="1008"/>
                    <a:pt x="439" y="1011"/>
                    <a:pt x="470" y="1011"/>
                  </a:cubicBezTo>
                  <a:cubicBezTo>
                    <a:pt x="544" y="1011"/>
                    <a:pt x="623" y="994"/>
                    <a:pt x="691" y="977"/>
                  </a:cubicBezTo>
                  <a:cubicBezTo>
                    <a:pt x="905" y="882"/>
                    <a:pt x="1024" y="715"/>
                    <a:pt x="1024" y="501"/>
                  </a:cubicBezTo>
                  <a:cubicBezTo>
                    <a:pt x="1024" y="239"/>
                    <a:pt x="786" y="1"/>
                    <a:pt x="500"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98"/>
            <p:cNvSpPr/>
            <p:nvPr/>
          </p:nvSpPr>
          <p:spPr>
            <a:xfrm>
              <a:off x="7403210" y="3803831"/>
              <a:ext cx="83094" cy="121436"/>
            </a:xfrm>
            <a:custGeom>
              <a:rect b="b" l="l" r="r" t="t"/>
              <a:pathLst>
                <a:path extrusionOk="0" h="4073" w="2787">
                  <a:moveTo>
                    <a:pt x="1286" y="2882"/>
                  </a:moveTo>
                  <a:lnTo>
                    <a:pt x="1286" y="3572"/>
                  </a:lnTo>
                  <a:lnTo>
                    <a:pt x="1286" y="3667"/>
                  </a:lnTo>
                  <a:cubicBezTo>
                    <a:pt x="1239" y="3763"/>
                    <a:pt x="1167" y="3787"/>
                    <a:pt x="1096" y="3787"/>
                  </a:cubicBezTo>
                  <a:cubicBezTo>
                    <a:pt x="1001" y="3787"/>
                    <a:pt x="929" y="3691"/>
                    <a:pt x="929" y="3596"/>
                  </a:cubicBezTo>
                  <a:lnTo>
                    <a:pt x="929" y="2882"/>
                  </a:lnTo>
                  <a:close/>
                  <a:moveTo>
                    <a:pt x="2001" y="2882"/>
                  </a:moveTo>
                  <a:lnTo>
                    <a:pt x="2001" y="3596"/>
                  </a:lnTo>
                  <a:cubicBezTo>
                    <a:pt x="2001" y="3691"/>
                    <a:pt x="1905" y="3787"/>
                    <a:pt x="1810" y="3787"/>
                  </a:cubicBezTo>
                  <a:cubicBezTo>
                    <a:pt x="1715" y="3787"/>
                    <a:pt x="1667" y="3763"/>
                    <a:pt x="1644" y="3667"/>
                  </a:cubicBezTo>
                  <a:lnTo>
                    <a:pt x="1644" y="3596"/>
                  </a:lnTo>
                  <a:lnTo>
                    <a:pt x="1644" y="3572"/>
                  </a:lnTo>
                  <a:lnTo>
                    <a:pt x="1644" y="2882"/>
                  </a:lnTo>
                  <a:close/>
                  <a:moveTo>
                    <a:pt x="1334" y="0"/>
                  </a:moveTo>
                  <a:cubicBezTo>
                    <a:pt x="953" y="0"/>
                    <a:pt x="619" y="119"/>
                    <a:pt x="358"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7" y="2834"/>
                  </a:lnTo>
                  <a:lnTo>
                    <a:pt x="477" y="3548"/>
                  </a:lnTo>
                  <a:cubicBezTo>
                    <a:pt x="477" y="3834"/>
                    <a:pt x="667" y="4072"/>
                    <a:pt x="977" y="4072"/>
                  </a:cubicBezTo>
                  <a:cubicBezTo>
                    <a:pt x="1120" y="4072"/>
                    <a:pt x="1239" y="4048"/>
                    <a:pt x="1358" y="3929"/>
                  </a:cubicBezTo>
                  <a:cubicBezTo>
                    <a:pt x="1453" y="4025"/>
                    <a:pt x="1572" y="4072"/>
                    <a:pt x="1715" y="4072"/>
                  </a:cubicBezTo>
                  <a:lnTo>
                    <a:pt x="1739" y="4072"/>
                  </a:lnTo>
                  <a:cubicBezTo>
                    <a:pt x="2025" y="4072"/>
                    <a:pt x="2263" y="3834"/>
                    <a:pt x="2263" y="3548"/>
                  </a:cubicBezTo>
                  <a:lnTo>
                    <a:pt x="2263" y="2834"/>
                  </a:lnTo>
                  <a:lnTo>
                    <a:pt x="2334" y="2834"/>
                  </a:lnTo>
                  <a:cubicBezTo>
                    <a:pt x="2525" y="2763"/>
                    <a:pt x="2620" y="2620"/>
                    <a:pt x="2620" y="2453"/>
                  </a:cubicBezTo>
                  <a:lnTo>
                    <a:pt x="2572" y="2286"/>
                  </a:lnTo>
                  <a:lnTo>
                    <a:pt x="2620" y="2262"/>
                  </a:lnTo>
                  <a:cubicBezTo>
                    <a:pt x="2691" y="2167"/>
                    <a:pt x="2739" y="2096"/>
                    <a:pt x="2739" y="1977"/>
                  </a:cubicBezTo>
                  <a:lnTo>
                    <a:pt x="2739" y="1286"/>
                  </a:lnTo>
                  <a:cubicBezTo>
                    <a:pt x="2787" y="1143"/>
                    <a:pt x="2739" y="905"/>
                    <a:pt x="2620" y="691"/>
                  </a:cubicBezTo>
                  <a:cubicBezTo>
                    <a:pt x="2579" y="640"/>
                    <a:pt x="2517" y="611"/>
                    <a:pt x="2457" y="611"/>
                  </a:cubicBezTo>
                  <a:cubicBezTo>
                    <a:pt x="2376" y="611"/>
                    <a:pt x="2300"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1" y="1143"/>
                  </a:cubicBezTo>
                  <a:cubicBezTo>
                    <a:pt x="2170" y="1135"/>
                    <a:pt x="2150" y="1131"/>
                    <a:pt x="2132" y="1131"/>
                  </a:cubicBezTo>
                  <a:cubicBezTo>
                    <a:pt x="2049" y="1131"/>
                    <a:pt x="2001" y="1212"/>
                    <a:pt x="2001" y="1310"/>
                  </a:cubicBezTo>
                  <a:lnTo>
                    <a:pt x="2001" y="2048"/>
                  </a:lnTo>
                  <a:lnTo>
                    <a:pt x="2001" y="2096"/>
                  </a:lnTo>
                  <a:cubicBezTo>
                    <a:pt x="2025" y="2262"/>
                    <a:pt x="2144" y="2405"/>
                    <a:pt x="2310" y="2453"/>
                  </a:cubicBezTo>
                  <a:lnTo>
                    <a:pt x="2310" y="2524"/>
                  </a:lnTo>
                  <a:lnTo>
                    <a:pt x="572" y="2524"/>
                  </a:lnTo>
                  <a:lnTo>
                    <a:pt x="572" y="2453"/>
                  </a:lnTo>
                  <a:cubicBezTo>
                    <a:pt x="739" y="2405"/>
                    <a:pt x="881" y="2262"/>
                    <a:pt x="881" y="2048"/>
                  </a:cubicBezTo>
                  <a:lnTo>
                    <a:pt x="881" y="2024"/>
                  </a:lnTo>
                  <a:lnTo>
                    <a:pt x="881" y="1286"/>
                  </a:lnTo>
                  <a:cubicBezTo>
                    <a:pt x="881" y="1191"/>
                    <a:pt x="834" y="1143"/>
                    <a:pt x="739" y="1096"/>
                  </a:cubicBezTo>
                  <a:cubicBezTo>
                    <a:pt x="726" y="1093"/>
                    <a:pt x="714" y="1092"/>
                    <a:pt x="702" y="1092"/>
                  </a:cubicBezTo>
                  <a:cubicBezTo>
                    <a:pt x="601" y="1092"/>
                    <a:pt x="524" y="1179"/>
                    <a:pt x="524" y="1286"/>
                  </a:cubicBezTo>
                  <a:lnTo>
                    <a:pt x="524" y="2024"/>
                  </a:lnTo>
                  <a:cubicBezTo>
                    <a:pt x="524" y="2024"/>
                    <a:pt x="500" y="2096"/>
                    <a:pt x="477" y="2096"/>
                  </a:cubicBezTo>
                  <a:cubicBezTo>
                    <a:pt x="429" y="2096"/>
                    <a:pt x="405" y="2048"/>
                    <a:pt x="405" y="2024"/>
                  </a:cubicBezTo>
                  <a:lnTo>
                    <a:pt x="405" y="1334"/>
                  </a:lnTo>
                  <a:cubicBezTo>
                    <a:pt x="405" y="786"/>
                    <a:pt x="858" y="333"/>
                    <a:pt x="1429" y="333"/>
                  </a:cubicBezTo>
                  <a:cubicBezTo>
                    <a:pt x="1548" y="333"/>
                    <a:pt x="1667" y="357"/>
                    <a:pt x="1739" y="381"/>
                  </a:cubicBezTo>
                  <a:cubicBezTo>
                    <a:pt x="1760" y="392"/>
                    <a:pt x="1781" y="396"/>
                    <a:pt x="1801" y="396"/>
                  </a:cubicBezTo>
                  <a:cubicBezTo>
                    <a:pt x="1872" y="396"/>
                    <a:pt x="1935" y="336"/>
                    <a:pt x="1953" y="262"/>
                  </a:cubicBezTo>
                  <a:cubicBezTo>
                    <a:pt x="1977" y="191"/>
                    <a:pt x="1929" y="95"/>
                    <a:pt x="1834" y="71"/>
                  </a:cubicBezTo>
                  <a:cubicBezTo>
                    <a:pt x="1691"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98"/>
            <p:cNvSpPr/>
            <p:nvPr/>
          </p:nvSpPr>
          <p:spPr>
            <a:xfrm>
              <a:off x="7425929" y="3757677"/>
              <a:ext cx="41204" cy="41204"/>
            </a:xfrm>
            <a:custGeom>
              <a:rect b="b" l="l" r="r" t="t"/>
              <a:pathLst>
                <a:path extrusionOk="0" h="1382" w="1382">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98"/>
            <p:cNvSpPr/>
            <p:nvPr/>
          </p:nvSpPr>
          <p:spPr>
            <a:xfrm>
              <a:off x="7425929" y="3573060"/>
              <a:ext cx="41204" cy="41204"/>
            </a:xfrm>
            <a:custGeom>
              <a:rect b="b" l="l" r="r" t="t"/>
              <a:pathLst>
                <a:path extrusionOk="0" h="1382" w="1382">
                  <a:moveTo>
                    <a:pt x="691" y="334"/>
                  </a:moveTo>
                  <a:cubicBezTo>
                    <a:pt x="882" y="334"/>
                    <a:pt x="1024" y="500"/>
                    <a:pt x="1048" y="691"/>
                  </a:cubicBezTo>
                  <a:cubicBezTo>
                    <a:pt x="1048" y="905"/>
                    <a:pt x="858" y="1048"/>
                    <a:pt x="691" y="1048"/>
                  </a:cubicBezTo>
                  <a:cubicBezTo>
                    <a:pt x="477"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98"/>
            <p:cNvSpPr/>
            <p:nvPr/>
          </p:nvSpPr>
          <p:spPr>
            <a:xfrm>
              <a:off x="7403926" y="3622047"/>
              <a:ext cx="82379" cy="122868"/>
            </a:xfrm>
            <a:custGeom>
              <a:rect b="b" l="l" r="r" t="t"/>
              <a:pathLst>
                <a:path extrusionOk="0" h="4121" w="2763">
                  <a:moveTo>
                    <a:pt x="1334" y="1"/>
                  </a:moveTo>
                  <a:cubicBezTo>
                    <a:pt x="953" y="1"/>
                    <a:pt x="619" y="120"/>
                    <a:pt x="357" y="405"/>
                  </a:cubicBezTo>
                  <a:cubicBezTo>
                    <a:pt x="191" y="620"/>
                    <a:pt x="95" y="882"/>
                    <a:pt x="24" y="1144"/>
                  </a:cubicBezTo>
                  <a:cubicBezTo>
                    <a:pt x="0" y="1358"/>
                    <a:pt x="0" y="1572"/>
                    <a:pt x="0" y="1787"/>
                  </a:cubicBezTo>
                  <a:lnTo>
                    <a:pt x="0" y="1977"/>
                  </a:lnTo>
                  <a:lnTo>
                    <a:pt x="0" y="2453"/>
                  </a:lnTo>
                  <a:cubicBezTo>
                    <a:pt x="0" y="2501"/>
                    <a:pt x="24" y="2549"/>
                    <a:pt x="72" y="2549"/>
                  </a:cubicBezTo>
                  <a:cubicBezTo>
                    <a:pt x="214" y="2668"/>
                    <a:pt x="357" y="2692"/>
                    <a:pt x="476" y="2692"/>
                  </a:cubicBezTo>
                  <a:lnTo>
                    <a:pt x="476" y="3597"/>
                  </a:lnTo>
                  <a:cubicBezTo>
                    <a:pt x="476" y="3882"/>
                    <a:pt x="691" y="4120"/>
                    <a:pt x="977" y="4120"/>
                  </a:cubicBezTo>
                  <a:cubicBezTo>
                    <a:pt x="1143" y="4120"/>
                    <a:pt x="1262" y="4073"/>
                    <a:pt x="1381" y="3978"/>
                  </a:cubicBezTo>
                  <a:cubicBezTo>
                    <a:pt x="1453" y="4073"/>
                    <a:pt x="1620" y="4120"/>
                    <a:pt x="1762" y="4120"/>
                  </a:cubicBezTo>
                  <a:cubicBezTo>
                    <a:pt x="2048" y="4120"/>
                    <a:pt x="2263" y="3859"/>
                    <a:pt x="2263" y="3597"/>
                  </a:cubicBezTo>
                  <a:lnTo>
                    <a:pt x="2263" y="2692"/>
                  </a:lnTo>
                  <a:lnTo>
                    <a:pt x="2405" y="2692"/>
                  </a:lnTo>
                  <a:cubicBezTo>
                    <a:pt x="2596" y="2668"/>
                    <a:pt x="2739" y="2453"/>
                    <a:pt x="2739" y="2287"/>
                  </a:cubicBezTo>
                  <a:lnTo>
                    <a:pt x="2739" y="1620"/>
                  </a:lnTo>
                  <a:lnTo>
                    <a:pt x="2763" y="1310"/>
                  </a:lnTo>
                  <a:cubicBezTo>
                    <a:pt x="2763" y="1096"/>
                    <a:pt x="2739" y="953"/>
                    <a:pt x="2691" y="810"/>
                  </a:cubicBezTo>
                  <a:lnTo>
                    <a:pt x="2596" y="620"/>
                  </a:lnTo>
                  <a:cubicBezTo>
                    <a:pt x="2555" y="569"/>
                    <a:pt x="2493" y="540"/>
                    <a:pt x="2433" y="540"/>
                  </a:cubicBezTo>
                  <a:cubicBezTo>
                    <a:pt x="2352" y="540"/>
                    <a:pt x="2276"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05" y="2311"/>
                    <a:pt x="2358" y="2311"/>
                  </a:cubicBezTo>
                  <a:cubicBezTo>
                    <a:pt x="2334" y="2311"/>
                    <a:pt x="2334" y="2287"/>
                    <a:pt x="2334" y="2263"/>
                  </a:cubicBezTo>
                  <a:lnTo>
                    <a:pt x="2334" y="2215"/>
                  </a:lnTo>
                  <a:lnTo>
                    <a:pt x="2334" y="1215"/>
                  </a:lnTo>
                  <a:cubicBezTo>
                    <a:pt x="2334" y="1120"/>
                    <a:pt x="2263" y="1072"/>
                    <a:pt x="2167" y="1025"/>
                  </a:cubicBezTo>
                  <a:cubicBezTo>
                    <a:pt x="2155" y="1022"/>
                    <a:pt x="2143" y="1021"/>
                    <a:pt x="2132" y="1021"/>
                  </a:cubicBezTo>
                  <a:cubicBezTo>
                    <a:pt x="2034" y="1021"/>
                    <a:pt x="1977" y="1108"/>
                    <a:pt x="1977" y="1215"/>
                  </a:cubicBezTo>
                  <a:lnTo>
                    <a:pt x="1977" y="3525"/>
                  </a:lnTo>
                  <a:cubicBezTo>
                    <a:pt x="1977" y="3632"/>
                    <a:pt x="1881" y="3719"/>
                    <a:pt x="1776" y="3719"/>
                  </a:cubicBezTo>
                  <a:cubicBezTo>
                    <a:pt x="1763" y="3719"/>
                    <a:pt x="1751" y="3718"/>
                    <a:pt x="1739" y="3716"/>
                  </a:cubicBezTo>
                  <a:cubicBezTo>
                    <a:pt x="1643" y="3692"/>
                    <a:pt x="1620" y="3620"/>
                    <a:pt x="1620" y="3525"/>
                  </a:cubicBezTo>
                  <a:lnTo>
                    <a:pt x="1620" y="3501"/>
                  </a:lnTo>
                  <a:lnTo>
                    <a:pt x="1620" y="2025"/>
                  </a:lnTo>
                  <a:cubicBezTo>
                    <a:pt x="1620" y="1930"/>
                    <a:pt x="1548" y="1858"/>
                    <a:pt x="1453" y="1834"/>
                  </a:cubicBezTo>
                  <a:cubicBezTo>
                    <a:pt x="1440" y="1832"/>
                    <a:pt x="1428" y="1831"/>
                    <a:pt x="1417" y="1831"/>
                  </a:cubicBezTo>
                  <a:cubicBezTo>
                    <a:pt x="1320" y="1831"/>
                    <a:pt x="1262" y="1918"/>
                    <a:pt x="1262" y="2025"/>
                  </a:cubicBezTo>
                  <a:lnTo>
                    <a:pt x="1262" y="3501"/>
                  </a:lnTo>
                  <a:lnTo>
                    <a:pt x="1262" y="3525"/>
                  </a:lnTo>
                  <a:cubicBezTo>
                    <a:pt x="1262" y="3620"/>
                    <a:pt x="1191" y="3692"/>
                    <a:pt x="1143" y="3716"/>
                  </a:cubicBezTo>
                  <a:cubicBezTo>
                    <a:pt x="1131" y="3718"/>
                    <a:pt x="1118" y="3719"/>
                    <a:pt x="1106" y="3719"/>
                  </a:cubicBezTo>
                  <a:cubicBezTo>
                    <a:pt x="1001" y="3719"/>
                    <a:pt x="905" y="3632"/>
                    <a:pt x="905" y="3525"/>
                  </a:cubicBezTo>
                  <a:lnTo>
                    <a:pt x="905" y="1215"/>
                  </a:lnTo>
                  <a:cubicBezTo>
                    <a:pt x="905" y="1120"/>
                    <a:pt x="834" y="1072"/>
                    <a:pt x="738" y="1025"/>
                  </a:cubicBezTo>
                  <a:cubicBezTo>
                    <a:pt x="726" y="1022"/>
                    <a:pt x="714" y="1021"/>
                    <a:pt x="703" y="1021"/>
                  </a:cubicBezTo>
                  <a:cubicBezTo>
                    <a:pt x="605" y="1021"/>
                    <a:pt x="548" y="1108"/>
                    <a:pt x="548" y="1215"/>
                  </a:cubicBezTo>
                  <a:lnTo>
                    <a:pt x="548" y="2263"/>
                  </a:lnTo>
                  <a:cubicBezTo>
                    <a:pt x="548" y="2287"/>
                    <a:pt x="500" y="2311"/>
                    <a:pt x="476" y="2311"/>
                  </a:cubicBezTo>
                  <a:cubicBezTo>
                    <a:pt x="453" y="2311"/>
                    <a:pt x="429" y="2287"/>
                    <a:pt x="429" y="2263"/>
                  </a:cubicBezTo>
                  <a:lnTo>
                    <a:pt x="429" y="1906"/>
                  </a:lnTo>
                  <a:lnTo>
                    <a:pt x="429" y="1429"/>
                  </a:lnTo>
                  <a:cubicBezTo>
                    <a:pt x="429" y="1310"/>
                    <a:pt x="429" y="1144"/>
                    <a:pt x="453" y="1025"/>
                  </a:cubicBezTo>
                  <a:cubicBezTo>
                    <a:pt x="476" y="906"/>
                    <a:pt x="548" y="834"/>
                    <a:pt x="595" y="739"/>
                  </a:cubicBezTo>
                  <a:cubicBezTo>
                    <a:pt x="715" y="548"/>
                    <a:pt x="929" y="405"/>
                    <a:pt x="1143" y="358"/>
                  </a:cubicBezTo>
                  <a:cubicBezTo>
                    <a:pt x="1215" y="310"/>
                    <a:pt x="1334" y="310"/>
                    <a:pt x="1429" y="310"/>
                  </a:cubicBezTo>
                  <a:cubicBezTo>
                    <a:pt x="1548" y="310"/>
                    <a:pt x="1667" y="358"/>
                    <a:pt x="1762" y="382"/>
                  </a:cubicBezTo>
                  <a:cubicBezTo>
                    <a:pt x="1775" y="386"/>
                    <a:pt x="1788" y="388"/>
                    <a:pt x="1801" y="388"/>
                  </a:cubicBezTo>
                  <a:cubicBezTo>
                    <a:pt x="1865" y="388"/>
                    <a:pt x="1937" y="341"/>
                    <a:pt x="1977" y="263"/>
                  </a:cubicBezTo>
                  <a:cubicBezTo>
                    <a:pt x="2001" y="167"/>
                    <a:pt x="1929" y="72"/>
                    <a:pt x="1834" y="48"/>
                  </a:cubicBezTo>
                  <a:cubicBezTo>
                    <a:pt x="1691" y="1"/>
                    <a:pt x="1405"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98"/>
            <p:cNvSpPr/>
            <p:nvPr/>
          </p:nvSpPr>
          <p:spPr>
            <a:xfrm>
              <a:off x="7491970" y="3803831"/>
              <a:ext cx="83094" cy="121436"/>
            </a:xfrm>
            <a:custGeom>
              <a:rect b="b" l="l" r="r" t="t"/>
              <a:pathLst>
                <a:path extrusionOk="0" h="4073" w="2787">
                  <a:moveTo>
                    <a:pt x="1286" y="2882"/>
                  </a:moveTo>
                  <a:lnTo>
                    <a:pt x="1286" y="3572"/>
                  </a:lnTo>
                  <a:lnTo>
                    <a:pt x="1286" y="3667"/>
                  </a:lnTo>
                  <a:cubicBezTo>
                    <a:pt x="1238" y="3763"/>
                    <a:pt x="1167" y="3787"/>
                    <a:pt x="1096" y="3787"/>
                  </a:cubicBezTo>
                  <a:cubicBezTo>
                    <a:pt x="1000" y="3787"/>
                    <a:pt x="929" y="3691"/>
                    <a:pt x="929" y="3596"/>
                  </a:cubicBezTo>
                  <a:lnTo>
                    <a:pt x="929" y="2882"/>
                  </a:lnTo>
                  <a:close/>
                  <a:moveTo>
                    <a:pt x="2001" y="2882"/>
                  </a:moveTo>
                  <a:lnTo>
                    <a:pt x="2001" y="3596"/>
                  </a:lnTo>
                  <a:cubicBezTo>
                    <a:pt x="2001" y="3691"/>
                    <a:pt x="1905" y="3787"/>
                    <a:pt x="1810" y="3787"/>
                  </a:cubicBezTo>
                  <a:cubicBezTo>
                    <a:pt x="1715" y="3787"/>
                    <a:pt x="1667" y="3763"/>
                    <a:pt x="1643" y="3667"/>
                  </a:cubicBezTo>
                  <a:lnTo>
                    <a:pt x="1643" y="3596"/>
                  </a:lnTo>
                  <a:lnTo>
                    <a:pt x="1643" y="3572"/>
                  </a:lnTo>
                  <a:lnTo>
                    <a:pt x="1643" y="2882"/>
                  </a:lnTo>
                  <a:close/>
                  <a:moveTo>
                    <a:pt x="1334" y="0"/>
                  </a:moveTo>
                  <a:cubicBezTo>
                    <a:pt x="953" y="0"/>
                    <a:pt x="619" y="119"/>
                    <a:pt x="357"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6" y="2834"/>
                  </a:lnTo>
                  <a:lnTo>
                    <a:pt x="476" y="3548"/>
                  </a:lnTo>
                  <a:cubicBezTo>
                    <a:pt x="476" y="3834"/>
                    <a:pt x="667" y="4072"/>
                    <a:pt x="977" y="4072"/>
                  </a:cubicBezTo>
                  <a:cubicBezTo>
                    <a:pt x="1119" y="4072"/>
                    <a:pt x="1238" y="4048"/>
                    <a:pt x="1358" y="3929"/>
                  </a:cubicBezTo>
                  <a:cubicBezTo>
                    <a:pt x="1453" y="4025"/>
                    <a:pt x="1572" y="4072"/>
                    <a:pt x="1715" y="4072"/>
                  </a:cubicBezTo>
                  <a:lnTo>
                    <a:pt x="1739" y="4072"/>
                  </a:lnTo>
                  <a:cubicBezTo>
                    <a:pt x="2024" y="4072"/>
                    <a:pt x="2263" y="3834"/>
                    <a:pt x="2263" y="3548"/>
                  </a:cubicBezTo>
                  <a:lnTo>
                    <a:pt x="2263" y="2834"/>
                  </a:lnTo>
                  <a:lnTo>
                    <a:pt x="2334" y="2834"/>
                  </a:lnTo>
                  <a:cubicBezTo>
                    <a:pt x="2524" y="2763"/>
                    <a:pt x="2620" y="2620"/>
                    <a:pt x="2620" y="2453"/>
                  </a:cubicBezTo>
                  <a:lnTo>
                    <a:pt x="2572" y="2286"/>
                  </a:lnTo>
                  <a:lnTo>
                    <a:pt x="2620" y="2262"/>
                  </a:lnTo>
                  <a:cubicBezTo>
                    <a:pt x="2691" y="2167"/>
                    <a:pt x="2739" y="2096"/>
                    <a:pt x="2739" y="1977"/>
                  </a:cubicBezTo>
                  <a:lnTo>
                    <a:pt x="2739" y="1286"/>
                  </a:lnTo>
                  <a:cubicBezTo>
                    <a:pt x="2786" y="1143"/>
                    <a:pt x="2739" y="905"/>
                    <a:pt x="2620" y="691"/>
                  </a:cubicBezTo>
                  <a:cubicBezTo>
                    <a:pt x="2579" y="640"/>
                    <a:pt x="2517" y="611"/>
                    <a:pt x="2457" y="611"/>
                  </a:cubicBezTo>
                  <a:cubicBezTo>
                    <a:pt x="2376" y="611"/>
                    <a:pt x="2300" y="663"/>
                    <a:pt x="2286" y="786"/>
                  </a:cubicBezTo>
                  <a:lnTo>
                    <a:pt x="2286" y="810"/>
                  </a:lnTo>
                  <a:cubicBezTo>
                    <a:pt x="2405" y="976"/>
                    <a:pt x="2477" y="1167"/>
                    <a:pt x="2477" y="1381"/>
                  </a:cubicBezTo>
                  <a:lnTo>
                    <a:pt x="2477" y="2024"/>
                  </a:lnTo>
                  <a:cubicBezTo>
                    <a:pt x="2477" y="2048"/>
                    <a:pt x="2405" y="2096"/>
                    <a:pt x="2382" y="2096"/>
                  </a:cubicBezTo>
                  <a:cubicBezTo>
                    <a:pt x="2358" y="2096"/>
                    <a:pt x="2358" y="2048"/>
                    <a:pt x="2358" y="2024"/>
                  </a:cubicBezTo>
                  <a:lnTo>
                    <a:pt x="2358" y="2000"/>
                  </a:lnTo>
                  <a:lnTo>
                    <a:pt x="2358" y="1310"/>
                  </a:lnTo>
                  <a:cubicBezTo>
                    <a:pt x="2358" y="1215"/>
                    <a:pt x="2286" y="1167"/>
                    <a:pt x="2191" y="1143"/>
                  </a:cubicBezTo>
                  <a:cubicBezTo>
                    <a:pt x="2170" y="1135"/>
                    <a:pt x="2150" y="1131"/>
                    <a:pt x="2131" y="1131"/>
                  </a:cubicBezTo>
                  <a:cubicBezTo>
                    <a:pt x="2049" y="1131"/>
                    <a:pt x="2001" y="1212"/>
                    <a:pt x="2001" y="1310"/>
                  </a:cubicBezTo>
                  <a:lnTo>
                    <a:pt x="2001" y="2048"/>
                  </a:lnTo>
                  <a:lnTo>
                    <a:pt x="2001" y="2096"/>
                  </a:lnTo>
                  <a:cubicBezTo>
                    <a:pt x="2024" y="2262"/>
                    <a:pt x="2143" y="2405"/>
                    <a:pt x="2310" y="2453"/>
                  </a:cubicBezTo>
                  <a:lnTo>
                    <a:pt x="2310" y="2524"/>
                  </a:lnTo>
                  <a:lnTo>
                    <a:pt x="572" y="2524"/>
                  </a:lnTo>
                  <a:lnTo>
                    <a:pt x="572" y="2453"/>
                  </a:lnTo>
                  <a:cubicBezTo>
                    <a:pt x="738" y="2405"/>
                    <a:pt x="881" y="2262"/>
                    <a:pt x="881" y="2048"/>
                  </a:cubicBezTo>
                  <a:lnTo>
                    <a:pt x="881" y="2024"/>
                  </a:lnTo>
                  <a:lnTo>
                    <a:pt x="881" y="1286"/>
                  </a:lnTo>
                  <a:cubicBezTo>
                    <a:pt x="881" y="1191"/>
                    <a:pt x="834" y="1143"/>
                    <a:pt x="738" y="1096"/>
                  </a:cubicBezTo>
                  <a:cubicBezTo>
                    <a:pt x="726" y="1093"/>
                    <a:pt x="714" y="1092"/>
                    <a:pt x="702" y="1092"/>
                  </a:cubicBezTo>
                  <a:cubicBezTo>
                    <a:pt x="600" y="1092"/>
                    <a:pt x="524" y="1179"/>
                    <a:pt x="524" y="1286"/>
                  </a:cubicBezTo>
                  <a:lnTo>
                    <a:pt x="524" y="2024"/>
                  </a:lnTo>
                  <a:cubicBezTo>
                    <a:pt x="524" y="2024"/>
                    <a:pt x="500" y="2096"/>
                    <a:pt x="476" y="2096"/>
                  </a:cubicBezTo>
                  <a:cubicBezTo>
                    <a:pt x="429" y="2096"/>
                    <a:pt x="405" y="2048"/>
                    <a:pt x="405" y="2024"/>
                  </a:cubicBezTo>
                  <a:lnTo>
                    <a:pt x="405" y="1334"/>
                  </a:lnTo>
                  <a:cubicBezTo>
                    <a:pt x="405" y="786"/>
                    <a:pt x="857" y="333"/>
                    <a:pt x="1429" y="333"/>
                  </a:cubicBezTo>
                  <a:cubicBezTo>
                    <a:pt x="1548" y="333"/>
                    <a:pt x="1667" y="357"/>
                    <a:pt x="1739" y="381"/>
                  </a:cubicBezTo>
                  <a:cubicBezTo>
                    <a:pt x="1759" y="392"/>
                    <a:pt x="1780" y="396"/>
                    <a:pt x="1800" y="396"/>
                  </a:cubicBezTo>
                  <a:cubicBezTo>
                    <a:pt x="1872" y="396"/>
                    <a:pt x="1934" y="336"/>
                    <a:pt x="1953" y="262"/>
                  </a:cubicBezTo>
                  <a:cubicBezTo>
                    <a:pt x="1977" y="191"/>
                    <a:pt x="1929" y="95"/>
                    <a:pt x="1834" y="71"/>
                  </a:cubicBezTo>
                  <a:cubicBezTo>
                    <a:pt x="1691" y="0"/>
                    <a:pt x="1381" y="0"/>
                    <a:pt x="1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98"/>
            <p:cNvSpPr/>
            <p:nvPr/>
          </p:nvSpPr>
          <p:spPr>
            <a:xfrm>
              <a:off x="7514690" y="3757677"/>
              <a:ext cx="41204" cy="41204"/>
            </a:xfrm>
            <a:custGeom>
              <a:rect b="b" l="l" r="r" t="t"/>
              <a:pathLst>
                <a:path extrusionOk="0" h="1382" w="1382">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1" y="1072"/>
                    <a:pt x="1381" y="691"/>
                  </a:cubicBezTo>
                  <a:cubicBezTo>
                    <a:pt x="1381"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98"/>
            <p:cNvSpPr/>
            <p:nvPr/>
          </p:nvSpPr>
          <p:spPr>
            <a:xfrm>
              <a:off x="7514690" y="3573060"/>
              <a:ext cx="41204" cy="41204"/>
            </a:xfrm>
            <a:custGeom>
              <a:rect b="b" l="l" r="r" t="t"/>
              <a:pathLst>
                <a:path extrusionOk="0" h="1382" w="1382">
                  <a:moveTo>
                    <a:pt x="691" y="334"/>
                  </a:moveTo>
                  <a:cubicBezTo>
                    <a:pt x="881" y="334"/>
                    <a:pt x="1024" y="500"/>
                    <a:pt x="1048" y="691"/>
                  </a:cubicBezTo>
                  <a:cubicBezTo>
                    <a:pt x="1048" y="905"/>
                    <a:pt x="905" y="1048"/>
                    <a:pt x="691" y="1048"/>
                  </a:cubicBezTo>
                  <a:cubicBezTo>
                    <a:pt x="476"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1" y="1072"/>
                    <a:pt x="1381" y="691"/>
                  </a:cubicBezTo>
                  <a:cubicBezTo>
                    <a:pt x="1381"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98"/>
            <p:cNvSpPr/>
            <p:nvPr/>
          </p:nvSpPr>
          <p:spPr>
            <a:xfrm>
              <a:off x="7492656" y="3622047"/>
              <a:ext cx="82409" cy="122868"/>
            </a:xfrm>
            <a:custGeom>
              <a:rect b="b" l="l" r="r" t="t"/>
              <a:pathLst>
                <a:path extrusionOk="0" h="4121" w="2764">
                  <a:moveTo>
                    <a:pt x="1335" y="1"/>
                  </a:moveTo>
                  <a:cubicBezTo>
                    <a:pt x="954" y="1"/>
                    <a:pt x="620" y="120"/>
                    <a:pt x="358" y="405"/>
                  </a:cubicBezTo>
                  <a:cubicBezTo>
                    <a:pt x="191" y="620"/>
                    <a:pt x="96" y="882"/>
                    <a:pt x="25" y="1144"/>
                  </a:cubicBezTo>
                  <a:cubicBezTo>
                    <a:pt x="1" y="1358"/>
                    <a:pt x="1" y="1572"/>
                    <a:pt x="1" y="1787"/>
                  </a:cubicBezTo>
                  <a:lnTo>
                    <a:pt x="1" y="1977"/>
                  </a:lnTo>
                  <a:lnTo>
                    <a:pt x="1" y="2453"/>
                  </a:lnTo>
                  <a:cubicBezTo>
                    <a:pt x="1" y="2501"/>
                    <a:pt x="25" y="2549"/>
                    <a:pt x="72" y="2549"/>
                  </a:cubicBezTo>
                  <a:cubicBezTo>
                    <a:pt x="215" y="2668"/>
                    <a:pt x="358" y="2692"/>
                    <a:pt x="477" y="2692"/>
                  </a:cubicBezTo>
                  <a:lnTo>
                    <a:pt x="477" y="3597"/>
                  </a:lnTo>
                  <a:cubicBezTo>
                    <a:pt x="477" y="3882"/>
                    <a:pt x="692" y="4120"/>
                    <a:pt x="977" y="4120"/>
                  </a:cubicBezTo>
                  <a:cubicBezTo>
                    <a:pt x="1144" y="4120"/>
                    <a:pt x="1263" y="4073"/>
                    <a:pt x="1382" y="3978"/>
                  </a:cubicBezTo>
                  <a:cubicBezTo>
                    <a:pt x="1454" y="4073"/>
                    <a:pt x="1620" y="4120"/>
                    <a:pt x="1763" y="4120"/>
                  </a:cubicBezTo>
                  <a:cubicBezTo>
                    <a:pt x="2049" y="4120"/>
                    <a:pt x="2263" y="3859"/>
                    <a:pt x="2263" y="3597"/>
                  </a:cubicBezTo>
                  <a:lnTo>
                    <a:pt x="2263" y="2692"/>
                  </a:lnTo>
                  <a:lnTo>
                    <a:pt x="2406" y="2692"/>
                  </a:lnTo>
                  <a:cubicBezTo>
                    <a:pt x="2597" y="2668"/>
                    <a:pt x="2740" y="2453"/>
                    <a:pt x="2740" y="2287"/>
                  </a:cubicBezTo>
                  <a:lnTo>
                    <a:pt x="2740" y="1620"/>
                  </a:lnTo>
                  <a:lnTo>
                    <a:pt x="2763" y="1310"/>
                  </a:lnTo>
                  <a:cubicBezTo>
                    <a:pt x="2763" y="1096"/>
                    <a:pt x="2740" y="953"/>
                    <a:pt x="2692" y="810"/>
                  </a:cubicBezTo>
                  <a:lnTo>
                    <a:pt x="2597" y="620"/>
                  </a:lnTo>
                  <a:cubicBezTo>
                    <a:pt x="2556" y="569"/>
                    <a:pt x="2494" y="540"/>
                    <a:pt x="2434" y="540"/>
                  </a:cubicBezTo>
                  <a:cubicBezTo>
                    <a:pt x="2353" y="540"/>
                    <a:pt x="2277" y="592"/>
                    <a:pt x="2263" y="715"/>
                  </a:cubicBezTo>
                  <a:lnTo>
                    <a:pt x="2263" y="739"/>
                  </a:lnTo>
                  <a:cubicBezTo>
                    <a:pt x="2335" y="834"/>
                    <a:pt x="2359" y="882"/>
                    <a:pt x="2382" y="977"/>
                  </a:cubicBezTo>
                  <a:cubicBezTo>
                    <a:pt x="2454" y="1120"/>
                    <a:pt x="2454" y="1239"/>
                    <a:pt x="2454" y="1382"/>
                  </a:cubicBezTo>
                  <a:lnTo>
                    <a:pt x="2454" y="1858"/>
                  </a:lnTo>
                  <a:lnTo>
                    <a:pt x="2454" y="2263"/>
                  </a:lnTo>
                  <a:cubicBezTo>
                    <a:pt x="2454" y="2287"/>
                    <a:pt x="2406" y="2311"/>
                    <a:pt x="2359" y="2311"/>
                  </a:cubicBezTo>
                  <a:cubicBezTo>
                    <a:pt x="2335" y="2311"/>
                    <a:pt x="2335" y="2287"/>
                    <a:pt x="2335" y="2263"/>
                  </a:cubicBezTo>
                  <a:lnTo>
                    <a:pt x="2335" y="2215"/>
                  </a:lnTo>
                  <a:lnTo>
                    <a:pt x="2335" y="1215"/>
                  </a:lnTo>
                  <a:cubicBezTo>
                    <a:pt x="2335" y="1120"/>
                    <a:pt x="2263" y="1072"/>
                    <a:pt x="2168" y="1025"/>
                  </a:cubicBezTo>
                  <a:cubicBezTo>
                    <a:pt x="2156" y="1022"/>
                    <a:pt x="2144" y="1021"/>
                    <a:pt x="2132" y="1021"/>
                  </a:cubicBezTo>
                  <a:cubicBezTo>
                    <a:pt x="2035" y="1021"/>
                    <a:pt x="1978" y="1108"/>
                    <a:pt x="1978" y="1215"/>
                  </a:cubicBezTo>
                  <a:lnTo>
                    <a:pt x="1978" y="3525"/>
                  </a:lnTo>
                  <a:cubicBezTo>
                    <a:pt x="1978" y="3632"/>
                    <a:pt x="1882" y="3719"/>
                    <a:pt x="1777" y="3719"/>
                  </a:cubicBezTo>
                  <a:cubicBezTo>
                    <a:pt x="1764" y="3719"/>
                    <a:pt x="1752" y="3718"/>
                    <a:pt x="1739" y="3716"/>
                  </a:cubicBezTo>
                  <a:cubicBezTo>
                    <a:pt x="1644" y="3692"/>
                    <a:pt x="1620" y="3620"/>
                    <a:pt x="1620" y="3525"/>
                  </a:cubicBezTo>
                  <a:lnTo>
                    <a:pt x="1620" y="3501"/>
                  </a:lnTo>
                  <a:lnTo>
                    <a:pt x="1620" y="2025"/>
                  </a:lnTo>
                  <a:cubicBezTo>
                    <a:pt x="1620" y="1930"/>
                    <a:pt x="1549" y="1858"/>
                    <a:pt x="1454" y="1834"/>
                  </a:cubicBezTo>
                  <a:cubicBezTo>
                    <a:pt x="1441" y="1832"/>
                    <a:pt x="1429" y="1831"/>
                    <a:pt x="1418" y="1831"/>
                  </a:cubicBezTo>
                  <a:cubicBezTo>
                    <a:pt x="1320" y="1831"/>
                    <a:pt x="1263" y="1918"/>
                    <a:pt x="1263" y="2025"/>
                  </a:cubicBezTo>
                  <a:lnTo>
                    <a:pt x="1263" y="3501"/>
                  </a:lnTo>
                  <a:lnTo>
                    <a:pt x="1263" y="3525"/>
                  </a:lnTo>
                  <a:cubicBezTo>
                    <a:pt x="1263" y="3620"/>
                    <a:pt x="1192" y="3692"/>
                    <a:pt x="1144" y="3716"/>
                  </a:cubicBezTo>
                  <a:cubicBezTo>
                    <a:pt x="1132" y="3718"/>
                    <a:pt x="1119" y="3719"/>
                    <a:pt x="1107" y="3719"/>
                  </a:cubicBezTo>
                  <a:cubicBezTo>
                    <a:pt x="1001" y="3719"/>
                    <a:pt x="906" y="3632"/>
                    <a:pt x="906" y="3525"/>
                  </a:cubicBezTo>
                  <a:lnTo>
                    <a:pt x="906" y="1215"/>
                  </a:lnTo>
                  <a:cubicBezTo>
                    <a:pt x="906" y="1120"/>
                    <a:pt x="834" y="1072"/>
                    <a:pt x="739" y="1025"/>
                  </a:cubicBezTo>
                  <a:cubicBezTo>
                    <a:pt x="727" y="1022"/>
                    <a:pt x="715" y="1021"/>
                    <a:pt x="703" y="1021"/>
                  </a:cubicBezTo>
                  <a:cubicBezTo>
                    <a:pt x="606" y="1021"/>
                    <a:pt x="549" y="1108"/>
                    <a:pt x="549" y="1215"/>
                  </a:cubicBezTo>
                  <a:lnTo>
                    <a:pt x="549" y="2263"/>
                  </a:lnTo>
                  <a:cubicBezTo>
                    <a:pt x="549" y="2287"/>
                    <a:pt x="501" y="2311"/>
                    <a:pt x="477" y="2311"/>
                  </a:cubicBezTo>
                  <a:cubicBezTo>
                    <a:pt x="453" y="2311"/>
                    <a:pt x="430" y="2287"/>
                    <a:pt x="430" y="2263"/>
                  </a:cubicBezTo>
                  <a:lnTo>
                    <a:pt x="430" y="1906"/>
                  </a:lnTo>
                  <a:lnTo>
                    <a:pt x="430" y="1429"/>
                  </a:lnTo>
                  <a:cubicBezTo>
                    <a:pt x="430" y="1310"/>
                    <a:pt x="430" y="1144"/>
                    <a:pt x="453" y="1025"/>
                  </a:cubicBezTo>
                  <a:cubicBezTo>
                    <a:pt x="477" y="906"/>
                    <a:pt x="549" y="834"/>
                    <a:pt x="596" y="739"/>
                  </a:cubicBezTo>
                  <a:cubicBezTo>
                    <a:pt x="715" y="548"/>
                    <a:pt x="930" y="405"/>
                    <a:pt x="1144" y="358"/>
                  </a:cubicBezTo>
                  <a:cubicBezTo>
                    <a:pt x="1215" y="310"/>
                    <a:pt x="1335" y="310"/>
                    <a:pt x="1430" y="310"/>
                  </a:cubicBezTo>
                  <a:cubicBezTo>
                    <a:pt x="1549" y="310"/>
                    <a:pt x="1668" y="358"/>
                    <a:pt x="1763" y="382"/>
                  </a:cubicBezTo>
                  <a:cubicBezTo>
                    <a:pt x="1775" y="386"/>
                    <a:pt x="1788" y="388"/>
                    <a:pt x="1802" y="388"/>
                  </a:cubicBezTo>
                  <a:cubicBezTo>
                    <a:pt x="1866" y="388"/>
                    <a:pt x="1938" y="341"/>
                    <a:pt x="1978" y="263"/>
                  </a:cubicBezTo>
                  <a:cubicBezTo>
                    <a:pt x="2001" y="167"/>
                    <a:pt x="1930" y="72"/>
                    <a:pt x="1835" y="48"/>
                  </a:cubicBezTo>
                  <a:cubicBezTo>
                    <a:pt x="1692" y="1"/>
                    <a:pt x="1406" y="1"/>
                    <a:pt x="1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98"/>
            <p:cNvSpPr/>
            <p:nvPr/>
          </p:nvSpPr>
          <p:spPr>
            <a:xfrm>
              <a:off x="7580701" y="3803831"/>
              <a:ext cx="84526" cy="121436"/>
            </a:xfrm>
            <a:custGeom>
              <a:rect b="b" l="l" r="r" t="t"/>
              <a:pathLst>
                <a:path extrusionOk="0" h="4073" w="2835">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6" y="3787"/>
                    <a:pt x="1668" y="3763"/>
                    <a:pt x="1644" y="3667"/>
                  </a:cubicBezTo>
                  <a:lnTo>
                    <a:pt x="1644" y="3596"/>
                  </a:lnTo>
                  <a:lnTo>
                    <a:pt x="1644" y="3572"/>
                  </a:lnTo>
                  <a:lnTo>
                    <a:pt x="1644" y="2882"/>
                  </a:lnTo>
                  <a:close/>
                  <a:moveTo>
                    <a:pt x="1335" y="0"/>
                  </a:moveTo>
                  <a:cubicBezTo>
                    <a:pt x="954" y="0"/>
                    <a:pt x="620" y="119"/>
                    <a:pt x="358" y="429"/>
                  </a:cubicBezTo>
                  <a:cubicBezTo>
                    <a:pt x="1" y="810"/>
                    <a:pt x="1" y="1310"/>
                    <a:pt x="1" y="1786"/>
                  </a:cubicBezTo>
                  <a:lnTo>
                    <a:pt x="1" y="2024"/>
                  </a:lnTo>
                  <a:lnTo>
                    <a:pt x="1" y="2048"/>
                  </a:lnTo>
                  <a:cubicBezTo>
                    <a:pt x="1" y="2120"/>
                    <a:pt x="25" y="2167"/>
                    <a:pt x="49" y="2239"/>
                  </a:cubicBezTo>
                  <a:cubicBezTo>
                    <a:pt x="49"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4" y="4025"/>
                    <a:pt x="1573" y="4072"/>
                    <a:pt x="1716" y="4072"/>
                  </a:cubicBezTo>
                  <a:lnTo>
                    <a:pt x="1739" y="4072"/>
                  </a:lnTo>
                  <a:cubicBezTo>
                    <a:pt x="2025" y="4072"/>
                    <a:pt x="2263" y="3834"/>
                    <a:pt x="2263" y="3548"/>
                  </a:cubicBezTo>
                  <a:lnTo>
                    <a:pt x="2263" y="2834"/>
                  </a:lnTo>
                  <a:lnTo>
                    <a:pt x="2335" y="2834"/>
                  </a:lnTo>
                  <a:cubicBezTo>
                    <a:pt x="2525" y="2763"/>
                    <a:pt x="2621" y="2620"/>
                    <a:pt x="2621" y="2453"/>
                  </a:cubicBezTo>
                  <a:lnTo>
                    <a:pt x="2573" y="2286"/>
                  </a:lnTo>
                  <a:lnTo>
                    <a:pt x="2621" y="2262"/>
                  </a:lnTo>
                  <a:cubicBezTo>
                    <a:pt x="2692" y="2167"/>
                    <a:pt x="2740" y="2096"/>
                    <a:pt x="2740" y="1977"/>
                  </a:cubicBezTo>
                  <a:lnTo>
                    <a:pt x="2740" y="1286"/>
                  </a:lnTo>
                  <a:cubicBezTo>
                    <a:pt x="2835" y="1143"/>
                    <a:pt x="2740" y="905"/>
                    <a:pt x="2621" y="691"/>
                  </a:cubicBezTo>
                  <a:cubicBezTo>
                    <a:pt x="2580" y="640"/>
                    <a:pt x="2517" y="611"/>
                    <a:pt x="2457" y="611"/>
                  </a:cubicBezTo>
                  <a:cubicBezTo>
                    <a:pt x="2377" y="611"/>
                    <a:pt x="2301" y="663"/>
                    <a:pt x="2287" y="786"/>
                  </a:cubicBezTo>
                  <a:lnTo>
                    <a:pt x="2287" y="810"/>
                  </a:lnTo>
                  <a:cubicBezTo>
                    <a:pt x="2406" y="976"/>
                    <a:pt x="2478" y="1167"/>
                    <a:pt x="2478" y="1381"/>
                  </a:cubicBezTo>
                  <a:lnTo>
                    <a:pt x="2478" y="2024"/>
                  </a:lnTo>
                  <a:cubicBezTo>
                    <a:pt x="2478" y="2048"/>
                    <a:pt x="2406" y="2096"/>
                    <a:pt x="2382" y="2096"/>
                  </a:cubicBezTo>
                  <a:cubicBezTo>
                    <a:pt x="2359" y="2096"/>
                    <a:pt x="2359" y="2048"/>
                    <a:pt x="2359" y="2024"/>
                  </a:cubicBezTo>
                  <a:lnTo>
                    <a:pt x="2359" y="2000"/>
                  </a:lnTo>
                  <a:lnTo>
                    <a:pt x="2359" y="1310"/>
                  </a:lnTo>
                  <a:cubicBezTo>
                    <a:pt x="2359" y="1215"/>
                    <a:pt x="2287" y="1167"/>
                    <a:pt x="2192" y="1143"/>
                  </a:cubicBezTo>
                  <a:cubicBezTo>
                    <a:pt x="2170" y="1135"/>
                    <a:pt x="2151"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5" y="1092"/>
                    <a:pt x="703" y="1092"/>
                  </a:cubicBezTo>
                  <a:cubicBezTo>
                    <a:pt x="601" y="1092"/>
                    <a:pt x="525" y="1179"/>
                    <a:pt x="525" y="1286"/>
                  </a:cubicBezTo>
                  <a:lnTo>
                    <a:pt x="525" y="2024"/>
                  </a:lnTo>
                  <a:cubicBezTo>
                    <a:pt x="525" y="2024"/>
                    <a:pt x="501" y="2096"/>
                    <a:pt x="477" y="2096"/>
                  </a:cubicBezTo>
                  <a:cubicBezTo>
                    <a:pt x="430"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8" y="191"/>
                    <a:pt x="1930" y="95"/>
                    <a:pt x="1835" y="71"/>
                  </a:cubicBezTo>
                  <a:cubicBezTo>
                    <a:pt x="1692"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98"/>
            <p:cNvSpPr/>
            <p:nvPr/>
          </p:nvSpPr>
          <p:spPr>
            <a:xfrm>
              <a:off x="7603420" y="3757677"/>
              <a:ext cx="41234" cy="41204"/>
            </a:xfrm>
            <a:custGeom>
              <a:rect b="b" l="l" r="r" t="t"/>
              <a:pathLst>
                <a:path extrusionOk="0" h="1382" w="1383">
                  <a:moveTo>
                    <a:pt x="692" y="334"/>
                  </a:moveTo>
                  <a:cubicBezTo>
                    <a:pt x="858" y="334"/>
                    <a:pt x="1049" y="476"/>
                    <a:pt x="1049" y="691"/>
                  </a:cubicBezTo>
                  <a:cubicBezTo>
                    <a:pt x="1049" y="857"/>
                    <a:pt x="906" y="1048"/>
                    <a:pt x="692" y="1048"/>
                  </a:cubicBezTo>
                  <a:cubicBezTo>
                    <a:pt x="477" y="1048"/>
                    <a:pt x="334" y="905"/>
                    <a:pt x="334" y="691"/>
                  </a:cubicBezTo>
                  <a:cubicBezTo>
                    <a:pt x="334" y="476"/>
                    <a:pt x="525" y="334"/>
                    <a:pt x="692" y="334"/>
                  </a:cubicBezTo>
                  <a:close/>
                  <a:moveTo>
                    <a:pt x="692" y="0"/>
                  </a:moveTo>
                  <a:cubicBezTo>
                    <a:pt x="311" y="0"/>
                    <a:pt x="1" y="310"/>
                    <a:pt x="1" y="691"/>
                  </a:cubicBezTo>
                  <a:cubicBezTo>
                    <a:pt x="1" y="1072"/>
                    <a:pt x="311" y="1381"/>
                    <a:pt x="692" y="1381"/>
                  </a:cubicBezTo>
                  <a:cubicBezTo>
                    <a:pt x="1073" y="1381"/>
                    <a:pt x="1382" y="1072"/>
                    <a:pt x="1382" y="691"/>
                  </a:cubicBezTo>
                  <a:cubicBezTo>
                    <a:pt x="1382" y="310"/>
                    <a:pt x="1073" y="0"/>
                    <a:pt x="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98"/>
            <p:cNvSpPr/>
            <p:nvPr/>
          </p:nvSpPr>
          <p:spPr>
            <a:xfrm>
              <a:off x="7603420" y="3573060"/>
              <a:ext cx="41234" cy="41204"/>
            </a:xfrm>
            <a:custGeom>
              <a:rect b="b" l="l" r="r" t="t"/>
              <a:pathLst>
                <a:path extrusionOk="0" h="1382" w="1383">
                  <a:moveTo>
                    <a:pt x="692" y="334"/>
                  </a:moveTo>
                  <a:cubicBezTo>
                    <a:pt x="882" y="334"/>
                    <a:pt x="1049" y="500"/>
                    <a:pt x="1049" y="691"/>
                  </a:cubicBezTo>
                  <a:cubicBezTo>
                    <a:pt x="1049" y="905"/>
                    <a:pt x="858" y="1048"/>
                    <a:pt x="692" y="1048"/>
                  </a:cubicBezTo>
                  <a:cubicBezTo>
                    <a:pt x="477" y="1048"/>
                    <a:pt x="334" y="858"/>
                    <a:pt x="334" y="691"/>
                  </a:cubicBezTo>
                  <a:cubicBezTo>
                    <a:pt x="334" y="477"/>
                    <a:pt x="525" y="334"/>
                    <a:pt x="692" y="334"/>
                  </a:cubicBezTo>
                  <a:close/>
                  <a:moveTo>
                    <a:pt x="692" y="0"/>
                  </a:moveTo>
                  <a:cubicBezTo>
                    <a:pt x="311" y="0"/>
                    <a:pt x="1" y="310"/>
                    <a:pt x="1" y="691"/>
                  </a:cubicBezTo>
                  <a:cubicBezTo>
                    <a:pt x="1" y="1072"/>
                    <a:pt x="311" y="1382"/>
                    <a:pt x="692" y="1382"/>
                  </a:cubicBezTo>
                  <a:cubicBezTo>
                    <a:pt x="1073" y="1382"/>
                    <a:pt x="1382" y="1072"/>
                    <a:pt x="1382" y="691"/>
                  </a:cubicBezTo>
                  <a:cubicBezTo>
                    <a:pt x="1382" y="310"/>
                    <a:pt x="1073" y="0"/>
                    <a:pt x="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98"/>
            <p:cNvSpPr/>
            <p:nvPr/>
          </p:nvSpPr>
          <p:spPr>
            <a:xfrm>
              <a:off x="7582132" y="3622047"/>
              <a:ext cx="83094" cy="122868"/>
            </a:xfrm>
            <a:custGeom>
              <a:rect b="b" l="l" r="r" t="t"/>
              <a:pathLst>
                <a:path extrusionOk="0" h="4121" w="2787">
                  <a:moveTo>
                    <a:pt x="1358" y="1"/>
                  </a:moveTo>
                  <a:cubicBezTo>
                    <a:pt x="953" y="1"/>
                    <a:pt x="620" y="120"/>
                    <a:pt x="358" y="405"/>
                  </a:cubicBezTo>
                  <a:cubicBezTo>
                    <a:pt x="191" y="620"/>
                    <a:pt x="96" y="882"/>
                    <a:pt x="48" y="1144"/>
                  </a:cubicBezTo>
                  <a:cubicBezTo>
                    <a:pt x="1" y="1358"/>
                    <a:pt x="1" y="1572"/>
                    <a:pt x="1" y="1787"/>
                  </a:cubicBezTo>
                  <a:lnTo>
                    <a:pt x="1" y="1977"/>
                  </a:lnTo>
                  <a:lnTo>
                    <a:pt x="1" y="2453"/>
                  </a:lnTo>
                  <a:cubicBezTo>
                    <a:pt x="1" y="2501"/>
                    <a:pt x="48" y="2549"/>
                    <a:pt x="72" y="2549"/>
                  </a:cubicBezTo>
                  <a:cubicBezTo>
                    <a:pt x="215" y="2668"/>
                    <a:pt x="358" y="2692"/>
                    <a:pt x="477" y="2692"/>
                  </a:cubicBezTo>
                  <a:lnTo>
                    <a:pt x="477" y="3597"/>
                  </a:lnTo>
                  <a:cubicBezTo>
                    <a:pt x="477" y="3882"/>
                    <a:pt x="691" y="4120"/>
                    <a:pt x="1001" y="4120"/>
                  </a:cubicBezTo>
                  <a:cubicBezTo>
                    <a:pt x="1144" y="4120"/>
                    <a:pt x="1263" y="4073"/>
                    <a:pt x="1382" y="3978"/>
                  </a:cubicBezTo>
                  <a:cubicBezTo>
                    <a:pt x="1477" y="4073"/>
                    <a:pt x="1620" y="4120"/>
                    <a:pt x="1763" y="4120"/>
                  </a:cubicBezTo>
                  <a:cubicBezTo>
                    <a:pt x="2072" y="4120"/>
                    <a:pt x="2263" y="3859"/>
                    <a:pt x="2263" y="3597"/>
                  </a:cubicBezTo>
                  <a:lnTo>
                    <a:pt x="2263" y="2692"/>
                  </a:lnTo>
                  <a:lnTo>
                    <a:pt x="2430" y="2692"/>
                  </a:lnTo>
                  <a:cubicBezTo>
                    <a:pt x="2596" y="2668"/>
                    <a:pt x="2739" y="2453"/>
                    <a:pt x="2739" y="2287"/>
                  </a:cubicBezTo>
                  <a:lnTo>
                    <a:pt x="2739" y="1620"/>
                  </a:lnTo>
                  <a:lnTo>
                    <a:pt x="2787" y="1310"/>
                  </a:lnTo>
                  <a:cubicBezTo>
                    <a:pt x="2787" y="1096"/>
                    <a:pt x="2739" y="953"/>
                    <a:pt x="2692" y="810"/>
                  </a:cubicBezTo>
                  <a:lnTo>
                    <a:pt x="2596" y="620"/>
                  </a:lnTo>
                  <a:cubicBezTo>
                    <a:pt x="2556" y="569"/>
                    <a:pt x="2498"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30"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4" y="1021"/>
                    <a:pt x="1977" y="1108"/>
                    <a:pt x="1977" y="1215"/>
                  </a:cubicBezTo>
                  <a:lnTo>
                    <a:pt x="1977" y="3525"/>
                  </a:lnTo>
                  <a:cubicBezTo>
                    <a:pt x="1977" y="3632"/>
                    <a:pt x="1882" y="3719"/>
                    <a:pt x="1776" y="3719"/>
                  </a:cubicBezTo>
                  <a:cubicBezTo>
                    <a:pt x="1764" y="3719"/>
                    <a:pt x="1751" y="3718"/>
                    <a:pt x="1739" y="3716"/>
                  </a:cubicBezTo>
                  <a:cubicBezTo>
                    <a:pt x="1644" y="3692"/>
                    <a:pt x="1620" y="3620"/>
                    <a:pt x="1620" y="3525"/>
                  </a:cubicBezTo>
                  <a:lnTo>
                    <a:pt x="1620" y="3501"/>
                  </a:lnTo>
                  <a:lnTo>
                    <a:pt x="1620" y="2025"/>
                  </a:lnTo>
                  <a:cubicBezTo>
                    <a:pt x="1620" y="1930"/>
                    <a:pt x="1549" y="1858"/>
                    <a:pt x="1477" y="1834"/>
                  </a:cubicBezTo>
                  <a:cubicBezTo>
                    <a:pt x="1465" y="1832"/>
                    <a:pt x="1452" y="1831"/>
                    <a:pt x="1441" y="1831"/>
                  </a:cubicBezTo>
                  <a:cubicBezTo>
                    <a:pt x="1339" y="1831"/>
                    <a:pt x="1263" y="1918"/>
                    <a:pt x="1263" y="2025"/>
                  </a:cubicBezTo>
                  <a:lnTo>
                    <a:pt x="1263" y="3501"/>
                  </a:lnTo>
                  <a:lnTo>
                    <a:pt x="1263" y="3525"/>
                  </a:lnTo>
                  <a:cubicBezTo>
                    <a:pt x="1263" y="3620"/>
                    <a:pt x="1191" y="3692"/>
                    <a:pt x="1144" y="3716"/>
                  </a:cubicBezTo>
                  <a:cubicBezTo>
                    <a:pt x="1131" y="3718"/>
                    <a:pt x="1119" y="3719"/>
                    <a:pt x="1107" y="3719"/>
                  </a:cubicBezTo>
                  <a:cubicBezTo>
                    <a:pt x="1001" y="3719"/>
                    <a:pt x="906" y="3632"/>
                    <a:pt x="906" y="3525"/>
                  </a:cubicBezTo>
                  <a:lnTo>
                    <a:pt x="906" y="1215"/>
                  </a:lnTo>
                  <a:cubicBezTo>
                    <a:pt x="906" y="1120"/>
                    <a:pt x="834" y="1072"/>
                    <a:pt x="763"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4" y="358"/>
                  </a:cubicBezTo>
                  <a:cubicBezTo>
                    <a:pt x="1239" y="310"/>
                    <a:pt x="1358" y="310"/>
                    <a:pt x="1429" y="310"/>
                  </a:cubicBezTo>
                  <a:cubicBezTo>
                    <a:pt x="1549" y="310"/>
                    <a:pt x="1668" y="358"/>
                    <a:pt x="1763" y="382"/>
                  </a:cubicBezTo>
                  <a:cubicBezTo>
                    <a:pt x="1779" y="386"/>
                    <a:pt x="1796" y="388"/>
                    <a:pt x="1812" y="388"/>
                  </a:cubicBezTo>
                  <a:cubicBezTo>
                    <a:pt x="1889" y="388"/>
                    <a:pt x="1957" y="341"/>
                    <a:pt x="1977" y="263"/>
                  </a:cubicBezTo>
                  <a:cubicBezTo>
                    <a:pt x="2001" y="167"/>
                    <a:pt x="1953" y="72"/>
                    <a:pt x="1858" y="48"/>
                  </a:cubicBezTo>
                  <a:cubicBezTo>
                    <a:pt x="1715" y="1"/>
                    <a:pt x="1406" y="1"/>
                    <a:pt x="1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98"/>
            <p:cNvSpPr/>
            <p:nvPr/>
          </p:nvSpPr>
          <p:spPr>
            <a:xfrm>
              <a:off x="7669461" y="3803831"/>
              <a:ext cx="84526" cy="121436"/>
            </a:xfrm>
            <a:custGeom>
              <a:rect b="b" l="l" r="r" t="t"/>
              <a:pathLst>
                <a:path extrusionOk="0" h="4073" w="2835">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5" y="3787"/>
                    <a:pt x="1668" y="3763"/>
                    <a:pt x="1644" y="3667"/>
                  </a:cubicBezTo>
                  <a:lnTo>
                    <a:pt x="1644" y="3596"/>
                  </a:lnTo>
                  <a:lnTo>
                    <a:pt x="1644" y="3572"/>
                  </a:lnTo>
                  <a:lnTo>
                    <a:pt x="1644" y="2882"/>
                  </a:lnTo>
                  <a:close/>
                  <a:moveTo>
                    <a:pt x="1334" y="0"/>
                  </a:moveTo>
                  <a:cubicBezTo>
                    <a:pt x="953" y="0"/>
                    <a:pt x="620" y="119"/>
                    <a:pt x="358" y="429"/>
                  </a:cubicBezTo>
                  <a:cubicBezTo>
                    <a:pt x="1" y="810"/>
                    <a:pt x="1" y="1310"/>
                    <a:pt x="1" y="1786"/>
                  </a:cubicBezTo>
                  <a:lnTo>
                    <a:pt x="1" y="2024"/>
                  </a:lnTo>
                  <a:lnTo>
                    <a:pt x="1" y="2048"/>
                  </a:lnTo>
                  <a:cubicBezTo>
                    <a:pt x="1" y="2120"/>
                    <a:pt x="25" y="2167"/>
                    <a:pt x="48" y="2239"/>
                  </a:cubicBezTo>
                  <a:cubicBezTo>
                    <a:pt x="48"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3" y="4025"/>
                    <a:pt x="1573" y="4072"/>
                    <a:pt x="1715" y="4072"/>
                  </a:cubicBezTo>
                  <a:lnTo>
                    <a:pt x="1739" y="4072"/>
                  </a:lnTo>
                  <a:cubicBezTo>
                    <a:pt x="2025" y="4072"/>
                    <a:pt x="2263" y="3834"/>
                    <a:pt x="2263" y="3548"/>
                  </a:cubicBezTo>
                  <a:lnTo>
                    <a:pt x="2263" y="2834"/>
                  </a:lnTo>
                  <a:lnTo>
                    <a:pt x="2335" y="2834"/>
                  </a:lnTo>
                  <a:cubicBezTo>
                    <a:pt x="2525" y="2763"/>
                    <a:pt x="2620" y="2620"/>
                    <a:pt x="2620" y="2453"/>
                  </a:cubicBezTo>
                  <a:lnTo>
                    <a:pt x="2573" y="2286"/>
                  </a:lnTo>
                  <a:lnTo>
                    <a:pt x="2620" y="2262"/>
                  </a:lnTo>
                  <a:cubicBezTo>
                    <a:pt x="2692" y="2167"/>
                    <a:pt x="2739" y="2096"/>
                    <a:pt x="2739" y="1977"/>
                  </a:cubicBezTo>
                  <a:lnTo>
                    <a:pt x="2739" y="1286"/>
                  </a:lnTo>
                  <a:cubicBezTo>
                    <a:pt x="2835" y="1143"/>
                    <a:pt x="2739" y="905"/>
                    <a:pt x="2620" y="691"/>
                  </a:cubicBezTo>
                  <a:cubicBezTo>
                    <a:pt x="2580" y="640"/>
                    <a:pt x="2517" y="611"/>
                    <a:pt x="2457" y="611"/>
                  </a:cubicBezTo>
                  <a:cubicBezTo>
                    <a:pt x="2377" y="611"/>
                    <a:pt x="2301"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2" y="1143"/>
                  </a:cubicBezTo>
                  <a:cubicBezTo>
                    <a:pt x="2170" y="1135"/>
                    <a:pt x="2150"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4" y="1092"/>
                    <a:pt x="703" y="1092"/>
                  </a:cubicBezTo>
                  <a:cubicBezTo>
                    <a:pt x="601" y="1092"/>
                    <a:pt x="525" y="1179"/>
                    <a:pt x="525" y="1286"/>
                  </a:cubicBezTo>
                  <a:lnTo>
                    <a:pt x="525" y="2024"/>
                  </a:lnTo>
                  <a:cubicBezTo>
                    <a:pt x="525" y="2024"/>
                    <a:pt x="501" y="2096"/>
                    <a:pt x="477" y="2096"/>
                  </a:cubicBezTo>
                  <a:cubicBezTo>
                    <a:pt x="429"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7" y="191"/>
                    <a:pt x="1930" y="95"/>
                    <a:pt x="1834" y="71"/>
                  </a:cubicBezTo>
                  <a:cubicBezTo>
                    <a:pt x="1692"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98"/>
            <p:cNvSpPr/>
            <p:nvPr/>
          </p:nvSpPr>
          <p:spPr>
            <a:xfrm>
              <a:off x="7692180" y="3757677"/>
              <a:ext cx="41204" cy="41204"/>
            </a:xfrm>
            <a:custGeom>
              <a:rect b="b" l="l" r="r" t="t"/>
              <a:pathLst>
                <a:path extrusionOk="0" h="1382" w="1382">
                  <a:moveTo>
                    <a:pt x="691" y="334"/>
                  </a:moveTo>
                  <a:cubicBezTo>
                    <a:pt x="858" y="334"/>
                    <a:pt x="1049" y="476"/>
                    <a:pt x="1049" y="691"/>
                  </a:cubicBezTo>
                  <a:cubicBezTo>
                    <a:pt x="1049" y="857"/>
                    <a:pt x="906" y="1048"/>
                    <a:pt x="691" y="1048"/>
                  </a:cubicBezTo>
                  <a:cubicBezTo>
                    <a:pt x="525" y="1048"/>
                    <a:pt x="334" y="905"/>
                    <a:pt x="334" y="691"/>
                  </a:cubicBezTo>
                  <a:cubicBezTo>
                    <a:pt x="334" y="476"/>
                    <a:pt x="525" y="334"/>
                    <a:pt x="691" y="334"/>
                  </a:cubicBezTo>
                  <a:close/>
                  <a:moveTo>
                    <a:pt x="691" y="0"/>
                  </a:moveTo>
                  <a:cubicBezTo>
                    <a:pt x="310" y="0"/>
                    <a:pt x="1" y="310"/>
                    <a:pt x="1" y="691"/>
                  </a:cubicBezTo>
                  <a:cubicBezTo>
                    <a:pt x="1"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98"/>
            <p:cNvSpPr/>
            <p:nvPr/>
          </p:nvSpPr>
          <p:spPr>
            <a:xfrm>
              <a:off x="7692180" y="3573060"/>
              <a:ext cx="41204" cy="41204"/>
            </a:xfrm>
            <a:custGeom>
              <a:rect b="b" l="l" r="r" t="t"/>
              <a:pathLst>
                <a:path extrusionOk="0" h="1382" w="1382">
                  <a:moveTo>
                    <a:pt x="691" y="334"/>
                  </a:moveTo>
                  <a:cubicBezTo>
                    <a:pt x="882" y="334"/>
                    <a:pt x="1049" y="500"/>
                    <a:pt x="1049" y="691"/>
                  </a:cubicBezTo>
                  <a:cubicBezTo>
                    <a:pt x="1049" y="905"/>
                    <a:pt x="858" y="1048"/>
                    <a:pt x="691" y="1048"/>
                  </a:cubicBezTo>
                  <a:cubicBezTo>
                    <a:pt x="477" y="1048"/>
                    <a:pt x="334" y="858"/>
                    <a:pt x="334" y="691"/>
                  </a:cubicBezTo>
                  <a:cubicBezTo>
                    <a:pt x="334" y="477"/>
                    <a:pt x="525" y="334"/>
                    <a:pt x="691" y="334"/>
                  </a:cubicBezTo>
                  <a:close/>
                  <a:moveTo>
                    <a:pt x="691" y="0"/>
                  </a:moveTo>
                  <a:cubicBezTo>
                    <a:pt x="310" y="0"/>
                    <a:pt x="1" y="310"/>
                    <a:pt x="1" y="691"/>
                  </a:cubicBezTo>
                  <a:cubicBezTo>
                    <a:pt x="1"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98"/>
            <p:cNvSpPr/>
            <p:nvPr/>
          </p:nvSpPr>
          <p:spPr>
            <a:xfrm>
              <a:off x="7670892" y="3622047"/>
              <a:ext cx="83094" cy="122868"/>
            </a:xfrm>
            <a:custGeom>
              <a:rect b="b" l="l" r="r" t="t"/>
              <a:pathLst>
                <a:path extrusionOk="0" h="4121" w="2787">
                  <a:moveTo>
                    <a:pt x="1358" y="1"/>
                  </a:moveTo>
                  <a:cubicBezTo>
                    <a:pt x="953" y="1"/>
                    <a:pt x="620" y="120"/>
                    <a:pt x="358" y="405"/>
                  </a:cubicBezTo>
                  <a:cubicBezTo>
                    <a:pt x="191" y="620"/>
                    <a:pt x="96" y="882"/>
                    <a:pt x="48" y="1144"/>
                  </a:cubicBezTo>
                  <a:cubicBezTo>
                    <a:pt x="0" y="1358"/>
                    <a:pt x="0" y="1572"/>
                    <a:pt x="0" y="1787"/>
                  </a:cubicBezTo>
                  <a:lnTo>
                    <a:pt x="0" y="1977"/>
                  </a:lnTo>
                  <a:lnTo>
                    <a:pt x="0" y="2453"/>
                  </a:lnTo>
                  <a:cubicBezTo>
                    <a:pt x="0" y="2501"/>
                    <a:pt x="48" y="2549"/>
                    <a:pt x="72" y="2549"/>
                  </a:cubicBezTo>
                  <a:cubicBezTo>
                    <a:pt x="215" y="2668"/>
                    <a:pt x="358" y="2692"/>
                    <a:pt x="477" y="2692"/>
                  </a:cubicBezTo>
                  <a:lnTo>
                    <a:pt x="477" y="3597"/>
                  </a:lnTo>
                  <a:cubicBezTo>
                    <a:pt x="477" y="3882"/>
                    <a:pt x="691" y="4120"/>
                    <a:pt x="1001" y="4120"/>
                  </a:cubicBezTo>
                  <a:cubicBezTo>
                    <a:pt x="1143" y="4120"/>
                    <a:pt x="1263" y="4073"/>
                    <a:pt x="1382" y="3978"/>
                  </a:cubicBezTo>
                  <a:cubicBezTo>
                    <a:pt x="1477" y="4073"/>
                    <a:pt x="1620" y="4120"/>
                    <a:pt x="1763" y="4120"/>
                  </a:cubicBezTo>
                  <a:cubicBezTo>
                    <a:pt x="2072" y="4120"/>
                    <a:pt x="2263" y="3859"/>
                    <a:pt x="2263" y="3597"/>
                  </a:cubicBezTo>
                  <a:lnTo>
                    <a:pt x="2263" y="2692"/>
                  </a:lnTo>
                  <a:lnTo>
                    <a:pt x="2429" y="2692"/>
                  </a:lnTo>
                  <a:cubicBezTo>
                    <a:pt x="2596" y="2668"/>
                    <a:pt x="2739" y="2453"/>
                    <a:pt x="2739" y="2287"/>
                  </a:cubicBezTo>
                  <a:lnTo>
                    <a:pt x="2739" y="1620"/>
                  </a:lnTo>
                  <a:lnTo>
                    <a:pt x="2787" y="1310"/>
                  </a:lnTo>
                  <a:cubicBezTo>
                    <a:pt x="2787" y="1096"/>
                    <a:pt x="2739" y="953"/>
                    <a:pt x="2691" y="810"/>
                  </a:cubicBezTo>
                  <a:lnTo>
                    <a:pt x="2596" y="620"/>
                  </a:lnTo>
                  <a:cubicBezTo>
                    <a:pt x="2555" y="569"/>
                    <a:pt x="2497"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29"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3" y="1021"/>
                    <a:pt x="1977" y="1108"/>
                    <a:pt x="1977" y="1215"/>
                  </a:cubicBezTo>
                  <a:lnTo>
                    <a:pt x="1977" y="3525"/>
                  </a:lnTo>
                  <a:cubicBezTo>
                    <a:pt x="1977" y="3632"/>
                    <a:pt x="1881" y="3719"/>
                    <a:pt x="1776" y="3719"/>
                  </a:cubicBezTo>
                  <a:cubicBezTo>
                    <a:pt x="1764" y="3719"/>
                    <a:pt x="1751" y="3718"/>
                    <a:pt x="1739" y="3716"/>
                  </a:cubicBezTo>
                  <a:cubicBezTo>
                    <a:pt x="1644" y="3692"/>
                    <a:pt x="1620" y="3620"/>
                    <a:pt x="1620" y="3525"/>
                  </a:cubicBezTo>
                  <a:lnTo>
                    <a:pt x="1620" y="3501"/>
                  </a:lnTo>
                  <a:lnTo>
                    <a:pt x="1620" y="2025"/>
                  </a:lnTo>
                  <a:cubicBezTo>
                    <a:pt x="1620" y="1930"/>
                    <a:pt x="1548" y="1858"/>
                    <a:pt x="1477" y="1834"/>
                  </a:cubicBezTo>
                  <a:cubicBezTo>
                    <a:pt x="1464" y="1832"/>
                    <a:pt x="1452" y="1831"/>
                    <a:pt x="1440" y="1831"/>
                  </a:cubicBezTo>
                  <a:cubicBezTo>
                    <a:pt x="1339" y="1831"/>
                    <a:pt x="1263" y="1918"/>
                    <a:pt x="1263" y="2025"/>
                  </a:cubicBezTo>
                  <a:lnTo>
                    <a:pt x="1263" y="3501"/>
                  </a:lnTo>
                  <a:lnTo>
                    <a:pt x="1263" y="3525"/>
                  </a:lnTo>
                  <a:cubicBezTo>
                    <a:pt x="1263" y="3620"/>
                    <a:pt x="1191" y="3692"/>
                    <a:pt x="1143" y="3716"/>
                  </a:cubicBezTo>
                  <a:cubicBezTo>
                    <a:pt x="1131" y="3718"/>
                    <a:pt x="1119" y="3719"/>
                    <a:pt x="1106" y="3719"/>
                  </a:cubicBezTo>
                  <a:cubicBezTo>
                    <a:pt x="1001" y="3719"/>
                    <a:pt x="905" y="3632"/>
                    <a:pt x="905" y="3525"/>
                  </a:cubicBezTo>
                  <a:lnTo>
                    <a:pt x="905" y="1215"/>
                  </a:lnTo>
                  <a:cubicBezTo>
                    <a:pt x="905" y="1120"/>
                    <a:pt x="834" y="1072"/>
                    <a:pt x="762"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3" y="358"/>
                  </a:cubicBezTo>
                  <a:cubicBezTo>
                    <a:pt x="1239" y="310"/>
                    <a:pt x="1358" y="310"/>
                    <a:pt x="1429" y="310"/>
                  </a:cubicBezTo>
                  <a:cubicBezTo>
                    <a:pt x="1548" y="310"/>
                    <a:pt x="1667" y="358"/>
                    <a:pt x="1763" y="382"/>
                  </a:cubicBezTo>
                  <a:cubicBezTo>
                    <a:pt x="1779" y="386"/>
                    <a:pt x="1795" y="388"/>
                    <a:pt x="1811" y="388"/>
                  </a:cubicBezTo>
                  <a:cubicBezTo>
                    <a:pt x="1888" y="388"/>
                    <a:pt x="1957" y="341"/>
                    <a:pt x="1977" y="263"/>
                  </a:cubicBezTo>
                  <a:cubicBezTo>
                    <a:pt x="2001" y="167"/>
                    <a:pt x="1953" y="72"/>
                    <a:pt x="1858" y="48"/>
                  </a:cubicBezTo>
                  <a:cubicBezTo>
                    <a:pt x="1715" y="1"/>
                    <a:pt x="1405"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6" name="Google Shape;22196;p98"/>
          <p:cNvGrpSpPr/>
          <p:nvPr/>
        </p:nvGrpSpPr>
        <p:grpSpPr>
          <a:xfrm>
            <a:off x="1048510" y="1770530"/>
            <a:ext cx="362163" cy="354351"/>
            <a:chOff x="1696206" y="1922930"/>
            <a:chExt cx="362163" cy="354351"/>
          </a:xfrm>
        </p:grpSpPr>
        <p:sp>
          <p:nvSpPr>
            <p:cNvPr id="22197" name="Google Shape;22197;p98"/>
            <p:cNvSpPr/>
            <p:nvPr/>
          </p:nvSpPr>
          <p:spPr>
            <a:xfrm>
              <a:off x="1701185" y="1927909"/>
              <a:ext cx="342962" cy="342276"/>
            </a:xfrm>
            <a:custGeom>
              <a:rect b="b" l="l" r="r" t="t"/>
              <a:pathLst>
                <a:path extrusionOk="0" h="11480" w="11503">
                  <a:moveTo>
                    <a:pt x="5740" y="1596"/>
                  </a:moveTo>
                  <a:cubicBezTo>
                    <a:pt x="8050" y="1596"/>
                    <a:pt x="9884" y="3454"/>
                    <a:pt x="9884" y="5740"/>
                  </a:cubicBezTo>
                  <a:cubicBezTo>
                    <a:pt x="9884" y="8026"/>
                    <a:pt x="8050" y="9883"/>
                    <a:pt x="5740" y="9883"/>
                  </a:cubicBezTo>
                  <a:cubicBezTo>
                    <a:pt x="3454" y="9883"/>
                    <a:pt x="1596" y="8026"/>
                    <a:pt x="1596" y="5740"/>
                  </a:cubicBezTo>
                  <a:cubicBezTo>
                    <a:pt x="1596" y="3454"/>
                    <a:pt x="3454" y="1596"/>
                    <a:pt x="5740" y="1596"/>
                  </a:cubicBezTo>
                  <a:close/>
                  <a:moveTo>
                    <a:pt x="5740" y="1"/>
                  </a:moveTo>
                  <a:cubicBezTo>
                    <a:pt x="2573" y="1"/>
                    <a:pt x="1" y="2572"/>
                    <a:pt x="1" y="5740"/>
                  </a:cubicBezTo>
                  <a:cubicBezTo>
                    <a:pt x="1" y="8883"/>
                    <a:pt x="2596" y="11479"/>
                    <a:pt x="5740" y="11479"/>
                  </a:cubicBezTo>
                  <a:cubicBezTo>
                    <a:pt x="8907" y="11479"/>
                    <a:pt x="11503" y="8883"/>
                    <a:pt x="11503" y="5740"/>
                  </a:cubicBezTo>
                  <a:cubicBezTo>
                    <a:pt x="11503" y="2572"/>
                    <a:pt x="8931" y="1"/>
                    <a:pt x="574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98"/>
            <p:cNvSpPr/>
            <p:nvPr/>
          </p:nvSpPr>
          <p:spPr>
            <a:xfrm>
              <a:off x="1792778" y="1940700"/>
              <a:ext cx="252086" cy="329486"/>
            </a:xfrm>
            <a:custGeom>
              <a:rect b="b" l="l" r="r" t="t"/>
              <a:pathLst>
                <a:path extrusionOk="0" h="11051" w="8455">
                  <a:moveTo>
                    <a:pt x="4906" y="0"/>
                  </a:moveTo>
                  <a:lnTo>
                    <a:pt x="4906" y="0"/>
                  </a:lnTo>
                  <a:cubicBezTo>
                    <a:pt x="6716" y="953"/>
                    <a:pt x="7978" y="2906"/>
                    <a:pt x="7978" y="5096"/>
                  </a:cubicBezTo>
                  <a:cubicBezTo>
                    <a:pt x="7978" y="8288"/>
                    <a:pt x="5383" y="10836"/>
                    <a:pt x="2239" y="10836"/>
                  </a:cubicBezTo>
                  <a:cubicBezTo>
                    <a:pt x="1429" y="10836"/>
                    <a:pt x="691" y="10693"/>
                    <a:pt x="1" y="10407"/>
                  </a:cubicBezTo>
                  <a:lnTo>
                    <a:pt x="1" y="10407"/>
                  </a:lnTo>
                  <a:cubicBezTo>
                    <a:pt x="810" y="10812"/>
                    <a:pt x="1715" y="11050"/>
                    <a:pt x="2668" y="11050"/>
                  </a:cubicBezTo>
                  <a:cubicBezTo>
                    <a:pt x="5859" y="11050"/>
                    <a:pt x="8431" y="8454"/>
                    <a:pt x="8431" y="5311"/>
                  </a:cubicBezTo>
                  <a:cubicBezTo>
                    <a:pt x="8455" y="2929"/>
                    <a:pt x="7002" y="881"/>
                    <a:pt x="490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98"/>
            <p:cNvSpPr/>
            <p:nvPr/>
          </p:nvSpPr>
          <p:spPr>
            <a:xfrm>
              <a:off x="1871609" y="1927909"/>
              <a:ext cx="172539" cy="171138"/>
            </a:xfrm>
            <a:custGeom>
              <a:rect b="b" l="l" r="r" t="t"/>
              <a:pathLst>
                <a:path extrusionOk="0" h="5740" w="5787">
                  <a:moveTo>
                    <a:pt x="24" y="1"/>
                  </a:moveTo>
                  <a:lnTo>
                    <a:pt x="0" y="1596"/>
                  </a:lnTo>
                  <a:cubicBezTo>
                    <a:pt x="2286" y="1596"/>
                    <a:pt x="4144" y="3430"/>
                    <a:pt x="4144" y="5740"/>
                  </a:cubicBezTo>
                  <a:lnTo>
                    <a:pt x="5787" y="5740"/>
                  </a:lnTo>
                  <a:cubicBezTo>
                    <a:pt x="5787" y="2572"/>
                    <a:pt x="3215" y="1"/>
                    <a:pt x="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98"/>
            <p:cNvSpPr/>
            <p:nvPr/>
          </p:nvSpPr>
          <p:spPr>
            <a:xfrm>
              <a:off x="1939052" y="1940700"/>
              <a:ext cx="105813" cy="158347"/>
            </a:xfrm>
            <a:custGeom>
              <a:rect b="b" l="l" r="r" t="t"/>
              <a:pathLst>
                <a:path extrusionOk="0" h="5311" w="3549">
                  <a:moveTo>
                    <a:pt x="0" y="0"/>
                  </a:moveTo>
                  <a:lnTo>
                    <a:pt x="0" y="0"/>
                  </a:lnTo>
                  <a:cubicBezTo>
                    <a:pt x="1810" y="953"/>
                    <a:pt x="3072" y="2906"/>
                    <a:pt x="3072" y="5096"/>
                  </a:cubicBezTo>
                  <a:lnTo>
                    <a:pt x="3072" y="5311"/>
                  </a:lnTo>
                  <a:lnTo>
                    <a:pt x="3549" y="5311"/>
                  </a:lnTo>
                  <a:lnTo>
                    <a:pt x="3549" y="5168"/>
                  </a:lnTo>
                  <a:lnTo>
                    <a:pt x="3549" y="5096"/>
                  </a:lnTo>
                  <a:cubicBezTo>
                    <a:pt x="3549" y="4858"/>
                    <a:pt x="3525" y="4644"/>
                    <a:pt x="3477" y="4406"/>
                  </a:cubicBezTo>
                  <a:lnTo>
                    <a:pt x="3406" y="3977"/>
                  </a:lnTo>
                  <a:cubicBezTo>
                    <a:pt x="3215" y="3167"/>
                    <a:pt x="2858" y="2453"/>
                    <a:pt x="2382" y="1810"/>
                  </a:cubicBezTo>
                  <a:cubicBezTo>
                    <a:pt x="2191" y="1620"/>
                    <a:pt x="2025" y="1381"/>
                    <a:pt x="1810" y="1191"/>
                  </a:cubicBezTo>
                  <a:cubicBezTo>
                    <a:pt x="1667" y="1048"/>
                    <a:pt x="1525" y="929"/>
                    <a:pt x="1358" y="810"/>
                  </a:cubicBezTo>
                  <a:cubicBezTo>
                    <a:pt x="953" y="476"/>
                    <a:pt x="477" y="214"/>
                    <a:pt x="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98"/>
            <p:cNvSpPr/>
            <p:nvPr/>
          </p:nvSpPr>
          <p:spPr>
            <a:xfrm>
              <a:off x="1739528" y="1927194"/>
              <a:ext cx="133512" cy="95169"/>
            </a:xfrm>
            <a:custGeom>
              <a:rect b="b" l="l" r="r" t="t"/>
              <a:pathLst>
                <a:path extrusionOk="0" h="3192" w="4478">
                  <a:moveTo>
                    <a:pt x="4478" y="1"/>
                  </a:moveTo>
                  <a:cubicBezTo>
                    <a:pt x="2668" y="1"/>
                    <a:pt x="1048" y="858"/>
                    <a:pt x="1" y="2168"/>
                  </a:cubicBezTo>
                  <a:lnTo>
                    <a:pt x="1287" y="3192"/>
                  </a:lnTo>
                  <a:cubicBezTo>
                    <a:pt x="2025" y="2239"/>
                    <a:pt x="3168" y="1644"/>
                    <a:pt x="4478" y="1644"/>
                  </a:cubicBezTo>
                  <a:lnTo>
                    <a:pt x="4478"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98"/>
            <p:cNvSpPr/>
            <p:nvPr/>
          </p:nvSpPr>
          <p:spPr>
            <a:xfrm>
              <a:off x="1696206" y="1922930"/>
              <a:ext cx="362163" cy="354351"/>
            </a:xfrm>
            <a:custGeom>
              <a:rect b="b" l="l" r="r" t="t"/>
              <a:pathLst>
                <a:path extrusionOk="0" h="11885" w="12147">
                  <a:moveTo>
                    <a:pt x="5788" y="334"/>
                  </a:moveTo>
                  <a:lnTo>
                    <a:pt x="5788" y="1620"/>
                  </a:lnTo>
                  <a:cubicBezTo>
                    <a:pt x="5669" y="1620"/>
                    <a:pt x="5550" y="1620"/>
                    <a:pt x="5431" y="1644"/>
                  </a:cubicBezTo>
                  <a:cubicBezTo>
                    <a:pt x="4407" y="1763"/>
                    <a:pt x="3502" y="2216"/>
                    <a:pt x="2859" y="2930"/>
                  </a:cubicBezTo>
                  <a:lnTo>
                    <a:pt x="2692" y="3073"/>
                  </a:lnTo>
                  <a:lnTo>
                    <a:pt x="1715" y="2263"/>
                  </a:lnTo>
                  <a:lnTo>
                    <a:pt x="2025" y="1977"/>
                  </a:lnTo>
                  <a:cubicBezTo>
                    <a:pt x="2906" y="1072"/>
                    <a:pt x="4049" y="525"/>
                    <a:pt x="5288" y="358"/>
                  </a:cubicBezTo>
                  <a:cubicBezTo>
                    <a:pt x="5431" y="334"/>
                    <a:pt x="5597" y="334"/>
                    <a:pt x="5740" y="334"/>
                  </a:cubicBezTo>
                  <a:close/>
                  <a:moveTo>
                    <a:pt x="6097" y="429"/>
                  </a:moveTo>
                  <a:cubicBezTo>
                    <a:pt x="7526" y="453"/>
                    <a:pt x="8860" y="1049"/>
                    <a:pt x="9884" y="2073"/>
                  </a:cubicBezTo>
                  <a:cubicBezTo>
                    <a:pt x="10884" y="3073"/>
                    <a:pt x="11456" y="4406"/>
                    <a:pt x="11503" y="5835"/>
                  </a:cubicBezTo>
                  <a:lnTo>
                    <a:pt x="10241" y="5835"/>
                  </a:lnTo>
                  <a:cubicBezTo>
                    <a:pt x="10170" y="4454"/>
                    <a:pt x="9455" y="3192"/>
                    <a:pt x="8288" y="2430"/>
                  </a:cubicBezTo>
                  <a:cubicBezTo>
                    <a:pt x="8260" y="2402"/>
                    <a:pt x="8228" y="2388"/>
                    <a:pt x="8196" y="2388"/>
                  </a:cubicBezTo>
                  <a:cubicBezTo>
                    <a:pt x="8145" y="2388"/>
                    <a:pt x="8093" y="2420"/>
                    <a:pt x="8050" y="2478"/>
                  </a:cubicBezTo>
                  <a:cubicBezTo>
                    <a:pt x="8003" y="2573"/>
                    <a:pt x="8026" y="2668"/>
                    <a:pt x="8122" y="2716"/>
                  </a:cubicBezTo>
                  <a:cubicBezTo>
                    <a:pt x="9241" y="3454"/>
                    <a:pt x="9908" y="4692"/>
                    <a:pt x="9908" y="6026"/>
                  </a:cubicBezTo>
                  <a:cubicBezTo>
                    <a:pt x="9908" y="8098"/>
                    <a:pt x="8122" y="9884"/>
                    <a:pt x="5931" y="9884"/>
                  </a:cubicBezTo>
                  <a:cubicBezTo>
                    <a:pt x="3764" y="9884"/>
                    <a:pt x="1977" y="8098"/>
                    <a:pt x="1977" y="5931"/>
                  </a:cubicBezTo>
                  <a:cubicBezTo>
                    <a:pt x="1977" y="5073"/>
                    <a:pt x="2287" y="4240"/>
                    <a:pt x="2787" y="3549"/>
                  </a:cubicBezTo>
                  <a:cubicBezTo>
                    <a:pt x="3287" y="2859"/>
                    <a:pt x="4049" y="2382"/>
                    <a:pt x="4835" y="2144"/>
                  </a:cubicBezTo>
                  <a:cubicBezTo>
                    <a:pt x="5192" y="2073"/>
                    <a:pt x="5550" y="2001"/>
                    <a:pt x="5954" y="2001"/>
                  </a:cubicBezTo>
                  <a:cubicBezTo>
                    <a:pt x="6455" y="2001"/>
                    <a:pt x="6955" y="2096"/>
                    <a:pt x="7431" y="2311"/>
                  </a:cubicBezTo>
                  <a:cubicBezTo>
                    <a:pt x="7444" y="2314"/>
                    <a:pt x="7457" y="2315"/>
                    <a:pt x="7470" y="2315"/>
                  </a:cubicBezTo>
                  <a:cubicBezTo>
                    <a:pt x="7556" y="2315"/>
                    <a:pt x="7648" y="2254"/>
                    <a:pt x="7669" y="2192"/>
                  </a:cubicBezTo>
                  <a:cubicBezTo>
                    <a:pt x="7669" y="2096"/>
                    <a:pt x="7645" y="2025"/>
                    <a:pt x="7550" y="2001"/>
                  </a:cubicBezTo>
                  <a:cubicBezTo>
                    <a:pt x="7098" y="1811"/>
                    <a:pt x="6597" y="1715"/>
                    <a:pt x="6097" y="1715"/>
                  </a:cubicBezTo>
                  <a:lnTo>
                    <a:pt x="6097" y="429"/>
                  </a:lnTo>
                  <a:close/>
                  <a:moveTo>
                    <a:pt x="5502" y="1"/>
                  </a:moveTo>
                  <a:cubicBezTo>
                    <a:pt x="5264" y="48"/>
                    <a:pt x="4978" y="72"/>
                    <a:pt x="4740" y="96"/>
                  </a:cubicBezTo>
                  <a:cubicBezTo>
                    <a:pt x="4454" y="168"/>
                    <a:pt x="4121" y="239"/>
                    <a:pt x="3835" y="358"/>
                  </a:cubicBezTo>
                  <a:cubicBezTo>
                    <a:pt x="3049" y="668"/>
                    <a:pt x="2311" y="1144"/>
                    <a:pt x="1715" y="1739"/>
                  </a:cubicBezTo>
                  <a:cubicBezTo>
                    <a:pt x="596" y="2859"/>
                    <a:pt x="1" y="4359"/>
                    <a:pt x="1" y="5931"/>
                  </a:cubicBezTo>
                  <a:cubicBezTo>
                    <a:pt x="1" y="7431"/>
                    <a:pt x="549" y="8884"/>
                    <a:pt x="1573" y="9979"/>
                  </a:cubicBezTo>
                  <a:cubicBezTo>
                    <a:pt x="1598" y="10017"/>
                    <a:pt x="1644" y="10042"/>
                    <a:pt x="1692" y="10042"/>
                  </a:cubicBezTo>
                  <a:cubicBezTo>
                    <a:pt x="1734" y="10042"/>
                    <a:pt x="1778" y="10023"/>
                    <a:pt x="1811" y="9979"/>
                  </a:cubicBezTo>
                  <a:cubicBezTo>
                    <a:pt x="1858" y="9931"/>
                    <a:pt x="1858" y="9812"/>
                    <a:pt x="1811" y="9741"/>
                  </a:cubicBezTo>
                  <a:cubicBezTo>
                    <a:pt x="858" y="8693"/>
                    <a:pt x="310" y="7359"/>
                    <a:pt x="310" y="5931"/>
                  </a:cubicBezTo>
                  <a:cubicBezTo>
                    <a:pt x="310" y="4716"/>
                    <a:pt x="715" y="3525"/>
                    <a:pt x="1454" y="2573"/>
                  </a:cubicBezTo>
                  <a:lnTo>
                    <a:pt x="2430" y="3382"/>
                  </a:lnTo>
                  <a:cubicBezTo>
                    <a:pt x="1906" y="4121"/>
                    <a:pt x="1573" y="5002"/>
                    <a:pt x="1573" y="6026"/>
                  </a:cubicBezTo>
                  <a:cubicBezTo>
                    <a:pt x="1596" y="8336"/>
                    <a:pt x="3502" y="10217"/>
                    <a:pt x="5812" y="10241"/>
                  </a:cubicBezTo>
                  <a:cubicBezTo>
                    <a:pt x="5841" y="10242"/>
                    <a:pt x="5871" y="10242"/>
                    <a:pt x="5900" y="10242"/>
                  </a:cubicBezTo>
                  <a:cubicBezTo>
                    <a:pt x="8217" y="10242"/>
                    <a:pt x="10099" y="8402"/>
                    <a:pt x="10193" y="6121"/>
                  </a:cubicBezTo>
                  <a:lnTo>
                    <a:pt x="11479" y="6121"/>
                  </a:lnTo>
                  <a:cubicBezTo>
                    <a:pt x="11456" y="7550"/>
                    <a:pt x="10860" y="8884"/>
                    <a:pt x="9836" y="9884"/>
                  </a:cubicBezTo>
                  <a:cubicBezTo>
                    <a:pt x="8788" y="10932"/>
                    <a:pt x="7360" y="11527"/>
                    <a:pt x="5883" y="11527"/>
                  </a:cubicBezTo>
                  <a:cubicBezTo>
                    <a:pt x="4597" y="11527"/>
                    <a:pt x="3359" y="11074"/>
                    <a:pt x="2358" y="10289"/>
                  </a:cubicBezTo>
                  <a:cubicBezTo>
                    <a:pt x="2336" y="10255"/>
                    <a:pt x="2299" y="10238"/>
                    <a:pt x="2260" y="10238"/>
                  </a:cubicBezTo>
                  <a:cubicBezTo>
                    <a:pt x="2216" y="10238"/>
                    <a:pt x="2170" y="10261"/>
                    <a:pt x="2144" y="10312"/>
                  </a:cubicBezTo>
                  <a:cubicBezTo>
                    <a:pt x="2073" y="10360"/>
                    <a:pt x="2073" y="10479"/>
                    <a:pt x="2168" y="10551"/>
                  </a:cubicBezTo>
                  <a:cubicBezTo>
                    <a:pt x="3192" y="11408"/>
                    <a:pt x="4549" y="11884"/>
                    <a:pt x="5907" y="11884"/>
                  </a:cubicBezTo>
                  <a:cubicBezTo>
                    <a:pt x="7883" y="11884"/>
                    <a:pt x="9717" y="10932"/>
                    <a:pt x="10860" y="9241"/>
                  </a:cubicBezTo>
                  <a:cubicBezTo>
                    <a:pt x="11265" y="8622"/>
                    <a:pt x="11575" y="7907"/>
                    <a:pt x="11718" y="7145"/>
                  </a:cubicBezTo>
                  <a:cubicBezTo>
                    <a:pt x="12146" y="5097"/>
                    <a:pt x="11503" y="3144"/>
                    <a:pt x="10098" y="1739"/>
                  </a:cubicBezTo>
                  <a:cubicBezTo>
                    <a:pt x="8979" y="596"/>
                    <a:pt x="7502" y="1"/>
                    <a:pt x="5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3" name="Google Shape;22203;p98"/>
          <p:cNvGrpSpPr/>
          <p:nvPr/>
        </p:nvGrpSpPr>
        <p:grpSpPr>
          <a:xfrm>
            <a:off x="1805864" y="1769725"/>
            <a:ext cx="354351" cy="354441"/>
            <a:chOff x="2377359" y="1922125"/>
            <a:chExt cx="354351" cy="354441"/>
          </a:xfrm>
        </p:grpSpPr>
        <p:sp>
          <p:nvSpPr>
            <p:cNvPr id="22204" name="Google Shape;22204;p98"/>
            <p:cNvSpPr/>
            <p:nvPr/>
          </p:nvSpPr>
          <p:spPr>
            <a:xfrm>
              <a:off x="2632996" y="1957009"/>
              <a:ext cx="69588" cy="290428"/>
            </a:xfrm>
            <a:custGeom>
              <a:rect b="b" l="l" r="r" t="t"/>
              <a:pathLst>
                <a:path extrusionOk="0" h="9741" w="2334">
                  <a:moveTo>
                    <a:pt x="71" y="1"/>
                  </a:moveTo>
                  <a:cubicBezTo>
                    <a:pt x="24" y="1"/>
                    <a:pt x="0" y="25"/>
                    <a:pt x="0" y="49"/>
                  </a:cubicBezTo>
                  <a:lnTo>
                    <a:pt x="0" y="9741"/>
                  </a:lnTo>
                  <a:lnTo>
                    <a:pt x="2334" y="9741"/>
                  </a:lnTo>
                  <a:lnTo>
                    <a:pt x="2286" y="49"/>
                  </a:lnTo>
                  <a:cubicBezTo>
                    <a:pt x="2286" y="25"/>
                    <a:pt x="2262" y="1"/>
                    <a:pt x="22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98"/>
            <p:cNvSpPr/>
            <p:nvPr/>
          </p:nvSpPr>
          <p:spPr>
            <a:xfrm>
              <a:off x="2529328" y="2068489"/>
              <a:ext cx="68187" cy="178950"/>
            </a:xfrm>
            <a:custGeom>
              <a:rect b="b" l="l" r="r" t="t"/>
              <a:pathLst>
                <a:path extrusionOk="0" h="6002" w="2287">
                  <a:moveTo>
                    <a:pt x="48" y="1"/>
                  </a:moveTo>
                  <a:cubicBezTo>
                    <a:pt x="24" y="1"/>
                    <a:pt x="0" y="48"/>
                    <a:pt x="0" y="72"/>
                  </a:cubicBezTo>
                  <a:lnTo>
                    <a:pt x="0" y="6002"/>
                  </a:lnTo>
                  <a:lnTo>
                    <a:pt x="2286" y="6002"/>
                  </a:lnTo>
                  <a:lnTo>
                    <a:pt x="2286" y="72"/>
                  </a:lnTo>
                  <a:cubicBezTo>
                    <a:pt x="2286" y="48"/>
                    <a:pt x="2262" y="1"/>
                    <a:pt x="2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98"/>
            <p:cNvSpPr/>
            <p:nvPr/>
          </p:nvSpPr>
          <p:spPr>
            <a:xfrm>
              <a:off x="2426346" y="2144458"/>
              <a:ext cx="68217" cy="102981"/>
            </a:xfrm>
            <a:custGeom>
              <a:rect b="b" l="l" r="r" t="t"/>
              <a:pathLst>
                <a:path extrusionOk="0" h="3454" w="2288">
                  <a:moveTo>
                    <a:pt x="49" y="1"/>
                  </a:moveTo>
                  <a:cubicBezTo>
                    <a:pt x="25" y="1"/>
                    <a:pt x="1" y="25"/>
                    <a:pt x="1" y="49"/>
                  </a:cubicBezTo>
                  <a:lnTo>
                    <a:pt x="1" y="3454"/>
                  </a:lnTo>
                  <a:lnTo>
                    <a:pt x="2287" y="3454"/>
                  </a:lnTo>
                  <a:lnTo>
                    <a:pt x="2287" y="49"/>
                  </a:lnTo>
                  <a:cubicBezTo>
                    <a:pt x="2287" y="25"/>
                    <a:pt x="2263" y="1"/>
                    <a:pt x="2240"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98"/>
            <p:cNvSpPr/>
            <p:nvPr/>
          </p:nvSpPr>
          <p:spPr>
            <a:xfrm>
              <a:off x="2686246" y="1957009"/>
              <a:ext cx="16339" cy="290428"/>
            </a:xfrm>
            <a:custGeom>
              <a:rect b="b" l="l" r="r" t="t"/>
              <a:pathLst>
                <a:path extrusionOk="0" h="9741" w="548">
                  <a:moveTo>
                    <a:pt x="0" y="1"/>
                  </a:moveTo>
                  <a:cubicBezTo>
                    <a:pt x="24" y="1"/>
                    <a:pt x="72" y="25"/>
                    <a:pt x="72" y="49"/>
                  </a:cubicBezTo>
                  <a:lnTo>
                    <a:pt x="72" y="9741"/>
                  </a:lnTo>
                  <a:lnTo>
                    <a:pt x="548" y="9741"/>
                  </a:lnTo>
                  <a:lnTo>
                    <a:pt x="548" y="49"/>
                  </a:lnTo>
                  <a:cubicBezTo>
                    <a:pt x="548" y="25"/>
                    <a:pt x="500" y="1"/>
                    <a:pt x="47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98"/>
            <p:cNvSpPr/>
            <p:nvPr/>
          </p:nvSpPr>
          <p:spPr>
            <a:xfrm>
              <a:off x="2582578" y="2068489"/>
              <a:ext cx="15653" cy="178264"/>
            </a:xfrm>
            <a:custGeom>
              <a:rect b="b" l="l" r="r" t="t"/>
              <a:pathLst>
                <a:path extrusionOk="0" h="5979" w="525">
                  <a:moveTo>
                    <a:pt x="0" y="1"/>
                  </a:moveTo>
                  <a:cubicBezTo>
                    <a:pt x="24" y="1"/>
                    <a:pt x="48" y="25"/>
                    <a:pt x="48" y="72"/>
                  </a:cubicBezTo>
                  <a:lnTo>
                    <a:pt x="48" y="5978"/>
                  </a:lnTo>
                  <a:lnTo>
                    <a:pt x="524" y="5978"/>
                  </a:lnTo>
                  <a:lnTo>
                    <a:pt x="524" y="72"/>
                  </a:lnTo>
                  <a:cubicBezTo>
                    <a:pt x="524" y="48"/>
                    <a:pt x="500" y="1"/>
                    <a:pt x="47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98"/>
            <p:cNvSpPr/>
            <p:nvPr/>
          </p:nvSpPr>
          <p:spPr>
            <a:xfrm>
              <a:off x="2479626" y="2143057"/>
              <a:ext cx="15623" cy="102981"/>
            </a:xfrm>
            <a:custGeom>
              <a:rect b="b" l="l" r="r" t="t"/>
              <a:pathLst>
                <a:path extrusionOk="0" h="3454" w="524">
                  <a:moveTo>
                    <a:pt x="0" y="0"/>
                  </a:moveTo>
                  <a:cubicBezTo>
                    <a:pt x="24" y="0"/>
                    <a:pt x="48" y="48"/>
                    <a:pt x="48" y="72"/>
                  </a:cubicBezTo>
                  <a:lnTo>
                    <a:pt x="48" y="3453"/>
                  </a:lnTo>
                  <a:lnTo>
                    <a:pt x="524" y="3453"/>
                  </a:lnTo>
                  <a:lnTo>
                    <a:pt x="524" y="72"/>
                  </a:lnTo>
                  <a:cubicBezTo>
                    <a:pt x="524" y="48"/>
                    <a:pt x="500" y="0"/>
                    <a:pt x="47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98"/>
            <p:cNvSpPr/>
            <p:nvPr/>
          </p:nvSpPr>
          <p:spPr>
            <a:xfrm>
              <a:off x="2424229" y="1929340"/>
              <a:ext cx="193171" cy="156171"/>
            </a:xfrm>
            <a:custGeom>
              <a:rect b="b" l="l" r="r" t="t"/>
              <a:pathLst>
                <a:path extrusionOk="0" h="5238" w="6479">
                  <a:moveTo>
                    <a:pt x="6002" y="0"/>
                  </a:moveTo>
                  <a:lnTo>
                    <a:pt x="4859" y="143"/>
                  </a:lnTo>
                  <a:cubicBezTo>
                    <a:pt x="4621" y="167"/>
                    <a:pt x="4478" y="381"/>
                    <a:pt x="4501" y="595"/>
                  </a:cubicBezTo>
                  <a:cubicBezTo>
                    <a:pt x="4501" y="738"/>
                    <a:pt x="4644" y="881"/>
                    <a:pt x="4811" y="929"/>
                  </a:cubicBezTo>
                  <a:lnTo>
                    <a:pt x="215" y="4525"/>
                  </a:lnTo>
                  <a:cubicBezTo>
                    <a:pt x="48" y="4668"/>
                    <a:pt x="1" y="4906"/>
                    <a:pt x="167" y="5096"/>
                  </a:cubicBezTo>
                  <a:cubicBezTo>
                    <a:pt x="247" y="5189"/>
                    <a:pt x="356" y="5238"/>
                    <a:pt x="466" y="5238"/>
                  </a:cubicBezTo>
                  <a:cubicBezTo>
                    <a:pt x="553" y="5238"/>
                    <a:pt x="641" y="5207"/>
                    <a:pt x="715" y="5144"/>
                  </a:cubicBezTo>
                  <a:lnTo>
                    <a:pt x="5406" y="1453"/>
                  </a:lnTo>
                  <a:cubicBezTo>
                    <a:pt x="5406" y="1667"/>
                    <a:pt x="5526" y="1834"/>
                    <a:pt x="5716" y="1881"/>
                  </a:cubicBezTo>
                  <a:cubicBezTo>
                    <a:pt x="5744" y="1888"/>
                    <a:pt x="5772" y="1891"/>
                    <a:pt x="5799" y="1891"/>
                  </a:cubicBezTo>
                  <a:cubicBezTo>
                    <a:pt x="5983" y="1891"/>
                    <a:pt x="6151" y="1758"/>
                    <a:pt x="6192" y="1572"/>
                  </a:cubicBezTo>
                  <a:lnTo>
                    <a:pt x="6430" y="453"/>
                  </a:lnTo>
                  <a:cubicBezTo>
                    <a:pt x="6478" y="334"/>
                    <a:pt x="6430" y="191"/>
                    <a:pt x="6359" y="119"/>
                  </a:cubicBezTo>
                  <a:cubicBezTo>
                    <a:pt x="6264" y="48"/>
                    <a:pt x="6168" y="0"/>
                    <a:pt x="6049"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98"/>
            <p:cNvSpPr/>
            <p:nvPr/>
          </p:nvSpPr>
          <p:spPr>
            <a:xfrm>
              <a:off x="2427061" y="1967921"/>
              <a:ext cx="153398" cy="117889"/>
            </a:xfrm>
            <a:custGeom>
              <a:rect b="b" l="l" r="r" t="t"/>
              <a:pathLst>
                <a:path extrusionOk="0" h="3954" w="5145">
                  <a:moveTo>
                    <a:pt x="4897" y="0"/>
                  </a:moveTo>
                  <a:cubicBezTo>
                    <a:pt x="4871" y="0"/>
                    <a:pt x="4841" y="6"/>
                    <a:pt x="4811" y="16"/>
                  </a:cubicBezTo>
                  <a:lnTo>
                    <a:pt x="263" y="3588"/>
                  </a:lnTo>
                  <a:cubicBezTo>
                    <a:pt x="168" y="3660"/>
                    <a:pt x="96" y="3683"/>
                    <a:pt x="1" y="3683"/>
                  </a:cubicBezTo>
                  <a:cubicBezTo>
                    <a:pt x="1" y="3731"/>
                    <a:pt x="25" y="3779"/>
                    <a:pt x="48" y="3802"/>
                  </a:cubicBezTo>
                  <a:cubicBezTo>
                    <a:pt x="143" y="3897"/>
                    <a:pt x="262" y="3954"/>
                    <a:pt x="377" y="3954"/>
                  </a:cubicBezTo>
                  <a:cubicBezTo>
                    <a:pt x="463" y="3954"/>
                    <a:pt x="548" y="3922"/>
                    <a:pt x="620" y="3850"/>
                  </a:cubicBezTo>
                  <a:lnTo>
                    <a:pt x="5145" y="278"/>
                  </a:lnTo>
                  <a:cubicBezTo>
                    <a:pt x="5073" y="230"/>
                    <a:pt x="5002" y="135"/>
                    <a:pt x="4978" y="40"/>
                  </a:cubicBezTo>
                  <a:cubicBezTo>
                    <a:pt x="4964" y="12"/>
                    <a:pt x="4934" y="0"/>
                    <a:pt x="4897"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98"/>
            <p:cNvSpPr/>
            <p:nvPr/>
          </p:nvSpPr>
          <p:spPr>
            <a:xfrm>
              <a:off x="2586126" y="1926478"/>
              <a:ext cx="31276" cy="59242"/>
            </a:xfrm>
            <a:custGeom>
              <a:rect b="b" l="l" r="r" t="t"/>
              <a:pathLst>
                <a:path extrusionOk="0" h="1987" w="1049">
                  <a:moveTo>
                    <a:pt x="643" y="1"/>
                  </a:moveTo>
                  <a:cubicBezTo>
                    <a:pt x="643" y="96"/>
                    <a:pt x="691" y="168"/>
                    <a:pt x="643" y="239"/>
                  </a:cubicBezTo>
                  <a:lnTo>
                    <a:pt x="405" y="1382"/>
                  </a:lnTo>
                  <a:cubicBezTo>
                    <a:pt x="381" y="1596"/>
                    <a:pt x="215" y="1692"/>
                    <a:pt x="0" y="1692"/>
                  </a:cubicBezTo>
                  <a:cubicBezTo>
                    <a:pt x="48" y="1858"/>
                    <a:pt x="143" y="1930"/>
                    <a:pt x="286" y="1977"/>
                  </a:cubicBezTo>
                  <a:cubicBezTo>
                    <a:pt x="314" y="1984"/>
                    <a:pt x="342" y="1987"/>
                    <a:pt x="369" y="1987"/>
                  </a:cubicBezTo>
                  <a:cubicBezTo>
                    <a:pt x="553" y="1987"/>
                    <a:pt x="721" y="1854"/>
                    <a:pt x="762" y="1668"/>
                  </a:cubicBezTo>
                  <a:lnTo>
                    <a:pt x="1000" y="549"/>
                  </a:lnTo>
                  <a:cubicBezTo>
                    <a:pt x="1048" y="430"/>
                    <a:pt x="1000" y="287"/>
                    <a:pt x="929" y="120"/>
                  </a:cubicBezTo>
                  <a:cubicBezTo>
                    <a:pt x="858" y="72"/>
                    <a:pt x="762" y="1"/>
                    <a:pt x="64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98"/>
            <p:cNvSpPr/>
            <p:nvPr/>
          </p:nvSpPr>
          <p:spPr>
            <a:xfrm>
              <a:off x="2381623" y="2247410"/>
              <a:ext cx="343678" cy="23464"/>
            </a:xfrm>
            <a:custGeom>
              <a:rect b="b" l="l" r="r" t="t"/>
              <a:pathLst>
                <a:path extrusionOk="0" h="787" w="11527">
                  <a:moveTo>
                    <a:pt x="120" y="1"/>
                  </a:moveTo>
                  <a:cubicBezTo>
                    <a:pt x="72" y="1"/>
                    <a:pt x="1" y="49"/>
                    <a:pt x="1" y="120"/>
                  </a:cubicBezTo>
                  <a:lnTo>
                    <a:pt x="1" y="668"/>
                  </a:lnTo>
                  <a:cubicBezTo>
                    <a:pt x="1" y="739"/>
                    <a:pt x="72" y="787"/>
                    <a:pt x="120" y="787"/>
                  </a:cubicBezTo>
                  <a:lnTo>
                    <a:pt x="11408" y="787"/>
                  </a:lnTo>
                  <a:cubicBezTo>
                    <a:pt x="11479" y="787"/>
                    <a:pt x="11527" y="739"/>
                    <a:pt x="11527" y="668"/>
                  </a:cubicBezTo>
                  <a:lnTo>
                    <a:pt x="11527" y="120"/>
                  </a:lnTo>
                  <a:cubicBezTo>
                    <a:pt x="11527" y="49"/>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98"/>
            <p:cNvSpPr/>
            <p:nvPr/>
          </p:nvSpPr>
          <p:spPr>
            <a:xfrm>
              <a:off x="2708250" y="2247410"/>
              <a:ext cx="17770" cy="23464"/>
            </a:xfrm>
            <a:custGeom>
              <a:rect b="b" l="l" r="r" t="t"/>
              <a:pathLst>
                <a:path extrusionOk="0" h="787" w="596">
                  <a:moveTo>
                    <a:pt x="0" y="1"/>
                  </a:moveTo>
                  <a:cubicBezTo>
                    <a:pt x="72" y="1"/>
                    <a:pt x="119" y="49"/>
                    <a:pt x="119" y="120"/>
                  </a:cubicBezTo>
                  <a:lnTo>
                    <a:pt x="119" y="668"/>
                  </a:lnTo>
                  <a:cubicBezTo>
                    <a:pt x="119" y="739"/>
                    <a:pt x="72" y="787"/>
                    <a:pt x="0" y="787"/>
                  </a:cubicBezTo>
                  <a:lnTo>
                    <a:pt x="477" y="787"/>
                  </a:lnTo>
                  <a:cubicBezTo>
                    <a:pt x="548" y="787"/>
                    <a:pt x="596" y="739"/>
                    <a:pt x="596" y="668"/>
                  </a:cubicBezTo>
                  <a:lnTo>
                    <a:pt x="596" y="120"/>
                  </a:lnTo>
                  <a:cubicBezTo>
                    <a:pt x="596" y="25"/>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98"/>
            <p:cNvSpPr/>
            <p:nvPr/>
          </p:nvSpPr>
          <p:spPr>
            <a:xfrm>
              <a:off x="2419250" y="1922930"/>
              <a:ext cx="202384" cy="168455"/>
            </a:xfrm>
            <a:custGeom>
              <a:rect b="b" l="l" r="r" t="t"/>
              <a:pathLst>
                <a:path extrusionOk="0" h="5650" w="6788">
                  <a:moveTo>
                    <a:pt x="6193" y="334"/>
                  </a:moveTo>
                  <a:cubicBezTo>
                    <a:pt x="6240" y="334"/>
                    <a:pt x="6335" y="358"/>
                    <a:pt x="6407" y="406"/>
                  </a:cubicBezTo>
                  <a:cubicBezTo>
                    <a:pt x="6455" y="453"/>
                    <a:pt x="6455" y="525"/>
                    <a:pt x="6455" y="596"/>
                  </a:cubicBezTo>
                  <a:lnTo>
                    <a:pt x="6216" y="1739"/>
                  </a:lnTo>
                  <a:cubicBezTo>
                    <a:pt x="6195" y="1856"/>
                    <a:pt x="6098" y="1911"/>
                    <a:pt x="5999" y="1911"/>
                  </a:cubicBezTo>
                  <a:cubicBezTo>
                    <a:pt x="5876" y="1911"/>
                    <a:pt x="5751" y="1826"/>
                    <a:pt x="5764" y="1668"/>
                  </a:cubicBezTo>
                  <a:cubicBezTo>
                    <a:pt x="5764" y="1620"/>
                    <a:pt x="5740" y="1549"/>
                    <a:pt x="5693" y="1525"/>
                  </a:cubicBezTo>
                  <a:cubicBezTo>
                    <a:pt x="5663" y="1515"/>
                    <a:pt x="5637" y="1509"/>
                    <a:pt x="5613" y="1509"/>
                  </a:cubicBezTo>
                  <a:cubicBezTo>
                    <a:pt x="5578" y="1509"/>
                    <a:pt x="5544" y="1521"/>
                    <a:pt x="5502" y="1549"/>
                  </a:cubicBezTo>
                  <a:lnTo>
                    <a:pt x="834" y="5240"/>
                  </a:lnTo>
                  <a:cubicBezTo>
                    <a:pt x="763" y="5288"/>
                    <a:pt x="715" y="5311"/>
                    <a:pt x="644" y="5311"/>
                  </a:cubicBezTo>
                  <a:cubicBezTo>
                    <a:pt x="596" y="5311"/>
                    <a:pt x="525" y="5288"/>
                    <a:pt x="501" y="5216"/>
                  </a:cubicBezTo>
                  <a:cubicBezTo>
                    <a:pt x="406" y="5121"/>
                    <a:pt x="406" y="5073"/>
                    <a:pt x="406" y="5002"/>
                  </a:cubicBezTo>
                  <a:cubicBezTo>
                    <a:pt x="406" y="4954"/>
                    <a:pt x="453" y="4883"/>
                    <a:pt x="501" y="4859"/>
                  </a:cubicBezTo>
                  <a:lnTo>
                    <a:pt x="5097" y="1263"/>
                  </a:lnTo>
                  <a:cubicBezTo>
                    <a:pt x="5145" y="1215"/>
                    <a:pt x="5169" y="1144"/>
                    <a:pt x="5145" y="1072"/>
                  </a:cubicBezTo>
                  <a:cubicBezTo>
                    <a:pt x="5145" y="1025"/>
                    <a:pt x="5097" y="953"/>
                    <a:pt x="5026" y="953"/>
                  </a:cubicBezTo>
                  <a:cubicBezTo>
                    <a:pt x="4930" y="930"/>
                    <a:pt x="4883" y="882"/>
                    <a:pt x="4859" y="739"/>
                  </a:cubicBezTo>
                  <a:cubicBezTo>
                    <a:pt x="4811" y="620"/>
                    <a:pt x="4930" y="525"/>
                    <a:pt x="5050" y="477"/>
                  </a:cubicBezTo>
                  <a:lnTo>
                    <a:pt x="6193" y="334"/>
                  </a:lnTo>
                  <a:close/>
                  <a:moveTo>
                    <a:pt x="6121" y="1"/>
                  </a:moveTo>
                  <a:lnTo>
                    <a:pt x="5002" y="168"/>
                  </a:lnTo>
                  <a:cubicBezTo>
                    <a:pt x="4859" y="191"/>
                    <a:pt x="4692" y="239"/>
                    <a:pt x="4621" y="358"/>
                  </a:cubicBezTo>
                  <a:cubicBezTo>
                    <a:pt x="4526" y="477"/>
                    <a:pt x="4454" y="644"/>
                    <a:pt x="4478" y="787"/>
                  </a:cubicBezTo>
                  <a:cubicBezTo>
                    <a:pt x="4526" y="906"/>
                    <a:pt x="4573" y="1025"/>
                    <a:pt x="4668" y="1120"/>
                  </a:cubicBezTo>
                  <a:lnTo>
                    <a:pt x="287" y="4573"/>
                  </a:lnTo>
                  <a:cubicBezTo>
                    <a:pt x="48" y="4764"/>
                    <a:pt x="1" y="5121"/>
                    <a:pt x="191" y="5359"/>
                  </a:cubicBezTo>
                  <a:cubicBezTo>
                    <a:pt x="263" y="5526"/>
                    <a:pt x="406" y="5597"/>
                    <a:pt x="572" y="5645"/>
                  </a:cubicBezTo>
                  <a:cubicBezTo>
                    <a:pt x="592" y="5648"/>
                    <a:pt x="611" y="5649"/>
                    <a:pt x="630" y="5649"/>
                  </a:cubicBezTo>
                  <a:cubicBezTo>
                    <a:pt x="753" y="5649"/>
                    <a:pt x="874" y="5588"/>
                    <a:pt x="977" y="5526"/>
                  </a:cubicBezTo>
                  <a:lnTo>
                    <a:pt x="5454" y="2001"/>
                  </a:lnTo>
                  <a:cubicBezTo>
                    <a:pt x="5526" y="2144"/>
                    <a:pt x="5645" y="2239"/>
                    <a:pt x="5835" y="2263"/>
                  </a:cubicBezTo>
                  <a:cubicBezTo>
                    <a:pt x="5876" y="2273"/>
                    <a:pt x="5917" y="2278"/>
                    <a:pt x="5959" y="2278"/>
                  </a:cubicBezTo>
                  <a:cubicBezTo>
                    <a:pt x="6210" y="2278"/>
                    <a:pt x="6465" y="2100"/>
                    <a:pt x="6526" y="1835"/>
                  </a:cubicBezTo>
                  <a:lnTo>
                    <a:pt x="6764" y="691"/>
                  </a:lnTo>
                  <a:cubicBezTo>
                    <a:pt x="6788" y="525"/>
                    <a:pt x="6764" y="310"/>
                    <a:pt x="6597" y="191"/>
                  </a:cubicBezTo>
                  <a:cubicBezTo>
                    <a:pt x="6478" y="72"/>
                    <a:pt x="6335" y="1"/>
                    <a:pt x="61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98"/>
            <p:cNvSpPr/>
            <p:nvPr/>
          </p:nvSpPr>
          <p:spPr>
            <a:xfrm>
              <a:off x="2377359" y="1922125"/>
              <a:ext cx="354351" cy="354441"/>
            </a:xfrm>
            <a:custGeom>
              <a:rect b="b" l="l" r="r" t="t"/>
              <a:pathLst>
                <a:path extrusionOk="0" h="11888" w="11885">
                  <a:moveTo>
                    <a:pt x="7264" y="5076"/>
                  </a:moveTo>
                  <a:lnTo>
                    <a:pt x="7264" y="10697"/>
                  </a:lnTo>
                  <a:lnTo>
                    <a:pt x="5288" y="10697"/>
                  </a:lnTo>
                  <a:lnTo>
                    <a:pt x="5288" y="5076"/>
                  </a:lnTo>
                  <a:close/>
                  <a:moveTo>
                    <a:pt x="11503" y="11054"/>
                  </a:moveTo>
                  <a:lnTo>
                    <a:pt x="11503" y="11530"/>
                  </a:lnTo>
                  <a:lnTo>
                    <a:pt x="334" y="11530"/>
                  </a:lnTo>
                  <a:lnTo>
                    <a:pt x="334" y="11054"/>
                  </a:lnTo>
                  <a:close/>
                  <a:moveTo>
                    <a:pt x="893" y="0"/>
                  </a:moveTo>
                  <a:cubicBezTo>
                    <a:pt x="792" y="0"/>
                    <a:pt x="715" y="88"/>
                    <a:pt x="715" y="195"/>
                  </a:cubicBezTo>
                  <a:lnTo>
                    <a:pt x="715" y="980"/>
                  </a:lnTo>
                  <a:lnTo>
                    <a:pt x="501" y="980"/>
                  </a:lnTo>
                  <a:cubicBezTo>
                    <a:pt x="429" y="980"/>
                    <a:pt x="334" y="1052"/>
                    <a:pt x="334" y="1147"/>
                  </a:cubicBezTo>
                  <a:cubicBezTo>
                    <a:pt x="334" y="1266"/>
                    <a:pt x="382" y="1338"/>
                    <a:pt x="501" y="1338"/>
                  </a:cubicBezTo>
                  <a:lnTo>
                    <a:pt x="715" y="1338"/>
                  </a:lnTo>
                  <a:lnTo>
                    <a:pt x="715" y="2243"/>
                  </a:lnTo>
                  <a:lnTo>
                    <a:pt x="501" y="2243"/>
                  </a:lnTo>
                  <a:cubicBezTo>
                    <a:pt x="429" y="2243"/>
                    <a:pt x="358" y="2290"/>
                    <a:pt x="334" y="2385"/>
                  </a:cubicBezTo>
                  <a:cubicBezTo>
                    <a:pt x="310" y="2505"/>
                    <a:pt x="382" y="2600"/>
                    <a:pt x="501" y="2600"/>
                  </a:cubicBezTo>
                  <a:lnTo>
                    <a:pt x="715" y="2600"/>
                  </a:lnTo>
                  <a:lnTo>
                    <a:pt x="715" y="3481"/>
                  </a:lnTo>
                  <a:lnTo>
                    <a:pt x="501" y="3481"/>
                  </a:lnTo>
                  <a:cubicBezTo>
                    <a:pt x="429" y="3481"/>
                    <a:pt x="358" y="3552"/>
                    <a:pt x="334" y="3648"/>
                  </a:cubicBezTo>
                  <a:cubicBezTo>
                    <a:pt x="310" y="3767"/>
                    <a:pt x="382" y="3838"/>
                    <a:pt x="501" y="3838"/>
                  </a:cubicBezTo>
                  <a:lnTo>
                    <a:pt x="715" y="3838"/>
                  </a:lnTo>
                  <a:lnTo>
                    <a:pt x="715" y="4743"/>
                  </a:lnTo>
                  <a:lnTo>
                    <a:pt x="501" y="4743"/>
                  </a:lnTo>
                  <a:cubicBezTo>
                    <a:pt x="429" y="4743"/>
                    <a:pt x="334" y="4791"/>
                    <a:pt x="334" y="4886"/>
                  </a:cubicBezTo>
                  <a:cubicBezTo>
                    <a:pt x="334" y="5005"/>
                    <a:pt x="382" y="5100"/>
                    <a:pt x="501" y="5100"/>
                  </a:cubicBezTo>
                  <a:lnTo>
                    <a:pt x="715" y="5100"/>
                  </a:lnTo>
                  <a:lnTo>
                    <a:pt x="715" y="5981"/>
                  </a:lnTo>
                  <a:lnTo>
                    <a:pt x="501" y="5981"/>
                  </a:lnTo>
                  <a:cubicBezTo>
                    <a:pt x="429" y="5981"/>
                    <a:pt x="334" y="6053"/>
                    <a:pt x="334" y="6148"/>
                  </a:cubicBezTo>
                  <a:cubicBezTo>
                    <a:pt x="334" y="6267"/>
                    <a:pt x="382" y="6339"/>
                    <a:pt x="501" y="6339"/>
                  </a:cubicBezTo>
                  <a:lnTo>
                    <a:pt x="715" y="6339"/>
                  </a:lnTo>
                  <a:lnTo>
                    <a:pt x="715" y="7244"/>
                  </a:lnTo>
                  <a:lnTo>
                    <a:pt x="501" y="7244"/>
                  </a:lnTo>
                  <a:cubicBezTo>
                    <a:pt x="429" y="7244"/>
                    <a:pt x="358" y="7291"/>
                    <a:pt x="334" y="7386"/>
                  </a:cubicBezTo>
                  <a:cubicBezTo>
                    <a:pt x="310" y="7506"/>
                    <a:pt x="382" y="7601"/>
                    <a:pt x="501" y="7601"/>
                  </a:cubicBezTo>
                  <a:lnTo>
                    <a:pt x="715" y="7601"/>
                  </a:lnTo>
                  <a:lnTo>
                    <a:pt x="715" y="8482"/>
                  </a:lnTo>
                  <a:lnTo>
                    <a:pt x="501" y="8482"/>
                  </a:lnTo>
                  <a:cubicBezTo>
                    <a:pt x="429" y="8482"/>
                    <a:pt x="358" y="8553"/>
                    <a:pt x="334" y="8649"/>
                  </a:cubicBezTo>
                  <a:cubicBezTo>
                    <a:pt x="310" y="8768"/>
                    <a:pt x="382" y="8839"/>
                    <a:pt x="501" y="8839"/>
                  </a:cubicBezTo>
                  <a:lnTo>
                    <a:pt x="715" y="8839"/>
                  </a:lnTo>
                  <a:lnTo>
                    <a:pt x="715" y="9744"/>
                  </a:lnTo>
                  <a:lnTo>
                    <a:pt x="501" y="9744"/>
                  </a:lnTo>
                  <a:cubicBezTo>
                    <a:pt x="429" y="9744"/>
                    <a:pt x="334" y="9792"/>
                    <a:pt x="334" y="9887"/>
                  </a:cubicBezTo>
                  <a:cubicBezTo>
                    <a:pt x="334" y="10006"/>
                    <a:pt x="382" y="10101"/>
                    <a:pt x="501" y="10101"/>
                  </a:cubicBezTo>
                  <a:lnTo>
                    <a:pt x="715" y="10101"/>
                  </a:lnTo>
                  <a:lnTo>
                    <a:pt x="715" y="10720"/>
                  </a:lnTo>
                  <a:lnTo>
                    <a:pt x="310" y="10720"/>
                  </a:lnTo>
                  <a:cubicBezTo>
                    <a:pt x="144" y="10720"/>
                    <a:pt x="1" y="10840"/>
                    <a:pt x="1" y="11030"/>
                  </a:cubicBezTo>
                  <a:lnTo>
                    <a:pt x="1" y="11578"/>
                  </a:lnTo>
                  <a:cubicBezTo>
                    <a:pt x="1" y="11744"/>
                    <a:pt x="120" y="11887"/>
                    <a:pt x="310" y="11887"/>
                  </a:cubicBezTo>
                  <a:lnTo>
                    <a:pt x="11575" y="11887"/>
                  </a:lnTo>
                  <a:cubicBezTo>
                    <a:pt x="11741" y="11887"/>
                    <a:pt x="11884" y="11768"/>
                    <a:pt x="11884" y="11578"/>
                  </a:cubicBezTo>
                  <a:lnTo>
                    <a:pt x="11884" y="11030"/>
                  </a:lnTo>
                  <a:cubicBezTo>
                    <a:pt x="11837" y="10840"/>
                    <a:pt x="11741" y="10720"/>
                    <a:pt x="11551" y="10720"/>
                  </a:cubicBezTo>
                  <a:lnTo>
                    <a:pt x="11051" y="10720"/>
                  </a:lnTo>
                  <a:lnTo>
                    <a:pt x="11051" y="3171"/>
                  </a:lnTo>
                  <a:cubicBezTo>
                    <a:pt x="11051" y="3076"/>
                    <a:pt x="10979" y="2981"/>
                    <a:pt x="10884" y="2981"/>
                  </a:cubicBezTo>
                  <a:cubicBezTo>
                    <a:pt x="10765" y="2981"/>
                    <a:pt x="10693" y="3052"/>
                    <a:pt x="10693" y="3171"/>
                  </a:cubicBezTo>
                  <a:lnTo>
                    <a:pt x="10693" y="10720"/>
                  </a:lnTo>
                  <a:lnTo>
                    <a:pt x="8717" y="10720"/>
                  </a:lnTo>
                  <a:lnTo>
                    <a:pt x="8717" y="1314"/>
                  </a:lnTo>
                  <a:lnTo>
                    <a:pt x="10693" y="1314"/>
                  </a:lnTo>
                  <a:lnTo>
                    <a:pt x="10693" y="2338"/>
                  </a:lnTo>
                  <a:cubicBezTo>
                    <a:pt x="10693" y="2409"/>
                    <a:pt x="10741" y="2505"/>
                    <a:pt x="10836" y="2505"/>
                  </a:cubicBezTo>
                  <a:cubicBezTo>
                    <a:pt x="10955" y="2505"/>
                    <a:pt x="11051" y="2433"/>
                    <a:pt x="11051" y="2338"/>
                  </a:cubicBezTo>
                  <a:lnTo>
                    <a:pt x="11051" y="1195"/>
                  </a:lnTo>
                  <a:cubicBezTo>
                    <a:pt x="11051" y="1052"/>
                    <a:pt x="10932" y="957"/>
                    <a:pt x="10813" y="957"/>
                  </a:cubicBezTo>
                  <a:lnTo>
                    <a:pt x="8645" y="957"/>
                  </a:lnTo>
                  <a:cubicBezTo>
                    <a:pt x="8479" y="957"/>
                    <a:pt x="8407" y="1076"/>
                    <a:pt x="8407" y="1195"/>
                  </a:cubicBezTo>
                  <a:lnTo>
                    <a:pt x="8407" y="10697"/>
                  </a:lnTo>
                  <a:lnTo>
                    <a:pt x="7621" y="10697"/>
                  </a:lnTo>
                  <a:lnTo>
                    <a:pt x="7621" y="4957"/>
                  </a:lnTo>
                  <a:cubicBezTo>
                    <a:pt x="7621" y="4791"/>
                    <a:pt x="7502" y="4719"/>
                    <a:pt x="7383" y="4719"/>
                  </a:cubicBezTo>
                  <a:lnTo>
                    <a:pt x="5216" y="4719"/>
                  </a:lnTo>
                  <a:cubicBezTo>
                    <a:pt x="5073" y="4719"/>
                    <a:pt x="4978" y="4838"/>
                    <a:pt x="4978" y="4957"/>
                  </a:cubicBezTo>
                  <a:lnTo>
                    <a:pt x="4978" y="10697"/>
                  </a:lnTo>
                  <a:lnTo>
                    <a:pt x="4168" y="10697"/>
                  </a:lnTo>
                  <a:lnTo>
                    <a:pt x="4168" y="7458"/>
                  </a:lnTo>
                  <a:cubicBezTo>
                    <a:pt x="4168" y="7291"/>
                    <a:pt x="4049" y="7220"/>
                    <a:pt x="3930" y="7220"/>
                  </a:cubicBezTo>
                  <a:lnTo>
                    <a:pt x="1692" y="7220"/>
                  </a:lnTo>
                  <a:cubicBezTo>
                    <a:pt x="1620" y="7220"/>
                    <a:pt x="1525" y="7291"/>
                    <a:pt x="1525" y="7386"/>
                  </a:cubicBezTo>
                  <a:lnTo>
                    <a:pt x="1525" y="8672"/>
                  </a:lnTo>
                  <a:cubicBezTo>
                    <a:pt x="1525" y="8696"/>
                    <a:pt x="1549" y="8768"/>
                    <a:pt x="1573" y="8791"/>
                  </a:cubicBezTo>
                  <a:cubicBezTo>
                    <a:pt x="1619" y="8818"/>
                    <a:pt x="1664" y="8830"/>
                    <a:pt x="1704" y="8830"/>
                  </a:cubicBezTo>
                  <a:cubicBezTo>
                    <a:pt x="1808" y="8830"/>
                    <a:pt x="1882" y="8752"/>
                    <a:pt x="1882" y="8649"/>
                  </a:cubicBezTo>
                  <a:lnTo>
                    <a:pt x="1882" y="7577"/>
                  </a:lnTo>
                  <a:lnTo>
                    <a:pt x="3835" y="7577"/>
                  </a:lnTo>
                  <a:lnTo>
                    <a:pt x="3835" y="10697"/>
                  </a:lnTo>
                  <a:lnTo>
                    <a:pt x="1882" y="10697"/>
                  </a:lnTo>
                  <a:lnTo>
                    <a:pt x="1882" y="9482"/>
                  </a:lnTo>
                  <a:cubicBezTo>
                    <a:pt x="1882" y="9387"/>
                    <a:pt x="1811" y="9292"/>
                    <a:pt x="1739" y="9292"/>
                  </a:cubicBezTo>
                  <a:cubicBezTo>
                    <a:pt x="1620" y="9292"/>
                    <a:pt x="1525" y="9363"/>
                    <a:pt x="1525" y="9482"/>
                  </a:cubicBezTo>
                  <a:lnTo>
                    <a:pt x="1525" y="10697"/>
                  </a:lnTo>
                  <a:lnTo>
                    <a:pt x="1072" y="10697"/>
                  </a:lnTo>
                  <a:lnTo>
                    <a:pt x="1072" y="195"/>
                  </a:lnTo>
                  <a:cubicBezTo>
                    <a:pt x="1072" y="99"/>
                    <a:pt x="1025" y="28"/>
                    <a:pt x="930" y="4"/>
                  </a:cubicBezTo>
                  <a:cubicBezTo>
                    <a:pt x="917" y="2"/>
                    <a:pt x="905" y="0"/>
                    <a:pt x="8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7" name="Google Shape;22217;p98"/>
          <p:cNvGrpSpPr/>
          <p:nvPr/>
        </p:nvGrpSpPr>
        <p:grpSpPr>
          <a:xfrm>
            <a:off x="2547594" y="1770470"/>
            <a:ext cx="354354" cy="352980"/>
            <a:chOff x="2738089" y="1922870"/>
            <a:chExt cx="354354" cy="352980"/>
          </a:xfrm>
        </p:grpSpPr>
        <p:sp>
          <p:nvSpPr>
            <p:cNvPr id="22218" name="Google Shape;22218;p98"/>
            <p:cNvSpPr/>
            <p:nvPr/>
          </p:nvSpPr>
          <p:spPr>
            <a:xfrm>
              <a:off x="2990148" y="1976896"/>
              <a:ext cx="98747" cy="293290"/>
            </a:xfrm>
            <a:custGeom>
              <a:rect b="b" l="l" r="r" t="t"/>
              <a:pathLst>
                <a:path extrusionOk="0" h="9837" w="3312">
                  <a:moveTo>
                    <a:pt x="1" y="1"/>
                  </a:moveTo>
                  <a:lnTo>
                    <a:pt x="1" y="9622"/>
                  </a:lnTo>
                  <a:cubicBezTo>
                    <a:pt x="1" y="9741"/>
                    <a:pt x="96" y="9836"/>
                    <a:pt x="215" y="9836"/>
                  </a:cubicBezTo>
                  <a:lnTo>
                    <a:pt x="3073" y="9836"/>
                  </a:lnTo>
                  <a:cubicBezTo>
                    <a:pt x="3192" y="9836"/>
                    <a:pt x="3264" y="9717"/>
                    <a:pt x="3311" y="9598"/>
                  </a:cubicBezTo>
                  <a:lnTo>
                    <a:pt x="3311"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98"/>
            <p:cNvSpPr/>
            <p:nvPr/>
          </p:nvSpPr>
          <p:spPr>
            <a:xfrm>
              <a:off x="3068264" y="1976180"/>
              <a:ext cx="19201" cy="293290"/>
            </a:xfrm>
            <a:custGeom>
              <a:rect b="b" l="l" r="r" t="t"/>
              <a:pathLst>
                <a:path extrusionOk="0" h="9837" w="644">
                  <a:moveTo>
                    <a:pt x="215" y="1"/>
                  </a:moveTo>
                  <a:lnTo>
                    <a:pt x="215" y="9622"/>
                  </a:lnTo>
                  <a:cubicBezTo>
                    <a:pt x="215" y="9741"/>
                    <a:pt x="120" y="9836"/>
                    <a:pt x="1" y="9836"/>
                  </a:cubicBezTo>
                  <a:lnTo>
                    <a:pt x="453" y="9836"/>
                  </a:lnTo>
                  <a:cubicBezTo>
                    <a:pt x="572" y="9836"/>
                    <a:pt x="644" y="9741"/>
                    <a:pt x="644" y="9622"/>
                  </a:cubicBezTo>
                  <a:lnTo>
                    <a:pt x="644" y="25"/>
                  </a:lnTo>
                  <a:lnTo>
                    <a:pt x="644"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98"/>
            <p:cNvSpPr/>
            <p:nvPr/>
          </p:nvSpPr>
          <p:spPr>
            <a:xfrm>
              <a:off x="2865908" y="1927909"/>
              <a:ext cx="98717" cy="292575"/>
            </a:xfrm>
            <a:custGeom>
              <a:rect b="b" l="l" r="r" t="t"/>
              <a:pathLst>
                <a:path extrusionOk="0" h="9813" w="3311">
                  <a:moveTo>
                    <a:pt x="239" y="1"/>
                  </a:moveTo>
                  <a:cubicBezTo>
                    <a:pt x="119" y="1"/>
                    <a:pt x="24" y="120"/>
                    <a:pt x="0" y="239"/>
                  </a:cubicBezTo>
                  <a:lnTo>
                    <a:pt x="0" y="9812"/>
                  </a:lnTo>
                  <a:lnTo>
                    <a:pt x="3311" y="9812"/>
                  </a:lnTo>
                  <a:lnTo>
                    <a:pt x="3311" y="191"/>
                  </a:lnTo>
                  <a:cubicBezTo>
                    <a:pt x="3311" y="72"/>
                    <a:pt x="3215" y="1"/>
                    <a:pt x="3096"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98"/>
            <p:cNvSpPr/>
            <p:nvPr/>
          </p:nvSpPr>
          <p:spPr>
            <a:xfrm>
              <a:off x="2944024" y="1928535"/>
              <a:ext cx="20602" cy="292634"/>
            </a:xfrm>
            <a:custGeom>
              <a:rect b="b" l="l" r="r" t="t"/>
              <a:pathLst>
                <a:path extrusionOk="0" h="9815" w="691">
                  <a:moveTo>
                    <a:pt x="507" y="0"/>
                  </a:moveTo>
                  <a:cubicBezTo>
                    <a:pt x="497" y="0"/>
                    <a:pt x="487" y="1"/>
                    <a:pt x="476" y="3"/>
                  </a:cubicBezTo>
                  <a:lnTo>
                    <a:pt x="0" y="3"/>
                  </a:lnTo>
                  <a:cubicBezTo>
                    <a:pt x="119" y="3"/>
                    <a:pt x="214" y="99"/>
                    <a:pt x="214" y="218"/>
                  </a:cubicBezTo>
                  <a:lnTo>
                    <a:pt x="214" y="9815"/>
                  </a:lnTo>
                  <a:lnTo>
                    <a:pt x="691" y="9815"/>
                  </a:lnTo>
                  <a:lnTo>
                    <a:pt x="691" y="218"/>
                  </a:lnTo>
                  <a:cubicBezTo>
                    <a:pt x="691" y="109"/>
                    <a:pt x="611" y="0"/>
                    <a:pt x="50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98"/>
            <p:cNvSpPr/>
            <p:nvPr/>
          </p:nvSpPr>
          <p:spPr>
            <a:xfrm>
              <a:off x="2744499" y="1976896"/>
              <a:ext cx="98717" cy="293290"/>
            </a:xfrm>
            <a:custGeom>
              <a:rect b="b" l="l" r="r" t="t"/>
              <a:pathLst>
                <a:path extrusionOk="0" h="9837" w="3311">
                  <a:moveTo>
                    <a:pt x="0" y="1"/>
                  </a:moveTo>
                  <a:lnTo>
                    <a:pt x="0" y="9622"/>
                  </a:lnTo>
                  <a:cubicBezTo>
                    <a:pt x="0" y="9741"/>
                    <a:pt x="95" y="9836"/>
                    <a:pt x="214" y="9836"/>
                  </a:cubicBezTo>
                  <a:lnTo>
                    <a:pt x="3072" y="9836"/>
                  </a:lnTo>
                  <a:cubicBezTo>
                    <a:pt x="3167" y="9836"/>
                    <a:pt x="3310" y="9717"/>
                    <a:pt x="3310" y="9598"/>
                  </a:cubicBezTo>
                  <a:lnTo>
                    <a:pt x="3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98"/>
            <p:cNvSpPr/>
            <p:nvPr/>
          </p:nvSpPr>
          <p:spPr>
            <a:xfrm>
              <a:off x="2822586" y="1976180"/>
              <a:ext cx="20632" cy="293290"/>
            </a:xfrm>
            <a:custGeom>
              <a:rect b="b" l="l" r="r" t="t"/>
              <a:pathLst>
                <a:path extrusionOk="0" h="9837" w="692">
                  <a:moveTo>
                    <a:pt x="215" y="1"/>
                  </a:moveTo>
                  <a:lnTo>
                    <a:pt x="215" y="9622"/>
                  </a:lnTo>
                  <a:cubicBezTo>
                    <a:pt x="215" y="9741"/>
                    <a:pt x="120" y="9836"/>
                    <a:pt x="1" y="9836"/>
                  </a:cubicBezTo>
                  <a:lnTo>
                    <a:pt x="477" y="9836"/>
                  </a:lnTo>
                  <a:cubicBezTo>
                    <a:pt x="596" y="9836"/>
                    <a:pt x="691" y="9741"/>
                    <a:pt x="691" y="9622"/>
                  </a:cubicBezTo>
                  <a:lnTo>
                    <a:pt x="691" y="25"/>
                  </a:lnTo>
                  <a:lnTo>
                    <a:pt x="691"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98"/>
            <p:cNvSpPr/>
            <p:nvPr/>
          </p:nvSpPr>
          <p:spPr>
            <a:xfrm>
              <a:off x="2743784" y="1928565"/>
              <a:ext cx="98002" cy="114221"/>
            </a:xfrm>
            <a:custGeom>
              <a:rect b="b" l="l" r="r" t="t"/>
              <a:pathLst>
                <a:path extrusionOk="0" h="3831" w="3287">
                  <a:moveTo>
                    <a:pt x="1702" y="0"/>
                  </a:moveTo>
                  <a:cubicBezTo>
                    <a:pt x="1675" y="0"/>
                    <a:pt x="1647" y="1"/>
                    <a:pt x="1620" y="2"/>
                  </a:cubicBezTo>
                  <a:cubicBezTo>
                    <a:pt x="762" y="26"/>
                    <a:pt x="48" y="717"/>
                    <a:pt x="24" y="1574"/>
                  </a:cubicBezTo>
                  <a:cubicBezTo>
                    <a:pt x="0" y="2312"/>
                    <a:pt x="500" y="2979"/>
                    <a:pt x="1143" y="3170"/>
                  </a:cubicBezTo>
                  <a:lnTo>
                    <a:pt x="1596" y="3813"/>
                  </a:lnTo>
                  <a:cubicBezTo>
                    <a:pt x="1608" y="3825"/>
                    <a:pt x="1632" y="3830"/>
                    <a:pt x="1655" y="3830"/>
                  </a:cubicBezTo>
                  <a:cubicBezTo>
                    <a:pt x="1679" y="3830"/>
                    <a:pt x="1703" y="3825"/>
                    <a:pt x="1715" y="3813"/>
                  </a:cubicBezTo>
                  <a:lnTo>
                    <a:pt x="2167" y="3170"/>
                  </a:lnTo>
                  <a:cubicBezTo>
                    <a:pt x="2810" y="2979"/>
                    <a:pt x="3287" y="2360"/>
                    <a:pt x="3287" y="1622"/>
                  </a:cubicBezTo>
                  <a:cubicBezTo>
                    <a:pt x="3287" y="744"/>
                    <a:pt x="2592" y="0"/>
                    <a:pt x="170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98"/>
            <p:cNvSpPr/>
            <p:nvPr/>
          </p:nvSpPr>
          <p:spPr>
            <a:xfrm>
              <a:off x="2784243" y="1935005"/>
              <a:ext cx="57543" cy="108497"/>
            </a:xfrm>
            <a:custGeom>
              <a:rect b="b" l="l" r="r" t="t"/>
              <a:pathLst>
                <a:path extrusionOk="0" h="3639" w="1930">
                  <a:moveTo>
                    <a:pt x="1096" y="1"/>
                  </a:moveTo>
                  <a:cubicBezTo>
                    <a:pt x="1382" y="286"/>
                    <a:pt x="1549" y="667"/>
                    <a:pt x="1549" y="1120"/>
                  </a:cubicBezTo>
                  <a:cubicBezTo>
                    <a:pt x="1549" y="1858"/>
                    <a:pt x="1072" y="2477"/>
                    <a:pt x="429" y="2692"/>
                  </a:cubicBezTo>
                  <a:lnTo>
                    <a:pt x="1" y="3287"/>
                  </a:lnTo>
                  <a:lnTo>
                    <a:pt x="239" y="3620"/>
                  </a:lnTo>
                  <a:cubicBezTo>
                    <a:pt x="251" y="3632"/>
                    <a:pt x="275" y="3638"/>
                    <a:pt x="298" y="3638"/>
                  </a:cubicBezTo>
                  <a:cubicBezTo>
                    <a:pt x="322" y="3638"/>
                    <a:pt x="346" y="3632"/>
                    <a:pt x="358" y="3620"/>
                  </a:cubicBezTo>
                  <a:lnTo>
                    <a:pt x="810" y="3001"/>
                  </a:lnTo>
                  <a:cubicBezTo>
                    <a:pt x="1453" y="2763"/>
                    <a:pt x="1930" y="2168"/>
                    <a:pt x="1930" y="1406"/>
                  </a:cubicBezTo>
                  <a:cubicBezTo>
                    <a:pt x="1930" y="787"/>
                    <a:pt x="1620" y="286"/>
                    <a:pt x="109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98"/>
            <p:cNvSpPr/>
            <p:nvPr/>
          </p:nvSpPr>
          <p:spPr>
            <a:xfrm>
              <a:off x="2866623" y="2155997"/>
              <a:ext cx="98717" cy="114191"/>
            </a:xfrm>
            <a:custGeom>
              <a:rect b="b" l="l" r="r" t="t"/>
              <a:pathLst>
                <a:path extrusionOk="0" h="3830" w="3311">
                  <a:moveTo>
                    <a:pt x="1646" y="1"/>
                  </a:moveTo>
                  <a:cubicBezTo>
                    <a:pt x="1626" y="1"/>
                    <a:pt x="1608" y="7"/>
                    <a:pt x="1596" y="19"/>
                  </a:cubicBezTo>
                  <a:lnTo>
                    <a:pt x="1143" y="638"/>
                  </a:lnTo>
                  <a:cubicBezTo>
                    <a:pt x="477" y="828"/>
                    <a:pt x="0" y="1448"/>
                    <a:pt x="0" y="2186"/>
                  </a:cubicBezTo>
                  <a:cubicBezTo>
                    <a:pt x="0" y="3100"/>
                    <a:pt x="739" y="3830"/>
                    <a:pt x="1625" y="3830"/>
                  </a:cubicBezTo>
                  <a:cubicBezTo>
                    <a:pt x="1639" y="3830"/>
                    <a:pt x="1653" y="3829"/>
                    <a:pt x="1667" y="3829"/>
                  </a:cubicBezTo>
                  <a:cubicBezTo>
                    <a:pt x="2548" y="3805"/>
                    <a:pt x="3239" y="3115"/>
                    <a:pt x="3287" y="2257"/>
                  </a:cubicBezTo>
                  <a:cubicBezTo>
                    <a:pt x="3310" y="1519"/>
                    <a:pt x="2810" y="852"/>
                    <a:pt x="2144" y="638"/>
                  </a:cubicBezTo>
                  <a:lnTo>
                    <a:pt x="1715" y="19"/>
                  </a:lnTo>
                  <a:cubicBezTo>
                    <a:pt x="1691" y="7"/>
                    <a:pt x="1667" y="1"/>
                    <a:pt x="164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98"/>
            <p:cNvSpPr/>
            <p:nvPr/>
          </p:nvSpPr>
          <p:spPr>
            <a:xfrm>
              <a:off x="2907798" y="2154774"/>
              <a:ext cx="57543" cy="109004"/>
            </a:xfrm>
            <a:custGeom>
              <a:rect b="b" l="l" r="r" t="t"/>
              <a:pathLst>
                <a:path extrusionOk="0" h="3656" w="1930">
                  <a:moveTo>
                    <a:pt x="298" y="0"/>
                  </a:moveTo>
                  <a:cubicBezTo>
                    <a:pt x="274" y="0"/>
                    <a:pt x="251" y="12"/>
                    <a:pt x="239" y="36"/>
                  </a:cubicBezTo>
                  <a:lnTo>
                    <a:pt x="0" y="369"/>
                  </a:lnTo>
                  <a:lnTo>
                    <a:pt x="405" y="965"/>
                  </a:lnTo>
                  <a:cubicBezTo>
                    <a:pt x="1072" y="1155"/>
                    <a:pt x="1548" y="1774"/>
                    <a:pt x="1548" y="2536"/>
                  </a:cubicBezTo>
                  <a:cubicBezTo>
                    <a:pt x="1548" y="2965"/>
                    <a:pt x="1358" y="3370"/>
                    <a:pt x="1096" y="3656"/>
                  </a:cubicBezTo>
                  <a:cubicBezTo>
                    <a:pt x="1572" y="3370"/>
                    <a:pt x="1929" y="2822"/>
                    <a:pt x="1929" y="2227"/>
                  </a:cubicBezTo>
                  <a:cubicBezTo>
                    <a:pt x="1929" y="1489"/>
                    <a:pt x="1453" y="893"/>
                    <a:pt x="810" y="655"/>
                  </a:cubicBezTo>
                  <a:lnTo>
                    <a:pt x="358" y="36"/>
                  </a:lnTo>
                  <a:cubicBezTo>
                    <a:pt x="346" y="12"/>
                    <a:pt x="322" y="0"/>
                    <a:pt x="298"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98"/>
            <p:cNvSpPr/>
            <p:nvPr/>
          </p:nvSpPr>
          <p:spPr>
            <a:xfrm>
              <a:off x="2989462" y="1928565"/>
              <a:ext cx="98002" cy="114221"/>
            </a:xfrm>
            <a:custGeom>
              <a:rect b="b" l="l" r="r" t="t"/>
              <a:pathLst>
                <a:path extrusionOk="0" h="3831" w="3287">
                  <a:moveTo>
                    <a:pt x="1724" y="0"/>
                  </a:moveTo>
                  <a:cubicBezTo>
                    <a:pt x="1697" y="0"/>
                    <a:pt x="1670" y="1"/>
                    <a:pt x="1643" y="2"/>
                  </a:cubicBezTo>
                  <a:cubicBezTo>
                    <a:pt x="762" y="26"/>
                    <a:pt x="48" y="717"/>
                    <a:pt x="24" y="1574"/>
                  </a:cubicBezTo>
                  <a:cubicBezTo>
                    <a:pt x="0" y="2312"/>
                    <a:pt x="500" y="2979"/>
                    <a:pt x="1143" y="3170"/>
                  </a:cubicBezTo>
                  <a:lnTo>
                    <a:pt x="1596" y="3813"/>
                  </a:lnTo>
                  <a:cubicBezTo>
                    <a:pt x="1608" y="3825"/>
                    <a:pt x="1631" y="3830"/>
                    <a:pt x="1655" y="3830"/>
                  </a:cubicBezTo>
                  <a:cubicBezTo>
                    <a:pt x="1679" y="3830"/>
                    <a:pt x="1703" y="3825"/>
                    <a:pt x="1715" y="3813"/>
                  </a:cubicBezTo>
                  <a:lnTo>
                    <a:pt x="2167" y="3170"/>
                  </a:lnTo>
                  <a:cubicBezTo>
                    <a:pt x="2834" y="2979"/>
                    <a:pt x="3287" y="2360"/>
                    <a:pt x="3287" y="1622"/>
                  </a:cubicBezTo>
                  <a:cubicBezTo>
                    <a:pt x="3287" y="744"/>
                    <a:pt x="2592" y="0"/>
                    <a:pt x="172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98"/>
            <p:cNvSpPr/>
            <p:nvPr/>
          </p:nvSpPr>
          <p:spPr>
            <a:xfrm>
              <a:off x="3029922" y="1935005"/>
              <a:ext cx="57543" cy="108497"/>
            </a:xfrm>
            <a:custGeom>
              <a:rect b="b" l="l" r="r" t="t"/>
              <a:pathLst>
                <a:path extrusionOk="0" h="3639" w="1930">
                  <a:moveTo>
                    <a:pt x="1120" y="1"/>
                  </a:moveTo>
                  <a:lnTo>
                    <a:pt x="1120" y="1"/>
                  </a:lnTo>
                  <a:cubicBezTo>
                    <a:pt x="1382" y="286"/>
                    <a:pt x="1549" y="667"/>
                    <a:pt x="1549" y="1120"/>
                  </a:cubicBezTo>
                  <a:cubicBezTo>
                    <a:pt x="1549" y="1858"/>
                    <a:pt x="1072" y="2477"/>
                    <a:pt x="429" y="2692"/>
                  </a:cubicBezTo>
                  <a:lnTo>
                    <a:pt x="1" y="3287"/>
                  </a:lnTo>
                  <a:lnTo>
                    <a:pt x="239" y="3620"/>
                  </a:lnTo>
                  <a:cubicBezTo>
                    <a:pt x="263" y="3632"/>
                    <a:pt x="286" y="3638"/>
                    <a:pt x="307" y="3638"/>
                  </a:cubicBezTo>
                  <a:cubicBezTo>
                    <a:pt x="328" y="3638"/>
                    <a:pt x="346" y="3632"/>
                    <a:pt x="358" y="3620"/>
                  </a:cubicBezTo>
                  <a:lnTo>
                    <a:pt x="810" y="3001"/>
                  </a:lnTo>
                  <a:cubicBezTo>
                    <a:pt x="1477" y="2763"/>
                    <a:pt x="1930" y="2168"/>
                    <a:pt x="1930" y="1406"/>
                  </a:cubicBezTo>
                  <a:cubicBezTo>
                    <a:pt x="1930" y="787"/>
                    <a:pt x="1620" y="286"/>
                    <a:pt x="112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98"/>
            <p:cNvSpPr/>
            <p:nvPr/>
          </p:nvSpPr>
          <p:spPr>
            <a:xfrm>
              <a:off x="2738089" y="1922870"/>
              <a:ext cx="109391" cy="351549"/>
            </a:xfrm>
            <a:custGeom>
              <a:rect b="b" l="l" r="r" t="t"/>
              <a:pathLst>
                <a:path extrusionOk="0" h="11791" w="3669">
                  <a:moveTo>
                    <a:pt x="1835" y="336"/>
                  </a:moveTo>
                  <a:cubicBezTo>
                    <a:pt x="2239" y="336"/>
                    <a:pt x="2597" y="479"/>
                    <a:pt x="2859" y="765"/>
                  </a:cubicBezTo>
                  <a:cubicBezTo>
                    <a:pt x="3168" y="1027"/>
                    <a:pt x="3311" y="1408"/>
                    <a:pt x="3311" y="1789"/>
                  </a:cubicBezTo>
                  <a:cubicBezTo>
                    <a:pt x="3311" y="2456"/>
                    <a:pt x="2930" y="3003"/>
                    <a:pt x="2287" y="3218"/>
                  </a:cubicBezTo>
                  <a:cubicBezTo>
                    <a:pt x="2263" y="3218"/>
                    <a:pt x="2239" y="3265"/>
                    <a:pt x="2216" y="3289"/>
                  </a:cubicBezTo>
                  <a:lnTo>
                    <a:pt x="1858" y="3789"/>
                  </a:lnTo>
                  <a:lnTo>
                    <a:pt x="1501" y="3289"/>
                  </a:lnTo>
                  <a:cubicBezTo>
                    <a:pt x="1453" y="3265"/>
                    <a:pt x="1430" y="3218"/>
                    <a:pt x="1406" y="3218"/>
                  </a:cubicBezTo>
                  <a:cubicBezTo>
                    <a:pt x="787" y="3003"/>
                    <a:pt x="358" y="2408"/>
                    <a:pt x="382" y="1765"/>
                  </a:cubicBezTo>
                  <a:cubicBezTo>
                    <a:pt x="406" y="1003"/>
                    <a:pt x="1049" y="360"/>
                    <a:pt x="1811" y="336"/>
                  </a:cubicBezTo>
                  <a:close/>
                  <a:moveTo>
                    <a:pt x="1900" y="1"/>
                  </a:moveTo>
                  <a:cubicBezTo>
                    <a:pt x="1870" y="1"/>
                    <a:pt x="1840" y="1"/>
                    <a:pt x="1811" y="3"/>
                  </a:cubicBezTo>
                  <a:cubicBezTo>
                    <a:pt x="858" y="27"/>
                    <a:pt x="48" y="812"/>
                    <a:pt x="25" y="1765"/>
                  </a:cubicBezTo>
                  <a:lnTo>
                    <a:pt x="25" y="1813"/>
                  </a:lnTo>
                  <a:lnTo>
                    <a:pt x="25" y="5766"/>
                  </a:lnTo>
                  <a:cubicBezTo>
                    <a:pt x="25" y="5837"/>
                    <a:pt x="96" y="5933"/>
                    <a:pt x="191" y="5933"/>
                  </a:cubicBezTo>
                  <a:cubicBezTo>
                    <a:pt x="310" y="5933"/>
                    <a:pt x="382" y="5885"/>
                    <a:pt x="382" y="5766"/>
                  </a:cubicBezTo>
                  <a:lnTo>
                    <a:pt x="382" y="2861"/>
                  </a:lnTo>
                  <a:cubicBezTo>
                    <a:pt x="596" y="3170"/>
                    <a:pt x="906" y="3384"/>
                    <a:pt x="1263" y="3527"/>
                  </a:cubicBezTo>
                  <a:lnTo>
                    <a:pt x="1668" y="4099"/>
                  </a:lnTo>
                  <a:cubicBezTo>
                    <a:pt x="1721" y="4152"/>
                    <a:pt x="1815" y="4179"/>
                    <a:pt x="1899" y="4179"/>
                  </a:cubicBezTo>
                  <a:cubicBezTo>
                    <a:pt x="1927" y="4179"/>
                    <a:pt x="1954" y="4176"/>
                    <a:pt x="1977" y="4170"/>
                  </a:cubicBezTo>
                  <a:lnTo>
                    <a:pt x="2049" y="4099"/>
                  </a:lnTo>
                  <a:lnTo>
                    <a:pt x="2478" y="3527"/>
                  </a:lnTo>
                  <a:cubicBezTo>
                    <a:pt x="2835" y="3408"/>
                    <a:pt x="3121" y="3170"/>
                    <a:pt x="3335" y="2861"/>
                  </a:cubicBezTo>
                  <a:lnTo>
                    <a:pt x="3335" y="11410"/>
                  </a:lnTo>
                  <a:cubicBezTo>
                    <a:pt x="3335" y="11434"/>
                    <a:pt x="3311" y="11481"/>
                    <a:pt x="3287" y="11481"/>
                  </a:cubicBezTo>
                  <a:lnTo>
                    <a:pt x="429" y="11481"/>
                  </a:lnTo>
                  <a:cubicBezTo>
                    <a:pt x="382" y="11481"/>
                    <a:pt x="358" y="11434"/>
                    <a:pt x="358" y="11410"/>
                  </a:cubicBezTo>
                  <a:lnTo>
                    <a:pt x="358" y="6552"/>
                  </a:lnTo>
                  <a:cubicBezTo>
                    <a:pt x="358" y="6480"/>
                    <a:pt x="310" y="6385"/>
                    <a:pt x="215" y="6385"/>
                  </a:cubicBezTo>
                  <a:cubicBezTo>
                    <a:pt x="96" y="6385"/>
                    <a:pt x="1" y="6433"/>
                    <a:pt x="1" y="6552"/>
                  </a:cubicBezTo>
                  <a:lnTo>
                    <a:pt x="1" y="11410"/>
                  </a:lnTo>
                  <a:cubicBezTo>
                    <a:pt x="1" y="11624"/>
                    <a:pt x="191" y="11791"/>
                    <a:pt x="382" y="11791"/>
                  </a:cubicBezTo>
                  <a:lnTo>
                    <a:pt x="3240" y="11791"/>
                  </a:lnTo>
                  <a:cubicBezTo>
                    <a:pt x="3454" y="11791"/>
                    <a:pt x="3644" y="11624"/>
                    <a:pt x="3644" y="11410"/>
                  </a:cubicBezTo>
                  <a:lnTo>
                    <a:pt x="3644" y="1789"/>
                  </a:lnTo>
                  <a:cubicBezTo>
                    <a:pt x="3668" y="1360"/>
                    <a:pt x="3478" y="884"/>
                    <a:pt x="3121" y="527"/>
                  </a:cubicBezTo>
                  <a:cubicBezTo>
                    <a:pt x="2786" y="169"/>
                    <a:pt x="2346" y="1"/>
                    <a:pt x="19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98"/>
            <p:cNvSpPr/>
            <p:nvPr/>
          </p:nvSpPr>
          <p:spPr>
            <a:xfrm>
              <a:off x="2772884" y="1952209"/>
              <a:ext cx="37656" cy="44782"/>
            </a:xfrm>
            <a:custGeom>
              <a:rect b="b" l="l" r="r" t="t"/>
              <a:pathLst>
                <a:path extrusionOk="0" h="1502" w="1263">
                  <a:moveTo>
                    <a:pt x="668" y="614"/>
                  </a:moveTo>
                  <a:lnTo>
                    <a:pt x="763" y="876"/>
                  </a:lnTo>
                  <a:lnTo>
                    <a:pt x="596" y="876"/>
                  </a:lnTo>
                  <a:lnTo>
                    <a:pt x="668" y="614"/>
                  </a:lnTo>
                  <a:close/>
                  <a:moveTo>
                    <a:pt x="652" y="1"/>
                  </a:moveTo>
                  <a:cubicBezTo>
                    <a:pt x="574" y="1"/>
                    <a:pt x="512" y="50"/>
                    <a:pt x="477" y="138"/>
                  </a:cubicBezTo>
                  <a:lnTo>
                    <a:pt x="25" y="1257"/>
                  </a:lnTo>
                  <a:cubicBezTo>
                    <a:pt x="1" y="1353"/>
                    <a:pt x="48" y="1472"/>
                    <a:pt x="144" y="1496"/>
                  </a:cubicBezTo>
                  <a:cubicBezTo>
                    <a:pt x="160" y="1500"/>
                    <a:pt x="176" y="1502"/>
                    <a:pt x="191" y="1502"/>
                  </a:cubicBezTo>
                  <a:cubicBezTo>
                    <a:pt x="263" y="1502"/>
                    <a:pt x="318" y="1455"/>
                    <a:pt x="358" y="1376"/>
                  </a:cubicBezTo>
                  <a:lnTo>
                    <a:pt x="406" y="1186"/>
                  </a:lnTo>
                  <a:lnTo>
                    <a:pt x="858" y="1186"/>
                  </a:lnTo>
                  <a:lnTo>
                    <a:pt x="929" y="1376"/>
                  </a:lnTo>
                  <a:cubicBezTo>
                    <a:pt x="953" y="1472"/>
                    <a:pt x="1049" y="1496"/>
                    <a:pt x="1096" y="1496"/>
                  </a:cubicBezTo>
                  <a:cubicBezTo>
                    <a:pt x="1215" y="1472"/>
                    <a:pt x="1263" y="1376"/>
                    <a:pt x="1239" y="1257"/>
                  </a:cubicBezTo>
                  <a:lnTo>
                    <a:pt x="858" y="138"/>
                  </a:lnTo>
                  <a:cubicBezTo>
                    <a:pt x="834" y="67"/>
                    <a:pt x="810" y="43"/>
                    <a:pt x="739" y="19"/>
                  </a:cubicBezTo>
                  <a:cubicBezTo>
                    <a:pt x="708" y="7"/>
                    <a:pt x="679" y="1"/>
                    <a:pt x="6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98"/>
            <p:cNvSpPr/>
            <p:nvPr/>
          </p:nvSpPr>
          <p:spPr>
            <a:xfrm>
              <a:off x="2761524" y="2092639"/>
              <a:ext cx="63923" cy="10674"/>
            </a:xfrm>
            <a:custGeom>
              <a:rect b="b" l="l" r="r" t="t"/>
              <a:pathLst>
                <a:path extrusionOk="0" h="358" w="2144">
                  <a:moveTo>
                    <a:pt x="191" y="0"/>
                  </a:moveTo>
                  <a:cubicBezTo>
                    <a:pt x="120" y="0"/>
                    <a:pt x="25" y="72"/>
                    <a:pt x="25" y="143"/>
                  </a:cubicBezTo>
                  <a:cubicBezTo>
                    <a:pt x="1" y="262"/>
                    <a:pt x="72" y="358"/>
                    <a:pt x="191" y="358"/>
                  </a:cubicBezTo>
                  <a:lnTo>
                    <a:pt x="1953" y="358"/>
                  </a:lnTo>
                  <a:cubicBezTo>
                    <a:pt x="2049" y="358"/>
                    <a:pt x="2144" y="286"/>
                    <a:pt x="2144" y="215"/>
                  </a:cubicBezTo>
                  <a:cubicBezTo>
                    <a:pt x="2144" y="96"/>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98"/>
            <p:cNvSpPr/>
            <p:nvPr/>
          </p:nvSpPr>
          <p:spPr>
            <a:xfrm>
              <a:off x="2761524" y="2116789"/>
              <a:ext cx="63923" cy="10674"/>
            </a:xfrm>
            <a:custGeom>
              <a:rect b="b" l="l" r="r" t="t"/>
              <a:pathLst>
                <a:path extrusionOk="0" h="358" w="2144">
                  <a:moveTo>
                    <a:pt x="191" y="0"/>
                  </a:moveTo>
                  <a:cubicBezTo>
                    <a:pt x="120" y="0"/>
                    <a:pt x="25" y="48"/>
                    <a:pt x="25" y="143"/>
                  </a:cubicBezTo>
                  <a:cubicBezTo>
                    <a:pt x="1" y="262"/>
                    <a:pt x="72" y="357"/>
                    <a:pt x="191" y="357"/>
                  </a:cubicBezTo>
                  <a:lnTo>
                    <a:pt x="1953" y="357"/>
                  </a:lnTo>
                  <a:cubicBezTo>
                    <a:pt x="2049" y="357"/>
                    <a:pt x="2144" y="286"/>
                    <a:pt x="2144" y="214"/>
                  </a:cubicBezTo>
                  <a:cubicBezTo>
                    <a:pt x="2144" y="95"/>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98"/>
            <p:cNvSpPr/>
            <p:nvPr/>
          </p:nvSpPr>
          <p:spPr>
            <a:xfrm>
              <a:off x="2761524" y="2139509"/>
              <a:ext cx="63923" cy="10674"/>
            </a:xfrm>
            <a:custGeom>
              <a:rect b="b" l="l" r="r" t="t"/>
              <a:pathLst>
                <a:path extrusionOk="0" h="358" w="2144">
                  <a:moveTo>
                    <a:pt x="191" y="0"/>
                  </a:moveTo>
                  <a:cubicBezTo>
                    <a:pt x="120" y="0"/>
                    <a:pt x="25" y="72"/>
                    <a:pt x="25" y="143"/>
                  </a:cubicBezTo>
                  <a:cubicBezTo>
                    <a:pt x="1" y="286"/>
                    <a:pt x="72" y="357"/>
                    <a:pt x="191" y="357"/>
                  </a:cubicBezTo>
                  <a:lnTo>
                    <a:pt x="1953" y="357"/>
                  </a:lnTo>
                  <a:cubicBezTo>
                    <a:pt x="2049" y="357"/>
                    <a:pt x="2144" y="310"/>
                    <a:pt x="2144" y="215"/>
                  </a:cubicBezTo>
                  <a:cubicBezTo>
                    <a:pt x="2144" y="95"/>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98"/>
            <p:cNvSpPr/>
            <p:nvPr/>
          </p:nvSpPr>
          <p:spPr>
            <a:xfrm>
              <a:off x="2761524" y="2163629"/>
              <a:ext cx="63923" cy="10704"/>
            </a:xfrm>
            <a:custGeom>
              <a:rect b="b" l="l" r="r" t="t"/>
              <a:pathLst>
                <a:path extrusionOk="0" h="359" w="2144">
                  <a:moveTo>
                    <a:pt x="191" y="1"/>
                  </a:moveTo>
                  <a:cubicBezTo>
                    <a:pt x="120" y="1"/>
                    <a:pt x="25" y="72"/>
                    <a:pt x="25" y="144"/>
                  </a:cubicBezTo>
                  <a:cubicBezTo>
                    <a:pt x="1" y="263"/>
                    <a:pt x="72" y="358"/>
                    <a:pt x="191" y="358"/>
                  </a:cubicBezTo>
                  <a:lnTo>
                    <a:pt x="1953" y="358"/>
                  </a:lnTo>
                  <a:cubicBezTo>
                    <a:pt x="2049" y="358"/>
                    <a:pt x="2144" y="287"/>
                    <a:pt x="2144" y="215"/>
                  </a:cubicBezTo>
                  <a:cubicBezTo>
                    <a:pt x="2144" y="96"/>
                    <a:pt x="2073"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98"/>
            <p:cNvSpPr/>
            <p:nvPr/>
          </p:nvSpPr>
          <p:spPr>
            <a:xfrm>
              <a:off x="2761524" y="2187780"/>
              <a:ext cx="63923" cy="10674"/>
            </a:xfrm>
            <a:custGeom>
              <a:rect b="b" l="l" r="r" t="t"/>
              <a:pathLst>
                <a:path extrusionOk="0" h="358" w="2144">
                  <a:moveTo>
                    <a:pt x="191" y="1"/>
                  </a:moveTo>
                  <a:cubicBezTo>
                    <a:pt x="120" y="1"/>
                    <a:pt x="25" y="48"/>
                    <a:pt x="25" y="143"/>
                  </a:cubicBezTo>
                  <a:cubicBezTo>
                    <a:pt x="1" y="263"/>
                    <a:pt x="72" y="358"/>
                    <a:pt x="191" y="358"/>
                  </a:cubicBezTo>
                  <a:lnTo>
                    <a:pt x="1953" y="358"/>
                  </a:lnTo>
                  <a:cubicBezTo>
                    <a:pt x="2049" y="358"/>
                    <a:pt x="2144" y="286"/>
                    <a:pt x="2144" y="215"/>
                  </a:cubicBezTo>
                  <a:cubicBezTo>
                    <a:pt x="2144" y="96"/>
                    <a:pt x="2073"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98"/>
            <p:cNvSpPr/>
            <p:nvPr/>
          </p:nvSpPr>
          <p:spPr>
            <a:xfrm>
              <a:off x="2761524" y="2210499"/>
              <a:ext cx="32707" cy="10674"/>
            </a:xfrm>
            <a:custGeom>
              <a:rect b="b" l="l" r="r" t="t"/>
              <a:pathLst>
                <a:path extrusionOk="0" h="358" w="1097">
                  <a:moveTo>
                    <a:pt x="191" y="1"/>
                  </a:moveTo>
                  <a:cubicBezTo>
                    <a:pt x="120" y="1"/>
                    <a:pt x="25" y="72"/>
                    <a:pt x="25" y="144"/>
                  </a:cubicBezTo>
                  <a:cubicBezTo>
                    <a:pt x="1" y="286"/>
                    <a:pt x="72" y="358"/>
                    <a:pt x="191" y="358"/>
                  </a:cubicBezTo>
                  <a:lnTo>
                    <a:pt x="906" y="358"/>
                  </a:lnTo>
                  <a:cubicBezTo>
                    <a:pt x="1001" y="358"/>
                    <a:pt x="1096" y="310"/>
                    <a:pt x="1096" y="215"/>
                  </a:cubicBezTo>
                  <a:cubicBezTo>
                    <a:pt x="1096" y="96"/>
                    <a:pt x="1025"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98"/>
            <p:cNvSpPr/>
            <p:nvPr/>
          </p:nvSpPr>
          <p:spPr>
            <a:xfrm>
              <a:off x="2983768" y="1922870"/>
              <a:ext cx="108676" cy="352264"/>
            </a:xfrm>
            <a:custGeom>
              <a:rect b="b" l="l" r="r" t="t"/>
              <a:pathLst>
                <a:path extrusionOk="0" h="11815" w="3645">
                  <a:moveTo>
                    <a:pt x="1858" y="336"/>
                  </a:moveTo>
                  <a:cubicBezTo>
                    <a:pt x="2239" y="336"/>
                    <a:pt x="2596" y="479"/>
                    <a:pt x="2858" y="765"/>
                  </a:cubicBezTo>
                  <a:cubicBezTo>
                    <a:pt x="3168" y="1027"/>
                    <a:pt x="3311" y="1408"/>
                    <a:pt x="3311" y="1789"/>
                  </a:cubicBezTo>
                  <a:cubicBezTo>
                    <a:pt x="3311" y="2456"/>
                    <a:pt x="2882" y="3003"/>
                    <a:pt x="2287" y="3218"/>
                  </a:cubicBezTo>
                  <a:cubicBezTo>
                    <a:pt x="2263" y="3218"/>
                    <a:pt x="2239" y="3265"/>
                    <a:pt x="2215" y="3289"/>
                  </a:cubicBezTo>
                  <a:lnTo>
                    <a:pt x="1858" y="3789"/>
                  </a:lnTo>
                  <a:lnTo>
                    <a:pt x="1501" y="3289"/>
                  </a:lnTo>
                  <a:cubicBezTo>
                    <a:pt x="1477" y="3265"/>
                    <a:pt x="1429" y="3218"/>
                    <a:pt x="1406" y="3218"/>
                  </a:cubicBezTo>
                  <a:cubicBezTo>
                    <a:pt x="787" y="3003"/>
                    <a:pt x="358" y="2408"/>
                    <a:pt x="382" y="1765"/>
                  </a:cubicBezTo>
                  <a:cubicBezTo>
                    <a:pt x="429" y="1003"/>
                    <a:pt x="1048" y="360"/>
                    <a:pt x="1811" y="336"/>
                  </a:cubicBezTo>
                  <a:close/>
                  <a:moveTo>
                    <a:pt x="334" y="2861"/>
                  </a:moveTo>
                  <a:cubicBezTo>
                    <a:pt x="548" y="3170"/>
                    <a:pt x="834" y="3384"/>
                    <a:pt x="1191" y="3527"/>
                  </a:cubicBezTo>
                  <a:lnTo>
                    <a:pt x="1620" y="4099"/>
                  </a:lnTo>
                  <a:cubicBezTo>
                    <a:pt x="1668" y="4147"/>
                    <a:pt x="1739" y="4170"/>
                    <a:pt x="1834" y="4170"/>
                  </a:cubicBezTo>
                  <a:cubicBezTo>
                    <a:pt x="1906" y="4170"/>
                    <a:pt x="1977" y="4147"/>
                    <a:pt x="2025" y="4099"/>
                  </a:cubicBezTo>
                  <a:lnTo>
                    <a:pt x="2454" y="3527"/>
                  </a:lnTo>
                  <a:cubicBezTo>
                    <a:pt x="2811" y="3408"/>
                    <a:pt x="3097" y="3170"/>
                    <a:pt x="3311" y="2908"/>
                  </a:cubicBezTo>
                  <a:lnTo>
                    <a:pt x="3311" y="11410"/>
                  </a:lnTo>
                  <a:cubicBezTo>
                    <a:pt x="3311" y="11434"/>
                    <a:pt x="3287" y="11481"/>
                    <a:pt x="3263" y="11481"/>
                  </a:cubicBezTo>
                  <a:lnTo>
                    <a:pt x="405" y="11481"/>
                  </a:lnTo>
                  <a:cubicBezTo>
                    <a:pt x="358" y="11481"/>
                    <a:pt x="334" y="11434"/>
                    <a:pt x="334" y="11410"/>
                  </a:cubicBezTo>
                  <a:lnTo>
                    <a:pt x="334" y="2861"/>
                  </a:lnTo>
                  <a:close/>
                  <a:moveTo>
                    <a:pt x="1876" y="1"/>
                  </a:moveTo>
                  <a:cubicBezTo>
                    <a:pt x="1846" y="1"/>
                    <a:pt x="1816" y="1"/>
                    <a:pt x="1787" y="3"/>
                  </a:cubicBezTo>
                  <a:cubicBezTo>
                    <a:pt x="834" y="27"/>
                    <a:pt x="24" y="812"/>
                    <a:pt x="1" y="1765"/>
                  </a:cubicBezTo>
                  <a:lnTo>
                    <a:pt x="1" y="1813"/>
                  </a:lnTo>
                  <a:lnTo>
                    <a:pt x="1" y="11434"/>
                  </a:lnTo>
                  <a:cubicBezTo>
                    <a:pt x="1" y="11648"/>
                    <a:pt x="191" y="11815"/>
                    <a:pt x="382" y="11815"/>
                  </a:cubicBezTo>
                  <a:lnTo>
                    <a:pt x="3239" y="11815"/>
                  </a:lnTo>
                  <a:cubicBezTo>
                    <a:pt x="3454" y="11815"/>
                    <a:pt x="3644" y="11648"/>
                    <a:pt x="3644" y="11434"/>
                  </a:cubicBezTo>
                  <a:lnTo>
                    <a:pt x="3644" y="1813"/>
                  </a:lnTo>
                  <a:cubicBezTo>
                    <a:pt x="3644" y="1360"/>
                    <a:pt x="3454" y="884"/>
                    <a:pt x="3097" y="527"/>
                  </a:cubicBezTo>
                  <a:cubicBezTo>
                    <a:pt x="2762" y="169"/>
                    <a:pt x="2322" y="1"/>
                    <a:pt x="18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98"/>
            <p:cNvSpPr/>
            <p:nvPr/>
          </p:nvSpPr>
          <p:spPr>
            <a:xfrm>
              <a:off x="3019278" y="1951344"/>
              <a:ext cx="39087" cy="44752"/>
            </a:xfrm>
            <a:custGeom>
              <a:rect b="b" l="l" r="r" t="t"/>
              <a:pathLst>
                <a:path extrusionOk="0" h="1501" w="1311">
                  <a:moveTo>
                    <a:pt x="739" y="0"/>
                  </a:moveTo>
                  <a:cubicBezTo>
                    <a:pt x="334" y="0"/>
                    <a:pt x="0" y="334"/>
                    <a:pt x="0" y="762"/>
                  </a:cubicBezTo>
                  <a:cubicBezTo>
                    <a:pt x="0" y="1167"/>
                    <a:pt x="334" y="1501"/>
                    <a:pt x="739" y="1501"/>
                  </a:cubicBezTo>
                  <a:cubicBezTo>
                    <a:pt x="929" y="1501"/>
                    <a:pt x="1072" y="1429"/>
                    <a:pt x="1191" y="1358"/>
                  </a:cubicBezTo>
                  <a:lnTo>
                    <a:pt x="1263" y="1286"/>
                  </a:lnTo>
                  <a:cubicBezTo>
                    <a:pt x="1310" y="1239"/>
                    <a:pt x="1310" y="1143"/>
                    <a:pt x="1239" y="1072"/>
                  </a:cubicBezTo>
                  <a:cubicBezTo>
                    <a:pt x="1209" y="1052"/>
                    <a:pt x="1171" y="1041"/>
                    <a:pt x="1134" y="1041"/>
                  </a:cubicBezTo>
                  <a:cubicBezTo>
                    <a:pt x="1081" y="1041"/>
                    <a:pt x="1028" y="1064"/>
                    <a:pt x="1001" y="1120"/>
                  </a:cubicBezTo>
                  <a:lnTo>
                    <a:pt x="953" y="1143"/>
                  </a:lnTo>
                  <a:cubicBezTo>
                    <a:pt x="905" y="1191"/>
                    <a:pt x="834" y="1191"/>
                    <a:pt x="762" y="1191"/>
                  </a:cubicBezTo>
                  <a:cubicBezTo>
                    <a:pt x="524" y="1191"/>
                    <a:pt x="334" y="1024"/>
                    <a:pt x="334" y="786"/>
                  </a:cubicBezTo>
                  <a:cubicBezTo>
                    <a:pt x="334" y="548"/>
                    <a:pt x="500" y="358"/>
                    <a:pt x="762" y="358"/>
                  </a:cubicBezTo>
                  <a:cubicBezTo>
                    <a:pt x="834" y="358"/>
                    <a:pt x="905" y="405"/>
                    <a:pt x="1001" y="429"/>
                  </a:cubicBezTo>
                  <a:cubicBezTo>
                    <a:pt x="1024" y="445"/>
                    <a:pt x="1051" y="453"/>
                    <a:pt x="1078" y="453"/>
                  </a:cubicBezTo>
                  <a:cubicBezTo>
                    <a:pt x="1133" y="453"/>
                    <a:pt x="1191" y="421"/>
                    <a:pt x="1239" y="358"/>
                  </a:cubicBezTo>
                  <a:cubicBezTo>
                    <a:pt x="1286" y="286"/>
                    <a:pt x="1263" y="191"/>
                    <a:pt x="1167" y="119"/>
                  </a:cubicBezTo>
                  <a:cubicBezTo>
                    <a:pt x="1048" y="48"/>
                    <a:pt x="905"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98"/>
            <p:cNvSpPr/>
            <p:nvPr/>
          </p:nvSpPr>
          <p:spPr>
            <a:xfrm>
              <a:off x="3007202" y="2092639"/>
              <a:ext cx="62522" cy="10674"/>
            </a:xfrm>
            <a:custGeom>
              <a:rect b="b" l="l" r="r" t="t"/>
              <a:pathLst>
                <a:path extrusionOk="0" h="358" w="2097">
                  <a:moveTo>
                    <a:pt x="167" y="0"/>
                  </a:moveTo>
                  <a:cubicBezTo>
                    <a:pt x="96" y="0"/>
                    <a:pt x="1" y="72"/>
                    <a:pt x="1" y="143"/>
                  </a:cubicBezTo>
                  <a:cubicBezTo>
                    <a:pt x="1" y="262"/>
                    <a:pt x="48" y="358"/>
                    <a:pt x="167" y="358"/>
                  </a:cubicBezTo>
                  <a:lnTo>
                    <a:pt x="1929" y="358"/>
                  </a:lnTo>
                  <a:cubicBezTo>
                    <a:pt x="2025" y="358"/>
                    <a:pt x="2096" y="286"/>
                    <a:pt x="2096" y="215"/>
                  </a:cubicBezTo>
                  <a:cubicBezTo>
                    <a:pt x="2096" y="96"/>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98"/>
            <p:cNvSpPr/>
            <p:nvPr/>
          </p:nvSpPr>
          <p:spPr>
            <a:xfrm>
              <a:off x="3007202" y="2116789"/>
              <a:ext cx="62522" cy="10674"/>
            </a:xfrm>
            <a:custGeom>
              <a:rect b="b" l="l" r="r" t="t"/>
              <a:pathLst>
                <a:path extrusionOk="0" h="358" w="2097">
                  <a:moveTo>
                    <a:pt x="167" y="0"/>
                  </a:moveTo>
                  <a:cubicBezTo>
                    <a:pt x="96" y="0"/>
                    <a:pt x="1" y="48"/>
                    <a:pt x="1" y="143"/>
                  </a:cubicBezTo>
                  <a:cubicBezTo>
                    <a:pt x="1" y="262"/>
                    <a:pt x="48" y="357"/>
                    <a:pt x="167" y="357"/>
                  </a:cubicBezTo>
                  <a:lnTo>
                    <a:pt x="1929" y="357"/>
                  </a:lnTo>
                  <a:cubicBezTo>
                    <a:pt x="2025" y="357"/>
                    <a:pt x="2096" y="286"/>
                    <a:pt x="2096" y="214"/>
                  </a:cubicBezTo>
                  <a:cubicBezTo>
                    <a:pt x="2096" y="72"/>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98"/>
            <p:cNvSpPr/>
            <p:nvPr/>
          </p:nvSpPr>
          <p:spPr>
            <a:xfrm>
              <a:off x="3007202" y="2139509"/>
              <a:ext cx="62522" cy="10674"/>
            </a:xfrm>
            <a:custGeom>
              <a:rect b="b" l="l" r="r" t="t"/>
              <a:pathLst>
                <a:path extrusionOk="0" h="358" w="2097">
                  <a:moveTo>
                    <a:pt x="167" y="0"/>
                  </a:moveTo>
                  <a:cubicBezTo>
                    <a:pt x="96" y="0"/>
                    <a:pt x="1" y="72"/>
                    <a:pt x="1" y="167"/>
                  </a:cubicBezTo>
                  <a:cubicBezTo>
                    <a:pt x="1" y="286"/>
                    <a:pt x="48" y="357"/>
                    <a:pt x="167" y="357"/>
                  </a:cubicBezTo>
                  <a:lnTo>
                    <a:pt x="1929" y="357"/>
                  </a:lnTo>
                  <a:cubicBezTo>
                    <a:pt x="2025" y="357"/>
                    <a:pt x="2096" y="310"/>
                    <a:pt x="2096" y="215"/>
                  </a:cubicBezTo>
                  <a:cubicBezTo>
                    <a:pt x="2096" y="95"/>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98"/>
            <p:cNvSpPr/>
            <p:nvPr/>
          </p:nvSpPr>
          <p:spPr>
            <a:xfrm>
              <a:off x="3007202" y="2164345"/>
              <a:ext cx="62522" cy="10674"/>
            </a:xfrm>
            <a:custGeom>
              <a:rect b="b" l="l" r="r" t="t"/>
              <a:pathLst>
                <a:path extrusionOk="0" h="358" w="2097">
                  <a:moveTo>
                    <a:pt x="167" y="1"/>
                  </a:moveTo>
                  <a:cubicBezTo>
                    <a:pt x="96" y="1"/>
                    <a:pt x="1" y="72"/>
                    <a:pt x="1" y="167"/>
                  </a:cubicBezTo>
                  <a:cubicBezTo>
                    <a:pt x="1" y="263"/>
                    <a:pt x="48" y="358"/>
                    <a:pt x="167" y="358"/>
                  </a:cubicBezTo>
                  <a:lnTo>
                    <a:pt x="1929" y="358"/>
                  </a:lnTo>
                  <a:cubicBezTo>
                    <a:pt x="2025" y="358"/>
                    <a:pt x="2096" y="310"/>
                    <a:pt x="2096" y="215"/>
                  </a:cubicBezTo>
                  <a:cubicBezTo>
                    <a:pt x="2096" y="96"/>
                    <a:pt x="2049" y="1"/>
                    <a:pt x="1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98"/>
            <p:cNvSpPr/>
            <p:nvPr/>
          </p:nvSpPr>
          <p:spPr>
            <a:xfrm>
              <a:off x="3007202" y="2187780"/>
              <a:ext cx="62522" cy="10674"/>
            </a:xfrm>
            <a:custGeom>
              <a:rect b="b" l="l" r="r" t="t"/>
              <a:pathLst>
                <a:path extrusionOk="0" h="358" w="2097">
                  <a:moveTo>
                    <a:pt x="167" y="1"/>
                  </a:moveTo>
                  <a:cubicBezTo>
                    <a:pt x="96" y="1"/>
                    <a:pt x="1" y="48"/>
                    <a:pt x="1" y="143"/>
                  </a:cubicBezTo>
                  <a:cubicBezTo>
                    <a:pt x="1" y="263"/>
                    <a:pt x="48" y="358"/>
                    <a:pt x="167" y="358"/>
                  </a:cubicBezTo>
                  <a:lnTo>
                    <a:pt x="1929" y="358"/>
                  </a:lnTo>
                  <a:cubicBezTo>
                    <a:pt x="2025" y="358"/>
                    <a:pt x="2096" y="286"/>
                    <a:pt x="2096" y="215"/>
                  </a:cubicBezTo>
                  <a:cubicBezTo>
                    <a:pt x="2096" y="72"/>
                    <a:pt x="2049" y="1"/>
                    <a:pt x="1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98"/>
            <p:cNvSpPr/>
            <p:nvPr/>
          </p:nvSpPr>
          <p:spPr>
            <a:xfrm>
              <a:off x="3007918" y="2211930"/>
              <a:ext cx="31962" cy="10674"/>
            </a:xfrm>
            <a:custGeom>
              <a:rect b="b" l="l" r="r" t="t"/>
              <a:pathLst>
                <a:path extrusionOk="0" h="358" w="1072">
                  <a:moveTo>
                    <a:pt x="167" y="0"/>
                  </a:moveTo>
                  <a:cubicBezTo>
                    <a:pt x="96" y="0"/>
                    <a:pt x="0" y="48"/>
                    <a:pt x="0" y="143"/>
                  </a:cubicBezTo>
                  <a:cubicBezTo>
                    <a:pt x="0" y="262"/>
                    <a:pt x="72" y="357"/>
                    <a:pt x="167" y="357"/>
                  </a:cubicBezTo>
                  <a:lnTo>
                    <a:pt x="881" y="357"/>
                  </a:lnTo>
                  <a:cubicBezTo>
                    <a:pt x="977" y="357"/>
                    <a:pt x="1072" y="286"/>
                    <a:pt x="1072" y="191"/>
                  </a:cubicBezTo>
                  <a:cubicBezTo>
                    <a:pt x="1072" y="72"/>
                    <a:pt x="977" y="0"/>
                    <a:pt x="8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98"/>
            <p:cNvSpPr/>
            <p:nvPr/>
          </p:nvSpPr>
          <p:spPr>
            <a:xfrm>
              <a:off x="2900702" y="2199139"/>
              <a:ext cx="30560" cy="44067"/>
            </a:xfrm>
            <a:custGeom>
              <a:rect b="b" l="l" r="r" t="t"/>
              <a:pathLst>
                <a:path extrusionOk="0" h="1478" w="1025">
                  <a:moveTo>
                    <a:pt x="500" y="334"/>
                  </a:moveTo>
                  <a:cubicBezTo>
                    <a:pt x="524" y="334"/>
                    <a:pt x="596" y="358"/>
                    <a:pt x="596" y="382"/>
                  </a:cubicBezTo>
                  <a:cubicBezTo>
                    <a:pt x="596" y="453"/>
                    <a:pt x="572" y="501"/>
                    <a:pt x="500" y="501"/>
                  </a:cubicBezTo>
                  <a:lnTo>
                    <a:pt x="358" y="501"/>
                  </a:lnTo>
                  <a:lnTo>
                    <a:pt x="358" y="334"/>
                  </a:lnTo>
                  <a:close/>
                  <a:moveTo>
                    <a:pt x="548" y="858"/>
                  </a:moveTo>
                  <a:cubicBezTo>
                    <a:pt x="620" y="858"/>
                    <a:pt x="691" y="906"/>
                    <a:pt x="715" y="977"/>
                  </a:cubicBezTo>
                  <a:cubicBezTo>
                    <a:pt x="715" y="1072"/>
                    <a:pt x="643" y="1144"/>
                    <a:pt x="572" y="1144"/>
                  </a:cubicBezTo>
                  <a:lnTo>
                    <a:pt x="358" y="1144"/>
                  </a:lnTo>
                  <a:lnTo>
                    <a:pt x="358" y="858"/>
                  </a:lnTo>
                  <a:close/>
                  <a:moveTo>
                    <a:pt x="167" y="1"/>
                  </a:moveTo>
                  <a:cubicBezTo>
                    <a:pt x="96" y="1"/>
                    <a:pt x="0" y="96"/>
                    <a:pt x="0" y="167"/>
                  </a:cubicBezTo>
                  <a:lnTo>
                    <a:pt x="0" y="1334"/>
                  </a:lnTo>
                  <a:lnTo>
                    <a:pt x="0" y="1406"/>
                  </a:lnTo>
                  <a:cubicBezTo>
                    <a:pt x="24" y="1453"/>
                    <a:pt x="96" y="1477"/>
                    <a:pt x="167" y="1477"/>
                  </a:cubicBezTo>
                  <a:lnTo>
                    <a:pt x="548" y="1477"/>
                  </a:lnTo>
                  <a:cubicBezTo>
                    <a:pt x="834" y="1477"/>
                    <a:pt x="1024" y="1287"/>
                    <a:pt x="1024" y="1001"/>
                  </a:cubicBezTo>
                  <a:cubicBezTo>
                    <a:pt x="1024" y="858"/>
                    <a:pt x="977" y="739"/>
                    <a:pt x="881" y="644"/>
                  </a:cubicBezTo>
                  <a:cubicBezTo>
                    <a:pt x="953" y="572"/>
                    <a:pt x="953" y="477"/>
                    <a:pt x="953" y="358"/>
                  </a:cubicBezTo>
                  <a:cubicBezTo>
                    <a:pt x="905" y="143"/>
                    <a:pt x="715"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98"/>
            <p:cNvSpPr/>
            <p:nvPr/>
          </p:nvSpPr>
          <p:spPr>
            <a:xfrm>
              <a:off x="2862360" y="1922930"/>
              <a:ext cx="108646" cy="352920"/>
            </a:xfrm>
            <a:custGeom>
              <a:rect b="b" l="l" r="r" t="t"/>
              <a:pathLst>
                <a:path extrusionOk="0" h="11837" w="3644">
                  <a:moveTo>
                    <a:pt x="1786" y="8050"/>
                  </a:moveTo>
                  <a:lnTo>
                    <a:pt x="2144" y="8550"/>
                  </a:lnTo>
                  <a:cubicBezTo>
                    <a:pt x="2167" y="8574"/>
                    <a:pt x="2215" y="8622"/>
                    <a:pt x="2239" y="8622"/>
                  </a:cubicBezTo>
                  <a:cubicBezTo>
                    <a:pt x="2858" y="8812"/>
                    <a:pt x="3287" y="9407"/>
                    <a:pt x="3239" y="10074"/>
                  </a:cubicBezTo>
                  <a:cubicBezTo>
                    <a:pt x="3215" y="10836"/>
                    <a:pt x="2596" y="11479"/>
                    <a:pt x="1810" y="11503"/>
                  </a:cubicBezTo>
                  <a:cubicBezTo>
                    <a:pt x="1429" y="11503"/>
                    <a:pt x="1048" y="11336"/>
                    <a:pt x="739" y="11074"/>
                  </a:cubicBezTo>
                  <a:cubicBezTo>
                    <a:pt x="453" y="10813"/>
                    <a:pt x="310" y="10431"/>
                    <a:pt x="310" y="10050"/>
                  </a:cubicBezTo>
                  <a:cubicBezTo>
                    <a:pt x="334" y="9360"/>
                    <a:pt x="739" y="8788"/>
                    <a:pt x="1334" y="8622"/>
                  </a:cubicBezTo>
                  <a:cubicBezTo>
                    <a:pt x="1382" y="8622"/>
                    <a:pt x="1405" y="8574"/>
                    <a:pt x="1429" y="8550"/>
                  </a:cubicBezTo>
                  <a:lnTo>
                    <a:pt x="1786" y="8050"/>
                  </a:lnTo>
                  <a:close/>
                  <a:moveTo>
                    <a:pt x="381" y="1"/>
                  </a:moveTo>
                  <a:cubicBezTo>
                    <a:pt x="191" y="1"/>
                    <a:pt x="0" y="191"/>
                    <a:pt x="0" y="406"/>
                  </a:cubicBezTo>
                  <a:lnTo>
                    <a:pt x="0" y="9979"/>
                  </a:lnTo>
                  <a:cubicBezTo>
                    <a:pt x="0" y="10455"/>
                    <a:pt x="191" y="10908"/>
                    <a:pt x="500" y="11265"/>
                  </a:cubicBezTo>
                  <a:cubicBezTo>
                    <a:pt x="858" y="11622"/>
                    <a:pt x="1310" y="11837"/>
                    <a:pt x="1810" y="11837"/>
                  </a:cubicBezTo>
                  <a:lnTo>
                    <a:pt x="1858" y="11837"/>
                  </a:lnTo>
                  <a:cubicBezTo>
                    <a:pt x="2810" y="11789"/>
                    <a:pt x="3596" y="11027"/>
                    <a:pt x="3644" y="10074"/>
                  </a:cubicBezTo>
                  <a:lnTo>
                    <a:pt x="3644" y="10003"/>
                  </a:lnTo>
                  <a:lnTo>
                    <a:pt x="3644" y="1977"/>
                  </a:lnTo>
                  <a:cubicBezTo>
                    <a:pt x="3644" y="1882"/>
                    <a:pt x="3573" y="1787"/>
                    <a:pt x="3477" y="1787"/>
                  </a:cubicBezTo>
                  <a:cubicBezTo>
                    <a:pt x="3358" y="1787"/>
                    <a:pt x="3287" y="1858"/>
                    <a:pt x="3287" y="1977"/>
                  </a:cubicBezTo>
                  <a:lnTo>
                    <a:pt x="3287" y="8931"/>
                  </a:lnTo>
                  <a:cubicBezTo>
                    <a:pt x="3072" y="8645"/>
                    <a:pt x="2763" y="8431"/>
                    <a:pt x="2406" y="8288"/>
                  </a:cubicBezTo>
                  <a:lnTo>
                    <a:pt x="2001" y="7717"/>
                  </a:lnTo>
                  <a:lnTo>
                    <a:pt x="1906" y="7621"/>
                  </a:lnTo>
                  <a:cubicBezTo>
                    <a:pt x="1868" y="7606"/>
                    <a:pt x="1830" y="7598"/>
                    <a:pt x="1794" y="7598"/>
                  </a:cubicBezTo>
                  <a:cubicBezTo>
                    <a:pt x="1716" y="7598"/>
                    <a:pt x="1645" y="7635"/>
                    <a:pt x="1596" y="7717"/>
                  </a:cubicBezTo>
                  <a:lnTo>
                    <a:pt x="1191" y="8288"/>
                  </a:lnTo>
                  <a:cubicBezTo>
                    <a:pt x="834" y="8407"/>
                    <a:pt x="524" y="8645"/>
                    <a:pt x="334" y="8931"/>
                  </a:cubicBezTo>
                  <a:lnTo>
                    <a:pt x="334" y="406"/>
                  </a:lnTo>
                  <a:cubicBezTo>
                    <a:pt x="334" y="358"/>
                    <a:pt x="358" y="334"/>
                    <a:pt x="381" y="334"/>
                  </a:cubicBezTo>
                  <a:lnTo>
                    <a:pt x="3239" y="334"/>
                  </a:lnTo>
                  <a:cubicBezTo>
                    <a:pt x="3263" y="334"/>
                    <a:pt x="3311" y="358"/>
                    <a:pt x="3311" y="406"/>
                  </a:cubicBezTo>
                  <a:lnTo>
                    <a:pt x="3311" y="1168"/>
                  </a:lnTo>
                  <a:cubicBezTo>
                    <a:pt x="3287" y="1263"/>
                    <a:pt x="3358" y="1358"/>
                    <a:pt x="3453" y="1358"/>
                  </a:cubicBezTo>
                  <a:cubicBezTo>
                    <a:pt x="3549" y="1358"/>
                    <a:pt x="3620" y="1263"/>
                    <a:pt x="3620" y="1168"/>
                  </a:cubicBezTo>
                  <a:lnTo>
                    <a:pt x="3620" y="406"/>
                  </a:lnTo>
                  <a:cubicBezTo>
                    <a:pt x="3620" y="191"/>
                    <a:pt x="3453"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98"/>
            <p:cNvSpPr/>
            <p:nvPr/>
          </p:nvSpPr>
          <p:spPr>
            <a:xfrm>
              <a:off x="2884363" y="1976180"/>
              <a:ext cx="63238" cy="10704"/>
            </a:xfrm>
            <a:custGeom>
              <a:rect b="b" l="l" r="r" t="t"/>
              <a:pathLst>
                <a:path extrusionOk="0" h="359" w="2121">
                  <a:moveTo>
                    <a:pt x="191" y="1"/>
                  </a:moveTo>
                  <a:cubicBezTo>
                    <a:pt x="96" y="1"/>
                    <a:pt x="1" y="72"/>
                    <a:pt x="1" y="168"/>
                  </a:cubicBezTo>
                  <a:cubicBezTo>
                    <a:pt x="1" y="287"/>
                    <a:pt x="72" y="358"/>
                    <a:pt x="191" y="358"/>
                  </a:cubicBezTo>
                  <a:lnTo>
                    <a:pt x="1953" y="358"/>
                  </a:lnTo>
                  <a:cubicBezTo>
                    <a:pt x="2025" y="358"/>
                    <a:pt x="2120" y="310"/>
                    <a:pt x="2120" y="215"/>
                  </a:cubicBezTo>
                  <a:cubicBezTo>
                    <a:pt x="2120" y="96"/>
                    <a:pt x="2025"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98"/>
            <p:cNvSpPr/>
            <p:nvPr/>
          </p:nvSpPr>
          <p:spPr>
            <a:xfrm>
              <a:off x="2884363" y="1999615"/>
              <a:ext cx="63238" cy="10674"/>
            </a:xfrm>
            <a:custGeom>
              <a:rect b="b" l="l" r="r" t="t"/>
              <a:pathLst>
                <a:path extrusionOk="0" h="358" w="2121">
                  <a:moveTo>
                    <a:pt x="191" y="1"/>
                  </a:moveTo>
                  <a:cubicBezTo>
                    <a:pt x="96" y="1"/>
                    <a:pt x="1" y="48"/>
                    <a:pt x="1" y="144"/>
                  </a:cubicBezTo>
                  <a:cubicBezTo>
                    <a:pt x="1" y="263"/>
                    <a:pt x="72" y="358"/>
                    <a:pt x="191" y="358"/>
                  </a:cubicBezTo>
                  <a:lnTo>
                    <a:pt x="1953" y="358"/>
                  </a:lnTo>
                  <a:cubicBezTo>
                    <a:pt x="2025" y="358"/>
                    <a:pt x="2120" y="287"/>
                    <a:pt x="2120" y="215"/>
                  </a:cubicBezTo>
                  <a:cubicBezTo>
                    <a:pt x="2120" y="96"/>
                    <a:pt x="2025"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98"/>
            <p:cNvSpPr/>
            <p:nvPr/>
          </p:nvSpPr>
          <p:spPr>
            <a:xfrm>
              <a:off x="2884363" y="2024481"/>
              <a:ext cx="63238" cy="10674"/>
            </a:xfrm>
            <a:custGeom>
              <a:rect b="b" l="l" r="r" t="t"/>
              <a:pathLst>
                <a:path extrusionOk="0" h="358" w="2121">
                  <a:moveTo>
                    <a:pt x="191" y="0"/>
                  </a:moveTo>
                  <a:cubicBezTo>
                    <a:pt x="96" y="0"/>
                    <a:pt x="1" y="48"/>
                    <a:pt x="1" y="143"/>
                  </a:cubicBezTo>
                  <a:cubicBezTo>
                    <a:pt x="1" y="262"/>
                    <a:pt x="72" y="357"/>
                    <a:pt x="191" y="357"/>
                  </a:cubicBezTo>
                  <a:lnTo>
                    <a:pt x="1953" y="357"/>
                  </a:lnTo>
                  <a:cubicBezTo>
                    <a:pt x="2025" y="357"/>
                    <a:pt x="2120" y="286"/>
                    <a:pt x="2120" y="215"/>
                  </a:cubicBezTo>
                  <a:cubicBezTo>
                    <a:pt x="2120" y="96"/>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98"/>
            <p:cNvSpPr/>
            <p:nvPr/>
          </p:nvSpPr>
          <p:spPr>
            <a:xfrm>
              <a:off x="2884363" y="2047200"/>
              <a:ext cx="63238" cy="10674"/>
            </a:xfrm>
            <a:custGeom>
              <a:rect b="b" l="l" r="r" t="t"/>
              <a:pathLst>
                <a:path extrusionOk="0" h="358" w="2121">
                  <a:moveTo>
                    <a:pt x="191" y="0"/>
                  </a:moveTo>
                  <a:cubicBezTo>
                    <a:pt x="96" y="0"/>
                    <a:pt x="1" y="72"/>
                    <a:pt x="1" y="167"/>
                  </a:cubicBezTo>
                  <a:cubicBezTo>
                    <a:pt x="1" y="286"/>
                    <a:pt x="72" y="358"/>
                    <a:pt x="191" y="358"/>
                  </a:cubicBezTo>
                  <a:lnTo>
                    <a:pt x="1953" y="358"/>
                  </a:lnTo>
                  <a:cubicBezTo>
                    <a:pt x="2025" y="358"/>
                    <a:pt x="2120" y="310"/>
                    <a:pt x="2120" y="215"/>
                  </a:cubicBezTo>
                  <a:cubicBezTo>
                    <a:pt x="2120" y="96"/>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98"/>
            <p:cNvSpPr/>
            <p:nvPr/>
          </p:nvSpPr>
          <p:spPr>
            <a:xfrm>
              <a:off x="2884363" y="2071351"/>
              <a:ext cx="63238" cy="10674"/>
            </a:xfrm>
            <a:custGeom>
              <a:rect b="b" l="l" r="r" t="t"/>
              <a:pathLst>
                <a:path extrusionOk="0" h="358" w="2121">
                  <a:moveTo>
                    <a:pt x="191" y="0"/>
                  </a:moveTo>
                  <a:cubicBezTo>
                    <a:pt x="96" y="0"/>
                    <a:pt x="1" y="71"/>
                    <a:pt x="1" y="143"/>
                  </a:cubicBezTo>
                  <a:cubicBezTo>
                    <a:pt x="1" y="262"/>
                    <a:pt x="72" y="357"/>
                    <a:pt x="191" y="357"/>
                  </a:cubicBezTo>
                  <a:lnTo>
                    <a:pt x="1953" y="357"/>
                  </a:lnTo>
                  <a:cubicBezTo>
                    <a:pt x="2025" y="357"/>
                    <a:pt x="2120" y="262"/>
                    <a:pt x="2120" y="143"/>
                  </a:cubicBezTo>
                  <a:cubicBezTo>
                    <a:pt x="2096" y="71"/>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98"/>
            <p:cNvSpPr/>
            <p:nvPr/>
          </p:nvSpPr>
          <p:spPr>
            <a:xfrm>
              <a:off x="2884363" y="2095471"/>
              <a:ext cx="31991" cy="10674"/>
            </a:xfrm>
            <a:custGeom>
              <a:rect b="b" l="l" r="r" t="t"/>
              <a:pathLst>
                <a:path extrusionOk="0" h="358" w="1073">
                  <a:moveTo>
                    <a:pt x="191" y="1"/>
                  </a:moveTo>
                  <a:cubicBezTo>
                    <a:pt x="96" y="1"/>
                    <a:pt x="1" y="96"/>
                    <a:pt x="1" y="215"/>
                  </a:cubicBezTo>
                  <a:cubicBezTo>
                    <a:pt x="1" y="286"/>
                    <a:pt x="96" y="358"/>
                    <a:pt x="191" y="358"/>
                  </a:cubicBezTo>
                  <a:lnTo>
                    <a:pt x="906" y="358"/>
                  </a:lnTo>
                  <a:cubicBezTo>
                    <a:pt x="1001" y="358"/>
                    <a:pt x="1072" y="286"/>
                    <a:pt x="1072" y="215"/>
                  </a:cubicBezTo>
                  <a:cubicBezTo>
                    <a:pt x="1072" y="96"/>
                    <a:pt x="1025"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4" name="Google Shape;22254;p98"/>
          <p:cNvGrpSpPr/>
          <p:nvPr/>
        </p:nvGrpSpPr>
        <p:grpSpPr>
          <a:xfrm>
            <a:off x="3279395" y="1769814"/>
            <a:ext cx="339414" cy="354354"/>
            <a:chOff x="3698491" y="1922214"/>
            <a:chExt cx="339414" cy="354354"/>
          </a:xfrm>
        </p:grpSpPr>
        <p:sp>
          <p:nvSpPr>
            <p:cNvPr id="22255" name="Google Shape;22255;p98"/>
            <p:cNvSpPr/>
            <p:nvPr/>
          </p:nvSpPr>
          <p:spPr>
            <a:xfrm>
              <a:off x="3702039" y="2160797"/>
              <a:ext cx="331602" cy="110077"/>
            </a:xfrm>
            <a:custGeom>
              <a:rect b="b" l="l" r="r" t="t"/>
              <a:pathLst>
                <a:path extrusionOk="0" h="3692" w="11122">
                  <a:moveTo>
                    <a:pt x="1882" y="1"/>
                  </a:moveTo>
                  <a:cubicBezTo>
                    <a:pt x="1858" y="1"/>
                    <a:pt x="1834" y="1"/>
                    <a:pt x="1834" y="48"/>
                  </a:cubicBezTo>
                  <a:lnTo>
                    <a:pt x="48" y="3620"/>
                  </a:lnTo>
                  <a:cubicBezTo>
                    <a:pt x="1" y="3644"/>
                    <a:pt x="48" y="3692"/>
                    <a:pt x="96" y="3692"/>
                  </a:cubicBezTo>
                  <a:lnTo>
                    <a:pt x="11027" y="3692"/>
                  </a:lnTo>
                  <a:cubicBezTo>
                    <a:pt x="11074" y="3692"/>
                    <a:pt x="11122" y="3644"/>
                    <a:pt x="11074" y="3620"/>
                  </a:cubicBezTo>
                  <a:lnTo>
                    <a:pt x="9288" y="48"/>
                  </a:lnTo>
                  <a:cubicBezTo>
                    <a:pt x="9288" y="48"/>
                    <a:pt x="9264" y="1"/>
                    <a:pt x="924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98"/>
            <p:cNvSpPr/>
            <p:nvPr/>
          </p:nvSpPr>
          <p:spPr>
            <a:xfrm>
              <a:off x="3768080" y="2035841"/>
              <a:ext cx="199552" cy="99433"/>
            </a:xfrm>
            <a:custGeom>
              <a:rect b="b" l="l" r="r" t="t"/>
              <a:pathLst>
                <a:path extrusionOk="0" h="3335" w="6693">
                  <a:moveTo>
                    <a:pt x="1691" y="0"/>
                  </a:moveTo>
                  <a:cubicBezTo>
                    <a:pt x="1667" y="0"/>
                    <a:pt x="1643" y="0"/>
                    <a:pt x="1643" y="24"/>
                  </a:cubicBezTo>
                  <a:lnTo>
                    <a:pt x="24" y="3239"/>
                  </a:lnTo>
                  <a:cubicBezTo>
                    <a:pt x="0" y="3287"/>
                    <a:pt x="24" y="3334"/>
                    <a:pt x="96" y="3334"/>
                  </a:cubicBezTo>
                  <a:lnTo>
                    <a:pt x="6597" y="3334"/>
                  </a:lnTo>
                  <a:cubicBezTo>
                    <a:pt x="6668" y="3334"/>
                    <a:pt x="6692" y="3287"/>
                    <a:pt x="6644" y="3239"/>
                  </a:cubicBezTo>
                  <a:lnTo>
                    <a:pt x="5025" y="24"/>
                  </a:lnTo>
                  <a:cubicBezTo>
                    <a:pt x="5025" y="24"/>
                    <a:pt x="5001" y="0"/>
                    <a:pt x="497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98"/>
            <p:cNvSpPr/>
            <p:nvPr/>
          </p:nvSpPr>
          <p:spPr>
            <a:xfrm>
              <a:off x="3825594" y="1927015"/>
              <a:ext cx="84526" cy="83273"/>
            </a:xfrm>
            <a:custGeom>
              <a:rect b="b" l="l" r="r" t="t"/>
              <a:pathLst>
                <a:path extrusionOk="0" h="2793" w="2835">
                  <a:moveTo>
                    <a:pt x="1432" y="1"/>
                  </a:moveTo>
                  <a:cubicBezTo>
                    <a:pt x="1411" y="1"/>
                    <a:pt x="1393" y="19"/>
                    <a:pt x="1381" y="54"/>
                  </a:cubicBezTo>
                  <a:lnTo>
                    <a:pt x="24" y="2698"/>
                  </a:lnTo>
                  <a:cubicBezTo>
                    <a:pt x="0" y="2722"/>
                    <a:pt x="24" y="2793"/>
                    <a:pt x="95" y="2793"/>
                  </a:cubicBezTo>
                  <a:lnTo>
                    <a:pt x="2739" y="2793"/>
                  </a:lnTo>
                  <a:cubicBezTo>
                    <a:pt x="2810" y="2793"/>
                    <a:pt x="2834" y="2722"/>
                    <a:pt x="2834" y="2698"/>
                  </a:cubicBezTo>
                  <a:lnTo>
                    <a:pt x="1501" y="54"/>
                  </a:lnTo>
                  <a:cubicBezTo>
                    <a:pt x="1477" y="19"/>
                    <a:pt x="1453" y="1"/>
                    <a:pt x="14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98"/>
            <p:cNvSpPr/>
            <p:nvPr/>
          </p:nvSpPr>
          <p:spPr>
            <a:xfrm>
              <a:off x="3960478" y="2160797"/>
              <a:ext cx="71765" cy="110077"/>
            </a:xfrm>
            <a:custGeom>
              <a:rect b="b" l="l" r="r" t="t"/>
              <a:pathLst>
                <a:path extrusionOk="0" h="3692" w="2407">
                  <a:moveTo>
                    <a:pt x="1" y="1"/>
                  </a:moveTo>
                  <a:cubicBezTo>
                    <a:pt x="25" y="1"/>
                    <a:pt x="72" y="1"/>
                    <a:pt x="72" y="48"/>
                  </a:cubicBezTo>
                  <a:lnTo>
                    <a:pt x="1859" y="3620"/>
                  </a:lnTo>
                  <a:cubicBezTo>
                    <a:pt x="1882" y="3644"/>
                    <a:pt x="1859" y="3692"/>
                    <a:pt x="1787" y="3692"/>
                  </a:cubicBezTo>
                  <a:lnTo>
                    <a:pt x="2359" y="3692"/>
                  </a:lnTo>
                  <a:cubicBezTo>
                    <a:pt x="2382" y="3692"/>
                    <a:pt x="2406" y="3644"/>
                    <a:pt x="2406" y="3620"/>
                  </a:cubicBezTo>
                  <a:lnTo>
                    <a:pt x="620" y="48"/>
                  </a:lnTo>
                  <a:cubicBezTo>
                    <a:pt x="620" y="48"/>
                    <a:pt x="596" y="1"/>
                    <a:pt x="57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98"/>
            <p:cNvSpPr/>
            <p:nvPr/>
          </p:nvSpPr>
          <p:spPr>
            <a:xfrm>
              <a:off x="3900132" y="2035841"/>
              <a:ext cx="67501" cy="99433"/>
            </a:xfrm>
            <a:custGeom>
              <a:rect b="b" l="l" r="r" t="t"/>
              <a:pathLst>
                <a:path extrusionOk="0" h="3335" w="2264">
                  <a:moveTo>
                    <a:pt x="1" y="0"/>
                  </a:moveTo>
                  <a:cubicBezTo>
                    <a:pt x="25" y="0"/>
                    <a:pt x="72" y="0"/>
                    <a:pt x="72" y="24"/>
                  </a:cubicBezTo>
                  <a:lnTo>
                    <a:pt x="1668" y="3239"/>
                  </a:lnTo>
                  <a:cubicBezTo>
                    <a:pt x="1692" y="3287"/>
                    <a:pt x="1668" y="3334"/>
                    <a:pt x="1620" y="3334"/>
                  </a:cubicBezTo>
                  <a:lnTo>
                    <a:pt x="2168" y="3334"/>
                  </a:lnTo>
                  <a:cubicBezTo>
                    <a:pt x="2239" y="3334"/>
                    <a:pt x="2263" y="3287"/>
                    <a:pt x="2239" y="3239"/>
                  </a:cubicBezTo>
                  <a:lnTo>
                    <a:pt x="620" y="24"/>
                  </a:lnTo>
                  <a:cubicBezTo>
                    <a:pt x="620" y="24"/>
                    <a:pt x="596" y="0"/>
                    <a:pt x="5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98"/>
            <p:cNvSpPr/>
            <p:nvPr/>
          </p:nvSpPr>
          <p:spPr>
            <a:xfrm>
              <a:off x="3859673" y="1927015"/>
              <a:ext cx="50447" cy="83273"/>
            </a:xfrm>
            <a:custGeom>
              <a:rect b="b" l="l" r="r" t="t"/>
              <a:pathLst>
                <a:path extrusionOk="0" h="2793" w="1692">
                  <a:moveTo>
                    <a:pt x="289" y="1"/>
                  </a:moveTo>
                  <a:cubicBezTo>
                    <a:pt x="268" y="1"/>
                    <a:pt x="250" y="19"/>
                    <a:pt x="238" y="54"/>
                  </a:cubicBezTo>
                  <a:lnTo>
                    <a:pt x="0" y="507"/>
                  </a:lnTo>
                  <a:lnTo>
                    <a:pt x="1096" y="2698"/>
                  </a:lnTo>
                  <a:cubicBezTo>
                    <a:pt x="1120" y="2722"/>
                    <a:pt x="1096" y="2793"/>
                    <a:pt x="1024" y="2793"/>
                  </a:cubicBezTo>
                  <a:lnTo>
                    <a:pt x="1596" y="2793"/>
                  </a:lnTo>
                  <a:cubicBezTo>
                    <a:pt x="1667" y="2793"/>
                    <a:pt x="1691" y="2722"/>
                    <a:pt x="1691" y="2698"/>
                  </a:cubicBezTo>
                  <a:lnTo>
                    <a:pt x="358" y="54"/>
                  </a:lnTo>
                  <a:cubicBezTo>
                    <a:pt x="334" y="19"/>
                    <a:pt x="310" y="1"/>
                    <a:pt x="28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98"/>
            <p:cNvSpPr/>
            <p:nvPr/>
          </p:nvSpPr>
          <p:spPr>
            <a:xfrm>
              <a:off x="3819899" y="1922214"/>
              <a:ext cx="95169" cy="94484"/>
            </a:xfrm>
            <a:custGeom>
              <a:rect b="b" l="l" r="r" t="t"/>
              <a:pathLst>
                <a:path extrusionOk="0" h="3169" w="3192">
                  <a:moveTo>
                    <a:pt x="1596" y="477"/>
                  </a:moveTo>
                  <a:lnTo>
                    <a:pt x="2763" y="2811"/>
                  </a:lnTo>
                  <a:lnTo>
                    <a:pt x="429" y="2811"/>
                  </a:lnTo>
                  <a:lnTo>
                    <a:pt x="1596" y="477"/>
                  </a:lnTo>
                  <a:close/>
                  <a:moveTo>
                    <a:pt x="1620" y="1"/>
                  </a:moveTo>
                  <a:cubicBezTo>
                    <a:pt x="1525" y="1"/>
                    <a:pt x="1453" y="72"/>
                    <a:pt x="1406" y="144"/>
                  </a:cubicBezTo>
                  <a:lnTo>
                    <a:pt x="72" y="2811"/>
                  </a:lnTo>
                  <a:cubicBezTo>
                    <a:pt x="1" y="2883"/>
                    <a:pt x="48" y="3002"/>
                    <a:pt x="144" y="3097"/>
                  </a:cubicBezTo>
                  <a:cubicBezTo>
                    <a:pt x="167" y="3121"/>
                    <a:pt x="215" y="3168"/>
                    <a:pt x="286" y="3168"/>
                  </a:cubicBezTo>
                  <a:lnTo>
                    <a:pt x="2930" y="3168"/>
                  </a:lnTo>
                  <a:cubicBezTo>
                    <a:pt x="3025" y="3168"/>
                    <a:pt x="3073" y="3121"/>
                    <a:pt x="3144" y="3073"/>
                  </a:cubicBezTo>
                  <a:cubicBezTo>
                    <a:pt x="3192" y="2978"/>
                    <a:pt x="3192" y="2883"/>
                    <a:pt x="3168" y="2811"/>
                  </a:cubicBezTo>
                  <a:lnTo>
                    <a:pt x="1834" y="144"/>
                  </a:lnTo>
                  <a:cubicBezTo>
                    <a:pt x="1811" y="72"/>
                    <a:pt x="171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98"/>
            <p:cNvSpPr/>
            <p:nvPr/>
          </p:nvSpPr>
          <p:spPr>
            <a:xfrm>
              <a:off x="3765933" y="2030862"/>
              <a:ext cx="207363" cy="110077"/>
            </a:xfrm>
            <a:custGeom>
              <a:rect b="b" l="l" r="r" t="t"/>
              <a:pathLst>
                <a:path extrusionOk="0" h="3692" w="6955">
                  <a:moveTo>
                    <a:pt x="1858" y="1"/>
                  </a:moveTo>
                  <a:cubicBezTo>
                    <a:pt x="1763" y="1"/>
                    <a:pt x="1668" y="48"/>
                    <a:pt x="1644" y="120"/>
                  </a:cubicBezTo>
                  <a:lnTo>
                    <a:pt x="25" y="3335"/>
                  </a:lnTo>
                  <a:cubicBezTo>
                    <a:pt x="1" y="3406"/>
                    <a:pt x="1" y="3501"/>
                    <a:pt x="25" y="3573"/>
                  </a:cubicBezTo>
                  <a:cubicBezTo>
                    <a:pt x="1" y="3644"/>
                    <a:pt x="72" y="3692"/>
                    <a:pt x="168" y="3692"/>
                  </a:cubicBezTo>
                  <a:lnTo>
                    <a:pt x="6669" y="3692"/>
                  </a:lnTo>
                  <a:cubicBezTo>
                    <a:pt x="6764" y="3692"/>
                    <a:pt x="6836" y="3644"/>
                    <a:pt x="6883" y="3597"/>
                  </a:cubicBezTo>
                  <a:cubicBezTo>
                    <a:pt x="6955" y="3501"/>
                    <a:pt x="6955" y="3406"/>
                    <a:pt x="6907" y="3335"/>
                  </a:cubicBezTo>
                  <a:lnTo>
                    <a:pt x="5311" y="120"/>
                  </a:lnTo>
                  <a:cubicBezTo>
                    <a:pt x="5288" y="24"/>
                    <a:pt x="5192" y="1"/>
                    <a:pt x="5097" y="1"/>
                  </a:cubicBezTo>
                  <a:lnTo>
                    <a:pt x="3240" y="1"/>
                  </a:lnTo>
                  <a:cubicBezTo>
                    <a:pt x="3168" y="1"/>
                    <a:pt x="3097" y="48"/>
                    <a:pt x="3073" y="143"/>
                  </a:cubicBezTo>
                  <a:cubicBezTo>
                    <a:pt x="3049" y="263"/>
                    <a:pt x="3144" y="358"/>
                    <a:pt x="3240" y="358"/>
                  </a:cubicBezTo>
                  <a:lnTo>
                    <a:pt x="5026" y="358"/>
                  </a:lnTo>
                  <a:lnTo>
                    <a:pt x="6550" y="3358"/>
                  </a:lnTo>
                  <a:lnTo>
                    <a:pt x="382" y="3358"/>
                  </a:lnTo>
                  <a:lnTo>
                    <a:pt x="1906" y="358"/>
                  </a:lnTo>
                  <a:lnTo>
                    <a:pt x="2478" y="358"/>
                  </a:lnTo>
                  <a:cubicBezTo>
                    <a:pt x="2573" y="358"/>
                    <a:pt x="2620" y="286"/>
                    <a:pt x="2644" y="191"/>
                  </a:cubicBezTo>
                  <a:cubicBezTo>
                    <a:pt x="2692" y="72"/>
                    <a:pt x="2597" y="1"/>
                    <a:pt x="2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98"/>
            <p:cNvSpPr/>
            <p:nvPr/>
          </p:nvSpPr>
          <p:spPr>
            <a:xfrm>
              <a:off x="3698491" y="2154416"/>
              <a:ext cx="339414" cy="122152"/>
            </a:xfrm>
            <a:custGeom>
              <a:rect b="b" l="l" r="r" t="t"/>
              <a:pathLst>
                <a:path extrusionOk="0" h="4097" w="11384">
                  <a:moveTo>
                    <a:pt x="2072" y="0"/>
                  </a:moveTo>
                  <a:cubicBezTo>
                    <a:pt x="1977" y="0"/>
                    <a:pt x="1882" y="72"/>
                    <a:pt x="1858" y="167"/>
                  </a:cubicBezTo>
                  <a:lnTo>
                    <a:pt x="72" y="3739"/>
                  </a:lnTo>
                  <a:cubicBezTo>
                    <a:pt x="0" y="3811"/>
                    <a:pt x="48" y="3953"/>
                    <a:pt x="96" y="4001"/>
                  </a:cubicBezTo>
                  <a:cubicBezTo>
                    <a:pt x="143" y="4073"/>
                    <a:pt x="215" y="4096"/>
                    <a:pt x="262" y="4096"/>
                  </a:cubicBezTo>
                  <a:lnTo>
                    <a:pt x="11169" y="4096"/>
                  </a:lnTo>
                  <a:cubicBezTo>
                    <a:pt x="11217" y="4096"/>
                    <a:pt x="11312" y="4049"/>
                    <a:pt x="11336" y="4001"/>
                  </a:cubicBezTo>
                  <a:cubicBezTo>
                    <a:pt x="11384" y="3953"/>
                    <a:pt x="11384" y="3834"/>
                    <a:pt x="11360" y="3739"/>
                  </a:cubicBezTo>
                  <a:lnTo>
                    <a:pt x="10336" y="1715"/>
                  </a:lnTo>
                  <a:cubicBezTo>
                    <a:pt x="10318" y="1642"/>
                    <a:pt x="10244" y="1611"/>
                    <a:pt x="10168" y="1611"/>
                  </a:cubicBezTo>
                  <a:cubicBezTo>
                    <a:pt x="10144" y="1611"/>
                    <a:pt x="10120" y="1614"/>
                    <a:pt x="10098" y="1620"/>
                  </a:cubicBezTo>
                  <a:cubicBezTo>
                    <a:pt x="10003" y="1643"/>
                    <a:pt x="9979" y="1763"/>
                    <a:pt x="10003" y="1858"/>
                  </a:cubicBezTo>
                  <a:lnTo>
                    <a:pt x="10955" y="3739"/>
                  </a:lnTo>
                  <a:lnTo>
                    <a:pt x="405" y="3739"/>
                  </a:lnTo>
                  <a:lnTo>
                    <a:pt x="2096" y="381"/>
                  </a:lnTo>
                  <a:lnTo>
                    <a:pt x="9288" y="381"/>
                  </a:lnTo>
                  <a:lnTo>
                    <a:pt x="9693" y="1120"/>
                  </a:lnTo>
                  <a:cubicBezTo>
                    <a:pt x="9710" y="1171"/>
                    <a:pt x="9777" y="1210"/>
                    <a:pt x="9848" y="1210"/>
                  </a:cubicBezTo>
                  <a:cubicBezTo>
                    <a:pt x="9876" y="1210"/>
                    <a:pt x="9904" y="1204"/>
                    <a:pt x="9931" y="1191"/>
                  </a:cubicBezTo>
                  <a:cubicBezTo>
                    <a:pt x="10003" y="1167"/>
                    <a:pt x="10050" y="1048"/>
                    <a:pt x="10003" y="977"/>
                  </a:cubicBezTo>
                  <a:lnTo>
                    <a:pt x="9598" y="167"/>
                  </a:lnTo>
                  <a:cubicBezTo>
                    <a:pt x="9574" y="72"/>
                    <a:pt x="9479" y="0"/>
                    <a:pt x="93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4" name="Google Shape;22264;p98"/>
          <p:cNvGrpSpPr/>
          <p:nvPr/>
        </p:nvGrpSpPr>
        <p:grpSpPr>
          <a:xfrm>
            <a:off x="4818938" y="1769814"/>
            <a:ext cx="289030" cy="354442"/>
            <a:chOff x="5009434" y="1922214"/>
            <a:chExt cx="289030" cy="354442"/>
          </a:xfrm>
        </p:grpSpPr>
        <p:sp>
          <p:nvSpPr>
            <p:cNvPr id="22265" name="Google Shape;22265;p98"/>
            <p:cNvSpPr/>
            <p:nvPr/>
          </p:nvSpPr>
          <p:spPr>
            <a:xfrm>
              <a:off x="5177026" y="2047200"/>
              <a:ext cx="115026" cy="223672"/>
            </a:xfrm>
            <a:custGeom>
              <a:rect b="b" l="l" r="r" t="t"/>
              <a:pathLst>
                <a:path extrusionOk="0" h="7502" w="3858">
                  <a:moveTo>
                    <a:pt x="71" y="0"/>
                  </a:moveTo>
                  <a:cubicBezTo>
                    <a:pt x="48" y="0"/>
                    <a:pt x="0" y="24"/>
                    <a:pt x="0" y="72"/>
                  </a:cubicBezTo>
                  <a:lnTo>
                    <a:pt x="0" y="7454"/>
                  </a:lnTo>
                  <a:cubicBezTo>
                    <a:pt x="0" y="7478"/>
                    <a:pt x="48" y="7502"/>
                    <a:pt x="71" y="7502"/>
                  </a:cubicBezTo>
                  <a:lnTo>
                    <a:pt x="3787" y="7502"/>
                  </a:lnTo>
                  <a:cubicBezTo>
                    <a:pt x="3810" y="7502"/>
                    <a:pt x="3858" y="7478"/>
                    <a:pt x="3858" y="7454"/>
                  </a:cubicBezTo>
                  <a:lnTo>
                    <a:pt x="3858" y="72"/>
                  </a:lnTo>
                  <a:cubicBezTo>
                    <a:pt x="3858" y="24"/>
                    <a:pt x="3810" y="0"/>
                    <a:pt x="37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98"/>
            <p:cNvSpPr/>
            <p:nvPr/>
          </p:nvSpPr>
          <p:spPr>
            <a:xfrm>
              <a:off x="5277831" y="2046932"/>
              <a:ext cx="14937" cy="223940"/>
            </a:xfrm>
            <a:custGeom>
              <a:rect b="b" l="l" r="r" t="t"/>
              <a:pathLst>
                <a:path extrusionOk="0" h="7511" w="501">
                  <a:moveTo>
                    <a:pt x="461" y="0"/>
                  </a:moveTo>
                  <a:cubicBezTo>
                    <a:pt x="452" y="0"/>
                    <a:pt x="441" y="3"/>
                    <a:pt x="429" y="9"/>
                  </a:cubicBezTo>
                  <a:lnTo>
                    <a:pt x="1" y="9"/>
                  </a:lnTo>
                  <a:cubicBezTo>
                    <a:pt x="25" y="9"/>
                    <a:pt x="48" y="33"/>
                    <a:pt x="48" y="81"/>
                  </a:cubicBezTo>
                  <a:lnTo>
                    <a:pt x="48" y="7463"/>
                  </a:lnTo>
                  <a:cubicBezTo>
                    <a:pt x="48" y="7487"/>
                    <a:pt x="25" y="7511"/>
                    <a:pt x="1" y="7511"/>
                  </a:cubicBezTo>
                  <a:lnTo>
                    <a:pt x="429" y="7511"/>
                  </a:lnTo>
                  <a:cubicBezTo>
                    <a:pt x="477" y="7511"/>
                    <a:pt x="501" y="7487"/>
                    <a:pt x="501" y="7463"/>
                  </a:cubicBezTo>
                  <a:lnTo>
                    <a:pt x="501" y="81"/>
                  </a:lnTo>
                  <a:cubicBezTo>
                    <a:pt x="501" y="27"/>
                    <a:pt x="487" y="0"/>
                    <a:pt x="46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98"/>
            <p:cNvSpPr/>
            <p:nvPr/>
          </p:nvSpPr>
          <p:spPr>
            <a:xfrm>
              <a:off x="5042111" y="1927909"/>
              <a:ext cx="58944" cy="58259"/>
            </a:xfrm>
            <a:custGeom>
              <a:rect b="b" l="l" r="r" t="t"/>
              <a:pathLst>
                <a:path extrusionOk="0" h="1954" w="1977">
                  <a:moveTo>
                    <a:pt x="977" y="1"/>
                  </a:moveTo>
                  <a:cubicBezTo>
                    <a:pt x="453" y="1"/>
                    <a:pt x="0" y="429"/>
                    <a:pt x="0" y="977"/>
                  </a:cubicBezTo>
                  <a:cubicBezTo>
                    <a:pt x="0" y="1525"/>
                    <a:pt x="453" y="1953"/>
                    <a:pt x="977" y="1953"/>
                  </a:cubicBezTo>
                  <a:cubicBezTo>
                    <a:pt x="1524" y="1953"/>
                    <a:pt x="1977" y="1525"/>
                    <a:pt x="1977" y="977"/>
                  </a:cubicBezTo>
                  <a:cubicBezTo>
                    <a:pt x="1977" y="429"/>
                    <a:pt x="1524" y="1"/>
                    <a:pt x="977"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98"/>
            <p:cNvSpPr/>
            <p:nvPr/>
          </p:nvSpPr>
          <p:spPr>
            <a:xfrm>
              <a:off x="5051324" y="1928625"/>
              <a:ext cx="49731" cy="57543"/>
            </a:xfrm>
            <a:custGeom>
              <a:rect b="b" l="l" r="r" t="t"/>
              <a:pathLst>
                <a:path extrusionOk="0" h="1930" w="1668">
                  <a:moveTo>
                    <a:pt x="930" y="0"/>
                  </a:moveTo>
                  <a:lnTo>
                    <a:pt x="930" y="0"/>
                  </a:lnTo>
                  <a:cubicBezTo>
                    <a:pt x="1120" y="167"/>
                    <a:pt x="1239" y="405"/>
                    <a:pt x="1239" y="715"/>
                  </a:cubicBezTo>
                  <a:cubicBezTo>
                    <a:pt x="1239" y="1239"/>
                    <a:pt x="811" y="1691"/>
                    <a:pt x="263" y="1691"/>
                  </a:cubicBezTo>
                  <a:cubicBezTo>
                    <a:pt x="168" y="1691"/>
                    <a:pt x="96" y="1691"/>
                    <a:pt x="1" y="1667"/>
                  </a:cubicBezTo>
                  <a:lnTo>
                    <a:pt x="1" y="1667"/>
                  </a:lnTo>
                  <a:cubicBezTo>
                    <a:pt x="168" y="1834"/>
                    <a:pt x="406" y="1929"/>
                    <a:pt x="691" y="1929"/>
                  </a:cubicBezTo>
                  <a:cubicBezTo>
                    <a:pt x="1215" y="1929"/>
                    <a:pt x="1668" y="1477"/>
                    <a:pt x="1668" y="953"/>
                  </a:cubicBezTo>
                  <a:cubicBezTo>
                    <a:pt x="1668" y="500"/>
                    <a:pt x="1358" y="119"/>
                    <a:pt x="930"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98"/>
            <p:cNvSpPr/>
            <p:nvPr/>
          </p:nvSpPr>
          <p:spPr>
            <a:xfrm>
              <a:off x="5012296" y="2006711"/>
              <a:ext cx="117889" cy="263684"/>
            </a:xfrm>
            <a:custGeom>
              <a:rect b="b" l="l" r="r" t="t"/>
              <a:pathLst>
                <a:path extrusionOk="0" h="8844" w="3954">
                  <a:moveTo>
                    <a:pt x="1953" y="1"/>
                  </a:moveTo>
                  <a:cubicBezTo>
                    <a:pt x="881" y="1"/>
                    <a:pt x="0" y="858"/>
                    <a:pt x="0" y="1954"/>
                  </a:cubicBezTo>
                  <a:lnTo>
                    <a:pt x="0" y="3573"/>
                  </a:lnTo>
                  <a:lnTo>
                    <a:pt x="0" y="3597"/>
                  </a:lnTo>
                  <a:cubicBezTo>
                    <a:pt x="0" y="3621"/>
                    <a:pt x="0" y="3692"/>
                    <a:pt x="24" y="3716"/>
                  </a:cubicBezTo>
                  <a:cubicBezTo>
                    <a:pt x="48" y="3787"/>
                    <a:pt x="95" y="3835"/>
                    <a:pt x="143" y="3906"/>
                  </a:cubicBezTo>
                  <a:cubicBezTo>
                    <a:pt x="214" y="3930"/>
                    <a:pt x="262" y="3954"/>
                    <a:pt x="357" y="3954"/>
                  </a:cubicBezTo>
                  <a:lnTo>
                    <a:pt x="143" y="5407"/>
                  </a:lnTo>
                  <a:cubicBezTo>
                    <a:pt x="119" y="5526"/>
                    <a:pt x="214" y="5621"/>
                    <a:pt x="333" y="5621"/>
                  </a:cubicBezTo>
                  <a:lnTo>
                    <a:pt x="738" y="5621"/>
                  </a:lnTo>
                  <a:lnTo>
                    <a:pt x="738" y="8360"/>
                  </a:lnTo>
                  <a:cubicBezTo>
                    <a:pt x="738" y="8479"/>
                    <a:pt x="810" y="8622"/>
                    <a:pt x="881" y="8693"/>
                  </a:cubicBezTo>
                  <a:cubicBezTo>
                    <a:pt x="1021" y="8798"/>
                    <a:pt x="1166" y="8843"/>
                    <a:pt x="1302" y="8843"/>
                  </a:cubicBezTo>
                  <a:cubicBezTo>
                    <a:pt x="1631" y="8843"/>
                    <a:pt x="1905" y="8578"/>
                    <a:pt x="1905" y="8241"/>
                  </a:cubicBezTo>
                  <a:cubicBezTo>
                    <a:pt x="1905" y="8578"/>
                    <a:pt x="2167" y="8843"/>
                    <a:pt x="2489" y="8843"/>
                  </a:cubicBezTo>
                  <a:cubicBezTo>
                    <a:pt x="2623" y="8843"/>
                    <a:pt x="2766" y="8798"/>
                    <a:pt x="2905" y="8693"/>
                  </a:cubicBezTo>
                  <a:cubicBezTo>
                    <a:pt x="3001" y="8622"/>
                    <a:pt x="3072" y="8479"/>
                    <a:pt x="3072" y="8360"/>
                  </a:cubicBezTo>
                  <a:lnTo>
                    <a:pt x="3072" y="5621"/>
                  </a:lnTo>
                  <a:lnTo>
                    <a:pt x="3453" y="5621"/>
                  </a:lnTo>
                  <a:cubicBezTo>
                    <a:pt x="3572" y="5621"/>
                    <a:pt x="3668" y="5526"/>
                    <a:pt x="3620" y="5407"/>
                  </a:cubicBezTo>
                  <a:lnTo>
                    <a:pt x="3429" y="3954"/>
                  </a:lnTo>
                  <a:cubicBezTo>
                    <a:pt x="3501" y="3954"/>
                    <a:pt x="3572" y="3930"/>
                    <a:pt x="3620" y="3883"/>
                  </a:cubicBezTo>
                  <a:cubicBezTo>
                    <a:pt x="3858" y="3835"/>
                    <a:pt x="3953" y="3716"/>
                    <a:pt x="3953" y="3573"/>
                  </a:cubicBezTo>
                  <a:lnTo>
                    <a:pt x="3953" y="1954"/>
                  </a:lnTo>
                  <a:cubicBezTo>
                    <a:pt x="3953" y="882"/>
                    <a:pt x="3096" y="1"/>
                    <a:pt x="2000"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98"/>
            <p:cNvSpPr/>
            <p:nvPr/>
          </p:nvSpPr>
          <p:spPr>
            <a:xfrm>
              <a:off x="5064830" y="2008142"/>
              <a:ext cx="65354" cy="262730"/>
            </a:xfrm>
            <a:custGeom>
              <a:rect b="b" l="l" r="r" t="t"/>
              <a:pathLst>
                <a:path extrusionOk="0" h="8812" w="2192">
                  <a:moveTo>
                    <a:pt x="282" y="0"/>
                  </a:moveTo>
                  <a:cubicBezTo>
                    <a:pt x="268" y="0"/>
                    <a:pt x="253" y="0"/>
                    <a:pt x="238" y="1"/>
                  </a:cubicBezTo>
                  <a:lnTo>
                    <a:pt x="0" y="1"/>
                  </a:lnTo>
                  <a:cubicBezTo>
                    <a:pt x="977" y="96"/>
                    <a:pt x="1715" y="929"/>
                    <a:pt x="1715" y="1929"/>
                  </a:cubicBezTo>
                  <a:lnTo>
                    <a:pt x="1715" y="3549"/>
                  </a:lnTo>
                  <a:cubicBezTo>
                    <a:pt x="1715" y="3692"/>
                    <a:pt x="1596" y="3835"/>
                    <a:pt x="1453" y="3906"/>
                  </a:cubicBezTo>
                  <a:cubicBezTo>
                    <a:pt x="1382" y="3930"/>
                    <a:pt x="1358" y="4001"/>
                    <a:pt x="1358" y="4049"/>
                  </a:cubicBezTo>
                  <a:lnTo>
                    <a:pt x="1548" y="5383"/>
                  </a:lnTo>
                  <a:cubicBezTo>
                    <a:pt x="1565" y="5466"/>
                    <a:pt x="1523" y="5538"/>
                    <a:pt x="1456" y="5573"/>
                  </a:cubicBezTo>
                  <a:lnTo>
                    <a:pt x="1834" y="5573"/>
                  </a:lnTo>
                  <a:cubicBezTo>
                    <a:pt x="1953" y="5573"/>
                    <a:pt x="2048" y="5478"/>
                    <a:pt x="2025" y="5359"/>
                  </a:cubicBezTo>
                  <a:lnTo>
                    <a:pt x="1810" y="3906"/>
                  </a:lnTo>
                  <a:cubicBezTo>
                    <a:pt x="2025" y="3906"/>
                    <a:pt x="2191" y="3716"/>
                    <a:pt x="2191" y="3525"/>
                  </a:cubicBezTo>
                  <a:lnTo>
                    <a:pt x="2191" y="1929"/>
                  </a:lnTo>
                  <a:cubicBezTo>
                    <a:pt x="2191" y="849"/>
                    <a:pt x="1334" y="0"/>
                    <a:pt x="282" y="0"/>
                  </a:cubicBezTo>
                  <a:close/>
                  <a:moveTo>
                    <a:pt x="1429" y="5573"/>
                  </a:moveTo>
                  <a:lnTo>
                    <a:pt x="1429" y="5585"/>
                  </a:lnTo>
                  <a:lnTo>
                    <a:pt x="1429" y="5585"/>
                  </a:lnTo>
                  <a:cubicBezTo>
                    <a:pt x="1439" y="5582"/>
                    <a:pt x="1447" y="5578"/>
                    <a:pt x="1456" y="5573"/>
                  </a:cubicBezTo>
                  <a:close/>
                  <a:moveTo>
                    <a:pt x="1429" y="5585"/>
                  </a:moveTo>
                  <a:lnTo>
                    <a:pt x="1429" y="5585"/>
                  </a:lnTo>
                  <a:cubicBezTo>
                    <a:pt x="1407" y="5593"/>
                    <a:pt x="1383" y="5597"/>
                    <a:pt x="1358" y="5597"/>
                  </a:cubicBezTo>
                  <a:lnTo>
                    <a:pt x="953" y="5597"/>
                  </a:lnTo>
                  <a:lnTo>
                    <a:pt x="953" y="8216"/>
                  </a:lnTo>
                  <a:cubicBezTo>
                    <a:pt x="953" y="8359"/>
                    <a:pt x="881" y="8526"/>
                    <a:pt x="762" y="8645"/>
                  </a:cubicBezTo>
                  <a:cubicBezTo>
                    <a:pt x="715" y="8693"/>
                    <a:pt x="643" y="8717"/>
                    <a:pt x="596" y="8764"/>
                  </a:cubicBezTo>
                  <a:cubicBezTo>
                    <a:pt x="667" y="8788"/>
                    <a:pt x="739" y="8812"/>
                    <a:pt x="834" y="8812"/>
                  </a:cubicBezTo>
                  <a:cubicBezTo>
                    <a:pt x="977" y="8812"/>
                    <a:pt x="1120" y="8764"/>
                    <a:pt x="1239" y="8645"/>
                  </a:cubicBezTo>
                  <a:cubicBezTo>
                    <a:pt x="1358" y="8526"/>
                    <a:pt x="1429" y="8359"/>
                    <a:pt x="1429" y="8216"/>
                  </a:cubicBezTo>
                  <a:lnTo>
                    <a:pt x="1429" y="5585"/>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98"/>
            <p:cNvSpPr/>
            <p:nvPr/>
          </p:nvSpPr>
          <p:spPr>
            <a:xfrm>
              <a:off x="5172046" y="2042221"/>
              <a:ext cx="124984" cy="234346"/>
            </a:xfrm>
            <a:custGeom>
              <a:rect b="b" l="l" r="r" t="t"/>
              <a:pathLst>
                <a:path extrusionOk="0" h="7860" w="4192">
                  <a:moveTo>
                    <a:pt x="238" y="1"/>
                  </a:moveTo>
                  <a:cubicBezTo>
                    <a:pt x="96" y="1"/>
                    <a:pt x="0" y="120"/>
                    <a:pt x="0" y="239"/>
                  </a:cubicBezTo>
                  <a:lnTo>
                    <a:pt x="0" y="7621"/>
                  </a:lnTo>
                  <a:cubicBezTo>
                    <a:pt x="0" y="7764"/>
                    <a:pt x="119" y="7859"/>
                    <a:pt x="238" y="7859"/>
                  </a:cubicBezTo>
                  <a:lnTo>
                    <a:pt x="4025" y="7859"/>
                  </a:lnTo>
                  <a:cubicBezTo>
                    <a:pt x="4096" y="7859"/>
                    <a:pt x="4192" y="7764"/>
                    <a:pt x="4192" y="7669"/>
                  </a:cubicBezTo>
                  <a:lnTo>
                    <a:pt x="4192" y="6002"/>
                  </a:lnTo>
                  <a:cubicBezTo>
                    <a:pt x="4192" y="5978"/>
                    <a:pt x="4168" y="5907"/>
                    <a:pt x="4144" y="5883"/>
                  </a:cubicBezTo>
                  <a:cubicBezTo>
                    <a:pt x="4096" y="5856"/>
                    <a:pt x="4051" y="5844"/>
                    <a:pt x="4010" y="5844"/>
                  </a:cubicBezTo>
                  <a:cubicBezTo>
                    <a:pt x="3907" y="5844"/>
                    <a:pt x="3834" y="5917"/>
                    <a:pt x="3834" y="6002"/>
                  </a:cubicBezTo>
                  <a:lnTo>
                    <a:pt x="3834" y="7455"/>
                  </a:lnTo>
                  <a:lnTo>
                    <a:pt x="334" y="7455"/>
                  </a:lnTo>
                  <a:lnTo>
                    <a:pt x="334" y="286"/>
                  </a:lnTo>
                  <a:lnTo>
                    <a:pt x="3834" y="286"/>
                  </a:lnTo>
                  <a:lnTo>
                    <a:pt x="3834" y="5168"/>
                  </a:lnTo>
                  <a:cubicBezTo>
                    <a:pt x="3834" y="5264"/>
                    <a:pt x="3906" y="5311"/>
                    <a:pt x="3977" y="5359"/>
                  </a:cubicBezTo>
                  <a:cubicBezTo>
                    <a:pt x="3990" y="5361"/>
                    <a:pt x="4002" y="5363"/>
                    <a:pt x="4014" y="5363"/>
                  </a:cubicBezTo>
                  <a:cubicBezTo>
                    <a:pt x="4115" y="5363"/>
                    <a:pt x="4192" y="5275"/>
                    <a:pt x="4192" y="5168"/>
                  </a:cubicBezTo>
                  <a:lnTo>
                    <a:pt x="4192" y="167"/>
                  </a:lnTo>
                  <a:cubicBezTo>
                    <a:pt x="4192" y="120"/>
                    <a:pt x="4096" y="1"/>
                    <a:pt x="3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98"/>
            <p:cNvSpPr/>
            <p:nvPr/>
          </p:nvSpPr>
          <p:spPr>
            <a:xfrm>
              <a:off x="5164235" y="1968160"/>
              <a:ext cx="36941" cy="53488"/>
            </a:xfrm>
            <a:custGeom>
              <a:rect b="b" l="l" r="r" t="t"/>
              <a:pathLst>
                <a:path extrusionOk="0" h="1794" w="1239">
                  <a:moveTo>
                    <a:pt x="643" y="961"/>
                  </a:moveTo>
                  <a:cubicBezTo>
                    <a:pt x="786" y="961"/>
                    <a:pt x="882" y="1080"/>
                    <a:pt x="882" y="1199"/>
                  </a:cubicBezTo>
                  <a:cubicBezTo>
                    <a:pt x="882" y="1342"/>
                    <a:pt x="762" y="1437"/>
                    <a:pt x="643" y="1437"/>
                  </a:cubicBezTo>
                  <a:cubicBezTo>
                    <a:pt x="524" y="1437"/>
                    <a:pt x="405" y="1342"/>
                    <a:pt x="405" y="1199"/>
                  </a:cubicBezTo>
                  <a:cubicBezTo>
                    <a:pt x="405" y="1056"/>
                    <a:pt x="524" y="961"/>
                    <a:pt x="643" y="961"/>
                  </a:cubicBezTo>
                  <a:close/>
                  <a:moveTo>
                    <a:pt x="707" y="0"/>
                  </a:moveTo>
                  <a:cubicBezTo>
                    <a:pt x="671" y="0"/>
                    <a:pt x="639" y="12"/>
                    <a:pt x="620" y="32"/>
                  </a:cubicBezTo>
                  <a:cubicBezTo>
                    <a:pt x="596" y="79"/>
                    <a:pt x="119" y="413"/>
                    <a:pt x="24" y="1103"/>
                  </a:cubicBezTo>
                  <a:cubicBezTo>
                    <a:pt x="0" y="1461"/>
                    <a:pt x="239" y="1794"/>
                    <a:pt x="620" y="1794"/>
                  </a:cubicBezTo>
                  <a:cubicBezTo>
                    <a:pt x="977" y="1794"/>
                    <a:pt x="1239" y="1532"/>
                    <a:pt x="1239" y="1199"/>
                  </a:cubicBezTo>
                  <a:cubicBezTo>
                    <a:pt x="1239" y="865"/>
                    <a:pt x="977" y="603"/>
                    <a:pt x="643" y="603"/>
                  </a:cubicBezTo>
                  <a:lnTo>
                    <a:pt x="596" y="603"/>
                  </a:lnTo>
                  <a:cubicBezTo>
                    <a:pt x="715" y="413"/>
                    <a:pt x="834" y="294"/>
                    <a:pt x="834" y="294"/>
                  </a:cubicBezTo>
                  <a:cubicBezTo>
                    <a:pt x="905" y="246"/>
                    <a:pt x="905" y="127"/>
                    <a:pt x="858" y="79"/>
                  </a:cubicBezTo>
                  <a:cubicBezTo>
                    <a:pt x="816" y="24"/>
                    <a:pt x="758"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98"/>
            <p:cNvSpPr/>
            <p:nvPr/>
          </p:nvSpPr>
          <p:spPr>
            <a:xfrm>
              <a:off x="5208958" y="1969054"/>
              <a:ext cx="34824" cy="55456"/>
            </a:xfrm>
            <a:custGeom>
              <a:rect b="b" l="l" r="r" t="t"/>
              <a:pathLst>
                <a:path extrusionOk="0" h="1860" w="1168">
                  <a:moveTo>
                    <a:pt x="560" y="332"/>
                  </a:moveTo>
                  <a:cubicBezTo>
                    <a:pt x="572" y="332"/>
                    <a:pt x="584" y="333"/>
                    <a:pt x="596" y="335"/>
                  </a:cubicBezTo>
                  <a:cubicBezTo>
                    <a:pt x="715" y="335"/>
                    <a:pt x="810" y="454"/>
                    <a:pt x="810" y="573"/>
                  </a:cubicBezTo>
                  <a:lnTo>
                    <a:pt x="810" y="1240"/>
                  </a:lnTo>
                  <a:cubicBezTo>
                    <a:pt x="810" y="1359"/>
                    <a:pt x="715" y="1454"/>
                    <a:pt x="596" y="1454"/>
                  </a:cubicBezTo>
                  <a:cubicBezTo>
                    <a:pt x="453" y="1454"/>
                    <a:pt x="334" y="1383"/>
                    <a:pt x="334" y="1240"/>
                  </a:cubicBezTo>
                  <a:lnTo>
                    <a:pt x="334" y="573"/>
                  </a:lnTo>
                  <a:cubicBezTo>
                    <a:pt x="334" y="443"/>
                    <a:pt x="433" y="332"/>
                    <a:pt x="560" y="332"/>
                  </a:cubicBezTo>
                  <a:close/>
                  <a:moveTo>
                    <a:pt x="590" y="0"/>
                  </a:moveTo>
                  <a:cubicBezTo>
                    <a:pt x="577" y="0"/>
                    <a:pt x="563" y="1"/>
                    <a:pt x="548" y="2"/>
                  </a:cubicBezTo>
                  <a:cubicBezTo>
                    <a:pt x="239" y="49"/>
                    <a:pt x="1" y="264"/>
                    <a:pt x="1" y="597"/>
                  </a:cubicBezTo>
                  <a:lnTo>
                    <a:pt x="1" y="1264"/>
                  </a:lnTo>
                  <a:cubicBezTo>
                    <a:pt x="1" y="1550"/>
                    <a:pt x="239" y="1835"/>
                    <a:pt x="548" y="1859"/>
                  </a:cubicBezTo>
                  <a:cubicBezTo>
                    <a:pt x="882" y="1859"/>
                    <a:pt x="1168" y="1597"/>
                    <a:pt x="1168" y="1240"/>
                  </a:cubicBezTo>
                  <a:lnTo>
                    <a:pt x="1168" y="597"/>
                  </a:lnTo>
                  <a:cubicBezTo>
                    <a:pt x="1168" y="255"/>
                    <a:pt x="905" y="0"/>
                    <a:pt x="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98"/>
            <p:cNvSpPr/>
            <p:nvPr/>
          </p:nvSpPr>
          <p:spPr>
            <a:xfrm>
              <a:off x="5262208" y="1968130"/>
              <a:ext cx="29845" cy="55665"/>
            </a:xfrm>
            <a:custGeom>
              <a:rect b="b" l="l" r="r" t="t"/>
              <a:pathLst>
                <a:path extrusionOk="0" h="1867" w="1001">
                  <a:moveTo>
                    <a:pt x="815" y="0"/>
                  </a:moveTo>
                  <a:cubicBezTo>
                    <a:pt x="744" y="0"/>
                    <a:pt x="680" y="31"/>
                    <a:pt x="644" y="104"/>
                  </a:cubicBezTo>
                  <a:lnTo>
                    <a:pt x="1" y="1581"/>
                  </a:lnTo>
                  <a:cubicBezTo>
                    <a:pt x="1" y="1700"/>
                    <a:pt x="48" y="1795"/>
                    <a:pt x="120" y="1866"/>
                  </a:cubicBezTo>
                  <a:lnTo>
                    <a:pt x="191" y="1866"/>
                  </a:lnTo>
                  <a:cubicBezTo>
                    <a:pt x="239" y="1866"/>
                    <a:pt x="310" y="1819"/>
                    <a:pt x="334" y="1747"/>
                  </a:cubicBezTo>
                  <a:lnTo>
                    <a:pt x="953" y="247"/>
                  </a:lnTo>
                  <a:cubicBezTo>
                    <a:pt x="1001" y="152"/>
                    <a:pt x="953" y="80"/>
                    <a:pt x="882" y="9"/>
                  </a:cubicBezTo>
                  <a:cubicBezTo>
                    <a:pt x="859" y="3"/>
                    <a:pt x="83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98"/>
            <p:cNvSpPr/>
            <p:nvPr/>
          </p:nvSpPr>
          <p:spPr>
            <a:xfrm>
              <a:off x="5255828" y="1972632"/>
              <a:ext cx="12820" cy="1282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98"/>
            <p:cNvSpPr/>
            <p:nvPr/>
          </p:nvSpPr>
          <p:spPr>
            <a:xfrm>
              <a:off x="5286358" y="2007427"/>
              <a:ext cx="12105" cy="12820"/>
            </a:xfrm>
            <a:custGeom>
              <a:rect b="b" l="l" r="r" t="t"/>
              <a:pathLst>
                <a:path extrusionOk="0" h="430" w="406">
                  <a:moveTo>
                    <a:pt x="215" y="1"/>
                  </a:moveTo>
                  <a:cubicBezTo>
                    <a:pt x="96" y="1"/>
                    <a:pt x="0" y="96"/>
                    <a:pt x="0" y="215"/>
                  </a:cubicBezTo>
                  <a:cubicBezTo>
                    <a:pt x="0" y="334"/>
                    <a:pt x="96" y="429"/>
                    <a:pt x="215" y="429"/>
                  </a:cubicBezTo>
                  <a:cubicBezTo>
                    <a:pt x="334" y="429"/>
                    <a:pt x="405" y="334"/>
                    <a:pt x="405" y="215"/>
                  </a:cubicBezTo>
                  <a:cubicBezTo>
                    <a:pt x="405"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98"/>
            <p:cNvSpPr/>
            <p:nvPr/>
          </p:nvSpPr>
          <p:spPr>
            <a:xfrm>
              <a:off x="5037132" y="1922214"/>
              <a:ext cx="68902" cy="69618"/>
            </a:xfrm>
            <a:custGeom>
              <a:rect b="b" l="l" r="r" t="t"/>
              <a:pathLst>
                <a:path extrusionOk="0" h="2335" w="2311">
                  <a:moveTo>
                    <a:pt x="1167" y="358"/>
                  </a:moveTo>
                  <a:cubicBezTo>
                    <a:pt x="1596" y="358"/>
                    <a:pt x="1953" y="715"/>
                    <a:pt x="1953" y="1168"/>
                  </a:cubicBezTo>
                  <a:cubicBezTo>
                    <a:pt x="1953" y="1620"/>
                    <a:pt x="1596" y="1978"/>
                    <a:pt x="1167" y="1978"/>
                  </a:cubicBezTo>
                  <a:cubicBezTo>
                    <a:pt x="715" y="1978"/>
                    <a:pt x="358" y="1620"/>
                    <a:pt x="358" y="1168"/>
                  </a:cubicBezTo>
                  <a:cubicBezTo>
                    <a:pt x="358" y="715"/>
                    <a:pt x="715" y="358"/>
                    <a:pt x="1167" y="358"/>
                  </a:cubicBezTo>
                  <a:close/>
                  <a:moveTo>
                    <a:pt x="1167" y="1"/>
                  </a:moveTo>
                  <a:cubicBezTo>
                    <a:pt x="525" y="1"/>
                    <a:pt x="1" y="501"/>
                    <a:pt x="1" y="1168"/>
                  </a:cubicBezTo>
                  <a:cubicBezTo>
                    <a:pt x="1" y="1787"/>
                    <a:pt x="525" y="2335"/>
                    <a:pt x="1167" y="2335"/>
                  </a:cubicBezTo>
                  <a:cubicBezTo>
                    <a:pt x="1787" y="2335"/>
                    <a:pt x="2311" y="1811"/>
                    <a:pt x="2311" y="1168"/>
                  </a:cubicBezTo>
                  <a:cubicBezTo>
                    <a:pt x="2311" y="549"/>
                    <a:pt x="1810"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98"/>
            <p:cNvSpPr/>
            <p:nvPr/>
          </p:nvSpPr>
          <p:spPr>
            <a:xfrm>
              <a:off x="5009434" y="2003163"/>
              <a:ext cx="126416" cy="273493"/>
            </a:xfrm>
            <a:custGeom>
              <a:rect b="b" l="l" r="r" t="t"/>
              <a:pathLst>
                <a:path extrusionOk="0" h="9173" w="4240">
                  <a:moveTo>
                    <a:pt x="1906" y="5954"/>
                  </a:moveTo>
                  <a:lnTo>
                    <a:pt x="1906" y="8383"/>
                  </a:lnTo>
                  <a:cubicBezTo>
                    <a:pt x="1906" y="8609"/>
                    <a:pt x="1713" y="8814"/>
                    <a:pt x="1470" y="8814"/>
                  </a:cubicBezTo>
                  <a:cubicBezTo>
                    <a:pt x="1456" y="8814"/>
                    <a:pt x="1443" y="8813"/>
                    <a:pt x="1430" y="8812"/>
                  </a:cubicBezTo>
                  <a:cubicBezTo>
                    <a:pt x="1215" y="8765"/>
                    <a:pt x="1072" y="8598"/>
                    <a:pt x="1072" y="8383"/>
                  </a:cubicBezTo>
                  <a:lnTo>
                    <a:pt x="1072" y="5954"/>
                  </a:lnTo>
                  <a:close/>
                  <a:moveTo>
                    <a:pt x="3097" y="5931"/>
                  </a:moveTo>
                  <a:lnTo>
                    <a:pt x="3097" y="8383"/>
                  </a:lnTo>
                  <a:cubicBezTo>
                    <a:pt x="3097" y="8598"/>
                    <a:pt x="2954" y="8765"/>
                    <a:pt x="2763" y="8812"/>
                  </a:cubicBezTo>
                  <a:cubicBezTo>
                    <a:pt x="2739" y="8817"/>
                    <a:pt x="2714" y="8819"/>
                    <a:pt x="2690" y="8819"/>
                  </a:cubicBezTo>
                  <a:cubicBezTo>
                    <a:pt x="2458" y="8819"/>
                    <a:pt x="2263" y="8621"/>
                    <a:pt x="2263" y="8383"/>
                  </a:cubicBezTo>
                  <a:lnTo>
                    <a:pt x="2263" y="5931"/>
                  </a:lnTo>
                  <a:close/>
                  <a:moveTo>
                    <a:pt x="2049" y="1"/>
                  </a:moveTo>
                  <a:cubicBezTo>
                    <a:pt x="1668" y="1"/>
                    <a:pt x="1287" y="120"/>
                    <a:pt x="930" y="287"/>
                  </a:cubicBezTo>
                  <a:cubicBezTo>
                    <a:pt x="834" y="358"/>
                    <a:pt x="811" y="453"/>
                    <a:pt x="858" y="525"/>
                  </a:cubicBezTo>
                  <a:cubicBezTo>
                    <a:pt x="913" y="598"/>
                    <a:pt x="981" y="629"/>
                    <a:pt x="1042" y="629"/>
                  </a:cubicBezTo>
                  <a:cubicBezTo>
                    <a:pt x="1061" y="629"/>
                    <a:pt x="1079" y="626"/>
                    <a:pt x="1096" y="620"/>
                  </a:cubicBezTo>
                  <a:cubicBezTo>
                    <a:pt x="1406" y="429"/>
                    <a:pt x="1692" y="358"/>
                    <a:pt x="2049" y="358"/>
                  </a:cubicBezTo>
                  <a:lnTo>
                    <a:pt x="2096" y="358"/>
                  </a:lnTo>
                  <a:cubicBezTo>
                    <a:pt x="3073" y="358"/>
                    <a:pt x="3883" y="1168"/>
                    <a:pt x="3883" y="2144"/>
                  </a:cubicBezTo>
                  <a:lnTo>
                    <a:pt x="3883" y="3740"/>
                  </a:lnTo>
                  <a:lnTo>
                    <a:pt x="3883" y="3787"/>
                  </a:lnTo>
                  <a:cubicBezTo>
                    <a:pt x="3883" y="3883"/>
                    <a:pt x="3740" y="3954"/>
                    <a:pt x="3668" y="3954"/>
                  </a:cubicBezTo>
                  <a:cubicBezTo>
                    <a:pt x="3525" y="3954"/>
                    <a:pt x="3454" y="3835"/>
                    <a:pt x="3454" y="3716"/>
                  </a:cubicBezTo>
                  <a:lnTo>
                    <a:pt x="3454" y="2049"/>
                  </a:lnTo>
                  <a:cubicBezTo>
                    <a:pt x="3454" y="1954"/>
                    <a:pt x="3382" y="1906"/>
                    <a:pt x="3311" y="1882"/>
                  </a:cubicBezTo>
                  <a:cubicBezTo>
                    <a:pt x="3290" y="1874"/>
                    <a:pt x="3269" y="1870"/>
                    <a:pt x="3249" y="1870"/>
                  </a:cubicBezTo>
                  <a:cubicBezTo>
                    <a:pt x="3161" y="1870"/>
                    <a:pt x="3097" y="1951"/>
                    <a:pt x="3097" y="2049"/>
                  </a:cubicBezTo>
                  <a:lnTo>
                    <a:pt x="3097" y="3740"/>
                  </a:lnTo>
                  <a:cubicBezTo>
                    <a:pt x="3097" y="3978"/>
                    <a:pt x="3263" y="4216"/>
                    <a:pt x="3525" y="4287"/>
                  </a:cubicBezTo>
                  <a:lnTo>
                    <a:pt x="3692" y="5597"/>
                  </a:lnTo>
                  <a:lnTo>
                    <a:pt x="3692" y="5621"/>
                  </a:lnTo>
                  <a:lnTo>
                    <a:pt x="501" y="5621"/>
                  </a:lnTo>
                  <a:lnTo>
                    <a:pt x="501" y="5597"/>
                  </a:lnTo>
                  <a:lnTo>
                    <a:pt x="691" y="4287"/>
                  </a:lnTo>
                  <a:cubicBezTo>
                    <a:pt x="930" y="4216"/>
                    <a:pt x="1096" y="4025"/>
                    <a:pt x="1096" y="3740"/>
                  </a:cubicBezTo>
                  <a:lnTo>
                    <a:pt x="1096" y="2049"/>
                  </a:lnTo>
                  <a:cubicBezTo>
                    <a:pt x="1096" y="1954"/>
                    <a:pt x="1049" y="1906"/>
                    <a:pt x="953" y="1882"/>
                  </a:cubicBezTo>
                  <a:cubicBezTo>
                    <a:pt x="932" y="1874"/>
                    <a:pt x="911" y="1870"/>
                    <a:pt x="892" y="1870"/>
                  </a:cubicBezTo>
                  <a:cubicBezTo>
                    <a:pt x="803" y="1870"/>
                    <a:pt x="739" y="1951"/>
                    <a:pt x="739" y="2049"/>
                  </a:cubicBezTo>
                  <a:lnTo>
                    <a:pt x="739" y="3740"/>
                  </a:lnTo>
                  <a:cubicBezTo>
                    <a:pt x="739" y="3859"/>
                    <a:pt x="644" y="3954"/>
                    <a:pt x="525" y="3954"/>
                  </a:cubicBezTo>
                  <a:cubicBezTo>
                    <a:pt x="406" y="3954"/>
                    <a:pt x="334" y="3859"/>
                    <a:pt x="334" y="3740"/>
                  </a:cubicBezTo>
                  <a:lnTo>
                    <a:pt x="334" y="2168"/>
                  </a:lnTo>
                  <a:cubicBezTo>
                    <a:pt x="334" y="1811"/>
                    <a:pt x="453" y="1454"/>
                    <a:pt x="644" y="1120"/>
                  </a:cubicBezTo>
                  <a:cubicBezTo>
                    <a:pt x="715" y="1049"/>
                    <a:pt x="691" y="953"/>
                    <a:pt x="620" y="882"/>
                  </a:cubicBezTo>
                  <a:cubicBezTo>
                    <a:pt x="586" y="865"/>
                    <a:pt x="555" y="857"/>
                    <a:pt x="527" y="857"/>
                  </a:cubicBezTo>
                  <a:cubicBezTo>
                    <a:pt x="474" y="857"/>
                    <a:pt x="428" y="883"/>
                    <a:pt x="382" y="930"/>
                  </a:cubicBezTo>
                  <a:cubicBezTo>
                    <a:pt x="120" y="1287"/>
                    <a:pt x="1" y="1692"/>
                    <a:pt x="1" y="2144"/>
                  </a:cubicBezTo>
                  <a:lnTo>
                    <a:pt x="1" y="3740"/>
                  </a:lnTo>
                  <a:cubicBezTo>
                    <a:pt x="1" y="3954"/>
                    <a:pt x="120" y="4145"/>
                    <a:pt x="287" y="4216"/>
                  </a:cubicBezTo>
                  <a:cubicBezTo>
                    <a:pt x="334" y="4216"/>
                    <a:pt x="334" y="4264"/>
                    <a:pt x="358" y="4264"/>
                  </a:cubicBezTo>
                  <a:lnTo>
                    <a:pt x="168" y="5526"/>
                  </a:lnTo>
                  <a:cubicBezTo>
                    <a:pt x="168" y="5645"/>
                    <a:pt x="215" y="5740"/>
                    <a:pt x="263" y="5835"/>
                  </a:cubicBezTo>
                  <a:cubicBezTo>
                    <a:pt x="334" y="5931"/>
                    <a:pt x="453" y="5954"/>
                    <a:pt x="549" y="5954"/>
                  </a:cubicBezTo>
                  <a:lnTo>
                    <a:pt x="763" y="5954"/>
                  </a:lnTo>
                  <a:lnTo>
                    <a:pt x="763" y="8383"/>
                  </a:lnTo>
                  <a:cubicBezTo>
                    <a:pt x="763" y="8788"/>
                    <a:pt x="1049" y="9098"/>
                    <a:pt x="1430" y="9169"/>
                  </a:cubicBezTo>
                  <a:cubicBezTo>
                    <a:pt x="1452" y="9171"/>
                    <a:pt x="1475" y="9172"/>
                    <a:pt x="1497" y="9172"/>
                  </a:cubicBezTo>
                  <a:cubicBezTo>
                    <a:pt x="1736" y="9172"/>
                    <a:pt x="1968" y="9060"/>
                    <a:pt x="2120" y="8907"/>
                  </a:cubicBezTo>
                  <a:cubicBezTo>
                    <a:pt x="2249" y="9079"/>
                    <a:pt x="2473" y="9173"/>
                    <a:pt x="2708" y="9173"/>
                  </a:cubicBezTo>
                  <a:cubicBezTo>
                    <a:pt x="2734" y="9173"/>
                    <a:pt x="2761" y="9172"/>
                    <a:pt x="2787" y="9169"/>
                  </a:cubicBezTo>
                  <a:cubicBezTo>
                    <a:pt x="3192" y="9098"/>
                    <a:pt x="3454" y="8788"/>
                    <a:pt x="3454" y="8383"/>
                  </a:cubicBezTo>
                  <a:lnTo>
                    <a:pt x="3454" y="5954"/>
                  </a:lnTo>
                  <a:lnTo>
                    <a:pt x="3692" y="5954"/>
                  </a:lnTo>
                  <a:cubicBezTo>
                    <a:pt x="3787" y="5954"/>
                    <a:pt x="3835" y="5931"/>
                    <a:pt x="3906" y="5883"/>
                  </a:cubicBezTo>
                  <a:cubicBezTo>
                    <a:pt x="4025" y="5812"/>
                    <a:pt x="4073" y="5692"/>
                    <a:pt x="4049" y="5526"/>
                  </a:cubicBezTo>
                  <a:lnTo>
                    <a:pt x="3883" y="4264"/>
                  </a:lnTo>
                  <a:lnTo>
                    <a:pt x="3906" y="4264"/>
                  </a:lnTo>
                  <a:cubicBezTo>
                    <a:pt x="3978" y="4216"/>
                    <a:pt x="4049" y="4168"/>
                    <a:pt x="4121" y="4073"/>
                  </a:cubicBezTo>
                  <a:cubicBezTo>
                    <a:pt x="4168" y="3978"/>
                    <a:pt x="4240" y="3859"/>
                    <a:pt x="4240" y="3740"/>
                  </a:cubicBezTo>
                  <a:lnTo>
                    <a:pt x="4240" y="2144"/>
                  </a:lnTo>
                  <a:cubicBezTo>
                    <a:pt x="4192" y="953"/>
                    <a:pt x="3287" y="1"/>
                    <a:pt x="2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9" name="Google Shape;22279;p98"/>
          <p:cNvGrpSpPr/>
          <p:nvPr/>
        </p:nvGrpSpPr>
        <p:grpSpPr>
          <a:xfrm>
            <a:off x="5511682" y="1769814"/>
            <a:ext cx="352920" cy="353636"/>
            <a:chOff x="5549777" y="1922214"/>
            <a:chExt cx="352920" cy="353636"/>
          </a:xfrm>
        </p:grpSpPr>
        <p:sp>
          <p:nvSpPr>
            <p:cNvPr id="22280" name="Google Shape;22280;p98"/>
            <p:cNvSpPr/>
            <p:nvPr/>
          </p:nvSpPr>
          <p:spPr>
            <a:xfrm>
              <a:off x="5623630" y="2008858"/>
              <a:ext cx="100149" cy="191025"/>
            </a:xfrm>
            <a:custGeom>
              <a:rect b="b" l="l" r="r" t="t"/>
              <a:pathLst>
                <a:path extrusionOk="0" h="6407" w="3359">
                  <a:moveTo>
                    <a:pt x="1929" y="0"/>
                  </a:moveTo>
                  <a:cubicBezTo>
                    <a:pt x="786" y="548"/>
                    <a:pt x="0" y="1715"/>
                    <a:pt x="0" y="3049"/>
                  </a:cubicBezTo>
                  <a:cubicBezTo>
                    <a:pt x="0" y="4882"/>
                    <a:pt x="1501" y="6406"/>
                    <a:pt x="3358" y="6406"/>
                  </a:cubicBezTo>
                  <a:lnTo>
                    <a:pt x="3358" y="5287"/>
                  </a:lnTo>
                  <a:cubicBezTo>
                    <a:pt x="3358" y="5240"/>
                    <a:pt x="3334" y="5216"/>
                    <a:pt x="3311" y="5216"/>
                  </a:cubicBezTo>
                  <a:cubicBezTo>
                    <a:pt x="2144" y="5168"/>
                    <a:pt x="1215" y="4215"/>
                    <a:pt x="1215" y="3049"/>
                  </a:cubicBezTo>
                  <a:cubicBezTo>
                    <a:pt x="1215" y="2215"/>
                    <a:pt x="1691" y="1501"/>
                    <a:pt x="2382" y="1143"/>
                  </a:cubicBezTo>
                  <a:cubicBezTo>
                    <a:pt x="2406" y="1120"/>
                    <a:pt x="2406" y="1096"/>
                    <a:pt x="2406" y="1048"/>
                  </a:cubicBezTo>
                  <a:lnTo>
                    <a:pt x="192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98"/>
            <p:cNvSpPr/>
            <p:nvPr/>
          </p:nvSpPr>
          <p:spPr>
            <a:xfrm>
              <a:off x="5587404" y="1962704"/>
              <a:ext cx="241442" cy="272748"/>
            </a:xfrm>
            <a:custGeom>
              <a:rect b="b" l="l" r="r" t="t"/>
              <a:pathLst>
                <a:path extrusionOk="0" h="9148" w="8098">
                  <a:moveTo>
                    <a:pt x="4621" y="0"/>
                  </a:moveTo>
                  <a:cubicBezTo>
                    <a:pt x="2120" y="0"/>
                    <a:pt x="48" y="2001"/>
                    <a:pt x="25" y="4501"/>
                  </a:cubicBezTo>
                  <a:cubicBezTo>
                    <a:pt x="1" y="7026"/>
                    <a:pt x="2025" y="9121"/>
                    <a:pt x="4549" y="9145"/>
                  </a:cubicBezTo>
                  <a:cubicBezTo>
                    <a:pt x="4599" y="9147"/>
                    <a:pt x="4649" y="9148"/>
                    <a:pt x="4698" y="9148"/>
                  </a:cubicBezTo>
                  <a:cubicBezTo>
                    <a:pt x="6066" y="9148"/>
                    <a:pt x="7270" y="8516"/>
                    <a:pt x="8098" y="7573"/>
                  </a:cubicBezTo>
                  <a:lnTo>
                    <a:pt x="7145" y="6883"/>
                  </a:lnTo>
                  <a:cubicBezTo>
                    <a:pt x="7133" y="6871"/>
                    <a:pt x="7115" y="6865"/>
                    <a:pt x="7098" y="6865"/>
                  </a:cubicBezTo>
                  <a:cubicBezTo>
                    <a:pt x="7080" y="6865"/>
                    <a:pt x="7062" y="6871"/>
                    <a:pt x="7050" y="6883"/>
                  </a:cubicBezTo>
                  <a:cubicBezTo>
                    <a:pt x="6455" y="7526"/>
                    <a:pt x="5573" y="7931"/>
                    <a:pt x="4621" y="7931"/>
                  </a:cubicBezTo>
                  <a:cubicBezTo>
                    <a:pt x="2763" y="7931"/>
                    <a:pt x="1239" y="6430"/>
                    <a:pt x="1239" y="4597"/>
                  </a:cubicBezTo>
                  <a:cubicBezTo>
                    <a:pt x="1239" y="2763"/>
                    <a:pt x="2716" y="1239"/>
                    <a:pt x="4549" y="1191"/>
                  </a:cubicBezTo>
                  <a:cubicBezTo>
                    <a:pt x="4573" y="1191"/>
                    <a:pt x="4621" y="1167"/>
                    <a:pt x="4621" y="1144"/>
                  </a:cubicBezTo>
                  <a:lnTo>
                    <a:pt x="462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98"/>
            <p:cNvSpPr/>
            <p:nvPr/>
          </p:nvSpPr>
          <p:spPr>
            <a:xfrm>
              <a:off x="5613671" y="2177851"/>
              <a:ext cx="215175" cy="57603"/>
            </a:xfrm>
            <a:custGeom>
              <a:rect b="b" l="l" r="r" t="t"/>
              <a:pathLst>
                <a:path extrusionOk="0" h="1932" w="7217">
                  <a:moveTo>
                    <a:pt x="1" y="0"/>
                  </a:moveTo>
                  <a:cubicBezTo>
                    <a:pt x="811" y="1167"/>
                    <a:pt x="2144" y="1905"/>
                    <a:pt x="3668" y="1929"/>
                  </a:cubicBezTo>
                  <a:cubicBezTo>
                    <a:pt x="3718" y="1931"/>
                    <a:pt x="3768" y="1932"/>
                    <a:pt x="3817" y="1932"/>
                  </a:cubicBezTo>
                  <a:cubicBezTo>
                    <a:pt x="5185" y="1932"/>
                    <a:pt x="6389" y="1300"/>
                    <a:pt x="7217" y="357"/>
                  </a:cubicBezTo>
                  <a:lnTo>
                    <a:pt x="6836" y="72"/>
                  </a:lnTo>
                  <a:cubicBezTo>
                    <a:pt x="5972" y="959"/>
                    <a:pt x="4787" y="1549"/>
                    <a:pt x="3461" y="1549"/>
                  </a:cubicBezTo>
                  <a:cubicBezTo>
                    <a:pt x="3435" y="1549"/>
                    <a:pt x="3409" y="1549"/>
                    <a:pt x="3383" y="1548"/>
                  </a:cubicBezTo>
                  <a:cubicBezTo>
                    <a:pt x="2025" y="1548"/>
                    <a:pt x="834" y="953"/>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98"/>
            <p:cNvSpPr/>
            <p:nvPr/>
          </p:nvSpPr>
          <p:spPr>
            <a:xfrm>
              <a:off x="5552609" y="1928625"/>
              <a:ext cx="342992" cy="342246"/>
            </a:xfrm>
            <a:custGeom>
              <a:rect b="b" l="l" r="r" t="t"/>
              <a:pathLst>
                <a:path extrusionOk="0" h="11479" w="11504">
                  <a:moveTo>
                    <a:pt x="5693" y="0"/>
                  </a:moveTo>
                  <a:cubicBezTo>
                    <a:pt x="2525" y="24"/>
                    <a:pt x="1" y="2596"/>
                    <a:pt x="1" y="5740"/>
                  </a:cubicBezTo>
                  <a:cubicBezTo>
                    <a:pt x="1" y="8883"/>
                    <a:pt x="2573" y="11479"/>
                    <a:pt x="5740" y="11479"/>
                  </a:cubicBezTo>
                  <a:cubicBezTo>
                    <a:pt x="8908" y="11479"/>
                    <a:pt x="11456" y="8955"/>
                    <a:pt x="11503" y="5787"/>
                  </a:cubicBezTo>
                  <a:cubicBezTo>
                    <a:pt x="11503" y="5763"/>
                    <a:pt x="11456" y="5740"/>
                    <a:pt x="11432" y="5740"/>
                  </a:cubicBezTo>
                  <a:lnTo>
                    <a:pt x="10384" y="5740"/>
                  </a:lnTo>
                  <a:cubicBezTo>
                    <a:pt x="10360" y="5740"/>
                    <a:pt x="10336" y="5763"/>
                    <a:pt x="10336" y="5787"/>
                  </a:cubicBezTo>
                  <a:cubicBezTo>
                    <a:pt x="10315" y="8277"/>
                    <a:pt x="8291" y="10289"/>
                    <a:pt x="5781" y="10289"/>
                  </a:cubicBezTo>
                  <a:cubicBezTo>
                    <a:pt x="5434" y="10289"/>
                    <a:pt x="5078" y="10250"/>
                    <a:pt x="4716" y="10169"/>
                  </a:cubicBezTo>
                  <a:cubicBezTo>
                    <a:pt x="3002" y="9812"/>
                    <a:pt x="1692" y="8478"/>
                    <a:pt x="1311" y="6787"/>
                  </a:cubicBezTo>
                  <a:cubicBezTo>
                    <a:pt x="668" y="3811"/>
                    <a:pt x="2930" y="1167"/>
                    <a:pt x="5788" y="1167"/>
                  </a:cubicBezTo>
                  <a:lnTo>
                    <a:pt x="5740" y="48"/>
                  </a:lnTo>
                  <a:cubicBezTo>
                    <a:pt x="5740" y="24"/>
                    <a:pt x="5716" y="0"/>
                    <a:pt x="569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98"/>
            <p:cNvSpPr/>
            <p:nvPr/>
          </p:nvSpPr>
          <p:spPr>
            <a:xfrm>
              <a:off x="5638537" y="2099019"/>
              <a:ext cx="258466" cy="171854"/>
            </a:xfrm>
            <a:custGeom>
              <a:rect b="b" l="l" r="r" t="t"/>
              <a:pathLst>
                <a:path extrusionOk="0" h="5764" w="8669">
                  <a:moveTo>
                    <a:pt x="8264" y="1"/>
                  </a:moveTo>
                  <a:cubicBezTo>
                    <a:pt x="8145" y="3049"/>
                    <a:pt x="5597" y="5526"/>
                    <a:pt x="2501" y="5526"/>
                  </a:cubicBezTo>
                  <a:cubicBezTo>
                    <a:pt x="1620" y="5526"/>
                    <a:pt x="763" y="5335"/>
                    <a:pt x="0" y="4954"/>
                  </a:cubicBezTo>
                  <a:lnTo>
                    <a:pt x="0" y="4954"/>
                  </a:lnTo>
                  <a:cubicBezTo>
                    <a:pt x="882" y="5478"/>
                    <a:pt x="1858" y="5764"/>
                    <a:pt x="2930" y="5764"/>
                  </a:cubicBezTo>
                  <a:cubicBezTo>
                    <a:pt x="6073" y="5764"/>
                    <a:pt x="8645" y="3240"/>
                    <a:pt x="8669" y="72"/>
                  </a:cubicBezTo>
                  <a:cubicBezTo>
                    <a:pt x="8669" y="48"/>
                    <a:pt x="8645" y="25"/>
                    <a:pt x="86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98"/>
            <p:cNvSpPr/>
            <p:nvPr/>
          </p:nvSpPr>
          <p:spPr>
            <a:xfrm>
              <a:off x="5549777" y="1922214"/>
              <a:ext cx="352920" cy="353636"/>
            </a:xfrm>
            <a:custGeom>
              <a:rect b="b" l="l" r="r" t="t"/>
              <a:pathLst>
                <a:path extrusionOk="0" h="11861" w="11837">
                  <a:moveTo>
                    <a:pt x="5668" y="1549"/>
                  </a:moveTo>
                  <a:lnTo>
                    <a:pt x="5668" y="2406"/>
                  </a:lnTo>
                  <a:cubicBezTo>
                    <a:pt x="4764" y="2454"/>
                    <a:pt x="3930" y="2835"/>
                    <a:pt x="3311" y="3478"/>
                  </a:cubicBezTo>
                  <a:cubicBezTo>
                    <a:pt x="2668" y="4169"/>
                    <a:pt x="2287" y="5026"/>
                    <a:pt x="2287" y="5978"/>
                  </a:cubicBezTo>
                  <a:cubicBezTo>
                    <a:pt x="2287" y="7812"/>
                    <a:pt x="3716" y="9312"/>
                    <a:pt x="5502" y="9503"/>
                  </a:cubicBezTo>
                  <a:cubicBezTo>
                    <a:pt x="5597" y="9509"/>
                    <a:pt x="5692" y="9512"/>
                    <a:pt x="5785" y="9512"/>
                  </a:cubicBezTo>
                  <a:cubicBezTo>
                    <a:pt x="6087" y="9512"/>
                    <a:pt x="6378" y="9480"/>
                    <a:pt x="6669" y="9408"/>
                  </a:cubicBezTo>
                  <a:cubicBezTo>
                    <a:pt x="7002" y="9312"/>
                    <a:pt x="7288" y="9193"/>
                    <a:pt x="7597" y="9050"/>
                  </a:cubicBezTo>
                  <a:cubicBezTo>
                    <a:pt x="7812" y="8931"/>
                    <a:pt x="8026" y="8788"/>
                    <a:pt x="8193" y="8646"/>
                  </a:cubicBezTo>
                  <a:cubicBezTo>
                    <a:pt x="8217" y="8646"/>
                    <a:pt x="8360" y="8455"/>
                    <a:pt x="8360" y="8455"/>
                  </a:cubicBezTo>
                  <a:cubicBezTo>
                    <a:pt x="8407" y="8455"/>
                    <a:pt x="9122" y="8955"/>
                    <a:pt x="9098" y="8979"/>
                  </a:cubicBezTo>
                  <a:cubicBezTo>
                    <a:pt x="8883" y="9217"/>
                    <a:pt x="8645" y="9408"/>
                    <a:pt x="8383" y="9574"/>
                  </a:cubicBezTo>
                  <a:cubicBezTo>
                    <a:pt x="8098" y="9765"/>
                    <a:pt x="7859" y="9884"/>
                    <a:pt x="7574" y="10003"/>
                  </a:cubicBezTo>
                  <a:cubicBezTo>
                    <a:pt x="7003" y="10227"/>
                    <a:pt x="6398" y="10347"/>
                    <a:pt x="5787" y="10347"/>
                  </a:cubicBezTo>
                  <a:cubicBezTo>
                    <a:pt x="5684" y="10347"/>
                    <a:pt x="5581" y="10343"/>
                    <a:pt x="5478" y="10336"/>
                  </a:cubicBezTo>
                  <a:cubicBezTo>
                    <a:pt x="4454" y="10241"/>
                    <a:pt x="3454" y="9765"/>
                    <a:pt x="2715" y="9027"/>
                  </a:cubicBezTo>
                  <a:cubicBezTo>
                    <a:pt x="2477" y="8765"/>
                    <a:pt x="2239" y="8479"/>
                    <a:pt x="2073" y="8193"/>
                  </a:cubicBezTo>
                  <a:cubicBezTo>
                    <a:pt x="1620" y="7455"/>
                    <a:pt x="1406" y="6550"/>
                    <a:pt x="1477" y="5669"/>
                  </a:cubicBezTo>
                  <a:cubicBezTo>
                    <a:pt x="1525" y="5002"/>
                    <a:pt x="1691" y="4383"/>
                    <a:pt x="2025" y="3787"/>
                  </a:cubicBezTo>
                  <a:cubicBezTo>
                    <a:pt x="2430" y="3097"/>
                    <a:pt x="3025" y="2525"/>
                    <a:pt x="3668" y="2144"/>
                  </a:cubicBezTo>
                  <a:cubicBezTo>
                    <a:pt x="4025" y="1930"/>
                    <a:pt x="4454" y="1787"/>
                    <a:pt x="4859" y="1668"/>
                  </a:cubicBezTo>
                  <a:cubicBezTo>
                    <a:pt x="4930" y="1668"/>
                    <a:pt x="5668" y="1549"/>
                    <a:pt x="5668" y="1549"/>
                  </a:cubicBezTo>
                  <a:close/>
                  <a:moveTo>
                    <a:pt x="5883" y="1"/>
                  </a:moveTo>
                  <a:cubicBezTo>
                    <a:pt x="4287" y="25"/>
                    <a:pt x="2835" y="668"/>
                    <a:pt x="1739" y="1763"/>
                  </a:cubicBezTo>
                  <a:cubicBezTo>
                    <a:pt x="644" y="2883"/>
                    <a:pt x="1" y="4359"/>
                    <a:pt x="1" y="5931"/>
                  </a:cubicBezTo>
                  <a:cubicBezTo>
                    <a:pt x="1" y="7503"/>
                    <a:pt x="644" y="9003"/>
                    <a:pt x="1739" y="10122"/>
                  </a:cubicBezTo>
                  <a:cubicBezTo>
                    <a:pt x="2835" y="11265"/>
                    <a:pt x="4359" y="11861"/>
                    <a:pt x="5930" y="11861"/>
                  </a:cubicBezTo>
                  <a:cubicBezTo>
                    <a:pt x="7145" y="11861"/>
                    <a:pt x="8336" y="11503"/>
                    <a:pt x="9336" y="10789"/>
                  </a:cubicBezTo>
                  <a:cubicBezTo>
                    <a:pt x="10312" y="10098"/>
                    <a:pt x="11051" y="9122"/>
                    <a:pt x="11479" y="8003"/>
                  </a:cubicBezTo>
                  <a:lnTo>
                    <a:pt x="11479" y="7884"/>
                  </a:lnTo>
                  <a:cubicBezTo>
                    <a:pt x="11437" y="7820"/>
                    <a:pt x="11376" y="7790"/>
                    <a:pt x="11317" y="7790"/>
                  </a:cubicBezTo>
                  <a:cubicBezTo>
                    <a:pt x="11243" y="7790"/>
                    <a:pt x="11172" y="7838"/>
                    <a:pt x="11146" y="7931"/>
                  </a:cubicBezTo>
                  <a:cubicBezTo>
                    <a:pt x="10765" y="8955"/>
                    <a:pt x="10050" y="9860"/>
                    <a:pt x="9122" y="10503"/>
                  </a:cubicBezTo>
                  <a:cubicBezTo>
                    <a:pt x="8169" y="11170"/>
                    <a:pt x="7074" y="11527"/>
                    <a:pt x="5907" y="11527"/>
                  </a:cubicBezTo>
                  <a:cubicBezTo>
                    <a:pt x="4406" y="11527"/>
                    <a:pt x="3025" y="10932"/>
                    <a:pt x="1953" y="9884"/>
                  </a:cubicBezTo>
                  <a:cubicBezTo>
                    <a:pt x="906" y="8812"/>
                    <a:pt x="310" y="7407"/>
                    <a:pt x="310" y="5931"/>
                  </a:cubicBezTo>
                  <a:cubicBezTo>
                    <a:pt x="310" y="3335"/>
                    <a:pt x="2192" y="1025"/>
                    <a:pt x="4716" y="477"/>
                  </a:cubicBezTo>
                  <a:cubicBezTo>
                    <a:pt x="5049" y="430"/>
                    <a:pt x="5359" y="358"/>
                    <a:pt x="5716" y="358"/>
                  </a:cubicBezTo>
                  <a:lnTo>
                    <a:pt x="5716" y="1192"/>
                  </a:lnTo>
                  <a:cubicBezTo>
                    <a:pt x="5287" y="1216"/>
                    <a:pt x="4811" y="1287"/>
                    <a:pt x="4383" y="1430"/>
                  </a:cubicBezTo>
                  <a:cubicBezTo>
                    <a:pt x="4049" y="1549"/>
                    <a:pt x="3740" y="1692"/>
                    <a:pt x="3430" y="1882"/>
                  </a:cubicBezTo>
                  <a:cubicBezTo>
                    <a:pt x="3097" y="2097"/>
                    <a:pt x="2835" y="2287"/>
                    <a:pt x="2549" y="2573"/>
                  </a:cubicBezTo>
                  <a:cubicBezTo>
                    <a:pt x="1763" y="3311"/>
                    <a:pt x="1287" y="4288"/>
                    <a:pt x="1168" y="5359"/>
                  </a:cubicBezTo>
                  <a:cubicBezTo>
                    <a:pt x="1144" y="5621"/>
                    <a:pt x="1144" y="5907"/>
                    <a:pt x="1144" y="6145"/>
                  </a:cubicBezTo>
                  <a:cubicBezTo>
                    <a:pt x="1168" y="6645"/>
                    <a:pt x="1263" y="7145"/>
                    <a:pt x="1430" y="7622"/>
                  </a:cubicBezTo>
                  <a:cubicBezTo>
                    <a:pt x="1620" y="8098"/>
                    <a:pt x="1882" y="8550"/>
                    <a:pt x="2192" y="8931"/>
                  </a:cubicBezTo>
                  <a:cubicBezTo>
                    <a:pt x="3080" y="10051"/>
                    <a:pt x="4472" y="10680"/>
                    <a:pt x="5883" y="10680"/>
                  </a:cubicBezTo>
                  <a:cubicBezTo>
                    <a:pt x="6363" y="10680"/>
                    <a:pt x="6846" y="10607"/>
                    <a:pt x="7312" y="10455"/>
                  </a:cubicBezTo>
                  <a:cubicBezTo>
                    <a:pt x="7788" y="10313"/>
                    <a:pt x="8264" y="10074"/>
                    <a:pt x="8669" y="9765"/>
                  </a:cubicBezTo>
                  <a:cubicBezTo>
                    <a:pt x="9288" y="9312"/>
                    <a:pt x="9812" y="8693"/>
                    <a:pt x="10169" y="7979"/>
                  </a:cubicBezTo>
                  <a:cubicBezTo>
                    <a:pt x="10289" y="7741"/>
                    <a:pt x="10360" y="7479"/>
                    <a:pt x="10455" y="7217"/>
                  </a:cubicBezTo>
                  <a:cubicBezTo>
                    <a:pt x="10479" y="7098"/>
                    <a:pt x="10527" y="6931"/>
                    <a:pt x="10550" y="6812"/>
                  </a:cubicBezTo>
                  <a:cubicBezTo>
                    <a:pt x="10574" y="6693"/>
                    <a:pt x="10646" y="6097"/>
                    <a:pt x="10646" y="6097"/>
                  </a:cubicBezTo>
                  <a:lnTo>
                    <a:pt x="11479" y="6097"/>
                  </a:lnTo>
                  <a:cubicBezTo>
                    <a:pt x="11479" y="6455"/>
                    <a:pt x="11408" y="6812"/>
                    <a:pt x="11313" y="7169"/>
                  </a:cubicBezTo>
                  <a:cubicBezTo>
                    <a:pt x="11313" y="7217"/>
                    <a:pt x="11313" y="7264"/>
                    <a:pt x="11360" y="7288"/>
                  </a:cubicBezTo>
                  <a:cubicBezTo>
                    <a:pt x="11408" y="7336"/>
                    <a:pt x="11464" y="7357"/>
                    <a:pt x="11515" y="7357"/>
                  </a:cubicBezTo>
                  <a:cubicBezTo>
                    <a:pt x="11591" y="7357"/>
                    <a:pt x="11656" y="7312"/>
                    <a:pt x="11670" y="7241"/>
                  </a:cubicBezTo>
                  <a:cubicBezTo>
                    <a:pt x="11765" y="6860"/>
                    <a:pt x="11836" y="6431"/>
                    <a:pt x="11836" y="6026"/>
                  </a:cubicBezTo>
                  <a:cubicBezTo>
                    <a:pt x="11836" y="5955"/>
                    <a:pt x="11789" y="5907"/>
                    <a:pt x="11765" y="5836"/>
                  </a:cubicBezTo>
                  <a:cubicBezTo>
                    <a:pt x="11717" y="5788"/>
                    <a:pt x="11646" y="5788"/>
                    <a:pt x="11598" y="5788"/>
                  </a:cubicBezTo>
                  <a:lnTo>
                    <a:pt x="10550" y="5788"/>
                  </a:lnTo>
                  <a:cubicBezTo>
                    <a:pt x="10431" y="5788"/>
                    <a:pt x="10312" y="5907"/>
                    <a:pt x="10312" y="6002"/>
                  </a:cubicBezTo>
                  <a:cubicBezTo>
                    <a:pt x="10312" y="7002"/>
                    <a:pt x="9955" y="7955"/>
                    <a:pt x="9360" y="8693"/>
                  </a:cubicBezTo>
                  <a:lnTo>
                    <a:pt x="8550" y="8122"/>
                  </a:lnTo>
                  <a:cubicBezTo>
                    <a:pt x="8511" y="8102"/>
                    <a:pt x="8463" y="8090"/>
                    <a:pt x="8414" y="8090"/>
                  </a:cubicBezTo>
                  <a:cubicBezTo>
                    <a:pt x="8345" y="8090"/>
                    <a:pt x="8272" y="8114"/>
                    <a:pt x="8217" y="8169"/>
                  </a:cubicBezTo>
                  <a:cubicBezTo>
                    <a:pt x="7669" y="8765"/>
                    <a:pt x="6883" y="9122"/>
                    <a:pt x="6073" y="9146"/>
                  </a:cubicBezTo>
                  <a:lnTo>
                    <a:pt x="6073" y="8169"/>
                  </a:lnTo>
                  <a:cubicBezTo>
                    <a:pt x="6073" y="8050"/>
                    <a:pt x="6002" y="7931"/>
                    <a:pt x="5835" y="7931"/>
                  </a:cubicBezTo>
                  <a:cubicBezTo>
                    <a:pt x="4930" y="7884"/>
                    <a:pt x="4144" y="7241"/>
                    <a:pt x="3978" y="6336"/>
                  </a:cubicBezTo>
                  <a:cubicBezTo>
                    <a:pt x="3936" y="6274"/>
                    <a:pt x="3877" y="6212"/>
                    <a:pt x="3800" y="6212"/>
                  </a:cubicBezTo>
                  <a:cubicBezTo>
                    <a:pt x="3788" y="6212"/>
                    <a:pt x="3776" y="6213"/>
                    <a:pt x="3763" y="6217"/>
                  </a:cubicBezTo>
                  <a:cubicBezTo>
                    <a:pt x="3668" y="6264"/>
                    <a:pt x="3620" y="6336"/>
                    <a:pt x="3644" y="6431"/>
                  </a:cubicBezTo>
                  <a:cubicBezTo>
                    <a:pt x="3859" y="7455"/>
                    <a:pt x="4716" y="8193"/>
                    <a:pt x="5764" y="8288"/>
                  </a:cubicBezTo>
                  <a:lnTo>
                    <a:pt x="5764" y="9146"/>
                  </a:lnTo>
                  <a:lnTo>
                    <a:pt x="5716" y="9146"/>
                  </a:lnTo>
                  <a:cubicBezTo>
                    <a:pt x="5407" y="9122"/>
                    <a:pt x="5049" y="9050"/>
                    <a:pt x="4740" y="8931"/>
                  </a:cubicBezTo>
                  <a:cubicBezTo>
                    <a:pt x="4049" y="8669"/>
                    <a:pt x="3501" y="8169"/>
                    <a:pt x="3144" y="7526"/>
                  </a:cubicBezTo>
                  <a:cubicBezTo>
                    <a:pt x="2858" y="7050"/>
                    <a:pt x="2715" y="6407"/>
                    <a:pt x="2715" y="5836"/>
                  </a:cubicBezTo>
                  <a:cubicBezTo>
                    <a:pt x="2739" y="5073"/>
                    <a:pt x="3073" y="4288"/>
                    <a:pt x="3620" y="3716"/>
                  </a:cubicBezTo>
                  <a:cubicBezTo>
                    <a:pt x="3763" y="3573"/>
                    <a:pt x="3882" y="3454"/>
                    <a:pt x="4049" y="3335"/>
                  </a:cubicBezTo>
                  <a:cubicBezTo>
                    <a:pt x="4144" y="3287"/>
                    <a:pt x="4263" y="3192"/>
                    <a:pt x="4383" y="3121"/>
                  </a:cubicBezTo>
                  <a:lnTo>
                    <a:pt x="4740" y="3930"/>
                  </a:lnTo>
                  <a:cubicBezTo>
                    <a:pt x="4144" y="4288"/>
                    <a:pt x="3692" y="4907"/>
                    <a:pt x="3620" y="5597"/>
                  </a:cubicBezTo>
                  <a:cubicBezTo>
                    <a:pt x="3620" y="5621"/>
                    <a:pt x="3620" y="5693"/>
                    <a:pt x="3644" y="5716"/>
                  </a:cubicBezTo>
                  <a:cubicBezTo>
                    <a:pt x="3689" y="5761"/>
                    <a:pt x="3741" y="5783"/>
                    <a:pt x="3788" y="5783"/>
                  </a:cubicBezTo>
                  <a:cubicBezTo>
                    <a:pt x="3865" y="5783"/>
                    <a:pt x="3930" y="5725"/>
                    <a:pt x="3930" y="5621"/>
                  </a:cubicBezTo>
                  <a:cubicBezTo>
                    <a:pt x="4025" y="5026"/>
                    <a:pt x="4406" y="4502"/>
                    <a:pt x="4978" y="4192"/>
                  </a:cubicBezTo>
                  <a:cubicBezTo>
                    <a:pt x="5097" y="4145"/>
                    <a:pt x="5121" y="4002"/>
                    <a:pt x="5097" y="3883"/>
                  </a:cubicBezTo>
                  <a:lnTo>
                    <a:pt x="4716" y="2978"/>
                  </a:lnTo>
                  <a:cubicBezTo>
                    <a:pt x="5073" y="2835"/>
                    <a:pt x="5454" y="2740"/>
                    <a:pt x="5883" y="2740"/>
                  </a:cubicBezTo>
                  <a:cubicBezTo>
                    <a:pt x="6002" y="2740"/>
                    <a:pt x="6121" y="2621"/>
                    <a:pt x="6121" y="2502"/>
                  </a:cubicBezTo>
                  <a:lnTo>
                    <a:pt x="6121" y="239"/>
                  </a:lnTo>
                  <a:lnTo>
                    <a:pt x="6121" y="192"/>
                  </a:lnTo>
                  <a:cubicBezTo>
                    <a:pt x="6073" y="72"/>
                    <a:pt x="6002" y="1"/>
                    <a:pt x="5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98"/>
            <p:cNvSpPr/>
            <p:nvPr/>
          </p:nvSpPr>
          <p:spPr>
            <a:xfrm>
              <a:off x="5745038" y="1999615"/>
              <a:ext cx="41204" cy="63238"/>
            </a:xfrm>
            <a:custGeom>
              <a:rect b="b" l="l" r="r" t="t"/>
              <a:pathLst>
                <a:path extrusionOk="0" h="2121" w="1382">
                  <a:moveTo>
                    <a:pt x="215" y="1"/>
                  </a:moveTo>
                  <a:cubicBezTo>
                    <a:pt x="96" y="1"/>
                    <a:pt x="1" y="120"/>
                    <a:pt x="48" y="239"/>
                  </a:cubicBezTo>
                  <a:cubicBezTo>
                    <a:pt x="72" y="287"/>
                    <a:pt x="120" y="358"/>
                    <a:pt x="215" y="358"/>
                  </a:cubicBezTo>
                  <a:lnTo>
                    <a:pt x="906" y="358"/>
                  </a:lnTo>
                  <a:lnTo>
                    <a:pt x="239" y="1858"/>
                  </a:lnTo>
                  <a:cubicBezTo>
                    <a:pt x="215" y="1954"/>
                    <a:pt x="239" y="2025"/>
                    <a:pt x="310" y="2073"/>
                  </a:cubicBezTo>
                  <a:cubicBezTo>
                    <a:pt x="334" y="2120"/>
                    <a:pt x="405" y="2120"/>
                    <a:pt x="429" y="2120"/>
                  </a:cubicBezTo>
                  <a:cubicBezTo>
                    <a:pt x="477" y="2120"/>
                    <a:pt x="548" y="2049"/>
                    <a:pt x="572" y="2025"/>
                  </a:cubicBezTo>
                  <a:lnTo>
                    <a:pt x="1358" y="263"/>
                  </a:lnTo>
                  <a:cubicBezTo>
                    <a:pt x="1382" y="167"/>
                    <a:pt x="1358" y="96"/>
                    <a:pt x="1263" y="25"/>
                  </a:cubicBezTo>
                  <a:cubicBezTo>
                    <a:pt x="1239" y="1"/>
                    <a:pt x="1191"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98"/>
            <p:cNvSpPr/>
            <p:nvPr/>
          </p:nvSpPr>
          <p:spPr>
            <a:xfrm>
              <a:off x="5786928" y="1997498"/>
              <a:ext cx="42635" cy="66070"/>
            </a:xfrm>
            <a:custGeom>
              <a:rect b="b" l="l" r="r" t="t"/>
              <a:pathLst>
                <a:path extrusionOk="0" h="2216" w="1430">
                  <a:moveTo>
                    <a:pt x="382" y="0"/>
                  </a:moveTo>
                  <a:cubicBezTo>
                    <a:pt x="358" y="0"/>
                    <a:pt x="334" y="24"/>
                    <a:pt x="334" y="72"/>
                  </a:cubicBezTo>
                  <a:lnTo>
                    <a:pt x="167" y="1001"/>
                  </a:lnTo>
                  <a:lnTo>
                    <a:pt x="167" y="1024"/>
                  </a:lnTo>
                  <a:cubicBezTo>
                    <a:pt x="202" y="1129"/>
                    <a:pt x="288" y="1195"/>
                    <a:pt x="369" y="1195"/>
                  </a:cubicBezTo>
                  <a:cubicBezTo>
                    <a:pt x="399" y="1195"/>
                    <a:pt x="428" y="1186"/>
                    <a:pt x="453" y="1167"/>
                  </a:cubicBezTo>
                  <a:cubicBezTo>
                    <a:pt x="525" y="1143"/>
                    <a:pt x="596" y="1096"/>
                    <a:pt x="763" y="1096"/>
                  </a:cubicBezTo>
                  <a:lnTo>
                    <a:pt x="810" y="1096"/>
                  </a:lnTo>
                  <a:cubicBezTo>
                    <a:pt x="977" y="1167"/>
                    <a:pt x="1072" y="1334"/>
                    <a:pt x="1072" y="1501"/>
                  </a:cubicBezTo>
                  <a:cubicBezTo>
                    <a:pt x="1072" y="1691"/>
                    <a:pt x="882" y="1858"/>
                    <a:pt x="715" y="1858"/>
                  </a:cubicBezTo>
                  <a:cubicBezTo>
                    <a:pt x="525" y="1858"/>
                    <a:pt x="382" y="1739"/>
                    <a:pt x="358" y="1548"/>
                  </a:cubicBezTo>
                  <a:lnTo>
                    <a:pt x="358" y="1501"/>
                  </a:lnTo>
                  <a:cubicBezTo>
                    <a:pt x="358" y="1391"/>
                    <a:pt x="275" y="1301"/>
                    <a:pt x="177" y="1301"/>
                  </a:cubicBezTo>
                  <a:cubicBezTo>
                    <a:pt x="127" y="1301"/>
                    <a:pt x="73" y="1325"/>
                    <a:pt x="24" y="1382"/>
                  </a:cubicBezTo>
                  <a:cubicBezTo>
                    <a:pt x="1" y="1382"/>
                    <a:pt x="1" y="1405"/>
                    <a:pt x="1" y="1405"/>
                  </a:cubicBezTo>
                  <a:lnTo>
                    <a:pt x="1" y="1596"/>
                  </a:lnTo>
                  <a:cubicBezTo>
                    <a:pt x="72" y="1953"/>
                    <a:pt x="358" y="2215"/>
                    <a:pt x="715" y="2215"/>
                  </a:cubicBezTo>
                  <a:cubicBezTo>
                    <a:pt x="1096" y="2215"/>
                    <a:pt x="1406" y="1905"/>
                    <a:pt x="1406" y="1477"/>
                  </a:cubicBezTo>
                  <a:cubicBezTo>
                    <a:pt x="1430" y="1143"/>
                    <a:pt x="1263" y="834"/>
                    <a:pt x="882" y="715"/>
                  </a:cubicBezTo>
                  <a:lnTo>
                    <a:pt x="572" y="715"/>
                  </a:lnTo>
                  <a:lnTo>
                    <a:pt x="620" y="358"/>
                  </a:lnTo>
                  <a:lnTo>
                    <a:pt x="1120" y="358"/>
                  </a:lnTo>
                  <a:cubicBezTo>
                    <a:pt x="1239" y="358"/>
                    <a:pt x="1358" y="191"/>
                    <a:pt x="1215" y="24"/>
                  </a:cubicBezTo>
                  <a:cubicBezTo>
                    <a:pt x="1215" y="0"/>
                    <a:pt x="1215"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98"/>
            <p:cNvSpPr/>
            <p:nvPr/>
          </p:nvSpPr>
          <p:spPr>
            <a:xfrm>
              <a:off x="5848706" y="1995829"/>
              <a:ext cx="37656" cy="71973"/>
            </a:xfrm>
            <a:custGeom>
              <a:rect b="b" l="l" r="r" t="t"/>
              <a:pathLst>
                <a:path extrusionOk="0" h="2414" w="1263">
                  <a:moveTo>
                    <a:pt x="1074" y="0"/>
                  </a:moveTo>
                  <a:cubicBezTo>
                    <a:pt x="997" y="0"/>
                    <a:pt x="924" y="31"/>
                    <a:pt x="905" y="104"/>
                  </a:cubicBezTo>
                  <a:lnTo>
                    <a:pt x="48" y="2176"/>
                  </a:lnTo>
                  <a:cubicBezTo>
                    <a:pt x="1" y="2271"/>
                    <a:pt x="48" y="2390"/>
                    <a:pt x="143" y="2414"/>
                  </a:cubicBezTo>
                  <a:lnTo>
                    <a:pt x="191" y="2414"/>
                  </a:lnTo>
                  <a:cubicBezTo>
                    <a:pt x="263" y="2414"/>
                    <a:pt x="334" y="2390"/>
                    <a:pt x="382" y="2319"/>
                  </a:cubicBezTo>
                  <a:lnTo>
                    <a:pt x="1239" y="247"/>
                  </a:lnTo>
                  <a:cubicBezTo>
                    <a:pt x="1263" y="152"/>
                    <a:pt x="1239" y="33"/>
                    <a:pt x="1144" y="9"/>
                  </a:cubicBezTo>
                  <a:cubicBezTo>
                    <a:pt x="1121" y="3"/>
                    <a:pt x="1097"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98"/>
            <p:cNvSpPr/>
            <p:nvPr/>
          </p:nvSpPr>
          <p:spPr>
            <a:xfrm>
              <a:off x="5838777" y="1999615"/>
              <a:ext cx="15653" cy="15653"/>
            </a:xfrm>
            <a:custGeom>
              <a:rect b="b" l="l" r="r" t="t"/>
              <a:pathLst>
                <a:path extrusionOk="0" h="525" w="525">
                  <a:moveTo>
                    <a:pt x="262" y="1"/>
                  </a:moveTo>
                  <a:cubicBezTo>
                    <a:pt x="119" y="1"/>
                    <a:pt x="0" y="120"/>
                    <a:pt x="0" y="263"/>
                  </a:cubicBezTo>
                  <a:cubicBezTo>
                    <a:pt x="0" y="406"/>
                    <a:pt x="119" y="525"/>
                    <a:pt x="262" y="525"/>
                  </a:cubicBezTo>
                  <a:cubicBezTo>
                    <a:pt x="405" y="525"/>
                    <a:pt x="524" y="406"/>
                    <a:pt x="524" y="263"/>
                  </a:cubicBezTo>
                  <a:cubicBezTo>
                    <a:pt x="524" y="120"/>
                    <a:pt x="405"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98"/>
            <p:cNvSpPr/>
            <p:nvPr/>
          </p:nvSpPr>
          <p:spPr>
            <a:xfrm>
              <a:off x="5879952" y="2048602"/>
              <a:ext cx="16368" cy="15653"/>
            </a:xfrm>
            <a:custGeom>
              <a:rect b="b" l="l" r="r" t="t"/>
              <a:pathLst>
                <a:path extrusionOk="0" h="525" w="549">
                  <a:moveTo>
                    <a:pt x="262" y="1"/>
                  </a:moveTo>
                  <a:cubicBezTo>
                    <a:pt x="119" y="1"/>
                    <a:pt x="0" y="120"/>
                    <a:pt x="0" y="263"/>
                  </a:cubicBezTo>
                  <a:cubicBezTo>
                    <a:pt x="0" y="406"/>
                    <a:pt x="119" y="525"/>
                    <a:pt x="262" y="525"/>
                  </a:cubicBezTo>
                  <a:cubicBezTo>
                    <a:pt x="429" y="525"/>
                    <a:pt x="548" y="406"/>
                    <a:pt x="548" y="263"/>
                  </a:cubicBezTo>
                  <a:cubicBezTo>
                    <a:pt x="548" y="120"/>
                    <a:pt x="42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1" name="Google Shape;22291;p98"/>
          <p:cNvGrpSpPr/>
          <p:nvPr/>
        </p:nvGrpSpPr>
        <p:grpSpPr>
          <a:xfrm>
            <a:off x="6271182" y="1769814"/>
            <a:ext cx="355037" cy="353636"/>
            <a:chOff x="6156877" y="1922214"/>
            <a:chExt cx="355037" cy="353636"/>
          </a:xfrm>
        </p:grpSpPr>
        <p:sp>
          <p:nvSpPr>
            <p:cNvPr id="22292" name="Google Shape;22292;p98"/>
            <p:cNvSpPr/>
            <p:nvPr/>
          </p:nvSpPr>
          <p:spPr>
            <a:xfrm>
              <a:off x="6222888" y="1986139"/>
              <a:ext cx="225103" cy="225103"/>
            </a:xfrm>
            <a:custGeom>
              <a:rect b="b" l="l" r="r" t="t"/>
              <a:pathLst>
                <a:path extrusionOk="0" h="7550" w="7550">
                  <a:moveTo>
                    <a:pt x="3787" y="0"/>
                  </a:moveTo>
                  <a:cubicBezTo>
                    <a:pt x="1692" y="0"/>
                    <a:pt x="1" y="1691"/>
                    <a:pt x="1" y="3787"/>
                  </a:cubicBezTo>
                  <a:cubicBezTo>
                    <a:pt x="1" y="5859"/>
                    <a:pt x="1692" y="7549"/>
                    <a:pt x="3787" y="7549"/>
                  </a:cubicBezTo>
                  <a:cubicBezTo>
                    <a:pt x="5859" y="7549"/>
                    <a:pt x="7550" y="5859"/>
                    <a:pt x="7550" y="3787"/>
                  </a:cubicBezTo>
                  <a:cubicBezTo>
                    <a:pt x="7550" y="1691"/>
                    <a:pt x="5859" y="0"/>
                    <a:pt x="3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98"/>
            <p:cNvSpPr/>
            <p:nvPr/>
          </p:nvSpPr>
          <p:spPr>
            <a:xfrm>
              <a:off x="6259829" y="2006711"/>
              <a:ext cx="198121" cy="205008"/>
            </a:xfrm>
            <a:custGeom>
              <a:rect b="b" l="l" r="r" t="t"/>
              <a:pathLst>
                <a:path extrusionOk="0" h="6876" w="6645">
                  <a:moveTo>
                    <a:pt x="4644" y="1"/>
                  </a:moveTo>
                  <a:cubicBezTo>
                    <a:pt x="4668" y="49"/>
                    <a:pt x="4739" y="96"/>
                    <a:pt x="4811" y="144"/>
                  </a:cubicBezTo>
                  <a:cubicBezTo>
                    <a:pt x="6263" y="1596"/>
                    <a:pt x="6263" y="4026"/>
                    <a:pt x="4811" y="5478"/>
                  </a:cubicBezTo>
                  <a:cubicBezTo>
                    <a:pt x="4071" y="6218"/>
                    <a:pt x="3104" y="6585"/>
                    <a:pt x="2137" y="6585"/>
                  </a:cubicBezTo>
                  <a:cubicBezTo>
                    <a:pt x="1390" y="6585"/>
                    <a:pt x="643" y="6366"/>
                    <a:pt x="0" y="5931"/>
                  </a:cubicBezTo>
                  <a:lnTo>
                    <a:pt x="0" y="5931"/>
                  </a:lnTo>
                  <a:cubicBezTo>
                    <a:pt x="721" y="6560"/>
                    <a:pt x="1618" y="6876"/>
                    <a:pt x="2513" y="6876"/>
                  </a:cubicBezTo>
                  <a:cubicBezTo>
                    <a:pt x="3482" y="6876"/>
                    <a:pt x="4449" y="6506"/>
                    <a:pt x="5192" y="5764"/>
                  </a:cubicBezTo>
                  <a:cubicBezTo>
                    <a:pt x="6644" y="4287"/>
                    <a:pt x="6644" y="1906"/>
                    <a:pt x="5192" y="453"/>
                  </a:cubicBezTo>
                  <a:cubicBezTo>
                    <a:pt x="5001" y="263"/>
                    <a:pt x="4834" y="120"/>
                    <a:pt x="464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98"/>
            <p:cNvSpPr/>
            <p:nvPr/>
          </p:nvSpPr>
          <p:spPr>
            <a:xfrm>
              <a:off x="6163258" y="1943175"/>
              <a:ext cx="343678" cy="312431"/>
            </a:xfrm>
            <a:custGeom>
              <a:rect b="b" l="l" r="r" t="t"/>
              <a:pathLst>
                <a:path extrusionOk="0" h="10479" w="11527">
                  <a:moveTo>
                    <a:pt x="5763" y="1477"/>
                  </a:moveTo>
                  <a:cubicBezTo>
                    <a:pt x="6734" y="1477"/>
                    <a:pt x="7704" y="1846"/>
                    <a:pt x="8431" y="2584"/>
                  </a:cubicBezTo>
                  <a:cubicBezTo>
                    <a:pt x="9883" y="4037"/>
                    <a:pt x="9883" y="6418"/>
                    <a:pt x="8431" y="7895"/>
                  </a:cubicBezTo>
                  <a:cubicBezTo>
                    <a:pt x="7704" y="8633"/>
                    <a:pt x="6734" y="9002"/>
                    <a:pt x="5763" y="9002"/>
                  </a:cubicBezTo>
                  <a:cubicBezTo>
                    <a:pt x="4793" y="9002"/>
                    <a:pt x="3823" y="8633"/>
                    <a:pt x="3096" y="7895"/>
                  </a:cubicBezTo>
                  <a:cubicBezTo>
                    <a:pt x="1644" y="6442"/>
                    <a:pt x="1644" y="4037"/>
                    <a:pt x="3096" y="2584"/>
                  </a:cubicBezTo>
                  <a:cubicBezTo>
                    <a:pt x="3823" y="1846"/>
                    <a:pt x="4793" y="1477"/>
                    <a:pt x="5763" y="1477"/>
                  </a:cubicBezTo>
                  <a:close/>
                  <a:moveTo>
                    <a:pt x="5746" y="1"/>
                  </a:moveTo>
                  <a:cubicBezTo>
                    <a:pt x="4400" y="1"/>
                    <a:pt x="3061" y="513"/>
                    <a:pt x="2048" y="1537"/>
                  </a:cubicBezTo>
                  <a:cubicBezTo>
                    <a:pt x="0" y="3585"/>
                    <a:pt x="0" y="6919"/>
                    <a:pt x="2048" y="8943"/>
                  </a:cubicBezTo>
                  <a:cubicBezTo>
                    <a:pt x="3084" y="9967"/>
                    <a:pt x="4436" y="10479"/>
                    <a:pt x="5781" y="10479"/>
                  </a:cubicBezTo>
                  <a:cubicBezTo>
                    <a:pt x="7127" y="10479"/>
                    <a:pt x="8466" y="9967"/>
                    <a:pt x="9479" y="8943"/>
                  </a:cubicBezTo>
                  <a:cubicBezTo>
                    <a:pt x="11527" y="6895"/>
                    <a:pt x="11527" y="3561"/>
                    <a:pt x="9479" y="1537"/>
                  </a:cubicBezTo>
                  <a:cubicBezTo>
                    <a:pt x="8443" y="513"/>
                    <a:pt x="7091" y="1"/>
                    <a:pt x="574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98"/>
            <p:cNvSpPr/>
            <p:nvPr/>
          </p:nvSpPr>
          <p:spPr>
            <a:xfrm>
              <a:off x="6298858" y="1944248"/>
              <a:ext cx="208079" cy="311626"/>
            </a:xfrm>
            <a:custGeom>
              <a:rect b="b" l="l" r="r" t="t"/>
              <a:pathLst>
                <a:path extrusionOk="0" h="10452" w="6979">
                  <a:moveTo>
                    <a:pt x="1954" y="0"/>
                  </a:moveTo>
                  <a:lnTo>
                    <a:pt x="1954" y="0"/>
                  </a:lnTo>
                  <a:cubicBezTo>
                    <a:pt x="2859" y="215"/>
                    <a:pt x="3740" y="691"/>
                    <a:pt x="4454" y="1405"/>
                  </a:cubicBezTo>
                  <a:cubicBezTo>
                    <a:pt x="6502" y="3453"/>
                    <a:pt x="6502" y="6787"/>
                    <a:pt x="4454" y="8812"/>
                  </a:cubicBezTo>
                  <a:cubicBezTo>
                    <a:pt x="3407" y="9859"/>
                    <a:pt x="2086" y="10361"/>
                    <a:pt x="738" y="10361"/>
                  </a:cubicBezTo>
                  <a:cubicBezTo>
                    <a:pt x="493" y="10361"/>
                    <a:pt x="247" y="10345"/>
                    <a:pt x="1" y="10312"/>
                  </a:cubicBezTo>
                  <a:lnTo>
                    <a:pt x="1" y="10312"/>
                  </a:lnTo>
                  <a:cubicBezTo>
                    <a:pt x="402" y="10405"/>
                    <a:pt x="810" y="10452"/>
                    <a:pt x="1217" y="10452"/>
                  </a:cubicBezTo>
                  <a:cubicBezTo>
                    <a:pt x="2577" y="10452"/>
                    <a:pt x="3928" y="9933"/>
                    <a:pt x="4954" y="8907"/>
                  </a:cubicBezTo>
                  <a:cubicBezTo>
                    <a:pt x="6979" y="6859"/>
                    <a:pt x="6979" y="3525"/>
                    <a:pt x="4931" y="1501"/>
                  </a:cubicBezTo>
                  <a:cubicBezTo>
                    <a:pt x="4097" y="667"/>
                    <a:pt x="3049" y="167"/>
                    <a:pt x="1954"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98"/>
            <p:cNvSpPr/>
            <p:nvPr/>
          </p:nvSpPr>
          <p:spPr>
            <a:xfrm>
              <a:off x="6224319" y="1988971"/>
              <a:ext cx="282616" cy="266636"/>
            </a:xfrm>
            <a:custGeom>
              <a:rect b="b" l="l" r="r" t="t"/>
              <a:pathLst>
                <a:path extrusionOk="0" h="8943" w="9479">
                  <a:moveTo>
                    <a:pt x="7431" y="1"/>
                  </a:moveTo>
                  <a:lnTo>
                    <a:pt x="6383" y="1048"/>
                  </a:lnTo>
                  <a:cubicBezTo>
                    <a:pt x="7835" y="2501"/>
                    <a:pt x="7835" y="4906"/>
                    <a:pt x="6383" y="6359"/>
                  </a:cubicBezTo>
                  <a:cubicBezTo>
                    <a:pt x="5656" y="7097"/>
                    <a:pt x="4686" y="7466"/>
                    <a:pt x="3715" y="7466"/>
                  </a:cubicBezTo>
                  <a:cubicBezTo>
                    <a:pt x="2745" y="7466"/>
                    <a:pt x="1775" y="7097"/>
                    <a:pt x="1048" y="6359"/>
                  </a:cubicBezTo>
                  <a:lnTo>
                    <a:pt x="0" y="7407"/>
                  </a:lnTo>
                  <a:cubicBezTo>
                    <a:pt x="1013" y="8431"/>
                    <a:pt x="2352" y="8943"/>
                    <a:pt x="3698" y="8943"/>
                  </a:cubicBezTo>
                  <a:cubicBezTo>
                    <a:pt x="5043" y="8943"/>
                    <a:pt x="6395" y="8431"/>
                    <a:pt x="7431" y="7407"/>
                  </a:cubicBezTo>
                  <a:cubicBezTo>
                    <a:pt x="9479" y="5383"/>
                    <a:pt x="9479" y="2049"/>
                    <a:pt x="743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98"/>
            <p:cNvSpPr/>
            <p:nvPr/>
          </p:nvSpPr>
          <p:spPr>
            <a:xfrm>
              <a:off x="6298858" y="1988971"/>
              <a:ext cx="208079" cy="267023"/>
            </a:xfrm>
            <a:custGeom>
              <a:rect b="b" l="l" r="r" t="t"/>
              <a:pathLst>
                <a:path extrusionOk="0" h="8956" w="6979">
                  <a:moveTo>
                    <a:pt x="1" y="8812"/>
                  </a:moveTo>
                  <a:cubicBezTo>
                    <a:pt x="3" y="8812"/>
                    <a:pt x="5" y="8812"/>
                    <a:pt x="7" y="8813"/>
                  </a:cubicBezTo>
                  <a:lnTo>
                    <a:pt x="7" y="8813"/>
                  </a:lnTo>
                  <a:cubicBezTo>
                    <a:pt x="4" y="8812"/>
                    <a:pt x="2" y="8812"/>
                    <a:pt x="1" y="8812"/>
                  </a:cubicBezTo>
                  <a:close/>
                  <a:moveTo>
                    <a:pt x="4931" y="1"/>
                  </a:moveTo>
                  <a:lnTo>
                    <a:pt x="4716" y="215"/>
                  </a:lnTo>
                  <a:cubicBezTo>
                    <a:pt x="6502" y="2263"/>
                    <a:pt x="6383" y="5383"/>
                    <a:pt x="4454" y="7312"/>
                  </a:cubicBezTo>
                  <a:cubicBezTo>
                    <a:pt x="3407" y="8359"/>
                    <a:pt x="2086" y="8861"/>
                    <a:pt x="738" y="8861"/>
                  </a:cubicBezTo>
                  <a:cubicBezTo>
                    <a:pt x="495" y="8861"/>
                    <a:pt x="251" y="8845"/>
                    <a:pt x="7" y="8813"/>
                  </a:cubicBezTo>
                  <a:lnTo>
                    <a:pt x="7" y="8813"/>
                  </a:lnTo>
                  <a:cubicBezTo>
                    <a:pt x="75" y="8825"/>
                    <a:pt x="600" y="8955"/>
                    <a:pt x="1168" y="8955"/>
                  </a:cubicBezTo>
                  <a:cubicBezTo>
                    <a:pt x="1198" y="8955"/>
                    <a:pt x="1228" y="8956"/>
                    <a:pt x="1258" y="8956"/>
                  </a:cubicBezTo>
                  <a:cubicBezTo>
                    <a:pt x="2608" y="8956"/>
                    <a:pt x="3929" y="8432"/>
                    <a:pt x="4954" y="7407"/>
                  </a:cubicBezTo>
                  <a:cubicBezTo>
                    <a:pt x="6979" y="5359"/>
                    <a:pt x="6979" y="2025"/>
                    <a:pt x="493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98"/>
            <p:cNvSpPr/>
            <p:nvPr/>
          </p:nvSpPr>
          <p:spPr>
            <a:xfrm>
              <a:off x="6163258" y="1927909"/>
              <a:ext cx="172569" cy="171854"/>
            </a:xfrm>
            <a:custGeom>
              <a:rect b="b" l="l" r="r" t="t"/>
              <a:pathLst>
                <a:path extrusionOk="0" h="5764" w="5788">
                  <a:moveTo>
                    <a:pt x="5787" y="1"/>
                  </a:moveTo>
                  <a:cubicBezTo>
                    <a:pt x="2596" y="1"/>
                    <a:pt x="0" y="2549"/>
                    <a:pt x="0" y="5764"/>
                  </a:cubicBezTo>
                  <a:lnTo>
                    <a:pt x="2691" y="5764"/>
                  </a:lnTo>
                  <a:lnTo>
                    <a:pt x="2691" y="5740"/>
                  </a:lnTo>
                  <a:cubicBezTo>
                    <a:pt x="2691" y="4025"/>
                    <a:pt x="4049" y="2668"/>
                    <a:pt x="5787" y="2668"/>
                  </a:cubicBezTo>
                  <a:lnTo>
                    <a:pt x="5787"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98"/>
            <p:cNvSpPr/>
            <p:nvPr/>
          </p:nvSpPr>
          <p:spPr>
            <a:xfrm>
              <a:off x="6163973" y="2099019"/>
              <a:ext cx="171854" cy="171168"/>
            </a:xfrm>
            <a:custGeom>
              <a:rect b="b" l="l" r="r" t="t"/>
              <a:pathLst>
                <a:path extrusionOk="0" h="5741" w="5764">
                  <a:moveTo>
                    <a:pt x="0" y="1"/>
                  </a:moveTo>
                  <a:cubicBezTo>
                    <a:pt x="0" y="3144"/>
                    <a:pt x="2548" y="5716"/>
                    <a:pt x="5692" y="5740"/>
                  </a:cubicBezTo>
                  <a:cubicBezTo>
                    <a:pt x="5716" y="5740"/>
                    <a:pt x="5763" y="5716"/>
                    <a:pt x="5763" y="5692"/>
                  </a:cubicBezTo>
                  <a:lnTo>
                    <a:pt x="5763" y="3144"/>
                  </a:lnTo>
                  <a:cubicBezTo>
                    <a:pt x="5763" y="3120"/>
                    <a:pt x="5716" y="3097"/>
                    <a:pt x="5692" y="3073"/>
                  </a:cubicBezTo>
                  <a:cubicBezTo>
                    <a:pt x="4025" y="3025"/>
                    <a:pt x="2691" y="1668"/>
                    <a:pt x="26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98"/>
            <p:cNvSpPr/>
            <p:nvPr/>
          </p:nvSpPr>
          <p:spPr>
            <a:xfrm>
              <a:off x="6168922" y="2138793"/>
              <a:ext cx="166904" cy="131395"/>
            </a:xfrm>
            <a:custGeom>
              <a:rect b="b" l="l" r="r" t="t"/>
              <a:pathLst>
                <a:path extrusionOk="0" h="4407" w="5598">
                  <a:moveTo>
                    <a:pt x="1" y="0"/>
                  </a:moveTo>
                  <a:lnTo>
                    <a:pt x="1" y="0"/>
                  </a:lnTo>
                  <a:cubicBezTo>
                    <a:pt x="596" y="2501"/>
                    <a:pt x="2859" y="4382"/>
                    <a:pt x="5526" y="4406"/>
                  </a:cubicBezTo>
                  <a:cubicBezTo>
                    <a:pt x="5550" y="4406"/>
                    <a:pt x="5597" y="4382"/>
                    <a:pt x="5597" y="4358"/>
                  </a:cubicBezTo>
                  <a:lnTo>
                    <a:pt x="5597" y="4001"/>
                  </a:lnTo>
                  <a:cubicBezTo>
                    <a:pt x="3025" y="3930"/>
                    <a:pt x="858" y="2287"/>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98"/>
            <p:cNvSpPr/>
            <p:nvPr/>
          </p:nvSpPr>
          <p:spPr>
            <a:xfrm>
              <a:off x="6336514" y="1927194"/>
              <a:ext cx="171138" cy="171854"/>
            </a:xfrm>
            <a:custGeom>
              <a:rect b="b" l="l" r="r" t="t"/>
              <a:pathLst>
                <a:path extrusionOk="0" h="5764" w="5740">
                  <a:moveTo>
                    <a:pt x="0" y="1"/>
                  </a:moveTo>
                  <a:lnTo>
                    <a:pt x="0" y="2692"/>
                  </a:lnTo>
                  <a:cubicBezTo>
                    <a:pt x="1667" y="2692"/>
                    <a:pt x="3025" y="4025"/>
                    <a:pt x="3072" y="5692"/>
                  </a:cubicBezTo>
                  <a:cubicBezTo>
                    <a:pt x="3072" y="5740"/>
                    <a:pt x="3096" y="5764"/>
                    <a:pt x="3120" y="5764"/>
                  </a:cubicBezTo>
                  <a:lnTo>
                    <a:pt x="5644" y="5764"/>
                  </a:lnTo>
                  <a:cubicBezTo>
                    <a:pt x="5692" y="5764"/>
                    <a:pt x="5716" y="5740"/>
                    <a:pt x="5739" y="5692"/>
                  </a:cubicBezTo>
                  <a:cubicBezTo>
                    <a:pt x="5716" y="2573"/>
                    <a:pt x="3144"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98"/>
            <p:cNvSpPr/>
            <p:nvPr/>
          </p:nvSpPr>
          <p:spPr>
            <a:xfrm>
              <a:off x="6357087" y="1928625"/>
              <a:ext cx="149850" cy="170423"/>
            </a:xfrm>
            <a:custGeom>
              <a:rect b="b" l="l" r="r" t="t"/>
              <a:pathLst>
                <a:path extrusionOk="0" h="5716" w="5026">
                  <a:moveTo>
                    <a:pt x="1" y="0"/>
                  </a:moveTo>
                  <a:cubicBezTo>
                    <a:pt x="2549" y="691"/>
                    <a:pt x="4454" y="2977"/>
                    <a:pt x="4525" y="5716"/>
                  </a:cubicBezTo>
                  <a:lnTo>
                    <a:pt x="4954" y="5716"/>
                  </a:lnTo>
                  <a:cubicBezTo>
                    <a:pt x="5002" y="5716"/>
                    <a:pt x="5026" y="5692"/>
                    <a:pt x="5026" y="5644"/>
                  </a:cubicBezTo>
                  <a:cubicBezTo>
                    <a:pt x="5002" y="2763"/>
                    <a:pt x="2811" y="381"/>
                    <a:pt x="1"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98"/>
            <p:cNvSpPr/>
            <p:nvPr/>
          </p:nvSpPr>
          <p:spPr>
            <a:xfrm>
              <a:off x="6276854" y="2074183"/>
              <a:ext cx="103697" cy="10674"/>
            </a:xfrm>
            <a:custGeom>
              <a:rect b="b" l="l" r="r" t="t"/>
              <a:pathLst>
                <a:path extrusionOk="0" h="358" w="3478">
                  <a:moveTo>
                    <a:pt x="215" y="0"/>
                  </a:moveTo>
                  <a:cubicBezTo>
                    <a:pt x="120" y="0"/>
                    <a:pt x="72" y="48"/>
                    <a:pt x="24" y="143"/>
                  </a:cubicBezTo>
                  <a:cubicBezTo>
                    <a:pt x="1" y="262"/>
                    <a:pt x="96" y="357"/>
                    <a:pt x="215" y="357"/>
                  </a:cubicBezTo>
                  <a:lnTo>
                    <a:pt x="3287" y="357"/>
                  </a:lnTo>
                  <a:cubicBezTo>
                    <a:pt x="3359" y="357"/>
                    <a:pt x="3430" y="286"/>
                    <a:pt x="3454" y="215"/>
                  </a:cubicBezTo>
                  <a:cubicBezTo>
                    <a:pt x="3478" y="96"/>
                    <a:pt x="3382" y="0"/>
                    <a:pt x="3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98"/>
            <p:cNvSpPr/>
            <p:nvPr/>
          </p:nvSpPr>
          <p:spPr>
            <a:xfrm>
              <a:off x="6276854" y="2100451"/>
              <a:ext cx="103697" cy="10674"/>
            </a:xfrm>
            <a:custGeom>
              <a:rect b="b" l="l" r="r" t="t"/>
              <a:pathLst>
                <a:path extrusionOk="0" h="358" w="3478">
                  <a:moveTo>
                    <a:pt x="215" y="0"/>
                  </a:moveTo>
                  <a:cubicBezTo>
                    <a:pt x="120" y="0"/>
                    <a:pt x="72" y="72"/>
                    <a:pt x="24" y="167"/>
                  </a:cubicBezTo>
                  <a:cubicBezTo>
                    <a:pt x="1" y="286"/>
                    <a:pt x="96" y="358"/>
                    <a:pt x="215" y="358"/>
                  </a:cubicBezTo>
                  <a:lnTo>
                    <a:pt x="3287" y="358"/>
                  </a:lnTo>
                  <a:cubicBezTo>
                    <a:pt x="3406" y="358"/>
                    <a:pt x="3478" y="286"/>
                    <a:pt x="3454" y="167"/>
                  </a:cubicBezTo>
                  <a:cubicBezTo>
                    <a:pt x="3430" y="72"/>
                    <a:pt x="3335" y="0"/>
                    <a:pt x="3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98"/>
            <p:cNvSpPr/>
            <p:nvPr/>
          </p:nvSpPr>
          <p:spPr>
            <a:xfrm>
              <a:off x="6300289" y="2126718"/>
              <a:ext cx="58259" cy="10674"/>
            </a:xfrm>
            <a:custGeom>
              <a:rect b="b" l="l" r="r" t="t"/>
              <a:pathLst>
                <a:path extrusionOk="0" h="358" w="1954">
                  <a:moveTo>
                    <a:pt x="191" y="1"/>
                  </a:moveTo>
                  <a:cubicBezTo>
                    <a:pt x="120" y="1"/>
                    <a:pt x="48" y="48"/>
                    <a:pt x="24" y="143"/>
                  </a:cubicBezTo>
                  <a:cubicBezTo>
                    <a:pt x="1" y="262"/>
                    <a:pt x="72" y="358"/>
                    <a:pt x="191" y="358"/>
                  </a:cubicBezTo>
                  <a:lnTo>
                    <a:pt x="1739" y="358"/>
                  </a:lnTo>
                  <a:cubicBezTo>
                    <a:pt x="1858" y="358"/>
                    <a:pt x="1953" y="262"/>
                    <a:pt x="1930" y="143"/>
                  </a:cubicBezTo>
                  <a:cubicBezTo>
                    <a:pt x="1858" y="48"/>
                    <a:pt x="1810" y="1"/>
                    <a:pt x="1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98"/>
            <p:cNvSpPr/>
            <p:nvPr/>
          </p:nvSpPr>
          <p:spPr>
            <a:xfrm>
              <a:off x="6156877" y="1922214"/>
              <a:ext cx="355037" cy="353636"/>
            </a:xfrm>
            <a:custGeom>
              <a:rect b="b" l="l" r="r" t="t"/>
              <a:pathLst>
                <a:path extrusionOk="0" h="11861" w="11908">
                  <a:moveTo>
                    <a:pt x="5811" y="334"/>
                  </a:moveTo>
                  <a:lnTo>
                    <a:pt x="5811" y="2692"/>
                  </a:lnTo>
                  <a:cubicBezTo>
                    <a:pt x="4144" y="2763"/>
                    <a:pt x="2834" y="4121"/>
                    <a:pt x="2739" y="5740"/>
                  </a:cubicBezTo>
                  <a:lnTo>
                    <a:pt x="405" y="5740"/>
                  </a:lnTo>
                  <a:cubicBezTo>
                    <a:pt x="429" y="4311"/>
                    <a:pt x="1024" y="2978"/>
                    <a:pt x="2024" y="1978"/>
                  </a:cubicBezTo>
                  <a:cubicBezTo>
                    <a:pt x="3048" y="954"/>
                    <a:pt x="4382" y="382"/>
                    <a:pt x="5811" y="334"/>
                  </a:cubicBezTo>
                  <a:close/>
                  <a:moveTo>
                    <a:pt x="11074" y="6097"/>
                  </a:moveTo>
                  <a:cubicBezTo>
                    <a:pt x="11002" y="7407"/>
                    <a:pt x="10478" y="8598"/>
                    <a:pt x="9573" y="9527"/>
                  </a:cubicBezTo>
                  <a:cubicBezTo>
                    <a:pt x="8645" y="10455"/>
                    <a:pt x="7454" y="10956"/>
                    <a:pt x="6168" y="11027"/>
                  </a:cubicBezTo>
                  <a:lnTo>
                    <a:pt x="6168" y="9884"/>
                  </a:lnTo>
                  <a:cubicBezTo>
                    <a:pt x="7144" y="9860"/>
                    <a:pt x="8073" y="9431"/>
                    <a:pt x="8788" y="8717"/>
                  </a:cubicBezTo>
                  <a:cubicBezTo>
                    <a:pt x="9502" y="8003"/>
                    <a:pt x="9883" y="7121"/>
                    <a:pt x="9954" y="6097"/>
                  </a:cubicBezTo>
                  <a:close/>
                  <a:moveTo>
                    <a:pt x="6025" y="3025"/>
                  </a:moveTo>
                  <a:cubicBezTo>
                    <a:pt x="6787" y="3025"/>
                    <a:pt x="7502" y="3335"/>
                    <a:pt x="8049" y="3859"/>
                  </a:cubicBezTo>
                  <a:cubicBezTo>
                    <a:pt x="8573" y="4407"/>
                    <a:pt x="8907" y="5121"/>
                    <a:pt x="8907" y="5859"/>
                  </a:cubicBezTo>
                  <a:cubicBezTo>
                    <a:pt x="8907" y="5978"/>
                    <a:pt x="9026" y="6097"/>
                    <a:pt x="9145" y="6097"/>
                  </a:cubicBezTo>
                  <a:lnTo>
                    <a:pt x="9597" y="6097"/>
                  </a:lnTo>
                  <a:cubicBezTo>
                    <a:pt x="9573" y="7002"/>
                    <a:pt x="9169" y="7836"/>
                    <a:pt x="8549" y="8455"/>
                  </a:cubicBezTo>
                  <a:cubicBezTo>
                    <a:pt x="7930" y="9074"/>
                    <a:pt x="7097" y="9455"/>
                    <a:pt x="6192" y="9503"/>
                  </a:cubicBezTo>
                  <a:lnTo>
                    <a:pt x="6192" y="9050"/>
                  </a:lnTo>
                  <a:cubicBezTo>
                    <a:pt x="6144" y="8955"/>
                    <a:pt x="6049" y="8836"/>
                    <a:pt x="5906" y="8836"/>
                  </a:cubicBezTo>
                  <a:cubicBezTo>
                    <a:pt x="5073" y="8812"/>
                    <a:pt x="4263" y="8431"/>
                    <a:pt x="3739" y="7764"/>
                  </a:cubicBezTo>
                  <a:cubicBezTo>
                    <a:pt x="3695" y="7735"/>
                    <a:pt x="3632" y="7715"/>
                    <a:pt x="3580" y="7715"/>
                  </a:cubicBezTo>
                  <a:cubicBezTo>
                    <a:pt x="3548" y="7715"/>
                    <a:pt x="3519" y="7722"/>
                    <a:pt x="3501" y="7741"/>
                  </a:cubicBezTo>
                  <a:cubicBezTo>
                    <a:pt x="3429" y="7788"/>
                    <a:pt x="3405" y="7907"/>
                    <a:pt x="3453" y="7979"/>
                  </a:cubicBezTo>
                  <a:cubicBezTo>
                    <a:pt x="4048" y="8693"/>
                    <a:pt x="4882" y="9098"/>
                    <a:pt x="5811" y="9170"/>
                  </a:cubicBezTo>
                  <a:lnTo>
                    <a:pt x="5811" y="11527"/>
                  </a:lnTo>
                  <a:cubicBezTo>
                    <a:pt x="4382" y="11480"/>
                    <a:pt x="3024" y="10884"/>
                    <a:pt x="2000" y="9860"/>
                  </a:cubicBezTo>
                  <a:cubicBezTo>
                    <a:pt x="1000" y="8836"/>
                    <a:pt x="429" y="7526"/>
                    <a:pt x="405" y="6097"/>
                  </a:cubicBezTo>
                  <a:lnTo>
                    <a:pt x="2739" y="6097"/>
                  </a:lnTo>
                  <a:cubicBezTo>
                    <a:pt x="2786" y="6526"/>
                    <a:pt x="2858" y="6907"/>
                    <a:pt x="3048" y="7264"/>
                  </a:cubicBezTo>
                  <a:cubicBezTo>
                    <a:pt x="3066" y="7337"/>
                    <a:pt x="3126" y="7368"/>
                    <a:pt x="3196" y="7368"/>
                  </a:cubicBezTo>
                  <a:cubicBezTo>
                    <a:pt x="3218" y="7368"/>
                    <a:pt x="3240" y="7365"/>
                    <a:pt x="3263" y="7360"/>
                  </a:cubicBezTo>
                  <a:cubicBezTo>
                    <a:pt x="3382" y="7312"/>
                    <a:pt x="3429" y="7193"/>
                    <a:pt x="3382" y="7121"/>
                  </a:cubicBezTo>
                  <a:cubicBezTo>
                    <a:pt x="3191" y="6717"/>
                    <a:pt x="3096" y="6336"/>
                    <a:pt x="3096" y="5931"/>
                  </a:cubicBezTo>
                  <a:cubicBezTo>
                    <a:pt x="3096" y="4311"/>
                    <a:pt x="4406" y="3025"/>
                    <a:pt x="6025" y="3025"/>
                  </a:cubicBezTo>
                  <a:close/>
                  <a:moveTo>
                    <a:pt x="5954" y="1"/>
                  </a:moveTo>
                  <a:cubicBezTo>
                    <a:pt x="4382" y="1"/>
                    <a:pt x="2905" y="620"/>
                    <a:pt x="1762" y="1739"/>
                  </a:cubicBezTo>
                  <a:cubicBezTo>
                    <a:pt x="643" y="2859"/>
                    <a:pt x="48" y="4311"/>
                    <a:pt x="0" y="5931"/>
                  </a:cubicBezTo>
                  <a:cubicBezTo>
                    <a:pt x="0" y="7503"/>
                    <a:pt x="643" y="8955"/>
                    <a:pt x="1738" y="10098"/>
                  </a:cubicBezTo>
                  <a:cubicBezTo>
                    <a:pt x="2834" y="11194"/>
                    <a:pt x="4334" y="11813"/>
                    <a:pt x="5882" y="11861"/>
                  </a:cubicBezTo>
                  <a:cubicBezTo>
                    <a:pt x="5930" y="11861"/>
                    <a:pt x="6025" y="11813"/>
                    <a:pt x="6049" y="11765"/>
                  </a:cubicBezTo>
                  <a:cubicBezTo>
                    <a:pt x="6073" y="11741"/>
                    <a:pt x="6120" y="11670"/>
                    <a:pt x="6120" y="11622"/>
                  </a:cubicBezTo>
                  <a:lnTo>
                    <a:pt x="6120" y="11337"/>
                  </a:lnTo>
                  <a:cubicBezTo>
                    <a:pt x="7478" y="11289"/>
                    <a:pt x="8788" y="10741"/>
                    <a:pt x="9764" y="9765"/>
                  </a:cubicBezTo>
                  <a:cubicBezTo>
                    <a:pt x="10764" y="8788"/>
                    <a:pt x="11312" y="7503"/>
                    <a:pt x="11360" y="6097"/>
                  </a:cubicBezTo>
                  <a:lnTo>
                    <a:pt x="11621" y="6097"/>
                  </a:lnTo>
                  <a:cubicBezTo>
                    <a:pt x="11669" y="6097"/>
                    <a:pt x="11717" y="6097"/>
                    <a:pt x="11764" y="6074"/>
                  </a:cubicBezTo>
                  <a:cubicBezTo>
                    <a:pt x="11836" y="6026"/>
                    <a:pt x="11883" y="5955"/>
                    <a:pt x="11883" y="5859"/>
                  </a:cubicBezTo>
                  <a:cubicBezTo>
                    <a:pt x="11907" y="5383"/>
                    <a:pt x="11836" y="4883"/>
                    <a:pt x="11717" y="4407"/>
                  </a:cubicBezTo>
                  <a:cubicBezTo>
                    <a:pt x="11680" y="4314"/>
                    <a:pt x="11600" y="4279"/>
                    <a:pt x="11533" y="4279"/>
                  </a:cubicBezTo>
                  <a:cubicBezTo>
                    <a:pt x="11513" y="4279"/>
                    <a:pt x="11495" y="4282"/>
                    <a:pt x="11479" y="4288"/>
                  </a:cubicBezTo>
                  <a:cubicBezTo>
                    <a:pt x="11407" y="4311"/>
                    <a:pt x="11360" y="4407"/>
                    <a:pt x="11383" y="4502"/>
                  </a:cubicBezTo>
                  <a:cubicBezTo>
                    <a:pt x="11502" y="4907"/>
                    <a:pt x="11550" y="5335"/>
                    <a:pt x="11550" y="5740"/>
                  </a:cubicBezTo>
                  <a:lnTo>
                    <a:pt x="9216" y="5740"/>
                  </a:lnTo>
                  <a:cubicBezTo>
                    <a:pt x="9169" y="4954"/>
                    <a:pt x="8811" y="4169"/>
                    <a:pt x="8216" y="3597"/>
                  </a:cubicBezTo>
                  <a:cubicBezTo>
                    <a:pt x="7668" y="3049"/>
                    <a:pt x="6906" y="2716"/>
                    <a:pt x="6144" y="2692"/>
                  </a:cubicBezTo>
                  <a:lnTo>
                    <a:pt x="6144" y="334"/>
                  </a:lnTo>
                  <a:cubicBezTo>
                    <a:pt x="8287" y="382"/>
                    <a:pt x="10216" y="1692"/>
                    <a:pt x="11074" y="3692"/>
                  </a:cubicBezTo>
                  <a:lnTo>
                    <a:pt x="11098" y="3716"/>
                  </a:lnTo>
                  <a:cubicBezTo>
                    <a:pt x="11145" y="3811"/>
                    <a:pt x="11240" y="3835"/>
                    <a:pt x="11312" y="3835"/>
                  </a:cubicBezTo>
                  <a:cubicBezTo>
                    <a:pt x="11431" y="3811"/>
                    <a:pt x="11502" y="3692"/>
                    <a:pt x="11431" y="3597"/>
                  </a:cubicBezTo>
                  <a:lnTo>
                    <a:pt x="11407" y="3573"/>
                  </a:lnTo>
                  <a:cubicBezTo>
                    <a:pt x="10455" y="1406"/>
                    <a:pt x="8335" y="1"/>
                    <a:pt x="5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7" name="Google Shape;22307;p98"/>
          <p:cNvGrpSpPr/>
          <p:nvPr/>
        </p:nvGrpSpPr>
        <p:grpSpPr>
          <a:xfrm>
            <a:off x="7024957" y="1770530"/>
            <a:ext cx="302503" cy="355037"/>
            <a:chOff x="6758253" y="1922930"/>
            <a:chExt cx="302503" cy="355037"/>
          </a:xfrm>
        </p:grpSpPr>
        <p:sp>
          <p:nvSpPr>
            <p:cNvPr id="22308" name="Google Shape;22308;p98"/>
            <p:cNvSpPr/>
            <p:nvPr/>
          </p:nvSpPr>
          <p:spPr>
            <a:xfrm>
              <a:off x="6834252" y="1928267"/>
              <a:ext cx="149135" cy="342604"/>
            </a:xfrm>
            <a:custGeom>
              <a:rect b="b" l="l" r="r" t="t"/>
              <a:pathLst>
                <a:path extrusionOk="0" h="11491" w="5002">
                  <a:moveTo>
                    <a:pt x="2492" y="0"/>
                  </a:moveTo>
                  <a:cubicBezTo>
                    <a:pt x="2459" y="0"/>
                    <a:pt x="2429" y="12"/>
                    <a:pt x="2405" y="36"/>
                  </a:cubicBezTo>
                  <a:lnTo>
                    <a:pt x="71" y="2727"/>
                  </a:lnTo>
                  <a:cubicBezTo>
                    <a:pt x="0" y="2799"/>
                    <a:pt x="71" y="2894"/>
                    <a:pt x="143" y="2894"/>
                  </a:cubicBezTo>
                  <a:lnTo>
                    <a:pt x="1048" y="2894"/>
                  </a:lnTo>
                  <a:lnTo>
                    <a:pt x="1048" y="11491"/>
                  </a:lnTo>
                  <a:lnTo>
                    <a:pt x="3953" y="11491"/>
                  </a:lnTo>
                  <a:lnTo>
                    <a:pt x="3953" y="2894"/>
                  </a:lnTo>
                  <a:lnTo>
                    <a:pt x="4858" y="2894"/>
                  </a:lnTo>
                  <a:cubicBezTo>
                    <a:pt x="4930" y="2894"/>
                    <a:pt x="5001" y="2775"/>
                    <a:pt x="4930" y="2727"/>
                  </a:cubicBezTo>
                  <a:lnTo>
                    <a:pt x="2596" y="36"/>
                  </a:lnTo>
                  <a:cubicBezTo>
                    <a:pt x="2560" y="12"/>
                    <a:pt x="2524" y="0"/>
                    <a:pt x="249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98"/>
            <p:cNvSpPr/>
            <p:nvPr/>
          </p:nvSpPr>
          <p:spPr>
            <a:xfrm>
              <a:off x="6937204" y="2014523"/>
              <a:ext cx="14222" cy="256349"/>
            </a:xfrm>
            <a:custGeom>
              <a:rect b="b" l="l" r="r" t="t"/>
              <a:pathLst>
                <a:path extrusionOk="0" h="8598" w="477">
                  <a:moveTo>
                    <a:pt x="357" y="1"/>
                  </a:moveTo>
                  <a:cubicBezTo>
                    <a:pt x="191" y="1"/>
                    <a:pt x="24" y="144"/>
                    <a:pt x="0" y="334"/>
                  </a:cubicBezTo>
                  <a:lnTo>
                    <a:pt x="0" y="8598"/>
                  </a:lnTo>
                  <a:lnTo>
                    <a:pt x="476" y="8598"/>
                  </a:lnTo>
                  <a:lnTo>
                    <a:pt x="476" y="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98"/>
            <p:cNvSpPr/>
            <p:nvPr/>
          </p:nvSpPr>
          <p:spPr>
            <a:xfrm>
              <a:off x="6900979" y="1927015"/>
              <a:ext cx="82409" cy="87537"/>
            </a:xfrm>
            <a:custGeom>
              <a:rect b="b" l="l" r="r" t="t"/>
              <a:pathLst>
                <a:path extrusionOk="0" h="2936" w="2764">
                  <a:moveTo>
                    <a:pt x="239" y="1"/>
                  </a:moveTo>
                  <a:cubicBezTo>
                    <a:pt x="209" y="1"/>
                    <a:pt x="179" y="19"/>
                    <a:pt x="143" y="54"/>
                  </a:cubicBezTo>
                  <a:lnTo>
                    <a:pt x="1" y="221"/>
                  </a:lnTo>
                  <a:lnTo>
                    <a:pt x="2239" y="2769"/>
                  </a:lnTo>
                  <a:cubicBezTo>
                    <a:pt x="2287" y="2817"/>
                    <a:pt x="2239" y="2936"/>
                    <a:pt x="2144" y="2936"/>
                  </a:cubicBezTo>
                  <a:lnTo>
                    <a:pt x="2620" y="2936"/>
                  </a:lnTo>
                  <a:cubicBezTo>
                    <a:pt x="2715" y="2936"/>
                    <a:pt x="2763" y="2817"/>
                    <a:pt x="2715" y="2722"/>
                  </a:cubicBezTo>
                  <a:lnTo>
                    <a:pt x="334" y="54"/>
                  </a:lnTo>
                  <a:cubicBezTo>
                    <a:pt x="298" y="19"/>
                    <a:pt x="269" y="1"/>
                    <a:pt x="239"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98"/>
            <p:cNvSpPr/>
            <p:nvPr/>
          </p:nvSpPr>
          <p:spPr>
            <a:xfrm>
              <a:off x="6763232" y="1965894"/>
              <a:ext cx="149135" cy="304292"/>
            </a:xfrm>
            <a:custGeom>
              <a:rect b="b" l="l" r="r" t="t"/>
              <a:pathLst>
                <a:path extrusionOk="0" h="10206" w="5002">
                  <a:moveTo>
                    <a:pt x="2492" y="1"/>
                  </a:moveTo>
                  <a:cubicBezTo>
                    <a:pt x="2459" y="1"/>
                    <a:pt x="2430" y="12"/>
                    <a:pt x="2406" y="36"/>
                  </a:cubicBezTo>
                  <a:lnTo>
                    <a:pt x="72" y="2704"/>
                  </a:lnTo>
                  <a:cubicBezTo>
                    <a:pt x="1" y="2799"/>
                    <a:pt x="72" y="2894"/>
                    <a:pt x="143" y="2894"/>
                  </a:cubicBezTo>
                  <a:lnTo>
                    <a:pt x="1048" y="2894"/>
                  </a:lnTo>
                  <a:lnTo>
                    <a:pt x="1048" y="10205"/>
                  </a:lnTo>
                  <a:lnTo>
                    <a:pt x="3954" y="10205"/>
                  </a:lnTo>
                  <a:lnTo>
                    <a:pt x="3954" y="2894"/>
                  </a:lnTo>
                  <a:lnTo>
                    <a:pt x="4859" y="2894"/>
                  </a:lnTo>
                  <a:cubicBezTo>
                    <a:pt x="4930" y="2894"/>
                    <a:pt x="5002" y="2775"/>
                    <a:pt x="4930" y="2704"/>
                  </a:cubicBezTo>
                  <a:lnTo>
                    <a:pt x="2596" y="36"/>
                  </a:lnTo>
                  <a:cubicBezTo>
                    <a:pt x="2561" y="12"/>
                    <a:pt x="2525" y="1"/>
                    <a:pt x="249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98"/>
            <p:cNvSpPr/>
            <p:nvPr/>
          </p:nvSpPr>
          <p:spPr>
            <a:xfrm>
              <a:off x="6905242" y="2068310"/>
              <a:ext cx="149135" cy="202563"/>
            </a:xfrm>
            <a:custGeom>
              <a:rect b="b" l="l" r="r" t="t"/>
              <a:pathLst>
                <a:path extrusionOk="0" h="6794" w="5002">
                  <a:moveTo>
                    <a:pt x="2501" y="1"/>
                  </a:moveTo>
                  <a:cubicBezTo>
                    <a:pt x="2471" y="1"/>
                    <a:pt x="2441" y="19"/>
                    <a:pt x="2406" y="54"/>
                  </a:cubicBezTo>
                  <a:lnTo>
                    <a:pt x="72" y="2722"/>
                  </a:lnTo>
                  <a:cubicBezTo>
                    <a:pt x="0" y="2817"/>
                    <a:pt x="72" y="2936"/>
                    <a:pt x="143" y="2936"/>
                  </a:cubicBezTo>
                  <a:lnTo>
                    <a:pt x="1048" y="2936"/>
                  </a:lnTo>
                  <a:lnTo>
                    <a:pt x="1048" y="6794"/>
                  </a:lnTo>
                  <a:lnTo>
                    <a:pt x="3954" y="6794"/>
                  </a:lnTo>
                  <a:lnTo>
                    <a:pt x="3954" y="2936"/>
                  </a:lnTo>
                  <a:lnTo>
                    <a:pt x="4859" y="2936"/>
                  </a:lnTo>
                  <a:cubicBezTo>
                    <a:pt x="4930" y="2936"/>
                    <a:pt x="5002" y="2817"/>
                    <a:pt x="4930" y="2722"/>
                  </a:cubicBezTo>
                  <a:lnTo>
                    <a:pt x="2596" y="54"/>
                  </a:lnTo>
                  <a:cubicBezTo>
                    <a:pt x="2561" y="19"/>
                    <a:pt x="2531" y="1"/>
                    <a:pt x="250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98"/>
            <p:cNvSpPr/>
            <p:nvPr/>
          </p:nvSpPr>
          <p:spPr>
            <a:xfrm>
              <a:off x="6866184" y="2052865"/>
              <a:ext cx="14222" cy="218007"/>
            </a:xfrm>
            <a:custGeom>
              <a:rect b="b" l="l" r="r" t="t"/>
              <a:pathLst>
                <a:path extrusionOk="0" h="7312" w="477">
                  <a:moveTo>
                    <a:pt x="358" y="1"/>
                  </a:moveTo>
                  <a:cubicBezTo>
                    <a:pt x="191" y="1"/>
                    <a:pt x="25" y="144"/>
                    <a:pt x="1" y="334"/>
                  </a:cubicBezTo>
                  <a:lnTo>
                    <a:pt x="1" y="7312"/>
                  </a:lnTo>
                  <a:lnTo>
                    <a:pt x="477" y="7312"/>
                  </a:lnTo>
                  <a:lnTo>
                    <a:pt x="477" y="1"/>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98"/>
            <p:cNvSpPr/>
            <p:nvPr/>
          </p:nvSpPr>
          <p:spPr>
            <a:xfrm>
              <a:off x="6829988" y="1965178"/>
              <a:ext cx="82379" cy="87716"/>
            </a:xfrm>
            <a:custGeom>
              <a:rect b="b" l="l" r="r" t="t"/>
              <a:pathLst>
                <a:path extrusionOk="0" h="2942" w="2763">
                  <a:moveTo>
                    <a:pt x="238" y="1"/>
                  </a:moveTo>
                  <a:cubicBezTo>
                    <a:pt x="209" y="1"/>
                    <a:pt x="179" y="13"/>
                    <a:pt x="143" y="36"/>
                  </a:cubicBezTo>
                  <a:lnTo>
                    <a:pt x="0" y="227"/>
                  </a:lnTo>
                  <a:lnTo>
                    <a:pt x="2239" y="2751"/>
                  </a:lnTo>
                  <a:cubicBezTo>
                    <a:pt x="2286" y="2823"/>
                    <a:pt x="2239" y="2942"/>
                    <a:pt x="2143" y="2942"/>
                  </a:cubicBezTo>
                  <a:lnTo>
                    <a:pt x="2620" y="2942"/>
                  </a:lnTo>
                  <a:cubicBezTo>
                    <a:pt x="2739" y="2942"/>
                    <a:pt x="2763" y="2823"/>
                    <a:pt x="2715" y="2728"/>
                  </a:cubicBezTo>
                  <a:lnTo>
                    <a:pt x="334" y="36"/>
                  </a:lnTo>
                  <a:cubicBezTo>
                    <a:pt x="298" y="13"/>
                    <a:pt x="268" y="1"/>
                    <a:pt x="238"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98"/>
            <p:cNvSpPr/>
            <p:nvPr/>
          </p:nvSpPr>
          <p:spPr>
            <a:xfrm>
              <a:off x="7008910" y="2155818"/>
              <a:ext cx="14222" cy="115056"/>
            </a:xfrm>
            <a:custGeom>
              <a:rect b="b" l="l" r="r" t="t"/>
              <a:pathLst>
                <a:path extrusionOk="0" h="3859" w="477">
                  <a:moveTo>
                    <a:pt x="358" y="1"/>
                  </a:moveTo>
                  <a:cubicBezTo>
                    <a:pt x="167" y="1"/>
                    <a:pt x="0" y="144"/>
                    <a:pt x="0" y="334"/>
                  </a:cubicBezTo>
                  <a:lnTo>
                    <a:pt x="0" y="3859"/>
                  </a:lnTo>
                  <a:lnTo>
                    <a:pt x="477" y="3859"/>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98"/>
            <p:cNvSpPr/>
            <p:nvPr/>
          </p:nvSpPr>
          <p:spPr>
            <a:xfrm>
              <a:off x="6972684" y="2068131"/>
              <a:ext cx="82409" cy="87716"/>
            </a:xfrm>
            <a:custGeom>
              <a:rect b="b" l="l" r="r" t="t"/>
              <a:pathLst>
                <a:path extrusionOk="0" h="2942" w="2764">
                  <a:moveTo>
                    <a:pt x="239" y="1"/>
                  </a:moveTo>
                  <a:cubicBezTo>
                    <a:pt x="209" y="1"/>
                    <a:pt x="179" y="13"/>
                    <a:pt x="144" y="37"/>
                  </a:cubicBezTo>
                  <a:lnTo>
                    <a:pt x="1" y="227"/>
                  </a:lnTo>
                  <a:lnTo>
                    <a:pt x="2239" y="2751"/>
                  </a:lnTo>
                  <a:cubicBezTo>
                    <a:pt x="2287" y="2823"/>
                    <a:pt x="2239" y="2942"/>
                    <a:pt x="2144" y="2942"/>
                  </a:cubicBezTo>
                  <a:lnTo>
                    <a:pt x="2620" y="2942"/>
                  </a:lnTo>
                  <a:cubicBezTo>
                    <a:pt x="2716" y="2942"/>
                    <a:pt x="2763" y="2823"/>
                    <a:pt x="2716" y="2728"/>
                  </a:cubicBezTo>
                  <a:lnTo>
                    <a:pt x="334" y="37"/>
                  </a:lnTo>
                  <a:cubicBezTo>
                    <a:pt x="299" y="13"/>
                    <a:pt x="269" y="1"/>
                    <a:pt x="239"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98"/>
            <p:cNvSpPr/>
            <p:nvPr/>
          </p:nvSpPr>
          <p:spPr>
            <a:xfrm>
              <a:off x="6758253" y="1922930"/>
              <a:ext cx="302503" cy="355037"/>
            </a:xfrm>
            <a:custGeom>
              <a:rect b="b" l="l" r="r" t="t"/>
              <a:pathLst>
                <a:path extrusionOk="0" h="11908" w="10146">
                  <a:moveTo>
                    <a:pt x="2668" y="1644"/>
                  </a:moveTo>
                  <a:lnTo>
                    <a:pt x="4907" y="4168"/>
                  </a:lnTo>
                  <a:lnTo>
                    <a:pt x="4121" y="4168"/>
                  </a:lnTo>
                  <a:cubicBezTo>
                    <a:pt x="4049" y="4168"/>
                    <a:pt x="3954" y="4240"/>
                    <a:pt x="3954" y="4359"/>
                  </a:cubicBezTo>
                  <a:lnTo>
                    <a:pt x="3954" y="11503"/>
                  </a:lnTo>
                  <a:lnTo>
                    <a:pt x="1382" y="11503"/>
                  </a:lnTo>
                  <a:lnTo>
                    <a:pt x="1382" y="4359"/>
                  </a:lnTo>
                  <a:cubicBezTo>
                    <a:pt x="1382" y="4264"/>
                    <a:pt x="1311" y="4168"/>
                    <a:pt x="1215" y="4168"/>
                  </a:cubicBezTo>
                  <a:lnTo>
                    <a:pt x="430" y="4168"/>
                  </a:lnTo>
                  <a:lnTo>
                    <a:pt x="2668" y="1644"/>
                  </a:lnTo>
                  <a:close/>
                  <a:moveTo>
                    <a:pt x="5026" y="1"/>
                  </a:moveTo>
                  <a:cubicBezTo>
                    <a:pt x="4954" y="1"/>
                    <a:pt x="4930" y="48"/>
                    <a:pt x="4883" y="72"/>
                  </a:cubicBezTo>
                  <a:lnTo>
                    <a:pt x="4288" y="763"/>
                  </a:lnTo>
                  <a:cubicBezTo>
                    <a:pt x="4240" y="787"/>
                    <a:pt x="4240" y="810"/>
                    <a:pt x="4240" y="834"/>
                  </a:cubicBezTo>
                  <a:cubicBezTo>
                    <a:pt x="4270" y="954"/>
                    <a:pt x="4347" y="1008"/>
                    <a:pt x="4423" y="1008"/>
                  </a:cubicBezTo>
                  <a:cubicBezTo>
                    <a:pt x="4469" y="1008"/>
                    <a:pt x="4514" y="989"/>
                    <a:pt x="4549" y="953"/>
                  </a:cubicBezTo>
                  <a:lnTo>
                    <a:pt x="5050" y="406"/>
                  </a:lnTo>
                  <a:lnTo>
                    <a:pt x="7288" y="2930"/>
                  </a:lnTo>
                  <a:lnTo>
                    <a:pt x="6502" y="2930"/>
                  </a:lnTo>
                  <a:cubicBezTo>
                    <a:pt x="6431" y="2930"/>
                    <a:pt x="6336" y="3001"/>
                    <a:pt x="6336" y="3097"/>
                  </a:cubicBezTo>
                  <a:lnTo>
                    <a:pt x="6336" y="5883"/>
                  </a:lnTo>
                  <a:lnTo>
                    <a:pt x="4835" y="7550"/>
                  </a:lnTo>
                  <a:cubicBezTo>
                    <a:pt x="4764" y="7621"/>
                    <a:pt x="4764" y="7740"/>
                    <a:pt x="4811" y="7860"/>
                  </a:cubicBezTo>
                  <a:cubicBezTo>
                    <a:pt x="4883" y="7955"/>
                    <a:pt x="4954" y="8026"/>
                    <a:pt x="5073" y="8026"/>
                  </a:cubicBezTo>
                  <a:lnTo>
                    <a:pt x="5835" y="8026"/>
                  </a:lnTo>
                  <a:lnTo>
                    <a:pt x="5835" y="11527"/>
                  </a:lnTo>
                  <a:lnTo>
                    <a:pt x="4311" y="11527"/>
                  </a:lnTo>
                  <a:lnTo>
                    <a:pt x="4311" y="4573"/>
                  </a:lnTo>
                  <a:lnTo>
                    <a:pt x="5026" y="4573"/>
                  </a:lnTo>
                  <a:cubicBezTo>
                    <a:pt x="5145" y="4573"/>
                    <a:pt x="5240" y="4502"/>
                    <a:pt x="5288" y="4406"/>
                  </a:cubicBezTo>
                  <a:cubicBezTo>
                    <a:pt x="5359" y="4287"/>
                    <a:pt x="5312" y="4168"/>
                    <a:pt x="5264" y="4097"/>
                  </a:cubicBezTo>
                  <a:lnTo>
                    <a:pt x="3525" y="2120"/>
                  </a:lnTo>
                  <a:lnTo>
                    <a:pt x="4002" y="1596"/>
                  </a:lnTo>
                  <a:cubicBezTo>
                    <a:pt x="4073" y="1525"/>
                    <a:pt x="4073" y="1430"/>
                    <a:pt x="4002" y="1382"/>
                  </a:cubicBezTo>
                  <a:cubicBezTo>
                    <a:pt x="3978" y="1334"/>
                    <a:pt x="3930" y="1311"/>
                    <a:pt x="3880" y="1311"/>
                  </a:cubicBezTo>
                  <a:cubicBezTo>
                    <a:pt x="3829" y="1311"/>
                    <a:pt x="3775" y="1334"/>
                    <a:pt x="3740" y="1382"/>
                  </a:cubicBezTo>
                  <a:lnTo>
                    <a:pt x="3287" y="1882"/>
                  </a:lnTo>
                  <a:lnTo>
                    <a:pt x="2882" y="1430"/>
                  </a:lnTo>
                  <a:cubicBezTo>
                    <a:pt x="2859" y="1406"/>
                    <a:pt x="2811" y="1382"/>
                    <a:pt x="2787" y="1382"/>
                  </a:cubicBezTo>
                  <a:cubicBezTo>
                    <a:pt x="2740" y="1354"/>
                    <a:pt x="2690" y="1341"/>
                    <a:pt x="2641" y="1341"/>
                  </a:cubicBezTo>
                  <a:cubicBezTo>
                    <a:pt x="2567" y="1341"/>
                    <a:pt x="2497" y="1372"/>
                    <a:pt x="2454" y="1430"/>
                  </a:cubicBezTo>
                  <a:lnTo>
                    <a:pt x="72" y="4121"/>
                  </a:lnTo>
                  <a:cubicBezTo>
                    <a:pt x="1" y="4192"/>
                    <a:pt x="1" y="4335"/>
                    <a:pt x="49" y="4454"/>
                  </a:cubicBezTo>
                  <a:cubicBezTo>
                    <a:pt x="120" y="4526"/>
                    <a:pt x="191" y="4597"/>
                    <a:pt x="310" y="4597"/>
                  </a:cubicBezTo>
                  <a:lnTo>
                    <a:pt x="1025" y="4597"/>
                  </a:lnTo>
                  <a:lnTo>
                    <a:pt x="1025" y="11741"/>
                  </a:lnTo>
                  <a:cubicBezTo>
                    <a:pt x="1025" y="11837"/>
                    <a:pt x="1120" y="11908"/>
                    <a:pt x="1215" y="11908"/>
                  </a:cubicBezTo>
                  <a:lnTo>
                    <a:pt x="8931" y="11908"/>
                  </a:lnTo>
                  <a:cubicBezTo>
                    <a:pt x="9003" y="11908"/>
                    <a:pt x="9098" y="11837"/>
                    <a:pt x="9098" y="11741"/>
                  </a:cubicBezTo>
                  <a:lnTo>
                    <a:pt x="9098" y="10312"/>
                  </a:lnTo>
                  <a:cubicBezTo>
                    <a:pt x="9098" y="10217"/>
                    <a:pt x="9050" y="10170"/>
                    <a:pt x="8955" y="10122"/>
                  </a:cubicBezTo>
                  <a:cubicBezTo>
                    <a:pt x="8943" y="10119"/>
                    <a:pt x="8931" y="10118"/>
                    <a:pt x="8919" y="10118"/>
                  </a:cubicBezTo>
                  <a:cubicBezTo>
                    <a:pt x="8817" y="10118"/>
                    <a:pt x="8741" y="10206"/>
                    <a:pt x="8741" y="10312"/>
                  </a:cubicBezTo>
                  <a:lnTo>
                    <a:pt x="8741" y="11598"/>
                  </a:lnTo>
                  <a:lnTo>
                    <a:pt x="6193" y="11598"/>
                  </a:lnTo>
                  <a:lnTo>
                    <a:pt x="6193" y="7907"/>
                  </a:lnTo>
                  <a:cubicBezTo>
                    <a:pt x="6193" y="7812"/>
                    <a:pt x="6097" y="7717"/>
                    <a:pt x="6002" y="7717"/>
                  </a:cubicBezTo>
                  <a:lnTo>
                    <a:pt x="5192" y="7717"/>
                  </a:lnTo>
                  <a:lnTo>
                    <a:pt x="7431" y="5192"/>
                  </a:lnTo>
                  <a:lnTo>
                    <a:pt x="9670" y="7717"/>
                  </a:lnTo>
                  <a:lnTo>
                    <a:pt x="8884" y="7717"/>
                  </a:lnTo>
                  <a:cubicBezTo>
                    <a:pt x="8812" y="7717"/>
                    <a:pt x="8717" y="7812"/>
                    <a:pt x="8717" y="7907"/>
                  </a:cubicBezTo>
                  <a:lnTo>
                    <a:pt x="8717" y="9503"/>
                  </a:lnTo>
                  <a:cubicBezTo>
                    <a:pt x="8717" y="9598"/>
                    <a:pt x="8765" y="9646"/>
                    <a:pt x="8860" y="9693"/>
                  </a:cubicBezTo>
                  <a:cubicBezTo>
                    <a:pt x="8872" y="9696"/>
                    <a:pt x="8884" y="9697"/>
                    <a:pt x="8896" y="9697"/>
                  </a:cubicBezTo>
                  <a:cubicBezTo>
                    <a:pt x="8998" y="9697"/>
                    <a:pt x="9074" y="9609"/>
                    <a:pt x="9074" y="9503"/>
                  </a:cubicBezTo>
                  <a:lnTo>
                    <a:pt x="9074" y="8050"/>
                  </a:lnTo>
                  <a:lnTo>
                    <a:pt x="9789" y="8050"/>
                  </a:lnTo>
                  <a:cubicBezTo>
                    <a:pt x="9884" y="8050"/>
                    <a:pt x="10003" y="7979"/>
                    <a:pt x="10051" y="7907"/>
                  </a:cubicBezTo>
                  <a:cubicBezTo>
                    <a:pt x="10146" y="7740"/>
                    <a:pt x="10122" y="7598"/>
                    <a:pt x="10027" y="7502"/>
                  </a:cubicBezTo>
                  <a:lnTo>
                    <a:pt x="7645" y="4835"/>
                  </a:lnTo>
                  <a:cubicBezTo>
                    <a:pt x="7622" y="4787"/>
                    <a:pt x="7574" y="4764"/>
                    <a:pt x="7550" y="4764"/>
                  </a:cubicBezTo>
                  <a:cubicBezTo>
                    <a:pt x="7510" y="4748"/>
                    <a:pt x="7468" y="4740"/>
                    <a:pt x="7427" y="4740"/>
                  </a:cubicBezTo>
                  <a:cubicBezTo>
                    <a:pt x="7344" y="4740"/>
                    <a:pt x="7264" y="4772"/>
                    <a:pt x="7217" y="4835"/>
                  </a:cubicBezTo>
                  <a:lnTo>
                    <a:pt x="6693" y="5454"/>
                  </a:lnTo>
                  <a:lnTo>
                    <a:pt x="6693" y="3263"/>
                  </a:lnTo>
                  <a:lnTo>
                    <a:pt x="7407" y="3263"/>
                  </a:lnTo>
                  <a:cubicBezTo>
                    <a:pt x="7526" y="3263"/>
                    <a:pt x="7622" y="3192"/>
                    <a:pt x="7669" y="3097"/>
                  </a:cubicBezTo>
                  <a:cubicBezTo>
                    <a:pt x="7741" y="2978"/>
                    <a:pt x="7693" y="2859"/>
                    <a:pt x="7645" y="2787"/>
                  </a:cubicBezTo>
                  <a:lnTo>
                    <a:pt x="5264" y="96"/>
                  </a:lnTo>
                  <a:cubicBezTo>
                    <a:pt x="5192" y="25"/>
                    <a:pt x="5121" y="1"/>
                    <a:pt x="50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8" name="Google Shape;22318;p98"/>
          <p:cNvGrpSpPr/>
          <p:nvPr/>
        </p:nvGrpSpPr>
        <p:grpSpPr>
          <a:xfrm>
            <a:off x="7736872" y="1770530"/>
            <a:ext cx="354351" cy="353636"/>
            <a:chOff x="7393967" y="1922930"/>
            <a:chExt cx="354351" cy="353636"/>
          </a:xfrm>
        </p:grpSpPr>
        <p:sp>
          <p:nvSpPr>
            <p:cNvPr id="22319" name="Google Shape;22319;p98"/>
            <p:cNvSpPr/>
            <p:nvPr/>
          </p:nvSpPr>
          <p:spPr>
            <a:xfrm>
              <a:off x="7399662" y="2225407"/>
              <a:ext cx="90190" cy="45468"/>
            </a:xfrm>
            <a:custGeom>
              <a:rect b="b" l="l" r="r" t="t"/>
              <a:pathLst>
                <a:path extrusionOk="0" h="1525" w="3025">
                  <a:moveTo>
                    <a:pt x="167" y="1"/>
                  </a:moveTo>
                  <a:cubicBezTo>
                    <a:pt x="95" y="1"/>
                    <a:pt x="0" y="96"/>
                    <a:pt x="0" y="191"/>
                  </a:cubicBezTo>
                  <a:lnTo>
                    <a:pt x="0" y="1358"/>
                  </a:lnTo>
                  <a:cubicBezTo>
                    <a:pt x="0" y="1453"/>
                    <a:pt x="95" y="1525"/>
                    <a:pt x="167" y="1525"/>
                  </a:cubicBezTo>
                  <a:lnTo>
                    <a:pt x="2858" y="1525"/>
                  </a:lnTo>
                  <a:cubicBezTo>
                    <a:pt x="2953" y="1525"/>
                    <a:pt x="3001" y="1453"/>
                    <a:pt x="3025" y="1358"/>
                  </a:cubicBezTo>
                  <a:lnTo>
                    <a:pt x="3025" y="191"/>
                  </a:lnTo>
                  <a:cubicBezTo>
                    <a:pt x="3025"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98"/>
            <p:cNvSpPr/>
            <p:nvPr/>
          </p:nvSpPr>
          <p:spPr>
            <a:xfrm>
              <a:off x="7525334" y="2225407"/>
              <a:ext cx="90906" cy="45468"/>
            </a:xfrm>
            <a:custGeom>
              <a:rect b="b" l="l" r="r" t="t"/>
              <a:pathLst>
                <a:path extrusionOk="0" h="1525" w="3049">
                  <a:moveTo>
                    <a:pt x="191" y="1"/>
                  </a:moveTo>
                  <a:cubicBezTo>
                    <a:pt x="96" y="1"/>
                    <a:pt x="0" y="96"/>
                    <a:pt x="0" y="191"/>
                  </a:cubicBezTo>
                  <a:lnTo>
                    <a:pt x="0" y="1358"/>
                  </a:lnTo>
                  <a:cubicBezTo>
                    <a:pt x="0" y="1453"/>
                    <a:pt x="96" y="1525"/>
                    <a:pt x="191" y="1525"/>
                  </a:cubicBezTo>
                  <a:lnTo>
                    <a:pt x="2858" y="1525"/>
                  </a:lnTo>
                  <a:cubicBezTo>
                    <a:pt x="2953" y="1525"/>
                    <a:pt x="3049" y="1453"/>
                    <a:pt x="3049" y="1358"/>
                  </a:cubicBezTo>
                  <a:lnTo>
                    <a:pt x="3049" y="191"/>
                  </a:lnTo>
                  <a:cubicBezTo>
                    <a:pt x="3049"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98"/>
            <p:cNvSpPr/>
            <p:nvPr/>
          </p:nvSpPr>
          <p:spPr>
            <a:xfrm>
              <a:off x="7651721" y="2225407"/>
              <a:ext cx="90190" cy="45468"/>
            </a:xfrm>
            <a:custGeom>
              <a:rect b="b" l="l" r="r" t="t"/>
              <a:pathLst>
                <a:path extrusionOk="0" h="1525" w="3025">
                  <a:moveTo>
                    <a:pt x="167" y="1"/>
                  </a:moveTo>
                  <a:cubicBezTo>
                    <a:pt x="96" y="1"/>
                    <a:pt x="0" y="96"/>
                    <a:pt x="0" y="191"/>
                  </a:cubicBezTo>
                  <a:lnTo>
                    <a:pt x="0" y="1358"/>
                  </a:lnTo>
                  <a:cubicBezTo>
                    <a:pt x="0" y="1453"/>
                    <a:pt x="96" y="1525"/>
                    <a:pt x="167" y="1525"/>
                  </a:cubicBezTo>
                  <a:lnTo>
                    <a:pt x="2858" y="1525"/>
                  </a:lnTo>
                  <a:cubicBezTo>
                    <a:pt x="2977" y="1525"/>
                    <a:pt x="3025" y="1453"/>
                    <a:pt x="3025" y="1358"/>
                  </a:cubicBezTo>
                  <a:lnTo>
                    <a:pt x="3025" y="191"/>
                  </a:lnTo>
                  <a:cubicBezTo>
                    <a:pt x="3025"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98"/>
            <p:cNvSpPr/>
            <p:nvPr/>
          </p:nvSpPr>
          <p:spPr>
            <a:xfrm>
              <a:off x="7399662" y="2113241"/>
              <a:ext cx="90190" cy="45468"/>
            </a:xfrm>
            <a:custGeom>
              <a:rect b="b" l="l" r="r" t="t"/>
              <a:pathLst>
                <a:path extrusionOk="0" h="1525" w="3025">
                  <a:moveTo>
                    <a:pt x="167" y="0"/>
                  </a:moveTo>
                  <a:cubicBezTo>
                    <a:pt x="95" y="0"/>
                    <a:pt x="0" y="95"/>
                    <a:pt x="0" y="167"/>
                  </a:cubicBezTo>
                  <a:lnTo>
                    <a:pt x="0" y="1334"/>
                  </a:lnTo>
                  <a:cubicBezTo>
                    <a:pt x="0" y="1429"/>
                    <a:pt x="95" y="1524"/>
                    <a:pt x="167" y="1524"/>
                  </a:cubicBezTo>
                  <a:lnTo>
                    <a:pt x="2858" y="1524"/>
                  </a:lnTo>
                  <a:cubicBezTo>
                    <a:pt x="2953" y="1524"/>
                    <a:pt x="3001" y="1453"/>
                    <a:pt x="3025" y="1334"/>
                  </a:cubicBezTo>
                  <a:lnTo>
                    <a:pt x="3025" y="167"/>
                  </a:lnTo>
                  <a:cubicBezTo>
                    <a:pt x="3025"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98"/>
            <p:cNvSpPr/>
            <p:nvPr/>
          </p:nvSpPr>
          <p:spPr>
            <a:xfrm>
              <a:off x="7525334" y="2113241"/>
              <a:ext cx="90906" cy="45468"/>
            </a:xfrm>
            <a:custGeom>
              <a:rect b="b" l="l" r="r" t="t"/>
              <a:pathLst>
                <a:path extrusionOk="0" h="1525" w="3049">
                  <a:moveTo>
                    <a:pt x="191" y="0"/>
                  </a:moveTo>
                  <a:cubicBezTo>
                    <a:pt x="96" y="0"/>
                    <a:pt x="0" y="95"/>
                    <a:pt x="0" y="167"/>
                  </a:cubicBezTo>
                  <a:lnTo>
                    <a:pt x="0" y="1334"/>
                  </a:lnTo>
                  <a:cubicBezTo>
                    <a:pt x="0" y="1429"/>
                    <a:pt x="96" y="1524"/>
                    <a:pt x="191" y="1524"/>
                  </a:cubicBezTo>
                  <a:lnTo>
                    <a:pt x="2858" y="1524"/>
                  </a:lnTo>
                  <a:cubicBezTo>
                    <a:pt x="2953" y="1524"/>
                    <a:pt x="3049" y="1453"/>
                    <a:pt x="3049" y="1334"/>
                  </a:cubicBezTo>
                  <a:lnTo>
                    <a:pt x="3049" y="167"/>
                  </a:lnTo>
                  <a:cubicBezTo>
                    <a:pt x="3049"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98"/>
            <p:cNvSpPr/>
            <p:nvPr/>
          </p:nvSpPr>
          <p:spPr>
            <a:xfrm>
              <a:off x="7651721" y="2113241"/>
              <a:ext cx="90190" cy="45468"/>
            </a:xfrm>
            <a:custGeom>
              <a:rect b="b" l="l" r="r" t="t"/>
              <a:pathLst>
                <a:path extrusionOk="0" h="1525" w="3025">
                  <a:moveTo>
                    <a:pt x="167" y="0"/>
                  </a:moveTo>
                  <a:cubicBezTo>
                    <a:pt x="96" y="0"/>
                    <a:pt x="0" y="95"/>
                    <a:pt x="0" y="167"/>
                  </a:cubicBezTo>
                  <a:lnTo>
                    <a:pt x="0" y="1334"/>
                  </a:lnTo>
                  <a:cubicBezTo>
                    <a:pt x="0" y="1429"/>
                    <a:pt x="96" y="1524"/>
                    <a:pt x="167" y="1524"/>
                  </a:cubicBezTo>
                  <a:lnTo>
                    <a:pt x="2858" y="1524"/>
                  </a:lnTo>
                  <a:cubicBezTo>
                    <a:pt x="2977" y="1524"/>
                    <a:pt x="3025" y="1453"/>
                    <a:pt x="3025" y="1334"/>
                  </a:cubicBezTo>
                  <a:lnTo>
                    <a:pt x="3025" y="167"/>
                  </a:lnTo>
                  <a:cubicBezTo>
                    <a:pt x="3025"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98"/>
            <p:cNvSpPr/>
            <p:nvPr/>
          </p:nvSpPr>
          <p:spPr>
            <a:xfrm>
              <a:off x="7489108" y="1928625"/>
              <a:ext cx="164042" cy="77430"/>
            </a:xfrm>
            <a:custGeom>
              <a:rect b="b" l="l" r="r" t="t"/>
              <a:pathLst>
                <a:path extrusionOk="0" h="2597" w="5502">
                  <a:moveTo>
                    <a:pt x="191" y="0"/>
                  </a:moveTo>
                  <a:cubicBezTo>
                    <a:pt x="96" y="0"/>
                    <a:pt x="1" y="96"/>
                    <a:pt x="1" y="167"/>
                  </a:cubicBezTo>
                  <a:lnTo>
                    <a:pt x="1" y="2406"/>
                  </a:lnTo>
                  <a:cubicBezTo>
                    <a:pt x="1" y="2501"/>
                    <a:pt x="96" y="2596"/>
                    <a:pt x="191" y="2596"/>
                  </a:cubicBezTo>
                  <a:lnTo>
                    <a:pt x="5311" y="2596"/>
                  </a:lnTo>
                  <a:cubicBezTo>
                    <a:pt x="5431" y="2596"/>
                    <a:pt x="5478" y="2501"/>
                    <a:pt x="5502" y="2406"/>
                  </a:cubicBezTo>
                  <a:lnTo>
                    <a:pt x="5502" y="167"/>
                  </a:lnTo>
                  <a:cubicBezTo>
                    <a:pt x="5502" y="72"/>
                    <a:pt x="5431" y="0"/>
                    <a:pt x="533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98"/>
            <p:cNvSpPr/>
            <p:nvPr/>
          </p:nvSpPr>
          <p:spPr>
            <a:xfrm>
              <a:off x="7469937" y="2225407"/>
              <a:ext cx="19201" cy="45468"/>
            </a:xfrm>
            <a:custGeom>
              <a:rect b="b" l="l" r="r" t="t"/>
              <a:pathLst>
                <a:path extrusionOk="0" h="1525" w="644">
                  <a:moveTo>
                    <a:pt x="1" y="1"/>
                  </a:moveTo>
                  <a:cubicBezTo>
                    <a:pt x="72" y="1"/>
                    <a:pt x="168" y="96"/>
                    <a:pt x="168" y="191"/>
                  </a:cubicBezTo>
                  <a:lnTo>
                    <a:pt x="168" y="1358"/>
                  </a:lnTo>
                  <a:cubicBezTo>
                    <a:pt x="168" y="1453"/>
                    <a:pt x="72" y="1525"/>
                    <a:pt x="1" y="1525"/>
                  </a:cubicBezTo>
                  <a:lnTo>
                    <a:pt x="477" y="1525"/>
                  </a:lnTo>
                  <a:cubicBezTo>
                    <a:pt x="549" y="1525"/>
                    <a:pt x="644" y="1430"/>
                    <a:pt x="644" y="1358"/>
                  </a:cubicBezTo>
                  <a:lnTo>
                    <a:pt x="644" y="191"/>
                  </a:lnTo>
                  <a:cubicBezTo>
                    <a:pt x="644" y="96"/>
                    <a:pt x="549"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98"/>
            <p:cNvSpPr/>
            <p:nvPr/>
          </p:nvSpPr>
          <p:spPr>
            <a:xfrm>
              <a:off x="7595638" y="2225407"/>
              <a:ext cx="19887" cy="45468"/>
            </a:xfrm>
            <a:custGeom>
              <a:rect b="b" l="l" r="r" t="t"/>
              <a:pathLst>
                <a:path extrusionOk="0" h="1525" w="667">
                  <a:moveTo>
                    <a:pt x="0" y="1"/>
                  </a:moveTo>
                  <a:cubicBezTo>
                    <a:pt x="95" y="1"/>
                    <a:pt x="191" y="96"/>
                    <a:pt x="191" y="191"/>
                  </a:cubicBezTo>
                  <a:lnTo>
                    <a:pt x="191" y="1358"/>
                  </a:lnTo>
                  <a:cubicBezTo>
                    <a:pt x="191" y="1453"/>
                    <a:pt x="95" y="1525"/>
                    <a:pt x="0" y="1525"/>
                  </a:cubicBezTo>
                  <a:lnTo>
                    <a:pt x="476" y="1525"/>
                  </a:lnTo>
                  <a:cubicBezTo>
                    <a:pt x="572" y="1525"/>
                    <a:pt x="667" y="1430"/>
                    <a:pt x="667" y="1358"/>
                  </a:cubicBezTo>
                  <a:lnTo>
                    <a:pt x="667" y="191"/>
                  </a:lnTo>
                  <a:cubicBezTo>
                    <a:pt x="667" y="96"/>
                    <a:pt x="595" y="1"/>
                    <a:pt x="47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98"/>
            <p:cNvSpPr/>
            <p:nvPr/>
          </p:nvSpPr>
          <p:spPr>
            <a:xfrm>
              <a:off x="7722711" y="2225407"/>
              <a:ext cx="19201" cy="45468"/>
            </a:xfrm>
            <a:custGeom>
              <a:rect b="b" l="l" r="r" t="t"/>
              <a:pathLst>
                <a:path extrusionOk="0" h="1525" w="644">
                  <a:moveTo>
                    <a:pt x="1" y="1"/>
                  </a:moveTo>
                  <a:cubicBezTo>
                    <a:pt x="96" y="1"/>
                    <a:pt x="168" y="96"/>
                    <a:pt x="168" y="191"/>
                  </a:cubicBezTo>
                  <a:lnTo>
                    <a:pt x="168" y="1358"/>
                  </a:lnTo>
                  <a:cubicBezTo>
                    <a:pt x="168" y="1453"/>
                    <a:pt x="96" y="1525"/>
                    <a:pt x="1" y="1525"/>
                  </a:cubicBezTo>
                  <a:lnTo>
                    <a:pt x="477" y="1525"/>
                  </a:lnTo>
                  <a:cubicBezTo>
                    <a:pt x="572" y="1525"/>
                    <a:pt x="644" y="1430"/>
                    <a:pt x="644" y="1358"/>
                  </a:cubicBezTo>
                  <a:lnTo>
                    <a:pt x="644" y="191"/>
                  </a:lnTo>
                  <a:cubicBezTo>
                    <a:pt x="644" y="96"/>
                    <a:pt x="596"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98"/>
            <p:cNvSpPr/>
            <p:nvPr/>
          </p:nvSpPr>
          <p:spPr>
            <a:xfrm>
              <a:off x="7469937" y="2113927"/>
              <a:ext cx="19201" cy="45468"/>
            </a:xfrm>
            <a:custGeom>
              <a:rect b="b" l="l" r="r" t="t"/>
              <a:pathLst>
                <a:path extrusionOk="0" h="1525" w="644">
                  <a:moveTo>
                    <a:pt x="1" y="1"/>
                  </a:moveTo>
                  <a:cubicBezTo>
                    <a:pt x="72" y="1"/>
                    <a:pt x="168" y="96"/>
                    <a:pt x="168" y="168"/>
                  </a:cubicBezTo>
                  <a:lnTo>
                    <a:pt x="168" y="1334"/>
                  </a:lnTo>
                  <a:cubicBezTo>
                    <a:pt x="168" y="1430"/>
                    <a:pt x="72" y="1525"/>
                    <a:pt x="1" y="1525"/>
                  </a:cubicBezTo>
                  <a:lnTo>
                    <a:pt x="477" y="1525"/>
                  </a:lnTo>
                  <a:cubicBezTo>
                    <a:pt x="549" y="1525"/>
                    <a:pt x="644" y="1430"/>
                    <a:pt x="644" y="1334"/>
                  </a:cubicBezTo>
                  <a:lnTo>
                    <a:pt x="644" y="168"/>
                  </a:lnTo>
                  <a:cubicBezTo>
                    <a:pt x="644" y="72"/>
                    <a:pt x="549" y="1"/>
                    <a:pt x="47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98"/>
            <p:cNvSpPr/>
            <p:nvPr/>
          </p:nvSpPr>
          <p:spPr>
            <a:xfrm>
              <a:off x="7595638" y="2113927"/>
              <a:ext cx="19887" cy="45468"/>
            </a:xfrm>
            <a:custGeom>
              <a:rect b="b" l="l" r="r" t="t"/>
              <a:pathLst>
                <a:path extrusionOk="0" h="1525" w="667">
                  <a:moveTo>
                    <a:pt x="0" y="1"/>
                  </a:moveTo>
                  <a:cubicBezTo>
                    <a:pt x="95" y="1"/>
                    <a:pt x="191" y="96"/>
                    <a:pt x="191" y="168"/>
                  </a:cubicBezTo>
                  <a:lnTo>
                    <a:pt x="191" y="1334"/>
                  </a:lnTo>
                  <a:cubicBezTo>
                    <a:pt x="191" y="1430"/>
                    <a:pt x="95" y="1525"/>
                    <a:pt x="0" y="1525"/>
                  </a:cubicBezTo>
                  <a:lnTo>
                    <a:pt x="476" y="1525"/>
                  </a:lnTo>
                  <a:cubicBezTo>
                    <a:pt x="572" y="1525"/>
                    <a:pt x="667" y="1430"/>
                    <a:pt x="667" y="1334"/>
                  </a:cubicBezTo>
                  <a:lnTo>
                    <a:pt x="667" y="168"/>
                  </a:lnTo>
                  <a:cubicBezTo>
                    <a:pt x="667" y="72"/>
                    <a:pt x="595" y="1"/>
                    <a:pt x="47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98"/>
            <p:cNvSpPr/>
            <p:nvPr/>
          </p:nvSpPr>
          <p:spPr>
            <a:xfrm>
              <a:off x="7722711" y="2113927"/>
              <a:ext cx="19201" cy="45468"/>
            </a:xfrm>
            <a:custGeom>
              <a:rect b="b" l="l" r="r" t="t"/>
              <a:pathLst>
                <a:path extrusionOk="0" h="1525" w="644">
                  <a:moveTo>
                    <a:pt x="1" y="1"/>
                  </a:moveTo>
                  <a:cubicBezTo>
                    <a:pt x="96" y="1"/>
                    <a:pt x="168" y="96"/>
                    <a:pt x="168" y="168"/>
                  </a:cubicBezTo>
                  <a:lnTo>
                    <a:pt x="168" y="1334"/>
                  </a:lnTo>
                  <a:cubicBezTo>
                    <a:pt x="168" y="1430"/>
                    <a:pt x="96" y="1525"/>
                    <a:pt x="1" y="1525"/>
                  </a:cubicBezTo>
                  <a:lnTo>
                    <a:pt x="477" y="1525"/>
                  </a:lnTo>
                  <a:cubicBezTo>
                    <a:pt x="572" y="1525"/>
                    <a:pt x="644" y="1430"/>
                    <a:pt x="644" y="1334"/>
                  </a:cubicBezTo>
                  <a:lnTo>
                    <a:pt x="644" y="168"/>
                  </a:lnTo>
                  <a:cubicBezTo>
                    <a:pt x="644" y="72"/>
                    <a:pt x="596" y="1"/>
                    <a:pt x="47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98"/>
            <p:cNvSpPr/>
            <p:nvPr/>
          </p:nvSpPr>
          <p:spPr>
            <a:xfrm>
              <a:off x="7633265" y="1928625"/>
              <a:ext cx="19201" cy="77430"/>
            </a:xfrm>
            <a:custGeom>
              <a:rect b="b" l="l" r="r" t="t"/>
              <a:pathLst>
                <a:path extrusionOk="0" h="2597" w="644">
                  <a:moveTo>
                    <a:pt x="0" y="0"/>
                  </a:moveTo>
                  <a:cubicBezTo>
                    <a:pt x="72" y="0"/>
                    <a:pt x="167" y="96"/>
                    <a:pt x="167" y="167"/>
                  </a:cubicBezTo>
                  <a:lnTo>
                    <a:pt x="167" y="2406"/>
                  </a:lnTo>
                  <a:cubicBezTo>
                    <a:pt x="167" y="2501"/>
                    <a:pt x="72" y="2596"/>
                    <a:pt x="0" y="2596"/>
                  </a:cubicBezTo>
                  <a:lnTo>
                    <a:pt x="476" y="2596"/>
                  </a:lnTo>
                  <a:cubicBezTo>
                    <a:pt x="548" y="2596"/>
                    <a:pt x="643" y="2501"/>
                    <a:pt x="643" y="2406"/>
                  </a:cubicBezTo>
                  <a:lnTo>
                    <a:pt x="643" y="167"/>
                  </a:lnTo>
                  <a:cubicBezTo>
                    <a:pt x="643" y="96"/>
                    <a:pt x="596" y="0"/>
                    <a:pt x="47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98"/>
            <p:cNvSpPr/>
            <p:nvPr/>
          </p:nvSpPr>
          <p:spPr>
            <a:xfrm>
              <a:off x="7528882" y="1949913"/>
              <a:ext cx="83810" cy="10674"/>
            </a:xfrm>
            <a:custGeom>
              <a:rect b="b" l="l" r="r" t="t"/>
              <a:pathLst>
                <a:path extrusionOk="0" h="358" w="2811">
                  <a:moveTo>
                    <a:pt x="215" y="1"/>
                  </a:moveTo>
                  <a:cubicBezTo>
                    <a:pt x="120" y="1"/>
                    <a:pt x="72" y="48"/>
                    <a:pt x="48" y="144"/>
                  </a:cubicBezTo>
                  <a:cubicBezTo>
                    <a:pt x="0" y="263"/>
                    <a:pt x="96" y="358"/>
                    <a:pt x="215" y="358"/>
                  </a:cubicBezTo>
                  <a:lnTo>
                    <a:pt x="2596" y="358"/>
                  </a:lnTo>
                  <a:cubicBezTo>
                    <a:pt x="2715" y="358"/>
                    <a:pt x="2811" y="263"/>
                    <a:pt x="2763" y="144"/>
                  </a:cubicBezTo>
                  <a:cubicBezTo>
                    <a:pt x="2739" y="48"/>
                    <a:pt x="2668" y="1"/>
                    <a:pt x="2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98"/>
            <p:cNvSpPr/>
            <p:nvPr/>
          </p:nvSpPr>
          <p:spPr>
            <a:xfrm>
              <a:off x="7546622" y="1972632"/>
              <a:ext cx="46899" cy="10704"/>
            </a:xfrm>
            <a:custGeom>
              <a:rect b="b" l="l" r="r" t="t"/>
              <a:pathLst>
                <a:path extrusionOk="0" h="359" w="1573">
                  <a:moveTo>
                    <a:pt x="215" y="1"/>
                  </a:moveTo>
                  <a:cubicBezTo>
                    <a:pt x="96" y="1"/>
                    <a:pt x="1" y="96"/>
                    <a:pt x="48" y="215"/>
                  </a:cubicBezTo>
                  <a:cubicBezTo>
                    <a:pt x="72" y="310"/>
                    <a:pt x="120" y="358"/>
                    <a:pt x="215" y="358"/>
                  </a:cubicBezTo>
                  <a:lnTo>
                    <a:pt x="1382" y="358"/>
                  </a:lnTo>
                  <a:cubicBezTo>
                    <a:pt x="1477" y="358"/>
                    <a:pt x="1525" y="310"/>
                    <a:pt x="1549" y="215"/>
                  </a:cubicBezTo>
                  <a:cubicBezTo>
                    <a:pt x="1573" y="96"/>
                    <a:pt x="1501"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98"/>
            <p:cNvSpPr/>
            <p:nvPr/>
          </p:nvSpPr>
          <p:spPr>
            <a:xfrm>
              <a:off x="7393967" y="1922930"/>
              <a:ext cx="354351" cy="353636"/>
            </a:xfrm>
            <a:custGeom>
              <a:rect b="b" l="l" r="r" t="t"/>
              <a:pathLst>
                <a:path extrusionOk="0" h="11861" w="11885">
                  <a:moveTo>
                    <a:pt x="3025" y="6550"/>
                  </a:moveTo>
                  <a:lnTo>
                    <a:pt x="3025" y="7717"/>
                  </a:lnTo>
                  <a:lnTo>
                    <a:pt x="334" y="7717"/>
                  </a:lnTo>
                  <a:lnTo>
                    <a:pt x="334" y="6550"/>
                  </a:lnTo>
                  <a:close/>
                  <a:moveTo>
                    <a:pt x="7264" y="6550"/>
                  </a:moveTo>
                  <a:lnTo>
                    <a:pt x="7264" y="7717"/>
                  </a:lnTo>
                  <a:lnTo>
                    <a:pt x="4597" y="7717"/>
                  </a:lnTo>
                  <a:lnTo>
                    <a:pt x="4597" y="6550"/>
                  </a:lnTo>
                  <a:close/>
                  <a:moveTo>
                    <a:pt x="11527" y="6550"/>
                  </a:moveTo>
                  <a:lnTo>
                    <a:pt x="11527" y="7717"/>
                  </a:lnTo>
                  <a:lnTo>
                    <a:pt x="8860" y="7717"/>
                  </a:lnTo>
                  <a:lnTo>
                    <a:pt x="8860" y="6550"/>
                  </a:lnTo>
                  <a:close/>
                  <a:moveTo>
                    <a:pt x="7240" y="10312"/>
                  </a:moveTo>
                  <a:lnTo>
                    <a:pt x="7240" y="11456"/>
                  </a:lnTo>
                  <a:lnTo>
                    <a:pt x="4573" y="11456"/>
                  </a:lnTo>
                  <a:lnTo>
                    <a:pt x="4573" y="10312"/>
                  </a:lnTo>
                  <a:close/>
                  <a:moveTo>
                    <a:pt x="11527" y="10312"/>
                  </a:moveTo>
                  <a:lnTo>
                    <a:pt x="11527" y="11456"/>
                  </a:lnTo>
                  <a:lnTo>
                    <a:pt x="8860" y="11456"/>
                  </a:lnTo>
                  <a:lnTo>
                    <a:pt x="8860" y="10312"/>
                  </a:lnTo>
                  <a:close/>
                  <a:moveTo>
                    <a:pt x="3382" y="1"/>
                  </a:moveTo>
                  <a:cubicBezTo>
                    <a:pt x="3192" y="1"/>
                    <a:pt x="3049" y="358"/>
                    <a:pt x="3049" y="358"/>
                  </a:cubicBezTo>
                  <a:lnTo>
                    <a:pt x="3049" y="2597"/>
                  </a:lnTo>
                  <a:cubicBezTo>
                    <a:pt x="3049" y="2763"/>
                    <a:pt x="3192" y="2954"/>
                    <a:pt x="3406" y="2954"/>
                  </a:cubicBezTo>
                  <a:lnTo>
                    <a:pt x="5788" y="2954"/>
                  </a:lnTo>
                  <a:lnTo>
                    <a:pt x="5788" y="4502"/>
                  </a:lnTo>
                  <a:lnTo>
                    <a:pt x="2001" y="4502"/>
                  </a:lnTo>
                  <a:cubicBezTo>
                    <a:pt x="1739" y="4502"/>
                    <a:pt x="1525" y="4716"/>
                    <a:pt x="1525" y="4978"/>
                  </a:cubicBezTo>
                  <a:lnTo>
                    <a:pt x="1525" y="6264"/>
                  </a:lnTo>
                  <a:lnTo>
                    <a:pt x="358" y="6264"/>
                  </a:lnTo>
                  <a:cubicBezTo>
                    <a:pt x="191" y="6264"/>
                    <a:pt x="1" y="6407"/>
                    <a:pt x="1" y="6621"/>
                  </a:cubicBezTo>
                  <a:lnTo>
                    <a:pt x="1" y="7740"/>
                  </a:lnTo>
                  <a:cubicBezTo>
                    <a:pt x="1" y="7931"/>
                    <a:pt x="167" y="8098"/>
                    <a:pt x="358" y="8098"/>
                  </a:cubicBezTo>
                  <a:lnTo>
                    <a:pt x="1525" y="8098"/>
                  </a:lnTo>
                  <a:lnTo>
                    <a:pt x="1525" y="10003"/>
                  </a:lnTo>
                  <a:lnTo>
                    <a:pt x="358" y="10003"/>
                  </a:lnTo>
                  <a:cubicBezTo>
                    <a:pt x="191" y="10003"/>
                    <a:pt x="1" y="10146"/>
                    <a:pt x="1" y="10360"/>
                  </a:cubicBezTo>
                  <a:lnTo>
                    <a:pt x="1" y="11670"/>
                  </a:lnTo>
                  <a:cubicBezTo>
                    <a:pt x="1" y="11765"/>
                    <a:pt x="96" y="11860"/>
                    <a:pt x="191" y="11860"/>
                  </a:cubicBezTo>
                  <a:lnTo>
                    <a:pt x="1025" y="11860"/>
                  </a:lnTo>
                  <a:cubicBezTo>
                    <a:pt x="1049" y="11860"/>
                    <a:pt x="1072" y="11860"/>
                    <a:pt x="1072" y="11837"/>
                  </a:cubicBezTo>
                  <a:cubicBezTo>
                    <a:pt x="1191" y="11670"/>
                    <a:pt x="1120" y="11503"/>
                    <a:pt x="953" y="11503"/>
                  </a:cubicBezTo>
                  <a:lnTo>
                    <a:pt x="334" y="11503"/>
                  </a:lnTo>
                  <a:lnTo>
                    <a:pt x="334" y="10336"/>
                  </a:lnTo>
                  <a:lnTo>
                    <a:pt x="3025" y="10336"/>
                  </a:lnTo>
                  <a:lnTo>
                    <a:pt x="3025" y="11503"/>
                  </a:lnTo>
                  <a:lnTo>
                    <a:pt x="1763" y="11503"/>
                  </a:lnTo>
                  <a:cubicBezTo>
                    <a:pt x="1668" y="11503"/>
                    <a:pt x="1620" y="11551"/>
                    <a:pt x="1596" y="11646"/>
                  </a:cubicBezTo>
                  <a:cubicBezTo>
                    <a:pt x="1549" y="11765"/>
                    <a:pt x="1644" y="11860"/>
                    <a:pt x="1763" y="11860"/>
                  </a:cubicBezTo>
                  <a:lnTo>
                    <a:pt x="3049" y="11860"/>
                  </a:lnTo>
                  <a:cubicBezTo>
                    <a:pt x="3216" y="11860"/>
                    <a:pt x="3406" y="11717"/>
                    <a:pt x="3406" y="11503"/>
                  </a:cubicBezTo>
                  <a:lnTo>
                    <a:pt x="3406" y="10336"/>
                  </a:lnTo>
                  <a:cubicBezTo>
                    <a:pt x="3406" y="10146"/>
                    <a:pt x="3263" y="9979"/>
                    <a:pt x="3049" y="9979"/>
                  </a:cubicBezTo>
                  <a:lnTo>
                    <a:pt x="1882" y="9979"/>
                  </a:lnTo>
                  <a:lnTo>
                    <a:pt x="1882" y="8074"/>
                  </a:lnTo>
                  <a:lnTo>
                    <a:pt x="3049" y="8074"/>
                  </a:lnTo>
                  <a:cubicBezTo>
                    <a:pt x="3216" y="8074"/>
                    <a:pt x="3406" y="7931"/>
                    <a:pt x="3406" y="7717"/>
                  </a:cubicBezTo>
                  <a:lnTo>
                    <a:pt x="3406" y="6574"/>
                  </a:lnTo>
                  <a:cubicBezTo>
                    <a:pt x="3406" y="6407"/>
                    <a:pt x="3263" y="6216"/>
                    <a:pt x="3049" y="6216"/>
                  </a:cubicBezTo>
                  <a:lnTo>
                    <a:pt x="1882" y="6216"/>
                  </a:lnTo>
                  <a:lnTo>
                    <a:pt x="1882" y="4954"/>
                  </a:lnTo>
                  <a:cubicBezTo>
                    <a:pt x="1882" y="4859"/>
                    <a:pt x="1954" y="4787"/>
                    <a:pt x="2025" y="4787"/>
                  </a:cubicBezTo>
                  <a:lnTo>
                    <a:pt x="5788" y="4787"/>
                  </a:lnTo>
                  <a:lnTo>
                    <a:pt x="5788" y="6193"/>
                  </a:lnTo>
                  <a:lnTo>
                    <a:pt x="4597" y="6193"/>
                  </a:lnTo>
                  <a:cubicBezTo>
                    <a:pt x="4406" y="6193"/>
                    <a:pt x="4240" y="6359"/>
                    <a:pt x="4240" y="6550"/>
                  </a:cubicBezTo>
                  <a:lnTo>
                    <a:pt x="4240" y="7693"/>
                  </a:lnTo>
                  <a:cubicBezTo>
                    <a:pt x="4240" y="7860"/>
                    <a:pt x="4383" y="8050"/>
                    <a:pt x="4597" y="8050"/>
                  </a:cubicBezTo>
                  <a:lnTo>
                    <a:pt x="5788" y="8050"/>
                  </a:lnTo>
                  <a:lnTo>
                    <a:pt x="5788" y="9955"/>
                  </a:lnTo>
                  <a:lnTo>
                    <a:pt x="4597" y="9955"/>
                  </a:lnTo>
                  <a:cubicBezTo>
                    <a:pt x="4406" y="9955"/>
                    <a:pt x="4240" y="10098"/>
                    <a:pt x="4240" y="10312"/>
                  </a:cubicBezTo>
                  <a:lnTo>
                    <a:pt x="4240" y="11479"/>
                  </a:lnTo>
                  <a:cubicBezTo>
                    <a:pt x="4240" y="11646"/>
                    <a:pt x="4383" y="11837"/>
                    <a:pt x="4597" y="11837"/>
                  </a:cubicBezTo>
                  <a:lnTo>
                    <a:pt x="7264" y="11837"/>
                  </a:lnTo>
                  <a:cubicBezTo>
                    <a:pt x="7455" y="11837"/>
                    <a:pt x="7621" y="11670"/>
                    <a:pt x="7621" y="11479"/>
                  </a:cubicBezTo>
                  <a:lnTo>
                    <a:pt x="7621" y="10312"/>
                  </a:lnTo>
                  <a:cubicBezTo>
                    <a:pt x="7621" y="10122"/>
                    <a:pt x="7478" y="9955"/>
                    <a:pt x="7264" y="9955"/>
                  </a:cubicBezTo>
                  <a:lnTo>
                    <a:pt x="6097" y="9955"/>
                  </a:lnTo>
                  <a:lnTo>
                    <a:pt x="6097" y="8050"/>
                  </a:lnTo>
                  <a:lnTo>
                    <a:pt x="7264" y="8050"/>
                  </a:lnTo>
                  <a:cubicBezTo>
                    <a:pt x="7455" y="8050"/>
                    <a:pt x="7621" y="7907"/>
                    <a:pt x="7621" y="7693"/>
                  </a:cubicBezTo>
                  <a:lnTo>
                    <a:pt x="7621" y="6550"/>
                  </a:lnTo>
                  <a:cubicBezTo>
                    <a:pt x="7621" y="6383"/>
                    <a:pt x="7478" y="6193"/>
                    <a:pt x="7264" y="6193"/>
                  </a:cubicBezTo>
                  <a:lnTo>
                    <a:pt x="6097" y="6193"/>
                  </a:lnTo>
                  <a:lnTo>
                    <a:pt x="6097" y="4787"/>
                  </a:lnTo>
                  <a:lnTo>
                    <a:pt x="9860" y="4787"/>
                  </a:lnTo>
                  <a:cubicBezTo>
                    <a:pt x="9955" y="4787"/>
                    <a:pt x="10003" y="4859"/>
                    <a:pt x="10003" y="4954"/>
                  </a:cubicBezTo>
                  <a:lnTo>
                    <a:pt x="10003" y="6216"/>
                  </a:lnTo>
                  <a:lnTo>
                    <a:pt x="8836" y="6216"/>
                  </a:lnTo>
                  <a:cubicBezTo>
                    <a:pt x="8669" y="6216"/>
                    <a:pt x="8479" y="6383"/>
                    <a:pt x="8479" y="6574"/>
                  </a:cubicBezTo>
                  <a:lnTo>
                    <a:pt x="8479" y="7717"/>
                  </a:lnTo>
                  <a:cubicBezTo>
                    <a:pt x="8479" y="7883"/>
                    <a:pt x="8645" y="8074"/>
                    <a:pt x="8836" y="8074"/>
                  </a:cubicBezTo>
                  <a:lnTo>
                    <a:pt x="10003" y="8074"/>
                  </a:lnTo>
                  <a:lnTo>
                    <a:pt x="10003" y="9979"/>
                  </a:lnTo>
                  <a:lnTo>
                    <a:pt x="8836" y="9979"/>
                  </a:lnTo>
                  <a:cubicBezTo>
                    <a:pt x="8669" y="9979"/>
                    <a:pt x="8479" y="10122"/>
                    <a:pt x="8479" y="10336"/>
                  </a:cubicBezTo>
                  <a:lnTo>
                    <a:pt x="8479" y="11503"/>
                  </a:lnTo>
                  <a:cubicBezTo>
                    <a:pt x="8479" y="11670"/>
                    <a:pt x="8645" y="11860"/>
                    <a:pt x="8836" y="11860"/>
                  </a:cubicBezTo>
                  <a:lnTo>
                    <a:pt x="11527" y="11860"/>
                  </a:lnTo>
                  <a:cubicBezTo>
                    <a:pt x="11694" y="11860"/>
                    <a:pt x="11884" y="11717"/>
                    <a:pt x="11884" y="11503"/>
                  </a:cubicBezTo>
                  <a:lnTo>
                    <a:pt x="11884" y="10336"/>
                  </a:lnTo>
                  <a:cubicBezTo>
                    <a:pt x="11884" y="10146"/>
                    <a:pt x="11741" y="9979"/>
                    <a:pt x="11527" y="9979"/>
                  </a:cubicBezTo>
                  <a:lnTo>
                    <a:pt x="10336" y="9979"/>
                  </a:lnTo>
                  <a:lnTo>
                    <a:pt x="10336" y="8074"/>
                  </a:lnTo>
                  <a:lnTo>
                    <a:pt x="11503" y="8074"/>
                  </a:lnTo>
                  <a:cubicBezTo>
                    <a:pt x="11670" y="8074"/>
                    <a:pt x="11860" y="7931"/>
                    <a:pt x="11860" y="7717"/>
                  </a:cubicBezTo>
                  <a:lnTo>
                    <a:pt x="11860" y="6574"/>
                  </a:lnTo>
                  <a:cubicBezTo>
                    <a:pt x="11860" y="6407"/>
                    <a:pt x="11717" y="6216"/>
                    <a:pt x="11503" y="6216"/>
                  </a:cubicBezTo>
                  <a:lnTo>
                    <a:pt x="10336" y="6216"/>
                  </a:lnTo>
                  <a:lnTo>
                    <a:pt x="10336" y="4954"/>
                  </a:lnTo>
                  <a:cubicBezTo>
                    <a:pt x="10336" y="4692"/>
                    <a:pt x="10122" y="4478"/>
                    <a:pt x="9860" y="4478"/>
                  </a:cubicBezTo>
                  <a:lnTo>
                    <a:pt x="6121" y="4478"/>
                  </a:lnTo>
                  <a:lnTo>
                    <a:pt x="6121" y="2930"/>
                  </a:lnTo>
                  <a:lnTo>
                    <a:pt x="8502" y="2930"/>
                  </a:lnTo>
                  <a:cubicBezTo>
                    <a:pt x="8669" y="2930"/>
                    <a:pt x="8860" y="2763"/>
                    <a:pt x="8860" y="2573"/>
                  </a:cubicBezTo>
                  <a:lnTo>
                    <a:pt x="8860" y="191"/>
                  </a:lnTo>
                  <a:cubicBezTo>
                    <a:pt x="8860" y="96"/>
                    <a:pt x="8764" y="1"/>
                    <a:pt x="8669" y="1"/>
                  </a:cubicBezTo>
                  <a:lnTo>
                    <a:pt x="7359" y="1"/>
                  </a:lnTo>
                  <a:cubicBezTo>
                    <a:pt x="7336" y="1"/>
                    <a:pt x="7312" y="1"/>
                    <a:pt x="7312" y="25"/>
                  </a:cubicBezTo>
                  <a:cubicBezTo>
                    <a:pt x="7193" y="191"/>
                    <a:pt x="7264" y="358"/>
                    <a:pt x="7431" y="358"/>
                  </a:cubicBezTo>
                  <a:lnTo>
                    <a:pt x="8526" y="358"/>
                  </a:lnTo>
                  <a:lnTo>
                    <a:pt x="8526" y="2597"/>
                  </a:lnTo>
                  <a:lnTo>
                    <a:pt x="3382" y="2597"/>
                  </a:lnTo>
                  <a:lnTo>
                    <a:pt x="3382" y="358"/>
                  </a:lnTo>
                  <a:lnTo>
                    <a:pt x="6621" y="358"/>
                  </a:lnTo>
                  <a:cubicBezTo>
                    <a:pt x="6716" y="358"/>
                    <a:pt x="6788" y="263"/>
                    <a:pt x="6788" y="191"/>
                  </a:cubicBezTo>
                  <a:cubicBezTo>
                    <a:pt x="6788" y="96"/>
                    <a:pt x="6716" y="1"/>
                    <a:pt x="66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6" name="Google Shape;22336;p98"/>
          <p:cNvGrpSpPr/>
          <p:nvPr/>
        </p:nvGrpSpPr>
        <p:grpSpPr>
          <a:xfrm>
            <a:off x="7736872" y="2295966"/>
            <a:ext cx="355039" cy="353608"/>
            <a:chOff x="7393967" y="2448366"/>
            <a:chExt cx="355039" cy="353608"/>
          </a:xfrm>
        </p:grpSpPr>
        <p:sp>
          <p:nvSpPr>
            <p:cNvPr id="22337" name="Google Shape;22337;p98"/>
            <p:cNvSpPr/>
            <p:nvPr/>
          </p:nvSpPr>
          <p:spPr>
            <a:xfrm>
              <a:off x="7399662" y="2454031"/>
              <a:ext cx="160494" cy="160494"/>
            </a:xfrm>
            <a:custGeom>
              <a:rect b="b" l="l" r="r" t="t"/>
              <a:pathLst>
                <a:path extrusionOk="0" h="5383" w="5383">
                  <a:moveTo>
                    <a:pt x="5335" y="1"/>
                  </a:moveTo>
                  <a:cubicBezTo>
                    <a:pt x="2406" y="25"/>
                    <a:pt x="24" y="2406"/>
                    <a:pt x="0" y="5335"/>
                  </a:cubicBezTo>
                  <a:cubicBezTo>
                    <a:pt x="0" y="5359"/>
                    <a:pt x="24" y="5383"/>
                    <a:pt x="48" y="5383"/>
                  </a:cubicBezTo>
                  <a:lnTo>
                    <a:pt x="5382" y="5383"/>
                  </a:lnTo>
                  <a:lnTo>
                    <a:pt x="5382" y="49"/>
                  </a:lnTo>
                  <a:cubicBezTo>
                    <a:pt x="5382" y="25"/>
                    <a:pt x="5359" y="1"/>
                    <a:pt x="5335"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98"/>
            <p:cNvSpPr/>
            <p:nvPr/>
          </p:nvSpPr>
          <p:spPr>
            <a:xfrm>
              <a:off x="7399662" y="2635815"/>
              <a:ext cx="274089" cy="160494"/>
            </a:xfrm>
            <a:custGeom>
              <a:rect b="b" l="l" r="r" t="t"/>
              <a:pathLst>
                <a:path extrusionOk="0" h="5383" w="9193">
                  <a:moveTo>
                    <a:pt x="48" y="0"/>
                  </a:moveTo>
                  <a:cubicBezTo>
                    <a:pt x="24" y="0"/>
                    <a:pt x="0" y="24"/>
                    <a:pt x="0" y="72"/>
                  </a:cubicBezTo>
                  <a:cubicBezTo>
                    <a:pt x="24" y="3001"/>
                    <a:pt x="2429" y="5382"/>
                    <a:pt x="5382" y="5382"/>
                  </a:cubicBezTo>
                  <a:cubicBezTo>
                    <a:pt x="6883" y="5382"/>
                    <a:pt x="8192" y="4787"/>
                    <a:pt x="9169" y="3835"/>
                  </a:cubicBezTo>
                  <a:cubicBezTo>
                    <a:pt x="9193" y="3811"/>
                    <a:pt x="9193" y="3787"/>
                    <a:pt x="9169" y="3763"/>
                  </a:cubicBezTo>
                  <a:lnTo>
                    <a:pt x="5716"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98"/>
            <p:cNvSpPr/>
            <p:nvPr/>
          </p:nvSpPr>
          <p:spPr>
            <a:xfrm>
              <a:off x="7423097" y="2721713"/>
              <a:ext cx="250655" cy="76028"/>
            </a:xfrm>
            <a:custGeom>
              <a:rect b="b" l="l" r="r" t="t"/>
              <a:pathLst>
                <a:path extrusionOk="0" h="2550" w="8407">
                  <a:moveTo>
                    <a:pt x="0" y="1"/>
                  </a:moveTo>
                  <a:cubicBezTo>
                    <a:pt x="953" y="1525"/>
                    <a:pt x="2667" y="2549"/>
                    <a:pt x="4596" y="2549"/>
                  </a:cubicBezTo>
                  <a:cubicBezTo>
                    <a:pt x="6097" y="2549"/>
                    <a:pt x="7406" y="1954"/>
                    <a:pt x="8383" y="1001"/>
                  </a:cubicBezTo>
                  <a:cubicBezTo>
                    <a:pt x="8407" y="954"/>
                    <a:pt x="8407" y="906"/>
                    <a:pt x="8383" y="906"/>
                  </a:cubicBezTo>
                  <a:lnTo>
                    <a:pt x="8073" y="573"/>
                  </a:lnTo>
                  <a:cubicBezTo>
                    <a:pt x="7097" y="1525"/>
                    <a:pt x="5763" y="2120"/>
                    <a:pt x="4311" y="2120"/>
                  </a:cubicBezTo>
                  <a:cubicBezTo>
                    <a:pt x="2548" y="2120"/>
                    <a:pt x="1000" y="1287"/>
                    <a:pt x="0"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98"/>
            <p:cNvSpPr/>
            <p:nvPr/>
          </p:nvSpPr>
          <p:spPr>
            <a:xfrm>
              <a:off x="7581416" y="2454031"/>
              <a:ext cx="160494" cy="278204"/>
            </a:xfrm>
            <a:custGeom>
              <a:rect b="b" l="l" r="r" t="t"/>
              <a:pathLst>
                <a:path extrusionOk="0" h="9331" w="5383">
                  <a:moveTo>
                    <a:pt x="72" y="1"/>
                  </a:moveTo>
                  <a:cubicBezTo>
                    <a:pt x="25" y="1"/>
                    <a:pt x="1" y="25"/>
                    <a:pt x="1" y="49"/>
                  </a:cubicBezTo>
                  <a:lnTo>
                    <a:pt x="1" y="5383"/>
                  </a:lnTo>
                  <a:lnTo>
                    <a:pt x="3597" y="9312"/>
                  </a:lnTo>
                  <a:cubicBezTo>
                    <a:pt x="3621" y="9324"/>
                    <a:pt x="3638" y="9330"/>
                    <a:pt x="3653" y="9330"/>
                  </a:cubicBezTo>
                  <a:cubicBezTo>
                    <a:pt x="3668" y="9330"/>
                    <a:pt x="3680" y="9324"/>
                    <a:pt x="3692" y="9312"/>
                  </a:cubicBezTo>
                  <a:cubicBezTo>
                    <a:pt x="4645" y="8336"/>
                    <a:pt x="5383" y="6836"/>
                    <a:pt x="5383" y="5383"/>
                  </a:cubicBezTo>
                  <a:cubicBezTo>
                    <a:pt x="5383" y="2430"/>
                    <a:pt x="3001" y="25"/>
                    <a:pt x="7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98"/>
            <p:cNvSpPr/>
            <p:nvPr/>
          </p:nvSpPr>
          <p:spPr>
            <a:xfrm>
              <a:off x="7655269" y="2471085"/>
              <a:ext cx="88074" cy="261150"/>
            </a:xfrm>
            <a:custGeom>
              <a:rect b="b" l="l" r="r" t="t"/>
              <a:pathLst>
                <a:path extrusionOk="0" h="8759" w="2954">
                  <a:moveTo>
                    <a:pt x="0" y="0"/>
                  </a:moveTo>
                  <a:lnTo>
                    <a:pt x="0" y="0"/>
                  </a:lnTo>
                  <a:cubicBezTo>
                    <a:pt x="1501" y="953"/>
                    <a:pt x="2525" y="2644"/>
                    <a:pt x="2525" y="4573"/>
                  </a:cubicBezTo>
                  <a:cubicBezTo>
                    <a:pt x="2525" y="6002"/>
                    <a:pt x="1810" y="7454"/>
                    <a:pt x="882" y="8455"/>
                  </a:cubicBezTo>
                  <a:lnTo>
                    <a:pt x="1167" y="8740"/>
                  </a:lnTo>
                  <a:cubicBezTo>
                    <a:pt x="1179" y="8752"/>
                    <a:pt x="1191" y="8758"/>
                    <a:pt x="1203" y="8758"/>
                  </a:cubicBezTo>
                  <a:cubicBezTo>
                    <a:pt x="1215" y="8758"/>
                    <a:pt x="1227" y="8752"/>
                    <a:pt x="1239" y="8740"/>
                  </a:cubicBezTo>
                  <a:cubicBezTo>
                    <a:pt x="2191" y="7764"/>
                    <a:pt x="2953" y="6264"/>
                    <a:pt x="2953" y="4811"/>
                  </a:cubicBezTo>
                  <a:cubicBezTo>
                    <a:pt x="2953" y="2692"/>
                    <a:pt x="1715" y="882"/>
                    <a:pt x="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98"/>
            <p:cNvSpPr/>
            <p:nvPr/>
          </p:nvSpPr>
          <p:spPr>
            <a:xfrm>
              <a:off x="7393967" y="2448366"/>
              <a:ext cx="171854" cy="171854"/>
            </a:xfrm>
            <a:custGeom>
              <a:rect b="b" l="l" r="r" t="t"/>
              <a:pathLst>
                <a:path extrusionOk="0" h="5764" w="5764">
                  <a:moveTo>
                    <a:pt x="5526" y="0"/>
                  </a:moveTo>
                  <a:cubicBezTo>
                    <a:pt x="4525" y="0"/>
                    <a:pt x="3573" y="310"/>
                    <a:pt x="2716" y="810"/>
                  </a:cubicBezTo>
                  <a:cubicBezTo>
                    <a:pt x="1906" y="1286"/>
                    <a:pt x="1239" y="2001"/>
                    <a:pt x="763" y="2834"/>
                  </a:cubicBezTo>
                  <a:cubicBezTo>
                    <a:pt x="691" y="2930"/>
                    <a:pt x="715" y="3025"/>
                    <a:pt x="810" y="3072"/>
                  </a:cubicBezTo>
                  <a:cubicBezTo>
                    <a:pt x="844" y="3097"/>
                    <a:pt x="877" y="3108"/>
                    <a:pt x="908" y="3108"/>
                  </a:cubicBezTo>
                  <a:cubicBezTo>
                    <a:pt x="966" y="3108"/>
                    <a:pt x="1018" y="3071"/>
                    <a:pt x="1049" y="3025"/>
                  </a:cubicBezTo>
                  <a:cubicBezTo>
                    <a:pt x="1501" y="2239"/>
                    <a:pt x="2120" y="1596"/>
                    <a:pt x="2906" y="1144"/>
                  </a:cubicBezTo>
                  <a:cubicBezTo>
                    <a:pt x="3644" y="691"/>
                    <a:pt x="4525" y="429"/>
                    <a:pt x="5407" y="405"/>
                  </a:cubicBezTo>
                  <a:lnTo>
                    <a:pt x="5407" y="5430"/>
                  </a:lnTo>
                  <a:lnTo>
                    <a:pt x="358" y="5430"/>
                  </a:lnTo>
                  <a:cubicBezTo>
                    <a:pt x="406" y="4835"/>
                    <a:pt x="525" y="4263"/>
                    <a:pt x="715" y="3739"/>
                  </a:cubicBezTo>
                  <a:cubicBezTo>
                    <a:pt x="763" y="3644"/>
                    <a:pt x="715" y="3549"/>
                    <a:pt x="644" y="3501"/>
                  </a:cubicBezTo>
                  <a:cubicBezTo>
                    <a:pt x="617" y="3488"/>
                    <a:pt x="591" y="3482"/>
                    <a:pt x="565" y="3482"/>
                  </a:cubicBezTo>
                  <a:cubicBezTo>
                    <a:pt x="499" y="3482"/>
                    <a:pt x="440" y="3521"/>
                    <a:pt x="406" y="3573"/>
                  </a:cubicBezTo>
                  <a:cubicBezTo>
                    <a:pt x="167" y="4216"/>
                    <a:pt x="48" y="4859"/>
                    <a:pt x="1" y="5525"/>
                  </a:cubicBezTo>
                  <a:cubicBezTo>
                    <a:pt x="1" y="5573"/>
                    <a:pt x="48" y="5644"/>
                    <a:pt x="72" y="5668"/>
                  </a:cubicBezTo>
                  <a:cubicBezTo>
                    <a:pt x="96" y="5716"/>
                    <a:pt x="191" y="5764"/>
                    <a:pt x="239" y="5764"/>
                  </a:cubicBezTo>
                  <a:lnTo>
                    <a:pt x="5573" y="5764"/>
                  </a:lnTo>
                  <a:cubicBezTo>
                    <a:pt x="5669" y="5764"/>
                    <a:pt x="5764" y="5668"/>
                    <a:pt x="5764" y="5573"/>
                  </a:cubicBezTo>
                  <a:lnTo>
                    <a:pt x="5764" y="239"/>
                  </a:lnTo>
                  <a:cubicBezTo>
                    <a:pt x="5764" y="191"/>
                    <a:pt x="5716" y="120"/>
                    <a:pt x="5692" y="96"/>
                  </a:cubicBezTo>
                  <a:cubicBezTo>
                    <a:pt x="5645" y="48"/>
                    <a:pt x="5573" y="0"/>
                    <a:pt x="55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98"/>
            <p:cNvSpPr/>
            <p:nvPr/>
          </p:nvSpPr>
          <p:spPr>
            <a:xfrm>
              <a:off x="7393967" y="2630120"/>
              <a:ext cx="285479" cy="171854"/>
            </a:xfrm>
            <a:custGeom>
              <a:rect b="b" l="l" r="r" t="t"/>
              <a:pathLst>
                <a:path extrusionOk="0" h="5764" w="9575">
                  <a:moveTo>
                    <a:pt x="5811" y="382"/>
                  </a:moveTo>
                  <a:lnTo>
                    <a:pt x="9145" y="4002"/>
                  </a:lnTo>
                  <a:cubicBezTo>
                    <a:pt x="8193" y="4930"/>
                    <a:pt x="6907" y="5431"/>
                    <a:pt x="5573" y="5431"/>
                  </a:cubicBezTo>
                  <a:cubicBezTo>
                    <a:pt x="4168" y="5431"/>
                    <a:pt x="2906" y="4907"/>
                    <a:pt x="1906" y="3906"/>
                  </a:cubicBezTo>
                  <a:cubicBezTo>
                    <a:pt x="953" y="2954"/>
                    <a:pt x="406" y="1716"/>
                    <a:pt x="358" y="382"/>
                  </a:cubicBezTo>
                  <a:close/>
                  <a:moveTo>
                    <a:pt x="286" y="1"/>
                  </a:moveTo>
                  <a:cubicBezTo>
                    <a:pt x="215" y="1"/>
                    <a:pt x="191" y="1"/>
                    <a:pt x="120" y="49"/>
                  </a:cubicBezTo>
                  <a:cubicBezTo>
                    <a:pt x="72" y="96"/>
                    <a:pt x="1" y="168"/>
                    <a:pt x="1" y="263"/>
                  </a:cubicBezTo>
                  <a:cubicBezTo>
                    <a:pt x="25" y="1739"/>
                    <a:pt x="596" y="3121"/>
                    <a:pt x="1668" y="4145"/>
                  </a:cubicBezTo>
                  <a:cubicBezTo>
                    <a:pt x="2716" y="5192"/>
                    <a:pt x="4121" y="5764"/>
                    <a:pt x="5597" y="5764"/>
                  </a:cubicBezTo>
                  <a:cubicBezTo>
                    <a:pt x="7074" y="5764"/>
                    <a:pt x="8455" y="5192"/>
                    <a:pt x="9503" y="4192"/>
                  </a:cubicBezTo>
                  <a:cubicBezTo>
                    <a:pt x="9574" y="4097"/>
                    <a:pt x="9574" y="3954"/>
                    <a:pt x="9479" y="3859"/>
                  </a:cubicBezTo>
                  <a:lnTo>
                    <a:pt x="6026" y="72"/>
                  </a:lnTo>
                  <a:cubicBezTo>
                    <a:pt x="6002" y="49"/>
                    <a:pt x="5931" y="1"/>
                    <a:pt x="5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98"/>
            <p:cNvSpPr/>
            <p:nvPr/>
          </p:nvSpPr>
          <p:spPr>
            <a:xfrm>
              <a:off x="7576467" y="2448366"/>
              <a:ext cx="172539" cy="289712"/>
            </a:xfrm>
            <a:custGeom>
              <a:rect b="b" l="l" r="r" t="t"/>
              <a:pathLst>
                <a:path extrusionOk="0" h="9717" w="5787">
                  <a:moveTo>
                    <a:pt x="238" y="0"/>
                  </a:moveTo>
                  <a:cubicBezTo>
                    <a:pt x="143" y="0"/>
                    <a:pt x="48" y="72"/>
                    <a:pt x="24" y="167"/>
                  </a:cubicBezTo>
                  <a:cubicBezTo>
                    <a:pt x="0" y="191"/>
                    <a:pt x="0" y="215"/>
                    <a:pt x="0" y="286"/>
                  </a:cubicBezTo>
                  <a:lnTo>
                    <a:pt x="0" y="5573"/>
                  </a:lnTo>
                  <a:cubicBezTo>
                    <a:pt x="0" y="5597"/>
                    <a:pt x="24" y="5668"/>
                    <a:pt x="48" y="5692"/>
                  </a:cubicBezTo>
                  <a:lnTo>
                    <a:pt x="1000" y="6740"/>
                  </a:lnTo>
                  <a:cubicBezTo>
                    <a:pt x="1039" y="6766"/>
                    <a:pt x="1093" y="6785"/>
                    <a:pt x="1141" y="6785"/>
                  </a:cubicBezTo>
                  <a:cubicBezTo>
                    <a:pt x="1181" y="6785"/>
                    <a:pt x="1217" y="6772"/>
                    <a:pt x="1238" y="6740"/>
                  </a:cubicBezTo>
                  <a:cubicBezTo>
                    <a:pt x="1310" y="6668"/>
                    <a:pt x="1334" y="6549"/>
                    <a:pt x="1238" y="6502"/>
                  </a:cubicBezTo>
                  <a:lnTo>
                    <a:pt x="357" y="5525"/>
                  </a:lnTo>
                  <a:lnTo>
                    <a:pt x="357" y="358"/>
                  </a:lnTo>
                  <a:cubicBezTo>
                    <a:pt x="1691" y="405"/>
                    <a:pt x="2929" y="953"/>
                    <a:pt x="3882" y="1906"/>
                  </a:cubicBezTo>
                  <a:cubicBezTo>
                    <a:pt x="4882" y="2906"/>
                    <a:pt x="5406" y="4216"/>
                    <a:pt x="5406" y="5573"/>
                  </a:cubicBezTo>
                  <a:cubicBezTo>
                    <a:pt x="5406" y="6859"/>
                    <a:pt x="4811" y="8264"/>
                    <a:pt x="3834" y="9288"/>
                  </a:cubicBezTo>
                  <a:lnTo>
                    <a:pt x="1810" y="7073"/>
                  </a:lnTo>
                  <a:cubicBezTo>
                    <a:pt x="1772" y="7035"/>
                    <a:pt x="1720" y="7010"/>
                    <a:pt x="1673" y="7010"/>
                  </a:cubicBezTo>
                  <a:cubicBezTo>
                    <a:pt x="1632" y="7010"/>
                    <a:pt x="1594" y="7029"/>
                    <a:pt x="1572" y="7073"/>
                  </a:cubicBezTo>
                  <a:cubicBezTo>
                    <a:pt x="1500" y="7121"/>
                    <a:pt x="1477" y="7240"/>
                    <a:pt x="1572" y="7311"/>
                  </a:cubicBezTo>
                  <a:lnTo>
                    <a:pt x="3691" y="9621"/>
                  </a:lnTo>
                  <a:cubicBezTo>
                    <a:pt x="3739" y="9693"/>
                    <a:pt x="3810" y="9717"/>
                    <a:pt x="3858" y="9717"/>
                  </a:cubicBezTo>
                  <a:cubicBezTo>
                    <a:pt x="3929" y="9717"/>
                    <a:pt x="3977" y="9669"/>
                    <a:pt x="4049" y="9645"/>
                  </a:cubicBezTo>
                  <a:cubicBezTo>
                    <a:pt x="5120" y="8550"/>
                    <a:pt x="5787" y="7002"/>
                    <a:pt x="5787" y="5597"/>
                  </a:cubicBezTo>
                  <a:cubicBezTo>
                    <a:pt x="5739" y="4120"/>
                    <a:pt x="5168" y="2715"/>
                    <a:pt x="4120" y="1667"/>
                  </a:cubicBezTo>
                  <a:cubicBezTo>
                    <a:pt x="3096" y="643"/>
                    <a:pt x="1715" y="48"/>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5" name="Google Shape;22345;p98"/>
          <p:cNvGrpSpPr/>
          <p:nvPr/>
        </p:nvGrpSpPr>
        <p:grpSpPr>
          <a:xfrm>
            <a:off x="6997974" y="2295966"/>
            <a:ext cx="354353" cy="352922"/>
            <a:chOff x="6731270" y="2448366"/>
            <a:chExt cx="354353" cy="352922"/>
          </a:xfrm>
        </p:grpSpPr>
        <p:sp>
          <p:nvSpPr>
            <p:cNvPr id="22346" name="Google Shape;22346;p98"/>
            <p:cNvSpPr/>
            <p:nvPr/>
          </p:nvSpPr>
          <p:spPr>
            <a:xfrm>
              <a:off x="6876142" y="2592493"/>
              <a:ext cx="203786" cy="205246"/>
            </a:xfrm>
            <a:custGeom>
              <a:rect b="b" l="l" r="r" t="t"/>
              <a:pathLst>
                <a:path extrusionOk="0" h="6884" w="6835">
                  <a:moveTo>
                    <a:pt x="3096" y="1"/>
                  </a:moveTo>
                  <a:cubicBezTo>
                    <a:pt x="3001" y="1"/>
                    <a:pt x="2905" y="96"/>
                    <a:pt x="2905" y="167"/>
                  </a:cubicBezTo>
                  <a:lnTo>
                    <a:pt x="2905" y="596"/>
                  </a:lnTo>
                  <a:cubicBezTo>
                    <a:pt x="2905" y="691"/>
                    <a:pt x="2858" y="739"/>
                    <a:pt x="2786" y="739"/>
                  </a:cubicBezTo>
                  <a:cubicBezTo>
                    <a:pt x="2501" y="810"/>
                    <a:pt x="2239" y="930"/>
                    <a:pt x="1953" y="1072"/>
                  </a:cubicBezTo>
                  <a:cubicBezTo>
                    <a:pt x="1933" y="1082"/>
                    <a:pt x="1905" y="1088"/>
                    <a:pt x="1876" y="1088"/>
                  </a:cubicBezTo>
                  <a:cubicBezTo>
                    <a:pt x="1835" y="1088"/>
                    <a:pt x="1790" y="1076"/>
                    <a:pt x="1762" y="1049"/>
                  </a:cubicBezTo>
                  <a:lnTo>
                    <a:pt x="1453" y="739"/>
                  </a:lnTo>
                  <a:cubicBezTo>
                    <a:pt x="1429" y="715"/>
                    <a:pt x="1387" y="703"/>
                    <a:pt x="1343" y="703"/>
                  </a:cubicBezTo>
                  <a:cubicBezTo>
                    <a:pt x="1298" y="703"/>
                    <a:pt x="1250" y="715"/>
                    <a:pt x="1215" y="739"/>
                  </a:cubicBezTo>
                  <a:lnTo>
                    <a:pt x="738" y="1215"/>
                  </a:lnTo>
                  <a:cubicBezTo>
                    <a:pt x="691" y="1287"/>
                    <a:pt x="691" y="1406"/>
                    <a:pt x="738" y="1453"/>
                  </a:cubicBezTo>
                  <a:lnTo>
                    <a:pt x="1048" y="1763"/>
                  </a:lnTo>
                  <a:cubicBezTo>
                    <a:pt x="1096" y="1811"/>
                    <a:pt x="1096" y="1906"/>
                    <a:pt x="1072" y="1954"/>
                  </a:cubicBezTo>
                  <a:cubicBezTo>
                    <a:pt x="929" y="2192"/>
                    <a:pt x="810" y="2501"/>
                    <a:pt x="738" y="2787"/>
                  </a:cubicBezTo>
                  <a:cubicBezTo>
                    <a:pt x="715" y="2882"/>
                    <a:pt x="643" y="2906"/>
                    <a:pt x="595" y="2906"/>
                  </a:cubicBezTo>
                  <a:lnTo>
                    <a:pt x="167" y="2906"/>
                  </a:lnTo>
                  <a:cubicBezTo>
                    <a:pt x="95" y="2906"/>
                    <a:pt x="0" y="3001"/>
                    <a:pt x="0" y="3097"/>
                  </a:cubicBezTo>
                  <a:lnTo>
                    <a:pt x="0" y="3787"/>
                  </a:lnTo>
                  <a:cubicBezTo>
                    <a:pt x="0" y="3859"/>
                    <a:pt x="95" y="3954"/>
                    <a:pt x="167" y="3954"/>
                  </a:cubicBezTo>
                  <a:lnTo>
                    <a:pt x="595" y="3954"/>
                  </a:lnTo>
                  <a:cubicBezTo>
                    <a:pt x="691" y="3954"/>
                    <a:pt x="738" y="4025"/>
                    <a:pt x="738" y="4073"/>
                  </a:cubicBezTo>
                  <a:cubicBezTo>
                    <a:pt x="810" y="4383"/>
                    <a:pt x="929" y="4645"/>
                    <a:pt x="1072" y="4907"/>
                  </a:cubicBezTo>
                  <a:cubicBezTo>
                    <a:pt x="1096" y="4978"/>
                    <a:pt x="1096" y="5049"/>
                    <a:pt x="1048" y="5121"/>
                  </a:cubicBezTo>
                  <a:lnTo>
                    <a:pt x="738" y="5407"/>
                  </a:lnTo>
                  <a:cubicBezTo>
                    <a:pt x="691" y="5478"/>
                    <a:pt x="691" y="5597"/>
                    <a:pt x="738" y="5645"/>
                  </a:cubicBezTo>
                  <a:lnTo>
                    <a:pt x="1215" y="6121"/>
                  </a:lnTo>
                  <a:cubicBezTo>
                    <a:pt x="1250" y="6157"/>
                    <a:pt x="1298" y="6175"/>
                    <a:pt x="1343" y="6175"/>
                  </a:cubicBezTo>
                  <a:cubicBezTo>
                    <a:pt x="1387" y="6175"/>
                    <a:pt x="1429" y="6157"/>
                    <a:pt x="1453" y="6121"/>
                  </a:cubicBezTo>
                  <a:lnTo>
                    <a:pt x="1762" y="5835"/>
                  </a:lnTo>
                  <a:cubicBezTo>
                    <a:pt x="1793" y="5790"/>
                    <a:pt x="1842" y="5773"/>
                    <a:pt x="1886" y="5773"/>
                  </a:cubicBezTo>
                  <a:cubicBezTo>
                    <a:pt x="1912" y="5773"/>
                    <a:pt x="1935" y="5779"/>
                    <a:pt x="1953" y="5788"/>
                  </a:cubicBezTo>
                  <a:cubicBezTo>
                    <a:pt x="2191" y="5954"/>
                    <a:pt x="2501" y="6073"/>
                    <a:pt x="2786" y="6121"/>
                  </a:cubicBezTo>
                  <a:cubicBezTo>
                    <a:pt x="2882" y="6169"/>
                    <a:pt x="2905" y="6216"/>
                    <a:pt x="2905" y="6288"/>
                  </a:cubicBezTo>
                  <a:lnTo>
                    <a:pt x="2905" y="6693"/>
                  </a:lnTo>
                  <a:cubicBezTo>
                    <a:pt x="2905" y="6788"/>
                    <a:pt x="3001" y="6883"/>
                    <a:pt x="3096" y="6883"/>
                  </a:cubicBezTo>
                  <a:lnTo>
                    <a:pt x="3739" y="6883"/>
                  </a:lnTo>
                  <a:cubicBezTo>
                    <a:pt x="3834" y="6883"/>
                    <a:pt x="3929" y="6788"/>
                    <a:pt x="3929" y="6693"/>
                  </a:cubicBezTo>
                  <a:lnTo>
                    <a:pt x="3929" y="6288"/>
                  </a:lnTo>
                  <a:cubicBezTo>
                    <a:pt x="3929" y="6192"/>
                    <a:pt x="3977" y="6121"/>
                    <a:pt x="4049" y="6121"/>
                  </a:cubicBezTo>
                  <a:cubicBezTo>
                    <a:pt x="4334" y="6073"/>
                    <a:pt x="4620" y="5954"/>
                    <a:pt x="4882" y="5788"/>
                  </a:cubicBezTo>
                  <a:cubicBezTo>
                    <a:pt x="4900" y="5779"/>
                    <a:pt x="4923" y="5773"/>
                    <a:pt x="4950" y="5773"/>
                  </a:cubicBezTo>
                  <a:cubicBezTo>
                    <a:pt x="4996" y="5773"/>
                    <a:pt x="5051" y="5790"/>
                    <a:pt x="5096" y="5835"/>
                  </a:cubicBezTo>
                  <a:lnTo>
                    <a:pt x="5382" y="6121"/>
                  </a:lnTo>
                  <a:cubicBezTo>
                    <a:pt x="5418" y="6157"/>
                    <a:pt x="5466" y="6175"/>
                    <a:pt x="5510" y="6175"/>
                  </a:cubicBezTo>
                  <a:cubicBezTo>
                    <a:pt x="5555" y="6175"/>
                    <a:pt x="5597" y="6157"/>
                    <a:pt x="5620" y="6121"/>
                  </a:cubicBezTo>
                  <a:lnTo>
                    <a:pt x="6097" y="5645"/>
                  </a:lnTo>
                  <a:cubicBezTo>
                    <a:pt x="6168" y="5597"/>
                    <a:pt x="6168" y="5478"/>
                    <a:pt x="6097" y="5407"/>
                  </a:cubicBezTo>
                  <a:lnTo>
                    <a:pt x="5811" y="5121"/>
                  </a:lnTo>
                  <a:cubicBezTo>
                    <a:pt x="5739" y="5049"/>
                    <a:pt x="5739" y="4978"/>
                    <a:pt x="5763" y="4907"/>
                  </a:cubicBezTo>
                  <a:cubicBezTo>
                    <a:pt x="5930" y="4668"/>
                    <a:pt x="6049" y="4383"/>
                    <a:pt x="6097" y="4073"/>
                  </a:cubicBezTo>
                  <a:cubicBezTo>
                    <a:pt x="6120" y="3978"/>
                    <a:pt x="6192" y="3954"/>
                    <a:pt x="6239" y="3954"/>
                  </a:cubicBezTo>
                  <a:lnTo>
                    <a:pt x="6668" y="3954"/>
                  </a:lnTo>
                  <a:cubicBezTo>
                    <a:pt x="6763" y="3930"/>
                    <a:pt x="6835" y="3859"/>
                    <a:pt x="6835" y="3787"/>
                  </a:cubicBezTo>
                  <a:lnTo>
                    <a:pt x="6835" y="3097"/>
                  </a:lnTo>
                  <a:cubicBezTo>
                    <a:pt x="6835" y="3001"/>
                    <a:pt x="6763" y="2906"/>
                    <a:pt x="6668" y="2906"/>
                  </a:cubicBezTo>
                  <a:lnTo>
                    <a:pt x="6239" y="2906"/>
                  </a:lnTo>
                  <a:cubicBezTo>
                    <a:pt x="6168" y="2906"/>
                    <a:pt x="6097" y="2858"/>
                    <a:pt x="6097" y="2787"/>
                  </a:cubicBezTo>
                  <a:cubicBezTo>
                    <a:pt x="6049" y="2501"/>
                    <a:pt x="5930" y="2239"/>
                    <a:pt x="5763" y="1954"/>
                  </a:cubicBezTo>
                  <a:cubicBezTo>
                    <a:pt x="5739" y="1906"/>
                    <a:pt x="5739" y="1811"/>
                    <a:pt x="5811" y="1763"/>
                  </a:cubicBezTo>
                  <a:lnTo>
                    <a:pt x="6097" y="1453"/>
                  </a:lnTo>
                  <a:cubicBezTo>
                    <a:pt x="6168" y="1406"/>
                    <a:pt x="6168" y="1287"/>
                    <a:pt x="6097" y="1215"/>
                  </a:cubicBezTo>
                  <a:lnTo>
                    <a:pt x="5620" y="739"/>
                  </a:lnTo>
                  <a:cubicBezTo>
                    <a:pt x="5597" y="715"/>
                    <a:pt x="5555" y="703"/>
                    <a:pt x="5510" y="703"/>
                  </a:cubicBezTo>
                  <a:cubicBezTo>
                    <a:pt x="5466" y="703"/>
                    <a:pt x="5418" y="715"/>
                    <a:pt x="5382" y="739"/>
                  </a:cubicBezTo>
                  <a:lnTo>
                    <a:pt x="5096" y="1049"/>
                  </a:lnTo>
                  <a:cubicBezTo>
                    <a:pt x="5055" y="1076"/>
                    <a:pt x="5005" y="1088"/>
                    <a:pt x="4961" y="1088"/>
                  </a:cubicBezTo>
                  <a:cubicBezTo>
                    <a:pt x="4930" y="1088"/>
                    <a:pt x="4902" y="1082"/>
                    <a:pt x="4882" y="1072"/>
                  </a:cubicBezTo>
                  <a:cubicBezTo>
                    <a:pt x="4644" y="930"/>
                    <a:pt x="4334" y="810"/>
                    <a:pt x="4049" y="739"/>
                  </a:cubicBezTo>
                  <a:cubicBezTo>
                    <a:pt x="3953" y="715"/>
                    <a:pt x="3929" y="644"/>
                    <a:pt x="3929" y="596"/>
                  </a:cubicBezTo>
                  <a:lnTo>
                    <a:pt x="3929" y="167"/>
                  </a:lnTo>
                  <a:cubicBezTo>
                    <a:pt x="3929" y="96"/>
                    <a:pt x="3834" y="1"/>
                    <a:pt x="373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98"/>
            <p:cNvSpPr/>
            <p:nvPr/>
          </p:nvSpPr>
          <p:spPr>
            <a:xfrm>
              <a:off x="6973400" y="2764051"/>
              <a:ext cx="42635" cy="33691"/>
            </a:xfrm>
            <a:custGeom>
              <a:rect b="b" l="l" r="r" t="t"/>
              <a:pathLst>
                <a:path extrusionOk="0" h="1130" w="1430">
                  <a:moveTo>
                    <a:pt x="1230" y="0"/>
                  </a:moveTo>
                  <a:cubicBezTo>
                    <a:pt x="1196" y="0"/>
                    <a:pt x="1165" y="12"/>
                    <a:pt x="1144" y="34"/>
                  </a:cubicBezTo>
                  <a:cubicBezTo>
                    <a:pt x="882" y="200"/>
                    <a:pt x="596" y="319"/>
                    <a:pt x="310" y="367"/>
                  </a:cubicBezTo>
                  <a:cubicBezTo>
                    <a:pt x="239" y="367"/>
                    <a:pt x="191" y="438"/>
                    <a:pt x="191" y="534"/>
                  </a:cubicBezTo>
                  <a:lnTo>
                    <a:pt x="191" y="939"/>
                  </a:lnTo>
                  <a:cubicBezTo>
                    <a:pt x="191" y="1034"/>
                    <a:pt x="96" y="1129"/>
                    <a:pt x="1" y="1129"/>
                  </a:cubicBezTo>
                  <a:lnTo>
                    <a:pt x="477" y="1129"/>
                  </a:lnTo>
                  <a:cubicBezTo>
                    <a:pt x="572" y="1129"/>
                    <a:pt x="667" y="1034"/>
                    <a:pt x="667" y="939"/>
                  </a:cubicBezTo>
                  <a:lnTo>
                    <a:pt x="667" y="534"/>
                  </a:lnTo>
                  <a:cubicBezTo>
                    <a:pt x="667" y="462"/>
                    <a:pt x="691" y="415"/>
                    <a:pt x="787" y="367"/>
                  </a:cubicBezTo>
                  <a:cubicBezTo>
                    <a:pt x="1025" y="319"/>
                    <a:pt x="1239" y="248"/>
                    <a:pt x="1430" y="129"/>
                  </a:cubicBezTo>
                  <a:lnTo>
                    <a:pt x="1358" y="57"/>
                  </a:lnTo>
                  <a:cubicBezTo>
                    <a:pt x="1319" y="18"/>
                    <a:pt x="1272" y="0"/>
                    <a:pt x="123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98"/>
            <p:cNvSpPr/>
            <p:nvPr/>
          </p:nvSpPr>
          <p:spPr>
            <a:xfrm>
              <a:off x="6973400" y="2592493"/>
              <a:ext cx="42635" cy="32409"/>
            </a:xfrm>
            <a:custGeom>
              <a:rect b="b" l="l" r="r" t="t"/>
              <a:pathLst>
                <a:path extrusionOk="0" h="1087" w="1430">
                  <a:moveTo>
                    <a:pt x="1" y="1"/>
                  </a:moveTo>
                  <a:cubicBezTo>
                    <a:pt x="96" y="1"/>
                    <a:pt x="191" y="96"/>
                    <a:pt x="191" y="167"/>
                  </a:cubicBezTo>
                  <a:lnTo>
                    <a:pt x="191" y="596"/>
                  </a:lnTo>
                  <a:cubicBezTo>
                    <a:pt x="191" y="644"/>
                    <a:pt x="215" y="715"/>
                    <a:pt x="310" y="739"/>
                  </a:cubicBezTo>
                  <a:cubicBezTo>
                    <a:pt x="596" y="810"/>
                    <a:pt x="906" y="930"/>
                    <a:pt x="1144" y="1072"/>
                  </a:cubicBezTo>
                  <a:cubicBezTo>
                    <a:pt x="1161" y="1081"/>
                    <a:pt x="1185" y="1087"/>
                    <a:pt x="1212" y="1087"/>
                  </a:cubicBezTo>
                  <a:cubicBezTo>
                    <a:pt x="1258" y="1087"/>
                    <a:pt x="1313" y="1070"/>
                    <a:pt x="1358" y="1025"/>
                  </a:cubicBezTo>
                  <a:lnTo>
                    <a:pt x="1430" y="953"/>
                  </a:lnTo>
                  <a:cubicBezTo>
                    <a:pt x="1239" y="834"/>
                    <a:pt x="1025" y="763"/>
                    <a:pt x="787" y="715"/>
                  </a:cubicBezTo>
                  <a:cubicBezTo>
                    <a:pt x="715" y="715"/>
                    <a:pt x="667" y="620"/>
                    <a:pt x="667" y="596"/>
                  </a:cubicBezTo>
                  <a:lnTo>
                    <a:pt x="667" y="167"/>
                  </a:lnTo>
                  <a:cubicBezTo>
                    <a:pt x="667" y="72"/>
                    <a:pt x="572"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98"/>
            <p:cNvSpPr/>
            <p:nvPr/>
          </p:nvSpPr>
          <p:spPr>
            <a:xfrm>
              <a:off x="7033061" y="2613453"/>
              <a:ext cx="46869" cy="163148"/>
            </a:xfrm>
            <a:custGeom>
              <a:rect b="b" l="l" r="r" t="t"/>
              <a:pathLst>
                <a:path extrusionOk="0" h="5472" w="1572">
                  <a:moveTo>
                    <a:pt x="247" y="0"/>
                  </a:moveTo>
                  <a:cubicBezTo>
                    <a:pt x="203" y="0"/>
                    <a:pt x="155" y="12"/>
                    <a:pt x="119" y="36"/>
                  </a:cubicBezTo>
                  <a:lnTo>
                    <a:pt x="0" y="155"/>
                  </a:lnTo>
                  <a:lnTo>
                    <a:pt x="357" y="512"/>
                  </a:lnTo>
                  <a:cubicBezTo>
                    <a:pt x="429" y="584"/>
                    <a:pt x="429" y="703"/>
                    <a:pt x="357" y="750"/>
                  </a:cubicBezTo>
                  <a:lnTo>
                    <a:pt x="72" y="1060"/>
                  </a:lnTo>
                  <a:cubicBezTo>
                    <a:pt x="0" y="1108"/>
                    <a:pt x="0" y="1203"/>
                    <a:pt x="24" y="1251"/>
                  </a:cubicBezTo>
                  <a:cubicBezTo>
                    <a:pt x="191" y="1536"/>
                    <a:pt x="310" y="1798"/>
                    <a:pt x="357" y="2084"/>
                  </a:cubicBezTo>
                  <a:cubicBezTo>
                    <a:pt x="357" y="2155"/>
                    <a:pt x="429" y="2203"/>
                    <a:pt x="500" y="2203"/>
                  </a:cubicBezTo>
                  <a:lnTo>
                    <a:pt x="929" y="2203"/>
                  </a:lnTo>
                  <a:cubicBezTo>
                    <a:pt x="1024" y="2203"/>
                    <a:pt x="1096" y="2298"/>
                    <a:pt x="1096" y="2394"/>
                  </a:cubicBezTo>
                  <a:lnTo>
                    <a:pt x="1096" y="3084"/>
                  </a:lnTo>
                  <a:cubicBezTo>
                    <a:pt x="1096" y="3156"/>
                    <a:pt x="1024" y="3251"/>
                    <a:pt x="929" y="3251"/>
                  </a:cubicBezTo>
                  <a:lnTo>
                    <a:pt x="500" y="3251"/>
                  </a:lnTo>
                  <a:cubicBezTo>
                    <a:pt x="453" y="3251"/>
                    <a:pt x="381" y="3275"/>
                    <a:pt x="357" y="3370"/>
                  </a:cubicBezTo>
                  <a:cubicBezTo>
                    <a:pt x="310" y="3680"/>
                    <a:pt x="191" y="3965"/>
                    <a:pt x="24" y="4204"/>
                  </a:cubicBezTo>
                  <a:cubicBezTo>
                    <a:pt x="0" y="4275"/>
                    <a:pt x="0" y="4346"/>
                    <a:pt x="72" y="4418"/>
                  </a:cubicBezTo>
                  <a:lnTo>
                    <a:pt x="357" y="4704"/>
                  </a:lnTo>
                  <a:cubicBezTo>
                    <a:pt x="429" y="4775"/>
                    <a:pt x="429" y="4894"/>
                    <a:pt x="357" y="4942"/>
                  </a:cubicBezTo>
                  <a:lnTo>
                    <a:pt x="0" y="5299"/>
                  </a:lnTo>
                  <a:lnTo>
                    <a:pt x="119" y="5418"/>
                  </a:lnTo>
                  <a:cubicBezTo>
                    <a:pt x="155" y="5454"/>
                    <a:pt x="203" y="5472"/>
                    <a:pt x="247" y="5472"/>
                  </a:cubicBezTo>
                  <a:cubicBezTo>
                    <a:pt x="292" y="5472"/>
                    <a:pt x="334" y="5454"/>
                    <a:pt x="357" y="5418"/>
                  </a:cubicBezTo>
                  <a:lnTo>
                    <a:pt x="834" y="4942"/>
                  </a:lnTo>
                  <a:cubicBezTo>
                    <a:pt x="905" y="4894"/>
                    <a:pt x="905" y="4775"/>
                    <a:pt x="834" y="4704"/>
                  </a:cubicBezTo>
                  <a:lnTo>
                    <a:pt x="548" y="4418"/>
                  </a:lnTo>
                  <a:cubicBezTo>
                    <a:pt x="476" y="4346"/>
                    <a:pt x="476" y="4275"/>
                    <a:pt x="500" y="4204"/>
                  </a:cubicBezTo>
                  <a:cubicBezTo>
                    <a:pt x="667" y="3942"/>
                    <a:pt x="786" y="3680"/>
                    <a:pt x="834" y="3370"/>
                  </a:cubicBezTo>
                  <a:cubicBezTo>
                    <a:pt x="834" y="3322"/>
                    <a:pt x="905" y="3251"/>
                    <a:pt x="976" y="3251"/>
                  </a:cubicBezTo>
                  <a:lnTo>
                    <a:pt x="1405" y="3251"/>
                  </a:lnTo>
                  <a:cubicBezTo>
                    <a:pt x="1500" y="3251"/>
                    <a:pt x="1572" y="3156"/>
                    <a:pt x="1572" y="3084"/>
                  </a:cubicBezTo>
                  <a:lnTo>
                    <a:pt x="1572" y="2394"/>
                  </a:lnTo>
                  <a:cubicBezTo>
                    <a:pt x="1572" y="2275"/>
                    <a:pt x="1500" y="2203"/>
                    <a:pt x="1405" y="2203"/>
                  </a:cubicBezTo>
                  <a:lnTo>
                    <a:pt x="976" y="2203"/>
                  </a:lnTo>
                  <a:cubicBezTo>
                    <a:pt x="929" y="2203"/>
                    <a:pt x="857" y="2179"/>
                    <a:pt x="834" y="2084"/>
                  </a:cubicBezTo>
                  <a:cubicBezTo>
                    <a:pt x="786" y="1798"/>
                    <a:pt x="667" y="1489"/>
                    <a:pt x="500" y="1251"/>
                  </a:cubicBezTo>
                  <a:cubicBezTo>
                    <a:pt x="476" y="1203"/>
                    <a:pt x="476" y="1108"/>
                    <a:pt x="548" y="1060"/>
                  </a:cubicBezTo>
                  <a:lnTo>
                    <a:pt x="834" y="750"/>
                  </a:lnTo>
                  <a:cubicBezTo>
                    <a:pt x="905" y="703"/>
                    <a:pt x="905" y="584"/>
                    <a:pt x="834" y="512"/>
                  </a:cubicBezTo>
                  <a:lnTo>
                    <a:pt x="357" y="36"/>
                  </a:lnTo>
                  <a:cubicBezTo>
                    <a:pt x="334" y="12"/>
                    <a:pt x="292" y="0"/>
                    <a:pt x="24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98"/>
            <p:cNvSpPr/>
            <p:nvPr/>
          </p:nvSpPr>
          <p:spPr>
            <a:xfrm>
              <a:off x="6734847" y="2454031"/>
              <a:ext cx="179665" cy="178979"/>
            </a:xfrm>
            <a:custGeom>
              <a:rect b="b" l="l" r="r" t="t"/>
              <a:pathLst>
                <a:path extrusionOk="0" h="6003" w="6026">
                  <a:moveTo>
                    <a:pt x="2715" y="1"/>
                  </a:moveTo>
                  <a:cubicBezTo>
                    <a:pt x="2620" y="1"/>
                    <a:pt x="2548" y="49"/>
                    <a:pt x="2548" y="144"/>
                  </a:cubicBezTo>
                  <a:lnTo>
                    <a:pt x="2548" y="501"/>
                  </a:lnTo>
                  <a:cubicBezTo>
                    <a:pt x="2548" y="572"/>
                    <a:pt x="2501" y="620"/>
                    <a:pt x="2429" y="644"/>
                  </a:cubicBezTo>
                  <a:cubicBezTo>
                    <a:pt x="2191" y="715"/>
                    <a:pt x="1953" y="811"/>
                    <a:pt x="1715" y="954"/>
                  </a:cubicBezTo>
                  <a:cubicBezTo>
                    <a:pt x="1695" y="963"/>
                    <a:pt x="1671" y="969"/>
                    <a:pt x="1647" y="969"/>
                  </a:cubicBezTo>
                  <a:cubicBezTo>
                    <a:pt x="1612" y="969"/>
                    <a:pt x="1576" y="958"/>
                    <a:pt x="1548" y="930"/>
                  </a:cubicBezTo>
                  <a:lnTo>
                    <a:pt x="1286" y="644"/>
                  </a:lnTo>
                  <a:cubicBezTo>
                    <a:pt x="1250" y="620"/>
                    <a:pt x="1209" y="608"/>
                    <a:pt x="1170" y="608"/>
                  </a:cubicBezTo>
                  <a:cubicBezTo>
                    <a:pt x="1131" y="608"/>
                    <a:pt x="1095" y="620"/>
                    <a:pt x="1072" y="644"/>
                  </a:cubicBezTo>
                  <a:lnTo>
                    <a:pt x="643" y="1073"/>
                  </a:lnTo>
                  <a:cubicBezTo>
                    <a:pt x="595" y="1120"/>
                    <a:pt x="595" y="1215"/>
                    <a:pt x="643" y="1287"/>
                  </a:cubicBezTo>
                  <a:lnTo>
                    <a:pt x="929" y="1549"/>
                  </a:lnTo>
                  <a:cubicBezTo>
                    <a:pt x="976" y="1597"/>
                    <a:pt x="976" y="1668"/>
                    <a:pt x="953" y="1716"/>
                  </a:cubicBezTo>
                  <a:cubicBezTo>
                    <a:pt x="834" y="1930"/>
                    <a:pt x="714" y="2168"/>
                    <a:pt x="643" y="2430"/>
                  </a:cubicBezTo>
                  <a:cubicBezTo>
                    <a:pt x="619" y="2501"/>
                    <a:pt x="595" y="2549"/>
                    <a:pt x="500" y="2549"/>
                  </a:cubicBezTo>
                  <a:lnTo>
                    <a:pt x="143" y="2549"/>
                  </a:lnTo>
                  <a:cubicBezTo>
                    <a:pt x="48" y="2549"/>
                    <a:pt x="0" y="2621"/>
                    <a:pt x="0" y="2716"/>
                  </a:cubicBezTo>
                  <a:lnTo>
                    <a:pt x="0" y="3311"/>
                  </a:lnTo>
                  <a:cubicBezTo>
                    <a:pt x="0" y="3383"/>
                    <a:pt x="48" y="3454"/>
                    <a:pt x="143" y="3454"/>
                  </a:cubicBezTo>
                  <a:lnTo>
                    <a:pt x="500" y="3454"/>
                  </a:lnTo>
                  <a:cubicBezTo>
                    <a:pt x="572" y="3454"/>
                    <a:pt x="619" y="3502"/>
                    <a:pt x="643" y="3573"/>
                  </a:cubicBezTo>
                  <a:cubicBezTo>
                    <a:pt x="714" y="3811"/>
                    <a:pt x="810" y="4049"/>
                    <a:pt x="953" y="4288"/>
                  </a:cubicBezTo>
                  <a:cubicBezTo>
                    <a:pt x="976" y="4335"/>
                    <a:pt x="976" y="4407"/>
                    <a:pt x="929" y="4454"/>
                  </a:cubicBezTo>
                  <a:lnTo>
                    <a:pt x="643" y="4740"/>
                  </a:lnTo>
                  <a:cubicBezTo>
                    <a:pt x="595" y="4788"/>
                    <a:pt x="595" y="4883"/>
                    <a:pt x="643" y="4931"/>
                  </a:cubicBezTo>
                  <a:lnTo>
                    <a:pt x="1072" y="5359"/>
                  </a:lnTo>
                  <a:cubicBezTo>
                    <a:pt x="1095" y="5383"/>
                    <a:pt x="1131" y="5395"/>
                    <a:pt x="1170" y="5395"/>
                  </a:cubicBezTo>
                  <a:cubicBezTo>
                    <a:pt x="1209" y="5395"/>
                    <a:pt x="1250" y="5383"/>
                    <a:pt x="1286" y="5359"/>
                  </a:cubicBezTo>
                  <a:lnTo>
                    <a:pt x="1548" y="5097"/>
                  </a:lnTo>
                  <a:cubicBezTo>
                    <a:pt x="1578" y="5052"/>
                    <a:pt x="1618" y="5035"/>
                    <a:pt x="1655" y="5035"/>
                  </a:cubicBezTo>
                  <a:cubicBezTo>
                    <a:pt x="1677" y="5035"/>
                    <a:pt x="1697" y="5041"/>
                    <a:pt x="1715" y="5050"/>
                  </a:cubicBezTo>
                  <a:cubicBezTo>
                    <a:pt x="1929" y="5169"/>
                    <a:pt x="2167" y="5288"/>
                    <a:pt x="2429" y="5359"/>
                  </a:cubicBezTo>
                  <a:cubicBezTo>
                    <a:pt x="2501" y="5383"/>
                    <a:pt x="2548" y="5407"/>
                    <a:pt x="2548" y="5502"/>
                  </a:cubicBezTo>
                  <a:lnTo>
                    <a:pt x="2548" y="5859"/>
                  </a:lnTo>
                  <a:cubicBezTo>
                    <a:pt x="2548" y="5955"/>
                    <a:pt x="2620" y="6002"/>
                    <a:pt x="2715" y="6002"/>
                  </a:cubicBezTo>
                  <a:lnTo>
                    <a:pt x="3310" y="6002"/>
                  </a:lnTo>
                  <a:cubicBezTo>
                    <a:pt x="3382" y="6002"/>
                    <a:pt x="3453" y="5955"/>
                    <a:pt x="3453" y="5859"/>
                  </a:cubicBezTo>
                  <a:lnTo>
                    <a:pt x="3453" y="5502"/>
                  </a:lnTo>
                  <a:cubicBezTo>
                    <a:pt x="3453" y="5454"/>
                    <a:pt x="3501" y="5383"/>
                    <a:pt x="3572" y="5359"/>
                  </a:cubicBezTo>
                  <a:cubicBezTo>
                    <a:pt x="3810" y="5288"/>
                    <a:pt x="4048" y="5216"/>
                    <a:pt x="4287" y="5050"/>
                  </a:cubicBezTo>
                  <a:cubicBezTo>
                    <a:pt x="4313" y="5041"/>
                    <a:pt x="4336" y="5035"/>
                    <a:pt x="4357" y="5035"/>
                  </a:cubicBezTo>
                  <a:cubicBezTo>
                    <a:pt x="4393" y="5035"/>
                    <a:pt x="4423" y="5052"/>
                    <a:pt x="4453" y="5097"/>
                  </a:cubicBezTo>
                  <a:lnTo>
                    <a:pt x="4739" y="5359"/>
                  </a:lnTo>
                  <a:cubicBezTo>
                    <a:pt x="4763" y="5383"/>
                    <a:pt x="4799" y="5395"/>
                    <a:pt x="4837" y="5395"/>
                  </a:cubicBezTo>
                  <a:cubicBezTo>
                    <a:pt x="4876" y="5395"/>
                    <a:pt x="4918" y="5383"/>
                    <a:pt x="4953" y="5359"/>
                  </a:cubicBezTo>
                  <a:lnTo>
                    <a:pt x="5358" y="4931"/>
                  </a:lnTo>
                  <a:cubicBezTo>
                    <a:pt x="5430" y="4883"/>
                    <a:pt x="5430" y="4788"/>
                    <a:pt x="5358" y="4740"/>
                  </a:cubicBezTo>
                  <a:lnTo>
                    <a:pt x="5096" y="4454"/>
                  </a:lnTo>
                  <a:cubicBezTo>
                    <a:pt x="5025" y="4407"/>
                    <a:pt x="5025" y="4335"/>
                    <a:pt x="5073" y="4288"/>
                  </a:cubicBezTo>
                  <a:cubicBezTo>
                    <a:pt x="5192" y="4073"/>
                    <a:pt x="5311" y="3835"/>
                    <a:pt x="5358" y="3573"/>
                  </a:cubicBezTo>
                  <a:cubicBezTo>
                    <a:pt x="5382" y="3502"/>
                    <a:pt x="5430" y="3454"/>
                    <a:pt x="5501" y="3454"/>
                  </a:cubicBezTo>
                  <a:lnTo>
                    <a:pt x="5858" y="3454"/>
                  </a:lnTo>
                  <a:cubicBezTo>
                    <a:pt x="5954" y="3430"/>
                    <a:pt x="6025" y="3335"/>
                    <a:pt x="6025" y="3264"/>
                  </a:cubicBezTo>
                  <a:lnTo>
                    <a:pt x="6025" y="2668"/>
                  </a:lnTo>
                  <a:cubicBezTo>
                    <a:pt x="6025" y="2597"/>
                    <a:pt x="5954" y="2525"/>
                    <a:pt x="5858" y="2525"/>
                  </a:cubicBezTo>
                  <a:lnTo>
                    <a:pt x="5501" y="2525"/>
                  </a:lnTo>
                  <a:cubicBezTo>
                    <a:pt x="5454" y="2525"/>
                    <a:pt x="5382" y="2478"/>
                    <a:pt x="5358" y="2406"/>
                  </a:cubicBezTo>
                  <a:cubicBezTo>
                    <a:pt x="5311" y="2168"/>
                    <a:pt x="5215" y="1930"/>
                    <a:pt x="5073" y="1692"/>
                  </a:cubicBezTo>
                  <a:cubicBezTo>
                    <a:pt x="5025" y="1644"/>
                    <a:pt x="5025" y="1573"/>
                    <a:pt x="5096" y="1525"/>
                  </a:cubicBezTo>
                  <a:lnTo>
                    <a:pt x="5358" y="1239"/>
                  </a:lnTo>
                  <a:cubicBezTo>
                    <a:pt x="5430" y="1192"/>
                    <a:pt x="5430" y="1096"/>
                    <a:pt x="5358" y="1049"/>
                  </a:cubicBezTo>
                  <a:lnTo>
                    <a:pt x="4953" y="620"/>
                  </a:lnTo>
                  <a:cubicBezTo>
                    <a:pt x="4918" y="596"/>
                    <a:pt x="4876" y="584"/>
                    <a:pt x="4837" y="584"/>
                  </a:cubicBezTo>
                  <a:cubicBezTo>
                    <a:pt x="4799" y="584"/>
                    <a:pt x="4763" y="596"/>
                    <a:pt x="4739" y="620"/>
                  </a:cubicBezTo>
                  <a:lnTo>
                    <a:pt x="4453" y="882"/>
                  </a:lnTo>
                  <a:cubicBezTo>
                    <a:pt x="4423" y="927"/>
                    <a:pt x="4383" y="944"/>
                    <a:pt x="4346" y="944"/>
                  </a:cubicBezTo>
                  <a:cubicBezTo>
                    <a:pt x="4325" y="944"/>
                    <a:pt x="4304" y="938"/>
                    <a:pt x="4287" y="930"/>
                  </a:cubicBezTo>
                  <a:cubicBezTo>
                    <a:pt x="4072" y="811"/>
                    <a:pt x="3834" y="692"/>
                    <a:pt x="3572" y="620"/>
                  </a:cubicBezTo>
                  <a:cubicBezTo>
                    <a:pt x="3501" y="596"/>
                    <a:pt x="3453" y="572"/>
                    <a:pt x="3453" y="477"/>
                  </a:cubicBezTo>
                  <a:lnTo>
                    <a:pt x="3453" y="144"/>
                  </a:lnTo>
                  <a:cubicBezTo>
                    <a:pt x="3453" y="49"/>
                    <a:pt x="3382" y="1"/>
                    <a:pt x="3310"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98"/>
            <p:cNvSpPr/>
            <p:nvPr/>
          </p:nvSpPr>
          <p:spPr>
            <a:xfrm>
              <a:off x="6820030" y="2602451"/>
              <a:ext cx="37656" cy="28414"/>
            </a:xfrm>
            <a:custGeom>
              <a:rect b="b" l="l" r="r" t="t"/>
              <a:pathLst>
                <a:path extrusionOk="0" h="953" w="1263">
                  <a:moveTo>
                    <a:pt x="977" y="0"/>
                  </a:moveTo>
                  <a:cubicBezTo>
                    <a:pt x="787" y="143"/>
                    <a:pt x="548" y="214"/>
                    <a:pt x="263" y="286"/>
                  </a:cubicBezTo>
                  <a:cubicBezTo>
                    <a:pt x="215" y="310"/>
                    <a:pt x="144" y="381"/>
                    <a:pt x="144" y="429"/>
                  </a:cubicBezTo>
                  <a:lnTo>
                    <a:pt x="144" y="786"/>
                  </a:lnTo>
                  <a:cubicBezTo>
                    <a:pt x="144" y="881"/>
                    <a:pt x="96" y="953"/>
                    <a:pt x="1" y="953"/>
                  </a:cubicBezTo>
                  <a:lnTo>
                    <a:pt x="477" y="953"/>
                  </a:lnTo>
                  <a:cubicBezTo>
                    <a:pt x="572" y="953"/>
                    <a:pt x="620" y="881"/>
                    <a:pt x="620" y="786"/>
                  </a:cubicBezTo>
                  <a:lnTo>
                    <a:pt x="620" y="429"/>
                  </a:lnTo>
                  <a:cubicBezTo>
                    <a:pt x="620" y="357"/>
                    <a:pt x="691" y="310"/>
                    <a:pt x="739" y="286"/>
                  </a:cubicBezTo>
                  <a:cubicBezTo>
                    <a:pt x="930" y="262"/>
                    <a:pt x="1096" y="191"/>
                    <a:pt x="1263" y="95"/>
                  </a:cubicBezTo>
                  <a:lnTo>
                    <a:pt x="1168" y="24"/>
                  </a:lnTo>
                  <a:cubicBezTo>
                    <a:pt x="1144" y="0"/>
                    <a:pt x="1049" y="0"/>
                    <a:pt x="9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98"/>
            <p:cNvSpPr/>
            <p:nvPr/>
          </p:nvSpPr>
          <p:spPr>
            <a:xfrm>
              <a:off x="6820030" y="2453345"/>
              <a:ext cx="37656" cy="28831"/>
            </a:xfrm>
            <a:custGeom>
              <a:rect b="b" l="l" r="r" t="t"/>
              <a:pathLst>
                <a:path extrusionOk="0" h="967" w="1263">
                  <a:moveTo>
                    <a:pt x="1" y="0"/>
                  </a:moveTo>
                  <a:cubicBezTo>
                    <a:pt x="96" y="0"/>
                    <a:pt x="144" y="48"/>
                    <a:pt x="144" y="143"/>
                  </a:cubicBezTo>
                  <a:lnTo>
                    <a:pt x="144" y="500"/>
                  </a:lnTo>
                  <a:cubicBezTo>
                    <a:pt x="144" y="595"/>
                    <a:pt x="215" y="619"/>
                    <a:pt x="263" y="643"/>
                  </a:cubicBezTo>
                  <a:cubicBezTo>
                    <a:pt x="548" y="715"/>
                    <a:pt x="787" y="834"/>
                    <a:pt x="977" y="953"/>
                  </a:cubicBezTo>
                  <a:cubicBezTo>
                    <a:pt x="1003" y="961"/>
                    <a:pt x="1026" y="967"/>
                    <a:pt x="1048" y="967"/>
                  </a:cubicBezTo>
                  <a:cubicBezTo>
                    <a:pt x="1087" y="967"/>
                    <a:pt x="1122" y="950"/>
                    <a:pt x="1168" y="905"/>
                  </a:cubicBezTo>
                  <a:lnTo>
                    <a:pt x="1263" y="834"/>
                  </a:lnTo>
                  <a:cubicBezTo>
                    <a:pt x="1096" y="762"/>
                    <a:pt x="930" y="667"/>
                    <a:pt x="739" y="643"/>
                  </a:cubicBezTo>
                  <a:cubicBezTo>
                    <a:pt x="691" y="643"/>
                    <a:pt x="620" y="595"/>
                    <a:pt x="620" y="500"/>
                  </a:cubicBezTo>
                  <a:lnTo>
                    <a:pt x="620" y="143"/>
                  </a:lnTo>
                  <a:cubicBezTo>
                    <a:pt x="620" y="48"/>
                    <a:pt x="572"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98"/>
            <p:cNvSpPr/>
            <p:nvPr/>
          </p:nvSpPr>
          <p:spPr>
            <a:xfrm>
              <a:off x="6871163" y="2471443"/>
              <a:ext cx="43351" cy="142754"/>
            </a:xfrm>
            <a:custGeom>
              <a:rect b="b" l="l" r="r" t="t"/>
              <a:pathLst>
                <a:path extrusionOk="0" h="4788" w="1454">
                  <a:moveTo>
                    <a:pt x="265" y="0"/>
                  </a:moveTo>
                  <a:cubicBezTo>
                    <a:pt x="227" y="0"/>
                    <a:pt x="191" y="12"/>
                    <a:pt x="167" y="36"/>
                  </a:cubicBezTo>
                  <a:lnTo>
                    <a:pt x="48" y="155"/>
                  </a:lnTo>
                  <a:lnTo>
                    <a:pt x="334" y="465"/>
                  </a:lnTo>
                  <a:cubicBezTo>
                    <a:pt x="405" y="512"/>
                    <a:pt x="405" y="608"/>
                    <a:pt x="334" y="655"/>
                  </a:cubicBezTo>
                  <a:lnTo>
                    <a:pt x="72" y="941"/>
                  </a:lnTo>
                  <a:cubicBezTo>
                    <a:pt x="24" y="989"/>
                    <a:pt x="24" y="1060"/>
                    <a:pt x="48" y="1108"/>
                  </a:cubicBezTo>
                  <a:cubicBezTo>
                    <a:pt x="191" y="1322"/>
                    <a:pt x="286" y="1560"/>
                    <a:pt x="334" y="1822"/>
                  </a:cubicBezTo>
                  <a:cubicBezTo>
                    <a:pt x="358" y="1894"/>
                    <a:pt x="429" y="1941"/>
                    <a:pt x="477" y="1941"/>
                  </a:cubicBezTo>
                  <a:lnTo>
                    <a:pt x="834" y="1941"/>
                  </a:lnTo>
                  <a:cubicBezTo>
                    <a:pt x="929" y="1941"/>
                    <a:pt x="1001" y="2013"/>
                    <a:pt x="1001" y="2084"/>
                  </a:cubicBezTo>
                  <a:lnTo>
                    <a:pt x="1001" y="2680"/>
                  </a:lnTo>
                  <a:cubicBezTo>
                    <a:pt x="1001" y="2775"/>
                    <a:pt x="929" y="2846"/>
                    <a:pt x="834" y="2846"/>
                  </a:cubicBezTo>
                  <a:lnTo>
                    <a:pt x="477" y="2846"/>
                  </a:lnTo>
                  <a:cubicBezTo>
                    <a:pt x="405" y="2846"/>
                    <a:pt x="358" y="2894"/>
                    <a:pt x="334" y="2965"/>
                  </a:cubicBezTo>
                  <a:cubicBezTo>
                    <a:pt x="286" y="3227"/>
                    <a:pt x="191" y="3465"/>
                    <a:pt x="48" y="3680"/>
                  </a:cubicBezTo>
                  <a:cubicBezTo>
                    <a:pt x="0" y="3727"/>
                    <a:pt x="0" y="3799"/>
                    <a:pt x="72" y="3846"/>
                  </a:cubicBezTo>
                  <a:lnTo>
                    <a:pt x="334" y="4108"/>
                  </a:lnTo>
                  <a:cubicBezTo>
                    <a:pt x="405" y="4180"/>
                    <a:pt x="405" y="4275"/>
                    <a:pt x="334" y="4323"/>
                  </a:cubicBezTo>
                  <a:lnTo>
                    <a:pt x="48" y="4632"/>
                  </a:lnTo>
                  <a:lnTo>
                    <a:pt x="167" y="4751"/>
                  </a:lnTo>
                  <a:cubicBezTo>
                    <a:pt x="191" y="4775"/>
                    <a:pt x="227" y="4787"/>
                    <a:pt x="265" y="4787"/>
                  </a:cubicBezTo>
                  <a:cubicBezTo>
                    <a:pt x="304" y="4787"/>
                    <a:pt x="346" y="4775"/>
                    <a:pt x="381" y="4751"/>
                  </a:cubicBezTo>
                  <a:lnTo>
                    <a:pt x="786" y="4323"/>
                  </a:lnTo>
                  <a:cubicBezTo>
                    <a:pt x="858" y="4275"/>
                    <a:pt x="858" y="4180"/>
                    <a:pt x="786" y="4108"/>
                  </a:cubicBezTo>
                  <a:lnTo>
                    <a:pt x="524" y="3846"/>
                  </a:lnTo>
                  <a:cubicBezTo>
                    <a:pt x="453" y="3799"/>
                    <a:pt x="453" y="3727"/>
                    <a:pt x="501" y="3680"/>
                  </a:cubicBezTo>
                  <a:cubicBezTo>
                    <a:pt x="643" y="3465"/>
                    <a:pt x="739" y="3227"/>
                    <a:pt x="786" y="2965"/>
                  </a:cubicBezTo>
                  <a:cubicBezTo>
                    <a:pt x="810" y="2894"/>
                    <a:pt x="882" y="2846"/>
                    <a:pt x="929" y="2846"/>
                  </a:cubicBezTo>
                  <a:lnTo>
                    <a:pt x="1286" y="2846"/>
                  </a:lnTo>
                  <a:cubicBezTo>
                    <a:pt x="1382" y="2846"/>
                    <a:pt x="1453" y="2775"/>
                    <a:pt x="1453" y="2680"/>
                  </a:cubicBezTo>
                  <a:lnTo>
                    <a:pt x="1453" y="2084"/>
                  </a:lnTo>
                  <a:cubicBezTo>
                    <a:pt x="1453" y="2013"/>
                    <a:pt x="1382" y="1941"/>
                    <a:pt x="1286" y="1941"/>
                  </a:cubicBezTo>
                  <a:lnTo>
                    <a:pt x="929" y="1941"/>
                  </a:lnTo>
                  <a:cubicBezTo>
                    <a:pt x="858" y="1941"/>
                    <a:pt x="810" y="1894"/>
                    <a:pt x="786" y="1822"/>
                  </a:cubicBezTo>
                  <a:cubicBezTo>
                    <a:pt x="739" y="1560"/>
                    <a:pt x="643" y="1322"/>
                    <a:pt x="501" y="1108"/>
                  </a:cubicBezTo>
                  <a:cubicBezTo>
                    <a:pt x="453" y="1060"/>
                    <a:pt x="453" y="989"/>
                    <a:pt x="524" y="941"/>
                  </a:cubicBezTo>
                  <a:lnTo>
                    <a:pt x="786" y="655"/>
                  </a:lnTo>
                  <a:cubicBezTo>
                    <a:pt x="858" y="608"/>
                    <a:pt x="858" y="512"/>
                    <a:pt x="786" y="465"/>
                  </a:cubicBezTo>
                  <a:lnTo>
                    <a:pt x="381" y="36"/>
                  </a:lnTo>
                  <a:cubicBezTo>
                    <a:pt x="346" y="12"/>
                    <a:pt x="304" y="0"/>
                    <a:pt x="265"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98"/>
            <p:cNvSpPr/>
            <p:nvPr/>
          </p:nvSpPr>
          <p:spPr>
            <a:xfrm>
              <a:off x="6778139" y="2494520"/>
              <a:ext cx="94454" cy="94454"/>
            </a:xfrm>
            <a:custGeom>
              <a:rect b="b" l="l" r="r" t="t"/>
              <a:pathLst>
                <a:path extrusionOk="0" h="3168" w="3168">
                  <a:moveTo>
                    <a:pt x="1572" y="0"/>
                  </a:moveTo>
                  <a:cubicBezTo>
                    <a:pt x="715" y="0"/>
                    <a:pt x="1" y="715"/>
                    <a:pt x="1" y="1596"/>
                  </a:cubicBezTo>
                  <a:cubicBezTo>
                    <a:pt x="1" y="2453"/>
                    <a:pt x="715" y="3168"/>
                    <a:pt x="1572" y="3168"/>
                  </a:cubicBezTo>
                  <a:cubicBezTo>
                    <a:pt x="2454" y="3168"/>
                    <a:pt x="3168" y="2453"/>
                    <a:pt x="3168" y="1596"/>
                  </a:cubicBezTo>
                  <a:cubicBezTo>
                    <a:pt x="3168" y="715"/>
                    <a:pt x="2454" y="0"/>
                    <a:pt x="1572"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98"/>
            <p:cNvSpPr/>
            <p:nvPr/>
          </p:nvSpPr>
          <p:spPr>
            <a:xfrm>
              <a:off x="6794478" y="2499499"/>
              <a:ext cx="78115" cy="89475"/>
            </a:xfrm>
            <a:custGeom>
              <a:rect b="b" l="l" r="r" t="t"/>
              <a:pathLst>
                <a:path extrusionOk="0" h="3001" w="2620">
                  <a:moveTo>
                    <a:pt x="1691" y="0"/>
                  </a:moveTo>
                  <a:lnTo>
                    <a:pt x="1691" y="0"/>
                  </a:lnTo>
                  <a:cubicBezTo>
                    <a:pt x="2025" y="262"/>
                    <a:pt x="2239" y="667"/>
                    <a:pt x="2239" y="1143"/>
                  </a:cubicBezTo>
                  <a:cubicBezTo>
                    <a:pt x="2239" y="2024"/>
                    <a:pt x="1525" y="2739"/>
                    <a:pt x="643" y="2739"/>
                  </a:cubicBezTo>
                  <a:cubicBezTo>
                    <a:pt x="405" y="2739"/>
                    <a:pt x="215" y="2667"/>
                    <a:pt x="0" y="2572"/>
                  </a:cubicBezTo>
                  <a:lnTo>
                    <a:pt x="0" y="2572"/>
                  </a:lnTo>
                  <a:cubicBezTo>
                    <a:pt x="262" y="2858"/>
                    <a:pt x="620" y="3001"/>
                    <a:pt x="1048" y="3001"/>
                  </a:cubicBezTo>
                  <a:cubicBezTo>
                    <a:pt x="1906" y="3001"/>
                    <a:pt x="2620" y="2286"/>
                    <a:pt x="2620" y="1429"/>
                  </a:cubicBezTo>
                  <a:cubicBezTo>
                    <a:pt x="2620" y="786"/>
                    <a:pt x="2239" y="238"/>
                    <a:pt x="1691"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98"/>
            <p:cNvSpPr/>
            <p:nvPr/>
          </p:nvSpPr>
          <p:spPr>
            <a:xfrm>
              <a:off x="6922982" y="2640078"/>
              <a:ext cx="108676" cy="108646"/>
            </a:xfrm>
            <a:custGeom>
              <a:rect b="b" l="l" r="r" t="t"/>
              <a:pathLst>
                <a:path extrusionOk="0" h="3644" w="3645">
                  <a:moveTo>
                    <a:pt x="1811" y="0"/>
                  </a:moveTo>
                  <a:cubicBezTo>
                    <a:pt x="811" y="0"/>
                    <a:pt x="1" y="810"/>
                    <a:pt x="1" y="1810"/>
                  </a:cubicBezTo>
                  <a:cubicBezTo>
                    <a:pt x="1" y="2834"/>
                    <a:pt x="811" y="3644"/>
                    <a:pt x="1811" y="3644"/>
                  </a:cubicBezTo>
                  <a:cubicBezTo>
                    <a:pt x="2811" y="3644"/>
                    <a:pt x="3644" y="2834"/>
                    <a:pt x="3644" y="1810"/>
                  </a:cubicBezTo>
                  <a:cubicBezTo>
                    <a:pt x="3644" y="810"/>
                    <a:pt x="2811" y="0"/>
                    <a:pt x="181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98"/>
            <p:cNvSpPr/>
            <p:nvPr/>
          </p:nvSpPr>
          <p:spPr>
            <a:xfrm>
              <a:off x="6947848" y="2642911"/>
              <a:ext cx="84526" cy="105813"/>
            </a:xfrm>
            <a:custGeom>
              <a:rect b="b" l="l" r="r" t="t"/>
              <a:pathLst>
                <a:path extrusionOk="0" h="3549" w="2835">
                  <a:moveTo>
                    <a:pt x="1548" y="1"/>
                  </a:moveTo>
                  <a:cubicBezTo>
                    <a:pt x="2048" y="334"/>
                    <a:pt x="2382" y="906"/>
                    <a:pt x="2382" y="1525"/>
                  </a:cubicBezTo>
                  <a:cubicBezTo>
                    <a:pt x="2382" y="2525"/>
                    <a:pt x="1572" y="3335"/>
                    <a:pt x="572" y="3335"/>
                  </a:cubicBezTo>
                  <a:cubicBezTo>
                    <a:pt x="381" y="3335"/>
                    <a:pt x="191" y="3311"/>
                    <a:pt x="0" y="3239"/>
                  </a:cubicBezTo>
                  <a:lnTo>
                    <a:pt x="0" y="3239"/>
                  </a:lnTo>
                  <a:cubicBezTo>
                    <a:pt x="310" y="3430"/>
                    <a:pt x="667" y="3549"/>
                    <a:pt x="1024" y="3549"/>
                  </a:cubicBezTo>
                  <a:cubicBezTo>
                    <a:pt x="2025" y="3549"/>
                    <a:pt x="2834" y="2739"/>
                    <a:pt x="2834" y="1739"/>
                  </a:cubicBezTo>
                  <a:cubicBezTo>
                    <a:pt x="2834" y="929"/>
                    <a:pt x="2287" y="239"/>
                    <a:pt x="1548"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98"/>
            <p:cNvSpPr/>
            <p:nvPr/>
          </p:nvSpPr>
          <p:spPr>
            <a:xfrm>
              <a:off x="6773190" y="2490256"/>
              <a:ext cx="104382" cy="105098"/>
            </a:xfrm>
            <a:custGeom>
              <a:rect b="b" l="l" r="r" t="t"/>
              <a:pathLst>
                <a:path extrusionOk="0" h="3525" w="3501">
                  <a:moveTo>
                    <a:pt x="1762" y="0"/>
                  </a:moveTo>
                  <a:cubicBezTo>
                    <a:pt x="1548" y="0"/>
                    <a:pt x="1334" y="24"/>
                    <a:pt x="1167" y="120"/>
                  </a:cubicBezTo>
                  <a:cubicBezTo>
                    <a:pt x="1072" y="143"/>
                    <a:pt x="1000" y="239"/>
                    <a:pt x="1072" y="334"/>
                  </a:cubicBezTo>
                  <a:cubicBezTo>
                    <a:pt x="1089" y="404"/>
                    <a:pt x="1145" y="448"/>
                    <a:pt x="1211" y="448"/>
                  </a:cubicBezTo>
                  <a:cubicBezTo>
                    <a:pt x="1235" y="448"/>
                    <a:pt x="1260" y="442"/>
                    <a:pt x="1286" y="429"/>
                  </a:cubicBezTo>
                  <a:cubicBezTo>
                    <a:pt x="1429" y="358"/>
                    <a:pt x="1596" y="334"/>
                    <a:pt x="1762" y="334"/>
                  </a:cubicBezTo>
                  <a:cubicBezTo>
                    <a:pt x="2524" y="334"/>
                    <a:pt x="3144" y="953"/>
                    <a:pt x="3144" y="1739"/>
                  </a:cubicBezTo>
                  <a:cubicBezTo>
                    <a:pt x="3144" y="2501"/>
                    <a:pt x="2524" y="3120"/>
                    <a:pt x="1762" y="3120"/>
                  </a:cubicBezTo>
                  <a:cubicBezTo>
                    <a:pt x="976" y="3120"/>
                    <a:pt x="357" y="2501"/>
                    <a:pt x="357" y="1739"/>
                  </a:cubicBezTo>
                  <a:cubicBezTo>
                    <a:pt x="357" y="1406"/>
                    <a:pt x="476" y="1072"/>
                    <a:pt x="691" y="834"/>
                  </a:cubicBezTo>
                  <a:cubicBezTo>
                    <a:pt x="738" y="786"/>
                    <a:pt x="738" y="667"/>
                    <a:pt x="643" y="596"/>
                  </a:cubicBezTo>
                  <a:cubicBezTo>
                    <a:pt x="622" y="574"/>
                    <a:pt x="586" y="563"/>
                    <a:pt x="546" y="563"/>
                  </a:cubicBezTo>
                  <a:cubicBezTo>
                    <a:pt x="498" y="563"/>
                    <a:pt x="444" y="580"/>
                    <a:pt x="405" y="620"/>
                  </a:cubicBezTo>
                  <a:cubicBezTo>
                    <a:pt x="143" y="953"/>
                    <a:pt x="0" y="1334"/>
                    <a:pt x="0" y="1763"/>
                  </a:cubicBezTo>
                  <a:cubicBezTo>
                    <a:pt x="0" y="2715"/>
                    <a:pt x="762" y="3525"/>
                    <a:pt x="1762" y="3525"/>
                  </a:cubicBezTo>
                  <a:cubicBezTo>
                    <a:pt x="2715" y="3525"/>
                    <a:pt x="3501" y="2739"/>
                    <a:pt x="3501" y="1763"/>
                  </a:cubicBezTo>
                  <a:cubicBezTo>
                    <a:pt x="3501" y="786"/>
                    <a:pt x="2715" y="0"/>
                    <a:pt x="1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98"/>
            <p:cNvSpPr/>
            <p:nvPr/>
          </p:nvSpPr>
          <p:spPr>
            <a:xfrm>
              <a:off x="6731270" y="2448366"/>
              <a:ext cx="188192" cy="188192"/>
            </a:xfrm>
            <a:custGeom>
              <a:rect b="b" l="l" r="r" t="t"/>
              <a:pathLst>
                <a:path extrusionOk="0" h="6312" w="6312">
                  <a:moveTo>
                    <a:pt x="3454" y="429"/>
                  </a:moveTo>
                  <a:lnTo>
                    <a:pt x="3454" y="715"/>
                  </a:lnTo>
                  <a:cubicBezTo>
                    <a:pt x="3454" y="882"/>
                    <a:pt x="3549" y="1001"/>
                    <a:pt x="3692" y="1048"/>
                  </a:cubicBezTo>
                  <a:cubicBezTo>
                    <a:pt x="3930" y="1120"/>
                    <a:pt x="4145" y="1191"/>
                    <a:pt x="4335" y="1310"/>
                  </a:cubicBezTo>
                  <a:cubicBezTo>
                    <a:pt x="4395" y="1350"/>
                    <a:pt x="4459" y="1369"/>
                    <a:pt x="4520" y="1369"/>
                  </a:cubicBezTo>
                  <a:cubicBezTo>
                    <a:pt x="4605" y="1369"/>
                    <a:pt x="4685" y="1332"/>
                    <a:pt x="4740" y="1263"/>
                  </a:cubicBezTo>
                  <a:lnTo>
                    <a:pt x="4978" y="1024"/>
                  </a:lnTo>
                  <a:lnTo>
                    <a:pt x="5335" y="1405"/>
                  </a:lnTo>
                  <a:lnTo>
                    <a:pt x="5097" y="1644"/>
                  </a:lnTo>
                  <a:cubicBezTo>
                    <a:pt x="4978" y="1763"/>
                    <a:pt x="4978" y="1906"/>
                    <a:pt x="5026" y="2025"/>
                  </a:cubicBezTo>
                  <a:cubicBezTo>
                    <a:pt x="5145" y="2239"/>
                    <a:pt x="5240" y="2453"/>
                    <a:pt x="5312" y="2691"/>
                  </a:cubicBezTo>
                  <a:cubicBezTo>
                    <a:pt x="5335" y="2834"/>
                    <a:pt x="5454" y="2930"/>
                    <a:pt x="5597" y="2930"/>
                  </a:cubicBezTo>
                  <a:lnTo>
                    <a:pt x="5931" y="2930"/>
                  </a:lnTo>
                  <a:lnTo>
                    <a:pt x="5931" y="3454"/>
                  </a:lnTo>
                  <a:lnTo>
                    <a:pt x="5597" y="3454"/>
                  </a:lnTo>
                  <a:cubicBezTo>
                    <a:pt x="5454" y="3454"/>
                    <a:pt x="5335" y="3549"/>
                    <a:pt x="5312" y="3692"/>
                  </a:cubicBezTo>
                  <a:cubicBezTo>
                    <a:pt x="5240" y="3930"/>
                    <a:pt x="5145" y="4144"/>
                    <a:pt x="5026" y="4358"/>
                  </a:cubicBezTo>
                  <a:cubicBezTo>
                    <a:pt x="4931" y="4478"/>
                    <a:pt x="4978" y="4644"/>
                    <a:pt x="5097" y="4739"/>
                  </a:cubicBezTo>
                  <a:lnTo>
                    <a:pt x="5335" y="4978"/>
                  </a:lnTo>
                  <a:lnTo>
                    <a:pt x="4978" y="5359"/>
                  </a:lnTo>
                  <a:lnTo>
                    <a:pt x="4740" y="5121"/>
                  </a:lnTo>
                  <a:cubicBezTo>
                    <a:pt x="4670" y="5037"/>
                    <a:pt x="4576" y="5002"/>
                    <a:pt x="4486" y="5002"/>
                  </a:cubicBezTo>
                  <a:cubicBezTo>
                    <a:pt x="4422" y="5002"/>
                    <a:pt x="4361" y="5019"/>
                    <a:pt x="4311" y="5049"/>
                  </a:cubicBezTo>
                  <a:cubicBezTo>
                    <a:pt x="4121" y="5168"/>
                    <a:pt x="3907" y="5240"/>
                    <a:pt x="3668" y="5311"/>
                  </a:cubicBezTo>
                  <a:cubicBezTo>
                    <a:pt x="3525" y="5335"/>
                    <a:pt x="3430" y="5454"/>
                    <a:pt x="3430" y="5644"/>
                  </a:cubicBezTo>
                  <a:lnTo>
                    <a:pt x="3430" y="5930"/>
                  </a:lnTo>
                  <a:lnTo>
                    <a:pt x="2882" y="5930"/>
                  </a:lnTo>
                  <a:lnTo>
                    <a:pt x="2882" y="5644"/>
                  </a:lnTo>
                  <a:cubicBezTo>
                    <a:pt x="2882" y="5478"/>
                    <a:pt x="2811" y="5359"/>
                    <a:pt x="2644" y="5311"/>
                  </a:cubicBezTo>
                  <a:cubicBezTo>
                    <a:pt x="2406" y="5240"/>
                    <a:pt x="2216" y="5168"/>
                    <a:pt x="2001" y="5049"/>
                  </a:cubicBezTo>
                  <a:cubicBezTo>
                    <a:pt x="1952" y="5009"/>
                    <a:pt x="1890" y="4990"/>
                    <a:pt x="1829" y="4990"/>
                  </a:cubicBezTo>
                  <a:cubicBezTo>
                    <a:pt x="1744" y="4990"/>
                    <a:pt x="1662" y="5027"/>
                    <a:pt x="1620" y="5097"/>
                  </a:cubicBezTo>
                  <a:lnTo>
                    <a:pt x="1382" y="5335"/>
                  </a:lnTo>
                  <a:lnTo>
                    <a:pt x="1025" y="4954"/>
                  </a:lnTo>
                  <a:lnTo>
                    <a:pt x="1263" y="4716"/>
                  </a:lnTo>
                  <a:cubicBezTo>
                    <a:pt x="1382" y="4597"/>
                    <a:pt x="1382" y="4454"/>
                    <a:pt x="1311" y="4335"/>
                  </a:cubicBezTo>
                  <a:cubicBezTo>
                    <a:pt x="1192" y="4120"/>
                    <a:pt x="1096" y="3906"/>
                    <a:pt x="1049" y="3668"/>
                  </a:cubicBezTo>
                  <a:cubicBezTo>
                    <a:pt x="1025" y="3525"/>
                    <a:pt x="906" y="3430"/>
                    <a:pt x="739" y="3430"/>
                  </a:cubicBezTo>
                  <a:lnTo>
                    <a:pt x="430" y="3430"/>
                  </a:lnTo>
                  <a:lnTo>
                    <a:pt x="430" y="2906"/>
                  </a:lnTo>
                  <a:lnTo>
                    <a:pt x="715" y="2906"/>
                  </a:lnTo>
                  <a:cubicBezTo>
                    <a:pt x="858" y="2906"/>
                    <a:pt x="977" y="2811"/>
                    <a:pt x="1049" y="2668"/>
                  </a:cubicBezTo>
                  <a:cubicBezTo>
                    <a:pt x="1096" y="2429"/>
                    <a:pt x="1192" y="2215"/>
                    <a:pt x="1311" y="2001"/>
                  </a:cubicBezTo>
                  <a:cubicBezTo>
                    <a:pt x="1406" y="1882"/>
                    <a:pt x="1382" y="1715"/>
                    <a:pt x="1263" y="1620"/>
                  </a:cubicBezTo>
                  <a:lnTo>
                    <a:pt x="1025" y="1382"/>
                  </a:lnTo>
                  <a:lnTo>
                    <a:pt x="1406" y="1024"/>
                  </a:lnTo>
                  <a:lnTo>
                    <a:pt x="1644" y="1263"/>
                  </a:lnTo>
                  <a:cubicBezTo>
                    <a:pt x="1711" y="1330"/>
                    <a:pt x="1786" y="1359"/>
                    <a:pt x="1860" y="1359"/>
                  </a:cubicBezTo>
                  <a:cubicBezTo>
                    <a:pt x="1917" y="1359"/>
                    <a:pt x="1973" y="1341"/>
                    <a:pt x="2025" y="1310"/>
                  </a:cubicBezTo>
                  <a:cubicBezTo>
                    <a:pt x="2240" y="1191"/>
                    <a:pt x="2454" y="1120"/>
                    <a:pt x="2692" y="1048"/>
                  </a:cubicBezTo>
                  <a:cubicBezTo>
                    <a:pt x="2835" y="1024"/>
                    <a:pt x="2930" y="905"/>
                    <a:pt x="2930" y="762"/>
                  </a:cubicBezTo>
                  <a:lnTo>
                    <a:pt x="2930" y="429"/>
                  </a:lnTo>
                  <a:close/>
                  <a:moveTo>
                    <a:pt x="2859" y="0"/>
                  </a:moveTo>
                  <a:cubicBezTo>
                    <a:pt x="2692" y="0"/>
                    <a:pt x="2525" y="167"/>
                    <a:pt x="2525" y="334"/>
                  </a:cubicBezTo>
                  <a:lnTo>
                    <a:pt x="2525" y="667"/>
                  </a:lnTo>
                  <a:cubicBezTo>
                    <a:pt x="2287" y="715"/>
                    <a:pt x="2025" y="810"/>
                    <a:pt x="1811" y="953"/>
                  </a:cubicBezTo>
                  <a:lnTo>
                    <a:pt x="1573" y="715"/>
                  </a:lnTo>
                  <a:cubicBezTo>
                    <a:pt x="1513" y="655"/>
                    <a:pt x="1436" y="626"/>
                    <a:pt x="1358" y="626"/>
                  </a:cubicBezTo>
                  <a:cubicBezTo>
                    <a:pt x="1281" y="626"/>
                    <a:pt x="1204" y="655"/>
                    <a:pt x="1144" y="715"/>
                  </a:cubicBezTo>
                  <a:lnTo>
                    <a:pt x="715" y="1144"/>
                  </a:lnTo>
                  <a:cubicBezTo>
                    <a:pt x="596" y="1263"/>
                    <a:pt x="596" y="1477"/>
                    <a:pt x="715" y="1596"/>
                  </a:cubicBezTo>
                  <a:lnTo>
                    <a:pt x="954" y="1834"/>
                  </a:lnTo>
                  <a:cubicBezTo>
                    <a:pt x="811" y="2072"/>
                    <a:pt x="715" y="2310"/>
                    <a:pt x="668" y="2549"/>
                  </a:cubicBezTo>
                  <a:lnTo>
                    <a:pt x="334" y="2549"/>
                  </a:lnTo>
                  <a:cubicBezTo>
                    <a:pt x="144" y="2549"/>
                    <a:pt x="1" y="2691"/>
                    <a:pt x="1" y="2858"/>
                  </a:cubicBezTo>
                  <a:lnTo>
                    <a:pt x="1" y="3454"/>
                  </a:lnTo>
                  <a:cubicBezTo>
                    <a:pt x="1" y="3644"/>
                    <a:pt x="144" y="3787"/>
                    <a:pt x="334" y="3787"/>
                  </a:cubicBezTo>
                  <a:lnTo>
                    <a:pt x="668" y="3787"/>
                  </a:lnTo>
                  <a:cubicBezTo>
                    <a:pt x="715" y="4025"/>
                    <a:pt x="811" y="4287"/>
                    <a:pt x="954" y="4501"/>
                  </a:cubicBezTo>
                  <a:lnTo>
                    <a:pt x="715" y="4739"/>
                  </a:lnTo>
                  <a:cubicBezTo>
                    <a:pt x="596" y="4859"/>
                    <a:pt x="596" y="5073"/>
                    <a:pt x="715" y="5192"/>
                  </a:cubicBezTo>
                  <a:lnTo>
                    <a:pt x="1144" y="5597"/>
                  </a:lnTo>
                  <a:cubicBezTo>
                    <a:pt x="1204" y="5656"/>
                    <a:pt x="1281" y="5686"/>
                    <a:pt x="1358" y="5686"/>
                  </a:cubicBezTo>
                  <a:cubicBezTo>
                    <a:pt x="1436" y="5686"/>
                    <a:pt x="1513" y="5656"/>
                    <a:pt x="1573" y="5597"/>
                  </a:cubicBezTo>
                  <a:lnTo>
                    <a:pt x="1811" y="5359"/>
                  </a:lnTo>
                  <a:cubicBezTo>
                    <a:pt x="2049" y="5525"/>
                    <a:pt x="2287" y="5597"/>
                    <a:pt x="2525" y="5668"/>
                  </a:cubicBezTo>
                  <a:lnTo>
                    <a:pt x="2525" y="6002"/>
                  </a:lnTo>
                  <a:cubicBezTo>
                    <a:pt x="2525" y="6168"/>
                    <a:pt x="2692" y="6311"/>
                    <a:pt x="2859" y="6311"/>
                  </a:cubicBezTo>
                  <a:lnTo>
                    <a:pt x="3454" y="6311"/>
                  </a:lnTo>
                  <a:cubicBezTo>
                    <a:pt x="3645" y="6311"/>
                    <a:pt x="3787" y="6168"/>
                    <a:pt x="3787" y="6002"/>
                  </a:cubicBezTo>
                  <a:lnTo>
                    <a:pt x="3787" y="5668"/>
                  </a:lnTo>
                  <a:cubicBezTo>
                    <a:pt x="4049" y="5597"/>
                    <a:pt x="4288" y="5525"/>
                    <a:pt x="4502" y="5359"/>
                  </a:cubicBezTo>
                  <a:lnTo>
                    <a:pt x="4740" y="5597"/>
                  </a:lnTo>
                  <a:cubicBezTo>
                    <a:pt x="4796" y="5642"/>
                    <a:pt x="4874" y="5666"/>
                    <a:pt x="4952" y="5666"/>
                  </a:cubicBezTo>
                  <a:cubicBezTo>
                    <a:pt x="5040" y="5666"/>
                    <a:pt x="5130" y="5636"/>
                    <a:pt x="5193" y="5573"/>
                  </a:cubicBezTo>
                  <a:lnTo>
                    <a:pt x="5597" y="5168"/>
                  </a:lnTo>
                  <a:cubicBezTo>
                    <a:pt x="5716" y="5049"/>
                    <a:pt x="5716" y="4835"/>
                    <a:pt x="5597" y="4716"/>
                  </a:cubicBezTo>
                  <a:lnTo>
                    <a:pt x="5359" y="4478"/>
                  </a:lnTo>
                  <a:cubicBezTo>
                    <a:pt x="5502" y="4263"/>
                    <a:pt x="5597" y="4001"/>
                    <a:pt x="5669" y="3763"/>
                  </a:cubicBezTo>
                  <a:lnTo>
                    <a:pt x="5978" y="3763"/>
                  </a:lnTo>
                  <a:cubicBezTo>
                    <a:pt x="6169" y="3763"/>
                    <a:pt x="6312" y="3620"/>
                    <a:pt x="6312" y="3430"/>
                  </a:cubicBezTo>
                  <a:lnTo>
                    <a:pt x="6312" y="2834"/>
                  </a:lnTo>
                  <a:cubicBezTo>
                    <a:pt x="6312" y="2668"/>
                    <a:pt x="6169" y="2501"/>
                    <a:pt x="5978" y="2501"/>
                  </a:cubicBezTo>
                  <a:lnTo>
                    <a:pt x="5669" y="2501"/>
                  </a:lnTo>
                  <a:cubicBezTo>
                    <a:pt x="5597" y="2263"/>
                    <a:pt x="5502" y="2001"/>
                    <a:pt x="5359" y="1787"/>
                  </a:cubicBezTo>
                  <a:lnTo>
                    <a:pt x="5597" y="1548"/>
                  </a:lnTo>
                  <a:cubicBezTo>
                    <a:pt x="5716" y="1429"/>
                    <a:pt x="5716" y="1239"/>
                    <a:pt x="5597" y="1120"/>
                  </a:cubicBezTo>
                  <a:lnTo>
                    <a:pt x="5193" y="691"/>
                  </a:lnTo>
                  <a:cubicBezTo>
                    <a:pt x="5133" y="632"/>
                    <a:pt x="5050" y="602"/>
                    <a:pt x="4966" y="602"/>
                  </a:cubicBezTo>
                  <a:cubicBezTo>
                    <a:pt x="4883" y="602"/>
                    <a:pt x="4800" y="632"/>
                    <a:pt x="4740" y="691"/>
                  </a:cubicBezTo>
                  <a:lnTo>
                    <a:pt x="4502" y="929"/>
                  </a:lnTo>
                  <a:cubicBezTo>
                    <a:pt x="4264" y="786"/>
                    <a:pt x="4026" y="691"/>
                    <a:pt x="3787" y="643"/>
                  </a:cubicBezTo>
                  <a:lnTo>
                    <a:pt x="3787" y="334"/>
                  </a:lnTo>
                  <a:cubicBezTo>
                    <a:pt x="3787" y="167"/>
                    <a:pt x="3645" y="0"/>
                    <a:pt x="3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98"/>
            <p:cNvSpPr/>
            <p:nvPr/>
          </p:nvSpPr>
          <p:spPr>
            <a:xfrm>
              <a:off x="6815766" y="2517955"/>
              <a:ext cx="19201" cy="49731"/>
            </a:xfrm>
            <a:custGeom>
              <a:rect b="b" l="l" r="r" t="t"/>
              <a:pathLst>
                <a:path extrusionOk="0" h="1668" w="644">
                  <a:moveTo>
                    <a:pt x="215" y="0"/>
                  </a:moveTo>
                  <a:cubicBezTo>
                    <a:pt x="120" y="0"/>
                    <a:pt x="48" y="48"/>
                    <a:pt x="25" y="143"/>
                  </a:cubicBezTo>
                  <a:cubicBezTo>
                    <a:pt x="1" y="262"/>
                    <a:pt x="96" y="357"/>
                    <a:pt x="215" y="357"/>
                  </a:cubicBezTo>
                  <a:lnTo>
                    <a:pt x="334" y="357"/>
                  </a:lnTo>
                  <a:lnTo>
                    <a:pt x="334" y="1477"/>
                  </a:lnTo>
                  <a:cubicBezTo>
                    <a:pt x="287" y="1572"/>
                    <a:pt x="382" y="1667"/>
                    <a:pt x="477" y="1667"/>
                  </a:cubicBezTo>
                  <a:cubicBezTo>
                    <a:pt x="572" y="1667"/>
                    <a:pt x="644" y="1572"/>
                    <a:pt x="644" y="1477"/>
                  </a:cubicBezTo>
                  <a:lnTo>
                    <a:pt x="644" y="167"/>
                  </a:lnTo>
                  <a:cubicBezTo>
                    <a:pt x="644" y="95"/>
                    <a:pt x="572" y="0"/>
                    <a:pt x="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98"/>
            <p:cNvSpPr/>
            <p:nvPr/>
          </p:nvSpPr>
          <p:spPr>
            <a:xfrm>
              <a:off x="6918033" y="2635099"/>
              <a:ext cx="119290" cy="118604"/>
            </a:xfrm>
            <a:custGeom>
              <a:rect b="b" l="l" r="r" t="t"/>
              <a:pathLst>
                <a:path extrusionOk="0" h="3978" w="4001">
                  <a:moveTo>
                    <a:pt x="1977" y="1"/>
                  </a:moveTo>
                  <a:cubicBezTo>
                    <a:pt x="881" y="1"/>
                    <a:pt x="0" y="882"/>
                    <a:pt x="0" y="2001"/>
                  </a:cubicBezTo>
                  <a:cubicBezTo>
                    <a:pt x="0" y="3096"/>
                    <a:pt x="881" y="3978"/>
                    <a:pt x="1977" y="3978"/>
                  </a:cubicBezTo>
                  <a:cubicBezTo>
                    <a:pt x="2334" y="3978"/>
                    <a:pt x="2691" y="3906"/>
                    <a:pt x="3001" y="3716"/>
                  </a:cubicBezTo>
                  <a:cubicBezTo>
                    <a:pt x="3096" y="3668"/>
                    <a:pt x="3120" y="3573"/>
                    <a:pt x="3048" y="3478"/>
                  </a:cubicBezTo>
                  <a:cubicBezTo>
                    <a:pt x="3020" y="3420"/>
                    <a:pt x="2973" y="3388"/>
                    <a:pt x="2920" y="3388"/>
                  </a:cubicBezTo>
                  <a:cubicBezTo>
                    <a:pt x="2885" y="3388"/>
                    <a:pt x="2848" y="3402"/>
                    <a:pt x="2810" y="3430"/>
                  </a:cubicBezTo>
                  <a:cubicBezTo>
                    <a:pt x="2572" y="3573"/>
                    <a:pt x="2286" y="3668"/>
                    <a:pt x="1977" y="3668"/>
                  </a:cubicBezTo>
                  <a:cubicBezTo>
                    <a:pt x="1072" y="3668"/>
                    <a:pt x="310" y="2906"/>
                    <a:pt x="310" y="2001"/>
                  </a:cubicBezTo>
                  <a:cubicBezTo>
                    <a:pt x="310" y="1072"/>
                    <a:pt x="1072" y="334"/>
                    <a:pt x="1977" y="334"/>
                  </a:cubicBezTo>
                  <a:cubicBezTo>
                    <a:pt x="2906" y="334"/>
                    <a:pt x="3644" y="1072"/>
                    <a:pt x="3644" y="2001"/>
                  </a:cubicBezTo>
                  <a:cubicBezTo>
                    <a:pt x="3644" y="2311"/>
                    <a:pt x="3572" y="2644"/>
                    <a:pt x="3358" y="2906"/>
                  </a:cubicBezTo>
                  <a:cubicBezTo>
                    <a:pt x="3287" y="3001"/>
                    <a:pt x="3334" y="3096"/>
                    <a:pt x="3406" y="3144"/>
                  </a:cubicBezTo>
                  <a:cubicBezTo>
                    <a:pt x="3443" y="3172"/>
                    <a:pt x="3481" y="3186"/>
                    <a:pt x="3515" y="3186"/>
                  </a:cubicBezTo>
                  <a:cubicBezTo>
                    <a:pt x="3569" y="3186"/>
                    <a:pt x="3615" y="3154"/>
                    <a:pt x="3644" y="3096"/>
                  </a:cubicBezTo>
                  <a:cubicBezTo>
                    <a:pt x="3882" y="2763"/>
                    <a:pt x="4001" y="2382"/>
                    <a:pt x="4001" y="1953"/>
                  </a:cubicBezTo>
                  <a:cubicBezTo>
                    <a:pt x="4001" y="882"/>
                    <a:pt x="3096" y="1"/>
                    <a:pt x="1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98"/>
            <p:cNvSpPr/>
            <p:nvPr/>
          </p:nvSpPr>
          <p:spPr>
            <a:xfrm>
              <a:off x="6870448" y="2586828"/>
              <a:ext cx="215175" cy="214459"/>
            </a:xfrm>
            <a:custGeom>
              <a:rect b="b" l="l" r="r" t="t"/>
              <a:pathLst>
                <a:path extrusionOk="0" h="7193" w="7217">
                  <a:moveTo>
                    <a:pt x="3906" y="334"/>
                  </a:moveTo>
                  <a:lnTo>
                    <a:pt x="3906" y="715"/>
                  </a:lnTo>
                  <a:cubicBezTo>
                    <a:pt x="3906" y="881"/>
                    <a:pt x="4025" y="1024"/>
                    <a:pt x="4168" y="1048"/>
                  </a:cubicBezTo>
                  <a:cubicBezTo>
                    <a:pt x="4454" y="1120"/>
                    <a:pt x="4716" y="1239"/>
                    <a:pt x="4954" y="1381"/>
                  </a:cubicBezTo>
                  <a:cubicBezTo>
                    <a:pt x="5006" y="1416"/>
                    <a:pt x="5059" y="1432"/>
                    <a:pt x="5110" y="1432"/>
                  </a:cubicBezTo>
                  <a:cubicBezTo>
                    <a:pt x="5199" y="1432"/>
                    <a:pt x="5283" y="1385"/>
                    <a:pt x="5359" y="1310"/>
                  </a:cubicBezTo>
                  <a:lnTo>
                    <a:pt x="5668" y="1024"/>
                  </a:lnTo>
                  <a:lnTo>
                    <a:pt x="6145" y="1501"/>
                  </a:lnTo>
                  <a:lnTo>
                    <a:pt x="5835" y="1786"/>
                  </a:lnTo>
                  <a:cubicBezTo>
                    <a:pt x="5716" y="1905"/>
                    <a:pt x="5716" y="2096"/>
                    <a:pt x="5788" y="2215"/>
                  </a:cubicBezTo>
                  <a:cubicBezTo>
                    <a:pt x="5930" y="2453"/>
                    <a:pt x="6049" y="2715"/>
                    <a:pt x="6121" y="2977"/>
                  </a:cubicBezTo>
                  <a:cubicBezTo>
                    <a:pt x="6145" y="3144"/>
                    <a:pt x="6288" y="3263"/>
                    <a:pt x="6430" y="3263"/>
                  </a:cubicBezTo>
                  <a:lnTo>
                    <a:pt x="6859" y="3263"/>
                  </a:lnTo>
                  <a:lnTo>
                    <a:pt x="6859" y="3930"/>
                  </a:lnTo>
                  <a:lnTo>
                    <a:pt x="6478" y="3930"/>
                  </a:lnTo>
                  <a:cubicBezTo>
                    <a:pt x="6311" y="3930"/>
                    <a:pt x="6169" y="4049"/>
                    <a:pt x="6145" y="4215"/>
                  </a:cubicBezTo>
                  <a:cubicBezTo>
                    <a:pt x="6073" y="4477"/>
                    <a:pt x="5954" y="4739"/>
                    <a:pt x="5811" y="4977"/>
                  </a:cubicBezTo>
                  <a:cubicBezTo>
                    <a:pt x="5716" y="5120"/>
                    <a:pt x="5764" y="5287"/>
                    <a:pt x="5883" y="5406"/>
                  </a:cubicBezTo>
                  <a:lnTo>
                    <a:pt x="6169" y="5692"/>
                  </a:lnTo>
                  <a:lnTo>
                    <a:pt x="5692" y="6168"/>
                  </a:lnTo>
                  <a:lnTo>
                    <a:pt x="5406" y="5882"/>
                  </a:lnTo>
                  <a:cubicBezTo>
                    <a:pt x="5334" y="5809"/>
                    <a:pt x="5234" y="5781"/>
                    <a:pt x="5140" y="5781"/>
                  </a:cubicBezTo>
                  <a:cubicBezTo>
                    <a:pt x="5081" y="5781"/>
                    <a:pt x="5024" y="5792"/>
                    <a:pt x="4978" y="5811"/>
                  </a:cubicBezTo>
                  <a:cubicBezTo>
                    <a:pt x="4740" y="5954"/>
                    <a:pt x="4478" y="6073"/>
                    <a:pt x="4216" y="6144"/>
                  </a:cubicBezTo>
                  <a:cubicBezTo>
                    <a:pt x="4049" y="6168"/>
                    <a:pt x="3930" y="6311"/>
                    <a:pt x="3930" y="6478"/>
                  </a:cubicBezTo>
                  <a:lnTo>
                    <a:pt x="3930" y="6883"/>
                  </a:lnTo>
                  <a:lnTo>
                    <a:pt x="3263" y="6883"/>
                  </a:lnTo>
                  <a:lnTo>
                    <a:pt x="3263" y="6502"/>
                  </a:lnTo>
                  <a:cubicBezTo>
                    <a:pt x="3263" y="6359"/>
                    <a:pt x="3144" y="6192"/>
                    <a:pt x="2977" y="6168"/>
                  </a:cubicBezTo>
                  <a:cubicBezTo>
                    <a:pt x="2715" y="6121"/>
                    <a:pt x="2453" y="6001"/>
                    <a:pt x="2215" y="5835"/>
                  </a:cubicBezTo>
                  <a:cubicBezTo>
                    <a:pt x="2162" y="5808"/>
                    <a:pt x="2105" y="5795"/>
                    <a:pt x="2048" y="5795"/>
                  </a:cubicBezTo>
                  <a:cubicBezTo>
                    <a:pt x="1954" y="5795"/>
                    <a:pt x="1861" y="5832"/>
                    <a:pt x="1787" y="5906"/>
                  </a:cubicBezTo>
                  <a:lnTo>
                    <a:pt x="1501" y="6192"/>
                  </a:lnTo>
                  <a:lnTo>
                    <a:pt x="1025" y="5716"/>
                  </a:lnTo>
                  <a:lnTo>
                    <a:pt x="1310" y="5430"/>
                  </a:lnTo>
                  <a:cubicBezTo>
                    <a:pt x="1429" y="5311"/>
                    <a:pt x="1429" y="5120"/>
                    <a:pt x="1382" y="5001"/>
                  </a:cubicBezTo>
                  <a:cubicBezTo>
                    <a:pt x="1239" y="4763"/>
                    <a:pt x="1120" y="4501"/>
                    <a:pt x="1048" y="4239"/>
                  </a:cubicBezTo>
                  <a:cubicBezTo>
                    <a:pt x="1025" y="4096"/>
                    <a:pt x="882" y="3977"/>
                    <a:pt x="715" y="3977"/>
                  </a:cubicBezTo>
                  <a:lnTo>
                    <a:pt x="310" y="3977"/>
                  </a:lnTo>
                  <a:lnTo>
                    <a:pt x="310" y="3287"/>
                  </a:lnTo>
                  <a:lnTo>
                    <a:pt x="691" y="3287"/>
                  </a:lnTo>
                  <a:cubicBezTo>
                    <a:pt x="834" y="3287"/>
                    <a:pt x="1001" y="3168"/>
                    <a:pt x="1025" y="3025"/>
                  </a:cubicBezTo>
                  <a:cubicBezTo>
                    <a:pt x="1072" y="2739"/>
                    <a:pt x="1191" y="2477"/>
                    <a:pt x="1358" y="2239"/>
                  </a:cubicBezTo>
                  <a:cubicBezTo>
                    <a:pt x="1429" y="2096"/>
                    <a:pt x="1406" y="1953"/>
                    <a:pt x="1287" y="1834"/>
                  </a:cubicBezTo>
                  <a:lnTo>
                    <a:pt x="1001" y="1524"/>
                  </a:lnTo>
                  <a:lnTo>
                    <a:pt x="1477" y="1048"/>
                  </a:lnTo>
                  <a:lnTo>
                    <a:pt x="1763" y="1358"/>
                  </a:lnTo>
                  <a:cubicBezTo>
                    <a:pt x="1830" y="1425"/>
                    <a:pt x="1920" y="1454"/>
                    <a:pt x="2007" y="1454"/>
                  </a:cubicBezTo>
                  <a:cubicBezTo>
                    <a:pt x="2074" y="1454"/>
                    <a:pt x="2140" y="1436"/>
                    <a:pt x="2192" y="1405"/>
                  </a:cubicBezTo>
                  <a:cubicBezTo>
                    <a:pt x="2430" y="1262"/>
                    <a:pt x="2692" y="1143"/>
                    <a:pt x="2954" y="1072"/>
                  </a:cubicBezTo>
                  <a:cubicBezTo>
                    <a:pt x="3096" y="1048"/>
                    <a:pt x="3216" y="905"/>
                    <a:pt x="3216" y="762"/>
                  </a:cubicBezTo>
                  <a:lnTo>
                    <a:pt x="3216" y="334"/>
                  </a:lnTo>
                  <a:close/>
                  <a:moveTo>
                    <a:pt x="3263" y="0"/>
                  </a:moveTo>
                  <a:cubicBezTo>
                    <a:pt x="3073" y="0"/>
                    <a:pt x="2930" y="143"/>
                    <a:pt x="2930" y="334"/>
                  </a:cubicBezTo>
                  <a:lnTo>
                    <a:pt x="2930" y="738"/>
                  </a:lnTo>
                  <a:cubicBezTo>
                    <a:pt x="2620" y="810"/>
                    <a:pt x="2334" y="929"/>
                    <a:pt x="2072" y="1120"/>
                  </a:cubicBezTo>
                  <a:lnTo>
                    <a:pt x="1763" y="810"/>
                  </a:lnTo>
                  <a:cubicBezTo>
                    <a:pt x="1703" y="750"/>
                    <a:pt x="1614" y="721"/>
                    <a:pt x="1525" y="721"/>
                  </a:cubicBezTo>
                  <a:cubicBezTo>
                    <a:pt x="1435" y="721"/>
                    <a:pt x="1346" y="750"/>
                    <a:pt x="1287" y="810"/>
                  </a:cubicBezTo>
                  <a:lnTo>
                    <a:pt x="810" y="1286"/>
                  </a:lnTo>
                  <a:cubicBezTo>
                    <a:pt x="691" y="1405"/>
                    <a:pt x="691" y="1643"/>
                    <a:pt x="810" y="1762"/>
                  </a:cubicBezTo>
                  <a:lnTo>
                    <a:pt x="1120" y="2072"/>
                  </a:lnTo>
                  <a:cubicBezTo>
                    <a:pt x="929" y="2334"/>
                    <a:pt x="810" y="2620"/>
                    <a:pt x="763" y="2929"/>
                  </a:cubicBezTo>
                  <a:lnTo>
                    <a:pt x="334" y="2929"/>
                  </a:lnTo>
                  <a:cubicBezTo>
                    <a:pt x="167" y="2929"/>
                    <a:pt x="1" y="3072"/>
                    <a:pt x="1" y="3263"/>
                  </a:cubicBezTo>
                  <a:lnTo>
                    <a:pt x="1" y="3930"/>
                  </a:lnTo>
                  <a:cubicBezTo>
                    <a:pt x="1" y="4120"/>
                    <a:pt x="167" y="4263"/>
                    <a:pt x="334" y="4263"/>
                  </a:cubicBezTo>
                  <a:lnTo>
                    <a:pt x="763" y="4263"/>
                  </a:lnTo>
                  <a:cubicBezTo>
                    <a:pt x="810" y="4573"/>
                    <a:pt x="929" y="4858"/>
                    <a:pt x="1120" y="5120"/>
                  </a:cubicBezTo>
                  <a:lnTo>
                    <a:pt x="810" y="5430"/>
                  </a:lnTo>
                  <a:cubicBezTo>
                    <a:pt x="691" y="5549"/>
                    <a:pt x="691" y="5787"/>
                    <a:pt x="810" y="5906"/>
                  </a:cubicBezTo>
                  <a:lnTo>
                    <a:pt x="1287" y="6382"/>
                  </a:lnTo>
                  <a:cubicBezTo>
                    <a:pt x="1346" y="6442"/>
                    <a:pt x="1435" y="6472"/>
                    <a:pt x="1525" y="6472"/>
                  </a:cubicBezTo>
                  <a:cubicBezTo>
                    <a:pt x="1614" y="6472"/>
                    <a:pt x="1703" y="6442"/>
                    <a:pt x="1763" y="6382"/>
                  </a:cubicBezTo>
                  <a:lnTo>
                    <a:pt x="2072" y="6073"/>
                  </a:lnTo>
                  <a:cubicBezTo>
                    <a:pt x="2334" y="6263"/>
                    <a:pt x="2620" y="6382"/>
                    <a:pt x="2930" y="6430"/>
                  </a:cubicBezTo>
                  <a:lnTo>
                    <a:pt x="2930" y="6859"/>
                  </a:lnTo>
                  <a:cubicBezTo>
                    <a:pt x="2930" y="7025"/>
                    <a:pt x="3073" y="7192"/>
                    <a:pt x="3263" y="7192"/>
                  </a:cubicBezTo>
                  <a:lnTo>
                    <a:pt x="3930" y="7192"/>
                  </a:lnTo>
                  <a:cubicBezTo>
                    <a:pt x="4120" y="7192"/>
                    <a:pt x="4263" y="7025"/>
                    <a:pt x="4263" y="6859"/>
                  </a:cubicBezTo>
                  <a:lnTo>
                    <a:pt x="4263" y="6430"/>
                  </a:lnTo>
                  <a:cubicBezTo>
                    <a:pt x="4573" y="6382"/>
                    <a:pt x="4859" y="6263"/>
                    <a:pt x="5121" y="6073"/>
                  </a:cubicBezTo>
                  <a:lnTo>
                    <a:pt x="5430" y="6382"/>
                  </a:lnTo>
                  <a:cubicBezTo>
                    <a:pt x="5490" y="6442"/>
                    <a:pt x="5579" y="6472"/>
                    <a:pt x="5668" y="6472"/>
                  </a:cubicBezTo>
                  <a:cubicBezTo>
                    <a:pt x="5758" y="6472"/>
                    <a:pt x="5847" y="6442"/>
                    <a:pt x="5907" y="6382"/>
                  </a:cubicBezTo>
                  <a:lnTo>
                    <a:pt x="6383" y="5906"/>
                  </a:lnTo>
                  <a:cubicBezTo>
                    <a:pt x="6502" y="5787"/>
                    <a:pt x="6502" y="5549"/>
                    <a:pt x="6383" y="5430"/>
                  </a:cubicBezTo>
                  <a:lnTo>
                    <a:pt x="6073" y="5120"/>
                  </a:lnTo>
                  <a:cubicBezTo>
                    <a:pt x="6264" y="4858"/>
                    <a:pt x="6383" y="4573"/>
                    <a:pt x="6430" y="4263"/>
                  </a:cubicBezTo>
                  <a:lnTo>
                    <a:pt x="6859" y="4263"/>
                  </a:lnTo>
                  <a:cubicBezTo>
                    <a:pt x="7026" y="4263"/>
                    <a:pt x="7193" y="4120"/>
                    <a:pt x="7193" y="3930"/>
                  </a:cubicBezTo>
                  <a:lnTo>
                    <a:pt x="7193" y="3263"/>
                  </a:lnTo>
                  <a:cubicBezTo>
                    <a:pt x="7216" y="3072"/>
                    <a:pt x="7073" y="2929"/>
                    <a:pt x="6883" y="2929"/>
                  </a:cubicBezTo>
                  <a:lnTo>
                    <a:pt x="6478" y="2929"/>
                  </a:lnTo>
                  <a:cubicBezTo>
                    <a:pt x="6407" y="2620"/>
                    <a:pt x="6288" y="2334"/>
                    <a:pt x="6121" y="2072"/>
                  </a:cubicBezTo>
                  <a:lnTo>
                    <a:pt x="6407" y="1762"/>
                  </a:lnTo>
                  <a:cubicBezTo>
                    <a:pt x="6478" y="1715"/>
                    <a:pt x="6502" y="1643"/>
                    <a:pt x="6502" y="1596"/>
                  </a:cubicBezTo>
                  <a:cubicBezTo>
                    <a:pt x="6526" y="1477"/>
                    <a:pt x="6478" y="1381"/>
                    <a:pt x="6407" y="1286"/>
                  </a:cubicBezTo>
                  <a:lnTo>
                    <a:pt x="5930" y="810"/>
                  </a:lnTo>
                  <a:cubicBezTo>
                    <a:pt x="5883" y="738"/>
                    <a:pt x="5835" y="715"/>
                    <a:pt x="5764" y="715"/>
                  </a:cubicBezTo>
                  <a:cubicBezTo>
                    <a:pt x="5736" y="709"/>
                    <a:pt x="5707" y="706"/>
                    <a:pt x="5680" y="706"/>
                  </a:cubicBezTo>
                  <a:cubicBezTo>
                    <a:pt x="5590" y="706"/>
                    <a:pt x="5503" y="737"/>
                    <a:pt x="5430" y="810"/>
                  </a:cubicBezTo>
                  <a:lnTo>
                    <a:pt x="5121" y="1120"/>
                  </a:lnTo>
                  <a:cubicBezTo>
                    <a:pt x="4859" y="929"/>
                    <a:pt x="4573" y="810"/>
                    <a:pt x="4263" y="738"/>
                  </a:cubicBezTo>
                  <a:lnTo>
                    <a:pt x="4263" y="334"/>
                  </a:lnTo>
                  <a:cubicBezTo>
                    <a:pt x="4263" y="143"/>
                    <a:pt x="4120" y="0"/>
                    <a:pt x="3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98"/>
            <p:cNvSpPr/>
            <p:nvPr/>
          </p:nvSpPr>
          <p:spPr>
            <a:xfrm>
              <a:off x="6961325" y="2667777"/>
              <a:ext cx="32707" cy="51133"/>
            </a:xfrm>
            <a:custGeom>
              <a:rect b="b" l="l" r="r" t="t"/>
              <a:pathLst>
                <a:path extrusionOk="0" h="1715" w="1097">
                  <a:moveTo>
                    <a:pt x="525" y="0"/>
                  </a:moveTo>
                  <a:cubicBezTo>
                    <a:pt x="287" y="0"/>
                    <a:pt x="96" y="167"/>
                    <a:pt x="25" y="381"/>
                  </a:cubicBezTo>
                  <a:cubicBezTo>
                    <a:pt x="1" y="476"/>
                    <a:pt x="48" y="572"/>
                    <a:pt x="120" y="595"/>
                  </a:cubicBezTo>
                  <a:cubicBezTo>
                    <a:pt x="136" y="600"/>
                    <a:pt x="153" y="601"/>
                    <a:pt x="170" y="601"/>
                  </a:cubicBezTo>
                  <a:cubicBezTo>
                    <a:pt x="253" y="601"/>
                    <a:pt x="338" y="555"/>
                    <a:pt x="358" y="476"/>
                  </a:cubicBezTo>
                  <a:cubicBezTo>
                    <a:pt x="382" y="381"/>
                    <a:pt x="453" y="357"/>
                    <a:pt x="501" y="357"/>
                  </a:cubicBezTo>
                  <a:cubicBezTo>
                    <a:pt x="596" y="357"/>
                    <a:pt x="644" y="405"/>
                    <a:pt x="644" y="500"/>
                  </a:cubicBezTo>
                  <a:lnTo>
                    <a:pt x="644" y="524"/>
                  </a:lnTo>
                  <a:cubicBezTo>
                    <a:pt x="644" y="619"/>
                    <a:pt x="620" y="715"/>
                    <a:pt x="572" y="810"/>
                  </a:cubicBezTo>
                  <a:cubicBezTo>
                    <a:pt x="358" y="1096"/>
                    <a:pt x="239" y="1262"/>
                    <a:pt x="168" y="1334"/>
                  </a:cubicBezTo>
                  <a:cubicBezTo>
                    <a:pt x="96" y="1453"/>
                    <a:pt x="48" y="1524"/>
                    <a:pt x="96" y="1596"/>
                  </a:cubicBezTo>
                  <a:cubicBezTo>
                    <a:pt x="120" y="1667"/>
                    <a:pt x="144" y="1691"/>
                    <a:pt x="215" y="1715"/>
                  </a:cubicBezTo>
                  <a:lnTo>
                    <a:pt x="930" y="1715"/>
                  </a:lnTo>
                  <a:cubicBezTo>
                    <a:pt x="1001" y="1715"/>
                    <a:pt x="1096" y="1667"/>
                    <a:pt x="1096" y="1572"/>
                  </a:cubicBezTo>
                  <a:cubicBezTo>
                    <a:pt x="1096" y="1453"/>
                    <a:pt x="1049" y="1357"/>
                    <a:pt x="930" y="1357"/>
                  </a:cubicBezTo>
                  <a:lnTo>
                    <a:pt x="596" y="1357"/>
                  </a:lnTo>
                  <a:cubicBezTo>
                    <a:pt x="644" y="1286"/>
                    <a:pt x="739" y="1167"/>
                    <a:pt x="858" y="976"/>
                  </a:cubicBezTo>
                  <a:cubicBezTo>
                    <a:pt x="953" y="857"/>
                    <a:pt x="1001" y="738"/>
                    <a:pt x="1049" y="619"/>
                  </a:cubicBezTo>
                  <a:lnTo>
                    <a:pt x="1049" y="595"/>
                  </a:lnTo>
                  <a:lnTo>
                    <a:pt x="1049" y="524"/>
                  </a:lnTo>
                  <a:lnTo>
                    <a:pt x="1049" y="500"/>
                  </a:lnTo>
                  <a:cubicBezTo>
                    <a:pt x="1049" y="238"/>
                    <a:pt x="811" y="0"/>
                    <a:pt x="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4" name="Google Shape;22364;p98"/>
          <p:cNvGrpSpPr/>
          <p:nvPr/>
        </p:nvGrpSpPr>
        <p:grpSpPr>
          <a:xfrm>
            <a:off x="6273298" y="2295966"/>
            <a:ext cx="352920" cy="353606"/>
            <a:chOff x="6158994" y="2448366"/>
            <a:chExt cx="352920" cy="353606"/>
          </a:xfrm>
        </p:grpSpPr>
        <p:sp>
          <p:nvSpPr>
            <p:cNvPr id="22365" name="Google Shape;22365;p98"/>
            <p:cNvSpPr/>
            <p:nvPr/>
          </p:nvSpPr>
          <p:spPr>
            <a:xfrm>
              <a:off x="6255566" y="2546339"/>
              <a:ext cx="158347" cy="157662"/>
            </a:xfrm>
            <a:custGeom>
              <a:rect b="b" l="l" r="r" t="t"/>
              <a:pathLst>
                <a:path extrusionOk="0" h="5288" w="5311">
                  <a:moveTo>
                    <a:pt x="2644" y="1"/>
                  </a:moveTo>
                  <a:cubicBezTo>
                    <a:pt x="1191" y="1"/>
                    <a:pt x="0" y="1192"/>
                    <a:pt x="0" y="2644"/>
                  </a:cubicBezTo>
                  <a:cubicBezTo>
                    <a:pt x="0" y="4097"/>
                    <a:pt x="1191" y="5288"/>
                    <a:pt x="2644" y="5288"/>
                  </a:cubicBezTo>
                  <a:cubicBezTo>
                    <a:pt x="4120" y="5288"/>
                    <a:pt x="5311" y="4097"/>
                    <a:pt x="5311" y="2644"/>
                  </a:cubicBezTo>
                  <a:cubicBezTo>
                    <a:pt x="5311" y="1192"/>
                    <a:pt x="4120" y="1"/>
                    <a:pt x="264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98"/>
            <p:cNvSpPr/>
            <p:nvPr/>
          </p:nvSpPr>
          <p:spPr>
            <a:xfrm>
              <a:off x="6302406" y="2549201"/>
              <a:ext cx="111508" cy="154799"/>
            </a:xfrm>
            <a:custGeom>
              <a:rect b="b" l="l" r="r" t="t"/>
              <a:pathLst>
                <a:path extrusionOk="0" h="5192" w="3740">
                  <a:moveTo>
                    <a:pt x="1716" y="0"/>
                  </a:moveTo>
                  <a:lnTo>
                    <a:pt x="1716" y="0"/>
                  </a:lnTo>
                  <a:cubicBezTo>
                    <a:pt x="2621" y="405"/>
                    <a:pt x="3287" y="1334"/>
                    <a:pt x="3287" y="2405"/>
                  </a:cubicBezTo>
                  <a:cubicBezTo>
                    <a:pt x="3287" y="3858"/>
                    <a:pt x="2097" y="5049"/>
                    <a:pt x="644" y="5049"/>
                  </a:cubicBezTo>
                  <a:cubicBezTo>
                    <a:pt x="430" y="5049"/>
                    <a:pt x="215" y="5025"/>
                    <a:pt x="1" y="4953"/>
                  </a:cubicBezTo>
                  <a:lnTo>
                    <a:pt x="1" y="4953"/>
                  </a:lnTo>
                  <a:cubicBezTo>
                    <a:pt x="334" y="5120"/>
                    <a:pt x="692" y="5192"/>
                    <a:pt x="1073" y="5192"/>
                  </a:cubicBezTo>
                  <a:cubicBezTo>
                    <a:pt x="2549" y="5192"/>
                    <a:pt x="3740" y="4001"/>
                    <a:pt x="3740" y="2548"/>
                  </a:cubicBezTo>
                  <a:cubicBezTo>
                    <a:pt x="3740" y="1310"/>
                    <a:pt x="2859" y="262"/>
                    <a:pt x="171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98"/>
            <p:cNvSpPr/>
            <p:nvPr/>
          </p:nvSpPr>
          <p:spPr>
            <a:xfrm>
              <a:off x="6163258" y="2454031"/>
              <a:ext cx="343678" cy="342276"/>
            </a:xfrm>
            <a:custGeom>
              <a:rect b="b" l="l" r="r" t="t"/>
              <a:pathLst>
                <a:path extrusionOk="0" h="11480" w="11527">
                  <a:moveTo>
                    <a:pt x="5740" y="1477"/>
                  </a:moveTo>
                  <a:cubicBezTo>
                    <a:pt x="8097" y="1477"/>
                    <a:pt x="10002" y="3383"/>
                    <a:pt x="10002" y="5740"/>
                  </a:cubicBezTo>
                  <a:cubicBezTo>
                    <a:pt x="10002" y="8098"/>
                    <a:pt x="8097" y="10003"/>
                    <a:pt x="5740" y="10003"/>
                  </a:cubicBezTo>
                  <a:cubicBezTo>
                    <a:pt x="3406" y="10003"/>
                    <a:pt x="1501" y="8098"/>
                    <a:pt x="1501" y="5740"/>
                  </a:cubicBezTo>
                  <a:cubicBezTo>
                    <a:pt x="1501" y="5145"/>
                    <a:pt x="1620" y="4573"/>
                    <a:pt x="1810" y="4073"/>
                  </a:cubicBezTo>
                  <a:lnTo>
                    <a:pt x="2549" y="4002"/>
                  </a:lnTo>
                  <a:cubicBezTo>
                    <a:pt x="2644" y="4002"/>
                    <a:pt x="2691" y="3930"/>
                    <a:pt x="2644" y="3859"/>
                  </a:cubicBezTo>
                  <a:lnTo>
                    <a:pt x="2358" y="3192"/>
                  </a:lnTo>
                  <a:cubicBezTo>
                    <a:pt x="3120" y="2168"/>
                    <a:pt x="4335" y="1477"/>
                    <a:pt x="5740" y="1477"/>
                  </a:cubicBezTo>
                  <a:close/>
                  <a:moveTo>
                    <a:pt x="5740" y="1"/>
                  </a:moveTo>
                  <a:cubicBezTo>
                    <a:pt x="2572" y="1"/>
                    <a:pt x="0" y="2597"/>
                    <a:pt x="0" y="5740"/>
                  </a:cubicBezTo>
                  <a:cubicBezTo>
                    <a:pt x="0" y="8931"/>
                    <a:pt x="2596" y="11479"/>
                    <a:pt x="5740" y="11479"/>
                  </a:cubicBezTo>
                  <a:cubicBezTo>
                    <a:pt x="8931" y="11479"/>
                    <a:pt x="11503" y="8884"/>
                    <a:pt x="11503" y="5740"/>
                  </a:cubicBezTo>
                  <a:cubicBezTo>
                    <a:pt x="11527" y="2549"/>
                    <a:pt x="8931" y="1"/>
                    <a:pt x="574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98"/>
            <p:cNvSpPr/>
            <p:nvPr/>
          </p:nvSpPr>
          <p:spPr>
            <a:xfrm>
              <a:off x="6162542" y="2625886"/>
              <a:ext cx="107960" cy="149135"/>
            </a:xfrm>
            <a:custGeom>
              <a:rect b="b" l="l" r="r" t="t"/>
              <a:pathLst>
                <a:path extrusionOk="0" h="5002" w="3621">
                  <a:moveTo>
                    <a:pt x="1" y="0"/>
                  </a:moveTo>
                  <a:cubicBezTo>
                    <a:pt x="1" y="2143"/>
                    <a:pt x="1167" y="4001"/>
                    <a:pt x="2882" y="5001"/>
                  </a:cubicBezTo>
                  <a:lnTo>
                    <a:pt x="3620" y="3691"/>
                  </a:lnTo>
                  <a:cubicBezTo>
                    <a:pt x="3144" y="3405"/>
                    <a:pt x="2739" y="3024"/>
                    <a:pt x="2382" y="2572"/>
                  </a:cubicBezTo>
                  <a:lnTo>
                    <a:pt x="2668" y="1881"/>
                  </a:lnTo>
                  <a:cubicBezTo>
                    <a:pt x="2715" y="1834"/>
                    <a:pt x="2644" y="1738"/>
                    <a:pt x="2596" y="1738"/>
                  </a:cubicBezTo>
                  <a:lnTo>
                    <a:pt x="1834" y="1667"/>
                  </a:lnTo>
                  <a:cubicBezTo>
                    <a:pt x="1644" y="1167"/>
                    <a:pt x="1525" y="595"/>
                    <a:pt x="15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98"/>
            <p:cNvSpPr/>
            <p:nvPr/>
          </p:nvSpPr>
          <p:spPr>
            <a:xfrm>
              <a:off x="6398262" y="2476780"/>
              <a:ext cx="108676" cy="149135"/>
            </a:xfrm>
            <a:custGeom>
              <a:rect b="b" l="l" r="r" t="t"/>
              <a:pathLst>
                <a:path extrusionOk="0" h="5002" w="3645">
                  <a:moveTo>
                    <a:pt x="763" y="0"/>
                  </a:moveTo>
                  <a:lnTo>
                    <a:pt x="1" y="1310"/>
                  </a:lnTo>
                  <a:cubicBezTo>
                    <a:pt x="525" y="1619"/>
                    <a:pt x="930" y="1977"/>
                    <a:pt x="1287" y="2453"/>
                  </a:cubicBezTo>
                  <a:lnTo>
                    <a:pt x="1001" y="3120"/>
                  </a:lnTo>
                  <a:cubicBezTo>
                    <a:pt x="954" y="3191"/>
                    <a:pt x="1025" y="3286"/>
                    <a:pt x="1073" y="3286"/>
                  </a:cubicBezTo>
                  <a:lnTo>
                    <a:pt x="1811" y="3334"/>
                  </a:lnTo>
                  <a:cubicBezTo>
                    <a:pt x="2025" y="3858"/>
                    <a:pt x="2144" y="4406"/>
                    <a:pt x="2144" y="5001"/>
                  </a:cubicBezTo>
                  <a:lnTo>
                    <a:pt x="3645" y="5001"/>
                  </a:lnTo>
                  <a:cubicBezTo>
                    <a:pt x="3645" y="2858"/>
                    <a:pt x="2478" y="1024"/>
                    <a:pt x="76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98"/>
            <p:cNvSpPr/>
            <p:nvPr/>
          </p:nvSpPr>
          <p:spPr>
            <a:xfrm>
              <a:off x="6397576" y="2625886"/>
              <a:ext cx="108646" cy="149135"/>
            </a:xfrm>
            <a:custGeom>
              <a:rect b="b" l="l" r="r" t="t"/>
              <a:pathLst>
                <a:path extrusionOk="0" h="5002" w="3644">
                  <a:moveTo>
                    <a:pt x="2143" y="0"/>
                  </a:moveTo>
                  <a:cubicBezTo>
                    <a:pt x="2143" y="595"/>
                    <a:pt x="2024" y="1167"/>
                    <a:pt x="1810" y="1667"/>
                  </a:cubicBezTo>
                  <a:lnTo>
                    <a:pt x="1072" y="1738"/>
                  </a:lnTo>
                  <a:cubicBezTo>
                    <a:pt x="977" y="1738"/>
                    <a:pt x="953" y="1834"/>
                    <a:pt x="977" y="1881"/>
                  </a:cubicBezTo>
                  <a:lnTo>
                    <a:pt x="1286" y="2572"/>
                  </a:lnTo>
                  <a:cubicBezTo>
                    <a:pt x="929" y="3024"/>
                    <a:pt x="500" y="3405"/>
                    <a:pt x="0" y="3691"/>
                  </a:cubicBezTo>
                  <a:lnTo>
                    <a:pt x="738" y="5001"/>
                  </a:lnTo>
                  <a:cubicBezTo>
                    <a:pt x="2477" y="4025"/>
                    <a:pt x="3644" y="2143"/>
                    <a:pt x="364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98"/>
            <p:cNvSpPr/>
            <p:nvPr/>
          </p:nvSpPr>
          <p:spPr>
            <a:xfrm>
              <a:off x="6288214" y="2456893"/>
              <a:ext cx="218723" cy="339414"/>
            </a:xfrm>
            <a:custGeom>
              <a:rect b="b" l="l" r="r" t="t"/>
              <a:pathLst>
                <a:path extrusionOk="0" h="11384" w="7336">
                  <a:moveTo>
                    <a:pt x="2620" y="0"/>
                  </a:moveTo>
                  <a:cubicBezTo>
                    <a:pt x="5049" y="667"/>
                    <a:pt x="6835" y="2906"/>
                    <a:pt x="6835" y="5525"/>
                  </a:cubicBezTo>
                  <a:cubicBezTo>
                    <a:pt x="6835" y="8716"/>
                    <a:pt x="4240" y="11264"/>
                    <a:pt x="1072" y="11264"/>
                  </a:cubicBezTo>
                  <a:cubicBezTo>
                    <a:pt x="715" y="11264"/>
                    <a:pt x="358" y="11241"/>
                    <a:pt x="1" y="11193"/>
                  </a:cubicBezTo>
                  <a:lnTo>
                    <a:pt x="1" y="11193"/>
                  </a:lnTo>
                  <a:cubicBezTo>
                    <a:pt x="525" y="11336"/>
                    <a:pt x="1025" y="11383"/>
                    <a:pt x="1549" y="11383"/>
                  </a:cubicBezTo>
                  <a:cubicBezTo>
                    <a:pt x="4740" y="11383"/>
                    <a:pt x="7312" y="8812"/>
                    <a:pt x="7312" y="5644"/>
                  </a:cubicBezTo>
                  <a:cubicBezTo>
                    <a:pt x="7336" y="2858"/>
                    <a:pt x="5311" y="500"/>
                    <a:pt x="262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98"/>
            <p:cNvSpPr/>
            <p:nvPr/>
          </p:nvSpPr>
          <p:spPr>
            <a:xfrm>
              <a:off x="6248470" y="2454031"/>
              <a:ext cx="170423" cy="64997"/>
            </a:xfrm>
            <a:custGeom>
              <a:rect b="b" l="l" r="r" t="t"/>
              <a:pathLst>
                <a:path extrusionOk="0" h="2180" w="5716">
                  <a:moveTo>
                    <a:pt x="2882" y="1"/>
                  </a:moveTo>
                  <a:cubicBezTo>
                    <a:pt x="1858" y="1"/>
                    <a:pt x="857" y="263"/>
                    <a:pt x="0" y="763"/>
                  </a:cubicBezTo>
                  <a:lnTo>
                    <a:pt x="738" y="2073"/>
                  </a:lnTo>
                  <a:cubicBezTo>
                    <a:pt x="1215" y="1811"/>
                    <a:pt x="1762" y="1597"/>
                    <a:pt x="2358" y="1549"/>
                  </a:cubicBezTo>
                  <a:lnTo>
                    <a:pt x="2763" y="2144"/>
                  </a:lnTo>
                  <a:cubicBezTo>
                    <a:pt x="2798" y="2168"/>
                    <a:pt x="2840" y="2180"/>
                    <a:pt x="2876" y="2180"/>
                  </a:cubicBezTo>
                  <a:cubicBezTo>
                    <a:pt x="2911" y="2180"/>
                    <a:pt x="2941" y="2168"/>
                    <a:pt x="2953" y="2144"/>
                  </a:cubicBezTo>
                  <a:lnTo>
                    <a:pt x="3358" y="1549"/>
                  </a:lnTo>
                  <a:cubicBezTo>
                    <a:pt x="3929" y="1597"/>
                    <a:pt x="4501" y="1811"/>
                    <a:pt x="4977" y="2073"/>
                  </a:cubicBezTo>
                  <a:lnTo>
                    <a:pt x="5716" y="763"/>
                  </a:lnTo>
                  <a:cubicBezTo>
                    <a:pt x="4954" y="263"/>
                    <a:pt x="3953" y="1"/>
                    <a:pt x="2882"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98"/>
            <p:cNvSpPr/>
            <p:nvPr/>
          </p:nvSpPr>
          <p:spPr>
            <a:xfrm>
              <a:off x="6365614" y="2457609"/>
              <a:ext cx="53995" cy="24866"/>
            </a:xfrm>
            <a:custGeom>
              <a:rect b="b" l="l" r="r" t="t"/>
              <a:pathLst>
                <a:path extrusionOk="0" h="834" w="1811">
                  <a:moveTo>
                    <a:pt x="0" y="0"/>
                  </a:moveTo>
                  <a:cubicBezTo>
                    <a:pt x="620" y="167"/>
                    <a:pt x="1215" y="452"/>
                    <a:pt x="1739" y="834"/>
                  </a:cubicBezTo>
                  <a:lnTo>
                    <a:pt x="1810" y="691"/>
                  </a:lnTo>
                  <a:cubicBezTo>
                    <a:pt x="1810" y="619"/>
                    <a:pt x="1763" y="595"/>
                    <a:pt x="1739" y="572"/>
                  </a:cubicBezTo>
                  <a:lnTo>
                    <a:pt x="1548" y="476"/>
                  </a:lnTo>
                  <a:cubicBezTo>
                    <a:pt x="1501" y="452"/>
                    <a:pt x="1453" y="405"/>
                    <a:pt x="1406" y="405"/>
                  </a:cubicBezTo>
                  <a:cubicBezTo>
                    <a:pt x="1215" y="333"/>
                    <a:pt x="1025" y="238"/>
                    <a:pt x="810" y="167"/>
                  </a:cubicBezTo>
                  <a:cubicBezTo>
                    <a:pt x="596" y="119"/>
                    <a:pt x="358" y="24"/>
                    <a:pt x="12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98"/>
            <p:cNvSpPr/>
            <p:nvPr/>
          </p:nvSpPr>
          <p:spPr>
            <a:xfrm>
              <a:off x="6249871" y="2732208"/>
              <a:ext cx="172569" cy="65533"/>
            </a:xfrm>
            <a:custGeom>
              <a:rect b="b" l="l" r="r" t="t"/>
              <a:pathLst>
                <a:path extrusionOk="0" h="2198" w="5788">
                  <a:moveTo>
                    <a:pt x="2861" y="0"/>
                  </a:moveTo>
                  <a:cubicBezTo>
                    <a:pt x="2829" y="0"/>
                    <a:pt x="2799" y="18"/>
                    <a:pt x="2787" y="54"/>
                  </a:cubicBezTo>
                  <a:lnTo>
                    <a:pt x="2358" y="649"/>
                  </a:lnTo>
                  <a:cubicBezTo>
                    <a:pt x="1787" y="578"/>
                    <a:pt x="1239" y="363"/>
                    <a:pt x="763" y="101"/>
                  </a:cubicBezTo>
                  <a:lnTo>
                    <a:pt x="1" y="1411"/>
                  </a:lnTo>
                  <a:cubicBezTo>
                    <a:pt x="834" y="1888"/>
                    <a:pt x="1858" y="2197"/>
                    <a:pt x="2906" y="2197"/>
                  </a:cubicBezTo>
                  <a:cubicBezTo>
                    <a:pt x="3930" y="2197"/>
                    <a:pt x="4930" y="1911"/>
                    <a:pt x="5788" y="1411"/>
                  </a:cubicBezTo>
                  <a:lnTo>
                    <a:pt x="4978" y="101"/>
                  </a:lnTo>
                  <a:cubicBezTo>
                    <a:pt x="4502" y="363"/>
                    <a:pt x="3978" y="578"/>
                    <a:pt x="3382" y="649"/>
                  </a:cubicBezTo>
                  <a:lnTo>
                    <a:pt x="2954" y="54"/>
                  </a:lnTo>
                  <a:cubicBezTo>
                    <a:pt x="2930" y="18"/>
                    <a:pt x="2894" y="0"/>
                    <a:pt x="286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98"/>
            <p:cNvSpPr/>
            <p:nvPr/>
          </p:nvSpPr>
          <p:spPr>
            <a:xfrm>
              <a:off x="6421011" y="2478181"/>
              <a:ext cx="85927" cy="149135"/>
            </a:xfrm>
            <a:custGeom>
              <a:rect b="b" l="l" r="r" t="t"/>
              <a:pathLst>
                <a:path extrusionOk="0" h="5002" w="2882">
                  <a:moveTo>
                    <a:pt x="71" y="1"/>
                  </a:moveTo>
                  <a:lnTo>
                    <a:pt x="0" y="144"/>
                  </a:lnTo>
                  <a:cubicBezTo>
                    <a:pt x="1477" y="1191"/>
                    <a:pt x="2453" y="2906"/>
                    <a:pt x="2453" y="4883"/>
                  </a:cubicBezTo>
                  <a:lnTo>
                    <a:pt x="2453" y="5002"/>
                  </a:lnTo>
                  <a:lnTo>
                    <a:pt x="2882" y="5002"/>
                  </a:lnTo>
                  <a:lnTo>
                    <a:pt x="2882" y="4954"/>
                  </a:lnTo>
                  <a:lnTo>
                    <a:pt x="2882" y="4883"/>
                  </a:lnTo>
                  <a:lnTo>
                    <a:pt x="2882" y="4573"/>
                  </a:lnTo>
                  <a:cubicBezTo>
                    <a:pt x="2882" y="4478"/>
                    <a:pt x="2858" y="4359"/>
                    <a:pt x="2858" y="4287"/>
                  </a:cubicBezTo>
                  <a:cubicBezTo>
                    <a:pt x="2786" y="3882"/>
                    <a:pt x="2739" y="3525"/>
                    <a:pt x="2620" y="3144"/>
                  </a:cubicBezTo>
                  <a:cubicBezTo>
                    <a:pt x="2524" y="2906"/>
                    <a:pt x="2429" y="2668"/>
                    <a:pt x="2310" y="2430"/>
                  </a:cubicBezTo>
                  <a:cubicBezTo>
                    <a:pt x="2262" y="2311"/>
                    <a:pt x="2191" y="2168"/>
                    <a:pt x="2096" y="2049"/>
                  </a:cubicBezTo>
                  <a:cubicBezTo>
                    <a:pt x="1953" y="1787"/>
                    <a:pt x="1738" y="1501"/>
                    <a:pt x="1572" y="1263"/>
                  </a:cubicBezTo>
                  <a:cubicBezTo>
                    <a:pt x="1310" y="977"/>
                    <a:pt x="1000" y="667"/>
                    <a:pt x="714" y="429"/>
                  </a:cubicBezTo>
                  <a:cubicBezTo>
                    <a:pt x="619" y="382"/>
                    <a:pt x="524" y="286"/>
                    <a:pt x="429" y="239"/>
                  </a:cubicBezTo>
                  <a:cubicBezTo>
                    <a:pt x="357" y="167"/>
                    <a:pt x="238" y="120"/>
                    <a:pt x="143" y="24"/>
                  </a:cubicBezTo>
                  <a:cubicBezTo>
                    <a:pt x="119" y="24"/>
                    <a:pt x="71" y="1"/>
                    <a:pt x="71"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98"/>
            <p:cNvSpPr/>
            <p:nvPr/>
          </p:nvSpPr>
          <p:spPr>
            <a:xfrm>
              <a:off x="6289645" y="2763633"/>
              <a:ext cx="131365" cy="34108"/>
            </a:xfrm>
            <a:custGeom>
              <a:rect b="b" l="l" r="r" t="t"/>
              <a:pathLst>
                <a:path extrusionOk="0" h="1144" w="4406">
                  <a:moveTo>
                    <a:pt x="0" y="881"/>
                  </a:moveTo>
                  <a:lnTo>
                    <a:pt x="0" y="881"/>
                  </a:lnTo>
                  <a:cubicBezTo>
                    <a:pt x="3" y="882"/>
                    <a:pt x="5" y="882"/>
                    <a:pt x="8" y="883"/>
                  </a:cubicBezTo>
                  <a:lnTo>
                    <a:pt x="8" y="883"/>
                  </a:lnTo>
                  <a:cubicBezTo>
                    <a:pt x="5" y="882"/>
                    <a:pt x="3" y="881"/>
                    <a:pt x="0" y="881"/>
                  </a:cubicBezTo>
                  <a:close/>
                  <a:moveTo>
                    <a:pt x="4239" y="0"/>
                  </a:moveTo>
                  <a:cubicBezTo>
                    <a:pt x="3358" y="619"/>
                    <a:pt x="2263" y="976"/>
                    <a:pt x="1072" y="976"/>
                  </a:cubicBezTo>
                  <a:cubicBezTo>
                    <a:pt x="670" y="976"/>
                    <a:pt x="362" y="953"/>
                    <a:pt x="8" y="883"/>
                  </a:cubicBezTo>
                  <a:lnTo>
                    <a:pt x="8" y="883"/>
                  </a:lnTo>
                  <a:cubicBezTo>
                    <a:pt x="29" y="891"/>
                    <a:pt x="51" y="929"/>
                    <a:pt x="72" y="929"/>
                  </a:cubicBezTo>
                  <a:cubicBezTo>
                    <a:pt x="96" y="929"/>
                    <a:pt x="143" y="953"/>
                    <a:pt x="167" y="953"/>
                  </a:cubicBezTo>
                  <a:cubicBezTo>
                    <a:pt x="191" y="976"/>
                    <a:pt x="238" y="976"/>
                    <a:pt x="262" y="976"/>
                  </a:cubicBezTo>
                  <a:cubicBezTo>
                    <a:pt x="286" y="1024"/>
                    <a:pt x="310" y="1024"/>
                    <a:pt x="334" y="1024"/>
                  </a:cubicBezTo>
                  <a:cubicBezTo>
                    <a:pt x="429" y="1048"/>
                    <a:pt x="548" y="1072"/>
                    <a:pt x="643" y="1072"/>
                  </a:cubicBezTo>
                  <a:cubicBezTo>
                    <a:pt x="739" y="1072"/>
                    <a:pt x="786" y="1095"/>
                    <a:pt x="881" y="1095"/>
                  </a:cubicBezTo>
                  <a:cubicBezTo>
                    <a:pt x="1096" y="1143"/>
                    <a:pt x="1334" y="1143"/>
                    <a:pt x="1524" y="1143"/>
                  </a:cubicBezTo>
                  <a:cubicBezTo>
                    <a:pt x="1715" y="1143"/>
                    <a:pt x="1858" y="1095"/>
                    <a:pt x="2048" y="1095"/>
                  </a:cubicBezTo>
                  <a:cubicBezTo>
                    <a:pt x="2310" y="1072"/>
                    <a:pt x="2596" y="1024"/>
                    <a:pt x="2882" y="953"/>
                  </a:cubicBezTo>
                  <a:cubicBezTo>
                    <a:pt x="3358" y="857"/>
                    <a:pt x="3763" y="691"/>
                    <a:pt x="4192" y="476"/>
                  </a:cubicBezTo>
                  <a:cubicBezTo>
                    <a:pt x="4216" y="452"/>
                    <a:pt x="4263" y="429"/>
                    <a:pt x="4335" y="381"/>
                  </a:cubicBezTo>
                  <a:cubicBezTo>
                    <a:pt x="4335" y="381"/>
                    <a:pt x="4358" y="357"/>
                    <a:pt x="4406" y="357"/>
                  </a:cubicBezTo>
                  <a:lnTo>
                    <a:pt x="423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98"/>
            <p:cNvSpPr/>
            <p:nvPr/>
          </p:nvSpPr>
          <p:spPr>
            <a:xfrm>
              <a:off x="6289645" y="2595355"/>
              <a:ext cx="90190" cy="10674"/>
            </a:xfrm>
            <a:custGeom>
              <a:rect b="b" l="l" r="r" t="t"/>
              <a:pathLst>
                <a:path extrusionOk="0" h="358" w="3025">
                  <a:moveTo>
                    <a:pt x="191" y="0"/>
                  </a:moveTo>
                  <a:cubicBezTo>
                    <a:pt x="119" y="0"/>
                    <a:pt x="48" y="48"/>
                    <a:pt x="24" y="143"/>
                  </a:cubicBezTo>
                  <a:cubicBezTo>
                    <a:pt x="0" y="262"/>
                    <a:pt x="72" y="357"/>
                    <a:pt x="191" y="357"/>
                  </a:cubicBezTo>
                  <a:lnTo>
                    <a:pt x="2810" y="357"/>
                  </a:lnTo>
                  <a:cubicBezTo>
                    <a:pt x="2906" y="357"/>
                    <a:pt x="2977" y="286"/>
                    <a:pt x="3001" y="191"/>
                  </a:cubicBezTo>
                  <a:cubicBezTo>
                    <a:pt x="3025" y="119"/>
                    <a:pt x="2930" y="0"/>
                    <a:pt x="2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98"/>
            <p:cNvSpPr/>
            <p:nvPr/>
          </p:nvSpPr>
          <p:spPr>
            <a:xfrm>
              <a:off x="6289645" y="2620192"/>
              <a:ext cx="89475" cy="10674"/>
            </a:xfrm>
            <a:custGeom>
              <a:rect b="b" l="l" r="r" t="t"/>
              <a:pathLst>
                <a:path extrusionOk="0" h="358" w="3001">
                  <a:moveTo>
                    <a:pt x="191" y="1"/>
                  </a:moveTo>
                  <a:cubicBezTo>
                    <a:pt x="119" y="1"/>
                    <a:pt x="48" y="48"/>
                    <a:pt x="24" y="143"/>
                  </a:cubicBezTo>
                  <a:cubicBezTo>
                    <a:pt x="0" y="262"/>
                    <a:pt x="72" y="358"/>
                    <a:pt x="191" y="358"/>
                  </a:cubicBezTo>
                  <a:lnTo>
                    <a:pt x="2810" y="358"/>
                  </a:lnTo>
                  <a:cubicBezTo>
                    <a:pt x="2930" y="358"/>
                    <a:pt x="3001" y="262"/>
                    <a:pt x="3001" y="167"/>
                  </a:cubicBezTo>
                  <a:cubicBezTo>
                    <a:pt x="3001" y="72"/>
                    <a:pt x="2906" y="1"/>
                    <a:pt x="2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98"/>
            <p:cNvSpPr/>
            <p:nvPr/>
          </p:nvSpPr>
          <p:spPr>
            <a:xfrm>
              <a:off x="6308816" y="2645058"/>
              <a:ext cx="51848" cy="10674"/>
            </a:xfrm>
            <a:custGeom>
              <a:rect b="b" l="l" r="r" t="t"/>
              <a:pathLst>
                <a:path extrusionOk="0" h="358" w="1739">
                  <a:moveTo>
                    <a:pt x="215" y="0"/>
                  </a:moveTo>
                  <a:cubicBezTo>
                    <a:pt x="96" y="0"/>
                    <a:pt x="0" y="71"/>
                    <a:pt x="24" y="191"/>
                  </a:cubicBezTo>
                  <a:cubicBezTo>
                    <a:pt x="72" y="286"/>
                    <a:pt x="119" y="357"/>
                    <a:pt x="215" y="357"/>
                  </a:cubicBezTo>
                  <a:lnTo>
                    <a:pt x="1524" y="357"/>
                  </a:lnTo>
                  <a:cubicBezTo>
                    <a:pt x="1620" y="357"/>
                    <a:pt x="1667" y="286"/>
                    <a:pt x="1691" y="191"/>
                  </a:cubicBezTo>
                  <a:cubicBezTo>
                    <a:pt x="1739" y="71"/>
                    <a:pt x="1644" y="0"/>
                    <a:pt x="1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98"/>
            <p:cNvSpPr/>
            <p:nvPr/>
          </p:nvSpPr>
          <p:spPr>
            <a:xfrm>
              <a:off x="6249156" y="2542075"/>
              <a:ext cx="169021" cy="167620"/>
            </a:xfrm>
            <a:custGeom>
              <a:rect b="b" l="l" r="r" t="t"/>
              <a:pathLst>
                <a:path extrusionOk="0" h="5622" w="5669">
                  <a:moveTo>
                    <a:pt x="2835" y="1"/>
                  </a:moveTo>
                  <a:cubicBezTo>
                    <a:pt x="1263" y="1"/>
                    <a:pt x="1" y="1239"/>
                    <a:pt x="1" y="2811"/>
                  </a:cubicBezTo>
                  <a:cubicBezTo>
                    <a:pt x="1" y="4407"/>
                    <a:pt x="1311" y="5621"/>
                    <a:pt x="2859" y="5621"/>
                  </a:cubicBezTo>
                  <a:cubicBezTo>
                    <a:pt x="3335" y="5621"/>
                    <a:pt x="3811" y="5502"/>
                    <a:pt x="4240" y="5264"/>
                  </a:cubicBezTo>
                  <a:cubicBezTo>
                    <a:pt x="4335" y="5192"/>
                    <a:pt x="4359" y="5097"/>
                    <a:pt x="4288" y="5026"/>
                  </a:cubicBezTo>
                  <a:cubicBezTo>
                    <a:pt x="4256" y="4962"/>
                    <a:pt x="4203" y="4931"/>
                    <a:pt x="4143" y="4931"/>
                  </a:cubicBezTo>
                  <a:cubicBezTo>
                    <a:pt x="4113" y="4931"/>
                    <a:pt x="4081" y="4938"/>
                    <a:pt x="4049" y="4954"/>
                  </a:cubicBezTo>
                  <a:cubicBezTo>
                    <a:pt x="3692" y="5169"/>
                    <a:pt x="3287" y="5288"/>
                    <a:pt x="2859" y="5288"/>
                  </a:cubicBezTo>
                  <a:cubicBezTo>
                    <a:pt x="1501" y="5288"/>
                    <a:pt x="406" y="4192"/>
                    <a:pt x="406" y="2811"/>
                  </a:cubicBezTo>
                  <a:cubicBezTo>
                    <a:pt x="406" y="1454"/>
                    <a:pt x="1501" y="358"/>
                    <a:pt x="2859" y="358"/>
                  </a:cubicBezTo>
                  <a:cubicBezTo>
                    <a:pt x="4240" y="358"/>
                    <a:pt x="5335" y="1454"/>
                    <a:pt x="5335" y="2811"/>
                  </a:cubicBezTo>
                  <a:cubicBezTo>
                    <a:pt x="5335" y="3454"/>
                    <a:pt x="5097" y="4073"/>
                    <a:pt x="4645" y="4526"/>
                  </a:cubicBezTo>
                  <a:cubicBezTo>
                    <a:pt x="4597" y="4573"/>
                    <a:pt x="4597" y="4692"/>
                    <a:pt x="4645" y="4764"/>
                  </a:cubicBezTo>
                  <a:cubicBezTo>
                    <a:pt x="4680" y="4788"/>
                    <a:pt x="4728" y="4800"/>
                    <a:pt x="4773" y="4800"/>
                  </a:cubicBezTo>
                  <a:cubicBezTo>
                    <a:pt x="4817" y="4800"/>
                    <a:pt x="4859" y="4788"/>
                    <a:pt x="4883" y="4764"/>
                  </a:cubicBezTo>
                  <a:cubicBezTo>
                    <a:pt x="5407" y="4216"/>
                    <a:pt x="5669" y="3525"/>
                    <a:pt x="5669" y="2811"/>
                  </a:cubicBezTo>
                  <a:cubicBezTo>
                    <a:pt x="5669" y="1263"/>
                    <a:pt x="4407"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98"/>
            <p:cNvSpPr/>
            <p:nvPr/>
          </p:nvSpPr>
          <p:spPr>
            <a:xfrm>
              <a:off x="6158994" y="2448366"/>
              <a:ext cx="352920" cy="353606"/>
            </a:xfrm>
            <a:custGeom>
              <a:rect b="b" l="l" r="r" t="t"/>
              <a:pathLst>
                <a:path extrusionOk="0" h="11860" w="11837">
                  <a:moveTo>
                    <a:pt x="8836" y="1191"/>
                  </a:moveTo>
                  <a:cubicBezTo>
                    <a:pt x="9622" y="1667"/>
                    <a:pt x="10241" y="2334"/>
                    <a:pt x="10717" y="3096"/>
                  </a:cubicBezTo>
                  <a:cubicBezTo>
                    <a:pt x="11193" y="3906"/>
                    <a:pt x="11455" y="4835"/>
                    <a:pt x="11479" y="5764"/>
                  </a:cubicBezTo>
                  <a:lnTo>
                    <a:pt x="10312" y="5764"/>
                  </a:lnTo>
                  <a:cubicBezTo>
                    <a:pt x="10288" y="5216"/>
                    <a:pt x="10169" y="4668"/>
                    <a:pt x="9955" y="4192"/>
                  </a:cubicBezTo>
                  <a:cubicBezTo>
                    <a:pt x="9931" y="4144"/>
                    <a:pt x="9883" y="4120"/>
                    <a:pt x="9812" y="4073"/>
                  </a:cubicBezTo>
                  <a:lnTo>
                    <a:pt x="9169" y="4025"/>
                  </a:lnTo>
                  <a:lnTo>
                    <a:pt x="9431" y="3430"/>
                  </a:lnTo>
                  <a:cubicBezTo>
                    <a:pt x="9455" y="3358"/>
                    <a:pt x="9455" y="3311"/>
                    <a:pt x="9407" y="3239"/>
                  </a:cubicBezTo>
                  <a:cubicBezTo>
                    <a:pt x="9074" y="2834"/>
                    <a:pt x="8693" y="2453"/>
                    <a:pt x="8240" y="2168"/>
                  </a:cubicBezTo>
                  <a:lnTo>
                    <a:pt x="8836" y="1191"/>
                  </a:lnTo>
                  <a:close/>
                  <a:moveTo>
                    <a:pt x="2953" y="1191"/>
                  </a:moveTo>
                  <a:lnTo>
                    <a:pt x="3549" y="2215"/>
                  </a:lnTo>
                  <a:cubicBezTo>
                    <a:pt x="3096" y="2501"/>
                    <a:pt x="2668" y="2858"/>
                    <a:pt x="2382" y="3287"/>
                  </a:cubicBezTo>
                  <a:cubicBezTo>
                    <a:pt x="2358" y="3334"/>
                    <a:pt x="2310" y="3406"/>
                    <a:pt x="2358" y="3454"/>
                  </a:cubicBezTo>
                  <a:lnTo>
                    <a:pt x="2620" y="4049"/>
                  </a:lnTo>
                  <a:lnTo>
                    <a:pt x="1953" y="4120"/>
                  </a:lnTo>
                  <a:cubicBezTo>
                    <a:pt x="1906" y="4120"/>
                    <a:pt x="1834" y="4168"/>
                    <a:pt x="1810" y="4239"/>
                  </a:cubicBezTo>
                  <a:cubicBezTo>
                    <a:pt x="1596" y="4739"/>
                    <a:pt x="1477" y="5240"/>
                    <a:pt x="1453" y="5787"/>
                  </a:cubicBezTo>
                  <a:lnTo>
                    <a:pt x="286" y="5787"/>
                  </a:lnTo>
                  <a:cubicBezTo>
                    <a:pt x="358" y="4692"/>
                    <a:pt x="691" y="3644"/>
                    <a:pt x="1310" y="2739"/>
                  </a:cubicBezTo>
                  <a:cubicBezTo>
                    <a:pt x="1763" y="2120"/>
                    <a:pt x="2310" y="1596"/>
                    <a:pt x="2953" y="1191"/>
                  </a:cubicBezTo>
                  <a:close/>
                  <a:moveTo>
                    <a:pt x="6478" y="1906"/>
                  </a:moveTo>
                  <a:cubicBezTo>
                    <a:pt x="7002" y="2001"/>
                    <a:pt x="7454" y="2144"/>
                    <a:pt x="7907" y="2429"/>
                  </a:cubicBezTo>
                  <a:cubicBezTo>
                    <a:pt x="8359" y="2691"/>
                    <a:pt x="8740" y="3025"/>
                    <a:pt x="9074" y="3406"/>
                  </a:cubicBezTo>
                  <a:lnTo>
                    <a:pt x="8812" y="3977"/>
                  </a:lnTo>
                  <a:cubicBezTo>
                    <a:pt x="8788" y="4049"/>
                    <a:pt x="8788" y="4144"/>
                    <a:pt x="8812" y="4239"/>
                  </a:cubicBezTo>
                  <a:cubicBezTo>
                    <a:pt x="8836" y="4311"/>
                    <a:pt x="8931" y="4382"/>
                    <a:pt x="9050" y="4382"/>
                  </a:cubicBezTo>
                  <a:lnTo>
                    <a:pt x="9669" y="4454"/>
                  </a:lnTo>
                  <a:cubicBezTo>
                    <a:pt x="9836" y="4930"/>
                    <a:pt x="9931" y="5430"/>
                    <a:pt x="9931" y="5930"/>
                  </a:cubicBezTo>
                  <a:cubicBezTo>
                    <a:pt x="9931" y="6430"/>
                    <a:pt x="9836" y="6954"/>
                    <a:pt x="9669" y="7431"/>
                  </a:cubicBezTo>
                  <a:lnTo>
                    <a:pt x="9050" y="7478"/>
                  </a:lnTo>
                  <a:cubicBezTo>
                    <a:pt x="8955" y="7478"/>
                    <a:pt x="8859" y="7550"/>
                    <a:pt x="8812" y="7621"/>
                  </a:cubicBezTo>
                  <a:cubicBezTo>
                    <a:pt x="8740" y="7716"/>
                    <a:pt x="8740" y="7812"/>
                    <a:pt x="8812" y="7907"/>
                  </a:cubicBezTo>
                  <a:lnTo>
                    <a:pt x="9074" y="8455"/>
                  </a:lnTo>
                  <a:cubicBezTo>
                    <a:pt x="8740" y="8883"/>
                    <a:pt x="8359" y="9217"/>
                    <a:pt x="7907" y="9431"/>
                  </a:cubicBezTo>
                  <a:cubicBezTo>
                    <a:pt x="7454" y="9717"/>
                    <a:pt x="7002" y="9860"/>
                    <a:pt x="6478" y="9955"/>
                  </a:cubicBezTo>
                  <a:lnTo>
                    <a:pt x="6121" y="9431"/>
                  </a:lnTo>
                  <a:cubicBezTo>
                    <a:pt x="6073" y="9359"/>
                    <a:pt x="5978" y="9336"/>
                    <a:pt x="5883" y="9336"/>
                  </a:cubicBezTo>
                  <a:cubicBezTo>
                    <a:pt x="5811" y="9336"/>
                    <a:pt x="5716" y="9383"/>
                    <a:pt x="5645" y="9431"/>
                  </a:cubicBezTo>
                  <a:lnTo>
                    <a:pt x="5287" y="9955"/>
                  </a:lnTo>
                  <a:cubicBezTo>
                    <a:pt x="4787" y="9860"/>
                    <a:pt x="4311" y="9717"/>
                    <a:pt x="3858" y="9431"/>
                  </a:cubicBezTo>
                  <a:cubicBezTo>
                    <a:pt x="3430" y="9169"/>
                    <a:pt x="3025" y="8836"/>
                    <a:pt x="2692" y="8455"/>
                  </a:cubicBezTo>
                  <a:lnTo>
                    <a:pt x="2977" y="7907"/>
                  </a:lnTo>
                  <a:cubicBezTo>
                    <a:pt x="3001" y="7812"/>
                    <a:pt x="3001" y="7716"/>
                    <a:pt x="2977" y="7621"/>
                  </a:cubicBezTo>
                  <a:cubicBezTo>
                    <a:pt x="2906" y="7550"/>
                    <a:pt x="2858" y="7478"/>
                    <a:pt x="2739" y="7478"/>
                  </a:cubicBezTo>
                  <a:lnTo>
                    <a:pt x="2120" y="7431"/>
                  </a:lnTo>
                  <a:cubicBezTo>
                    <a:pt x="1929" y="6978"/>
                    <a:pt x="1834" y="6526"/>
                    <a:pt x="1834" y="6073"/>
                  </a:cubicBezTo>
                  <a:lnTo>
                    <a:pt x="1834" y="5930"/>
                  </a:lnTo>
                  <a:cubicBezTo>
                    <a:pt x="1834" y="5430"/>
                    <a:pt x="1929" y="4930"/>
                    <a:pt x="2120" y="4454"/>
                  </a:cubicBezTo>
                  <a:lnTo>
                    <a:pt x="2739" y="4382"/>
                  </a:lnTo>
                  <a:cubicBezTo>
                    <a:pt x="2834" y="4382"/>
                    <a:pt x="2906" y="4311"/>
                    <a:pt x="2977" y="4239"/>
                  </a:cubicBezTo>
                  <a:cubicBezTo>
                    <a:pt x="3025" y="4144"/>
                    <a:pt x="3025" y="4049"/>
                    <a:pt x="2977" y="3977"/>
                  </a:cubicBezTo>
                  <a:lnTo>
                    <a:pt x="2692" y="3406"/>
                  </a:lnTo>
                  <a:cubicBezTo>
                    <a:pt x="3025" y="2977"/>
                    <a:pt x="3454" y="2620"/>
                    <a:pt x="3930" y="2358"/>
                  </a:cubicBezTo>
                  <a:cubicBezTo>
                    <a:pt x="4335" y="2120"/>
                    <a:pt x="4811" y="1977"/>
                    <a:pt x="5287" y="1906"/>
                  </a:cubicBezTo>
                  <a:lnTo>
                    <a:pt x="5645" y="2429"/>
                  </a:lnTo>
                  <a:cubicBezTo>
                    <a:pt x="5716" y="2501"/>
                    <a:pt x="5811" y="2549"/>
                    <a:pt x="5883" y="2549"/>
                  </a:cubicBezTo>
                  <a:cubicBezTo>
                    <a:pt x="5978" y="2549"/>
                    <a:pt x="6073" y="2477"/>
                    <a:pt x="6121" y="2429"/>
                  </a:cubicBezTo>
                  <a:lnTo>
                    <a:pt x="6478" y="1906"/>
                  </a:lnTo>
                  <a:close/>
                  <a:moveTo>
                    <a:pt x="11527" y="6073"/>
                  </a:moveTo>
                  <a:cubicBezTo>
                    <a:pt x="11455" y="7026"/>
                    <a:pt x="11193" y="7954"/>
                    <a:pt x="10717" y="8764"/>
                  </a:cubicBezTo>
                  <a:cubicBezTo>
                    <a:pt x="10265" y="9526"/>
                    <a:pt x="9622" y="10193"/>
                    <a:pt x="8836" y="10669"/>
                  </a:cubicBezTo>
                  <a:lnTo>
                    <a:pt x="8264" y="9645"/>
                  </a:lnTo>
                  <a:cubicBezTo>
                    <a:pt x="8717" y="9359"/>
                    <a:pt x="9098" y="9002"/>
                    <a:pt x="9431" y="8574"/>
                  </a:cubicBezTo>
                  <a:cubicBezTo>
                    <a:pt x="9455" y="8526"/>
                    <a:pt x="9502" y="8455"/>
                    <a:pt x="9455" y="8407"/>
                  </a:cubicBezTo>
                  <a:lnTo>
                    <a:pt x="9193" y="7812"/>
                  </a:lnTo>
                  <a:lnTo>
                    <a:pt x="9836" y="7740"/>
                  </a:lnTo>
                  <a:cubicBezTo>
                    <a:pt x="9907" y="7740"/>
                    <a:pt x="9979" y="7692"/>
                    <a:pt x="10003" y="7621"/>
                  </a:cubicBezTo>
                  <a:cubicBezTo>
                    <a:pt x="10217" y="7121"/>
                    <a:pt x="10312" y="6621"/>
                    <a:pt x="10360" y="6073"/>
                  </a:cubicBezTo>
                  <a:close/>
                  <a:moveTo>
                    <a:pt x="1477" y="6121"/>
                  </a:moveTo>
                  <a:lnTo>
                    <a:pt x="1477" y="6168"/>
                  </a:lnTo>
                  <a:cubicBezTo>
                    <a:pt x="1477" y="6406"/>
                    <a:pt x="1548" y="6668"/>
                    <a:pt x="1572" y="6907"/>
                  </a:cubicBezTo>
                  <a:cubicBezTo>
                    <a:pt x="1644" y="7145"/>
                    <a:pt x="1691" y="7383"/>
                    <a:pt x="1810" y="7621"/>
                  </a:cubicBezTo>
                  <a:cubicBezTo>
                    <a:pt x="1810" y="7669"/>
                    <a:pt x="1810" y="7669"/>
                    <a:pt x="1834" y="7692"/>
                  </a:cubicBezTo>
                  <a:cubicBezTo>
                    <a:pt x="1882" y="7740"/>
                    <a:pt x="1929" y="7788"/>
                    <a:pt x="2001" y="7812"/>
                  </a:cubicBezTo>
                  <a:lnTo>
                    <a:pt x="2644" y="7859"/>
                  </a:lnTo>
                  <a:lnTo>
                    <a:pt x="2382" y="8455"/>
                  </a:lnTo>
                  <a:cubicBezTo>
                    <a:pt x="2358" y="8526"/>
                    <a:pt x="2358" y="8574"/>
                    <a:pt x="2406" y="8645"/>
                  </a:cubicBezTo>
                  <a:cubicBezTo>
                    <a:pt x="2739" y="9050"/>
                    <a:pt x="3120" y="9455"/>
                    <a:pt x="3573" y="9717"/>
                  </a:cubicBezTo>
                  <a:lnTo>
                    <a:pt x="3001" y="10693"/>
                  </a:lnTo>
                  <a:cubicBezTo>
                    <a:pt x="2191" y="10217"/>
                    <a:pt x="1548" y="9526"/>
                    <a:pt x="1096" y="8764"/>
                  </a:cubicBezTo>
                  <a:cubicBezTo>
                    <a:pt x="620" y="7954"/>
                    <a:pt x="358" y="7026"/>
                    <a:pt x="334" y="6121"/>
                  </a:cubicBezTo>
                  <a:close/>
                  <a:moveTo>
                    <a:pt x="5859" y="9741"/>
                  </a:moveTo>
                  <a:lnTo>
                    <a:pt x="6240" y="10288"/>
                  </a:lnTo>
                  <a:cubicBezTo>
                    <a:pt x="6257" y="10323"/>
                    <a:pt x="6300" y="10345"/>
                    <a:pt x="6350" y="10345"/>
                  </a:cubicBezTo>
                  <a:cubicBezTo>
                    <a:pt x="6368" y="10345"/>
                    <a:pt x="6387" y="10342"/>
                    <a:pt x="6407" y="10336"/>
                  </a:cubicBezTo>
                  <a:cubicBezTo>
                    <a:pt x="6930" y="10288"/>
                    <a:pt x="7431" y="10098"/>
                    <a:pt x="7907" y="9860"/>
                  </a:cubicBezTo>
                  <a:lnTo>
                    <a:pt x="8193" y="10336"/>
                  </a:lnTo>
                  <a:lnTo>
                    <a:pt x="8478" y="10884"/>
                  </a:lnTo>
                  <a:cubicBezTo>
                    <a:pt x="7740" y="11288"/>
                    <a:pt x="6811" y="11527"/>
                    <a:pt x="5883" y="11527"/>
                  </a:cubicBezTo>
                  <a:cubicBezTo>
                    <a:pt x="4978" y="11527"/>
                    <a:pt x="4049" y="11288"/>
                    <a:pt x="3239" y="10884"/>
                  </a:cubicBezTo>
                  <a:lnTo>
                    <a:pt x="3811" y="9860"/>
                  </a:lnTo>
                  <a:cubicBezTo>
                    <a:pt x="4287" y="10098"/>
                    <a:pt x="4787" y="10288"/>
                    <a:pt x="5335" y="10336"/>
                  </a:cubicBezTo>
                  <a:cubicBezTo>
                    <a:pt x="5383" y="10336"/>
                    <a:pt x="5454" y="10312"/>
                    <a:pt x="5478" y="10288"/>
                  </a:cubicBezTo>
                  <a:lnTo>
                    <a:pt x="5859" y="9741"/>
                  </a:lnTo>
                  <a:close/>
                  <a:moveTo>
                    <a:pt x="5883" y="0"/>
                  </a:moveTo>
                  <a:cubicBezTo>
                    <a:pt x="5454" y="0"/>
                    <a:pt x="5002" y="72"/>
                    <a:pt x="4573" y="167"/>
                  </a:cubicBezTo>
                  <a:cubicBezTo>
                    <a:pt x="4478" y="191"/>
                    <a:pt x="4430" y="286"/>
                    <a:pt x="4454" y="358"/>
                  </a:cubicBezTo>
                  <a:cubicBezTo>
                    <a:pt x="4472" y="432"/>
                    <a:pt x="4535" y="492"/>
                    <a:pt x="4606" y="492"/>
                  </a:cubicBezTo>
                  <a:cubicBezTo>
                    <a:pt x="4626" y="492"/>
                    <a:pt x="4647" y="487"/>
                    <a:pt x="4668" y="477"/>
                  </a:cubicBezTo>
                  <a:cubicBezTo>
                    <a:pt x="5073" y="405"/>
                    <a:pt x="5502" y="334"/>
                    <a:pt x="5906" y="334"/>
                  </a:cubicBezTo>
                  <a:cubicBezTo>
                    <a:pt x="6835" y="334"/>
                    <a:pt x="7764" y="572"/>
                    <a:pt x="8574" y="1001"/>
                  </a:cubicBezTo>
                  <a:lnTo>
                    <a:pt x="8002" y="2001"/>
                  </a:lnTo>
                  <a:cubicBezTo>
                    <a:pt x="7526" y="1763"/>
                    <a:pt x="7026" y="1596"/>
                    <a:pt x="6478" y="1525"/>
                  </a:cubicBezTo>
                  <a:cubicBezTo>
                    <a:pt x="6430" y="1525"/>
                    <a:pt x="6359" y="1548"/>
                    <a:pt x="6335" y="1596"/>
                  </a:cubicBezTo>
                  <a:lnTo>
                    <a:pt x="5954" y="2120"/>
                  </a:lnTo>
                  <a:lnTo>
                    <a:pt x="5573" y="1596"/>
                  </a:lnTo>
                  <a:cubicBezTo>
                    <a:pt x="5537" y="1542"/>
                    <a:pt x="5502" y="1516"/>
                    <a:pt x="5456" y="1516"/>
                  </a:cubicBezTo>
                  <a:cubicBezTo>
                    <a:pt x="5441" y="1516"/>
                    <a:pt x="5424" y="1519"/>
                    <a:pt x="5406" y="1525"/>
                  </a:cubicBezTo>
                  <a:cubicBezTo>
                    <a:pt x="4882" y="1596"/>
                    <a:pt x="4382" y="1763"/>
                    <a:pt x="3906" y="2001"/>
                  </a:cubicBezTo>
                  <a:lnTo>
                    <a:pt x="3334" y="1001"/>
                  </a:lnTo>
                  <a:cubicBezTo>
                    <a:pt x="3549" y="882"/>
                    <a:pt x="3739" y="786"/>
                    <a:pt x="3954" y="691"/>
                  </a:cubicBezTo>
                  <a:lnTo>
                    <a:pt x="3977" y="691"/>
                  </a:lnTo>
                  <a:cubicBezTo>
                    <a:pt x="4073" y="667"/>
                    <a:pt x="4120" y="548"/>
                    <a:pt x="4073" y="453"/>
                  </a:cubicBezTo>
                  <a:cubicBezTo>
                    <a:pt x="4055" y="383"/>
                    <a:pt x="3987" y="339"/>
                    <a:pt x="3914" y="339"/>
                  </a:cubicBezTo>
                  <a:cubicBezTo>
                    <a:pt x="3887" y="339"/>
                    <a:pt x="3860" y="345"/>
                    <a:pt x="3835" y="358"/>
                  </a:cubicBezTo>
                  <a:lnTo>
                    <a:pt x="3811" y="358"/>
                  </a:lnTo>
                  <a:cubicBezTo>
                    <a:pt x="2692" y="786"/>
                    <a:pt x="1739" y="1525"/>
                    <a:pt x="1072" y="2501"/>
                  </a:cubicBezTo>
                  <a:cubicBezTo>
                    <a:pt x="382" y="3525"/>
                    <a:pt x="0" y="4692"/>
                    <a:pt x="0" y="5906"/>
                  </a:cubicBezTo>
                  <a:cubicBezTo>
                    <a:pt x="0" y="6978"/>
                    <a:pt x="286" y="7978"/>
                    <a:pt x="810" y="8907"/>
                  </a:cubicBezTo>
                  <a:cubicBezTo>
                    <a:pt x="1310" y="9812"/>
                    <a:pt x="2049" y="10526"/>
                    <a:pt x="2953" y="11050"/>
                  </a:cubicBezTo>
                  <a:cubicBezTo>
                    <a:pt x="3835" y="11550"/>
                    <a:pt x="4882" y="11860"/>
                    <a:pt x="5930" y="11860"/>
                  </a:cubicBezTo>
                  <a:cubicBezTo>
                    <a:pt x="6954" y="11860"/>
                    <a:pt x="8002" y="11598"/>
                    <a:pt x="8907" y="11050"/>
                  </a:cubicBezTo>
                  <a:cubicBezTo>
                    <a:pt x="9788" y="10550"/>
                    <a:pt x="10526" y="9812"/>
                    <a:pt x="11050" y="8907"/>
                  </a:cubicBezTo>
                  <a:cubicBezTo>
                    <a:pt x="11574" y="7978"/>
                    <a:pt x="11836" y="6978"/>
                    <a:pt x="11836" y="5906"/>
                  </a:cubicBezTo>
                  <a:cubicBezTo>
                    <a:pt x="11836" y="4882"/>
                    <a:pt x="11550" y="3858"/>
                    <a:pt x="11003" y="2930"/>
                  </a:cubicBezTo>
                  <a:cubicBezTo>
                    <a:pt x="10503" y="2072"/>
                    <a:pt x="9788" y="1358"/>
                    <a:pt x="8931" y="834"/>
                  </a:cubicBezTo>
                  <a:cubicBezTo>
                    <a:pt x="8002" y="310"/>
                    <a:pt x="6954" y="0"/>
                    <a:pt x="58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2" name="Google Shape;22382;p98"/>
          <p:cNvGrpSpPr/>
          <p:nvPr/>
        </p:nvGrpSpPr>
        <p:grpSpPr>
          <a:xfrm>
            <a:off x="5510966" y="2294535"/>
            <a:ext cx="354351" cy="354351"/>
            <a:chOff x="5549061" y="2446935"/>
            <a:chExt cx="354351" cy="354351"/>
          </a:xfrm>
        </p:grpSpPr>
        <p:sp>
          <p:nvSpPr>
            <p:cNvPr id="22383" name="Google Shape;22383;p98"/>
            <p:cNvSpPr/>
            <p:nvPr/>
          </p:nvSpPr>
          <p:spPr>
            <a:xfrm>
              <a:off x="5671901" y="2518670"/>
              <a:ext cx="220154" cy="252772"/>
            </a:xfrm>
            <a:custGeom>
              <a:rect b="b" l="l" r="r" t="t"/>
              <a:pathLst>
                <a:path extrusionOk="0" h="8478" w="7384">
                  <a:moveTo>
                    <a:pt x="3621" y="0"/>
                  </a:moveTo>
                  <a:cubicBezTo>
                    <a:pt x="3382" y="0"/>
                    <a:pt x="3120" y="95"/>
                    <a:pt x="2906" y="238"/>
                  </a:cubicBezTo>
                  <a:cubicBezTo>
                    <a:pt x="2501" y="524"/>
                    <a:pt x="2168" y="1024"/>
                    <a:pt x="2073" y="1572"/>
                  </a:cubicBezTo>
                  <a:lnTo>
                    <a:pt x="1025" y="7406"/>
                  </a:lnTo>
                  <a:cubicBezTo>
                    <a:pt x="977" y="8002"/>
                    <a:pt x="525" y="8478"/>
                    <a:pt x="1" y="8478"/>
                  </a:cubicBezTo>
                  <a:lnTo>
                    <a:pt x="7383" y="8478"/>
                  </a:lnTo>
                  <a:cubicBezTo>
                    <a:pt x="6835" y="8478"/>
                    <a:pt x="6383" y="8049"/>
                    <a:pt x="6335" y="7406"/>
                  </a:cubicBezTo>
                  <a:lnTo>
                    <a:pt x="5288" y="1572"/>
                  </a:lnTo>
                  <a:cubicBezTo>
                    <a:pt x="5192" y="1024"/>
                    <a:pt x="4883" y="524"/>
                    <a:pt x="4454" y="238"/>
                  </a:cubicBezTo>
                  <a:cubicBezTo>
                    <a:pt x="4240" y="95"/>
                    <a:pt x="4002" y="0"/>
                    <a:pt x="376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98"/>
            <p:cNvSpPr/>
            <p:nvPr/>
          </p:nvSpPr>
          <p:spPr>
            <a:xfrm>
              <a:off x="5774853" y="2520072"/>
              <a:ext cx="117203" cy="252801"/>
            </a:xfrm>
            <a:custGeom>
              <a:rect b="b" l="l" r="r" t="t"/>
              <a:pathLst>
                <a:path extrusionOk="0" h="8479" w="3931">
                  <a:moveTo>
                    <a:pt x="1" y="1"/>
                  </a:moveTo>
                  <a:cubicBezTo>
                    <a:pt x="168" y="48"/>
                    <a:pt x="382" y="96"/>
                    <a:pt x="525" y="215"/>
                  </a:cubicBezTo>
                  <a:cubicBezTo>
                    <a:pt x="953" y="548"/>
                    <a:pt x="1239" y="1025"/>
                    <a:pt x="1358" y="1572"/>
                  </a:cubicBezTo>
                  <a:lnTo>
                    <a:pt x="2406" y="7407"/>
                  </a:lnTo>
                  <a:cubicBezTo>
                    <a:pt x="2454" y="8026"/>
                    <a:pt x="2906" y="8479"/>
                    <a:pt x="3454" y="8479"/>
                  </a:cubicBezTo>
                  <a:lnTo>
                    <a:pt x="3930" y="8479"/>
                  </a:lnTo>
                  <a:cubicBezTo>
                    <a:pt x="3382" y="8479"/>
                    <a:pt x="2930" y="8002"/>
                    <a:pt x="2882" y="7407"/>
                  </a:cubicBezTo>
                  <a:lnTo>
                    <a:pt x="1835" y="1572"/>
                  </a:lnTo>
                  <a:cubicBezTo>
                    <a:pt x="1715" y="929"/>
                    <a:pt x="1430" y="525"/>
                    <a:pt x="1001" y="215"/>
                  </a:cubicBezTo>
                  <a:cubicBezTo>
                    <a:pt x="787" y="72"/>
                    <a:pt x="549" y="1"/>
                    <a:pt x="3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98"/>
            <p:cNvSpPr/>
            <p:nvPr/>
          </p:nvSpPr>
          <p:spPr>
            <a:xfrm>
              <a:off x="5601626" y="2603853"/>
              <a:ext cx="146272" cy="167590"/>
            </a:xfrm>
            <a:custGeom>
              <a:rect b="b" l="l" r="r" t="t"/>
              <a:pathLst>
                <a:path extrusionOk="0" h="5621" w="4906">
                  <a:moveTo>
                    <a:pt x="2405" y="1"/>
                  </a:moveTo>
                  <a:cubicBezTo>
                    <a:pt x="2239" y="1"/>
                    <a:pt x="2072" y="72"/>
                    <a:pt x="1929" y="144"/>
                  </a:cubicBezTo>
                  <a:cubicBezTo>
                    <a:pt x="1667" y="358"/>
                    <a:pt x="1453" y="691"/>
                    <a:pt x="1358" y="1049"/>
                  </a:cubicBezTo>
                  <a:lnTo>
                    <a:pt x="691" y="4907"/>
                  </a:lnTo>
                  <a:cubicBezTo>
                    <a:pt x="643" y="5311"/>
                    <a:pt x="357" y="5621"/>
                    <a:pt x="0" y="5621"/>
                  </a:cubicBezTo>
                  <a:lnTo>
                    <a:pt x="4906" y="5621"/>
                  </a:lnTo>
                  <a:cubicBezTo>
                    <a:pt x="4549" y="5621"/>
                    <a:pt x="4263" y="5335"/>
                    <a:pt x="4215" y="4907"/>
                  </a:cubicBezTo>
                  <a:lnTo>
                    <a:pt x="3548" y="1049"/>
                  </a:lnTo>
                  <a:cubicBezTo>
                    <a:pt x="3477" y="668"/>
                    <a:pt x="3263" y="358"/>
                    <a:pt x="2977" y="144"/>
                  </a:cubicBezTo>
                  <a:cubicBezTo>
                    <a:pt x="2834" y="72"/>
                    <a:pt x="2667" y="1"/>
                    <a:pt x="25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98"/>
            <p:cNvSpPr/>
            <p:nvPr/>
          </p:nvSpPr>
          <p:spPr>
            <a:xfrm>
              <a:off x="5668353" y="2603853"/>
              <a:ext cx="79546" cy="167590"/>
            </a:xfrm>
            <a:custGeom>
              <a:rect b="b" l="l" r="r" t="t"/>
              <a:pathLst>
                <a:path extrusionOk="0" h="5621" w="2668">
                  <a:moveTo>
                    <a:pt x="167" y="1"/>
                  </a:moveTo>
                  <a:cubicBezTo>
                    <a:pt x="120" y="1"/>
                    <a:pt x="48" y="1"/>
                    <a:pt x="1" y="25"/>
                  </a:cubicBezTo>
                  <a:cubicBezTo>
                    <a:pt x="72" y="25"/>
                    <a:pt x="167" y="96"/>
                    <a:pt x="263" y="144"/>
                  </a:cubicBezTo>
                  <a:cubicBezTo>
                    <a:pt x="548" y="358"/>
                    <a:pt x="739" y="691"/>
                    <a:pt x="834" y="1049"/>
                  </a:cubicBezTo>
                  <a:lnTo>
                    <a:pt x="1501" y="4907"/>
                  </a:lnTo>
                  <a:cubicBezTo>
                    <a:pt x="1549" y="5335"/>
                    <a:pt x="1834" y="5621"/>
                    <a:pt x="2192" y="5621"/>
                  </a:cubicBezTo>
                  <a:lnTo>
                    <a:pt x="2668" y="5621"/>
                  </a:lnTo>
                  <a:cubicBezTo>
                    <a:pt x="2311" y="5621"/>
                    <a:pt x="2025" y="5335"/>
                    <a:pt x="1977" y="4907"/>
                  </a:cubicBezTo>
                  <a:lnTo>
                    <a:pt x="1287" y="1049"/>
                  </a:lnTo>
                  <a:cubicBezTo>
                    <a:pt x="1239" y="668"/>
                    <a:pt x="1001" y="358"/>
                    <a:pt x="739" y="144"/>
                  </a:cubicBezTo>
                  <a:cubicBezTo>
                    <a:pt x="572" y="72"/>
                    <a:pt x="429" y="1"/>
                    <a:pt x="26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98"/>
            <p:cNvSpPr/>
            <p:nvPr/>
          </p:nvSpPr>
          <p:spPr>
            <a:xfrm>
              <a:off x="5553325" y="2772846"/>
              <a:ext cx="343678" cy="23464"/>
            </a:xfrm>
            <a:custGeom>
              <a:rect b="b" l="l" r="r" t="t"/>
              <a:pathLst>
                <a:path extrusionOk="0" h="787" w="11527">
                  <a:moveTo>
                    <a:pt x="120" y="1"/>
                  </a:moveTo>
                  <a:cubicBezTo>
                    <a:pt x="72" y="1"/>
                    <a:pt x="1" y="48"/>
                    <a:pt x="1" y="120"/>
                  </a:cubicBezTo>
                  <a:lnTo>
                    <a:pt x="1" y="667"/>
                  </a:lnTo>
                  <a:cubicBezTo>
                    <a:pt x="1" y="739"/>
                    <a:pt x="72" y="786"/>
                    <a:pt x="120" y="786"/>
                  </a:cubicBezTo>
                  <a:lnTo>
                    <a:pt x="11408" y="786"/>
                  </a:lnTo>
                  <a:cubicBezTo>
                    <a:pt x="11479" y="786"/>
                    <a:pt x="11527" y="763"/>
                    <a:pt x="11527" y="667"/>
                  </a:cubicBezTo>
                  <a:lnTo>
                    <a:pt x="11527" y="120"/>
                  </a:lnTo>
                  <a:cubicBezTo>
                    <a:pt x="11527" y="48"/>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98"/>
            <p:cNvSpPr/>
            <p:nvPr/>
          </p:nvSpPr>
          <p:spPr>
            <a:xfrm>
              <a:off x="5879237" y="2772846"/>
              <a:ext cx="17770" cy="23464"/>
            </a:xfrm>
            <a:custGeom>
              <a:rect b="b" l="l" r="r" t="t"/>
              <a:pathLst>
                <a:path extrusionOk="0" h="787" w="596">
                  <a:moveTo>
                    <a:pt x="1" y="1"/>
                  </a:moveTo>
                  <a:cubicBezTo>
                    <a:pt x="72" y="1"/>
                    <a:pt x="120" y="48"/>
                    <a:pt x="120" y="120"/>
                  </a:cubicBezTo>
                  <a:lnTo>
                    <a:pt x="120" y="667"/>
                  </a:lnTo>
                  <a:cubicBezTo>
                    <a:pt x="120" y="739"/>
                    <a:pt x="72" y="786"/>
                    <a:pt x="1" y="786"/>
                  </a:cubicBezTo>
                  <a:lnTo>
                    <a:pt x="477" y="786"/>
                  </a:lnTo>
                  <a:cubicBezTo>
                    <a:pt x="548" y="786"/>
                    <a:pt x="596" y="739"/>
                    <a:pt x="596" y="667"/>
                  </a:cubicBezTo>
                  <a:lnTo>
                    <a:pt x="596" y="120"/>
                  </a:lnTo>
                  <a:cubicBezTo>
                    <a:pt x="596" y="48"/>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98"/>
            <p:cNvSpPr/>
            <p:nvPr/>
          </p:nvSpPr>
          <p:spPr>
            <a:xfrm>
              <a:off x="5595931" y="2513691"/>
              <a:ext cx="14222" cy="10674"/>
            </a:xfrm>
            <a:custGeom>
              <a:rect b="b" l="l" r="r" t="t"/>
              <a:pathLst>
                <a:path extrusionOk="0" h="358" w="477">
                  <a:moveTo>
                    <a:pt x="191" y="0"/>
                  </a:moveTo>
                  <a:cubicBezTo>
                    <a:pt x="96" y="0"/>
                    <a:pt x="1" y="48"/>
                    <a:pt x="1" y="143"/>
                  </a:cubicBezTo>
                  <a:cubicBezTo>
                    <a:pt x="1" y="262"/>
                    <a:pt x="96"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98"/>
            <p:cNvSpPr/>
            <p:nvPr/>
          </p:nvSpPr>
          <p:spPr>
            <a:xfrm>
              <a:off x="5676880" y="2513691"/>
              <a:ext cx="17770" cy="10674"/>
            </a:xfrm>
            <a:custGeom>
              <a:rect b="b" l="l" r="r" t="t"/>
              <a:pathLst>
                <a:path extrusionOk="0" h="358" w="596">
                  <a:moveTo>
                    <a:pt x="191" y="0"/>
                  </a:moveTo>
                  <a:cubicBezTo>
                    <a:pt x="96" y="0"/>
                    <a:pt x="0" y="48"/>
                    <a:pt x="0" y="143"/>
                  </a:cubicBezTo>
                  <a:cubicBezTo>
                    <a:pt x="0" y="262"/>
                    <a:pt x="72" y="358"/>
                    <a:pt x="191" y="358"/>
                  </a:cubicBezTo>
                  <a:lnTo>
                    <a:pt x="429" y="358"/>
                  </a:lnTo>
                  <a:cubicBezTo>
                    <a:pt x="501" y="358"/>
                    <a:pt x="596" y="286"/>
                    <a:pt x="596" y="191"/>
                  </a:cubicBezTo>
                  <a:cubicBezTo>
                    <a:pt x="596" y="72"/>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98"/>
            <p:cNvSpPr/>
            <p:nvPr/>
          </p:nvSpPr>
          <p:spPr>
            <a:xfrm>
              <a:off x="5704578" y="2513691"/>
              <a:ext cx="17770" cy="10674"/>
            </a:xfrm>
            <a:custGeom>
              <a:rect b="b" l="l" r="r" t="t"/>
              <a:pathLst>
                <a:path extrusionOk="0" h="358" w="596">
                  <a:moveTo>
                    <a:pt x="167" y="0"/>
                  </a:moveTo>
                  <a:cubicBezTo>
                    <a:pt x="95" y="0"/>
                    <a:pt x="0" y="48"/>
                    <a:pt x="0" y="143"/>
                  </a:cubicBezTo>
                  <a:cubicBezTo>
                    <a:pt x="0" y="262"/>
                    <a:pt x="95" y="358"/>
                    <a:pt x="167" y="358"/>
                  </a:cubicBezTo>
                  <a:lnTo>
                    <a:pt x="405" y="358"/>
                  </a:lnTo>
                  <a:cubicBezTo>
                    <a:pt x="500" y="358"/>
                    <a:pt x="596" y="286"/>
                    <a:pt x="596" y="191"/>
                  </a:cubicBezTo>
                  <a:cubicBezTo>
                    <a:pt x="596" y="72"/>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98"/>
            <p:cNvSpPr/>
            <p:nvPr/>
          </p:nvSpPr>
          <p:spPr>
            <a:xfrm>
              <a:off x="5648466" y="2513691"/>
              <a:ext cx="17800" cy="10674"/>
            </a:xfrm>
            <a:custGeom>
              <a:rect b="b" l="l" r="r" t="t"/>
              <a:pathLst>
                <a:path extrusionOk="0" h="358" w="597">
                  <a:moveTo>
                    <a:pt x="191" y="0"/>
                  </a:moveTo>
                  <a:cubicBezTo>
                    <a:pt x="96" y="0"/>
                    <a:pt x="1" y="48"/>
                    <a:pt x="1" y="143"/>
                  </a:cubicBezTo>
                  <a:cubicBezTo>
                    <a:pt x="1" y="262"/>
                    <a:pt x="96" y="358"/>
                    <a:pt x="191" y="358"/>
                  </a:cubicBezTo>
                  <a:lnTo>
                    <a:pt x="430" y="358"/>
                  </a:lnTo>
                  <a:cubicBezTo>
                    <a:pt x="501" y="358"/>
                    <a:pt x="596" y="286"/>
                    <a:pt x="596" y="191"/>
                  </a:cubicBezTo>
                  <a:cubicBezTo>
                    <a:pt x="596" y="72"/>
                    <a:pt x="549"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98"/>
            <p:cNvSpPr/>
            <p:nvPr/>
          </p:nvSpPr>
          <p:spPr>
            <a:xfrm>
              <a:off x="5620082" y="2513691"/>
              <a:ext cx="18485" cy="10674"/>
            </a:xfrm>
            <a:custGeom>
              <a:rect b="b" l="l" r="r" t="t"/>
              <a:pathLst>
                <a:path extrusionOk="0" h="358" w="620">
                  <a:moveTo>
                    <a:pt x="215" y="0"/>
                  </a:moveTo>
                  <a:cubicBezTo>
                    <a:pt x="119" y="0"/>
                    <a:pt x="24" y="48"/>
                    <a:pt x="24" y="143"/>
                  </a:cubicBezTo>
                  <a:cubicBezTo>
                    <a:pt x="0" y="262"/>
                    <a:pt x="96" y="358"/>
                    <a:pt x="215" y="358"/>
                  </a:cubicBezTo>
                  <a:lnTo>
                    <a:pt x="453" y="358"/>
                  </a:lnTo>
                  <a:cubicBezTo>
                    <a:pt x="524" y="358"/>
                    <a:pt x="619" y="286"/>
                    <a:pt x="619" y="191"/>
                  </a:cubicBezTo>
                  <a:cubicBezTo>
                    <a:pt x="619" y="72"/>
                    <a:pt x="572" y="0"/>
                    <a:pt x="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98"/>
            <p:cNvSpPr/>
            <p:nvPr/>
          </p:nvSpPr>
          <p:spPr>
            <a:xfrm>
              <a:off x="5732962" y="2513691"/>
              <a:ext cx="14252" cy="10674"/>
            </a:xfrm>
            <a:custGeom>
              <a:rect b="b" l="l" r="r" t="t"/>
              <a:pathLst>
                <a:path extrusionOk="0" h="358" w="478">
                  <a:moveTo>
                    <a:pt x="167" y="0"/>
                  </a:moveTo>
                  <a:cubicBezTo>
                    <a:pt x="96" y="0"/>
                    <a:pt x="1" y="48"/>
                    <a:pt x="1" y="143"/>
                  </a:cubicBezTo>
                  <a:cubicBezTo>
                    <a:pt x="1" y="262"/>
                    <a:pt x="96" y="358"/>
                    <a:pt x="167" y="358"/>
                  </a:cubicBezTo>
                  <a:lnTo>
                    <a:pt x="287" y="358"/>
                  </a:lnTo>
                  <a:cubicBezTo>
                    <a:pt x="382" y="358"/>
                    <a:pt x="477" y="286"/>
                    <a:pt x="477" y="191"/>
                  </a:cubicBezTo>
                  <a:cubicBezTo>
                    <a:pt x="477" y="72"/>
                    <a:pt x="406" y="0"/>
                    <a:pt x="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98"/>
            <p:cNvSpPr/>
            <p:nvPr/>
          </p:nvSpPr>
          <p:spPr>
            <a:xfrm>
              <a:off x="5817459" y="2513691"/>
              <a:ext cx="14222" cy="10674"/>
            </a:xfrm>
            <a:custGeom>
              <a:rect b="b" l="l" r="r" t="t"/>
              <a:pathLst>
                <a:path extrusionOk="0" h="358" w="477">
                  <a:moveTo>
                    <a:pt x="167" y="0"/>
                  </a:moveTo>
                  <a:cubicBezTo>
                    <a:pt x="72" y="0"/>
                    <a:pt x="1" y="48"/>
                    <a:pt x="1" y="143"/>
                  </a:cubicBezTo>
                  <a:cubicBezTo>
                    <a:pt x="1" y="262"/>
                    <a:pt x="48" y="358"/>
                    <a:pt x="167" y="358"/>
                  </a:cubicBezTo>
                  <a:lnTo>
                    <a:pt x="286" y="358"/>
                  </a:lnTo>
                  <a:cubicBezTo>
                    <a:pt x="382" y="358"/>
                    <a:pt x="477" y="286"/>
                    <a:pt x="477" y="191"/>
                  </a:cubicBezTo>
                  <a:cubicBezTo>
                    <a:pt x="477" y="72"/>
                    <a:pt x="4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98"/>
            <p:cNvSpPr/>
            <p:nvPr/>
          </p:nvSpPr>
          <p:spPr>
            <a:xfrm>
              <a:off x="5843041" y="2513691"/>
              <a:ext cx="17770" cy="10674"/>
            </a:xfrm>
            <a:custGeom>
              <a:rect b="b" l="l" r="r" t="t"/>
              <a:pathLst>
                <a:path extrusionOk="0" h="358" w="596">
                  <a:moveTo>
                    <a:pt x="167" y="0"/>
                  </a:moveTo>
                  <a:cubicBezTo>
                    <a:pt x="95" y="0"/>
                    <a:pt x="0" y="48"/>
                    <a:pt x="0" y="143"/>
                  </a:cubicBezTo>
                  <a:cubicBezTo>
                    <a:pt x="0" y="262"/>
                    <a:pt x="95" y="358"/>
                    <a:pt x="167" y="358"/>
                  </a:cubicBezTo>
                  <a:lnTo>
                    <a:pt x="405" y="358"/>
                  </a:lnTo>
                  <a:cubicBezTo>
                    <a:pt x="500" y="358"/>
                    <a:pt x="595" y="286"/>
                    <a:pt x="595" y="191"/>
                  </a:cubicBezTo>
                  <a:cubicBezTo>
                    <a:pt x="595" y="72"/>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98"/>
            <p:cNvSpPr/>
            <p:nvPr/>
          </p:nvSpPr>
          <p:spPr>
            <a:xfrm>
              <a:off x="5872856" y="2513691"/>
              <a:ext cx="14222" cy="10674"/>
            </a:xfrm>
            <a:custGeom>
              <a:rect b="b" l="l" r="r" t="t"/>
              <a:pathLst>
                <a:path extrusionOk="0" h="358" w="477">
                  <a:moveTo>
                    <a:pt x="191" y="0"/>
                  </a:moveTo>
                  <a:cubicBezTo>
                    <a:pt x="95" y="0"/>
                    <a:pt x="0" y="48"/>
                    <a:pt x="0" y="143"/>
                  </a:cubicBezTo>
                  <a:cubicBezTo>
                    <a:pt x="0" y="262"/>
                    <a:pt x="95"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98"/>
            <p:cNvSpPr/>
            <p:nvPr/>
          </p:nvSpPr>
          <p:spPr>
            <a:xfrm>
              <a:off x="5549061" y="2446935"/>
              <a:ext cx="354351" cy="354351"/>
            </a:xfrm>
            <a:custGeom>
              <a:rect b="b" l="l" r="r" t="t"/>
              <a:pathLst>
                <a:path extrusionOk="0" h="11885" w="11885">
                  <a:moveTo>
                    <a:pt x="11503" y="11098"/>
                  </a:moveTo>
                  <a:lnTo>
                    <a:pt x="11503" y="11575"/>
                  </a:lnTo>
                  <a:lnTo>
                    <a:pt x="334" y="11575"/>
                  </a:lnTo>
                  <a:lnTo>
                    <a:pt x="334" y="11098"/>
                  </a:lnTo>
                  <a:close/>
                  <a:moveTo>
                    <a:pt x="930" y="1"/>
                  </a:moveTo>
                  <a:cubicBezTo>
                    <a:pt x="811" y="1"/>
                    <a:pt x="715" y="48"/>
                    <a:pt x="715" y="168"/>
                  </a:cubicBezTo>
                  <a:lnTo>
                    <a:pt x="715" y="977"/>
                  </a:lnTo>
                  <a:lnTo>
                    <a:pt x="501" y="977"/>
                  </a:lnTo>
                  <a:cubicBezTo>
                    <a:pt x="406" y="977"/>
                    <a:pt x="334" y="1049"/>
                    <a:pt x="334" y="1120"/>
                  </a:cubicBezTo>
                  <a:cubicBezTo>
                    <a:pt x="334" y="1239"/>
                    <a:pt x="382" y="1334"/>
                    <a:pt x="501" y="1334"/>
                  </a:cubicBezTo>
                  <a:lnTo>
                    <a:pt x="715" y="1334"/>
                  </a:lnTo>
                  <a:lnTo>
                    <a:pt x="715" y="2239"/>
                  </a:lnTo>
                  <a:lnTo>
                    <a:pt x="501" y="2239"/>
                  </a:lnTo>
                  <a:cubicBezTo>
                    <a:pt x="406" y="2239"/>
                    <a:pt x="334" y="2287"/>
                    <a:pt x="334" y="2382"/>
                  </a:cubicBezTo>
                  <a:cubicBezTo>
                    <a:pt x="334" y="2501"/>
                    <a:pt x="382" y="2597"/>
                    <a:pt x="501" y="2597"/>
                  </a:cubicBezTo>
                  <a:lnTo>
                    <a:pt x="715" y="2597"/>
                  </a:lnTo>
                  <a:lnTo>
                    <a:pt x="715" y="3478"/>
                  </a:lnTo>
                  <a:lnTo>
                    <a:pt x="501" y="3478"/>
                  </a:lnTo>
                  <a:cubicBezTo>
                    <a:pt x="406" y="3478"/>
                    <a:pt x="334" y="3549"/>
                    <a:pt x="334" y="3621"/>
                  </a:cubicBezTo>
                  <a:cubicBezTo>
                    <a:pt x="334" y="3740"/>
                    <a:pt x="382" y="3835"/>
                    <a:pt x="501" y="3835"/>
                  </a:cubicBezTo>
                  <a:lnTo>
                    <a:pt x="715" y="3835"/>
                  </a:lnTo>
                  <a:lnTo>
                    <a:pt x="715" y="4740"/>
                  </a:lnTo>
                  <a:lnTo>
                    <a:pt x="501" y="4740"/>
                  </a:lnTo>
                  <a:cubicBezTo>
                    <a:pt x="406" y="4740"/>
                    <a:pt x="334" y="4787"/>
                    <a:pt x="334" y="4883"/>
                  </a:cubicBezTo>
                  <a:cubicBezTo>
                    <a:pt x="334" y="5002"/>
                    <a:pt x="382" y="5097"/>
                    <a:pt x="501" y="5097"/>
                  </a:cubicBezTo>
                  <a:lnTo>
                    <a:pt x="715" y="5097"/>
                  </a:lnTo>
                  <a:lnTo>
                    <a:pt x="715" y="5978"/>
                  </a:lnTo>
                  <a:lnTo>
                    <a:pt x="501" y="5978"/>
                  </a:lnTo>
                  <a:cubicBezTo>
                    <a:pt x="406" y="5978"/>
                    <a:pt x="334" y="6050"/>
                    <a:pt x="334" y="6121"/>
                  </a:cubicBezTo>
                  <a:cubicBezTo>
                    <a:pt x="334" y="6240"/>
                    <a:pt x="382" y="6335"/>
                    <a:pt x="501" y="6335"/>
                  </a:cubicBezTo>
                  <a:lnTo>
                    <a:pt x="715" y="6335"/>
                  </a:lnTo>
                  <a:lnTo>
                    <a:pt x="715" y="7240"/>
                  </a:lnTo>
                  <a:lnTo>
                    <a:pt x="501" y="7240"/>
                  </a:lnTo>
                  <a:cubicBezTo>
                    <a:pt x="406" y="7240"/>
                    <a:pt x="334" y="7288"/>
                    <a:pt x="334" y="7383"/>
                  </a:cubicBezTo>
                  <a:cubicBezTo>
                    <a:pt x="334" y="7502"/>
                    <a:pt x="382" y="7598"/>
                    <a:pt x="501" y="7598"/>
                  </a:cubicBezTo>
                  <a:lnTo>
                    <a:pt x="715" y="7598"/>
                  </a:lnTo>
                  <a:lnTo>
                    <a:pt x="715" y="8479"/>
                  </a:lnTo>
                  <a:lnTo>
                    <a:pt x="501" y="8479"/>
                  </a:lnTo>
                  <a:cubicBezTo>
                    <a:pt x="406" y="8479"/>
                    <a:pt x="334" y="8550"/>
                    <a:pt x="334" y="8622"/>
                  </a:cubicBezTo>
                  <a:cubicBezTo>
                    <a:pt x="334" y="8741"/>
                    <a:pt x="382" y="8836"/>
                    <a:pt x="501" y="8836"/>
                  </a:cubicBezTo>
                  <a:lnTo>
                    <a:pt x="715" y="8836"/>
                  </a:lnTo>
                  <a:lnTo>
                    <a:pt x="715" y="9741"/>
                  </a:lnTo>
                  <a:lnTo>
                    <a:pt x="501" y="9741"/>
                  </a:lnTo>
                  <a:cubicBezTo>
                    <a:pt x="406" y="9741"/>
                    <a:pt x="334" y="9789"/>
                    <a:pt x="334" y="9884"/>
                  </a:cubicBezTo>
                  <a:cubicBezTo>
                    <a:pt x="334" y="10003"/>
                    <a:pt x="382" y="10098"/>
                    <a:pt x="501" y="10098"/>
                  </a:cubicBezTo>
                  <a:lnTo>
                    <a:pt x="715" y="10098"/>
                  </a:lnTo>
                  <a:lnTo>
                    <a:pt x="715" y="10717"/>
                  </a:lnTo>
                  <a:lnTo>
                    <a:pt x="287" y="10717"/>
                  </a:lnTo>
                  <a:cubicBezTo>
                    <a:pt x="144" y="10717"/>
                    <a:pt x="1" y="10836"/>
                    <a:pt x="1" y="11003"/>
                  </a:cubicBezTo>
                  <a:lnTo>
                    <a:pt x="1" y="11575"/>
                  </a:lnTo>
                  <a:cubicBezTo>
                    <a:pt x="1" y="11575"/>
                    <a:pt x="120" y="11884"/>
                    <a:pt x="287" y="11884"/>
                  </a:cubicBezTo>
                  <a:lnTo>
                    <a:pt x="11575" y="11884"/>
                  </a:lnTo>
                  <a:cubicBezTo>
                    <a:pt x="11718" y="11884"/>
                    <a:pt x="11884" y="11717"/>
                    <a:pt x="11884" y="11575"/>
                  </a:cubicBezTo>
                  <a:lnTo>
                    <a:pt x="11884" y="10979"/>
                  </a:lnTo>
                  <a:cubicBezTo>
                    <a:pt x="11860" y="10955"/>
                    <a:pt x="11813" y="10884"/>
                    <a:pt x="11765" y="10836"/>
                  </a:cubicBezTo>
                  <a:cubicBezTo>
                    <a:pt x="11741" y="10813"/>
                    <a:pt x="11694" y="10765"/>
                    <a:pt x="11646" y="10765"/>
                  </a:cubicBezTo>
                  <a:cubicBezTo>
                    <a:pt x="11622" y="10765"/>
                    <a:pt x="11575" y="10765"/>
                    <a:pt x="11551" y="10741"/>
                  </a:cubicBezTo>
                  <a:cubicBezTo>
                    <a:pt x="11432" y="10717"/>
                    <a:pt x="11289" y="10717"/>
                    <a:pt x="11170" y="10646"/>
                  </a:cubicBezTo>
                  <a:cubicBezTo>
                    <a:pt x="11027" y="10598"/>
                    <a:pt x="10860" y="10479"/>
                    <a:pt x="10789" y="10336"/>
                  </a:cubicBezTo>
                  <a:cubicBezTo>
                    <a:pt x="10694" y="10170"/>
                    <a:pt x="10622" y="10003"/>
                    <a:pt x="10598" y="9812"/>
                  </a:cubicBezTo>
                  <a:lnTo>
                    <a:pt x="10598" y="9789"/>
                  </a:lnTo>
                  <a:lnTo>
                    <a:pt x="9670" y="4645"/>
                  </a:lnTo>
                  <a:lnTo>
                    <a:pt x="9670" y="4549"/>
                  </a:lnTo>
                  <a:cubicBezTo>
                    <a:pt x="9646" y="4454"/>
                    <a:pt x="9550" y="4406"/>
                    <a:pt x="9479" y="4406"/>
                  </a:cubicBezTo>
                  <a:cubicBezTo>
                    <a:pt x="9384" y="4430"/>
                    <a:pt x="9312" y="4526"/>
                    <a:pt x="9312" y="4621"/>
                  </a:cubicBezTo>
                  <a:lnTo>
                    <a:pt x="10265" y="9860"/>
                  </a:lnTo>
                  <a:cubicBezTo>
                    <a:pt x="10313" y="10217"/>
                    <a:pt x="10670" y="10693"/>
                    <a:pt x="10670" y="10693"/>
                  </a:cubicBezTo>
                  <a:lnTo>
                    <a:pt x="6669" y="10693"/>
                  </a:lnTo>
                  <a:lnTo>
                    <a:pt x="6669" y="10717"/>
                  </a:lnTo>
                  <a:cubicBezTo>
                    <a:pt x="6669" y="10717"/>
                    <a:pt x="6193" y="10479"/>
                    <a:pt x="6169" y="10170"/>
                  </a:cubicBezTo>
                  <a:lnTo>
                    <a:pt x="6169" y="10146"/>
                  </a:lnTo>
                  <a:lnTo>
                    <a:pt x="5716" y="7621"/>
                  </a:lnTo>
                  <a:lnTo>
                    <a:pt x="6335" y="4025"/>
                  </a:lnTo>
                  <a:cubicBezTo>
                    <a:pt x="6383" y="3787"/>
                    <a:pt x="6455" y="3549"/>
                    <a:pt x="6621" y="3335"/>
                  </a:cubicBezTo>
                  <a:cubicBezTo>
                    <a:pt x="6764" y="3120"/>
                    <a:pt x="6907" y="2954"/>
                    <a:pt x="7121" y="2787"/>
                  </a:cubicBezTo>
                  <a:cubicBezTo>
                    <a:pt x="7322" y="2653"/>
                    <a:pt x="7557" y="2578"/>
                    <a:pt x="7795" y="2578"/>
                  </a:cubicBezTo>
                  <a:cubicBezTo>
                    <a:pt x="7897" y="2578"/>
                    <a:pt x="7998" y="2592"/>
                    <a:pt x="8098" y="2620"/>
                  </a:cubicBezTo>
                  <a:cubicBezTo>
                    <a:pt x="8669" y="2763"/>
                    <a:pt x="9050" y="3311"/>
                    <a:pt x="9193" y="3835"/>
                  </a:cubicBezTo>
                  <a:cubicBezTo>
                    <a:pt x="9233" y="3914"/>
                    <a:pt x="9288" y="3960"/>
                    <a:pt x="9361" y="3960"/>
                  </a:cubicBezTo>
                  <a:cubicBezTo>
                    <a:pt x="9376" y="3960"/>
                    <a:pt x="9391" y="3958"/>
                    <a:pt x="9408" y="3954"/>
                  </a:cubicBezTo>
                  <a:cubicBezTo>
                    <a:pt x="9503" y="3930"/>
                    <a:pt x="9550" y="3835"/>
                    <a:pt x="9527" y="3740"/>
                  </a:cubicBezTo>
                  <a:cubicBezTo>
                    <a:pt x="9503" y="3597"/>
                    <a:pt x="9431" y="3454"/>
                    <a:pt x="9360" y="3311"/>
                  </a:cubicBezTo>
                  <a:lnTo>
                    <a:pt x="9265" y="3120"/>
                  </a:lnTo>
                  <a:cubicBezTo>
                    <a:pt x="9074" y="2859"/>
                    <a:pt x="8884" y="2620"/>
                    <a:pt x="8598" y="2477"/>
                  </a:cubicBezTo>
                  <a:cubicBezTo>
                    <a:pt x="8338" y="2315"/>
                    <a:pt x="8024" y="2230"/>
                    <a:pt x="7714" y="2230"/>
                  </a:cubicBezTo>
                  <a:cubicBezTo>
                    <a:pt x="7569" y="2230"/>
                    <a:pt x="7425" y="2249"/>
                    <a:pt x="7288" y="2287"/>
                  </a:cubicBezTo>
                  <a:cubicBezTo>
                    <a:pt x="7002" y="2382"/>
                    <a:pt x="6764" y="2549"/>
                    <a:pt x="6574" y="2763"/>
                  </a:cubicBezTo>
                  <a:cubicBezTo>
                    <a:pt x="6455" y="2882"/>
                    <a:pt x="6383" y="3001"/>
                    <a:pt x="6312" y="3120"/>
                  </a:cubicBezTo>
                  <a:cubicBezTo>
                    <a:pt x="6169" y="3359"/>
                    <a:pt x="6074" y="3621"/>
                    <a:pt x="6026" y="3930"/>
                  </a:cubicBezTo>
                  <a:lnTo>
                    <a:pt x="5550" y="6597"/>
                  </a:lnTo>
                  <a:lnTo>
                    <a:pt x="5478" y="6216"/>
                  </a:lnTo>
                  <a:cubicBezTo>
                    <a:pt x="5478" y="6193"/>
                    <a:pt x="5478" y="6121"/>
                    <a:pt x="5454" y="6097"/>
                  </a:cubicBezTo>
                  <a:cubicBezTo>
                    <a:pt x="5383" y="5859"/>
                    <a:pt x="5264" y="5645"/>
                    <a:pt x="5121" y="5478"/>
                  </a:cubicBezTo>
                  <a:cubicBezTo>
                    <a:pt x="4907" y="5210"/>
                    <a:pt x="4558" y="5036"/>
                    <a:pt x="4217" y="5036"/>
                  </a:cubicBezTo>
                  <a:cubicBezTo>
                    <a:pt x="4103" y="5036"/>
                    <a:pt x="3990" y="5055"/>
                    <a:pt x="3883" y="5097"/>
                  </a:cubicBezTo>
                  <a:cubicBezTo>
                    <a:pt x="3787" y="5121"/>
                    <a:pt x="3692" y="5169"/>
                    <a:pt x="3597" y="5240"/>
                  </a:cubicBezTo>
                  <a:cubicBezTo>
                    <a:pt x="3430" y="5359"/>
                    <a:pt x="3311" y="5502"/>
                    <a:pt x="3192" y="5692"/>
                  </a:cubicBezTo>
                  <a:cubicBezTo>
                    <a:pt x="3073" y="5859"/>
                    <a:pt x="3001" y="6050"/>
                    <a:pt x="2978" y="6240"/>
                  </a:cubicBezTo>
                  <a:lnTo>
                    <a:pt x="2573" y="8598"/>
                  </a:lnTo>
                  <a:cubicBezTo>
                    <a:pt x="2525" y="8693"/>
                    <a:pt x="2620" y="8788"/>
                    <a:pt x="2716" y="8812"/>
                  </a:cubicBezTo>
                  <a:cubicBezTo>
                    <a:pt x="2726" y="8815"/>
                    <a:pt x="2736" y="8816"/>
                    <a:pt x="2745" y="8816"/>
                  </a:cubicBezTo>
                  <a:cubicBezTo>
                    <a:pt x="2826" y="8816"/>
                    <a:pt x="2887" y="8733"/>
                    <a:pt x="2930" y="8669"/>
                  </a:cubicBezTo>
                  <a:lnTo>
                    <a:pt x="3335" y="6312"/>
                  </a:lnTo>
                  <a:cubicBezTo>
                    <a:pt x="3359" y="6169"/>
                    <a:pt x="3430" y="6002"/>
                    <a:pt x="3525" y="5859"/>
                  </a:cubicBezTo>
                  <a:cubicBezTo>
                    <a:pt x="3690" y="5595"/>
                    <a:pt x="3981" y="5400"/>
                    <a:pt x="4295" y="5400"/>
                  </a:cubicBezTo>
                  <a:cubicBezTo>
                    <a:pt x="4434" y="5400"/>
                    <a:pt x="4577" y="5438"/>
                    <a:pt x="4716" y="5526"/>
                  </a:cubicBezTo>
                  <a:cubicBezTo>
                    <a:pt x="4788" y="5597"/>
                    <a:pt x="4859" y="5692"/>
                    <a:pt x="4954" y="5764"/>
                  </a:cubicBezTo>
                  <a:cubicBezTo>
                    <a:pt x="5073" y="5931"/>
                    <a:pt x="5145" y="6097"/>
                    <a:pt x="5192" y="6312"/>
                  </a:cubicBezTo>
                  <a:lnTo>
                    <a:pt x="5859" y="10170"/>
                  </a:lnTo>
                  <a:cubicBezTo>
                    <a:pt x="5883" y="10384"/>
                    <a:pt x="6050" y="10693"/>
                    <a:pt x="6050" y="10693"/>
                  </a:cubicBezTo>
                  <a:lnTo>
                    <a:pt x="2478" y="10693"/>
                  </a:lnTo>
                  <a:cubicBezTo>
                    <a:pt x="2478" y="10693"/>
                    <a:pt x="2644" y="10360"/>
                    <a:pt x="2644" y="10170"/>
                  </a:cubicBezTo>
                  <a:lnTo>
                    <a:pt x="2763" y="9431"/>
                  </a:lnTo>
                  <a:cubicBezTo>
                    <a:pt x="2787" y="9336"/>
                    <a:pt x="2716" y="9265"/>
                    <a:pt x="2620" y="9217"/>
                  </a:cubicBezTo>
                  <a:cubicBezTo>
                    <a:pt x="2610" y="9214"/>
                    <a:pt x="2601" y="9213"/>
                    <a:pt x="2591" y="9213"/>
                  </a:cubicBezTo>
                  <a:cubicBezTo>
                    <a:pt x="2510" y="9213"/>
                    <a:pt x="2449" y="9298"/>
                    <a:pt x="2406" y="9384"/>
                  </a:cubicBezTo>
                  <a:lnTo>
                    <a:pt x="2287" y="10122"/>
                  </a:lnTo>
                  <a:lnTo>
                    <a:pt x="2287" y="10146"/>
                  </a:lnTo>
                  <a:cubicBezTo>
                    <a:pt x="2263" y="10455"/>
                    <a:pt x="2049" y="10693"/>
                    <a:pt x="1787" y="10693"/>
                  </a:cubicBezTo>
                  <a:cubicBezTo>
                    <a:pt x="1787" y="10693"/>
                    <a:pt x="1763" y="10693"/>
                    <a:pt x="1715" y="10717"/>
                  </a:cubicBezTo>
                  <a:lnTo>
                    <a:pt x="1072" y="10717"/>
                  </a:lnTo>
                  <a:lnTo>
                    <a:pt x="1072" y="168"/>
                  </a:lnTo>
                  <a:cubicBezTo>
                    <a:pt x="1072" y="96"/>
                    <a:pt x="1001" y="1"/>
                    <a:pt x="9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9" name="Google Shape;22399;p98"/>
          <p:cNvGrpSpPr/>
          <p:nvPr/>
        </p:nvGrpSpPr>
        <p:grpSpPr>
          <a:xfrm>
            <a:off x="4767835" y="2358459"/>
            <a:ext cx="351489" cy="227220"/>
            <a:chOff x="4958330" y="2510859"/>
            <a:chExt cx="351489" cy="227220"/>
          </a:xfrm>
        </p:grpSpPr>
        <p:sp>
          <p:nvSpPr>
            <p:cNvPr id="22400" name="Google Shape;22400;p98"/>
            <p:cNvSpPr/>
            <p:nvPr/>
          </p:nvSpPr>
          <p:spPr>
            <a:xfrm>
              <a:off x="4963995" y="2516524"/>
              <a:ext cx="216606" cy="216576"/>
            </a:xfrm>
            <a:custGeom>
              <a:rect b="b" l="l" r="r" t="t"/>
              <a:pathLst>
                <a:path extrusionOk="0" h="7264" w="7265">
                  <a:moveTo>
                    <a:pt x="3644" y="1"/>
                  </a:moveTo>
                  <a:cubicBezTo>
                    <a:pt x="1644" y="1"/>
                    <a:pt x="1" y="1644"/>
                    <a:pt x="1" y="3644"/>
                  </a:cubicBezTo>
                  <a:cubicBezTo>
                    <a:pt x="1" y="5645"/>
                    <a:pt x="1644" y="7264"/>
                    <a:pt x="3644" y="7264"/>
                  </a:cubicBezTo>
                  <a:cubicBezTo>
                    <a:pt x="5645" y="7264"/>
                    <a:pt x="7264" y="5645"/>
                    <a:pt x="7264" y="3644"/>
                  </a:cubicBezTo>
                  <a:cubicBezTo>
                    <a:pt x="7264" y="1644"/>
                    <a:pt x="5645" y="1"/>
                    <a:pt x="364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98"/>
            <p:cNvSpPr/>
            <p:nvPr/>
          </p:nvSpPr>
          <p:spPr>
            <a:xfrm>
              <a:off x="5023655" y="2522218"/>
              <a:ext cx="156946" cy="211597"/>
            </a:xfrm>
            <a:custGeom>
              <a:rect b="b" l="l" r="r" t="t"/>
              <a:pathLst>
                <a:path extrusionOk="0" h="7097" w="5264">
                  <a:moveTo>
                    <a:pt x="2810" y="0"/>
                  </a:moveTo>
                  <a:lnTo>
                    <a:pt x="2810" y="0"/>
                  </a:lnTo>
                  <a:cubicBezTo>
                    <a:pt x="4001" y="595"/>
                    <a:pt x="4787" y="1810"/>
                    <a:pt x="4787" y="3239"/>
                  </a:cubicBezTo>
                  <a:cubicBezTo>
                    <a:pt x="4787" y="5239"/>
                    <a:pt x="3191" y="6882"/>
                    <a:pt x="1167" y="6882"/>
                  </a:cubicBezTo>
                  <a:cubicBezTo>
                    <a:pt x="738" y="6882"/>
                    <a:pt x="357" y="6811"/>
                    <a:pt x="0" y="6692"/>
                  </a:cubicBezTo>
                  <a:lnTo>
                    <a:pt x="0" y="6692"/>
                  </a:lnTo>
                  <a:cubicBezTo>
                    <a:pt x="500" y="6930"/>
                    <a:pt x="1048" y="7097"/>
                    <a:pt x="1643" y="7097"/>
                  </a:cubicBezTo>
                  <a:cubicBezTo>
                    <a:pt x="3644" y="7097"/>
                    <a:pt x="5263" y="5477"/>
                    <a:pt x="5263" y="3453"/>
                  </a:cubicBezTo>
                  <a:cubicBezTo>
                    <a:pt x="5263" y="1858"/>
                    <a:pt x="4239" y="500"/>
                    <a:pt x="281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98"/>
            <p:cNvSpPr/>
            <p:nvPr/>
          </p:nvSpPr>
          <p:spPr>
            <a:xfrm>
              <a:off x="5090382" y="2516524"/>
              <a:ext cx="216606" cy="216576"/>
            </a:xfrm>
            <a:custGeom>
              <a:rect b="b" l="l" r="r" t="t"/>
              <a:pathLst>
                <a:path extrusionOk="0" h="7264" w="7265">
                  <a:moveTo>
                    <a:pt x="3620" y="1"/>
                  </a:moveTo>
                  <a:cubicBezTo>
                    <a:pt x="1620" y="1"/>
                    <a:pt x="1" y="1644"/>
                    <a:pt x="1" y="3644"/>
                  </a:cubicBezTo>
                  <a:cubicBezTo>
                    <a:pt x="1" y="5645"/>
                    <a:pt x="1620" y="7264"/>
                    <a:pt x="3620" y="7264"/>
                  </a:cubicBezTo>
                  <a:cubicBezTo>
                    <a:pt x="5621" y="7264"/>
                    <a:pt x="7264" y="5645"/>
                    <a:pt x="7264" y="3644"/>
                  </a:cubicBezTo>
                  <a:cubicBezTo>
                    <a:pt x="7264" y="1644"/>
                    <a:pt x="5621" y="1"/>
                    <a:pt x="36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98"/>
            <p:cNvSpPr/>
            <p:nvPr/>
          </p:nvSpPr>
          <p:spPr>
            <a:xfrm>
              <a:off x="5150728" y="2522218"/>
              <a:ext cx="156946" cy="211597"/>
            </a:xfrm>
            <a:custGeom>
              <a:rect b="b" l="l" r="r" t="t"/>
              <a:pathLst>
                <a:path extrusionOk="0" h="7097" w="5264">
                  <a:moveTo>
                    <a:pt x="2787" y="0"/>
                  </a:moveTo>
                  <a:lnTo>
                    <a:pt x="2787" y="0"/>
                  </a:lnTo>
                  <a:cubicBezTo>
                    <a:pt x="3978" y="595"/>
                    <a:pt x="4788" y="1810"/>
                    <a:pt x="4788" y="3239"/>
                  </a:cubicBezTo>
                  <a:cubicBezTo>
                    <a:pt x="4788" y="5239"/>
                    <a:pt x="3192" y="6882"/>
                    <a:pt x="1168" y="6882"/>
                  </a:cubicBezTo>
                  <a:cubicBezTo>
                    <a:pt x="739" y="6882"/>
                    <a:pt x="358" y="6811"/>
                    <a:pt x="1" y="6692"/>
                  </a:cubicBezTo>
                  <a:lnTo>
                    <a:pt x="1" y="6692"/>
                  </a:lnTo>
                  <a:cubicBezTo>
                    <a:pt x="501" y="6930"/>
                    <a:pt x="1049" y="7097"/>
                    <a:pt x="1644" y="7097"/>
                  </a:cubicBezTo>
                  <a:cubicBezTo>
                    <a:pt x="3621" y="7097"/>
                    <a:pt x="5264" y="5477"/>
                    <a:pt x="5264" y="3453"/>
                  </a:cubicBezTo>
                  <a:cubicBezTo>
                    <a:pt x="5264" y="1858"/>
                    <a:pt x="4216" y="500"/>
                    <a:pt x="2787"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98"/>
            <p:cNvSpPr/>
            <p:nvPr/>
          </p:nvSpPr>
          <p:spPr>
            <a:xfrm>
              <a:off x="5066947" y="2534979"/>
              <a:ext cx="132826" cy="181096"/>
            </a:xfrm>
            <a:custGeom>
              <a:rect b="b" l="l" r="r" t="t"/>
              <a:pathLst>
                <a:path extrusionOk="0" h="6074" w="4455">
                  <a:moveTo>
                    <a:pt x="2311" y="1"/>
                  </a:moveTo>
                  <a:cubicBezTo>
                    <a:pt x="1954" y="239"/>
                    <a:pt x="1668" y="525"/>
                    <a:pt x="1501" y="763"/>
                  </a:cubicBezTo>
                  <a:cubicBezTo>
                    <a:pt x="1" y="2668"/>
                    <a:pt x="787" y="4311"/>
                    <a:pt x="1501" y="5264"/>
                  </a:cubicBezTo>
                  <a:cubicBezTo>
                    <a:pt x="1858" y="5764"/>
                    <a:pt x="2311" y="6073"/>
                    <a:pt x="2311" y="6073"/>
                  </a:cubicBezTo>
                  <a:cubicBezTo>
                    <a:pt x="2620" y="5764"/>
                    <a:pt x="2930" y="5550"/>
                    <a:pt x="3144" y="5264"/>
                  </a:cubicBezTo>
                  <a:cubicBezTo>
                    <a:pt x="4454" y="3454"/>
                    <a:pt x="3811" y="1715"/>
                    <a:pt x="3144" y="787"/>
                  </a:cubicBezTo>
                  <a:cubicBezTo>
                    <a:pt x="2739" y="263"/>
                    <a:pt x="2311" y="1"/>
                    <a:pt x="2311"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98"/>
            <p:cNvSpPr/>
            <p:nvPr/>
          </p:nvSpPr>
          <p:spPr>
            <a:xfrm>
              <a:off x="4958330" y="2510859"/>
              <a:ext cx="351489" cy="227220"/>
            </a:xfrm>
            <a:custGeom>
              <a:rect b="b" l="l" r="r" t="t"/>
              <a:pathLst>
                <a:path extrusionOk="0" h="7621" w="11789">
                  <a:moveTo>
                    <a:pt x="5954" y="1096"/>
                  </a:moveTo>
                  <a:cubicBezTo>
                    <a:pt x="6787" y="1715"/>
                    <a:pt x="7287" y="2739"/>
                    <a:pt x="7287" y="3834"/>
                  </a:cubicBezTo>
                  <a:cubicBezTo>
                    <a:pt x="7287" y="4930"/>
                    <a:pt x="6740" y="5954"/>
                    <a:pt x="5954" y="6573"/>
                  </a:cubicBezTo>
                  <a:cubicBezTo>
                    <a:pt x="5144" y="5954"/>
                    <a:pt x="4596" y="4977"/>
                    <a:pt x="4596" y="3834"/>
                  </a:cubicBezTo>
                  <a:cubicBezTo>
                    <a:pt x="4596" y="3120"/>
                    <a:pt x="4811" y="2429"/>
                    <a:pt x="5239" y="1834"/>
                  </a:cubicBezTo>
                  <a:cubicBezTo>
                    <a:pt x="5430" y="1548"/>
                    <a:pt x="5668" y="1310"/>
                    <a:pt x="5954" y="1096"/>
                  </a:cubicBezTo>
                  <a:close/>
                  <a:moveTo>
                    <a:pt x="3810" y="0"/>
                  </a:moveTo>
                  <a:cubicBezTo>
                    <a:pt x="1691" y="0"/>
                    <a:pt x="0" y="1691"/>
                    <a:pt x="0" y="3810"/>
                  </a:cubicBezTo>
                  <a:cubicBezTo>
                    <a:pt x="0" y="4144"/>
                    <a:pt x="24" y="4430"/>
                    <a:pt x="119" y="4763"/>
                  </a:cubicBezTo>
                  <a:cubicBezTo>
                    <a:pt x="139" y="4842"/>
                    <a:pt x="208" y="4888"/>
                    <a:pt x="271" y="4888"/>
                  </a:cubicBezTo>
                  <a:cubicBezTo>
                    <a:pt x="285" y="4888"/>
                    <a:pt x="298" y="4886"/>
                    <a:pt x="310" y="4882"/>
                  </a:cubicBezTo>
                  <a:cubicBezTo>
                    <a:pt x="405" y="4858"/>
                    <a:pt x="476" y="4763"/>
                    <a:pt x="429" y="4668"/>
                  </a:cubicBezTo>
                  <a:cubicBezTo>
                    <a:pt x="381" y="4406"/>
                    <a:pt x="310" y="4096"/>
                    <a:pt x="310" y="3810"/>
                  </a:cubicBezTo>
                  <a:cubicBezTo>
                    <a:pt x="310" y="1905"/>
                    <a:pt x="1858" y="357"/>
                    <a:pt x="3763" y="357"/>
                  </a:cubicBezTo>
                  <a:cubicBezTo>
                    <a:pt x="4430" y="357"/>
                    <a:pt x="5049" y="524"/>
                    <a:pt x="5597" y="857"/>
                  </a:cubicBezTo>
                  <a:cubicBezTo>
                    <a:pt x="5311" y="1072"/>
                    <a:pt x="5073" y="1334"/>
                    <a:pt x="4882" y="1643"/>
                  </a:cubicBezTo>
                  <a:cubicBezTo>
                    <a:pt x="4430" y="2286"/>
                    <a:pt x="4192" y="3025"/>
                    <a:pt x="4192" y="3810"/>
                  </a:cubicBezTo>
                  <a:cubicBezTo>
                    <a:pt x="4192" y="5001"/>
                    <a:pt x="4715" y="6049"/>
                    <a:pt x="5597" y="6763"/>
                  </a:cubicBezTo>
                  <a:cubicBezTo>
                    <a:pt x="5049" y="7073"/>
                    <a:pt x="4430" y="7263"/>
                    <a:pt x="3763" y="7263"/>
                  </a:cubicBezTo>
                  <a:cubicBezTo>
                    <a:pt x="2453" y="7263"/>
                    <a:pt x="1262" y="6549"/>
                    <a:pt x="667" y="5382"/>
                  </a:cubicBezTo>
                  <a:cubicBezTo>
                    <a:pt x="649" y="5309"/>
                    <a:pt x="575" y="5278"/>
                    <a:pt x="499" y="5278"/>
                  </a:cubicBezTo>
                  <a:cubicBezTo>
                    <a:pt x="475" y="5278"/>
                    <a:pt x="451" y="5281"/>
                    <a:pt x="429" y="5287"/>
                  </a:cubicBezTo>
                  <a:cubicBezTo>
                    <a:pt x="357" y="5335"/>
                    <a:pt x="310" y="5454"/>
                    <a:pt x="357" y="5525"/>
                  </a:cubicBezTo>
                  <a:cubicBezTo>
                    <a:pt x="1000" y="6811"/>
                    <a:pt x="2310" y="7621"/>
                    <a:pt x="3739" y="7621"/>
                  </a:cubicBezTo>
                  <a:cubicBezTo>
                    <a:pt x="4525" y="7621"/>
                    <a:pt x="5263" y="7383"/>
                    <a:pt x="5859" y="6954"/>
                  </a:cubicBezTo>
                  <a:cubicBezTo>
                    <a:pt x="6454" y="7383"/>
                    <a:pt x="7192" y="7621"/>
                    <a:pt x="7978" y="7621"/>
                  </a:cubicBezTo>
                  <a:cubicBezTo>
                    <a:pt x="10074" y="7621"/>
                    <a:pt x="11788" y="5930"/>
                    <a:pt x="11788" y="3810"/>
                  </a:cubicBezTo>
                  <a:cubicBezTo>
                    <a:pt x="11788" y="1691"/>
                    <a:pt x="10169" y="24"/>
                    <a:pt x="8049" y="24"/>
                  </a:cubicBezTo>
                  <a:cubicBezTo>
                    <a:pt x="7883" y="24"/>
                    <a:pt x="7668" y="24"/>
                    <a:pt x="7502" y="48"/>
                  </a:cubicBezTo>
                  <a:cubicBezTo>
                    <a:pt x="7406" y="48"/>
                    <a:pt x="7335" y="143"/>
                    <a:pt x="7335" y="262"/>
                  </a:cubicBezTo>
                  <a:cubicBezTo>
                    <a:pt x="7335" y="381"/>
                    <a:pt x="7430" y="405"/>
                    <a:pt x="7549" y="405"/>
                  </a:cubicBezTo>
                  <a:cubicBezTo>
                    <a:pt x="7740" y="381"/>
                    <a:pt x="7883" y="381"/>
                    <a:pt x="8049" y="381"/>
                  </a:cubicBezTo>
                  <a:cubicBezTo>
                    <a:pt x="9955" y="381"/>
                    <a:pt x="11503" y="1929"/>
                    <a:pt x="11503" y="3834"/>
                  </a:cubicBezTo>
                  <a:cubicBezTo>
                    <a:pt x="11503" y="5739"/>
                    <a:pt x="9955" y="7287"/>
                    <a:pt x="8049" y="7287"/>
                  </a:cubicBezTo>
                  <a:cubicBezTo>
                    <a:pt x="7406" y="7287"/>
                    <a:pt x="6787" y="7121"/>
                    <a:pt x="6240" y="6787"/>
                  </a:cubicBezTo>
                  <a:cubicBezTo>
                    <a:pt x="7097" y="6073"/>
                    <a:pt x="7645" y="5025"/>
                    <a:pt x="7645" y="3834"/>
                  </a:cubicBezTo>
                  <a:cubicBezTo>
                    <a:pt x="7645" y="2643"/>
                    <a:pt x="7097" y="1572"/>
                    <a:pt x="6240" y="881"/>
                  </a:cubicBezTo>
                  <a:cubicBezTo>
                    <a:pt x="6430" y="762"/>
                    <a:pt x="6621" y="691"/>
                    <a:pt x="6811" y="595"/>
                  </a:cubicBezTo>
                  <a:cubicBezTo>
                    <a:pt x="6906" y="572"/>
                    <a:pt x="6954" y="453"/>
                    <a:pt x="6906" y="357"/>
                  </a:cubicBezTo>
                  <a:cubicBezTo>
                    <a:pt x="6872" y="288"/>
                    <a:pt x="6798" y="243"/>
                    <a:pt x="6734" y="243"/>
                  </a:cubicBezTo>
                  <a:cubicBezTo>
                    <a:pt x="6710" y="243"/>
                    <a:pt x="6687" y="249"/>
                    <a:pt x="6668" y="262"/>
                  </a:cubicBezTo>
                  <a:cubicBezTo>
                    <a:pt x="6382" y="357"/>
                    <a:pt x="6144" y="500"/>
                    <a:pt x="5906" y="643"/>
                  </a:cubicBezTo>
                  <a:cubicBezTo>
                    <a:pt x="5311" y="238"/>
                    <a:pt x="4573" y="0"/>
                    <a:pt x="3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98"/>
            <p:cNvSpPr/>
            <p:nvPr/>
          </p:nvSpPr>
          <p:spPr>
            <a:xfrm>
              <a:off x="4993810" y="2609548"/>
              <a:ext cx="68217" cy="10674"/>
            </a:xfrm>
            <a:custGeom>
              <a:rect b="b" l="l" r="r" t="t"/>
              <a:pathLst>
                <a:path extrusionOk="0" h="358" w="2288">
                  <a:moveTo>
                    <a:pt x="168" y="0"/>
                  </a:moveTo>
                  <a:cubicBezTo>
                    <a:pt x="72" y="0"/>
                    <a:pt x="25" y="48"/>
                    <a:pt x="1" y="143"/>
                  </a:cubicBezTo>
                  <a:cubicBezTo>
                    <a:pt x="1" y="262"/>
                    <a:pt x="72" y="358"/>
                    <a:pt x="168" y="358"/>
                  </a:cubicBezTo>
                  <a:lnTo>
                    <a:pt x="2073" y="358"/>
                  </a:lnTo>
                  <a:cubicBezTo>
                    <a:pt x="2168" y="358"/>
                    <a:pt x="2216" y="286"/>
                    <a:pt x="2263" y="191"/>
                  </a:cubicBezTo>
                  <a:cubicBezTo>
                    <a:pt x="2287" y="72"/>
                    <a:pt x="2192" y="0"/>
                    <a:pt x="2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98"/>
            <p:cNvSpPr/>
            <p:nvPr/>
          </p:nvSpPr>
          <p:spPr>
            <a:xfrm>
              <a:off x="4993810" y="2630836"/>
              <a:ext cx="46899" cy="10674"/>
            </a:xfrm>
            <a:custGeom>
              <a:rect b="b" l="l" r="r" t="t"/>
              <a:pathLst>
                <a:path extrusionOk="0" h="358" w="1573">
                  <a:moveTo>
                    <a:pt x="168" y="1"/>
                  </a:moveTo>
                  <a:cubicBezTo>
                    <a:pt x="72" y="1"/>
                    <a:pt x="25" y="48"/>
                    <a:pt x="1" y="144"/>
                  </a:cubicBezTo>
                  <a:cubicBezTo>
                    <a:pt x="1" y="263"/>
                    <a:pt x="72" y="358"/>
                    <a:pt x="168" y="358"/>
                  </a:cubicBezTo>
                  <a:lnTo>
                    <a:pt x="1358" y="358"/>
                  </a:lnTo>
                  <a:cubicBezTo>
                    <a:pt x="1454" y="358"/>
                    <a:pt x="1501" y="286"/>
                    <a:pt x="1549" y="191"/>
                  </a:cubicBezTo>
                  <a:cubicBezTo>
                    <a:pt x="1573" y="72"/>
                    <a:pt x="1477" y="1"/>
                    <a:pt x="1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98"/>
            <p:cNvSpPr/>
            <p:nvPr/>
          </p:nvSpPr>
          <p:spPr>
            <a:xfrm>
              <a:off x="5208958" y="2609548"/>
              <a:ext cx="69618" cy="10674"/>
            </a:xfrm>
            <a:custGeom>
              <a:rect b="b" l="l" r="r" t="t"/>
              <a:pathLst>
                <a:path extrusionOk="0" h="358" w="2335">
                  <a:moveTo>
                    <a:pt x="215" y="0"/>
                  </a:moveTo>
                  <a:cubicBezTo>
                    <a:pt x="120" y="0"/>
                    <a:pt x="72" y="48"/>
                    <a:pt x="48" y="143"/>
                  </a:cubicBezTo>
                  <a:cubicBezTo>
                    <a:pt x="1" y="262"/>
                    <a:pt x="96" y="358"/>
                    <a:pt x="215" y="358"/>
                  </a:cubicBezTo>
                  <a:lnTo>
                    <a:pt x="2120" y="358"/>
                  </a:lnTo>
                  <a:cubicBezTo>
                    <a:pt x="2215" y="358"/>
                    <a:pt x="2263" y="286"/>
                    <a:pt x="2311" y="191"/>
                  </a:cubicBezTo>
                  <a:cubicBezTo>
                    <a:pt x="2335" y="119"/>
                    <a:pt x="2239" y="0"/>
                    <a:pt x="2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98"/>
            <p:cNvSpPr/>
            <p:nvPr/>
          </p:nvSpPr>
          <p:spPr>
            <a:xfrm>
              <a:off x="5230276" y="2630836"/>
              <a:ext cx="48300" cy="10674"/>
            </a:xfrm>
            <a:custGeom>
              <a:rect b="b" l="l" r="r" t="t"/>
              <a:pathLst>
                <a:path extrusionOk="0" h="358" w="1620">
                  <a:moveTo>
                    <a:pt x="214" y="1"/>
                  </a:moveTo>
                  <a:cubicBezTo>
                    <a:pt x="119" y="1"/>
                    <a:pt x="72" y="48"/>
                    <a:pt x="48" y="144"/>
                  </a:cubicBezTo>
                  <a:cubicBezTo>
                    <a:pt x="0" y="263"/>
                    <a:pt x="95" y="358"/>
                    <a:pt x="214" y="358"/>
                  </a:cubicBezTo>
                  <a:lnTo>
                    <a:pt x="1381" y="358"/>
                  </a:lnTo>
                  <a:cubicBezTo>
                    <a:pt x="1477" y="358"/>
                    <a:pt x="1548" y="286"/>
                    <a:pt x="1548" y="191"/>
                  </a:cubicBezTo>
                  <a:cubicBezTo>
                    <a:pt x="1620" y="72"/>
                    <a:pt x="1524"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0" name="Google Shape;22410;p98"/>
          <p:cNvGrpSpPr/>
          <p:nvPr/>
        </p:nvGrpSpPr>
        <p:grpSpPr>
          <a:xfrm>
            <a:off x="4022556" y="2297397"/>
            <a:ext cx="353606" cy="352890"/>
            <a:chOff x="4365452" y="2449797"/>
            <a:chExt cx="353606" cy="352890"/>
          </a:xfrm>
        </p:grpSpPr>
        <p:sp>
          <p:nvSpPr>
            <p:cNvPr id="22411" name="Google Shape;22411;p98"/>
            <p:cNvSpPr/>
            <p:nvPr/>
          </p:nvSpPr>
          <p:spPr>
            <a:xfrm>
              <a:off x="4635967" y="2486708"/>
              <a:ext cx="67471" cy="67471"/>
            </a:xfrm>
            <a:custGeom>
              <a:rect b="b" l="l" r="r" t="t"/>
              <a:pathLst>
                <a:path extrusionOk="0" h="2263" w="2263">
                  <a:moveTo>
                    <a:pt x="1120" y="0"/>
                  </a:moveTo>
                  <a:cubicBezTo>
                    <a:pt x="501" y="0"/>
                    <a:pt x="0" y="501"/>
                    <a:pt x="0" y="1143"/>
                  </a:cubicBezTo>
                  <a:cubicBezTo>
                    <a:pt x="0" y="1763"/>
                    <a:pt x="501" y="2263"/>
                    <a:pt x="1120" y="2263"/>
                  </a:cubicBezTo>
                  <a:cubicBezTo>
                    <a:pt x="1739" y="2263"/>
                    <a:pt x="2263" y="1763"/>
                    <a:pt x="2263" y="1143"/>
                  </a:cubicBezTo>
                  <a:cubicBezTo>
                    <a:pt x="2263" y="501"/>
                    <a:pt x="1739" y="0"/>
                    <a:pt x="1120"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98"/>
            <p:cNvSpPr/>
            <p:nvPr/>
          </p:nvSpPr>
          <p:spPr>
            <a:xfrm>
              <a:off x="4649443" y="2487424"/>
              <a:ext cx="53995" cy="66756"/>
            </a:xfrm>
            <a:custGeom>
              <a:rect b="b" l="l" r="r" t="t"/>
              <a:pathLst>
                <a:path extrusionOk="0" h="2239" w="1811">
                  <a:moveTo>
                    <a:pt x="1" y="2024"/>
                  </a:moveTo>
                  <a:cubicBezTo>
                    <a:pt x="5" y="2027"/>
                    <a:pt x="9" y="2030"/>
                    <a:pt x="13" y="2032"/>
                  </a:cubicBezTo>
                  <a:lnTo>
                    <a:pt x="13" y="2032"/>
                  </a:lnTo>
                  <a:cubicBezTo>
                    <a:pt x="9" y="2029"/>
                    <a:pt x="5" y="2027"/>
                    <a:pt x="1" y="2024"/>
                  </a:cubicBezTo>
                  <a:close/>
                  <a:moveTo>
                    <a:pt x="906" y="0"/>
                  </a:moveTo>
                  <a:lnTo>
                    <a:pt x="906" y="0"/>
                  </a:lnTo>
                  <a:cubicBezTo>
                    <a:pt x="1215" y="215"/>
                    <a:pt x="1382" y="548"/>
                    <a:pt x="1382" y="929"/>
                  </a:cubicBezTo>
                  <a:cubicBezTo>
                    <a:pt x="1382" y="1548"/>
                    <a:pt x="882" y="2072"/>
                    <a:pt x="263" y="2072"/>
                  </a:cubicBezTo>
                  <a:cubicBezTo>
                    <a:pt x="173" y="2072"/>
                    <a:pt x="83" y="2072"/>
                    <a:pt x="13" y="2032"/>
                  </a:cubicBezTo>
                  <a:lnTo>
                    <a:pt x="13" y="2032"/>
                  </a:lnTo>
                  <a:cubicBezTo>
                    <a:pt x="201" y="2147"/>
                    <a:pt x="435" y="2239"/>
                    <a:pt x="668" y="2239"/>
                  </a:cubicBezTo>
                  <a:cubicBezTo>
                    <a:pt x="1311" y="2239"/>
                    <a:pt x="1811" y="1739"/>
                    <a:pt x="1811" y="1119"/>
                  </a:cubicBezTo>
                  <a:cubicBezTo>
                    <a:pt x="1811" y="572"/>
                    <a:pt x="1454" y="119"/>
                    <a:pt x="906"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98"/>
            <p:cNvSpPr/>
            <p:nvPr/>
          </p:nvSpPr>
          <p:spPr>
            <a:xfrm>
              <a:off x="4420819" y="2692613"/>
              <a:ext cx="28444" cy="28444"/>
            </a:xfrm>
            <a:custGeom>
              <a:rect b="b" l="l" r="r" t="t"/>
              <a:pathLst>
                <a:path extrusionOk="0" h="954" w="954">
                  <a:moveTo>
                    <a:pt x="477" y="1"/>
                  </a:moveTo>
                  <a:cubicBezTo>
                    <a:pt x="215" y="1"/>
                    <a:pt x="1" y="215"/>
                    <a:pt x="1" y="477"/>
                  </a:cubicBezTo>
                  <a:cubicBezTo>
                    <a:pt x="1" y="739"/>
                    <a:pt x="215" y="953"/>
                    <a:pt x="477" y="953"/>
                  </a:cubicBezTo>
                  <a:cubicBezTo>
                    <a:pt x="739" y="953"/>
                    <a:pt x="953" y="739"/>
                    <a:pt x="953" y="477"/>
                  </a:cubicBezTo>
                  <a:cubicBezTo>
                    <a:pt x="953" y="215"/>
                    <a:pt x="739" y="1"/>
                    <a:pt x="47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98"/>
            <p:cNvSpPr/>
            <p:nvPr/>
          </p:nvSpPr>
          <p:spPr>
            <a:xfrm>
              <a:off x="4422966" y="2693329"/>
              <a:ext cx="26297" cy="27728"/>
            </a:xfrm>
            <a:custGeom>
              <a:rect b="b" l="l" r="r" t="t"/>
              <a:pathLst>
                <a:path extrusionOk="0" h="930" w="882">
                  <a:moveTo>
                    <a:pt x="476" y="0"/>
                  </a:moveTo>
                  <a:cubicBezTo>
                    <a:pt x="500" y="72"/>
                    <a:pt x="500" y="119"/>
                    <a:pt x="500" y="191"/>
                  </a:cubicBezTo>
                  <a:cubicBezTo>
                    <a:pt x="500" y="453"/>
                    <a:pt x="286" y="667"/>
                    <a:pt x="24" y="667"/>
                  </a:cubicBezTo>
                  <a:lnTo>
                    <a:pt x="0" y="667"/>
                  </a:lnTo>
                  <a:cubicBezTo>
                    <a:pt x="48" y="810"/>
                    <a:pt x="238" y="929"/>
                    <a:pt x="405" y="929"/>
                  </a:cubicBezTo>
                  <a:cubicBezTo>
                    <a:pt x="691" y="929"/>
                    <a:pt x="881" y="715"/>
                    <a:pt x="881" y="453"/>
                  </a:cubicBezTo>
                  <a:cubicBezTo>
                    <a:pt x="881" y="191"/>
                    <a:pt x="691" y="0"/>
                    <a:pt x="47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98"/>
            <p:cNvSpPr/>
            <p:nvPr/>
          </p:nvSpPr>
          <p:spPr>
            <a:xfrm>
              <a:off x="4467689" y="2579732"/>
              <a:ext cx="28414" cy="28414"/>
            </a:xfrm>
            <a:custGeom>
              <a:rect b="b" l="l" r="r" t="t"/>
              <a:pathLst>
                <a:path extrusionOk="0" h="953" w="953">
                  <a:moveTo>
                    <a:pt x="477" y="0"/>
                  </a:moveTo>
                  <a:cubicBezTo>
                    <a:pt x="215" y="0"/>
                    <a:pt x="0" y="214"/>
                    <a:pt x="0" y="476"/>
                  </a:cubicBezTo>
                  <a:cubicBezTo>
                    <a:pt x="0" y="738"/>
                    <a:pt x="215" y="953"/>
                    <a:pt x="477" y="953"/>
                  </a:cubicBezTo>
                  <a:cubicBezTo>
                    <a:pt x="762" y="953"/>
                    <a:pt x="953" y="738"/>
                    <a:pt x="953" y="476"/>
                  </a:cubicBezTo>
                  <a:cubicBezTo>
                    <a:pt x="953" y="214"/>
                    <a:pt x="762"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98"/>
            <p:cNvSpPr/>
            <p:nvPr/>
          </p:nvSpPr>
          <p:spPr>
            <a:xfrm>
              <a:off x="4469090" y="2581134"/>
              <a:ext cx="26327" cy="27012"/>
            </a:xfrm>
            <a:custGeom>
              <a:rect b="b" l="l" r="r" t="t"/>
              <a:pathLst>
                <a:path extrusionOk="0" h="906" w="883">
                  <a:moveTo>
                    <a:pt x="477" y="1"/>
                  </a:moveTo>
                  <a:cubicBezTo>
                    <a:pt x="501" y="48"/>
                    <a:pt x="501" y="120"/>
                    <a:pt x="501" y="167"/>
                  </a:cubicBezTo>
                  <a:cubicBezTo>
                    <a:pt x="501" y="429"/>
                    <a:pt x="287" y="644"/>
                    <a:pt x="25" y="644"/>
                  </a:cubicBezTo>
                  <a:lnTo>
                    <a:pt x="1" y="644"/>
                  </a:lnTo>
                  <a:cubicBezTo>
                    <a:pt x="49" y="787"/>
                    <a:pt x="239" y="906"/>
                    <a:pt x="406" y="906"/>
                  </a:cubicBezTo>
                  <a:cubicBezTo>
                    <a:pt x="692" y="906"/>
                    <a:pt x="882" y="715"/>
                    <a:pt x="882" y="429"/>
                  </a:cubicBezTo>
                  <a:cubicBezTo>
                    <a:pt x="882" y="191"/>
                    <a:pt x="715"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98"/>
            <p:cNvSpPr/>
            <p:nvPr/>
          </p:nvSpPr>
          <p:spPr>
            <a:xfrm>
              <a:off x="4529466" y="2618075"/>
              <a:ext cx="28414" cy="28414"/>
            </a:xfrm>
            <a:custGeom>
              <a:rect b="b" l="l" r="r" t="t"/>
              <a:pathLst>
                <a:path extrusionOk="0" h="953" w="953">
                  <a:moveTo>
                    <a:pt x="477" y="0"/>
                  </a:moveTo>
                  <a:cubicBezTo>
                    <a:pt x="215" y="0"/>
                    <a:pt x="0" y="214"/>
                    <a:pt x="0" y="476"/>
                  </a:cubicBezTo>
                  <a:cubicBezTo>
                    <a:pt x="0" y="738"/>
                    <a:pt x="215" y="953"/>
                    <a:pt x="477" y="953"/>
                  </a:cubicBezTo>
                  <a:cubicBezTo>
                    <a:pt x="738" y="953"/>
                    <a:pt x="953" y="738"/>
                    <a:pt x="953" y="476"/>
                  </a:cubicBezTo>
                  <a:cubicBezTo>
                    <a:pt x="953" y="214"/>
                    <a:pt x="738"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98"/>
            <p:cNvSpPr/>
            <p:nvPr/>
          </p:nvSpPr>
          <p:spPr>
            <a:xfrm>
              <a:off x="4530867" y="2618760"/>
              <a:ext cx="27012" cy="27728"/>
            </a:xfrm>
            <a:custGeom>
              <a:rect b="b" l="l" r="r" t="t"/>
              <a:pathLst>
                <a:path extrusionOk="0" h="930" w="906">
                  <a:moveTo>
                    <a:pt x="477" y="1"/>
                  </a:moveTo>
                  <a:cubicBezTo>
                    <a:pt x="525" y="72"/>
                    <a:pt x="525" y="120"/>
                    <a:pt x="525" y="191"/>
                  </a:cubicBezTo>
                  <a:cubicBezTo>
                    <a:pt x="525" y="453"/>
                    <a:pt x="310" y="668"/>
                    <a:pt x="48" y="668"/>
                  </a:cubicBezTo>
                  <a:lnTo>
                    <a:pt x="1" y="668"/>
                  </a:lnTo>
                  <a:cubicBezTo>
                    <a:pt x="72" y="811"/>
                    <a:pt x="239" y="930"/>
                    <a:pt x="430" y="930"/>
                  </a:cubicBezTo>
                  <a:cubicBezTo>
                    <a:pt x="691" y="930"/>
                    <a:pt x="906" y="715"/>
                    <a:pt x="906" y="453"/>
                  </a:cubicBezTo>
                  <a:cubicBezTo>
                    <a:pt x="906" y="191"/>
                    <a:pt x="691"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98"/>
            <p:cNvSpPr/>
            <p:nvPr/>
          </p:nvSpPr>
          <p:spPr>
            <a:xfrm>
              <a:off x="4574189" y="2543507"/>
              <a:ext cx="28444" cy="28444"/>
            </a:xfrm>
            <a:custGeom>
              <a:rect b="b" l="l" r="r" t="t"/>
              <a:pathLst>
                <a:path extrusionOk="0" h="954" w="954">
                  <a:moveTo>
                    <a:pt x="477" y="1"/>
                  </a:moveTo>
                  <a:cubicBezTo>
                    <a:pt x="215" y="1"/>
                    <a:pt x="1" y="215"/>
                    <a:pt x="1" y="477"/>
                  </a:cubicBezTo>
                  <a:cubicBezTo>
                    <a:pt x="1" y="739"/>
                    <a:pt x="215" y="953"/>
                    <a:pt x="477" y="953"/>
                  </a:cubicBezTo>
                  <a:cubicBezTo>
                    <a:pt x="763" y="953"/>
                    <a:pt x="953" y="739"/>
                    <a:pt x="953" y="477"/>
                  </a:cubicBezTo>
                  <a:cubicBezTo>
                    <a:pt x="953" y="215"/>
                    <a:pt x="763" y="1"/>
                    <a:pt x="47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98"/>
            <p:cNvSpPr/>
            <p:nvPr/>
          </p:nvSpPr>
          <p:spPr>
            <a:xfrm>
              <a:off x="4576306" y="2544222"/>
              <a:ext cx="27012" cy="27728"/>
            </a:xfrm>
            <a:custGeom>
              <a:rect b="b" l="l" r="r" t="t"/>
              <a:pathLst>
                <a:path extrusionOk="0" h="930" w="906">
                  <a:moveTo>
                    <a:pt x="477" y="0"/>
                  </a:moveTo>
                  <a:cubicBezTo>
                    <a:pt x="501" y="72"/>
                    <a:pt x="501" y="119"/>
                    <a:pt x="501" y="191"/>
                  </a:cubicBezTo>
                  <a:cubicBezTo>
                    <a:pt x="501" y="453"/>
                    <a:pt x="311" y="667"/>
                    <a:pt x="25" y="667"/>
                  </a:cubicBezTo>
                  <a:lnTo>
                    <a:pt x="1" y="667"/>
                  </a:lnTo>
                  <a:cubicBezTo>
                    <a:pt x="72" y="810"/>
                    <a:pt x="239" y="929"/>
                    <a:pt x="430" y="929"/>
                  </a:cubicBezTo>
                  <a:cubicBezTo>
                    <a:pt x="692" y="929"/>
                    <a:pt x="906" y="715"/>
                    <a:pt x="906" y="453"/>
                  </a:cubicBezTo>
                  <a:cubicBezTo>
                    <a:pt x="906" y="191"/>
                    <a:pt x="715"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98"/>
            <p:cNvSpPr/>
            <p:nvPr/>
          </p:nvSpPr>
          <p:spPr>
            <a:xfrm>
              <a:off x="4655138" y="2505880"/>
              <a:ext cx="28414" cy="29129"/>
            </a:xfrm>
            <a:custGeom>
              <a:rect b="b" l="l" r="r" t="t"/>
              <a:pathLst>
                <a:path extrusionOk="0" h="977" w="953">
                  <a:moveTo>
                    <a:pt x="477" y="0"/>
                  </a:moveTo>
                  <a:cubicBezTo>
                    <a:pt x="215" y="0"/>
                    <a:pt x="0" y="215"/>
                    <a:pt x="0" y="500"/>
                  </a:cubicBezTo>
                  <a:cubicBezTo>
                    <a:pt x="0" y="762"/>
                    <a:pt x="215" y="977"/>
                    <a:pt x="477" y="977"/>
                  </a:cubicBezTo>
                  <a:cubicBezTo>
                    <a:pt x="739" y="977"/>
                    <a:pt x="953" y="762"/>
                    <a:pt x="953" y="500"/>
                  </a:cubicBezTo>
                  <a:cubicBezTo>
                    <a:pt x="953" y="215"/>
                    <a:pt x="739"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98"/>
            <p:cNvSpPr/>
            <p:nvPr/>
          </p:nvSpPr>
          <p:spPr>
            <a:xfrm>
              <a:off x="4656569" y="2507311"/>
              <a:ext cx="26297" cy="27698"/>
            </a:xfrm>
            <a:custGeom>
              <a:rect b="b" l="l" r="r" t="t"/>
              <a:pathLst>
                <a:path extrusionOk="0" h="929" w="882">
                  <a:moveTo>
                    <a:pt x="476" y="0"/>
                  </a:moveTo>
                  <a:cubicBezTo>
                    <a:pt x="500" y="48"/>
                    <a:pt x="500" y="119"/>
                    <a:pt x="500" y="167"/>
                  </a:cubicBezTo>
                  <a:cubicBezTo>
                    <a:pt x="500" y="452"/>
                    <a:pt x="286" y="643"/>
                    <a:pt x="24" y="643"/>
                  </a:cubicBezTo>
                  <a:lnTo>
                    <a:pt x="0" y="643"/>
                  </a:lnTo>
                  <a:cubicBezTo>
                    <a:pt x="48" y="810"/>
                    <a:pt x="238" y="929"/>
                    <a:pt x="405" y="929"/>
                  </a:cubicBezTo>
                  <a:cubicBezTo>
                    <a:pt x="667" y="929"/>
                    <a:pt x="881" y="714"/>
                    <a:pt x="881" y="452"/>
                  </a:cubicBezTo>
                  <a:cubicBezTo>
                    <a:pt x="881" y="167"/>
                    <a:pt x="714" y="0"/>
                    <a:pt x="47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98"/>
            <p:cNvSpPr/>
            <p:nvPr/>
          </p:nvSpPr>
          <p:spPr>
            <a:xfrm>
              <a:off x="4370401" y="2773562"/>
              <a:ext cx="343678" cy="24180"/>
            </a:xfrm>
            <a:custGeom>
              <a:rect b="b" l="l" r="r" t="t"/>
              <a:pathLst>
                <a:path extrusionOk="0" h="811" w="11527">
                  <a:moveTo>
                    <a:pt x="120" y="0"/>
                  </a:moveTo>
                  <a:cubicBezTo>
                    <a:pt x="72" y="0"/>
                    <a:pt x="1" y="48"/>
                    <a:pt x="1" y="119"/>
                  </a:cubicBezTo>
                  <a:lnTo>
                    <a:pt x="1" y="691"/>
                  </a:lnTo>
                  <a:cubicBezTo>
                    <a:pt x="1" y="739"/>
                    <a:pt x="72" y="810"/>
                    <a:pt x="120" y="810"/>
                  </a:cubicBezTo>
                  <a:lnTo>
                    <a:pt x="11408" y="810"/>
                  </a:lnTo>
                  <a:cubicBezTo>
                    <a:pt x="11456" y="810"/>
                    <a:pt x="11527" y="739"/>
                    <a:pt x="11527" y="691"/>
                  </a:cubicBezTo>
                  <a:lnTo>
                    <a:pt x="11527" y="119"/>
                  </a:lnTo>
                  <a:cubicBezTo>
                    <a:pt x="11527" y="48"/>
                    <a:pt x="11456"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98"/>
            <p:cNvSpPr/>
            <p:nvPr/>
          </p:nvSpPr>
          <p:spPr>
            <a:xfrm>
              <a:off x="4696313" y="2772846"/>
              <a:ext cx="17770" cy="23464"/>
            </a:xfrm>
            <a:custGeom>
              <a:rect b="b" l="l" r="r" t="t"/>
              <a:pathLst>
                <a:path extrusionOk="0" h="787" w="596">
                  <a:moveTo>
                    <a:pt x="1" y="1"/>
                  </a:moveTo>
                  <a:cubicBezTo>
                    <a:pt x="48" y="1"/>
                    <a:pt x="120" y="48"/>
                    <a:pt x="120" y="120"/>
                  </a:cubicBezTo>
                  <a:lnTo>
                    <a:pt x="120" y="667"/>
                  </a:lnTo>
                  <a:cubicBezTo>
                    <a:pt x="120" y="739"/>
                    <a:pt x="48" y="786"/>
                    <a:pt x="1" y="786"/>
                  </a:cubicBezTo>
                  <a:lnTo>
                    <a:pt x="477" y="786"/>
                  </a:lnTo>
                  <a:cubicBezTo>
                    <a:pt x="525" y="786"/>
                    <a:pt x="596" y="739"/>
                    <a:pt x="596" y="667"/>
                  </a:cubicBezTo>
                  <a:lnTo>
                    <a:pt x="596" y="120"/>
                  </a:lnTo>
                  <a:cubicBezTo>
                    <a:pt x="596" y="48"/>
                    <a:pt x="525"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98"/>
            <p:cNvSpPr/>
            <p:nvPr/>
          </p:nvSpPr>
          <p:spPr>
            <a:xfrm>
              <a:off x="4430062" y="2733430"/>
              <a:ext cx="10674" cy="18157"/>
            </a:xfrm>
            <a:custGeom>
              <a:rect b="b" l="l" r="r" t="t"/>
              <a:pathLst>
                <a:path extrusionOk="0" h="609" w="358">
                  <a:moveTo>
                    <a:pt x="153" y="0"/>
                  </a:moveTo>
                  <a:cubicBezTo>
                    <a:pt x="64" y="0"/>
                    <a:pt x="0" y="82"/>
                    <a:pt x="0" y="180"/>
                  </a:cubicBezTo>
                  <a:lnTo>
                    <a:pt x="0" y="418"/>
                  </a:lnTo>
                  <a:cubicBezTo>
                    <a:pt x="0" y="513"/>
                    <a:pt x="48" y="608"/>
                    <a:pt x="143" y="608"/>
                  </a:cubicBezTo>
                  <a:cubicBezTo>
                    <a:pt x="262" y="608"/>
                    <a:pt x="357" y="537"/>
                    <a:pt x="357" y="418"/>
                  </a:cubicBezTo>
                  <a:lnTo>
                    <a:pt x="357" y="180"/>
                  </a:lnTo>
                  <a:cubicBezTo>
                    <a:pt x="357" y="84"/>
                    <a:pt x="286" y="37"/>
                    <a:pt x="215" y="13"/>
                  </a:cubicBezTo>
                  <a:cubicBezTo>
                    <a:pt x="193" y="4"/>
                    <a:pt x="172" y="0"/>
                    <a:pt x="1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98"/>
            <p:cNvSpPr/>
            <p:nvPr/>
          </p:nvSpPr>
          <p:spPr>
            <a:xfrm>
              <a:off x="4583432" y="2699709"/>
              <a:ext cx="10674" cy="17800"/>
            </a:xfrm>
            <a:custGeom>
              <a:rect b="b" l="l" r="r" t="t"/>
              <a:pathLst>
                <a:path extrusionOk="0" h="597" w="358">
                  <a:moveTo>
                    <a:pt x="191" y="1"/>
                  </a:moveTo>
                  <a:cubicBezTo>
                    <a:pt x="95" y="1"/>
                    <a:pt x="0" y="96"/>
                    <a:pt x="0" y="191"/>
                  </a:cubicBezTo>
                  <a:lnTo>
                    <a:pt x="0" y="429"/>
                  </a:lnTo>
                  <a:cubicBezTo>
                    <a:pt x="0" y="501"/>
                    <a:pt x="95" y="596"/>
                    <a:pt x="191" y="596"/>
                  </a:cubicBezTo>
                  <a:cubicBezTo>
                    <a:pt x="262" y="596"/>
                    <a:pt x="357" y="501"/>
                    <a:pt x="357" y="429"/>
                  </a:cubicBezTo>
                  <a:lnTo>
                    <a:pt x="357" y="191"/>
                  </a:lnTo>
                  <a:cubicBezTo>
                    <a:pt x="357"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98"/>
            <p:cNvSpPr/>
            <p:nvPr/>
          </p:nvSpPr>
          <p:spPr>
            <a:xfrm>
              <a:off x="4583432" y="2727408"/>
              <a:ext cx="10674" cy="17770"/>
            </a:xfrm>
            <a:custGeom>
              <a:rect b="b" l="l" r="r" t="t"/>
              <a:pathLst>
                <a:path extrusionOk="0" h="596" w="358">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96"/>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98"/>
            <p:cNvSpPr/>
            <p:nvPr/>
          </p:nvSpPr>
          <p:spPr>
            <a:xfrm>
              <a:off x="4583432" y="2672011"/>
              <a:ext cx="10674" cy="17800"/>
            </a:xfrm>
            <a:custGeom>
              <a:rect b="b" l="l" r="r" t="t"/>
              <a:pathLst>
                <a:path extrusionOk="0" h="597" w="358">
                  <a:moveTo>
                    <a:pt x="191" y="1"/>
                  </a:moveTo>
                  <a:cubicBezTo>
                    <a:pt x="95" y="1"/>
                    <a:pt x="0" y="96"/>
                    <a:pt x="0" y="191"/>
                  </a:cubicBezTo>
                  <a:lnTo>
                    <a:pt x="0" y="430"/>
                  </a:lnTo>
                  <a:cubicBezTo>
                    <a:pt x="0" y="525"/>
                    <a:pt x="95" y="596"/>
                    <a:pt x="191" y="596"/>
                  </a:cubicBezTo>
                  <a:cubicBezTo>
                    <a:pt x="262" y="596"/>
                    <a:pt x="357" y="525"/>
                    <a:pt x="357" y="430"/>
                  </a:cubicBezTo>
                  <a:lnTo>
                    <a:pt x="357" y="191"/>
                  </a:lnTo>
                  <a:cubicBezTo>
                    <a:pt x="357"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98"/>
            <p:cNvSpPr/>
            <p:nvPr/>
          </p:nvSpPr>
          <p:spPr>
            <a:xfrm>
              <a:off x="4583432" y="2645058"/>
              <a:ext cx="10674" cy="17770"/>
            </a:xfrm>
            <a:custGeom>
              <a:rect b="b" l="l" r="r" t="t"/>
              <a:pathLst>
                <a:path extrusionOk="0" h="596" w="358">
                  <a:moveTo>
                    <a:pt x="191" y="0"/>
                  </a:moveTo>
                  <a:cubicBezTo>
                    <a:pt x="95" y="0"/>
                    <a:pt x="0" y="71"/>
                    <a:pt x="0" y="167"/>
                  </a:cubicBezTo>
                  <a:lnTo>
                    <a:pt x="0" y="405"/>
                  </a:lnTo>
                  <a:cubicBezTo>
                    <a:pt x="0" y="500"/>
                    <a:pt x="95" y="595"/>
                    <a:pt x="191" y="595"/>
                  </a:cubicBezTo>
                  <a:cubicBezTo>
                    <a:pt x="262" y="595"/>
                    <a:pt x="357" y="500"/>
                    <a:pt x="357" y="405"/>
                  </a:cubicBezTo>
                  <a:lnTo>
                    <a:pt x="357" y="167"/>
                  </a:lnTo>
                  <a:cubicBezTo>
                    <a:pt x="357" y="48"/>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98"/>
            <p:cNvSpPr/>
            <p:nvPr/>
          </p:nvSpPr>
          <p:spPr>
            <a:xfrm>
              <a:off x="4583432" y="2616644"/>
              <a:ext cx="10674" cy="17770"/>
            </a:xfrm>
            <a:custGeom>
              <a:rect b="b" l="l" r="r" t="t"/>
              <a:pathLst>
                <a:path extrusionOk="0" h="596" w="358">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72"/>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98"/>
            <p:cNvSpPr/>
            <p:nvPr/>
          </p:nvSpPr>
          <p:spPr>
            <a:xfrm>
              <a:off x="4583432" y="2588945"/>
              <a:ext cx="10674" cy="17800"/>
            </a:xfrm>
            <a:custGeom>
              <a:rect b="b" l="l" r="r" t="t"/>
              <a:pathLst>
                <a:path extrusionOk="0" h="597" w="358">
                  <a:moveTo>
                    <a:pt x="191" y="1"/>
                  </a:moveTo>
                  <a:cubicBezTo>
                    <a:pt x="95" y="1"/>
                    <a:pt x="0" y="96"/>
                    <a:pt x="0" y="167"/>
                  </a:cubicBezTo>
                  <a:lnTo>
                    <a:pt x="0" y="406"/>
                  </a:lnTo>
                  <a:cubicBezTo>
                    <a:pt x="0" y="501"/>
                    <a:pt x="95" y="596"/>
                    <a:pt x="191" y="596"/>
                  </a:cubicBezTo>
                  <a:cubicBezTo>
                    <a:pt x="262" y="596"/>
                    <a:pt x="357" y="501"/>
                    <a:pt x="357" y="406"/>
                  </a:cubicBezTo>
                  <a:lnTo>
                    <a:pt x="357" y="167"/>
                  </a:lnTo>
                  <a:cubicBezTo>
                    <a:pt x="357"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98"/>
            <p:cNvSpPr/>
            <p:nvPr/>
          </p:nvSpPr>
          <p:spPr>
            <a:xfrm>
              <a:off x="4537993" y="2748010"/>
              <a:ext cx="10674" cy="17770"/>
            </a:xfrm>
            <a:custGeom>
              <a:rect b="b" l="l" r="r" t="t"/>
              <a:pathLst>
                <a:path extrusionOk="0" h="596" w="358">
                  <a:moveTo>
                    <a:pt x="191" y="0"/>
                  </a:moveTo>
                  <a:cubicBezTo>
                    <a:pt x="95" y="0"/>
                    <a:pt x="0" y="72"/>
                    <a:pt x="0" y="167"/>
                  </a:cubicBezTo>
                  <a:lnTo>
                    <a:pt x="0" y="405"/>
                  </a:lnTo>
                  <a:cubicBezTo>
                    <a:pt x="0" y="500"/>
                    <a:pt x="95" y="595"/>
                    <a:pt x="191" y="595"/>
                  </a:cubicBezTo>
                  <a:cubicBezTo>
                    <a:pt x="286" y="595"/>
                    <a:pt x="357" y="500"/>
                    <a:pt x="357" y="405"/>
                  </a:cubicBezTo>
                  <a:lnTo>
                    <a:pt x="357" y="167"/>
                  </a:lnTo>
                  <a:cubicBezTo>
                    <a:pt x="357" y="48"/>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98"/>
            <p:cNvSpPr/>
            <p:nvPr/>
          </p:nvSpPr>
          <p:spPr>
            <a:xfrm>
              <a:off x="4537993" y="2691898"/>
              <a:ext cx="10674" cy="17800"/>
            </a:xfrm>
            <a:custGeom>
              <a:rect b="b" l="l" r="r" t="t"/>
              <a:pathLst>
                <a:path extrusionOk="0" h="597" w="358">
                  <a:moveTo>
                    <a:pt x="191" y="1"/>
                  </a:moveTo>
                  <a:cubicBezTo>
                    <a:pt x="95" y="1"/>
                    <a:pt x="0" y="72"/>
                    <a:pt x="0" y="167"/>
                  </a:cubicBezTo>
                  <a:lnTo>
                    <a:pt x="0" y="406"/>
                  </a:lnTo>
                  <a:cubicBezTo>
                    <a:pt x="0" y="501"/>
                    <a:pt x="95" y="596"/>
                    <a:pt x="191" y="596"/>
                  </a:cubicBezTo>
                  <a:cubicBezTo>
                    <a:pt x="286" y="596"/>
                    <a:pt x="357" y="501"/>
                    <a:pt x="357" y="406"/>
                  </a:cubicBezTo>
                  <a:lnTo>
                    <a:pt x="357" y="167"/>
                  </a:lnTo>
                  <a:cubicBezTo>
                    <a:pt x="357" y="96"/>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98"/>
            <p:cNvSpPr/>
            <p:nvPr/>
          </p:nvSpPr>
          <p:spPr>
            <a:xfrm>
              <a:off x="4537993" y="2719596"/>
              <a:ext cx="10674" cy="17770"/>
            </a:xfrm>
            <a:custGeom>
              <a:rect b="b" l="l" r="r" t="t"/>
              <a:pathLst>
                <a:path extrusionOk="0" h="596" w="358">
                  <a:moveTo>
                    <a:pt x="191" y="1"/>
                  </a:moveTo>
                  <a:cubicBezTo>
                    <a:pt x="95" y="1"/>
                    <a:pt x="0" y="72"/>
                    <a:pt x="0" y="167"/>
                  </a:cubicBezTo>
                  <a:lnTo>
                    <a:pt x="0" y="405"/>
                  </a:lnTo>
                  <a:cubicBezTo>
                    <a:pt x="0" y="501"/>
                    <a:pt x="95" y="596"/>
                    <a:pt x="191" y="596"/>
                  </a:cubicBezTo>
                  <a:cubicBezTo>
                    <a:pt x="286" y="596"/>
                    <a:pt x="357" y="501"/>
                    <a:pt x="357" y="405"/>
                  </a:cubicBezTo>
                  <a:lnTo>
                    <a:pt x="357" y="167"/>
                  </a:lnTo>
                  <a:cubicBezTo>
                    <a:pt x="357"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98"/>
            <p:cNvSpPr/>
            <p:nvPr/>
          </p:nvSpPr>
          <p:spPr>
            <a:xfrm>
              <a:off x="4537993" y="2664199"/>
              <a:ext cx="10674" cy="17800"/>
            </a:xfrm>
            <a:custGeom>
              <a:rect b="b" l="l" r="r" t="t"/>
              <a:pathLst>
                <a:path extrusionOk="0" h="597" w="358">
                  <a:moveTo>
                    <a:pt x="191" y="1"/>
                  </a:moveTo>
                  <a:cubicBezTo>
                    <a:pt x="95" y="1"/>
                    <a:pt x="0" y="96"/>
                    <a:pt x="0" y="192"/>
                  </a:cubicBezTo>
                  <a:lnTo>
                    <a:pt x="0" y="430"/>
                  </a:lnTo>
                  <a:cubicBezTo>
                    <a:pt x="0" y="501"/>
                    <a:pt x="95" y="596"/>
                    <a:pt x="191" y="596"/>
                  </a:cubicBezTo>
                  <a:cubicBezTo>
                    <a:pt x="286" y="596"/>
                    <a:pt x="357" y="501"/>
                    <a:pt x="357" y="430"/>
                  </a:cubicBezTo>
                  <a:lnTo>
                    <a:pt x="357" y="192"/>
                  </a:lnTo>
                  <a:cubicBezTo>
                    <a:pt x="357" y="96"/>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98"/>
            <p:cNvSpPr/>
            <p:nvPr/>
          </p:nvSpPr>
          <p:spPr>
            <a:xfrm>
              <a:off x="4477617" y="2678421"/>
              <a:ext cx="10674" cy="17770"/>
            </a:xfrm>
            <a:custGeom>
              <a:rect b="b" l="l" r="r" t="t"/>
              <a:pathLst>
                <a:path extrusionOk="0" h="596" w="358">
                  <a:moveTo>
                    <a:pt x="191" y="0"/>
                  </a:moveTo>
                  <a:cubicBezTo>
                    <a:pt x="96" y="0"/>
                    <a:pt x="1" y="96"/>
                    <a:pt x="1" y="191"/>
                  </a:cubicBezTo>
                  <a:lnTo>
                    <a:pt x="1" y="429"/>
                  </a:lnTo>
                  <a:cubicBezTo>
                    <a:pt x="1" y="500"/>
                    <a:pt x="96" y="596"/>
                    <a:pt x="191" y="596"/>
                  </a:cubicBezTo>
                  <a:cubicBezTo>
                    <a:pt x="287" y="596"/>
                    <a:pt x="358" y="500"/>
                    <a:pt x="358" y="429"/>
                  </a:cubicBezTo>
                  <a:lnTo>
                    <a:pt x="358" y="191"/>
                  </a:lnTo>
                  <a:cubicBezTo>
                    <a:pt x="334" y="72"/>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98"/>
            <p:cNvSpPr/>
            <p:nvPr/>
          </p:nvSpPr>
          <p:spPr>
            <a:xfrm>
              <a:off x="4477617" y="2622309"/>
              <a:ext cx="10674" cy="17800"/>
            </a:xfrm>
            <a:custGeom>
              <a:rect b="b" l="l" r="r" t="t"/>
              <a:pathLst>
                <a:path extrusionOk="0" h="597" w="358">
                  <a:moveTo>
                    <a:pt x="191" y="1"/>
                  </a:moveTo>
                  <a:cubicBezTo>
                    <a:pt x="96" y="1"/>
                    <a:pt x="1" y="96"/>
                    <a:pt x="1" y="191"/>
                  </a:cubicBezTo>
                  <a:lnTo>
                    <a:pt x="1" y="430"/>
                  </a:lnTo>
                  <a:cubicBezTo>
                    <a:pt x="1" y="525"/>
                    <a:pt x="96" y="596"/>
                    <a:pt x="191" y="596"/>
                  </a:cubicBezTo>
                  <a:cubicBezTo>
                    <a:pt x="287" y="596"/>
                    <a:pt x="358" y="525"/>
                    <a:pt x="358" y="430"/>
                  </a:cubicBezTo>
                  <a:lnTo>
                    <a:pt x="358" y="191"/>
                  </a:lnTo>
                  <a:cubicBezTo>
                    <a:pt x="334" y="96"/>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98"/>
            <p:cNvSpPr/>
            <p:nvPr/>
          </p:nvSpPr>
          <p:spPr>
            <a:xfrm>
              <a:off x="4477617" y="2650723"/>
              <a:ext cx="10674" cy="17770"/>
            </a:xfrm>
            <a:custGeom>
              <a:rect b="b" l="l" r="r" t="t"/>
              <a:pathLst>
                <a:path extrusionOk="0" h="596" w="358">
                  <a:moveTo>
                    <a:pt x="191" y="1"/>
                  </a:moveTo>
                  <a:cubicBezTo>
                    <a:pt x="96" y="1"/>
                    <a:pt x="1" y="96"/>
                    <a:pt x="1" y="191"/>
                  </a:cubicBezTo>
                  <a:lnTo>
                    <a:pt x="1" y="429"/>
                  </a:lnTo>
                  <a:cubicBezTo>
                    <a:pt x="1" y="524"/>
                    <a:pt x="96" y="596"/>
                    <a:pt x="191" y="596"/>
                  </a:cubicBezTo>
                  <a:cubicBezTo>
                    <a:pt x="287" y="596"/>
                    <a:pt x="358" y="524"/>
                    <a:pt x="358" y="429"/>
                  </a:cubicBezTo>
                  <a:lnTo>
                    <a:pt x="358" y="191"/>
                  </a:lnTo>
                  <a:cubicBezTo>
                    <a:pt x="334" y="72"/>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98"/>
            <p:cNvSpPr/>
            <p:nvPr/>
          </p:nvSpPr>
          <p:spPr>
            <a:xfrm>
              <a:off x="4477617" y="2706119"/>
              <a:ext cx="10674" cy="17770"/>
            </a:xfrm>
            <a:custGeom>
              <a:rect b="b" l="l" r="r" t="t"/>
              <a:pathLst>
                <a:path extrusionOk="0" h="596" w="358">
                  <a:moveTo>
                    <a:pt x="191" y="0"/>
                  </a:moveTo>
                  <a:cubicBezTo>
                    <a:pt x="96" y="0"/>
                    <a:pt x="1" y="95"/>
                    <a:pt x="1" y="167"/>
                  </a:cubicBezTo>
                  <a:lnTo>
                    <a:pt x="1" y="405"/>
                  </a:lnTo>
                  <a:cubicBezTo>
                    <a:pt x="1" y="500"/>
                    <a:pt x="96" y="595"/>
                    <a:pt x="191" y="595"/>
                  </a:cubicBezTo>
                  <a:cubicBezTo>
                    <a:pt x="287" y="595"/>
                    <a:pt x="358" y="500"/>
                    <a:pt x="358" y="405"/>
                  </a:cubicBezTo>
                  <a:lnTo>
                    <a:pt x="358" y="167"/>
                  </a:lnTo>
                  <a:cubicBezTo>
                    <a:pt x="334" y="95"/>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98"/>
            <p:cNvSpPr/>
            <p:nvPr/>
          </p:nvSpPr>
          <p:spPr>
            <a:xfrm>
              <a:off x="4476902" y="2733788"/>
              <a:ext cx="10704" cy="17800"/>
            </a:xfrm>
            <a:custGeom>
              <a:rect b="b" l="l" r="r" t="t"/>
              <a:pathLst>
                <a:path extrusionOk="0" h="597" w="359">
                  <a:moveTo>
                    <a:pt x="191" y="1"/>
                  </a:moveTo>
                  <a:cubicBezTo>
                    <a:pt x="96" y="1"/>
                    <a:pt x="1" y="72"/>
                    <a:pt x="1" y="168"/>
                  </a:cubicBezTo>
                  <a:lnTo>
                    <a:pt x="1" y="406"/>
                  </a:lnTo>
                  <a:cubicBezTo>
                    <a:pt x="1" y="501"/>
                    <a:pt x="96" y="596"/>
                    <a:pt x="191" y="596"/>
                  </a:cubicBezTo>
                  <a:cubicBezTo>
                    <a:pt x="263" y="596"/>
                    <a:pt x="358" y="501"/>
                    <a:pt x="358" y="406"/>
                  </a:cubicBezTo>
                  <a:lnTo>
                    <a:pt x="358" y="168"/>
                  </a:lnTo>
                  <a:cubicBezTo>
                    <a:pt x="358" y="72"/>
                    <a:pt x="263"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98"/>
            <p:cNvSpPr/>
            <p:nvPr/>
          </p:nvSpPr>
          <p:spPr>
            <a:xfrm>
              <a:off x="4526604" y="2515093"/>
              <a:ext cx="17800" cy="10704"/>
            </a:xfrm>
            <a:custGeom>
              <a:rect b="b" l="l" r="r" t="t"/>
              <a:pathLst>
                <a:path extrusionOk="0" h="359" w="597">
                  <a:moveTo>
                    <a:pt x="191" y="1"/>
                  </a:moveTo>
                  <a:cubicBezTo>
                    <a:pt x="96" y="1"/>
                    <a:pt x="1" y="72"/>
                    <a:pt x="1" y="144"/>
                  </a:cubicBezTo>
                  <a:cubicBezTo>
                    <a:pt x="1" y="263"/>
                    <a:pt x="72" y="358"/>
                    <a:pt x="191" y="358"/>
                  </a:cubicBezTo>
                  <a:lnTo>
                    <a:pt x="430" y="358"/>
                  </a:lnTo>
                  <a:cubicBezTo>
                    <a:pt x="501" y="358"/>
                    <a:pt x="596" y="311"/>
                    <a:pt x="596" y="215"/>
                  </a:cubicBezTo>
                  <a:cubicBezTo>
                    <a:pt x="596" y="96"/>
                    <a:pt x="525" y="1"/>
                    <a:pt x="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98"/>
            <p:cNvSpPr/>
            <p:nvPr/>
          </p:nvSpPr>
          <p:spPr>
            <a:xfrm>
              <a:off x="4582001" y="2515093"/>
              <a:ext cx="17770" cy="10704"/>
            </a:xfrm>
            <a:custGeom>
              <a:rect b="b" l="l" r="r" t="t"/>
              <a:pathLst>
                <a:path extrusionOk="0" h="359" w="596">
                  <a:moveTo>
                    <a:pt x="167" y="1"/>
                  </a:moveTo>
                  <a:cubicBezTo>
                    <a:pt x="72" y="1"/>
                    <a:pt x="1" y="72"/>
                    <a:pt x="1" y="144"/>
                  </a:cubicBezTo>
                  <a:cubicBezTo>
                    <a:pt x="1" y="263"/>
                    <a:pt x="72" y="358"/>
                    <a:pt x="167" y="358"/>
                  </a:cubicBezTo>
                  <a:lnTo>
                    <a:pt x="405" y="358"/>
                  </a:lnTo>
                  <a:cubicBezTo>
                    <a:pt x="501" y="358"/>
                    <a:pt x="596" y="311"/>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98"/>
            <p:cNvSpPr/>
            <p:nvPr/>
          </p:nvSpPr>
          <p:spPr>
            <a:xfrm>
              <a:off x="4415840" y="2515093"/>
              <a:ext cx="17800" cy="10704"/>
            </a:xfrm>
            <a:custGeom>
              <a:rect b="b" l="l" r="r" t="t"/>
              <a:pathLst>
                <a:path extrusionOk="0" h="359" w="597">
                  <a:moveTo>
                    <a:pt x="168" y="1"/>
                  </a:moveTo>
                  <a:cubicBezTo>
                    <a:pt x="96" y="1"/>
                    <a:pt x="25" y="72"/>
                    <a:pt x="1" y="144"/>
                  </a:cubicBezTo>
                  <a:cubicBezTo>
                    <a:pt x="1" y="239"/>
                    <a:pt x="96" y="358"/>
                    <a:pt x="168"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98"/>
            <p:cNvSpPr/>
            <p:nvPr/>
          </p:nvSpPr>
          <p:spPr>
            <a:xfrm>
              <a:off x="4554302" y="2515093"/>
              <a:ext cx="17800" cy="10704"/>
            </a:xfrm>
            <a:custGeom>
              <a:rect b="b" l="l" r="r" t="t"/>
              <a:pathLst>
                <a:path extrusionOk="0" h="359" w="597">
                  <a:moveTo>
                    <a:pt x="167" y="1"/>
                  </a:moveTo>
                  <a:cubicBezTo>
                    <a:pt x="96" y="1"/>
                    <a:pt x="25" y="72"/>
                    <a:pt x="1" y="144"/>
                  </a:cubicBezTo>
                  <a:cubicBezTo>
                    <a:pt x="1" y="239"/>
                    <a:pt x="48" y="358"/>
                    <a:pt x="167"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98"/>
            <p:cNvSpPr/>
            <p:nvPr/>
          </p:nvSpPr>
          <p:spPr>
            <a:xfrm>
              <a:off x="4443538" y="2515093"/>
              <a:ext cx="18485" cy="10704"/>
            </a:xfrm>
            <a:custGeom>
              <a:rect b="b" l="l" r="r" t="t"/>
              <a:pathLst>
                <a:path extrusionOk="0" h="359" w="620">
                  <a:moveTo>
                    <a:pt x="191" y="1"/>
                  </a:moveTo>
                  <a:cubicBezTo>
                    <a:pt x="120" y="1"/>
                    <a:pt x="24" y="72"/>
                    <a:pt x="24" y="144"/>
                  </a:cubicBezTo>
                  <a:cubicBezTo>
                    <a:pt x="1" y="263"/>
                    <a:pt x="72" y="358"/>
                    <a:pt x="191" y="358"/>
                  </a:cubicBezTo>
                  <a:lnTo>
                    <a:pt x="429" y="358"/>
                  </a:lnTo>
                  <a:cubicBezTo>
                    <a:pt x="525" y="358"/>
                    <a:pt x="620" y="311"/>
                    <a:pt x="620" y="215"/>
                  </a:cubicBezTo>
                  <a:cubicBezTo>
                    <a:pt x="620"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98"/>
            <p:cNvSpPr/>
            <p:nvPr/>
          </p:nvSpPr>
          <p:spPr>
            <a:xfrm>
              <a:off x="4498220" y="2515093"/>
              <a:ext cx="18485" cy="10704"/>
            </a:xfrm>
            <a:custGeom>
              <a:rect b="b" l="l" r="r" t="t"/>
              <a:pathLst>
                <a:path extrusionOk="0" h="359" w="620">
                  <a:moveTo>
                    <a:pt x="215" y="1"/>
                  </a:moveTo>
                  <a:cubicBezTo>
                    <a:pt x="119" y="1"/>
                    <a:pt x="72" y="72"/>
                    <a:pt x="24" y="144"/>
                  </a:cubicBezTo>
                  <a:cubicBezTo>
                    <a:pt x="0"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98"/>
            <p:cNvSpPr/>
            <p:nvPr/>
          </p:nvSpPr>
          <p:spPr>
            <a:xfrm>
              <a:off x="4470521" y="2515093"/>
              <a:ext cx="18485" cy="10704"/>
            </a:xfrm>
            <a:custGeom>
              <a:rect b="b" l="l" r="r" t="t"/>
              <a:pathLst>
                <a:path extrusionOk="0" h="359" w="620">
                  <a:moveTo>
                    <a:pt x="215" y="1"/>
                  </a:moveTo>
                  <a:cubicBezTo>
                    <a:pt x="120" y="1"/>
                    <a:pt x="72" y="72"/>
                    <a:pt x="48" y="144"/>
                  </a:cubicBezTo>
                  <a:cubicBezTo>
                    <a:pt x="1"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98"/>
            <p:cNvSpPr/>
            <p:nvPr/>
          </p:nvSpPr>
          <p:spPr>
            <a:xfrm>
              <a:off x="4650159" y="2500900"/>
              <a:ext cx="39087" cy="39087"/>
            </a:xfrm>
            <a:custGeom>
              <a:rect b="b" l="l" r="r" t="t"/>
              <a:pathLst>
                <a:path extrusionOk="0" h="1311" w="1311">
                  <a:moveTo>
                    <a:pt x="644" y="358"/>
                  </a:moveTo>
                  <a:cubicBezTo>
                    <a:pt x="834" y="358"/>
                    <a:pt x="953" y="477"/>
                    <a:pt x="953" y="667"/>
                  </a:cubicBezTo>
                  <a:cubicBezTo>
                    <a:pt x="953" y="810"/>
                    <a:pt x="834" y="953"/>
                    <a:pt x="644" y="953"/>
                  </a:cubicBezTo>
                  <a:cubicBezTo>
                    <a:pt x="477" y="953"/>
                    <a:pt x="358" y="834"/>
                    <a:pt x="358" y="667"/>
                  </a:cubicBezTo>
                  <a:cubicBezTo>
                    <a:pt x="358" y="501"/>
                    <a:pt x="477" y="358"/>
                    <a:pt x="644" y="358"/>
                  </a:cubicBezTo>
                  <a:close/>
                  <a:moveTo>
                    <a:pt x="644" y="1"/>
                  </a:moveTo>
                  <a:cubicBezTo>
                    <a:pt x="286" y="1"/>
                    <a:pt x="1" y="310"/>
                    <a:pt x="1" y="667"/>
                  </a:cubicBezTo>
                  <a:cubicBezTo>
                    <a:pt x="1" y="1025"/>
                    <a:pt x="286" y="1310"/>
                    <a:pt x="644" y="1310"/>
                  </a:cubicBezTo>
                  <a:cubicBezTo>
                    <a:pt x="1001" y="1310"/>
                    <a:pt x="1310" y="1025"/>
                    <a:pt x="1310" y="667"/>
                  </a:cubicBezTo>
                  <a:cubicBezTo>
                    <a:pt x="1310" y="310"/>
                    <a:pt x="1001"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98"/>
            <p:cNvSpPr/>
            <p:nvPr/>
          </p:nvSpPr>
          <p:spPr>
            <a:xfrm>
              <a:off x="4416555" y="2478181"/>
              <a:ext cx="294691" cy="247137"/>
            </a:xfrm>
            <a:custGeom>
              <a:rect b="b" l="l" r="r" t="t"/>
              <a:pathLst>
                <a:path extrusionOk="0" h="8289" w="9884">
                  <a:moveTo>
                    <a:pt x="5788" y="2382"/>
                  </a:moveTo>
                  <a:cubicBezTo>
                    <a:pt x="5931" y="2382"/>
                    <a:pt x="6073" y="2501"/>
                    <a:pt x="6073" y="2668"/>
                  </a:cubicBezTo>
                  <a:cubicBezTo>
                    <a:pt x="6073" y="2858"/>
                    <a:pt x="5954" y="2977"/>
                    <a:pt x="5788" y="2977"/>
                  </a:cubicBezTo>
                  <a:cubicBezTo>
                    <a:pt x="5597" y="2977"/>
                    <a:pt x="5478" y="2858"/>
                    <a:pt x="5478" y="2668"/>
                  </a:cubicBezTo>
                  <a:cubicBezTo>
                    <a:pt x="5478" y="2501"/>
                    <a:pt x="5621" y="2382"/>
                    <a:pt x="5788" y="2382"/>
                  </a:cubicBezTo>
                  <a:close/>
                  <a:moveTo>
                    <a:pt x="2215" y="3620"/>
                  </a:moveTo>
                  <a:cubicBezTo>
                    <a:pt x="2358" y="3620"/>
                    <a:pt x="2501" y="3739"/>
                    <a:pt x="2501" y="3930"/>
                  </a:cubicBezTo>
                  <a:cubicBezTo>
                    <a:pt x="2501" y="4073"/>
                    <a:pt x="2382" y="4216"/>
                    <a:pt x="2215" y="4216"/>
                  </a:cubicBezTo>
                  <a:cubicBezTo>
                    <a:pt x="2049" y="4216"/>
                    <a:pt x="1906" y="4097"/>
                    <a:pt x="1906" y="3930"/>
                  </a:cubicBezTo>
                  <a:cubicBezTo>
                    <a:pt x="1906" y="3739"/>
                    <a:pt x="2025" y="3620"/>
                    <a:pt x="2215" y="3620"/>
                  </a:cubicBezTo>
                  <a:close/>
                  <a:moveTo>
                    <a:pt x="4264" y="4883"/>
                  </a:moveTo>
                  <a:cubicBezTo>
                    <a:pt x="4406" y="4883"/>
                    <a:pt x="4549" y="5002"/>
                    <a:pt x="4549" y="5168"/>
                  </a:cubicBezTo>
                  <a:cubicBezTo>
                    <a:pt x="4549" y="5311"/>
                    <a:pt x="4430" y="5478"/>
                    <a:pt x="4264" y="5478"/>
                  </a:cubicBezTo>
                  <a:cubicBezTo>
                    <a:pt x="4121" y="5478"/>
                    <a:pt x="3954" y="5359"/>
                    <a:pt x="3954" y="5168"/>
                  </a:cubicBezTo>
                  <a:cubicBezTo>
                    <a:pt x="3954" y="5002"/>
                    <a:pt x="4073" y="4883"/>
                    <a:pt x="4264" y="4883"/>
                  </a:cubicBezTo>
                  <a:close/>
                  <a:moveTo>
                    <a:pt x="620" y="7383"/>
                  </a:moveTo>
                  <a:cubicBezTo>
                    <a:pt x="787" y="7383"/>
                    <a:pt x="929" y="7502"/>
                    <a:pt x="929" y="7669"/>
                  </a:cubicBezTo>
                  <a:cubicBezTo>
                    <a:pt x="929" y="7812"/>
                    <a:pt x="810" y="7978"/>
                    <a:pt x="620" y="7978"/>
                  </a:cubicBezTo>
                  <a:cubicBezTo>
                    <a:pt x="453" y="7978"/>
                    <a:pt x="334" y="7859"/>
                    <a:pt x="334" y="7669"/>
                  </a:cubicBezTo>
                  <a:cubicBezTo>
                    <a:pt x="334" y="7502"/>
                    <a:pt x="477" y="7383"/>
                    <a:pt x="620" y="7383"/>
                  </a:cubicBezTo>
                  <a:close/>
                  <a:moveTo>
                    <a:pt x="8574" y="1"/>
                  </a:moveTo>
                  <a:cubicBezTo>
                    <a:pt x="7860" y="1"/>
                    <a:pt x="7264" y="596"/>
                    <a:pt x="7264" y="1310"/>
                  </a:cubicBezTo>
                  <a:cubicBezTo>
                    <a:pt x="7264" y="1453"/>
                    <a:pt x="7288" y="1572"/>
                    <a:pt x="7336" y="1691"/>
                  </a:cubicBezTo>
                  <a:lnTo>
                    <a:pt x="6383" y="2144"/>
                  </a:lnTo>
                  <a:cubicBezTo>
                    <a:pt x="6264" y="1977"/>
                    <a:pt x="6073" y="1906"/>
                    <a:pt x="5907" y="1906"/>
                  </a:cubicBezTo>
                  <a:cubicBezTo>
                    <a:pt x="5550" y="1906"/>
                    <a:pt x="5240" y="2192"/>
                    <a:pt x="5240" y="2549"/>
                  </a:cubicBezTo>
                  <a:cubicBezTo>
                    <a:pt x="5240" y="2739"/>
                    <a:pt x="5311" y="2882"/>
                    <a:pt x="5430" y="3001"/>
                  </a:cubicBezTo>
                  <a:lnTo>
                    <a:pt x="4525" y="4454"/>
                  </a:lnTo>
                  <a:cubicBezTo>
                    <a:pt x="4478" y="4430"/>
                    <a:pt x="4406" y="4430"/>
                    <a:pt x="4359" y="4430"/>
                  </a:cubicBezTo>
                  <a:cubicBezTo>
                    <a:pt x="4168" y="4430"/>
                    <a:pt x="4002" y="4525"/>
                    <a:pt x="3882" y="4644"/>
                  </a:cubicBezTo>
                  <a:lnTo>
                    <a:pt x="2882" y="4049"/>
                  </a:lnTo>
                  <a:cubicBezTo>
                    <a:pt x="2930" y="3978"/>
                    <a:pt x="2930" y="3882"/>
                    <a:pt x="2930" y="3835"/>
                  </a:cubicBezTo>
                  <a:cubicBezTo>
                    <a:pt x="2930" y="3478"/>
                    <a:pt x="2620" y="3168"/>
                    <a:pt x="2263" y="3168"/>
                  </a:cubicBezTo>
                  <a:cubicBezTo>
                    <a:pt x="1906" y="3168"/>
                    <a:pt x="1620" y="3478"/>
                    <a:pt x="1620" y="3835"/>
                  </a:cubicBezTo>
                  <a:cubicBezTo>
                    <a:pt x="1620" y="3978"/>
                    <a:pt x="1668" y="4121"/>
                    <a:pt x="1763" y="4240"/>
                  </a:cubicBezTo>
                  <a:lnTo>
                    <a:pt x="739" y="6954"/>
                  </a:lnTo>
                  <a:lnTo>
                    <a:pt x="691" y="6954"/>
                  </a:lnTo>
                  <a:cubicBezTo>
                    <a:pt x="334" y="6954"/>
                    <a:pt x="25" y="7264"/>
                    <a:pt x="25" y="7621"/>
                  </a:cubicBezTo>
                  <a:cubicBezTo>
                    <a:pt x="1" y="8026"/>
                    <a:pt x="263" y="8288"/>
                    <a:pt x="620" y="8288"/>
                  </a:cubicBezTo>
                  <a:cubicBezTo>
                    <a:pt x="977" y="8288"/>
                    <a:pt x="1287" y="8002"/>
                    <a:pt x="1287" y="7645"/>
                  </a:cubicBezTo>
                  <a:cubicBezTo>
                    <a:pt x="1287" y="7431"/>
                    <a:pt x="1191" y="7264"/>
                    <a:pt x="1025" y="7145"/>
                  </a:cubicBezTo>
                  <a:lnTo>
                    <a:pt x="2001" y="4478"/>
                  </a:lnTo>
                  <a:cubicBezTo>
                    <a:pt x="2049" y="4525"/>
                    <a:pt x="2120" y="4525"/>
                    <a:pt x="2168" y="4525"/>
                  </a:cubicBezTo>
                  <a:cubicBezTo>
                    <a:pt x="2335" y="4525"/>
                    <a:pt x="2477" y="4454"/>
                    <a:pt x="2573" y="4359"/>
                  </a:cubicBezTo>
                  <a:lnTo>
                    <a:pt x="3597" y="5002"/>
                  </a:lnTo>
                  <a:lnTo>
                    <a:pt x="3597" y="5121"/>
                  </a:lnTo>
                  <a:cubicBezTo>
                    <a:pt x="3597" y="5478"/>
                    <a:pt x="3906" y="5764"/>
                    <a:pt x="4264" y="5764"/>
                  </a:cubicBezTo>
                  <a:cubicBezTo>
                    <a:pt x="4621" y="5764"/>
                    <a:pt x="4907" y="5478"/>
                    <a:pt x="4907" y="5121"/>
                  </a:cubicBezTo>
                  <a:cubicBezTo>
                    <a:pt x="4907" y="4930"/>
                    <a:pt x="4859" y="4787"/>
                    <a:pt x="4740" y="4668"/>
                  </a:cubicBezTo>
                  <a:lnTo>
                    <a:pt x="5621" y="3216"/>
                  </a:lnTo>
                  <a:cubicBezTo>
                    <a:pt x="5692" y="3239"/>
                    <a:pt x="5740" y="3239"/>
                    <a:pt x="5811" y="3239"/>
                  </a:cubicBezTo>
                  <a:cubicBezTo>
                    <a:pt x="6169" y="3239"/>
                    <a:pt x="6454" y="2930"/>
                    <a:pt x="6454" y="2573"/>
                  </a:cubicBezTo>
                  <a:lnTo>
                    <a:pt x="6454" y="2501"/>
                  </a:lnTo>
                  <a:lnTo>
                    <a:pt x="7407" y="2049"/>
                  </a:lnTo>
                  <a:cubicBezTo>
                    <a:pt x="7645" y="2406"/>
                    <a:pt x="8074" y="2644"/>
                    <a:pt x="8526" y="2644"/>
                  </a:cubicBezTo>
                  <a:cubicBezTo>
                    <a:pt x="8788" y="2644"/>
                    <a:pt x="9026" y="2549"/>
                    <a:pt x="9265" y="2406"/>
                  </a:cubicBezTo>
                  <a:cubicBezTo>
                    <a:pt x="9360" y="2334"/>
                    <a:pt x="9360" y="2263"/>
                    <a:pt x="9312" y="2168"/>
                  </a:cubicBezTo>
                  <a:cubicBezTo>
                    <a:pt x="9280" y="2104"/>
                    <a:pt x="9228" y="2083"/>
                    <a:pt x="9168" y="2083"/>
                  </a:cubicBezTo>
                  <a:cubicBezTo>
                    <a:pt x="9138" y="2083"/>
                    <a:pt x="9106" y="2088"/>
                    <a:pt x="9074" y="2096"/>
                  </a:cubicBezTo>
                  <a:cubicBezTo>
                    <a:pt x="8931" y="2215"/>
                    <a:pt x="8717" y="2287"/>
                    <a:pt x="8550" y="2287"/>
                  </a:cubicBezTo>
                  <a:cubicBezTo>
                    <a:pt x="8002" y="2287"/>
                    <a:pt x="7574" y="1834"/>
                    <a:pt x="7574" y="1310"/>
                  </a:cubicBezTo>
                  <a:cubicBezTo>
                    <a:pt x="7574" y="763"/>
                    <a:pt x="8002" y="310"/>
                    <a:pt x="8550" y="310"/>
                  </a:cubicBezTo>
                  <a:cubicBezTo>
                    <a:pt x="9074" y="310"/>
                    <a:pt x="9527" y="763"/>
                    <a:pt x="9527" y="1310"/>
                  </a:cubicBezTo>
                  <a:cubicBezTo>
                    <a:pt x="9527" y="1382"/>
                    <a:pt x="9527" y="1477"/>
                    <a:pt x="9503" y="1572"/>
                  </a:cubicBezTo>
                  <a:cubicBezTo>
                    <a:pt x="9479" y="1668"/>
                    <a:pt x="9527" y="1739"/>
                    <a:pt x="9622" y="1787"/>
                  </a:cubicBezTo>
                  <a:cubicBezTo>
                    <a:pt x="9635" y="1790"/>
                    <a:pt x="9647" y="1791"/>
                    <a:pt x="9659" y="1791"/>
                  </a:cubicBezTo>
                  <a:cubicBezTo>
                    <a:pt x="9736" y="1791"/>
                    <a:pt x="9795" y="1730"/>
                    <a:pt x="9836" y="1668"/>
                  </a:cubicBezTo>
                  <a:cubicBezTo>
                    <a:pt x="9860" y="1549"/>
                    <a:pt x="9884" y="1429"/>
                    <a:pt x="9884" y="1310"/>
                  </a:cubicBezTo>
                  <a:cubicBezTo>
                    <a:pt x="9884" y="596"/>
                    <a:pt x="9288" y="1"/>
                    <a:pt x="85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98"/>
            <p:cNvSpPr/>
            <p:nvPr/>
          </p:nvSpPr>
          <p:spPr>
            <a:xfrm>
              <a:off x="4664351" y="2625886"/>
              <a:ext cx="10704" cy="17770"/>
            </a:xfrm>
            <a:custGeom>
              <a:rect b="b" l="l" r="r" t="t"/>
              <a:pathLst>
                <a:path extrusionOk="0" h="596" w="359">
                  <a:moveTo>
                    <a:pt x="168" y="0"/>
                  </a:moveTo>
                  <a:cubicBezTo>
                    <a:pt x="96" y="0"/>
                    <a:pt x="1" y="95"/>
                    <a:pt x="1" y="191"/>
                  </a:cubicBezTo>
                  <a:lnTo>
                    <a:pt x="1" y="429"/>
                  </a:lnTo>
                  <a:cubicBezTo>
                    <a:pt x="1" y="500"/>
                    <a:pt x="96" y="595"/>
                    <a:pt x="168" y="595"/>
                  </a:cubicBezTo>
                  <a:cubicBezTo>
                    <a:pt x="263" y="595"/>
                    <a:pt x="358" y="524"/>
                    <a:pt x="358" y="429"/>
                  </a:cubicBezTo>
                  <a:lnTo>
                    <a:pt x="358" y="191"/>
                  </a:lnTo>
                  <a:cubicBezTo>
                    <a:pt x="358" y="95"/>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98"/>
            <p:cNvSpPr/>
            <p:nvPr/>
          </p:nvSpPr>
          <p:spPr>
            <a:xfrm>
              <a:off x="4664351" y="2571205"/>
              <a:ext cx="10704" cy="17770"/>
            </a:xfrm>
            <a:custGeom>
              <a:rect b="b" l="l" r="r" t="t"/>
              <a:pathLst>
                <a:path extrusionOk="0" h="596" w="359">
                  <a:moveTo>
                    <a:pt x="168" y="0"/>
                  </a:moveTo>
                  <a:cubicBezTo>
                    <a:pt x="96" y="0"/>
                    <a:pt x="1" y="96"/>
                    <a:pt x="1" y="167"/>
                  </a:cubicBezTo>
                  <a:lnTo>
                    <a:pt x="1" y="405"/>
                  </a:lnTo>
                  <a:cubicBezTo>
                    <a:pt x="1" y="500"/>
                    <a:pt x="96" y="596"/>
                    <a:pt x="168" y="596"/>
                  </a:cubicBezTo>
                  <a:cubicBezTo>
                    <a:pt x="263" y="596"/>
                    <a:pt x="358" y="500"/>
                    <a:pt x="358" y="405"/>
                  </a:cubicBezTo>
                  <a:lnTo>
                    <a:pt x="358" y="167"/>
                  </a:lnTo>
                  <a:cubicBezTo>
                    <a:pt x="358" y="96"/>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98"/>
            <p:cNvSpPr/>
            <p:nvPr/>
          </p:nvSpPr>
          <p:spPr>
            <a:xfrm>
              <a:off x="4664351" y="2654271"/>
              <a:ext cx="10704" cy="17770"/>
            </a:xfrm>
            <a:custGeom>
              <a:rect b="b" l="l" r="r" t="t"/>
              <a:pathLst>
                <a:path extrusionOk="0" h="596" w="359">
                  <a:moveTo>
                    <a:pt x="168" y="1"/>
                  </a:moveTo>
                  <a:cubicBezTo>
                    <a:pt x="96" y="1"/>
                    <a:pt x="1" y="96"/>
                    <a:pt x="1" y="191"/>
                  </a:cubicBezTo>
                  <a:lnTo>
                    <a:pt x="1" y="429"/>
                  </a:lnTo>
                  <a:cubicBezTo>
                    <a:pt x="1" y="525"/>
                    <a:pt x="96" y="596"/>
                    <a:pt x="168" y="596"/>
                  </a:cubicBezTo>
                  <a:cubicBezTo>
                    <a:pt x="263" y="596"/>
                    <a:pt x="358" y="525"/>
                    <a:pt x="358" y="429"/>
                  </a:cubicBezTo>
                  <a:lnTo>
                    <a:pt x="358" y="191"/>
                  </a:lnTo>
                  <a:cubicBezTo>
                    <a:pt x="358" y="72"/>
                    <a:pt x="263"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98"/>
            <p:cNvSpPr/>
            <p:nvPr/>
          </p:nvSpPr>
          <p:spPr>
            <a:xfrm>
              <a:off x="4664351" y="2598903"/>
              <a:ext cx="10704" cy="17770"/>
            </a:xfrm>
            <a:custGeom>
              <a:rect b="b" l="l" r="r" t="t"/>
              <a:pathLst>
                <a:path extrusionOk="0" h="596" w="359">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98"/>
            <p:cNvSpPr/>
            <p:nvPr/>
          </p:nvSpPr>
          <p:spPr>
            <a:xfrm>
              <a:off x="4664351" y="2709667"/>
              <a:ext cx="10704" cy="17770"/>
            </a:xfrm>
            <a:custGeom>
              <a:rect b="b" l="l" r="r" t="t"/>
              <a:pathLst>
                <a:path extrusionOk="0" h="596" w="359">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48"/>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98"/>
            <p:cNvSpPr/>
            <p:nvPr/>
          </p:nvSpPr>
          <p:spPr>
            <a:xfrm>
              <a:off x="4664351" y="2737336"/>
              <a:ext cx="10704" cy="17800"/>
            </a:xfrm>
            <a:custGeom>
              <a:rect b="b" l="l" r="r" t="t"/>
              <a:pathLst>
                <a:path extrusionOk="0" h="597" w="359">
                  <a:moveTo>
                    <a:pt x="168" y="1"/>
                  </a:moveTo>
                  <a:cubicBezTo>
                    <a:pt x="96" y="1"/>
                    <a:pt x="1" y="72"/>
                    <a:pt x="1" y="168"/>
                  </a:cubicBezTo>
                  <a:lnTo>
                    <a:pt x="1" y="406"/>
                  </a:lnTo>
                  <a:cubicBezTo>
                    <a:pt x="1" y="501"/>
                    <a:pt x="96" y="596"/>
                    <a:pt x="168" y="596"/>
                  </a:cubicBezTo>
                  <a:cubicBezTo>
                    <a:pt x="263" y="596"/>
                    <a:pt x="358" y="501"/>
                    <a:pt x="358" y="406"/>
                  </a:cubicBezTo>
                  <a:lnTo>
                    <a:pt x="358" y="168"/>
                  </a:lnTo>
                  <a:cubicBezTo>
                    <a:pt x="358" y="72"/>
                    <a:pt x="263"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98"/>
            <p:cNvSpPr/>
            <p:nvPr/>
          </p:nvSpPr>
          <p:spPr>
            <a:xfrm>
              <a:off x="4664351" y="2681969"/>
              <a:ext cx="10704" cy="17770"/>
            </a:xfrm>
            <a:custGeom>
              <a:rect b="b" l="l" r="r" t="t"/>
              <a:pathLst>
                <a:path extrusionOk="0" h="596" w="359">
                  <a:moveTo>
                    <a:pt x="168" y="0"/>
                  </a:moveTo>
                  <a:cubicBezTo>
                    <a:pt x="96" y="0"/>
                    <a:pt x="1" y="96"/>
                    <a:pt x="1" y="191"/>
                  </a:cubicBezTo>
                  <a:lnTo>
                    <a:pt x="1" y="429"/>
                  </a:lnTo>
                  <a:cubicBezTo>
                    <a:pt x="1" y="500"/>
                    <a:pt x="96" y="596"/>
                    <a:pt x="168" y="596"/>
                  </a:cubicBezTo>
                  <a:cubicBezTo>
                    <a:pt x="263" y="596"/>
                    <a:pt x="358" y="500"/>
                    <a:pt x="358" y="429"/>
                  </a:cubicBezTo>
                  <a:lnTo>
                    <a:pt x="358" y="191"/>
                  </a:ln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98"/>
            <p:cNvSpPr/>
            <p:nvPr/>
          </p:nvSpPr>
          <p:spPr>
            <a:xfrm>
              <a:off x="4365452" y="2449797"/>
              <a:ext cx="353606" cy="352890"/>
            </a:xfrm>
            <a:custGeom>
              <a:rect b="b" l="l" r="r" t="t"/>
              <a:pathLst>
                <a:path extrusionOk="0" h="11836" w="11860">
                  <a:moveTo>
                    <a:pt x="905" y="0"/>
                  </a:moveTo>
                  <a:cubicBezTo>
                    <a:pt x="786" y="0"/>
                    <a:pt x="715" y="48"/>
                    <a:pt x="715" y="167"/>
                  </a:cubicBezTo>
                  <a:lnTo>
                    <a:pt x="715" y="976"/>
                  </a:lnTo>
                  <a:lnTo>
                    <a:pt x="500" y="976"/>
                  </a:lnTo>
                  <a:cubicBezTo>
                    <a:pt x="405" y="976"/>
                    <a:pt x="310" y="1024"/>
                    <a:pt x="310" y="1119"/>
                  </a:cubicBezTo>
                  <a:cubicBezTo>
                    <a:pt x="310" y="1238"/>
                    <a:pt x="381" y="1334"/>
                    <a:pt x="500" y="1334"/>
                  </a:cubicBezTo>
                  <a:lnTo>
                    <a:pt x="715" y="1334"/>
                  </a:lnTo>
                  <a:lnTo>
                    <a:pt x="715" y="2215"/>
                  </a:lnTo>
                  <a:lnTo>
                    <a:pt x="500" y="2215"/>
                  </a:lnTo>
                  <a:cubicBezTo>
                    <a:pt x="405" y="2215"/>
                    <a:pt x="310" y="2286"/>
                    <a:pt x="310" y="2381"/>
                  </a:cubicBezTo>
                  <a:cubicBezTo>
                    <a:pt x="310" y="2501"/>
                    <a:pt x="381" y="2572"/>
                    <a:pt x="500" y="2572"/>
                  </a:cubicBezTo>
                  <a:lnTo>
                    <a:pt x="715" y="2572"/>
                  </a:lnTo>
                  <a:lnTo>
                    <a:pt x="715" y="3477"/>
                  </a:lnTo>
                  <a:lnTo>
                    <a:pt x="500" y="3477"/>
                  </a:lnTo>
                  <a:cubicBezTo>
                    <a:pt x="405" y="3477"/>
                    <a:pt x="310" y="3525"/>
                    <a:pt x="310" y="3620"/>
                  </a:cubicBezTo>
                  <a:cubicBezTo>
                    <a:pt x="310" y="3739"/>
                    <a:pt x="381" y="3834"/>
                    <a:pt x="500" y="3834"/>
                  </a:cubicBezTo>
                  <a:lnTo>
                    <a:pt x="715" y="3834"/>
                  </a:lnTo>
                  <a:lnTo>
                    <a:pt x="715" y="4715"/>
                  </a:lnTo>
                  <a:lnTo>
                    <a:pt x="500" y="4715"/>
                  </a:lnTo>
                  <a:cubicBezTo>
                    <a:pt x="405" y="4715"/>
                    <a:pt x="310" y="4787"/>
                    <a:pt x="310" y="4882"/>
                  </a:cubicBezTo>
                  <a:cubicBezTo>
                    <a:pt x="310" y="5001"/>
                    <a:pt x="381" y="5073"/>
                    <a:pt x="500" y="5073"/>
                  </a:cubicBezTo>
                  <a:lnTo>
                    <a:pt x="715" y="5073"/>
                  </a:lnTo>
                  <a:lnTo>
                    <a:pt x="715" y="5977"/>
                  </a:lnTo>
                  <a:lnTo>
                    <a:pt x="500" y="5977"/>
                  </a:lnTo>
                  <a:cubicBezTo>
                    <a:pt x="405" y="5977"/>
                    <a:pt x="310" y="6025"/>
                    <a:pt x="310" y="6120"/>
                  </a:cubicBezTo>
                  <a:cubicBezTo>
                    <a:pt x="310" y="6239"/>
                    <a:pt x="381" y="6335"/>
                    <a:pt x="500" y="6335"/>
                  </a:cubicBezTo>
                  <a:lnTo>
                    <a:pt x="715" y="6335"/>
                  </a:lnTo>
                  <a:lnTo>
                    <a:pt x="715" y="7216"/>
                  </a:lnTo>
                  <a:lnTo>
                    <a:pt x="500" y="7216"/>
                  </a:lnTo>
                  <a:cubicBezTo>
                    <a:pt x="405" y="7216"/>
                    <a:pt x="310" y="7287"/>
                    <a:pt x="310" y="7383"/>
                  </a:cubicBezTo>
                  <a:cubicBezTo>
                    <a:pt x="310" y="7502"/>
                    <a:pt x="381" y="7573"/>
                    <a:pt x="500" y="7573"/>
                  </a:cubicBezTo>
                  <a:lnTo>
                    <a:pt x="715" y="7573"/>
                  </a:lnTo>
                  <a:lnTo>
                    <a:pt x="715" y="8478"/>
                  </a:lnTo>
                  <a:lnTo>
                    <a:pt x="500" y="8478"/>
                  </a:lnTo>
                  <a:cubicBezTo>
                    <a:pt x="405" y="8478"/>
                    <a:pt x="310" y="8526"/>
                    <a:pt x="310" y="8621"/>
                  </a:cubicBezTo>
                  <a:cubicBezTo>
                    <a:pt x="310" y="8740"/>
                    <a:pt x="381" y="8835"/>
                    <a:pt x="500" y="8835"/>
                  </a:cubicBezTo>
                  <a:lnTo>
                    <a:pt x="715" y="8835"/>
                  </a:lnTo>
                  <a:lnTo>
                    <a:pt x="715" y="9716"/>
                  </a:lnTo>
                  <a:lnTo>
                    <a:pt x="524" y="9716"/>
                  </a:lnTo>
                  <a:cubicBezTo>
                    <a:pt x="429" y="9716"/>
                    <a:pt x="357" y="9788"/>
                    <a:pt x="357" y="9883"/>
                  </a:cubicBezTo>
                  <a:cubicBezTo>
                    <a:pt x="357" y="9954"/>
                    <a:pt x="405" y="10050"/>
                    <a:pt x="500" y="10050"/>
                  </a:cubicBezTo>
                  <a:lnTo>
                    <a:pt x="715" y="10050"/>
                  </a:lnTo>
                  <a:lnTo>
                    <a:pt x="715" y="10669"/>
                  </a:lnTo>
                  <a:lnTo>
                    <a:pt x="286" y="10669"/>
                  </a:lnTo>
                  <a:cubicBezTo>
                    <a:pt x="143" y="10669"/>
                    <a:pt x="0" y="10788"/>
                    <a:pt x="0" y="10978"/>
                  </a:cubicBezTo>
                  <a:lnTo>
                    <a:pt x="0" y="11550"/>
                  </a:lnTo>
                  <a:cubicBezTo>
                    <a:pt x="0" y="11693"/>
                    <a:pt x="119" y="11836"/>
                    <a:pt x="286" y="11836"/>
                  </a:cubicBezTo>
                  <a:lnTo>
                    <a:pt x="11574" y="11836"/>
                  </a:lnTo>
                  <a:cubicBezTo>
                    <a:pt x="11717" y="11836"/>
                    <a:pt x="11860" y="11717"/>
                    <a:pt x="11860" y="11550"/>
                  </a:cubicBezTo>
                  <a:lnTo>
                    <a:pt x="11860" y="10978"/>
                  </a:lnTo>
                  <a:cubicBezTo>
                    <a:pt x="11836" y="10788"/>
                    <a:pt x="11717" y="10645"/>
                    <a:pt x="11574" y="10645"/>
                  </a:cubicBezTo>
                  <a:lnTo>
                    <a:pt x="10383" y="10645"/>
                  </a:lnTo>
                  <a:cubicBezTo>
                    <a:pt x="10359" y="10574"/>
                    <a:pt x="10288" y="10526"/>
                    <a:pt x="10240" y="10526"/>
                  </a:cubicBezTo>
                  <a:cubicBezTo>
                    <a:pt x="10169" y="10526"/>
                    <a:pt x="10074" y="10597"/>
                    <a:pt x="10074" y="10645"/>
                  </a:cubicBezTo>
                  <a:lnTo>
                    <a:pt x="7740" y="10645"/>
                  </a:lnTo>
                  <a:lnTo>
                    <a:pt x="7740" y="10407"/>
                  </a:lnTo>
                  <a:cubicBezTo>
                    <a:pt x="7740" y="10312"/>
                    <a:pt x="7645" y="10240"/>
                    <a:pt x="7549" y="10240"/>
                  </a:cubicBezTo>
                  <a:cubicBezTo>
                    <a:pt x="7454" y="10240"/>
                    <a:pt x="7383" y="10312"/>
                    <a:pt x="7383" y="10407"/>
                  </a:cubicBezTo>
                  <a:lnTo>
                    <a:pt x="7383" y="10645"/>
                  </a:lnTo>
                  <a:lnTo>
                    <a:pt x="5430" y="10645"/>
                  </a:lnTo>
                  <a:cubicBezTo>
                    <a:pt x="5358" y="10645"/>
                    <a:pt x="5263" y="10717"/>
                    <a:pt x="5263" y="10788"/>
                  </a:cubicBezTo>
                  <a:cubicBezTo>
                    <a:pt x="5263" y="10907"/>
                    <a:pt x="5311" y="11002"/>
                    <a:pt x="5430" y="11002"/>
                  </a:cubicBezTo>
                  <a:lnTo>
                    <a:pt x="11550" y="11002"/>
                  </a:lnTo>
                  <a:lnTo>
                    <a:pt x="11550" y="11479"/>
                  </a:lnTo>
                  <a:lnTo>
                    <a:pt x="381" y="11479"/>
                  </a:lnTo>
                  <a:lnTo>
                    <a:pt x="381" y="11002"/>
                  </a:lnTo>
                  <a:lnTo>
                    <a:pt x="4596" y="11002"/>
                  </a:lnTo>
                  <a:cubicBezTo>
                    <a:pt x="4692" y="11002"/>
                    <a:pt x="4787" y="10955"/>
                    <a:pt x="4787" y="10859"/>
                  </a:cubicBezTo>
                  <a:cubicBezTo>
                    <a:pt x="4787" y="10740"/>
                    <a:pt x="4715" y="10645"/>
                    <a:pt x="4596" y="10645"/>
                  </a:cubicBezTo>
                  <a:lnTo>
                    <a:pt x="4120" y="10645"/>
                  </a:lnTo>
                  <a:lnTo>
                    <a:pt x="4120" y="10621"/>
                  </a:lnTo>
                  <a:cubicBezTo>
                    <a:pt x="4120" y="10526"/>
                    <a:pt x="4049" y="10431"/>
                    <a:pt x="3953" y="10431"/>
                  </a:cubicBezTo>
                  <a:cubicBezTo>
                    <a:pt x="3858" y="10431"/>
                    <a:pt x="3763" y="10526"/>
                    <a:pt x="3763" y="10621"/>
                  </a:cubicBezTo>
                  <a:lnTo>
                    <a:pt x="3763" y="10669"/>
                  </a:lnTo>
                  <a:lnTo>
                    <a:pt x="2548" y="10669"/>
                  </a:lnTo>
                  <a:lnTo>
                    <a:pt x="2548" y="10645"/>
                  </a:lnTo>
                  <a:cubicBezTo>
                    <a:pt x="2548" y="10550"/>
                    <a:pt x="2501" y="10478"/>
                    <a:pt x="2405" y="10478"/>
                  </a:cubicBezTo>
                  <a:cubicBezTo>
                    <a:pt x="2286" y="10478"/>
                    <a:pt x="2191" y="10526"/>
                    <a:pt x="2191" y="10645"/>
                  </a:cubicBezTo>
                  <a:lnTo>
                    <a:pt x="2191" y="10669"/>
                  </a:lnTo>
                  <a:lnTo>
                    <a:pt x="1072" y="10669"/>
                  </a:lnTo>
                  <a:lnTo>
                    <a:pt x="1072" y="167"/>
                  </a:lnTo>
                  <a:cubicBezTo>
                    <a:pt x="1072" y="72"/>
                    <a:pt x="1000" y="0"/>
                    <a:pt x="9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8" name="Google Shape;22458;p98"/>
          <p:cNvGrpSpPr/>
          <p:nvPr/>
        </p:nvGrpSpPr>
        <p:grpSpPr>
          <a:xfrm>
            <a:off x="3253128" y="2295191"/>
            <a:ext cx="358588" cy="354381"/>
            <a:chOff x="3672223" y="2447591"/>
            <a:chExt cx="358588" cy="354381"/>
          </a:xfrm>
        </p:grpSpPr>
        <p:sp>
          <p:nvSpPr>
            <p:cNvPr id="22459" name="Google Shape;22459;p98"/>
            <p:cNvSpPr/>
            <p:nvPr/>
          </p:nvSpPr>
          <p:spPr>
            <a:xfrm>
              <a:off x="3886655" y="2453345"/>
              <a:ext cx="134913" cy="134227"/>
            </a:xfrm>
            <a:custGeom>
              <a:rect b="b" l="l" r="r" t="t"/>
              <a:pathLst>
                <a:path extrusionOk="0" h="4502" w="4525">
                  <a:moveTo>
                    <a:pt x="2263" y="0"/>
                  </a:moveTo>
                  <a:cubicBezTo>
                    <a:pt x="1024" y="0"/>
                    <a:pt x="0" y="1000"/>
                    <a:pt x="0" y="2262"/>
                  </a:cubicBezTo>
                  <a:cubicBezTo>
                    <a:pt x="0" y="3501"/>
                    <a:pt x="1024" y="4501"/>
                    <a:pt x="2263" y="4501"/>
                  </a:cubicBezTo>
                  <a:cubicBezTo>
                    <a:pt x="3525" y="4501"/>
                    <a:pt x="4525" y="3501"/>
                    <a:pt x="4525" y="2262"/>
                  </a:cubicBezTo>
                  <a:cubicBezTo>
                    <a:pt x="4525" y="1000"/>
                    <a:pt x="3525" y="0"/>
                    <a:pt x="226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98"/>
            <p:cNvSpPr/>
            <p:nvPr/>
          </p:nvSpPr>
          <p:spPr>
            <a:xfrm>
              <a:off x="3909375" y="2462558"/>
              <a:ext cx="121436" cy="125342"/>
            </a:xfrm>
            <a:custGeom>
              <a:rect b="b" l="l" r="r" t="t"/>
              <a:pathLst>
                <a:path extrusionOk="0" h="4204" w="4073">
                  <a:moveTo>
                    <a:pt x="2620" y="1"/>
                  </a:moveTo>
                  <a:lnTo>
                    <a:pt x="2620" y="1"/>
                  </a:lnTo>
                  <a:cubicBezTo>
                    <a:pt x="3382" y="715"/>
                    <a:pt x="3596" y="1882"/>
                    <a:pt x="3049" y="2811"/>
                  </a:cubicBezTo>
                  <a:cubicBezTo>
                    <a:pt x="2631" y="3533"/>
                    <a:pt x="1878" y="3942"/>
                    <a:pt x="1104" y="3942"/>
                  </a:cubicBezTo>
                  <a:cubicBezTo>
                    <a:pt x="729" y="3942"/>
                    <a:pt x="350" y="3846"/>
                    <a:pt x="0" y="3644"/>
                  </a:cubicBezTo>
                  <a:lnTo>
                    <a:pt x="0" y="3644"/>
                  </a:lnTo>
                  <a:cubicBezTo>
                    <a:pt x="119" y="3716"/>
                    <a:pt x="238" y="3811"/>
                    <a:pt x="381" y="3906"/>
                  </a:cubicBezTo>
                  <a:cubicBezTo>
                    <a:pt x="731" y="4108"/>
                    <a:pt x="1110" y="4204"/>
                    <a:pt x="1486" y="4204"/>
                  </a:cubicBezTo>
                  <a:cubicBezTo>
                    <a:pt x="2262" y="4204"/>
                    <a:pt x="3020" y="3795"/>
                    <a:pt x="3453" y="3073"/>
                  </a:cubicBezTo>
                  <a:cubicBezTo>
                    <a:pt x="4073" y="2001"/>
                    <a:pt x="3715" y="644"/>
                    <a:pt x="262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98"/>
            <p:cNvSpPr/>
            <p:nvPr/>
          </p:nvSpPr>
          <p:spPr>
            <a:xfrm>
              <a:off x="3678604" y="2453345"/>
              <a:ext cx="134943" cy="134227"/>
            </a:xfrm>
            <a:custGeom>
              <a:rect b="b" l="l" r="r" t="t"/>
              <a:pathLst>
                <a:path extrusionOk="0" h="4502" w="4526">
                  <a:moveTo>
                    <a:pt x="2263" y="0"/>
                  </a:moveTo>
                  <a:cubicBezTo>
                    <a:pt x="1001" y="0"/>
                    <a:pt x="1" y="1000"/>
                    <a:pt x="1" y="2262"/>
                  </a:cubicBezTo>
                  <a:cubicBezTo>
                    <a:pt x="1" y="3501"/>
                    <a:pt x="1001" y="4501"/>
                    <a:pt x="2263" y="4501"/>
                  </a:cubicBezTo>
                  <a:cubicBezTo>
                    <a:pt x="3501" y="4501"/>
                    <a:pt x="4525" y="3501"/>
                    <a:pt x="4525" y="2262"/>
                  </a:cubicBezTo>
                  <a:cubicBezTo>
                    <a:pt x="4525" y="1000"/>
                    <a:pt x="3501" y="0"/>
                    <a:pt x="226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98"/>
            <p:cNvSpPr/>
            <p:nvPr/>
          </p:nvSpPr>
          <p:spPr>
            <a:xfrm>
              <a:off x="3701323" y="2462558"/>
              <a:ext cx="121436" cy="125342"/>
            </a:xfrm>
            <a:custGeom>
              <a:rect b="b" l="l" r="r" t="t"/>
              <a:pathLst>
                <a:path extrusionOk="0" h="4204" w="4073">
                  <a:moveTo>
                    <a:pt x="2620" y="1"/>
                  </a:moveTo>
                  <a:lnTo>
                    <a:pt x="2620" y="1"/>
                  </a:lnTo>
                  <a:cubicBezTo>
                    <a:pt x="3406" y="715"/>
                    <a:pt x="3597" y="1882"/>
                    <a:pt x="3073" y="2811"/>
                  </a:cubicBezTo>
                  <a:cubicBezTo>
                    <a:pt x="2655" y="3533"/>
                    <a:pt x="1892" y="3942"/>
                    <a:pt x="1110" y="3942"/>
                  </a:cubicBezTo>
                  <a:cubicBezTo>
                    <a:pt x="732" y="3942"/>
                    <a:pt x="350" y="3846"/>
                    <a:pt x="1" y="3644"/>
                  </a:cubicBezTo>
                  <a:lnTo>
                    <a:pt x="1" y="3644"/>
                  </a:lnTo>
                  <a:cubicBezTo>
                    <a:pt x="120" y="3716"/>
                    <a:pt x="239" y="3811"/>
                    <a:pt x="382" y="3906"/>
                  </a:cubicBezTo>
                  <a:cubicBezTo>
                    <a:pt x="731" y="4108"/>
                    <a:pt x="1113" y="4204"/>
                    <a:pt x="1491" y="4204"/>
                  </a:cubicBezTo>
                  <a:cubicBezTo>
                    <a:pt x="2273" y="4204"/>
                    <a:pt x="3036" y="3795"/>
                    <a:pt x="3454" y="3073"/>
                  </a:cubicBezTo>
                  <a:cubicBezTo>
                    <a:pt x="4073" y="2001"/>
                    <a:pt x="3692" y="644"/>
                    <a:pt x="262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98"/>
            <p:cNvSpPr/>
            <p:nvPr/>
          </p:nvSpPr>
          <p:spPr>
            <a:xfrm>
              <a:off x="3886655" y="2662082"/>
              <a:ext cx="134913" cy="134943"/>
            </a:xfrm>
            <a:custGeom>
              <a:rect b="b" l="l" r="r" t="t"/>
              <a:pathLst>
                <a:path extrusionOk="0" h="4526" w="4525">
                  <a:moveTo>
                    <a:pt x="2263" y="1"/>
                  </a:moveTo>
                  <a:cubicBezTo>
                    <a:pt x="1024" y="1"/>
                    <a:pt x="0" y="1025"/>
                    <a:pt x="0" y="2263"/>
                  </a:cubicBezTo>
                  <a:cubicBezTo>
                    <a:pt x="0" y="3525"/>
                    <a:pt x="1024" y="4525"/>
                    <a:pt x="2263" y="4525"/>
                  </a:cubicBezTo>
                  <a:cubicBezTo>
                    <a:pt x="3525" y="4525"/>
                    <a:pt x="4525" y="3525"/>
                    <a:pt x="4525" y="2263"/>
                  </a:cubicBezTo>
                  <a:cubicBezTo>
                    <a:pt x="4525" y="1025"/>
                    <a:pt x="3525" y="1"/>
                    <a:pt x="226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98"/>
            <p:cNvSpPr/>
            <p:nvPr/>
          </p:nvSpPr>
          <p:spPr>
            <a:xfrm>
              <a:off x="3909375" y="2672011"/>
              <a:ext cx="121436" cy="125342"/>
            </a:xfrm>
            <a:custGeom>
              <a:rect b="b" l="l" r="r" t="t"/>
              <a:pathLst>
                <a:path extrusionOk="0" h="4204" w="4073">
                  <a:moveTo>
                    <a:pt x="2620" y="1"/>
                  </a:moveTo>
                  <a:lnTo>
                    <a:pt x="2620" y="1"/>
                  </a:lnTo>
                  <a:cubicBezTo>
                    <a:pt x="3382" y="715"/>
                    <a:pt x="3596" y="1882"/>
                    <a:pt x="3049" y="2811"/>
                  </a:cubicBezTo>
                  <a:cubicBezTo>
                    <a:pt x="2631" y="3533"/>
                    <a:pt x="1878" y="3942"/>
                    <a:pt x="1104" y="3942"/>
                  </a:cubicBezTo>
                  <a:cubicBezTo>
                    <a:pt x="729" y="3942"/>
                    <a:pt x="350" y="3846"/>
                    <a:pt x="0" y="3645"/>
                  </a:cubicBezTo>
                  <a:lnTo>
                    <a:pt x="0" y="3645"/>
                  </a:lnTo>
                  <a:cubicBezTo>
                    <a:pt x="119" y="3716"/>
                    <a:pt x="238" y="3811"/>
                    <a:pt x="381" y="3907"/>
                  </a:cubicBezTo>
                  <a:cubicBezTo>
                    <a:pt x="731" y="4108"/>
                    <a:pt x="1110" y="4204"/>
                    <a:pt x="1486" y="4204"/>
                  </a:cubicBezTo>
                  <a:cubicBezTo>
                    <a:pt x="2262" y="4204"/>
                    <a:pt x="3020" y="3795"/>
                    <a:pt x="3453" y="3073"/>
                  </a:cubicBezTo>
                  <a:cubicBezTo>
                    <a:pt x="4073" y="2001"/>
                    <a:pt x="3715" y="596"/>
                    <a:pt x="262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98"/>
            <p:cNvSpPr/>
            <p:nvPr/>
          </p:nvSpPr>
          <p:spPr>
            <a:xfrm>
              <a:off x="3678604" y="2662082"/>
              <a:ext cx="134943" cy="134943"/>
            </a:xfrm>
            <a:custGeom>
              <a:rect b="b" l="l" r="r" t="t"/>
              <a:pathLst>
                <a:path extrusionOk="0" h="4526" w="4526">
                  <a:moveTo>
                    <a:pt x="2263" y="1"/>
                  </a:moveTo>
                  <a:cubicBezTo>
                    <a:pt x="1001" y="1"/>
                    <a:pt x="1" y="1025"/>
                    <a:pt x="1" y="2263"/>
                  </a:cubicBezTo>
                  <a:cubicBezTo>
                    <a:pt x="1" y="3525"/>
                    <a:pt x="1001" y="4525"/>
                    <a:pt x="2263" y="4525"/>
                  </a:cubicBezTo>
                  <a:cubicBezTo>
                    <a:pt x="3501" y="4525"/>
                    <a:pt x="4525" y="3525"/>
                    <a:pt x="4525" y="2263"/>
                  </a:cubicBezTo>
                  <a:cubicBezTo>
                    <a:pt x="4525" y="1025"/>
                    <a:pt x="3501" y="1"/>
                    <a:pt x="226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98"/>
            <p:cNvSpPr/>
            <p:nvPr/>
          </p:nvSpPr>
          <p:spPr>
            <a:xfrm>
              <a:off x="3701323" y="2672011"/>
              <a:ext cx="120751" cy="125342"/>
            </a:xfrm>
            <a:custGeom>
              <a:rect b="b" l="l" r="r" t="t"/>
              <a:pathLst>
                <a:path extrusionOk="0" h="4204" w="4050">
                  <a:moveTo>
                    <a:pt x="2620" y="1"/>
                  </a:moveTo>
                  <a:lnTo>
                    <a:pt x="2620" y="1"/>
                  </a:lnTo>
                  <a:cubicBezTo>
                    <a:pt x="3406" y="715"/>
                    <a:pt x="3597" y="1882"/>
                    <a:pt x="3073" y="2811"/>
                  </a:cubicBezTo>
                  <a:cubicBezTo>
                    <a:pt x="2655" y="3533"/>
                    <a:pt x="1892" y="3942"/>
                    <a:pt x="1110" y="3942"/>
                  </a:cubicBezTo>
                  <a:cubicBezTo>
                    <a:pt x="732" y="3942"/>
                    <a:pt x="350" y="3846"/>
                    <a:pt x="1" y="3645"/>
                  </a:cubicBezTo>
                  <a:lnTo>
                    <a:pt x="1" y="3645"/>
                  </a:lnTo>
                  <a:cubicBezTo>
                    <a:pt x="120" y="3716"/>
                    <a:pt x="239" y="3811"/>
                    <a:pt x="382" y="3907"/>
                  </a:cubicBezTo>
                  <a:cubicBezTo>
                    <a:pt x="731" y="4108"/>
                    <a:pt x="1113" y="4204"/>
                    <a:pt x="1491" y="4204"/>
                  </a:cubicBezTo>
                  <a:cubicBezTo>
                    <a:pt x="2273" y="4204"/>
                    <a:pt x="3036" y="3795"/>
                    <a:pt x="3454" y="3073"/>
                  </a:cubicBezTo>
                  <a:cubicBezTo>
                    <a:pt x="4049" y="2001"/>
                    <a:pt x="3692" y="596"/>
                    <a:pt x="2620"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98"/>
            <p:cNvSpPr/>
            <p:nvPr/>
          </p:nvSpPr>
          <p:spPr>
            <a:xfrm>
              <a:off x="3741097" y="2517955"/>
              <a:ext cx="216576" cy="216576"/>
            </a:xfrm>
            <a:custGeom>
              <a:rect b="b" l="l" r="r" t="t"/>
              <a:pathLst>
                <a:path extrusionOk="0" h="7264" w="7264">
                  <a:moveTo>
                    <a:pt x="3644" y="0"/>
                  </a:moveTo>
                  <a:cubicBezTo>
                    <a:pt x="1644" y="0"/>
                    <a:pt x="0" y="1620"/>
                    <a:pt x="0" y="3620"/>
                  </a:cubicBezTo>
                  <a:cubicBezTo>
                    <a:pt x="0" y="5620"/>
                    <a:pt x="1644" y="7264"/>
                    <a:pt x="3644" y="7264"/>
                  </a:cubicBezTo>
                  <a:cubicBezTo>
                    <a:pt x="5644" y="7264"/>
                    <a:pt x="7264" y="5620"/>
                    <a:pt x="7264" y="3620"/>
                  </a:cubicBezTo>
                  <a:cubicBezTo>
                    <a:pt x="7264" y="1620"/>
                    <a:pt x="5644" y="0"/>
                    <a:pt x="36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98"/>
            <p:cNvSpPr/>
            <p:nvPr/>
          </p:nvSpPr>
          <p:spPr>
            <a:xfrm>
              <a:off x="3802874" y="2522218"/>
              <a:ext cx="154799" cy="212313"/>
            </a:xfrm>
            <a:custGeom>
              <a:rect b="b" l="l" r="r" t="t"/>
              <a:pathLst>
                <a:path extrusionOk="0" h="7121" w="5192">
                  <a:moveTo>
                    <a:pt x="2644" y="0"/>
                  </a:moveTo>
                  <a:lnTo>
                    <a:pt x="2644" y="0"/>
                  </a:lnTo>
                  <a:cubicBezTo>
                    <a:pt x="3858" y="595"/>
                    <a:pt x="4692" y="1858"/>
                    <a:pt x="4692" y="3287"/>
                  </a:cubicBezTo>
                  <a:cubicBezTo>
                    <a:pt x="4692" y="5263"/>
                    <a:pt x="3048" y="6906"/>
                    <a:pt x="1072" y="6906"/>
                  </a:cubicBezTo>
                  <a:cubicBezTo>
                    <a:pt x="667" y="6906"/>
                    <a:pt x="310" y="6859"/>
                    <a:pt x="0" y="6763"/>
                  </a:cubicBezTo>
                  <a:lnTo>
                    <a:pt x="0" y="6763"/>
                  </a:lnTo>
                  <a:cubicBezTo>
                    <a:pt x="476" y="7002"/>
                    <a:pt x="1000" y="7121"/>
                    <a:pt x="1572" y="7121"/>
                  </a:cubicBezTo>
                  <a:cubicBezTo>
                    <a:pt x="3572" y="7121"/>
                    <a:pt x="5192" y="5477"/>
                    <a:pt x="5192" y="3477"/>
                  </a:cubicBezTo>
                  <a:cubicBezTo>
                    <a:pt x="5192" y="1858"/>
                    <a:pt x="4120" y="453"/>
                    <a:pt x="2644"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98"/>
            <p:cNvSpPr/>
            <p:nvPr/>
          </p:nvSpPr>
          <p:spPr>
            <a:xfrm>
              <a:off x="3672223" y="2447591"/>
              <a:ext cx="357154" cy="354381"/>
            </a:xfrm>
            <a:custGeom>
              <a:rect b="b" l="l" r="r" t="t"/>
              <a:pathLst>
                <a:path extrusionOk="0" h="11886" w="11979">
                  <a:moveTo>
                    <a:pt x="9455" y="384"/>
                  </a:moveTo>
                  <a:cubicBezTo>
                    <a:pt x="9645" y="384"/>
                    <a:pt x="9812" y="431"/>
                    <a:pt x="10002" y="455"/>
                  </a:cubicBezTo>
                  <a:cubicBezTo>
                    <a:pt x="10526" y="598"/>
                    <a:pt x="10979" y="931"/>
                    <a:pt x="11241" y="1431"/>
                  </a:cubicBezTo>
                  <a:cubicBezTo>
                    <a:pt x="11527" y="1908"/>
                    <a:pt x="11598" y="2479"/>
                    <a:pt x="11455" y="3003"/>
                  </a:cubicBezTo>
                  <a:cubicBezTo>
                    <a:pt x="11312" y="3551"/>
                    <a:pt x="10979" y="4003"/>
                    <a:pt x="10479" y="4265"/>
                  </a:cubicBezTo>
                  <a:cubicBezTo>
                    <a:pt x="10145" y="4432"/>
                    <a:pt x="9812" y="4527"/>
                    <a:pt x="9455" y="4527"/>
                  </a:cubicBezTo>
                  <a:cubicBezTo>
                    <a:pt x="9074" y="3575"/>
                    <a:pt x="8312" y="2837"/>
                    <a:pt x="7359" y="2455"/>
                  </a:cubicBezTo>
                  <a:lnTo>
                    <a:pt x="7430" y="1908"/>
                  </a:lnTo>
                  <a:cubicBezTo>
                    <a:pt x="7597" y="1384"/>
                    <a:pt x="7907" y="931"/>
                    <a:pt x="8431" y="669"/>
                  </a:cubicBezTo>
                  <a:cubicBezTo>
                    <a:pt x="8740" y="479"/>
                    <a:pt x="9097" y="384"/>
                    <a:pt x="9455" y="384"/>
                  </a:cubicBezTo>
                  <a:close/>
                  <a:moveTo>
                    <a:pt x="2429" y="7385"/>
                  </a:moveTo>
                  <a:cubicBezTo>
                    <a:pt x="2834" y="8338"/>
                    <a:pt x="3596" y="9124"/>
                    <a:pt x="4549" y="9505"/>
                  </a:cubicBezTo>
                  <a:cubicBezTo>
                    <a:pt x="4525" y="10624"/>
                    <a:pt x="3596" y="11553"/>
                    <a:pt x="2477" y="11553"/>
                  </a:cubicBezTo>
                  <a:cubicBezTo>
                    <a:pt x="1334" y="11553"/>
                    <a:pt x="381" y="10624"/>
                    <a:pt x="381" y="9481"/>
                  </a:cubicBezTo>
                  <a:cubicBezTo>
                    <a:pt x="381" y="8338"/>
                    <a:pt x="1310" y="7409"/>
                    <a:pt x="2429" y="7385"/>
                  </a:cubicBezTo>
                  <a:close/>
                  <a:moveTo>
                    <a:pt x="5954" y="2527"/>
                  </a:moveTo>
                  <a:cubicBezTo>
                    <a:pt x="7859" y="2527"/>
                    <a:pt x="9407" y="4075"/>
                    <a:pt x="9407" y="5980"/>
                  </a:cubicBezTo>
                  <a:cubicBezTo>
                    <a:pt x="9407" y="6933"/>
                    <a:pt x="8978" y="7885"/>
                    <a:pt x="8264" y="8504"/>
                  </a:cubicBezTo>
                  <a:cubicBezTo>
                    <a:pt x="8216" y="8576"/>
                    <a:pt x="8192" y="8695"/>
                    <a:pt x="8264" y="8742"/>
                  </a:cubicBezTo>
                  <a:cubicBezTo>
                    <a:pt x="8302" y="8781"/>
                    <a:pt x="8354" y="8805"/>
                    <a:pt x="8401" y="8805"/>
                  </a:cubicBezTo>
                  <a:cubicBezTo>
                    <a:pt x="8442" y="8805"/>
                    <a:pt x="8480" y="8787"/>
                    <a:pt x="8502" y="8742"/>
                  </a:cubicBezTo>
                  <a:cubicBezTo>
                    <a:pt x="8931" y="8361"/>
                    <a:pt x="9264" y="7885"/>
                    <a:pt x="9455" y="7385"/>
                  </a:cubicBezTo>
                  <a:cubicBezTo>
                    <a:pt x="9812" y="7385"/>
                    <a:pt x="10145" y="7480"/>
                    <a:pt x="10479" y="7647"/>
                  </a:cubicBezTo>
                  <a:cubicBezTo>
                    <a:pt x="10955" y="7909"/>
                    <a:pt x="11312" y="8361"/>
                    <a:pt x="11455" y="8909"/>
                  </a:cubicBezTo>
                  <a:cubicBezTo>
                    <a:pt x="11598" y="9481"/>
                    <a:pt x="11527" y="10028"/>
                    <a:pt x="11241" y="10505"/>
                  </a:cubicBezTo>
                  <a:cubicBezTo>
                    <a:pt x="10979" y="10981"/>
                    <a:pt x="10526" y="11338"/>
                    <a:pt x="10002" y="11505"/>
                  </a:cubicBezTo>
                  <a:cubicBezTo>
                    <a:pt x="9830" y="11550"/>
                    <a:pt x="9657" y="11571"/>
                    <a:pt x="9487" y="11571"/>
                  </a:cubicBezTo>
                  <a:cubicBezTo>
                    <a:pt x="9117" y="11571"/>
                    <a:pt x="8757" y="11470"/>
                    <a:pt x="8431" y="11291"/>
                  </a:cubicBezTo>
                  <a:cubicBezTo>
                    <a:pt x="7954" y="11029"/>
                    <a:pt x="7597" y="10576"/>
                    <a:pt x="7430" y="10028"/>
                  </a:cubicBezTo>
                  <a:cubicBezTo>
                    <a:pt x="7383" y="9862"/>
                    <a:pt x="7383" y="9695"/>
                    <a:pt x="7383" y="9528"/>
                  </a:cubicBezTo>
                  <a:cubicBezTo>
                    <a:pt x="7549" y="9457"/>
                    <a:pt x="7716" y="9385"/>
                    <a:pt x="7859" y="9290"/>
                  </a:cubicBezTo>
                  <a:cubicBezTo>
                    <a:pt x="7931" y="9219"/>
                    <a:pt x="7978" y="9147"/>
                    <a:pt x="7907" y="9052"/>
                  </a:cubicBezTo>
                  <a:cubicBezTo>
                    <a:pt x="7875" y="8989"/>
                    <a:pt x="7822" y="8957"/>
                    <a:pt x="7762" y="8957"/>
                  </a:cubicBezTo>
                  <a:cubicBezTo>
                    <a:pt x="7732" y="8957"/>
                    <a:pt x="7700" y="8965"/>
                    <a:pt x="7669" y="8981"/>
                  </a:cubicBezTo>
                  <a:cubicBezTo>
                    <a:pt x="7168" y="9290"/>
                    <a:pt x="6573" y="9433"/>
                    <a:pt x="5954" y="9433"/>
                  </a:cubicBezTo>
                  <a:cubicBezTo>
                    <a:pt x="4049" y="9433"/>
                    <a:pt x="2501" y="7885"/>
                    <a:pt x="2501" y="5980"/>
                  </a:cubicBezTo>
                  <a:cubicBezTo>
                    <a:pt x="2501" y="4075"/>
                    <a:pt x="4049" y="2527"/>
                    <a:pt x="5954" y="2527"/>
                  </a:cubicBezTo>
                  <a:close/>
                  <a:moveTo>
                    <a:pt x="9473" y="1"/>
                  </a:moveTo>
                  <a:cubicBezTo>
                    <a:pt x="9056" y="1"/>
                    <a:pt x="8639" y="117"/>
                    <a:pt x="8264" y="336"/>
                  </a:cubicBezTo>
                  <a:cubicBezTo>
                    <a:pt x="7692" y="646"/>
                    <a:pt x="7311" y="1170"/>
                    <a:pt x="7145" y="1789"/>
                  </a:cubicBezTo>
                  <a:cubicBezTo>
                    <a:pt x="7121" y="1955"/>
                    <a:pt x="7073" y="2122"/>
                    <a:pt x="7049" y="2289"/>
                  </a:cubicBezTo>
                  <a:cubicBezTo>
                    <a:pt x="6716" y="2217"/>
                    <a:pt x="6359" y="2146"/>
                    <a:pt x="5978" y="2146"/>
                  </a:cubicBezTo>
                  <a:cubicBezTo>
                    <a:pt x="5621" y="2146"/>
                    <a:pt x="5239" y="2217"/>
                    <a:pt x="4906" y="2289"/>
                  </a:cubicBezTo>
                  <a:cubicBezTo>
                    <a:pt x="4906" y="2027"/>
                    <a:pt x="4858" y="1789"/>
                    <a:pt x="4763" y="1551"/>
                  </a:cubicBezTo>
                  <a:cubicBezTo>
                    <a:pt x="4745" y="1478"/>
                    <a:pt x="4671" y="1447"/>
                    <a:pt x="4595" y="1447"/>
                  </a:cubicBezTo>
                  <a:cubicBezTo>
                    <a:pt x="4571" y="1447"/>
                    <a:pt x="4548" y="1450"/>
                    <a:pt x="4525" y="1455"/>
                  </a:cubicBezTo>
                  <a:cubicBezTo>
                    <a:pt x="4430" y="1503"/>
                    <a:pt x="4406" y="1622"/>
                    <a:pt x="4430" y="1693"/>
                  </a:cubicBezTo>
                  <a:cubicBezTo>
                    <a:pt x="4525" y="1932"/>
                    <a:pt x="4573" y="2217"/>
                    <a:pt x="4573" y="2432"/>
                  </a:cubicBezTo>
                  <a:cubicBezTo>
                    <a:pt x="3620" y="2837"/>
                    <a:pt x="2858" y="3575"/>
                    <a:pt x="2477" y="4527"/>
                  </a:cubicBezTo>
                  <a:cubicBezTo>
                    <a:pt x="2286" y="4527"/>
                    <a:pt x="2144" y="4504"/>
                    <a:pt x="1953" y="4456"/>
                  </a:cubicBezTo>
                  <a:cubicBezTo>
                    <a:pt x="1429" y="4313"/>
                    <a:pt x="977" y="3980"/>
                    <a:pt x="715" y="3480"/>
                  </a:cubicBezTo>
                  <a:cubicBezTo>
                    <a:pt x="453" y="3003"/>
                    <a:pt x="358" y="2432"/>
                    <a:pt x="500" y="1908"/>
                  </a:cubicBezTo>
                  <a:cubicBezTo>
                    <a:pt x="643" y="1384"/>
                    <a:pt x="977" y="931"/>
                    <a:pt x="1477" y="646"/>
                  </a:cubicBezTo>
                  <a:cubicBezTo>
                    <a:pt x="1792" y="465"/>
                    <a:pt x="2148" y="377"/>
                    <a:pt x="2504" y="377"/>
                  </a:cubicBezTo>
                  <a:cubicBezTo>
                    <a:pt x="3089" y="377"/>
                    <a:pt x="3673" y="615"/>
                    <a:pt x="4073" y="1074"/>
                  </a:cubicBezTo>
                  <a:cubicBezTo>
                    <a:pt x="4114" y="1102"/>
                    <a:pt x="4171" y="1129"/>
                    <a:pt x="4221" y="1129"/>
                  </a:cubicBezTo>
                  <a:cubicBezTo>
                    <a:pt x="4258" y="1129"/>
                    <a:pt x="4291" y="1115"/>
                    <a:pt x="4311" y="1074"/>
                  </a:cubicBezTo>
                  <a:cubicBezTo>
                    <a:pt x="4382" y="1003"/>
                    <a:pt x="4406" y="884"/>
                    <a:pt x="4311" y="836"/>
                  </a:cubicBezTo>
                  <a:cubicBezTo>
                    <a:pt x="3954" y="431"/>
                    <a:pt x="3453" y="146"/>
                    <a:pt x="2906" y="50"/>
                  </a:cubicBezTo>
                  <a:cubicBezTo>
                    <a:pt x="2779" y="34"/>
                    <a:pt x="2650" y="25"/>
                    <a:pt x="2522" y="25"/>
                  </a:cubicBezTo>
                  <a:cubicBezTo>
                    <a:pt x="2098" y="25"/>
                    <a:pt x="1676" y="122"/>
                    <a:pt x="1310" y="360"/>
                  </a:cubicBezTo>
                  <a:cubicBezTo>
                    <a:pt x="739" y="693"/>
                    <a:pt x="358" y="1193"/>
                    <a:pt x="167" y="1813"/>
                  </a:cubicBezTo>
                  <a:cubicBezTo>
                    <a:pt x="0" y="2432"/>
                    <a:pt x="96" y="3098"/>
                    <a:pt x="405" y="3670"/>
                  </a:cubicBezTo>
                  <a:cubicBezTo>
                    <a:pt x="739" y="4218"/>
                    <a:pt x="1239" y="4623"/>
                    <a:pt x="1882" y="4789"/>
                  </a:cubicBezTo>
                  <a:cubicBezTo>
                    <a:pt x="2025" y="4813"/>
                    <a:pt x="2191" y="4861"/>
                    <a:pt x="2358" y="4885"/>
                  </a:cubicBezTo>
                  <a:cubicBezTo>
                    <a:pt x="2215" y="5242"/>
                    <a:pt x="2191" y="5599"/>
                    <a:pt x="2191" y="5980"/>
                  </a:cubicBezTo>
                  <a:cubicBezTo>
                    <a:pt x="2191" y="6361"/>
                    <a:pt x="2263" y="6718"/>
                    <a:pt x="2358" y="7052"/>
                  </a:cubicBezTo>
                  <a:cubicBezTo>
                    <a:pt x="1096" y="7147"/>
                    <a:pt x="96" y="8195"/>
                    <a:pt x="96" y="9457"/>
                  </a:cubicBezTo>
                  <a:cubicBezTo>
                    <a:pt x="96" y="10814"/>
                    <a:pt x="1191" y="11886"/>
                    <a:pt x="2501" y="11886"/>
                  </a:cubicBezTo>
                  <a:cubicBezTo>
                    <a:pt x="3763" y="11886"/>
                    <a:pt x="4858" y="10862"/>
                    <a:pt x="4906" y="9624"/>
                  </a:cubicBezTo>
                  <a:cubicBezTo>
                    <a:pt x="5239" y="9695"/>
                    <a:pt x="5597" y="9767"/>
                    <a:pt x="5978" y="9767"/>
                  </a:cubicBezTo>
                  <a:cubicBezTo>
                    <a:pt x="6335" y="9767"/>
                    <a:pt x="6692" y="9695"/>
                    <a:pt x="7049" y="9624"/>
                  </a:cubicBezTo>
                  <a:cubicBezTo>
                    <a:pt x="7049" y="9767"/>
                    <a:pt x="7073" y="9957"/>
                    <a:pt x="7145" y="10100"/>
                  </a:cubicBezTo>
                  <a:cubicBezTo>
                    <a:pt x="7311" y="10719"/>
                    <a:pt x="7692" y="11243"/>
                    <a:pt x="8264" y="11553"/>
                  </a:cubicBezTo>
                  <a:cubicBezTo>
                    <a:pt x="8645" y="11767"/>
                    <a:pt x="9050" y="11886"/>
                    <a:pt x="9478" y="11886"/>
                  </a:cubicBezTo>
                  <a:cubicBezTo>
                    <a:pt x="9693" y="11886"/>
                    <a:pt x="9907" y="11838"/>
                    <a:pt x="10121" y="11791"/>
                  </a:cubicBezTo>
                  <a:cubicBezTo>
                    <a:pt x="10741" y="11624"/>
                    <a:pt x="11265" y="11219"/>
                    <a:pt x="11574" y="10671"/>
                  </a:cubicBezTo>
                  <a:cubicBezTo>
                    <a:pt x="11908" y="10100"/>
                    <a:pt x="11979" y="9433"/>
                    <a:pt x="11812" y="8814"/>
                  </a:cubicBezTo>
                  <a:cubicBezTo>
                    <a:pt x="11622" y="8195"/>
                    <a:pt x="11217" y="7695"/>
                    <a:pt x="10645" y="7361"/>
                  </a:cubicBezTo>
                  <a:cubicBezTo>
                    <a:pt x="10336" y="7171"/>
                    <a:pt x="9979" y="7052"/>
                    <a:pt x="9621" y="7028"/>
                  </a:cubicBezTo>
                  <a:cubicBezTo>
                    <a:pt x="9693" y="6671"/>
                    <a:pt x="9764" y="6313"/>
                    <a:pt x="9764" y="5956"/>
                  </a:cubicBezTo>
                  <a:cubicBezTo>
                    <a:pt x="9764" y="5575"/>
                    <a:pt x="9693" y="5218"/>
                    <a:pt x="9621" y="4861"/>
                  </a:cubicBezTo>
                  <a:cubicBezTo>
                    <a:pt x="9979" y="4813"/>
                    <a:pt x="10360" y="4742"/>
                    <a:pt x="10693" y="4527"/>
                  </a:cubicBezTo>
                  <a:cubicBezTo>
                    <a:pt x="11241" y="4194"/>
                    <a:pt x="11646" y="3694"/>
                    <a:pt x="11812" y="3075"/>
                  </a:cubicBezTo>
                  <a:cubicBezTo>
                    <a:pt x="11979" y="2432"/>
                    <a:pt x="11908" y="1789"/>
                    <a:pt x="11574" y="1217"/>
                  </a:cubicBezTo>
                  <a:cubicBezTo>
                    <a:pt x="11241" y="646"/>
                    <a:pt x="10741" y="265"/>
                    <a:pt x="10121" y="98"/>
                  </a:cubicBezTo>
                  <a:cubicBezTo>
                    <a:pt x="9909" y="33"/>
                    <a:pt x="9691" y="1"/>
                    <a:pt x="94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98"/>
            <p:cNvSpPr/>
            <p:nvPr/>
          </p:nvSpPr>
          <p:spPr>
            <a:xfrm>
              <a:off x="3920019" y="2504448"/>
              <a:ext cx="68902" cy="10674"/>
            </a:xfrm>
            <a:custGeom>
              <a:rect b="b" l="l" r="r" t="t"/>
              <a:pathLst>
                <a:path extrusionOk="0" h="358" w="2311">
                  <a:moveTo>
                    <a:pt x="191" y="1"/>
                  </a:moveTo>
                  <a:cubicBezTo>
                    <a:pt x="120" y="1"/>
                    <a:pt x="48" y="72"/>
                    <a:pt x="24" y="144"/>
                  </a:cubicBezTo>
                  <a:cubicBezTo>
                    <a:pt x="1" y="263"/>
                    <a:pt x="72" y="358"/>
                    <a:pt x="191" y="358"/>
                  </a:cubicBezTo>
                  <a:lnTo>
                    <a:pt x="2096" y="358"/>
                  </a:lnTo>
                  <a:cubicBezTo>
                    <a:pt x="2215" y="358"/>
                    <a:pt x="2311" y="263"/>
                    <a:pt x="2287" y="144"/>
                  </a:cubicBezTo>
                  <a:cubicBezTo>
                    <a:pt x="2263" y="72"/>
                    <a:pt x="2168" y="1"/>
                    <a:pt x="2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98"/>
            <p:cNvSpPr/>
            <p:nvPr/>
          </p:nvSpPr>
          <p:spPr>
            <a:xfrm>
              <a:off x="3941307" y="2526482"/>
              <a:ext cx="46899" cy="10674"/>
            </a:xfrm>
            <a:custGeom>
              <a:rect b="b" l="l" r="r" t="t"/>
              <a:pathLst>
                <a:path extrusionOk="0" h="358" w="1573">
                  <a:moveTo>
                    <a:pt x="192" y="0"/>
                  </a:moveTo>
                  <a:cubicBezTo>
                    <a:pt x="120" y="0"/>
                    <a:pt x="49" y="71"/>
                    <a:pt x="25" y="167"/>
                  </a:cubicBezTo>
                  <a:cubicBezTo>
                    <a:pt x="1" y="286"/>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98"/>
            <p:cNvSpPr/>
            <p:nvPr/>
          </p:nvSpPr>
          <p:spPr>
            <a:xfrm>
              <a:off x="3711282" y="2735219"/>
              <a:ext cx="68902" cy="10674"/>
            </a:xfrm>
            <a:custGeom>
              <a:rect b="b" l="l" r="r" t="t"/>
              <a:pathLst>
                <a:path extrusionOk="0" h="358" w="2311">
                  <a:moveTo>
                    <a:pt x="214" y="0"/>
                  </a:moveTo>
                  <a:cubicBezTo>
                    <a:pt x="72" y="0"/>
                    <a:pt x="0" y="96"/>
                    <a:pt x="24" y="215"/>
                  </a:cubicBezTo>
                  <a:cubicBezTo>
                    <a:pt x="48" y="310"/>
                    <a:pt x="143" y="358"/>
                    <a:pt x="238" y="358"/>
                  </a:cubicBezTo>
                  <a:lnTo>
                    <a:pt x="2120" y="358"/>
                  </a:lnTo>
                  <a:cubicBezTo>
                    <a:pt x="2191" y="358"/>
                    <a:pt x="2262" y="310"/>
                    <a:pt x="2286" y="215"/>
                  </a:cubicBezTo>
                  <a:cubicBezTo>
                    <a:pt x="2310" y="96"/>
                    <a:pt x="2239" y="0"/>
                    <a:pt x="2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98"/>
            <p:cNvSpPr/>
            <p:nvPr/>
          </p:nvSpPr>
          <p:spPr>
            <a:xfrm>
              <a:off x="3711967" y="2713931"/>
              <a:ext cx="46183" cy="10674"/>
            </a:xfrm>
            <a:custGeom>
              <a:rect b="b" l="l" r="r" t="t"/>
              <a:pathLst>
                <a:path extrusionOk="0" h="358" w="1549">
                  <a:moveTo>
                    <a:pt x="191" y="0"/>
                  </a:moveTo>
                  <a:cubicBezTo>
                    <a:pt x="96" y="0"/>
                    <a:pt x="25" y="71"/>
                    <a:pt x="1" y="143"/>
                  </a:cubicBezTo>
                  <a:cubicBezTo>
                    <a:pt x="1" y="238"/>
                    <a:pt x="96" y="357"/>
                    <a:pt x="191" y="357"/>
                  </a:cubicBezTo>
                  <a:lnTo>
                    <a:pt x="1335" y="357"/>
                  </a:lnTo>
                  <a:cubicBezTo>
                    <a:pt x="1430" y="357"/>
                    <a:pt x="1501" y="310"/>
                    <a:pt x="1525" y="214"/>
                  </a:cubicBezTo>
                  <a:cubicBezTo>
                    <a:pt x="1549" y="95"/>
                    <a:pt x="1454" y="0"/>
                    <a:pt x="1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98"/>
            <p:cNvSpPr/>
            <p:nvPr/>
          </p:nvSpPr>
          <p:spPr>
            <a:xfrm>
              <a:off x="3920019" y="2735219"/>
              <a:ext cx="68187" cy="10674"/>
            </a:xfrm>
            <a:custGeom>
              <a:rect b="b" l="l" r="r" t="t"/>
              <a:pathLst>
                <a:path extrusionOk="0" h="358" w="2287">
                  <a:moveTo>
                    <a:pt x="191" y="0"/>
                  </a:moveTo>
                  <a:cubicBezTo>
                    <a:pt x="120" y="0"/>
                    <a:pt x="48" y="72"/>
                    <a:pt x="24" y="143"/>
                  </a:cubicBezTo>
                  <a:cubicBezTo>
                    <a:pt x="1" y="262"/>
                    <a:pt x="72" y="358"/>
                    <a:pt x="191" y="358"/>
                  </a:cubicBezTo>
                  <a:lnTo>
                    <a:pt x="2072" y="358"/>
                  </a:lnTo>
                  <a:cubicBezTo>
                    <a:pt x="2168" y="358"/>
                    <a:pt x="2215" y="310"/>
                    <a:pt x="2263" y="215"/>
                  </a:cubicBezTo>
                  <a:cubicBezTo>
                    <a:pt x="2287" y="96"/>
                    <a:pt x="2191" y="0"/>
                    <a:pt x="2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98"/>
            <p:cNvSpPr/>
            <p:nvPr/>
          </p:nvSpPr>
          <p:spPr>
            <a:xfrm>
              <a:off x="3941307" y="2713931"/>
              <a:ext cx="46899" cy="10674"/>
            </a:xfrm>
            <a:custGeom>
              <a:rect b="b" l="l" r="r" t="t"/>
              <a:pathLst>
                <a:path extrusionOk="0" h="358" w="1573">
                  <a:moveTo>
                    <a:pt x="192" y="0"/>
                  </a:moveTo>
                  <a:cubicBezTo>
                    <a:pt x="120" y="0"/>
                    <a:pt x="49" y="71"/>
                    <a:pt x="25" y="143"/>
                  </a:cubicBezTo>
                  <a:cubicBezTo>
                    <a:pt x="1" y="262"/>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98"/>
            <p:cNvSpPr/>
            <p:nvPr/>
          </p:nvSpPr>
          <p:spPr>
            <a:xfrm>
              <a:off x="3796464" y="2593924"/>
              <a:ext cx="107245" cy="10674"/>
            </a:xfrm>
            <a:custGeom>
              <a:rect b="b" l="l" r="r" t="t"/>
              <a:pathLst>
                <a:path extrusionOk="0" h="358" w="3597">
                  <a:moveTo>
                    <a:pt x="215" y="0"/>
                  </a:moveTo>
                  <a:cubicBezTo>
                    <a:pt x="120" y="0"/>
                    <a:pt x="48" y="72"/>
                    <a:pt x="25" y="167"/>
                  </a:cubicBezTo>
                  <a:cubicBezTo>
                    <a:pt x="1" y="286"/>
                    <a:pt x="96" y="358"/>
                    <a:pt x="215" y="358"/>
                  </a:cubicBezTo>
                  <a:lnTo>
                    <a:pt x="3430" y="358"/>
                  </a:lnTo>
                  <a:cubicBezTo>
                    <a:pt x="3502" y="358"/>
                    <a:pt x="3573" y="310"/>
                    <a:pt x="3597" y="215"/>
                  </a:cubicBezTo>
                  <a:cubicBezTo>
                    <a:pt x="3597" y="96"/>
                    <a:pt x="3502" y="0"/>
                    <a:pt x="3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98"/>
            <p:cNvSpPr/>
            <p:nvPr/>
          </p:nvSpPr>
          <p:spPr>
            <a:xfrm>
              <a:off x="3796464" y="2620907"/>
              <a:ext cx="107245" cy="10674"/>
            </a:xfrm>
            <a:custGeom>
              <a:rect b="b" l="l" r="r" t="t"/>
              <a:pathLst>
                <a:path extrusionOk="0" h="358" w="3597">
                  <a:moveTo>
                    <a:pt x="215" y="0"/>
                  </a:moveTo>
                  <a:cubicBezTo>
                    <a:pt x="120" y="0"/>
                    <a:pt x="48" y="48"/>
                    <a:pt x="25" y="143"/>
                  </a:cubicBezTo>
                  <a:cubicBezTo>
                    <a:pt x="1" y="262"/>
                    <a:pt x="96" y="358"/>
                    <a:pt x="215" y="358"/>
                  </a:cubicBezTo>
                  <a:lnTo>
                    <a:pt x="3430" y="358"/>
                  </a:lnTo>
                  <a:cubicBezTo>
                    <a:pt x="3502" y="358"/>
                    <a:pt x="3573" y="286"/>
                    <a:pt x="3597" y="215"/>
                  </a:cubicBezTo>
                  <a:cubicBezTo>
                    <a:pt x="3597" y="96"/>
                    <a:pt x="3502" y="0"/>
                    <a:pt x="3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98"/>
            <p:cNvSpPr/>
            <p:nvPr/>
          </p:nvSpPr>
          <p:spPr>
            <a:xfrm>
              <a:off x="3820614" y="2647175"/>
              <a:ext cx="58974" cy="10674"/>
            </a:xfrm>
            <a:custGeom>
              <a:rect b="b" l="l" r="r" t="t"/>
              <a:pathLst>
                <a:path extrusionOk="0" h="358" w="1978">
                  <a:moveTo>
                    <a:pt x="191" y="0"/>
                  </a:moveTo>
                  <a:cubicBezTo>
                    <a:pt x="120" y="0"/>
                    <a:pt x="48" y="72"/>
                    <a:pt x="24" y="167"/>
                  </a:cubicBezTo>
                  <a:cubicBezTo>
                    <a:pt x="1" y="286"/>
                    <a:pt x="72" y="358"/>
                    <a:pt x="191" y="358"/>
                  </a:cubicBezTo>
                  <a:lnTo>
                    <a:pt x="1810" y="358"/>
                  </a:lnTo>
                  <a:cubicBezTo>
                    <a:pt x="1906" y="358"/>
                    <a:pt x="1953" y="310"/>
                    <a:pt x="1977" y="215"/>
                  </a:cubicBezTo>
                  <a:cubicBezTo>
                    <a:pt x="1977" y="120"/>
                    <a:pt x="1906" y="0"/>
                    <a:pt x="1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98"/>
            <p:cNvSpPr/>
            <p:nvPr/>
          </p:nvSpPr>
          <p:spPr>
            <a:xfrm>
              <a:off x="3711967" y="2504448"/>
              <a:ext cx="69618" cy="10674"/>
            </a:xfrm>
            <a:custGeom>
              <a:rect b="b" l="l" r="r" t="t"/>
              <a:pathLst>
                <a:path extrusionOk="0" h="358" w="2335">
                  <a:moveTo>
                    <a:pt x="215" y="1"/>
                  </a:moveTo>
                  <a:cubicBezTo>
                    <a:pt x="120" y="1"/>
                    <a:pt x="72" y="72"/>
                    <a:pt x="25" y="144"/>
                  </a:cubicBezTo>
                  <a:cubicBezTo>
                    <a:pt x="1" y="263"/>
                    <a:pt x="96" y="358"/>
                    <a:pt x="215" y="358"/>
                  </a:cubicBezTo>
                  <a:lnTo>
                    <a:pt x="2120" y="358"/>
                  </a:lnTo>
                  <a:cubicBezTo>
                    <a:pt x="2239" y="358"/>
                    <a:pt x="2335" y="263"/>
                    <a:pt x="2287" y="144"/>
                  </a:cubicBezTo>
                  <a:cubicBezTo>
                    <a:pt x="2239" y="72"/>
                    <a:pt x="2168" y="1"/>
                    <a:pt x="2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98"/>
            <p:cNvSpPr/>
            <p:nvPr/>
          </p:nvSpPr>
          <p:spPr>
            <a:xfrm>
              <a:off x="3711282" y="2526482"/>
              <a:ext cx="46869" cy="10674"/>
            </a:xfrm>
            <a:custGeom>
              <a:rect b="b" l="l" r="r" t="t"/>
              <a:pathLst>
                <a:path extrusionOk="0" h="358" w="1572">
                  <a:moveTo>
                    <a:pt x="214" y="0"/>
                  </a:moveTo>
                  <a:cubicBezTo>
                    <a:pt x="72" y="0"/>
                    <a:pt x="0" y="95"/>
                    <a:pt x="24" y="214"/>
                  </a:cubicBezTo>
                  <a:cubicBezTo>
                    <a:pt x="48" y="310"/>
                    <a:pt x="119" y="357"/>
                    <a:pt x="214" y="357"/>
                  </a:cubicBezTo>
                  <a:lnTo>
                    <a:pt x="1358" y="357"/>
                  </a:lnTo>
                  <a:cubicBezTo>
                    <a:pt x="1453" y="357"/>
                    <a:pt x="1524" y="310"/>
                    <a:pt x="1548" y="214"/>
                  </a:cubicBezTo>
                  <a:cubicBezTo>
                    <a:pt x="1572"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1" name="Google Shape;22481;p98"/>
          <p:cNvGrpSpPr/>
          <p:nvPr/>
        </p:nvGrpSpPr>
        <p:grpSpPr>
          <a:xfrm>
            <a:off x="2550456" y="2295876"/>
            <a:ext cx="352205" cy="352923"/>
            <a:chOff x="3045751" y="2448276"/>
            <a:chExt cx="352205" cy="352923"/>
          </a:xfrm>
        </p:grpSpPr>
        <p:sp>
          <p:nvSpPr>
            <p:cNvPr id="22482" name="Google Shape;22482;p98"/>
            <p:cNvSpPr/>
            <p:nvPr/>
          </p:nvSpPr>
          <p:spPr>
            <a:xfrm>
              <a:off x="3112478" y="2711069"/>
              <a:ext cx="279068" cy="74597"/>
            </a:xfrm>
            <a:custGeom>
              <a:rect b="b" l="l" r="r" t="t"/>
              <a:pathLst>
                <a:path extrusionOk="0" h="2502" w="9360">
                  <a:moveTo>
                    <a:pt x="1" y="1"/>
                  </a:moveTo>
                  <a:lnTo>
                    <a:pt x="1" y="1263"/>
                  </a:lnTo>
                  <a:lnTo>
                    <a:pt x="1" y="2501"/>
                  </a:lnTo>
                  <a:lnTo>
                    <a:pt x="7978" y="2501"/>
                  </a:lnTo>
                  <a:cubicBezTo>
                    <a:pt x="8336" y="2501"/>
                    <a:pt x="8693" y="2358"/>
                    <a:pt x="8931" y="2096"/>
                  </a:cubicBezTo>
                  <a:cubicBezTo>
                    <a:pt x="9336" y="1644"/>
                    <a:pt x="9360" y="1001"/>
                    <a:pt x="9050" y="525"/>
                  </a:cubicBezTo>
                  <a:cubicBezTo>
                    <a:pt x="8764" y="191"/>
                    <a:pt x="8383" y="1"/>
                    <a:pt x="797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98"/>
            <p:cNvSpPr/>
            <p:nvPr/>
          </p:nvSpPr>
          <p:spPr>
            <a:xfrm>
              <a:off x="3112478" y="2588230"/>
              <a:ext cx="279068" cy="74597"/>
            </a:xfrm>
            <a:custGeom>
              <a:rect b="b" l="l" r="r" t="t"/>
              <a:pathLst>
                <a:path extrusionOk="0" h="2502" w="9360">
                  <a:moveTo>
                    <a:pt x="1" y="1"/>
                  </a:moveTo>
                  <a:lnTo>
                    <a:pt x="1" y="1239"/>
                  </a:lnTo>
                  <a:lnTo>
                    <a:pt x="1" y="2501"/>
                  </a:lnTo>
                  <a:lnTo>
                    <a:pt x="7978" y="2501"/>
                  </a:lnTo>
                  <a:cubicBezTo>
                    <a:pt x="8360" y="2501"/>
                    <a:pt x="8717" y="2335"/>
                    <a:pt x="8955" y="2049"/>
                  </a:cubicBezTo>
                  <a:cubicBezTo>
                    <a:pt x="9360" y="1573"/>
                    <a:pt x="9360" y="882"/>
                    <a:pt x="8955" y="406"/>
                  </a:cubicBezTo>
                  <a:cubicBezTo>
                    <a:pt x="8693" y="144"/>
                    <a:pt x="8336" y="1"/>
                    <a:pt x="7978"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98"/>
            <p:cNvSpPr/>
            <p:nvPr/>
          </p:nvSpPr>
          <p:spPr>
            <a:xfrm>
              <a:off x="3112478" y="2464705"/>
              <a:ext cx="279068" cy="74567"/>
            </a:xfrm>
            <a:custGeom>
              <a:rect b="b" l="l" r="r" t="t"/>
              <a:pathLst>
                <a:path extrusionOk="0" h="2501" w="9360">
                  <a:moveTo>
                    <a:pt x="1" y="0"/>
                  </a:moveTo>
                  <a:lnTo>
                    <a:pt x="1" y="1239"/>
                  </a:lnTo>
                  <a:lnTo>
                    <a:pt x="1" y="2501"/>
                  </a:lnTo>
                  <a:lnTo>
                    <a:pt x="7978" y="2501"/>
                  </a:lnTo>
                  <a:cubicBezTo>
                    <a:pt x="8360" y="2501"/>
                    <a:pt x="8717" y="2358"/>
                    <a:pt x="8955" y="2048"/>
                  </a:cubicBezTo>
                  <a:cubicBezTo>
                    <a:pt x="9360" y="1572"/>
                    <a:pt x="9360" y="881"/>
                    <a:pt x="8955" y="405"/>
                  </a:cubicBezTo>
                  <a:cubicBezTo>
                    <a:pt x="8693" y="143"/>
                    <a:pt x="8336" y="0"/>
                    <a:pt x="7978"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98"/>
            <p:cNvSpPr/>
            <p:nvPr/>
          </p:nvSpPr>
          <p:spPr>
            <a:xfrm>
              <a:off x="3334722" y="2711069"/>
              <a:ext cx="53279" cy="74597"/>
            </a:xfrm>
            <a:custGeom>
              <a:rect b="b" l="l" r="r" t="t"/>
              <a:pathLst>
                <a:path extrusionOk="0" h="2502" w="1787">
                  <a:moveTo>
                    <a:pt x="1" y="1"/>
                  </a:moveTo>
                  <a:cubicBezTo>
                    <a:pt x="215" y="1"/>
                    <a:pt x="429" y="72"/>
                    <a:pt x="596" y="167"/>
                  </a:cubicBezTo>
                  <a:cubicBezTo>
                    <a:pt x="786" y="239"/>
                    <a:pt x="929" y="358"/>
                    <a:pt x="1048" y="548"/>
                  </a:cubicBezTo>
                  <a:cubicBezTo>
                    <a:pt x="1191" y="763"/>
                    <a:pt x="1287" y="1025"/>
                    <a:pt x="1287" y="1263"/>
                  </a:cubicBezTo>
                  <a:cubicBezTo>
                    <a:pt x="1287" y="1501"/>
                    <a:pt x="1191" y="1763"/>
                    <a:pt x="1048" y="1977"/>
                  </a:cubicBezTo>
                  <a:cubicBezTo>
                    <a:pt x="810" y="2311"/>
                    <a:pt x="429" y="2501"/>
                    <a:pt x="1" y="2501"/>
                  </a:cubicBezTo>
                  <a:lnTo>
                    <a:pt x="524" y="2501"/>
                  </a:lnTo>
                  <a:cubicBezTo>
                    <a:pt x="929" y="2501"/>
                    <a:pt x="1310" y="2311"/>
                    <a:pt x="1549" y="1977"/>
                  </a:cubicBezTo>
                  <a:cubicBezTo>
                    <a:pt x="1715" y="1763"/>
                    <a:pt x="1787" y="1525"/>
                    <a:pt x="1787" y="1263"/>
                  </a:cubicBezTo>
                  <a:cubicBezTo>
                    <a:pt x="1787" y="1025"/>
                    <a:pt x="1739" y="763"/>
                    <a:pt x="1549" y="548"/>
                  </a:cubicBezTo>
                  <a:cubicBezTo>
                    <a:pt x="1429" y="406"/>
                    <a:pt x="1287" y="239"/>
                    <a:pt x="1120" y="167"/>
                  </a:cubicBezTo>
                  <a:cubicBezTo>
                    <a:pt x="929" y="72"/>
                    <a:pt x="715" y="1"/>
                    <a:pt x="524"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98"/>
            <p:cNvSpPr/>
            <p:nvPr/>
          </p:nvSpPr>
          <p:spPr>
            <a:xfrm>
              <a:off x="3334722" y="2588945"/>
              <a:ext cx="53279" cy="74597"/>
            </a:xfrm>
            <a:custGeom>
              <a:rect b="b" l="l" r="r" t="t"/>
              <a:pathLst>
                <a:path extrusionOk="0" h="2502" w="1787">
                  <a:moveTo>
                    <a:pt x="1" y="1"/>
                  </a:moveTo>
                  <a:cubicBezTo>
                    <a:pt x="215" y="1"/>
                    <a:pt x="429" y="48"/>
                    <a:pt x="596" y="144"/>
                  </a:cubicBezTo>
                  <a:cubicBezTo>
                    <a:pt x="786" y="239"/>
                    <a:pt x="929" y="358"/>
                    <a:pt x="1048" y="525"/>
                  </a:cubicBezTo>
                  <a:cubicBezTo>
                    <a:pt x="1191" y="739"/>
                    <a:pt x="1287" y="1001"/>
                    <a:pt x="1287" y="1239"/>
                  </a:cubicBezTo>
                  <a:cubicBezTo>
                    <a:pt x="1287" y="1477"/>
                    <a:pt x="1191" y="1739"/>
                    <a:pt x="1048" y="1953"/>
                  </a:cubicBezTo>
                  <a:cubicBezTo>
                    <a:pt x="810" y="2287"/>
                    <a:pt x="429" y="2501"/>
                    <a:pt x="1" y="2501"/>
                  </a:cubicBezTo>
                  <a:lnTo>
                    <a:pt x="524" y="2501"/>
                  </a:lnTo>
                  <a:cubicBezTo>
                    <a:pt x="929" y="2501"/>
                    <a:pt x="1310" y="2287"/>
                    <a:pt x="1549" y="1953"/>
                  </a:cubicBezTo>
                  <a:cubicBezTo>
                    <a:pt x="1715" y="1763"/>
                    <a:pt x="1787" y="1525"/>
                    <a:pt x="1787" y="1239"/>
                  </a:cubicBezTo>
                  <a:cubicBezTo>
                    <a:pt x="1787" y="977"/>
                    <a:pt x="1739" y="715"/>
                    <a:pt x="1549" y="525"/>
                  </a:cubicBezTo>
                  <a:cubicBezTo>
                    <a:pt x="1429" y="382"/>
                    <a:pt x="1287" y="239"/>
                    <a:pt x="1120" y="144"/>
                  </a:cubicBezTo>
                  <a:cubicBezTo>
                    <a:pt x="929" y="48"/>
                    <a:pt x="715" y="1"/>
                    <a:pt x="52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98"/>
            <p:cNvSpPr/>
            <p:nvPr/>
          </p:nvSpPr>
          <p:spPr>
            <a:xfrm>
              <a:off x="3334722" y="2464705"/>
              <a:ext cx="53279" cy="74567"/>
            </a:xfrm>
            <a:custGeom>
              <a:rect b="b" l="l" r="r" t="t"/>
              <a:pathLst>
                <a:path extrusionOk="0" h="2501" w="1787">
                  <a:moveTo>
                    <a:pt x="1" y="0"/>
                  </a:moveTo>
                  <a:cubicBezTo>
                    <a:pt x="215" y="0"/>
                    <a:pt x="429" y="48"/>
                    <a:pt x="596" y="143"/>
                  </a:cubicBezTo>
                  <a:cubicBezTo>
                    <a:pt x="786" y="238"/>
                    <a:pt x="929" y="357"/>
                    <a:pt x="1048" y="524"/>
                  </a:cubicBezTo>
                  <a:cubicBezTo>
                    <a:pt x="1191" y="738"/>
                    <a:pt x="1287" y="1000"/>
                    <a:pt x="1287" y="1239"/>
                  </a:cubicBezTo>
                  <a:cubicBezTo>
                    <a:pt x="1287" y="1477"/>
                    <a:pt x="1191" y="1739"/>
                    <a:pt x="1048" y="1953"/>
                  </a:cubicBezTo>
                  <a:cubicBezTo>
                    <a:pt x="810" y="2286"/>
                    <a:pt x="429" y="2501"/>
                    <a:pt x="1" y="2501"/>
                  </a:cubicBezTo>
                  <a:lnTo>
                    <a:pt x="524" y="2501"/>
                  </a:lnTo>
                  <a:cubicBezTo>
                    <a:pt x="929" y="2501"/>
                    <a:pt x="1310" y="2286"/>
                    <a:pt x="1549" y="1953"/>
                  </a:cubicBezTo>
                  <a:cubicBezTo>
                    <a:pt x="1715" y="1762"/>
                    <a:pt x="1787" y="1524"/>
                    <a:pt x="1787" y="1239"/>
                  </a:cubicBezTo>
                  <a:cubicBezTo>
                    <a:pt x="1787" y="1000"/>
                    <a:pt x="1739" y="738"/>
                    <a:pt x="1549" y="524"/>
                  </a:cubicBezTo>
                  <a:cubicBezTo>
                    <a:pt x="1429" y="381"/>
                    <a:pt x="1287" y="238"/>
                    <a:pt x="1120" y="143"/>
                  </a:cubicBezTo>
                  <a:cubicBezTo>
                    <a:pt x="929" y="48"/>
                    <a:pt x="715" y="0"/>
                    <a:pt x="524"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98"/>
            <p:cNvSpPr/>
            <p:nvPr/>
          </p:nvSpPr>
          <p:spPr>
            <a:xfrm>
              <a:off x="3052848" y="2453345"/>
              <a:ext cx="97286" cy="97286"/>
            </a:xfrm>
            <a:custGeom>
              <a:rect b="b" l="l" r="r" t="t"/>
              <a:pathLst>
                <a:path extrusionOk="0" h="3263" w="3263">
                  <a:moveTo>
                    <a:pt x="1643" y="0"/>
                  </a:moveTo>
                  <a:cubicBezTo>
                    <a:pt x="738" y="0"/>
                    <a:pt x="0" y="715"/>
                    <a:pt x="0" y="1620"/>
                  </a:cubicBezTo>
                  <a:cubicBezTo>
                    <a:pt x="0" y="2524"/>
                    <a:pt x="738" y="3263"/>
                    <a:pt x="1643" y="3263"/>
                  </a:cubicBezTo>
                  <a:cubicBezTo>
                    <a:pt x="2525" y="3263"/>
                    <a:pt x="3263" y="2524"/>
                    <a:pt x="3263" y="1620"/>
                  </a:cubicBezTo>
                  <a:cubicBezTo>
                    <a:pt x="3263" y="715"/>
                    <a:pt x="2525" y="0"/>
                    <a:pt x="164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98"/>
            <p:cNvSpPr/>
            <p:nvPr/>
          </p:nvSpPr>
          <p:spPr>
            <a:xfrm>
              <a:off x="3074851" y="2454746"/>
              <a:ext cx="74567" cy="95885"/>
            </a:xfrm>
            <a:custGeom>
              <a:rect b="b" l="l" r="r" t="t"/>
              <a:pathLst>
                <a:path extrusionOk="0" h="3216" w="2501">
                  <a:moveTo>
                    <a:pt x="1334" y="1"/>
                  </a:moveTo>
                  <a:lnTo>
                    <a:pt x="1334" y="1"/>
                  </a:lnTo>
                  <a:cubicBezTo>
                    <a:pt x="1787" y="310"/>
                    <a:pt x="2096" y="810"/>
                    <a:pt x="2096" y="1382"/>
                  </a:cubicBezTo>
                  <a:cubicBezTo>
                    <a:pt x="2096" y="2287"/>
                    <a:pt x="1334" y="3001"/>
                    <a:pt x="453" y="3001"/>
                  </a:cubicBezTo>
                  <a:cubicBezTo>
                    <a:pt x="310" y="3001"/>
                    <a:pt x="143" y="2978"/>
                    <a:pt x="0" y="2954"/>
                  </a:cubicBezTo>
                  <a:lnTo>
                    <a:pt x="0" y="2954"/>
                  </a:lnTo>
                  <a:cubicBezTo>
                    <a:pt x="239" y="3120"/>
                    <a:pt x="548" y="3216"/>
                    <a:pt x="858" y="3216"/>
                  </a:cubicBezTo>
                  <a:cubicBezTo>
                    <a:pt x="1787" y="3216"/>
                    <a:pt x="2501" y="2477"/>
                    <a:pt x="2501" y="1573"/>
                  </a:cubicBezTo>
                  <a:cubicBezTo>
                    <a:pt x="2501" y="834"/>
                    <a:pt x="2001" y="215"/>
                    <a:pt x="1334"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98"/>
            <p:cNvSpPr/>
            <p:nvPr/>
          </p:nvSpPr>
          <p:spPr>
            <a:xfrm>
              <a:off x="3052848" y="2576184"/>
              <a:ext cx="97286" cy="98002"/>
            </a:xfrm>
            <a:custGeom>
              <a:rect b="b" l="l" r="r" t="t"/>
              <a:pathLst>
                <a:path extrusionOk="0" h="3287" w="3263">
                  <a:moveTo>
                    <a:pt x="1643" y="0"/>
                  </a:moveTo>
                  <a:cubicBezTo>
                    <a:pt x="738" y="0"/>
                    <a:pt x="0" y="738"/>
                    <a:pt x="0" y="1643"/>
                  </a:cubicBezTo>
                  <a:cubicBezTo>
                    <a:pt x="0" y="2548"/>
                    <a:pt x="738" y="3286"/>
                    <a:pt x="1643" y="3286"/>
                  </a:cubicBezTo>
                  <a:cubicBezTo>
                    <a:pt x="2525" y="3286"/>
                    <a:pt x="3263" y="2548"/>
                    <a:pt x="3263" y="1643"/>
                  </a:cubicBezTo>
                  <a:cubicBezTo>
                    <a:pt x="3263" y="738"/>
                    <a:pt x="2525" y="0"/>
                    <a:pt x="164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98"/>
            <p:cNvSpPr/>
            <p:nvPr/>
          </p:nvSpPr>
          <p:spPr>
            <a:xfrm>
              <a:off x="3074851" y="2578301"/>
              <a:ext cx="74567" cy="95885"/>
            </a:xfrm>
            <a:custGeom>
              <a:rect b="b" l="l" r="r" t="t"/>
              <a:pathLst>
                <a:path extrusionOk="0" h="3216" w="2501">
                  <a:moveTo>
                    <a:pt x="1334" y="0"/>
                  </a:moveTo>
                  <a:lnTo>
                    <a:pt x="1334" y="0"/>
                  </a:lnTo>
                  <a:cubicBezTo>
                    <a:pt x="1787" y="286"/>
                    <a:pt x="2096" y="810"/>
                    <a:pt x="2096" y="1358"/>
                  </a:cubicBezTo>
                  <a:cubicBezTo>
                    <a:pt x="2096" y="2287"/>
                    <a:pt x="1334" y="3001"/>
                    <a:pt x="453" y="3001"/>
                  </a:cubicBezTo>
                  <a:cubicBezTo>
                    <a:pt x="310" y="3001"/>
                    <a:pt x="143" y="2977"/>
                    <a:pt x="0" y="2953"/>
                  </a:cubicBezTo>
                  <a:lnTo>
                    <a:pt x="0" y="2953"/>
                  </a:lnTo>
                  <a:cubicBezTo>
                    <a:pt x="239" y="3120"/>
                    <a:pt x="548" y="3215"/>
                    <a:pt x="858" y="3215"/>
                  </a:cubicBezTo>
                  <a:cubicBezTo>
                    <a:pt x="1787" y="3215"/>
                    <a:pt x="2501" y="2477"/>
                    <a:pt x="2501" y="1572"/>
                  </a:cubicBezTo>
                  <a:cubicBezTo>
                    <a:pt x="2501" y="834"/>
                    <a:pt x="2001" y="215"/>
                    <a:pt x="1334"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98"/>
            <p:cNvSpPr/>
            <p:nvPr/>
          </p:nvSpPr>
          <p:spPr>
            <a:xfrm>
              <a:off x="3052848" y="2699709"/>
              <a:ext cx="97286" cy="98032"/>
            </a:xfrm>
            <a:custGeom>
              <a:rect b="b" l="l" r="r" t="t"/>
              <a:pathLst>
                <a:path extrusionOk="0" h="3288" w="3263">
                  <a:moveTo>
                    <a:pt x="1643" y="1"/>
                  </a:moveTo>
                  <a:cubicBezTo>
                    <a:pt x="738" y="1"/>
                    <a:pt x="0" y="739"/>
                    <a:pt x="0" y="1644"/>
                  </a:cubicBezTo>
                  <a:cubicBezTo>
                    <a:pt x="0" y="2549"/>
                    <a:pt x="738" y="3287"/>
                    <a:pt x="1643" y="3287"/>
                  </a:cubicBezTo>
                  <a:cubicBezTo>
                    <a:pt x="2525" y="3287"/>
                    <a:pt x="3263" y="2549"/>
                    <a:pt x="3263" y="1644"/>
                  </a:cubicBezTo>
                  <a:cubicBezTo>
                    <a:pt x="3263" y="739"/>
                    <a:pt x="2525" y="1"/>
                    <a:pt x="1643"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98"/>
            <p:cNvSpPr/>
            <p:nvPr/>
          </p:nvSpPr>
          <p:spPr>
            <a:xfrm>
              <a:off x="3074851" y="2701856"/>
              <a:ext cx="74567" cy="95885"/>
            </a:xfrm>
            <a:custGeom>
              <a:rect b="b" l="l" r="r" t="t"/>
              <a:pathLst>
                <a:path extrusionOk="0" h="3216" w="2501">
                  <a:moveTo>
                    <a:pt x="1334" y="0"/>
                  </a:moveTo>
                  <a:lnTo>
                    <a:pt x="1334" y="0"/>
                  </a:lnTo>
                  <a:cubicBezTo>
                    <a:pt x="1787" y="286"/>
                    <a:pt x="2096" y="786"/>
                    <a:pt x="2096" y="1358"/>
                  </a:cubicBezTo>
                  <a:cubicBezTo>
                    <a:pt x="2096" y="2286"/>
                    <a:pt x="1334" y="3001"/>
                    <a:pt x="453" y="3001"/>
                  </a:cubicBezTo>
                  <a:cubicBezTo>
                    <a:pt x="310" y="3001"/>
                    <a:pt x="143" y="2977"/>
                    <a:pt x="0" y="2929"/>
                  </a:cubicBezTo>
                  <a:lnTo>
                    <a:pt x="0" y="2929"/>
                  </a:lnTo>
                  <a:cubicBezTo>
                    <a:pt x="239" y="3120"/>
                    <a:pt x="548" y="3215"/>
                    <a:pt x="858" y="3215"/>
                  </a:cubicBezTo>
                  <a:cubicBezTo>
                    <a:pt x="1787" y="3215"/>
                    <a:pt x="2501" y="2453"/>
                    <a:pt x="2501" y="1572"/>
                  </a:cubicBezTo>
                  <a:cubicBezTo>
                    <a:pt x="2501" y="834"/>
                    <a:pt x="2001" y="191"/>
                    <a:pt x="1334"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98"/>
            <p:cNvSpPr/>
            <p:nvPr/>
          </p:nvSpPr>
          <p:spPr>
            <a:xfrm>
              <a:off x="3184900" y="2485993"/>
              <a:ext cx="167590" cy="10674"/>
            </a:xfrm>
            <a:custGeom>
              <a:rect b="b" l="l" r="r" t="t"/>
              <a:pathLst>
                <a:path extrusionOk="0" h="358" w="5621">
                  <a:moveTo>
                    <a:pt x="191" y="1"/>
                  </a:moveTo>
                  <a:cubicBezTo>
                    <a:pt x="96" y="1"/>
                    <a:pt x="1" y="48"/>
                    <a:pt x="1" y="143"/>
                  </a:cubicBezTo>
                  <a:cubicBezTo>
                    <a:pt x="1" y="263"/>
                    <a:pt x="96" y="358"/>
                    <a:pt x="191" y="358"/>
                  </a:cubicBezTo>
                  <a:lnTo>
                    <a:pt x="5454" y="358"/>
                  </a:lnTo>
                  <a:cubicBezTo>
                    <a:pt x="5549" y="358"/>
                    <a:pt x="5621" y="286"/>
                    <a:pt x="5621" y="215"/>
                  </a:cubicBezTo>
                  <a:cubicBezTo>
                    <a:pt x="5621" y="96"/>
                    <a:pt x="5573"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98"/>
            <p:cNvSpPr/>
            <p:nvPr/>
          </p:nvSpPr>
          <p:spPr>
            <a:xfrm>
              <a:off x="3184900" y="2507996"/>
              <a:ext cx="167590" cy="10704"/>
            </a:xfrm>
            <a:custGeom>
              <a:rect b="b" l="l" r="r" t="t"/>
              <a:pathLst>
                <a:path extrusionOk="0" h="359" w="5621">
                  <a:moveTo>
                    <a:pt x="191" y="1"/>
                  </a:moveTo>
                  <a:cubicBezTo>
                    <a:pt x="96" y="1"/>
                    <a:pt x="1" y="72"/>
                    <a:pt x="1" y="144"/>
                  </a:cubicBezTo>
                  <a:cubicBezTo>
                    <a:pt x="1" y="239"/>
                    <a:pt x="96" y="358"/>
                    <a:pt x="191" y="358"/>
                  </a:cubicBezTo>
                  <a:lnTo>
                    <a:pt x="5454" y="358"/>
                  </a:lnTo>
                  <a:cubicBezTo>
                    <a:pt x="5549" y="358"/>
                    <a:pt x="5621" y="287"/>
                    <a:pt x="5621" y="215"/>
                  </a:cubicBezTo>
                  <a:cubicBezTo>
                    <a:pt x="5621" y="96"/>
                    <a:pt x="5573"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98"/>
            <p:cNvSpPr/>
            <p:nvPr/>
          </p:nvSpPr>
          <p:spPr>
            <a:xfrm>
              <a:off x="3045751" y="2448276"/>
              <a:ext cx="351489" cy="108050"/>
            </a:xfrm>
            <a:custGeom>
              <a:rect b="b" l="l" r="r" t="t"/>
              <a:pathLst>
                <a:path extrusionOk="0" h="3624" w="11789">
                  <a:moveTo>
                    <a:pt x="1881" y="361"/>
                  </a:moveTo>
                  <a:cubicBezTo>
                    <a:pt x="2667" y="361"/>
                    <a:pt x="3334" y="1027"/>
                    <a:pt x="3334" y="1837"/>
                  </a:cubicBezTo>
                  <a:cubicBezTo>
                    <a:pt x="3334" y="2623"/>
                    <a:pt x="2667" y="3290"/>
                    <a:pt x="1881" y="3290"/>
                  </a:cubicBezTo>
                  <a:cubicBezTo>
                    <a:pt x="1072" y="3290"/>
                    <a:pt x="405" y="2623"/>
                    <a:pt x="405" y="1837"/>
                  </a:cubicBezTo>
                  <a:cubicBezTo>
                    <a:pt x="405" y="1027"/>
                    <a:pt x="1072" y="361"/>
                    <a:pt x="1881" y="361"/>
                  </a:cubicBezTo>
                  <a:close/>
                  <a:moveTo>
                    <a:pt x="1884" y="1"/>
                  </a:moveTo>
                  <a:cubicBezTo>
                    <a:pt x="1851" y="1"/>
                    <a:pt x="1819" y="2"/>
                    <a:pt x="1786" y="3"/>
                  </a:cubicBezTo>
                  <a:cubicBezTo>
                    <a:pt x="857" y="27"/>
                    <a:pt x="119" y="789"/>
                    <a:pt x="48" y="1694"/>
                  </a:cubicBezTo>
                  <a:cubicBezTo>
                    <a:pt x="0" y="2742"/>
                    <a:pt x="834" y="3623"/>
                    <a:pt x="1834" y="3623"/>
                  </a:cubicBezTo>
                  <a:cubicBezTo>
                    <a:pt x="2262" y="3623"/>
                    <a:pt x="2620" y="3457"/>
                    <a:pt x="2905" y="3266"/>
                  </a:cubicBezTo>
                  <a:lnTo>
                    <a:pt x="8240" y="3266"/>
                  </a:lnTo>
                  <a:cubicBezTo>
                    <a:pt x="8335" y="3266"/>
                    <a:pt x="8430" y="3195"/>
                    <a:pt x="8430" y="3099"/>
                  </a:cubicBezTo>
                  <a:cubicBezTo>
                    <a:pt x="8430" y="2980"/>
                    <a:pt x="8359" y="2885"/>
                    <a:pt x="8240" y="2885"/>
                  </a:cubicBezTo>
                  <a:lnTo>
                    <a:pt x="3263" y="2885"/>
                  </a:lnTo>
                  <a:cubicBezTo>
                    <a:pt x="3501" y="2599"/>
                    <a:pt x="3620" y="2218"/>
                    <a:pt x="3620" y="1790"/>
                  </a:cubicBezTo>
                  <a:cubicBezTo>
                    <a:pt x="3620" y="1385"/>
                    <a:pt x="3477" y="1027"/>
                    <a:pt x="3263" y="694"/>
                  </a:cubicBezTo>
                  <a:lnTo>
                    <a:pt x="10216" y="694"/>
                  </a:lnTo>
                  <a:cubicBezTo>
                    <a:pt x="10574" y="694"/>
                    <a:pt x="10883" y="861"/>
                    <a:pt x="11098" y="1170"/>
                  </a:cubicBezTo>
                  <a:cubicBezTo>
                    <a:pt x="11360" y="1551"/>
                    <a:pt x="11360" y="2028"/>
                    <a:pt x="11098" y="2409"/>
                  </a:cubicBezTo>
                  <a:cubicBezTo>
                    <a:pt x="10883" y="2718"/>
                    <a:pt x="10574" y="2885"/>
                    <a:pt x="10216" y="2885"/>
                  </a:cubicBezTo>
                  <a:lnTo>
                    <a:pt x="9073" y="2885"/>
                  </a:lnTo>
                  <a:cubicBezTo>
                    <a:pt x="8978" y="2885"/>
                    <a:pt x="8907" y="2956"/>
                    <a:pt x="8907" y="3052"/>
                  </a:cubicBezTo>
                  <a:cubicBezTo>
                    <a:pt x="8907" y="3171"/>
                    <a:pt x="8954" y="3266"/>
                    <a:pt x="9073" y="3266"/>
                  </a:cubicBezTo>
                  <a:lnTo>
                    <a:pt x="10240" y="3266"/>
                  </a:lnTo>
                  <a:cubicBezTo>
                    <a:pt x="10717" y="3266"/>
                    <a:pt x="11121" y="3028"/>
                    <a:pt x="11431" y="2623"/>
                  </a:cubicBezTo>
                  <a:cubicBezTo>
                    <a:pt x="11788" y="2123"/>
                    <a:pt x="11788" y="1480"/>
                    <a:pt x="11431" y="1004"/>
                  </a:cubicBezTo>
                  <a:cubicBezTo>
                    <a:pt x="11169" y="599"/>
                    <a:pt x="10717" y="361"/>
                    <a:pt x="10240" y="361"/>
                  </a:cubicBezTo>
                  <a:lnTo>
                    <a:pt x="2953" y="361"/>
                  </a:lnTo>
                  <a:cubicBezTo>
                    <a:pt x="2644" y="140"/>
                    <a:pt x="2294" y="1"/>
                    <a:pt x="18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98"/>
            <p:cNvSpPr/>
            <p:nvPr/>
          </p:nvSpPr>
          <p:spPr>
            <a:xfrm>
              <a:off x="3079115" y="2475349"/>
              <a:ext cx="42635" cy="50626"/>
            </a:xfrm>
            <a:custGeom>
              <a:rect b="b" l="l" r="r" t="t"/>
              <a:pathLst>
                <a:path extrusionOk="0" h="1698" w="1430">
                  <a:moveTo>
                    <a:pt x="762" y="596"/>
                  </a:moveTo>
                  <a:lnTo>
                    <a:pt x="905" y="1001"/>
                  </a:lnTo>
                  <a:lnTo>
                    <a:pt x="572" y="1001"/>
                  </a:lnTo>
                  <a:lnTo>
                    <a:pt x="762" y="596"/>
                  </a:lnTo>
                  <a:close/>
                  <a:moveTo>
                    <a:pt x="715" y="0"/>
                  </a:moveTo>
                  <a:cubicBezTo>
                    <a:pt x="643" y="0"/>
                    <a:pt x="572" y="48"/>
                    <a:pt x="548" y="119"/>
                  </a:cubicBezTo>
                  <a:lnTo>
                    <a:pt x="48" y="1453"/>
                  </a:lnTo>
                  <a:cubicBezTo>
                    <a:pt x="0" y="1548"/>
                    <a:pt x="48" y="1667"/>
                    <a:pt x="119" y="1691"/>
                  </a:cubicBezTo>
                  <a:lnTo>
                    <a:pt x="191" y="1691"/>
                  </a:lnTo>
                  <a:cubicBezTo>
                    <a:pt x="238" y="1691"/>
                    <a:pt x="334" y="1667"/>
                    <a:pt x="334" y="1572"/>
                  </a:cubicBezTo>
                  <a:lnTo>
                    <a:pt x="429" y="1358"/>
                  </a:lnTo>
                  <a:lnTo>
                    <a:pt x="1001" y="1358"/>
                  </a:lnTo>
                  <a:lnTo>
                    <a:pt x="1072" y="1572"/>
                  </a:lnTo>
                  <a:cubicBezTo>
                    <a:pt x="1111" y="1651"/>
                    <a:pt x="1167" y="1697"/>
                    <a:pt x="1239" y="1697"/>
                  </a:cubicBezTo>
                  <a:cubicBezTo>
                    <a:pt x="1254" y="1697"/>
                    <a:pt x="1270" y="1695"/>
                    <a:pt x="1286" y="1691"/>
                  </a:cubicBezTo>
                  <a:cubicBezTo>
                    <a:pt x="1382" y="1667"/>
                    <a:pt x="1429" y="1572"/>
                    <a:pt x="1405" y="1453"/>
                  </a:cubicBezTo>
                  <a:lnTo>
                    <a:pt x="905" y="119"/>
                  </a:lnTo>
                  <a:cubicBezTo>
                    <a:pt x="881" y="24"/>
                    <a:pt x="78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98"/>
            <p:cNvSpPr/>
            <p:nvPr/>
          </p:nvSpPr>
          <p:spPr>
            <a:xfrm>
              <a:off x="3185615" y="2608116"/>
              <a:ext cx="168306" cy="10674"/>
            </a:xfrm>
            <a:custGeom>
              <a:rect b="b" l="l" r="r" t="t"/>
              <a:pathLst>
                <a:path extrusionOk="0" h="358" w="5645">
                  <a:moveTo>
                    <a:pt x="191" y="1"/>
                  </a:moveTo>
                  <a:cubicBezTo>
                    <a:pt x="96" y="1"/>
                    <a:pt x="1" y="72"/>
                    <a:pt x="1" y="167"/>
                  </a:cubicBezTo>
                  <a:cubicBezTo>
                    <a:pt x="1" y="286"/>
                    <a:pt x="72" y="358"/>
                    <a:pt x="191" y="358"/>
                  </a:cubicBezTo>
                  <a:lnTo>
                    <a:pt x="5454" y="358"/>
                  </a:lnTo>
                  <a:cubicBezTo>
                    <a:pt x="5549" y="358"/>
                    <a:pt x="5621" y="310"/>
                    <a:pt x="5621" y="215"/>
                  </a:cubicBezTo>
                  <a:cubicBezTo>
                    <a:pt x="5645" y="96"/>
                    <a:pt x="5549"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98"/>
            <p:cNvSpPr/>
            <p:nvPr/>
          </p:nvSpPr>
          <p:spPr>
            <a:xfrm>
              <a:off x="3185615" y="2631551"/>
              <a:ext cx="168306" cy="10674"/>
            </a:xfrm>
            <a:custGeom>
              <a:rect b="b" l="l" r="r" t="t"/>
              <a:pathLst>
                <a:path extrusionOk="0" h="358" w="5645">
                  <a:moveTo>
                    <a:pt x="191" y="1"/>
                  </a:moveTo>
                  <a:cubicBezTo>
                    <a:pt x="96" y="1"/>
                    <a:pt x="1" y="48"/>
                    <a:pt x="1" y="143"/>
                  </a:cubicBezTo>
                  <a:cubicBezTo>
                    <a:pt x="1" y="262"/>
                    <a:pt x="72" y="358"/>
                    <a:pt x="191" y="358"/>
                  </a:cubicBezTo>
                  <a:lnTo>
                    <a:pt x="5454" y="358"/>
                  </a:lnTo>
                  <a:cubicBezTo>
                    <a:pt x="5549" y="358"/>
                    <a:pt x="5621" y="286"/>
                    <a:pt x="5621" y="215"/>
                  </a:cubicBezTo>
                  <a:cubicBezTo>
                    <a:pt x="5645" y="96"/>
                    <a:pt x="5549"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98"/>
            <p:cNvSpPr/>
            <p:nvPr/>
          </p:nvSpPr>
          <p:spPr>
            <a:xfrm>
              <a:off x="3045751" y="2571831"/>
              <a:ext cx="350773" cy="107334"/>
            </a:xfrm>
            <a:custGeom>
              <a:rect b="b" l="l" r="r" t="t"/>
              <a:pathLst>
                <a:path extrusionOk="0" h="3600" w="11765">
                  <a:moveTo>
                    <a:pt x="10240" y="694"/>
                  </a:moveTo>
                  <a:cubicBezTo>
                    <a:pt x="10598" y="694"/>
                    <a:pt x="10931" y="860"/>
                    <a:pt x="11121" y="1170"/>
                  </a:cubicBezTo>
                  <a:cubicBezTo>
                    <a:pt x="11360" y="1551"/>
                    <a:pt x="11360" y="2051"/>
                    <a:pt x="11121" y="2408"/>
                  </a:cubicBezTo>
                  <a:cubicBezTo>
                    <a:pt x="10931" y="2718"/>
                    <a:pt x="10598" y="2885"/>
                    <a:pt x="10240" y="2885"/>
                  </a:cubicBezTo>
                  <a:lnTo>
                    <a:pt x="3310" y="2885"/>
                  </a:lnTo>
                  <a:cubicBezTo>
                    <a:pt x="3548" y="2599"/>
                    <a:pt x="3668" y="2218"/>
                    <a:pt x="3668" y="1789"/>
                  </a:cubicBezTo>
                  <a:cubicBezTo>
                    <a:pt x="3668" y="1384"/>
                    <a:pt x="3501" y="1027"/>
                    <a:pt x="3310" y="694"/>
                  </a:cubicBezTo>
                  <a:close/>
                  <a:moveTo>
                    <a:pt x="1881" y="337"/>
                  </a:moveTo>
                  <a:cubicBezTo>
                    <a:pt x="2667" y="337"/>
                    <a:pt x="3334" y="980"/>
                    <a:pt x="3334" y="1789"/>
                  </a:cubicBezTo>
                  <a:cubicBezTo>
                    <a:pt x="3286" y="2599"/>
                    <a:pt x="2643" y="3242"/>
                    <a:pt x="1881" y="3242"/>
                  </a:cubicBezTo>
                  <a:cubicBezTo>
                    <a:pt x="1072" y="3242"/>
                    <a:pt x="405" y="2599"/>
                    <a:pt x="405" y="1789"/>
                  </a:cubicBezTo>
                  <a:cubicBezTo>
                    <a:pt x="405" y="980"/>
                    <a:pt x="1072" y="337"/>
                    <a:pt x="1881" y="337"/>
                  </a:cubicBezTo>
                  <a:close/>
                  <a:moveTo>
                    <a:pt x="1884" y="1"/>
                  </a:moveTo>
                  <a:cubicBezTo>
                    <a:pt x="1851" y="1"/>
                    <a:pt x="1819" y="1"/>
                    <a:pt x="1786" y="3"/>
                  </a:cubicBezTo>
                  <a:cubicBezTo>
                    <a:pt x="857" y="27"/>
                    <a:pt x="119" y="789"/>
                    <a:pt x="48" y="1694"/>
                  </a:cubicBezTo>
                  <a:cubicBezTo>
                    <a:pt x="0" y="2742"/>
                    <a:pt x="834" y="3599"/>
                    <a:pt x="1834" y="3599"/>
                  </a:cubicBezTo>
                  <a:cubicBezTo>
                    <a:pt x="2262" y="3599"/>
                    <a:pt x="2620" y="3456"/>
                    <a:pt x="2905" y="3242"/>
                  </a:cubicBezTo>
                  <a:lnTo>
                    <a:pt x="10216" y="3242"/>
                  </a:lnTo>
                  <a:cubicBezTo>
                    <a:pt x="10669" y="3242"/>
                    <a:pt x="11098" y="3004"/>
                    <a:pt x="11407" y="2623"/>
                  </a:cubicBezTo>
                  <a:cubicBezTo>
                    <a:pt x="11764" y="2123"/>
                    <a:pt x="11764" y="1456"/>
                    <a:pt x="11407" y="980"/>
                  </a:cubicBezTo>
                  <a:cubicBezTo>
                    <a:pt x="11121" y="598"/>
                    <a:pt x="10693" y="360"/>
                    <a:pt x="10240" y="360"/>
                  </a:cubicBezTo>
                  <a:lnTo>
                    <a:pt x="2953" y="360"/>
                  </a:lnTo>
                  <a:cubicBezTo>
                    <a:pt x="2644" y="139"/>
                    <a:pt x="2294" y="1"/>
                    <a:pt x="18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98"/>
            <p:cNvSpPr/>
            <p:nvPr/>
          </p:nvSpPr>
          <p:spPr>
            <a:xfrm>
              <a:off x="3084094" y="2600305"/>
              <a:ext cx="35510" cy="51878"/>
            </a:xfrm>
            <a:custGeom>
              <a:rect b="b" l="l" r="r" t="t"/>
              <a:pathLst>
                <a:path extrusionOk="0" h="1740" w="1191">
                  <a:moveTo>
                    <a:pt x="524" y="334"/>
                  </a:moveTo>
                  <a:cubicBezTo>
                    <a:pt x="595" y="334"/>
                    <a:pt x="643" y="358"/>
                    <a:pt x="667" y="453"/>
                  </a:cubicBezTo>
                  <a:cubicBezTo>
                    <a:pt x="714" y="548"/>
                    <a:pt x="619" y="620"/>
                    <a:pt x="524" y="620"/>
                  </a:cubicBezTo>
                  <a:lnTo>
                    <a:pt x="286" y="620"/>
                  </a:lnTo>
                  <a:lnTo>
                    <a:pt x="286" y="334"/>
                  </a:lnTo>
                  <a:close/>
                  <a:moveTo>
                    <a:pt x="619" y="953"/>
                  </a:moveTo>
                  <a:cubicBezTo>
                    <a:pt x="714" y="953"/>
                    <a:pt x="786" y="1025"/>
                    <a:pt x="834" y="1096"/>
                  </a:cubicBezTo>
                  <a:cubicBezTo>
                    <a:pt x="810" y="1263"/>
                    <a:pt x="738" y="1334"/>
                    <a:pt x="619" y="1334"/>
                  </a:cubicBezTo>
                  <a:lnTo>
                    <a:pt x="310" y="1334"/>
                  </a:lnTo>
                  <a:lnTo>
                    <a:pt x="310" y="953"/>
                  </a:lnTo>
                  <a:close/>
                  <a:moveTo>
                    <a:pt x="167" y="1"/>
                  </a:moveTo>
                  <a:cubicBezTo>
                    <a:pt x="71" y="1"/>
                    <a:pt x="0" y="96"/>
                    <a:pt x="0" y="191"/>
                  </a:cubicBezTo>
                  <a:lnTo>
                    <a:pt x="0" y="1549"/>
                  </a:lnTo>
                  <a:lnTo>
                    <a:pt x="0" y="1620"/>
                  </a:lnTo>
                  <a:cubicBezTo>
                    <a:pt x="24" y="1692"/>
                    <a:pt x="71" y="1739"/>
                    <a:pt x="167" y="1739"/>
                  </a:cubicBezTo>
                  <a:lnTo>
                    <a:pt x="643" y="1739"/>
                  </a:lnTo>
                  <a:cubicBezTo>
                    <a:pt x="953" y="1739"/>
                    <a:pt x="1191" y="1501"/>
                    <a:pt x="1191" y="1191"/>
                  </a:cubicBezTo>
                  <a:cubicBezTo>
                    <a:pt x="1143" y="977"/>
                    <a:pt x="1096" y="834"/>
                    <a:pt x="976" y="739"/>
                  </a:cubicBezTo>
                  <a:cubicBezTo>
                    <a:pt x="1024" y="668"/>
                    <a:pt x="1048" y="548"/>
                    <a:pt x="1024" y="382"/>
                  </a:cubicBezTo>
                  <a:cubicBezTo>
                    <a:pt x="1000" y="144"/>
                    <a:pt x="786"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98"/>
            <p:cNvSpPr/>
            <p:nvPr/>
          </p:nvSpPr>
          <p:spPr>
            <a:xfrm>
              <a:off x="3185615" y="2732387"/>
              <a:ext cx="168306" cy="10674"/>
            </a:xfrm>
            <a:custGeom>
              <a:rect b="b" l="l" r="r" t="t"/>
              <a:pathLst>
                <a:path extrusionOk="0" h="358" w="5645">
                  <a:moveTo>
                    <a:pt x="191" y="0"/>
                  </a:moveTo>
                  <a:cubicBezTo>
                    <a:pt x="96" y="0"/>
                    <a:pt x="1" y="72"/>
                    <a:pt x="1" y="167"/>
                  </a:cubicBezTo>
                  <a:cubicBezTo>
                    <a:pt x="1" y="286"/>
                    <a:pt x="72" y="357"/>
                    <a:pt x="191" y="357"/>
                  </a:cubicBezTo>
                  <a:lnTo>
                    <a:pt x="5454" y="357"/>
                  </a:lnTo>
                  <a:cubicBezTo>
                    <a:pt x="5549" y="357"/>
                    <a:pt x="5621" y="310"/>
                    <a:pt x="5621" y="215"/>
                  </a:cubicBezTo>
                  <a:cubicBezTo>
                    <a:pt x="5645" y="95"/>
                    <a:pt x="5549"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98"/>
            <p:cNvSpPr/>
            <p:nvPr/>
          </p:nvSpPr>
          <p:spPr>
            <a:xfrm>
              <a:off x="3185615" y="2755106"/>
              <a:ext cx="168306" cy="10674"/>
            </a:xfrm>
            <a:custGeom>
              <a:rect b="b" l="l" r="r" t="t"/>
              <a:pathLst>
                <a:path extrusionOk="0" h="358" w="5645">
                  <a:moveTo>
                    <a:pt x="191" y="0"/>
                  </a:moveTo>
                  <a:cubicBezTo>
                    <a:pt x="96" y="0"/>
                    <a:pt x="1" y="48"/>
                    <a:pt x="1" y="143"/>
                  </a:cubicBezTo>
                  <a:cubicBezTo>
                    <a:pt x="1" y="262"/>
                    <a:pt x="72" y="357"/>
                    <a:pt x="191" y="357"/>
                  </a:cubicBezTo>
                  <a:lnTo>
                    <a:pt x="5454" y="357"/>
                  </a:lnTo>
                  <a:cubicBezTo>
                    <a:pt x="5549" y="357"/>
                    <a:pt x="5621" y="286"/>
                    <a:pt x="5621" y="191"/>
                  </a:cubicBezTo>
                  <a:cubicBezTo>
                    <a:pt x="5645" y="72"/>
                    <a:pt x="5549"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98"/>
            <p:cNvSpPr/>
            <p:nvPr/>
          </p:nvSpPr>
          <p:spPr>
            <a:xfrm>
              <a:off x="3046437" y="2694044"/>
              <a:ext cx="351519" cy="107155"/>
            </a:xfrm>
            <a:custGeom>
              <a:rect b="b" l="l" r="r" t="t"/>
              <a:pathLst>
                <a:path extrusionOk="0" h="3594" w="11790">
                  <a:moveTo>
                    <a:pt x="10217" y="715"/>
                  </a:moveTo>
                  <a:cubicBezTo>
                    <a:pt x="10575" y="715"/>
                    <a:pt x="10908" y="905"/>
                    <a:pt x="11098" y="1191"/>
                  </a:cubicBezTo>
                  <a:cubicBezTo>
                    <a:pt x="11337" y="1572"/>
                    <a:pt x="11337" y="2072"/>
                    <a:pt x="11098" y="2453"/>
                  </a:cubicBezTo>
                  <a:cubicBezTo>
                    <a:pt x="10908" y="2763"/>
                    <a:pt x="10575" y="2929"/>
                    <a:pt x="10217" y="2929"/>
                  </a:cubicBezTo>
                  <a:lnTo>
                    <a:pt x="3287" y="2929"/>
                  </a:lnTo>
                  <a:cubicBezTo>
                    <a:pt x="3525" y="2644"/>
                    <a:pt x="3645" y="2239"/>
                    <a:pt x="3645" y="1834"/>
                  </a:cubicBezTo>
                  <a:cubicBezTo>
                    <a:pt x="3645" y="1405"/>
                    <a:pt x="3478" y="1048"/>
                    <a:pt x="3287" y="715"/>
                  </a:cubicBezTo>
                  <a:close/>
                  <a:moveTo>
                    <a:pt x="1858" y="0"/>
                  </a:moveTo>
                  <a:cubicBezTo>
                    <a:pt x="1573" y="0"/>
                    <a:pt x="1334" y="72"/>
                    <a:pt x="1096" y="191"/>
                  </a:cubicBezTo>
                  <a:cubicBezTo>
                    <a:pt x="1025" y="215"/>
                    <a:pt x="977" y="310"/>
                    <a:pt x="1025" y="405"/>
                  </a:cubicBezTo>
                  <a:cubicBezTo>
                    <a:pt x="1043" y="493"/>
                    <a:pt x="1113" y="542"/>
                    <a:pt x="1187" y="542"/>
                  </a:cubicBezTo>
                  <a:cubicBezTo>
                    <a:pt x="1212" y="542"/>
                    <a:pt x="1238" y="536"/>
                    <a:pt x="1263" y="524"/>
                  </a:cubicBezTo>
                  <a:cubicBezTo>
                    <a:pt x="1430" y="429"/>
                    <a:pt x="1644" y="381"/>
                    <a:pt x="1882" y="381"/>
                  </a:cubicBezTo>
                  <a:cubicBezTo>
                    <a:pt x="2716" y="381"/>
                    <a:pt x="3359" y="1048"/>
                    <a:pt x="3335" y="1882"/>
                  </a:cubicBezTo>
                  <a:cubicBezTo>
                    <a:pt x="3311" y="2644"/>
                    <a:pt x="2716" y="3239"/>
                    <a:pt x="1977" y="3263"/>
                  </a:cubicBezTo>
                  <a:cubicBezTo>
                    <a:pt x="1963" y="3263"/>
                    <a:pt x="1948" y="3263"/>
                    <a:pt x="1933" y="3263"/>
                  </a:cubicBezTo>
                  <a:cubicBezTo>
                    <a:pt x="1119" y="3263"/>
                    <a:pt x="453" y="2629"/>
                    <a:pt x="453" y="1810"/>
                  </a:cubicBezTo>
                  <a:cubicBezTo>
                    <a:pt x="453" y="1501"/>
                    <a:pt x="549" y="1215"/>
                    <a:pt x="715" y="977"/>
                  </a:cubicBezTo>
                  <a:cubicBezTo>
                    <a:pt x="787" y="905"/>
                    <a:pt x="787" y="786"/>
                    <a:pt x="692" y="738"/>
                  </a:cubicBezTo>
                  <a:cubicBezTo>
                    <a:pt x="647" y="705"/>
                    <a:pt x="598" y="688"/>
                    <a:pt x="553" y="688"/>
                  </a:cubicBezTo>
                  <a:cubicBezTo>
                    <a:pt x="501" y="688"/>
                    <a:pt x="455" y="711"/>
                    <a:pt x="430" y="762"/>
                  </a:cubicBezTo>
                  <a:cubicBezTo>
                    <a:pt x="120" y="1167"/>
                    <a:pt x="1" y="1691"/>
                    <a:pt x="120" y="2191"/>
                  </a:cubicBezTo>
                  <a:cubicBezTo>
                    <a:pt x="263" y="2882"/>
                    <a:pt x="811" y="3406"/>
                    <a:pt x="1454" y="3549"/>
                  </a:cubicBezTo>
                  <a:cubicBezTo>
                    <a:pt x="1600" y="3579"/>
                    <a:pt x="1745" y="3594"/>
                    <a:pt x="1886" y="3594"/>
                  </a:cubicBezTo>
                  <a:cubicBezTo>
                    <a:pt x="2295" y="3594"/>
                    <a:pt x="2671" y="3469"/>
                    <a:pt x="2954" y="3239"/>
                  </a:cubicBezTo>
                  <a:lnTo>
                    <a:pt x="10241" y="3239"/>
                  </a:lnTo>
                  <a:cubicBezTo>
                    <a:pt x="10717" y="3239"/>
                    <a:pt x="11146" y="3001"/>
                    <a:pt x="11432" y="2596"/>
                  </a:cubicBezTo>
                  <a:cubicBezTo>
                    <a:pt x="11789" y="2096"/>
                    <a:pt x="11789" y="1453"/>
                    <a:pt x="11432" y="977"/>
                  </a:cubicBezTo>
                  <a:cubicBezTo>
                    <a:pt x="11098" y="619"/>
                    <a:pt x="10670" y="381"/>
                    <a:pt x="10217" y="381"/>
                  </a:cubicBezTo>
                  <a:lnTo>
                    <a:pt x="2930" y="381"/>
                  </a:lnTo>
                  <a:cubicBezTo>
                    <a:pt x="2620" y="143"/>
                    <a:pt x="2239" y="0"/>
                    <a:pt x="1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98"/>
            <p:cNvSpPr/>
            <p:nvPr/>
          </p:nvSpPr>
          <p:spPr>
            <a:xfrm>
              <a:off x="3078399" y="2723144"/>
              <a:ext cx="43351" cy="51163"/>
            </a:xfrm>
            <a:custGeom>
              <a:rect b="b" l="l" r="r" t="t"/>
              <a:pathLst>
                <a:path extrusionOk="0" h="1716" w="1454">
                  <a:moveTo>
                    <a:pt x="858" y="1"/>
                  </a:moveTo>
                  <a:cubicBezTo>
                    <a:pt x="382" y="1"/>
                    <a:pt x="1" y="382"/>
                    <a:pt x="1" y="858"/>
                  </a:cubicBezTo>
                  <a:cubicBezTo>
                    <a:pt x="1" y="1334"/>
                    <a:pt x="382" y="1715"/>
                    <a:pt x="858" y="1715"/>
                  </a:cubicBezTo>
                  <a:cubicBezTo>
                    <a:pt x="1048" y="1715"/>
                    <a:pt x="1215" y="1644"/>
                    <a:pt x="1334" y="1525"/>
                  </a:cubicBezTo>
                  <a:cubicBezTo>
                    <a:pt x="1382" y="1501"/>
                    <a:pt x="1406" y="1477"/>
                    <a:pt x="1406" y="1453"/>
                  </a:cubicBezTo>
                  <a:cubicBezTo>
                    <a:pt x="1453" y="1382"/>
                    <a:pt x="1453" y="1263"/>
                    <a:pt x="1382" y="1215"/>
                  </a:cubicBezTo>
                  <a:cubicBezTo>
                    <a:pt x="1349" y="1182"/>
                    <a:pt x="1305" y="1164"/>
                    <a:pt x="1263" y="1164"/>
                  </a:cubicBezTo>
                  <a:cubicBezTo>
                    <a:pt x="1215" y="1164"/>
                    <a:pt x="1169" y="1188"/>
                    <a:pt x="1144" y="1239"/>
                  </a:cubicBezTo>
                  <a:lnTo>
                    <a:pt x="1096" y="1263"/>
                  </a:lnTo>
                  <a:cubicBezTo>
                    <a:pt x="1048" y="1334"/>
                    <a:pt x="953" y="1358"/>
                    <a:pt x="834" y="1358"/>
                  </a:cubicBezTo>
                  <a:cubicBezTo>
                    <a:pt x="572" y="1358"/>
                    <a:pt x="334" y="1120"/>
                    <a:pt x="334" y="858"/>
                  </a:cubicBezTo>
                  <a:cubicBezTo>
                    <a:pt x="334" y="572"/>
                    <a:pt x="596" y="358"/>
                    <a:pt x="905" y="358"/>
                  </a:cubicBezTo>
                  <a:cubicBezTo>
                    <a:pt x="977" y="358"/>
                    <a:pt x="1096" y="382"/>
                    <a:pt x="1167" y="429"/>
                  </a:cubicBezTo>
                  <a:cubicBezTo>
                    <a:pt x="1205" y="457"/>
                    <a:pt x="1239" y="471"/>
                    <a:pt x="1271" y="471"/>
                  </a:cubicBezTo>
                  <a:cubicBezTo>
                    <a:pt x="1319" y="471"/>
                    <a:pt x="1362" y="439"/>
                    <a:pt x="1406" y="382"/>
                  </a:cubicBezTo>
                  <a:cubicBezTo>
                    <a:pt x="1453" y="286"/>
                    <a:pt x="1429" y="191"/>
                    <a:pt x="1334" y="143"/>
                  </a:cubicBezTo>
                  <a:cubicBezTo>
                    <a:pt x="1191" y="48"/>
                    <a:pt x="1048"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6" name="Google Shape;22506;p98"/>
          <p:cNvGrpSpPr/>
          <p:nvPr/>
        </p:nvGrpSpPr>
        <p:grpSpPr>
          <a:xfrm>
            <a:off x="1788123" y="2295250"/>
            <a:ext cx="365681" cy="352920"/>
            <a:chOff x="2359619" y="2447650"/>
            <a:chExt cx="365681" cy="352920"/>
          </a:xfrm>
        </p:grpSpPr>
        <p:sp>
          <p:nvSpPr>
            <p:cNvPr id="22507" name="Google Shape;22507;p98"/>
            <p:cNvSpPr/>
            <p:nvPr/>
          </p:nvSpPr>
          <p:spPr>
            <a:xfrm>
              <a:off x="2431325" y="2521503"/>
              <a:ext cx="230798" cy="230768"/>
            </a:xfrm>
            <a:custGeom>
              <a:rect b="b" l="l" r="r" t="t"/>
              <a:pathLst>
                <a:path extrusionOk="0" h="7740" w="7741">
                  <a:moveTo>
                    <a:pt x="3882" y="0"/>
                  </a:moveTo>
                  <a:cubicBezTo>
                    <a:pt x="1739" y="0"/>
                    <a:pt x="1" y="1739"/>
                    <a:pt x="1" y="3858"/>
                  </a:cubicBezTo>
                  <a:cubicBezTo>
                    <a:pt x="1" y="6002"/>
                    <a:pt x="1739" y="7740"/>
                    <a:pt x="3882" y="7740"/>
                  </a:cubicBezTo>
                  <a:cubicBezTo>
                    <a:pt x="6002" y="7740"/>
                    <a:pt x="7740" y="6002"/>
                    <a:pt x="7740" y="3858"/>
                  </a:cubicBezTo>
                  <a:cubicBezTo>
                    <a:pt x="7740" y="1739"/>
                    <a:pt x="6002" y="0"/>
                    <a:pt x="3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98"/>
            <p:cNvSpPr/>
            <p:nvPr/>
          </p:nvSpPr>
          <p:spPr>
            <a:xfrm>
              <a:off x="2470383" y="2542075"/>
              <a:ext cx="203815" cy="210345"/>
            </a:xfrm>
            <a:custGeom>
              <a:rect b="b" l="l" r="r" t="t"/>
              <a:pathLst>
                <a:path extrusionOk="0" h="7055" w="6836">
                  <a:moveTo>
                    <a:pt x="4763" y="1"/>
                  </a:moveTo>
                  <a:lnTo>
                    <a:pt x="4763" y="1"/>
                  </a:lnTo>
                  <a:cubicBezTo>
                    <a:pt x="4813" y="32"/>
                    <a:pt x="4861" y="65"/>
                    <a:pt x="4909" y="99"/>
                  </a:cubicBezTo>
                  <a:lnTo>
                    <a:pt x="4909" y="99"/>
                  </a:lnTo>
                  <a:cubicBezTo>
                    <a:pt x="4860" y="52"/>
                    <a:pt x="4819" y="19"/>
                    <a:pt x="4763" y="1"/>
                  </a:cubicBezTo>
                  <a:close/>
                  <a:moveTo>
                    <a:pt x="4909" y="99"/>
                  </a:moveTo>
                  <a:cubicBezTo>
                    <a:pt x="4923" y="113"/>
                    <a:pt x="4938" y="128"/>
                    <a:pt x="4954" y="144"/>
                  </a:cubicBezTo>
                  <a:cubicBezTo>
                    <a:pt x="6454" y="1668"/>
                    <a:pt x="6454" y="4097"/>
                    <a:pt x="4954" y="5621"/>
                  </a:cubicBezTo>
                  <a:cubicBezTo>
                    <a:pt x="4176" y="6372"/>
                    <a:pt x="3187" y="6746"/>
                    <a:pt x="2199" y="6746"/>
                  </a:cubicBezTo>
                  <a:cubicBezTo>
                    <a:pt x="1432" y="6746"/>
                    <a:pt x="666" y="6521"/>
                    <a:pt x="0" y="6074"/>
                  </a:cubicBezTo>
                  <a:lnTo>
                    <a:pt x="0" y="6074"/>
                  </a:lnTo>
                  <a:cubicBezTo>
                    <a:pt x="734" y="6727"/>
                    <a:pt x="1649" y="7054"/>
                    <a:pt x="2566" y="7054"/>
                  </a:cubicBezTo>
                  <a:cubicBezTo>
                    <a:pt x="3554" y="7054"/>
                    <a:pt x="4545" y="6673"/>
                    <a:pt x="5311" y="5907"/>
                  </a:cubicBezTo>
                  <a:cubicBezTo>
                    <a:pt x="6835" y="4407"/>
                    <a:pt x="6835" y="1954"/>
                    <a:pt x="5311" y="430"/>
                  </a:cubicBezTo>
                  <a:cubicBezTo>
                    <a:pt x="5170" y="306"/>
                    <a:pt x="5043" y="196"/>
                    <a:pt x="4909" y="99"/>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98"/>
            <p:cNvSpPr/>
            <p:nvPr/>
          </p:nvSpPr>
          <p:spPr>
            <a:xfrm>
              <a:off x="2370263" y="2476064"/>
              <a:ext cx="353636" cy="321495"/>
            </a:xfrm>
            <a:custGeom>
              <a:rect b="b" l="l" r="r" t="t"/>
              <a:pathLst>
                <a:path extrusionOk="0" h="10783" w="11861">
                  <a:moveTo>
                    <a:pt x="5922" y="1518"/>
                  </a:moveTo>
                  <a:cubicBezTo>
                    <a:pt x="6913" y="1518"/>
                    <a:pt x="7907" y="1893"/>
                    <a:pt x="8669" y="2644"/>
                  </a:cubicBezTo>
                  <a:cubicBezTo>
                    <a:pt x="10193" y="4168"/>
                    <a:pt x="10193" y="6621"/>
                    <a:pt x="8669" y="8121"/>
                  </a:cubicBezTo>
                  <a:cubicBezTo>
                    <a:pt x="7907" y="8883"/>
                    <a:pt x="6919" y="9264"/>
                    <a:pt x="5930" y="9264"/>
                  </a:cubicBezTo>
                  <a:cubicBezTo>
                    <a:pt x="4942" y="9264"/>
                    <a:pt x="3954" y="8883"/>
                    <a:pt x="3192" y="8121"/>
                  </a:cubicBezTo>
                  <a:cubicBezTo>
                    <a:pt x="1668" y="6621"/>
                    <a:pt x="1668" y="4168"/>
                    <a:pt x="3192" y="2644"/>
                  </a:cubicBezTo>
                  <a:cubicBezTo>
                    <a:pt x="3942" y="1893"/>
                    <a:pt x="4930" y="1518"/>
                    <a:pt x="5922" y="1518"/>
                  </a:cubicBezTo>
                  <a:close/>
                  <a:moveTo>
                    <a:pt x="5930" y="0"/>
                  </a:moveTo>
                  <a:cubicBezTo>
                    <a:pt x="4555" y="0"/>
                    <a:pt x="3180" y="524"/>
                    <a:pt x="2120" y="1572"/>
                  </a:cubicBezTo>
                  <a:cubicBezTo>
                    <a:pt x="1" y="3691"/>
                    <a:pt x="1" y="7097"/>
                    <a:pt x="2120" y="9193"/>
                  </a:cubicBezTo>
                  <a:cubicBezTo>
                    <a:pt x="3180" y="10252"/>
                    <a:pt x="4555" y="10782"/>
                    <a:pt x="5930" y="10782"/>
                  </a:cubicBezTo>
                  <a:cubicBezTo>
                    <a:pt x="7306" y="10782"/>
                    <a:pt x="8681" y="10252"/>
                    <a:pt x="9741" y="9193"/>
                  </a:cubicBezTo>
                  <a:cubicBezTo>
                    <a:pt x="11860" y="7097"/>
                    <a:pt x="11860" y="3691"/>
                    <a:pt x="9741" y="1572"/>
                  </a:cubicBezTo>
                  <a:cubicBezTo>
                    <a:pt x="8681" y="524"/>
                    <a:pt x="7306" y="0"/>
                    <a:pt x="593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98"/>
            <p:cNvSpPr/>
            <p:nvPr/>
          </p:nvSpPr>
          <p:spPr>
            <a:xfrm>
              <a:off x="2509441" y="2478181"/>
              <a:ext cx="214459" cy="319110"/>
            </a:xfrm>
            <a:custGeom>
              <a:rect b="b" l="l" r="r" t="t"/>
              <a:pathLst>
                <a:path extrusionOk="0" h="10703" w="7193">
                  <a:moveTo>
                    <a:pt x="2001" y="1"/>
                  </a:moveTo>
                  <a:cubicBezTo>
                    <a:pt x="2953" y="191"/>
                    <a:pt x="3811" y="667"/>
                    <a:pt x="4573" y="1406"/>
                  </a:cubicBezTo>
                  <a:cubicBezTo>
                    <a:pt x="6668" y="3525"/>
                    <a:pt x="6668" y="6931"/>
                    <a:pt x="4573" y="9026"/>
                  </a:cubicBezTo>
                  <a:cubicBezTo>
                    <a:pt x="3514" y="10085"/>
                    <a:pt x="2153" y="10608"/>
                    <a:pt x="785" y="10608"/>
                  </a:cubicBezTo>
                  <a:cubicBezTo>
                    <a:pt x="523" y="10608"/>
                    <a:pt x="261" y="10589"/>
                    <a:pt x="0" y="10550"/>
                  </a:cubicBezTo>
                  <a:lnTo>
                    <a:pt x="0" y="10550"/>
                  </a:lnTo>
                  <a:cubicBezTo>
                    <a:pt x="418" y="10652"/>
                    <a:pt x="844" y="10703"/>
                    <a:pt x="1271" y="10703"/>
                  </a:cubicBezTo>
                  <a:cubicBezTo>
                    <a:pt x="2646" y="10703"/>
                    <a:pt x="4019" y="10176"/>
                    <a:pt x="5073" y="9122"/>
                  </a:cubicBezTo>
                  <a:cubicBezTo>
                    <a:pt x="7192" y="7026"/>
                    <a:pt x="7192" y="3620"/>
                    <a:pt x="5073" y="1501"/>
                  </a:cubicBezTo>
                  <a:cubicBezTo>
                    <a:pt x="4215" y="644"/>
                    <a:pt x="3144" y="144"/>
                    <a:pt x="2001"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98"/>
            <p:cNvSpPr/>
            <p:nvPr/>
          </p:nvSpPr>
          <p:spPr>
            <a:xfrm>
              <a:off x="2433472" y="2522904"/>
              <a:ext cx="290428" cy="274656"/>
            </a:xfrm>
            <a:custGeom>
              <a:rect b="b" l="l" r="r" t="t"/>
              <a:pathLst>
                <a:path extrusionOk="0" h="9212" w="9741">
                  <a:moveTo>
                    <a:pt x="7621" y="1"/>
                  </a:moveTo>
                  <a:lnTo>
                    <a:pt x="6549" y="1073"/>
                  </a:lnTo>
                  <a:cubicBezTo>
                    <a:pt x="8073" y="2597"/>
                    <a:pt x="8073" y="5050"/>
                    <a:pt x="6549" y="6550"/>
                  </a:cubicBezTo>
                  <a:cubicBezTo>
                    <a:pt x="5787" y="7312"/>
                    <a:pt x="4799" y="7693"/>
                    <a:pt x="3810" y="7693"/>
                  </a:cubicBezTo>
                  <a:cubicBezTo>
                    <a:pt x="2822" y="7693"/>
                    <a:pt x="1834" y="7312"/>
                    <a:pt x="1072" y="6550"/>
                  </a:cubicBezTo>
                  <a:lnTo>
                    <a:pt x="0" y="7622"/>
                  </a:lnTo>
                  <a:cubicBezTo>
                    <a:pt x="1060" y="8681"/>
                    <a:pt x="2435" y="9211"/>
                    <a:pt x="3810" y="9211"/>
                  </a:cubicBezTo>
                  <a:cubicBezTo>
                    <a:pt x="5186" y="9211"/>
                    <a:pt x="6561" y="8681"/>
                    <a:pt x="7621" y="7622"/>
                  </a:cubicBezTo>
                  <a:cubicBezTo>
                    <a:pt x="9740" y="5526"/>
                    <a:pt x="9740" y="2120"/>
                    <a:pt x="762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98"/>
            <p:cNvSpPr/>
            <p:nvPr/>
          </p:nvSpPr>
          <p:spPr>
            <a:xfrm>
              <a:off x="2510842" y="2522904"/>
              <a:ext cx="213058" cy="274835"/>
            </a:xfrm>
            <a:custGeom>
              <a:rect b="b" l="l" r="r" t="t"/>
              <a:pathLst>
                <a:path extrusionOk="0" h="9218" w="7146">
                  <a:moveTo>
                    <a:pt x="1" y="9050"/>
                  </a:moveTo>
                  <a:cubicBezTo>
                    <a:pt x="8" y="9051"/>
                    <a:pt x="14" y="9052"/>
                    <a:pt x="21" y="9053"/>
                  </a:cubicBezTo>
                  <a:lnTo>
                    <a:pt x="21" y="9053"/>
                  </a:lnTo>
                  <a:cubicBezTo>
                    <a:pt x="16" y="9050"/>
                    <a:pt x="10" y="9050"/>
                    <a:pt x="1" y="9050"/>
                  </a:cubicBezTo>
                  <a:close/>
                  <a:moveTo>
                    <a:pt x="5026" y="1"/>
                  </a:moveTo>
                  <a:lnTo>
                    <a:pt x="4811" y="215"/>
                  </a:lnTo>
                  <a:cubicBezTo>
                    <a:pt x="6621" y="2335"/>
                    <a:pt x="6550" y="5526"/>
                    <a:pt x="4549" y="7550"/>
                  </a:cubicBezTo>
                  <a:cubicBezTo>
                    <a:pt x="3491" y="8589"/>
                    <a:pt x="2131" y="9108"/>
                    <a:pt x="778" y="9108"/>
                  </a:cubicBezTo>
                  <a:cubicBezTo>
                    <a:pt x="525" y="9108"/>
                    <a:pt x="272" y="9090"/>
                    <a:pt x="21" y="9053"/>
                  </a:cubicBezTo>
                  <a:lnTo>
                    <a:pt x="21" y="9053"/>
                  </a:lnTo>
                  <a:cubicBezTo>
                    <a:pt x="28" y="9058"/>
                    <a:pt x="34" y="9069"/>
                    <a:pt x="49" y="9098"/>
                  </a:cubicBezTo>
                  <a:lnTo>
                    <a:pt x="72" y="9098"/>
                  </a:lnTo>
                  <a:cubicBezTo>
                    <a:pt x="96" y="9098"/>
                    <a:pt x="144" y="9122"/>
                    <a:pt x="191" y="9122"/>
                  </a:cubicBezTo>
                  <a:lnTo>
                    <a:pt x="263" y="9122"/>
                  </a:lnTo>
                  <a:cubicBezTo>
                    <a:pt x="358" y="9146"/>
                    <a:pt x="430" y="9146"/>
                    <a:pt x="525" y="9146"/>
                  </a:cubicBezTo>
                  <a:cubicBezTo>
                    <a:pt x="596" y="9146"/>
                    <a:pt x="644" y="9146"/>
                    <a:pt x="715" y="9169"/>
                  </a:cubicBezTo>
                  <a:cubicBezTo>
                    <a:pt x="787" y="9169"/>
                    <a:pt x="906" y="9217"/>
                    <a:pt x="1025" y="9217"/>
                  </a:cubicBezTo>
                  <a:lnTo>
                    <a:pt x="1192" y="9217"/>
                  </a:lnTo>
                  <a:cubicBezTo>
                    <a:pt x="1220" y="9218"/>
                    <a:pt x="1249" y="9218"/>
                    <a:pt x="1278" y="9218"/>
                  </a:cubicBezTo>
                  <a:cubicBezTo>
                    <a:pt x="2631" y="9218"/>
                    <a:pt x="4000" y="8671"/>
                    <a:pt x="5050" y="7622"/>
                  </a:cubicBezTo>
                  <a:cubicBezTo>
                    <a:pt x="7145" y="5526"/>
                    <a:pt x="7145" y="2120"/>
                    <a:pt x="5026"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98"/>
            <p:cNvSpPr/>
            <p:nvPr/>
          </p:nvSpPr>
          <p:spPr>
            <a:xfrm>
              <a:off x="2363883" y="2454746"/>
              <a:ext cx="170423" cy="170452"/>
            </a:xfrm>
            <a:custGeom>
              <a:rect b="b" l="l" r="r" t="t"/>
              <a:pathLst>
                <a:path extrusionOk="0" h="5717" w="5716">
                  <a:moveTo>
                    <a:pt x="5668" y="1"/>
                  </a:moveTo>
                  <a:cubicBezTo>
                    <a:pt x="2572" y="1"/>
                    <a:pt x="48" y="2525"/>
                    <a:pt x="0" y="5669"/>
                  </a:cubicBezTo>
                  <a:cubicBezTo>
                    <a:pt x="0" y="5692"/>
                    <a:pt x="24" y="5716"/>
                    <a:pt x="72" y="5716"/>
                  </a:cubicBezTo>
                  <a:lnTo>
                    <a:pt x="2596" y="5716"/>
                  </a:lnTo>
                  <a:cubicBezTo>
                    <a:pt x="2620" y="5716"/>
                    <a:pt x="2668" y="5692"/>
                    <a:pt x="2668" y="5669"/>
                  </a:cubicBezTo>
                  <a:cubicBezTo>
                    <a:pt x="2691" y="4025"/>
                    <a:pt x="4025" y="2692"/>
                    <a:pt x="5668" y="2644"/>
                  </a:cubicBezTo>
                  <a:cubicBezTo>
                    <a:pt x="5692" y="2644"/>
                    <a:pt x="5716" y="2620"/>
                    <a:pt x="5716" y="2597"/>
                  </a:cubicBezTo>
                  <a:lnTo>
                    <a:pt x="5716" y="72"/>
                  </a:lnTo>
                  <a:cubicBezTo>
                    <a:pt x="5716" y="25"/>
                    <a:pt x="5692" y="1"/>
                    <a:pt x="5668"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98"/>
            <p:cNvSpPr/>
            <p:nvPr/>
          </p:nvSpPr>
          <p:spPr>
            <a:xfrm>
              <a:off x="2427777" y="2517955"/>
              <a:ext cx="108676" cy="107245"/>
            </a:xfrm>
            <a:custGeom>
              <a:rect b="b" l="l" r="r" t="t"/>
              <a:pathLst>
                <a:path extrusionOk="0" h="3597" w="3645">
                  <a:moveTo>
                    <a:pt x="3644" y="0"/>
                  </a:moveTo>
                  <a:cubicBezTo>
                    <a:pt x="3597" y="24"/>
                    <a:pt x="3573" y="24"/>
                    <a:pt x="3597" y="24"/>
                  </a:cubicBezTo>
                  <a:cubicBezTo>
                    <a:pt x="1668" y="48"/>
                    <a:pt x="167" y="1596"/>
                    <a:pt x="96" y="3501"/>
                  </a:cubicBezTo>
                  <a:cubicBezTo>
                    <a:pt x="96" y="3572"/>
                    <a:pt x="24" y="3596"/>
                    <a:pt x="1" y="3596"/>
                  </a:cubicBezTo>
                  <a:lnTo>
                    <a:pt x="525" y="3596"/>
                  </a:lnTo>
                  <a:cubicBezTo>
                    <a:pt x="548" y="3596"/>
                    <a:pt x="572" y="3572"/>
                    <a:pt x="572" y="3549"/>
                  </a:cubicBezTo>
                  <a:cubicBezTo>
                    <a:pt x="596" y="1905"/>
                    <a:pt x="1953" y="572"/>
                    <a:pt x="3573" y="524"/>
                  </a:cubicBezTo>
                  <a:cubicBezTo>
                    <a:pt x="3620" y="524"/>
                    <a:pt x="3644" y="500"/>
                    <a:pt x="3644" y="477"/>
                  </a:cubicBezTo>
                  <a:lnTo>
                    <a:pt x="364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98"/>
            <p:cNvSpPr/>
            <p:nvPr/>
          </p:nvSpPr>
          <p:spPr>
            <a:xfrm>
              <a:off x="2487437" y="2611664"/>
              <a:ext cx="106529" cy="10674"/>
            </a:xfrm>
            <a:custGeom>
              <a:rect b="b" l="l" r="r" t="t"/>
              <a:pathLst>
                <a:path extrusionOk="0" h="358" w="3573">
                  <a:moveTo>
                    <a:pt x="214" y="1"/>
                  </a:moveTo>
                  <a:cubicBezTo>
                    <a:pt x="119" y="1"/>
                    <a:pt x="71" y="72"/>
                    <a:pt x="24" y="167"/>
                  </a:cubicBezTo>
                  <a:cubicBezTo>
                    <a:pt x="0" y="239"/>
                    <a:pt x="95" y="358"/>
                    <a:pt x="214" y="358"/>
                  </a:cubicBezTo>
                  <a:lnTo>
                    <a:pt x="3358" y="358"/>
                  </a:lnTo>
                  <a:cubicBezTo>
                    <a:pt x="3453" y="358"/>
                    <a:pt x="3525" y="310"/>
                    <a:pt x="3548" y="215"/>
                  </a:cubicBezTo>
                  <a:cubicBezTo>
                    <a:pt x="3572" y="96"/>
                    <a:pt x="3477" y="1"/>
                    <a:pt x="3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98"/>
            <p:cNvSpPr/>
            <p:nvPr/>
          </p:nvSpPr>
          <p:spPr>
            <a:xfrm>
              <a:off x="2487437" y="2637932"/>
              <a:ext cx="106529" cy="10704"/>
            </a:xfrm>
            <a:custGeom>
              <a:rect b="b" l="l" r="r" t="t"/>
              <a:pathLst>
                <a:path extrusionOk="0" h="359" w="3573">
                  <a:moveTo>
                    <a:pt x="214" y="1"/>
                  </a:moveTo>
                  <a:cubicBezTo>
                    <a:pt x="119" y="1"/>
                    <a:pt x="71" y="48"/>
                    <a:pt x="24" y="144"/>
                  </a:cubicBezTo>
                  <a:cubicBezTo>
                    <a:pt x="0" y="263"/>
                    <a:pt x="95" y="358"/>
                    <a:pt x="214" y="358"/>
                  </a:cubicBezTo>
                  <a:lnTo>
                    <a:pt x="3358" y="358"/>
                  </a:lnTo>
                  <a:cubicBezTo>
                    <a:pt x="3453" y="358"/>
                    <a:pt x="3525" y="287"/>
                    <a:pt x="3548" y="191"/>
                  </a:cubicBezTo>
                  <a:cubicBezTo>
                    <a:pt x="3572" y="72"/>
                    <a:pt x="3477" y="1"/>
                    <a:pt x="3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98"/>
            <p:cNvSpPr/>
            <p:nvPr/>
          </p:nvSpPr>
          <p:spPr>
            <a:xfrm>
              <a:off x="2510842" y="2664199"/>
              <a:ext cx="58974" cy="10704"/>
            </a:xfrm>
            <a:custGeom>
              <a:rect b="b" l="l" r="r" t="t"/>
              <a:pathLst>
                <a:path extrusionOk="0" h="359" w="1978">
                  <a:moveTo>
                    <a:pt x="191" y="1"/>
                  </a:moveTo>
                  <a:cubicBezTo>
                    <a:pt x="120" y="1"/>
                    <a:pt x="49" y="72"/>
                    <a:pt x="25" y="144"/>
                  </a:cubicBezTo>
                  <a:cubicBezTo>
                    <a:pt x="1" y="263"/>
                    <a:pt x="72" y="358"/>
                    <a:pt x="191" y="358"/>
                  </a:cubicBezTo>
                  <a:lnTo>
                    <a:pt x="1787" y="358"/>
                  </a:lnTo>
                  <a:cubicBezTo>
                    <a:pt x="1858" y="358"/>
                    <a:pt x="1930" y="311"/>
                    <a:pt x="1954" y="215"/>
                  </a:cubicBezTo>
                  <a:cubicBezTo>
                    <a:pt x="1978" y="96"/>
                    <a:pt x="1906"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98"/>
            <p:cNvSpPr/>
            <p:nvPr/>
          </p:nvSpPr>
          <p:spPr>
            <a:xfrm>
              <a:off x="2359619" y="2447650"/>
              <a:ext cx="365681" cy="352920"/>
            </a:xfrm>
            <a:custGeom>
              <a:rect b="b" l="l" r="r" t="t"/>
              <a:pathLst>
                <a:path extrusionOk="0" h="11837" w="12265">
                  <a:moveTo>
                    <a:pt x="6311" y="1144"/>
                  </a:moveTo>
                  <a:cubicBezTo>
                    <a:pt x="7645" y="1144"/>
                    <a:pt x="8907" y="1644"/>
                    <a:pt x="9883" y="2525"/>
                  </a:cubicBezTo>
                  <a:lnTo>
                    <a:pt x="9050" y="3358"/>
                  </a:lnTo>
                  <a:cubicBezTo>
                    <a:pt x="8286" y="2682"/>
                    <a:pt x="7343" y="2325"/>
                    <a:pt x="6402" y="2325"/>
                  </a:cubicBezTo>
                  <a:cubicBezTo>
                    <a:pt x="6316" y="2325"/>
                    <a:pt x="6230" y="2328"/>
                    <a:pt x="6145" y="2334"/>
                  </a:cubicBezTo>
                  <a:lnTo>
                    <a:pt x="6145" y="1144"/>
                  </a:lnTo>
                  <a:close/>
                  <a:moveTo>
                    <a:pt x="5740" y="358"/>
                  </a:moveTo>
                  <a:lnTo>
                    <a:pt x="5740" y="2715"/>
                  </a:lnTo>
                  <a:cubicBezTo>
                    <a:pt x="4954" y="2739"/>
                    <a:pt x="4192" y="3096"/>
                    <a:pt x="3644" y="3668"/>
                  </a:cubicBezTo>
                  <a:cubicBezTo>
                    <a:pt x="3072" y="4240"/>
                    <a:pt x="2739" y="4978"/>
                    <a:pt x="2691" y="5788"/>
                  </a:cubicBezTo>
                  <a:lnTo>
                    <a:pt x="334" y="5788"/>
                  </a:lnTo>
                  <a:cubicBezTo>
                    <a:pt x="381" y="4359"/>
                    <a:pt x="953" y="3001"/>
                    <a:pt x="1977" y="2001"/>
                  </a:cubicBezTo>
                  <a:cubicBezTo>
                    <a:pt x="2977" y="977"/>
                    <a:pt x="4311" y="429"/>
                    <a:pt x="5740" y="358"/>
                  </a:cubicBezTo>
                  <a:close/>
                  <a:moveTo>
                    <a:pt x="6311" y="2644"/>
                  </a:moveTo>
                  <a:cubicBezTo>
                    <a:pt x="7264" y="2644"/>
                    <a:pt x="8216" y="3001"/>
                    <a:pt x="8931" y="3716"/>
                  </a:cubicBezTo>
                  <a:cubicBezTo>
                    <a:pt x="10360" y="5145"/>
                    <a:pt x="10360" y="7502"/>
                    <a:pt x="8931" y="8931"/>
                  </a:cubicBezTo>
                  <a:cubicBezTo>
                    <a:pt x="8216" y="9645"/>
                    <a:pt x="7270" y="10003"/>
                    <a:pt x="6323" y="10003"/>
                  </a:cubicBezTo>
                  <a:cubicBezTo>
                    <a:pt x="5377" y="10003"/>
                    <a:pt x="4430" y="9645"/>
                    <a:pt x="3715" y="8931"/>
                  </a:cubicBezTo>
                  <a:cubicBezTo>
                    <a:pt x="2906" y="8193"/>
                    <a:pt x="2572" y="7145"/>
                    <a:pt x="2620" y="6145"/>
                  </a:cubicBezTo>
                  <a:lnTo>
                    <a:pt x="2787" y="6145"/>
                  </a:lnTo>
                  <a:cubicBezTo>
                    <a:pt x="2906" y="6145"/>
                    <a:pt x="3025" y="6026"/>
                    <a:pt x="3025" y="5907"/>
                  </a:cubicBezTo>
                  <a:cubicBezTo>
                    <a:pt x="3072" y="4359"/>
                    <a:pt x="4311" y="3096"/>
                    <a:pt x="5859" y="3073"/>
                  </a:cubicBezTo>
                  <a:cubicBezTo>
                    <a:pt x="5978" y="3073"/>
                    <a:pt x="6097" y="2954"/>
                    <a:pt x="6097" y="2835"/>
                  </a:cubicBezTo>
                  <a:lnTo>
                    <a:pt x="6097" y="2644"/>
                  </a:lnTo>
                  <a:close/>
                  <a:moveTo>
                    <a:pt x="5859" y="1"/>
                  </a:moveTo>
                  <a:cubicBezTo>
                    <a:pt x="4311" y="24"/>
                    <a:pt x="2858" y="620"/>
                    <a:pt x="1763" y="1739"/>
                  </a:cubicBezTo>
                  <a:cubicBezTo>
                    <a:pt x="643" y="2835"/>
                    <a:pt x="24" y="4287"/>
                    <a:pt x="0" y="5835"/>
                  </a:cubicBezTo>
                  <a:cubicBezTo>
                    <a:pt x="0" y="5930"/>
                    <a:pt x="48" y="6026"/>
                    <a:pt x="143" y="6073"/>
                  </a:cubicBezTo>
                  <a:lnTo>
                    <a:pt x="739" y="6073"/>
                  </a:lnTo>
                  <a:cubicBezTo>
                    <a:pt x="715" y="6907"/>
                    <a:pt x="858" y="7716"/>
                    <a:pt x="1191" y="8479"/>
                  </a:cubicBezTo>
                  <a:cubicBezTo>
                    <a:pt x="1215" y="8550"/>
                    <a:pt x="1286" y="8598"/>
                    <a:pt x="1334" y="8598"/>
                  </a:cubicBezTo>
                  <a:lnTo>
                    <a:pt x="1405" y="8598"/>
                  </a:lnTo>
                  <a:cubicBezTo>
                    <a:pt x="1477" y="8574"/>
                    <a:pt x="1525" y="8455"/>
                    <a:pt x="1477" y="8359"/>
                  </a:cubicBezTo>
                  <a:cubicBezTo>
                    <a:pt x="1167" y="7645"/>
                    <a:pt x="1048" y="6883"/>
                    <a:pt x="1072" y="6097"/>
                  </a:cubicBezTo>
                  <a:lnTo>
                    <a:pt x="2239" y="6097"/>
                  </a:lnTo>
                  <a:cubicBezTo>
                    <a:pt x="2168" y="7145"/>
                    <a:pt x="2525" y="8217"/>
                    <a:pt x="3263" y="9026"/>
                  </a:cubicBezTo>
                  <a:lnTo>
                    <a:pt x="2430" y="9860"/>
                  </a:lnTo>
                  <a:cubicBezTo>
                    <a:pt x="2191" y="9622"/>
                    <a:pt x="2001" y="9360"/>
                    <a:pt x="1834" y="9074"/>
                  </a:cubicBezTo>
                  <a:cubicBezTo>
                    <a:pt x="1812" y="9019"/>
                    <a:pt x="1761" y="8990"/>
                    <a:pt x="1704" y="8990"/>
                  </a:cubicBezTo>
                  <a:cubicBezTo>
                    <a:pt x="1637" y="8990"/>
                    <a:pt x="1563" y="9031"/>
                    <a:pt x="1525" y="9122"/>
                  </a:cubicBezTo>
                  <a:cubicBezTo>
                    <a:pt x="1477" y="9145"/>
                    <a:pt x="1525" y="9193"/>
                    <a:pt x="1525" y="9241"/>
                  </a:cubicBezTo>
                  <a:cubicBezTo>
                    <a:pt x="1763" y="9598"/>
                    <a:pt x="2001" y="9907"/>
                    <a:pt x="2310" y="10217"/>
                  </a:cubicBezTo>
                  <a:cubicBezTo>
                    <a:pt x="3358" y="11241"/>
                    <a:pt x="4763" y="11836"/>
                    <a:pt x="6240" y="11836"/>
                  </a:cubicBezTo>
                  <a:cubicBezTo>
                    <a:pt x="7740" y="11836"/>
                    <a:pt x="9145" y="11289"/>
                    <a:pt x="10169" y="10217"/>
                  </a:cubicBezTo>
                  <a:cubicBezTo>
                    <a:pt x="11789" y="8693"/>
                    <a:pt x="12265" y="6335"/>
                    <a:pt x="11455" y="4263"/>
                  </a:cubicBezTo>
                  <a:cubicBezTo>
                    <a:pt x="11437" y="4191"/>
                    <a:pt x="11363" y="4160"/>
                    <a:pt x="11287" y="4160"/>
                  </a:cubicBezTo>
                  <a:cubicBezTo>
                    <a:pt x="11263" y="4160"/>
                    <a:pt x="11240" y="4163"/>
                    <a:pt x="11217" y="4168"/>
                  </a:cubicBezTo>
                  <a:cubicBezTo>
                    <a:pt x="11146" y="4192"/>
                    <a:pt x="11098" y="4311"/>
                    <a:pt x="11146" y="4406"/>
                  </a:cubicBezTo>
                  <a:cubicBezTo>
                    <a:pt x="11908" y="6335"/>
                    <a:pt x="11455" y="8550"/>
                    <a:pt x="9979" y="10026"/>
                  </a:cubicBezTo>
                  <a:cubicBezTo>
                    <a:pt x="9002" y="11027"/>
                    <a:pt x="7669" y="11551"/>
                    <a:pt x="6287" y="11551"/>
                  </a:cubicBezTo>
                  <a:cubicBezTo>
                    <a:pt x="4930" y="11551"/>
                    <a:pt x="3692" y="11050"/>
                    <a:pt x="2715" y="10146"/>
                  </a:cubicBezTo>
                  <a:lnTo>
                    <a:pt x="3549" y="9312"/>
                  </a:lnTo>
                  <a:cubicBezTo>
                    <a:pt x="4311" y="10026"/>
                    <a:pt x="5287" y="10384"/>
                    <a:pt x="6287" y="10384"/>
                  </a:cubicBezTo>
                  <a:cubicBezTo>
                    <a:pt x="7311" y="10384"/>
                    <a:pt x="8335" y="10003"/>
                    <a:pt x="9145" y="9193"/>
                  </a:cubicBezTo>
                  <a:cubicBezTo>
                    <a:pt x="10693" y="7645"/>
                    <a:pt x="10717" y="5216"/>
                    <a:pt x="9264" y="3597"/>
                  </a:cubicBezTo>
                  <a:lnTo>
                    <a:pt x="10098" y="2763"/>
                  </a:lnTo>
                  <a:cubicBezTo>
                    <a:pt x="10360" y="3049"/>
                    <a:pt x="10598" y="3358"/>
                    <a:pt x="10765" y="3692"/>
                  </a:cubicBezTo>
                  <a:cubicBezTo>
                    <a:pt x="10799" y="3749"/>
                    <a:pt x="10854" y="3778"/>
                    <a:pt x="10914" y="3778"/>
                  </a:cubicBezTo>
                  <a:cubicBezTo>
                    <a:pt x="10979" y="3778"/>
                    <a:pt x="11048" y="3743"/>
                    <a:pt x="11098" y="3668"/>
                  </a:cubicBezTo>
                  <a:cubicBezTo>
                    <a:pt x="11122" y="3644"/>
                    <a:pt x="11098" y="3573"/>
                    <a:pt x="11098" y="3549"/>
                  </a:cubicBezTo>
                  <a:cubicBezTo>
                    <a:pt x="10860" y="3120"/>
                    <a:pt x="10574" y="2739"/>
                    <a:pt x="10241" y="2406"/>
                  </a:cubicBezTo>
                  <a:cubicBezTo>
                    <a:pt x="9193" y="1382"/>
                    <a:pt x="7788" y="786"/>
                    <a:pt x="6311" y="786"/>
                  </a:cubicBezTo>
                  <a:lnTo>
                    <a:pt x="6097" y="786"/>
                  </a:lnTo>
                  <a:lnTo>
                    <a:pt x="6097" y="239"/>
                  </a:lnTo>
                  <a:lnTo>
                    <a:pt x="6097" y="191"/>
                  </a:lnTo>
                  <a:cubicBezTo>
                    <a:pt x="6073" y="72"/>
                    <a:pt x="5978" y="1"/>
                    <a:pt x="5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9" name="Google Shape;22519;p98"/>
          <p:cNvGrpSpPr/>
          <p:nvPr/>
        </p:nvGrpSpPr>
        <p:grpSpPr>
          <a:xfrm>
            <a:off x="1049226" y="2295966"/>
            <a:ext cx="354351" cy="354321"/>
            <a:chOff x="1696921" y="2448366"/>
            <a:chExt cx="354351" cy="354321"/>
          </a:xfrm>
        </p:grpSpPr>
        <p:sp>
          <p:nvSpPr>
            <p:cNvPr id="22520" name="Google Shape;22520;p98"/>
            <p:cNvSpPr/>
            <p:nvPr/>
          </p:nvSpPr>
          <p:spPr>
            <a:xfrm>
              <a:off x="1794209" y="2483160"/>
              <a:ext cx="25581" cy="289712"/>
            </a:xfrm>
            <a:custGeom>
              <a:rect b="b" l="l" r="r" t="t"/>
              <a:pathLst>
                <a:path extrusionOk="0" h="9717" w="858">
                  <a:moveTo>
                    <a:pt x="72" y="0"/>
                  </a:moveTo>
                  <a:cubicBezTo>
                    <a:pt x="24" y="0"/>
                    <a:pt x="0" y="24"/>
                    <a:pt x="0" y="72"/>
                  </a:cubicBezTo>
                  <a:lnTo>
                    <a:pt x="0" y="9717"/>
                  </a:lnTo>
                  <a:lnTo>
                    <a:pt x="858" y="9717"/>
                  </a:lnTo>
                  <a:lnTo>
                    <a:pt x="834" y="72"/>
                  </a:lnTo>
                  <a:cubicBezTo>
                    <a:pt x="834" y="24"/>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98"/>
            <p:cNvSpPr/>
            <p:nvPr/>
          </p:nvSpPr>
          <p:spPr>
            <a:xfrm>
              <a:off x="1896446" y="2628003"/>
              <a:ext cx="24896" cy="144871"/>
            </a:xfrm>
            <a:custGeom>
              <a:rect b="b" l="l" r="r" t="t"/>
              <a:pathLst>
                <a:path extrusionOk="0" h="4859" w="835">
                  <a:moveTo>
                    <a:pt x="48" y="0"/>
                  </a:moveTo>
                  <a:cubicBezTo>
                    <a:pt x="24" y="0"/>
                    <a:pt x="1" y="24"/>
                    <a:pt x="1" y="48"/>
                  </a:cubicBezTo>
                  <a:lnTo>
                    <a:pt x="1" y="4859"/>
                  </a:lnTo>
                  <a:lnTo>
                    <a:pt x="834" y="4859"/>
                  </a:lnTo>
                  <a:lnTo>
                    <a:pt x="834" y="48"/>
                  </a:lnTo>
                  <a:cubicBezTo>
                    <a:pt x="834" y="24"/>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98"/>
            <p:cNvSpPr/>
            <p:nvPr/>
          </p:nvSpPr>
          <p:spPr>
            <a:xfrm>
              <a:off x="1996566" y="2593924"/>
              <a:ext cx="24866" cy="178950"/>
            </a:xfrm>
            <a:custGeom>
              <a:rect b="b" l="l" r="r" t="t"/>
              <a:pathLst>
                <a:path extrusionOk="0" h="6002" w="834">
                  <a:moveTo>
                    <a:pt x="0" y="0"/>
                  </a:moveTo>
                  <a:lnTo>
                    <a:pt x="0" y="6002"/>
                  </a:lnTo>
                  <a:lnTo>
                    <a:pt x="834" y="6002"/>
                  </a:lnTo>
                  <a:lnTo>
                    <a:pt x="834" y="72"/>
                  </a:lnTo>
                  <a:cubicBezTo>
                    <a:pt x="834" y="48"/>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98"/>
            <p:cNvSpPr/>
            <p:nvPr/>
          </p:nvSpPr>
          <p:spPr>
            <a:xfrm>
              <a:off x="1769343" y="2593924"/>
              <a:ext cx="24896" cy="178950"/>
            </a:xfrm>
            <a:custGeom>
              <a:rect b="b" l="l" r="r" t="t"/>
              <a:pathLst>
                <a:path extrusionOk="0" h="6002" w="835">
                  <a:moveTo>
                    <a:pt x="72" y="0"/>
                  </a:moveTo>
                  <a:cubicBezTo>
                    <a:pt x="25" y="0"/>
                    <a:pt x="1" y="48"/>
                    <a:pt x="1" y="72"/>
                  </a:cubicBezTo>
                  <a:lnTo>
                    <a:pt x="1" y="6002"/>
                  </a:lnTo>
                  <a:lnTo>
                    <a:pt x="834" y="6002"/>
                  </a:lnTo>
                  <a:lnTo>
                    <a:pt x="834"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98"/>
            <p:cNvSpPr/>
            <p:nvPr/>
          </p:nvSpPr>
          <p:spPr>
            <a:xfrm>
              <a:off x="1870178" y="2669894"/>
              <a:ext cx="25581" cy="103697"/>
            </a:xfrm>
            <a:custGeom>
              <a:rect b="b" l="l" r="r" t="t"/>
              <a:pathLst>
                <a:path extrusionOk="0" h="3478" w="858">
                  <a:moveTo>
                    <a:pt x="0" y="1"/>
                  </a:moveTo>
                  <a:lnTo>
                    <a:pt x="0" y="3477"/>
                  </a:lnTo>
                  <a:lnTo>
                    <a:pt x="858" y="3477"/>
                  </a:lnTo>
                  <a:lnTo>
                    <a:pt x="858"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98"/>
            <p:cNvSpPr/>
            <p:nvPr/>
          </p:nvSpPr>
          <p:spPr>
            <a:xfrm>
              <a:off x="1971700" y="2519356"/>
              <a:ext cx="24896" cy="253517"/>
            </a:xfrm>
            <a:custGeom>
              <a:rect b="b" l="l" r="r" t="t"/>
              <a:pathLst>
                <a:path extrusionOk="0" h="8503" w="835">
                  <a:moveTo>
                    <a:pt x="72" y="1"/>
                  </a:moveTo>
                  <a:cubicBezTo>
                    <a:pt x="25" y="1"/>
                    <a:pt x="1" y="48"/>
                    <a:pt x="1" y="72"/>
                  </a:cubicBezTo>
                  <a:lnTo>
                    <a:pt x="1" y="8503"/>
                  </a:lnTo>
                  <a:lnTo>
                    <a:pt x="834" y="8503"/>
                  </a:lnTo>
                  <a:lnTo>
                    <a:pt x="834" y="72"/>
                  </a:lnTo>
                  <a:cubicBezTo>
                    <a:pt x="834" y="48"/>
                    <a:pt x="811" y="1"/>
                    <a:pt x="787"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98"/>
            <p:cNvSpPr/>
            <p:nvPr/>
          </p:nvSpPr>
          <p:spPr>
            <a:xfrm>
              <a:off x="1743791" y="2632267"/>
              <a:ext cx="24866" cy="140608"/>
            </a:xfrm>
            <a:custGeom>
              <a:rect b="b" l="l" r="r" t="t"/>
              <a:pathLst>
                <a:path extrusionOk="0" h="4716" w="834">
                  <a:moveTo>
                    <a:pt x="72" y="0"/>
                  </a:moveTo>
                  <a:cubicBezTo>
                    <a:pt x="24" y="0"/>
                    <a:pt x="0" y="24"/>
                    <a:pt x="0" y="72"/>
                  </a:cubicBezTo>
                  <a:lnTo>
                    <a:pt x="0" y="4716"/>
                  </a:lnTo>
                  <a:lnTo>
                    <a:pt x="834" y="4716"/>
                  </a:lnTo>
                  <a:lnTo>
                    <a:pt x="834" y="0"/>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98"/>
            <p:cNvSpPr/>
            <p:nvPr/>
          </p:nvSpPr>
          <p:spPr>
            <a:xfrm>
              <a:off x="1806284" y="2482892"/>
              <a:ext cx="14937" cy="290696"/>
            </a:xfrm>
            <a:custGeom>
              <a:rect b="b" l="l" r="r" t="t"/>
              <a:pathLst>
                <a:path extrusionOk="0" h="9750" w="501">
                  <a:moveTo>
                    <a:pt x="450" y="0"/>
                  </a:moveTo>
                  <a:cubicBezTo>
                    <a:pt x="442" y="0"/>
                    <a:pt x="435" y="3"/>
                    <a:pt x="429" y="9"/>
                  </a:cubicBezTo>
                  <a:lnTo>
                    <a:pt x="0" y="9"/>
                  </a:lnTo>
                  <a:cubicBezTo>
                    <a:pt x="24" y="9"/>
                    <a:pt x="48" y="33"/>
                    <a:pt x="48" y="81"/>
                  </a:cubicBezTo>
                  <a:lnTo>
                    <a:pt x="48" y="9749"/>
                  </a:lnTo>
                  <a:lnTo>
                    <a:pt x="500" y="9749"/>
                  </a:lnTo>
                  <a:lnTo>
                    <a:pt x="500" y="81"/>
                  </a:lnTo>
                  <a:cubicBezTo>
                    <a:pt x="500" y="27"/>
                    <a:pt x="473" y="0"/>
                    <a:pt x="450"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98"/>
            <p:cNvSpPr/>
            <p:nvPr/>
          </p:nvSpPr>
          <p:spPr>
            <a:xfrm>
              <a:off x="1782134" y="2595355"/>
              <a:ext cx="13506" cy="178234"/>
            </a:xfrm>
            <a:custGeom>
              <a:rect b="b" l="l" r="r" t="t"/>
              <a:pathLst>
                <a:path extrusionOk="0" h="5978" w="453">
                  <a:moveTo>
                    <a:pt x="0" y="0"/>
                  </a:moveTo>
                  <a:lnTo>
                    <a:pt x="0" y="5977"/>
                  </a:lnTo>
                  <a:lnTo>
                    <a:pt x="453" y="5977"/>
                  </a:lnTo>
                  <a:lnTo>
                    <a:pt x="453"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98"/>
            <p:cNvSpPr/>
            <p:nvPr/>
          </p:nvSpPr>
          <p:spPr>
            <a:xfrm>
              <a:off x="1756582" y="2632267"/>
              <a:ext cx="12791" cy="141323"/>
            </a:xfrm>
            <a:custGeom>
              <a:rect b="b" l="l" r="r" t="t"/>
              <a:pathLst>
                <a:path extrusionOk="0" h="4740" w="429">
                  <a:moveTo>
                    <a:pt x="0" y="0"/>
                  </a:moveTo>
                  <a:lnTo>
                    <a:pt x="0" y="4739"/>
                  </a:lnTo>
                  <a:lnTo>
                    <a:pt x="429" y="4739"/>
                  </a:lnTo>
                  <a:lnTo>
                    <a:pt x="42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98"/>
            <p:cNvSpPr/>
            <p:nvPr/>
          </p:nvSpPr>
          <p:spPr>
            <a:xfrm>
              <a:off x="1843911" y="2557013"/>
              <a:ext cx="24866" cy="215861"/>
            </a:xfrm>
            <a:custGeom>
              <a:rect b="b" l="l" r="r" t="t"/>
              <a:pathLst>
                <a:path extrusionOk="0" h="7240" w="834">
                  <a:moveTo>
                    <a:pt x="72" y="0"/>
                  </a:moveTo>
                  <a:cubicBezTo>
                    <a:pt x="24" y="0"/>
                    <a:pt x="0" y="24"/>
                    <a:pt x="0" y="48"/>
                  </a:cubicBezTo>
                  <a:lnTo>
                    <a:pt x="0" y="7240"/>
                  </a:lnTo>
                  <a:lnTo>
                    <a:pt x="834" y="7240"/>
                  </a:lnTo>
                  <a:lnTo>
                    <a:pt x="834" y="48"/>
                  </a:lnTo>
                  <a:cubicBezTo>
                    <a:pt x="834" y="24"/>
                    <a:pt x="810" y="0"/>
                    <a:pt x="786"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98"/>
            <p:cNvSpPr/>
            <p:nvPr/>
          </p:nvSpPr>
          <p:spPr>
            <a:xfrm>
              <a:off x="1907090" y="2628003"/>
              <a:ext cx="14937" cy="144871"/>
            </a:xfrm>
            <a:custGeom>
              <a:rect b="b" l="l" r="r" t="t"/>
              <a:pathLst>
                <a:path extrusionOk="0" h="4859" w="501">
                  <a:moveTo>
                    <a:pt x="1" y="0"/>
                  </a:moveTo>
                  <a:cubicBezTo>
                    <a:pt x="25" y="0"/>
                    <a:pt x="48" y="24"/>
                    <a:pt x="48" y="48"/>
                  </a:cubicBezTo>
                  <a:lnTo>
                    <a:pt x="48" y="4859"/>
                  </a:lnTo>
                  <a:lnTo>
                    <a:pt x="501" y="4859"/>
                  </a:lnTo>
                  <a:lnTo>
                    <a:pt x="501" y="48"/>
                  </a:lnTo>
                  <a:cubicBezTo>
                    <a:pt x="501" y="24"/>
                    <a:pt x="477" y="0"/>
                    <a:pt x="4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98"/>
            <p:cNvSpPr/>
            <p:nvPr/>
          </p:nvSpPr>
          <p:spPr>
            <a:xfrm>
              <a:off x="1882969" y="2669894"/>
              <a:ext cx="13506" cy="103697"/>
            </a:xfrm>
            <a:custGeom>
              <a:rect b="b" l="l" r="r" t="t"/>
              <a:pathLst>
                <a:path extrusionOk="0" h="3478" w="453">
                  <a:moveTo>
                    <a:pt x="0" y="1"/>
                  </a:moveTo>
                  <a:lnTo>
                    <a:pt x="0" y="3477"/>
                  </a:lnTo>
                  <a:lnTo>
                    <a:pt x="453" y="3477"/>
                  </a:lnTo>
                  <a:lnTo>
                    <a:pt x="453"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98"/>
            <p:cNvSpPr/>
            <p:nvPr/>
          </p:nvSpPr>
          <p:spPr>
            <a:xfrm>
              <a:off x="1855271" y="2557699"/>
              <a:ext cx="15653" cy="215890"/>
            </a:xfrm>
            <a:custGeom>
              <a:rect b="b" l="l" r="r" t="t"/>
              <a:pathLst>
                <a:path extrusionOk="0" h="7241" w="525">
                  <a:moveTo>
                    <a:pt x="0" y="1"/>
                  </a:moveTo>
                  <a:cubicBezTo>
                    <a:pt x="48" y="1"/>
                    <a:pt x="72" y="25"/>
                    <a:pt x="72" y="72"/>
                  </a:cubicBezTo>
                  <a:lnTo>
                    <a:pt x="72" y="7240"/>
                  </a:lnTo>
                  <a:lnTo>
                    <a:pt x="524" y="7240"/>
                  </a:lnTo>
                  <a:lnTo>
                    <a:pt x="524" y="72"/>
                  </a:lnTo>
                  <a:cubicBezTo>
                    <a:pt x="524" y="25"/>
                    <a:pt x="500" y="1"/>
                    <a:pt x="45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98"/>
            <p:cNvSpPr/>
            <p:nvPr/>
          </p:nvSpPr>
          <p:spPr>
            <a:xfrm>
              <a:off x="1946148" y="2706805"/>
              <a:ext cx="24896" cy="66070"/>
            </a:xfrm>
            <a:custGeom>
              <a:rect b="b" l="l" r="r" t="t"/>
              <a:pathLst>
                <a:path extrusionOk="0" h="2216" w="835">
                  <a:moveTo>
                    <a:pt x="72" y="1"/>
                  </a:moveTo>
                  <a:cubicBezTo>
                    <a:pt x="24" y="1"/>
                    <a:pt x="1" y="25"/>
                    <a:pt x="1" y="72"/>
                  </a:cubicBezTo>
                  <a:lnTo>
                    <a:pt x="1" y="2216"/>
                  </a:lnTo>
                  <a:lnTo>
                    <a:pt x="834" y="2216"/>
                  </a:lnTo>
                  <a:lnTo>
                    <a:pt x="834"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98"/>
            <p:cNvSpPr/>
            <p:nvPr/>
          </p:nvSpPr>
          <p:spPr>
            <a:xfrm>
              <a:off x="2007210" y="2595355"/>
              <a:ext cx="15653" cy="178234"/>
            </a:xfrm>
            <a:custGeom>
              <a:rect b="b" l="l" r="r" t="t"/>
              <a:pathLst>
                <a:path extrusionOk="0" h="5978" w="525">
                  <a:moveTo>
                    <a:pt x="1" y="0"/>
                  </a:moveTo>
                  <a:cubicBezTo>
                    <a:pt x="48" y="0"/>
                    <a:pt x="72" y="24"/>
                    <a:pt x="72" y="48"/>
                  </a:cubicBezTo>
                  <a:lnTo>
                    <a:pt x="72" y="5977"/>
                  </a:lnTo>
                  <a:lnTo>
                    <a:pt x="525" y="5977"/>
                  </a:lnTo>
                  <a:lnTo>
                    <a:pt x="525" y="48"/>
                  </a:lnTo>
                  <a:cubicBezTo>
                    <a:pt x="525" y="24"/>
                    <a:pt x="477" y="0"/>
                    <a:pt x="4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98"/>
            <p:cNvSpPr/>
            <p:nvPr/>
          </p:nvSpPr>
          <p:spPr>
            <a:xfrm>
              <a:off x="1982373" y="2520310"/>
              <a:ext cx="14937" cy="253278"/>
            </a:xfrm>
            <a:custGeom>
              <a:rect b="b" l="l" r="r" t="t"/>
              <a:pathLst>
                <a:path extrusionOk="0" h="8495" w="501">
                  <a:moveTo>
                    <a:pt x="469" y="0"/>
                  </a:moveTo>
                  <a:cubicBezTo>
                    <a:pt x="464" y="0"/>
                    <a:pt x="458" y="5"/>
                    <a:pt x="453" y="16"/>
                  </a:cubicBezTo>
                  <a:lnTo>
                    <a:pt x="0" y="16"/>
                  </a:lnTo>
                  <a:cubicBezTo>
                    <a:pt x="48" y="16"/>
                    <a:pt x="72" y="40"/>
                    <a:pt x="72" y="64"/>
                  </a:cubicBezTo>
                  <a:lnTo>
                    <a:pt x="72" y="8494"/>
                  </a:lnTo>
                  <a:lnTo>
                    <a:pt x="500" y="8494"/>
                  </a:lnTo>
                  <a:lnTo>
                    <a:pt x="500" y="64"/>
                  </a:lnTo>
                  <a:cubicBezTo>
                    <a:pt x="500" y="46"/>
                    <a:pt x="486" y="0"/>
                    <a:pt x="469"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98"/>
            <p:cNvSpPr/>
            <p:nvPr/>
          </p:nvSpPr>
          <p:spPr>
            <a:xfrm>
              <a:off x="1958939" y="2706805"/>
              <a:ext cx="12791" cy="66786"/>
            </a:xfrm>
            <a:custGeom>
              <a:rect b="b" l="l" r="r" t="t"/>
              <a:pathLst>
                <a:path extrusionOk="0" h="2240" w="429">
                  <a:moveTo>
                    <a:pt x="0" y="1"/>
                  </a:moveTo>
                  <a:lnTo>
                    <a:pt x="0" y="2239"/>
                  </a:lnTo>
                  <a:lnTo>
                    <a:pt x="429" y="2239"/>
                  </a:lnTo>
                  <a:lnTo>
                    <a:pt x="429"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98"/>
            <p:cNvSpPr/>
            <p:nvPr/>
          </p:nvSpPr>
          <p:spPr>
            <a:xfrm>
              <a:off x="1701185" y="2773562"/>
              <a:ext cx="343678" cy="24180"/>
            </a:xfrm>
            <a:custGeom>
              <a:rect b="b" l="l" r="r" t="t"/>
              <a:pathLst>
                <a:path extrusionOk="0" h="811" w="11527">
                  <a:moveTo>
                    <a:pt x="120" y="0"/>
                  </a:moveTo>
                  <a:cubicBezTo>
                    <a:pt x="48" y="0"/>
                    <a:pt x="1" y="48"/>
                    <a:pt x="1" y="119"/>
                  </a:cubicBezTo>
                  <a:lnTo>
                    <a:pt x="1" y="691"/>
                  </a:lnTo>
                  <a:cubicBezTo>
                    <a:pt x="1" y="739"/>
                    <a:pt x="48" y="810"/>
                    <a:pt x="120" y="810"/>
                  </a:cubicBezTo>
                  <a:lnTo>
                    <a:pt x="11408" y="810"/>
                  </a:lnTo>
                  <a:cubicBezTo>
                    <a:pt x="11455" y="810"/>
                    <a:pt x="11527" y="739"/>
                    <a:pt x="11527" y="691"/>
                  </a:cubicBezTo>
                  <a:lnTo>
                    <a:pt x="11527" y="119"/>
                  </a:lnTo>
                  <a:cubicBezTo>
                    <a:pt x="11527" y="48"/>
                    <a:pt x="11455"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98"/>
            <p:cNvSpPr/>
            <p:nvPr/>
          </p:nvSpPr>
          <p:spPr>
            <a:xfrm>
              <a:off x="2027096" y="2772846"/>
              <a:ext cx="17770" cy="23464"/>
            </a:xfrm>
            <a:custGeom>
              <a:rect b="b" l="l" r="r" t="t"/>
              <a:pathLst>
                <a:path extrusionOk="0" h="787" w="596">
                  <a:moveTo>
                    <a:pt x="0" y="1"/>
                  </a:moveTo>
                  <a:cubicBezTo>
                    <a:pt x="48" y="1"/>
                    <a:pt x="119" y="48"/>
                    <a:pt x="119" y="120"/>
                  </a:cubicBezTo>
                  <a:lnTo>
                    <a:pt x="119" y="667"/>
                  </a:lnTo>
                  <a:cubicBezTo>
                    <a:pt x="119" y="739"/>
                    <a:pt x="48" y="786"/>
                    <a:pt x="0" y="786"/>
                  </a:cubicBezTo>
                  <a:lnTo>
                    <a:pt x="477" y="786"/>
                  </a:lnTo>
                  <a:cubicBezTo>
                    <a:pt x="524" y="786"/>
                    <a:pt x="596" y="739"/>
                    <a:pt x="596" y="667"/>
                  </a:cubicBezTo>
                  <a:lnTo>
                    <a:pt x="596" y="120"/>
                  </a:lnTo>
                  <a:cubicBezTo>
                    <a:pt x="596" y="48"/>
                    <a:pt x="524"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98"/>
            <p:cNvSpPr/>
            <p:nvPr/>
          </p:nvSpPr>
          <p:spPr>
            <a:xfrm>
              <a:off x="1696921" y="2448366"/>
              <a:ext cx="354351" cy="354321"/>
            </a:xfrm>
            <a:custGeom>
              <a:rect b="b" l="l" r="r" t="t"/>
              <a:pathLst>
                <a:path extrusionOk="0" h="11884" w="11885">
                  <a:moveTo>
                    <a:pt x="2263" y="6359"/>
                  </a:moveTo>
                  <a:lnTo>
                    <a:pt x="2263" y="10717"/>
                  </a:lnTo>
                  <a:lnTo>
                    <a:pt x="1739" y="10717"/>
                  </a:lnTo>
                  <a:lnTo>
                    <a:pt x="1739" y="6359"/>
                  </a:lnTo>
                  <a:close/>
                  <a:moveTo>
                    <a:pt x="3120" y="5097"/>
                  </a:moveTo>
                  <a:lnTo>
                    <a:pt x="3120" y="10717"/>
                  </a:lnTo>
                  <a:lnTo>
                    <a:pt x="2620" y="10717"/>
                  </a:lnTo>
                  <a:lnTo>
                    <a:pt x="2620" y="5097"/>
                  </a:lnTo>
                  <a:close/>
                  <a:moveTo>
                    <a:pt x="5645" y="3858"/>
                  </a:moveTo>
                  <a:lnTo>
                    <a:pt x="5645" y="10717"/>
                  </a:lnTo>
                  <a:lnTo>
                    <a:pt x="5145" y="10717"/>
                  </a:lnTo>
                  <a:lnTo>
                    <a:pt x="5145" y="3858"/>
                  </a:lnTo>
                  <a:close/>
                  <a:moveTo>
                    <a:pt x="6526" y="7597"/>
                  </a:moveTo>
                  <a:lnTo>
                    <a:pt x="6526" y="10717"/>
                  </a:lnTo>
                  <a:lnTo>
                    <a:pt x="6002" y="10717"/>
                  </a:lnTo>
                  <a:lnTo>
                    <a:pt x="6002" y="7597"/>
                  </a:lnTo>
                  <a:close/>
                  <a:moveTo>
                    <a:pt x="7359" y="6192"/>
                  </a:moveTo>
                  <a:lnTo>
                    <a:pt x="7359" y="10717"/>
                  </a:lnTo>
                  <a:lnTo>
                    <a:pt x="6835" y="10717"/>
                  </a:lnTo>
                  <a:lnTo>
                    <a:pt x="6835" y="6192"/>
                  </a:lnTo>
                  <a:close/>
                  <a:moveTo>
                    <a:pt x="9026" y="8859"/>
                  </a:moveTo>
                  <a:lnTo>
                    <a:pt x="9026" y="10717"/>
                  </a:lnTo>
                  <a:lnTo>
                    <a:pt x="8502" y="10717"/>
                  </a:lnTo>
                  <a:lnTo>
                    <a:pt x="8502" y="8859"/>
                  </a:lnTo>
                  <a:close/>
                  <a:moveTo>
                    <a:pt x="9884" y="2596"/>
                  </a:moveTo>
                  <a:lnTo>
                    <a:pt x="9884" y="10717"/>
                  </a:lnTo>
                  <a:lnTo>
                    <a:pt x="9384" y="10717"/>
                  </a:lnTo>
                  <a:lnTo>
                    <a:pt x="9384" y="2596"/>
                  </a:lnTo>
                  <a:close/>
                  <a:moveTo>
                    <a:pt x="11479" y="11050"/>
                  </a:moveTo>
                  <a:lnTo>
                    <a:pt x="11479" y="11503"/>
                  </a:lnTo>
                  <a:lnTo>
                    <a:pt x="334" y="11503"/>
                  </a:lnTo>
                  <a:lnTo>
                    <a:pt x="334" y="11050"/>
                  </a:lnTo>
                  <a:close/>
                  <a:moveTo>
                    <a:pt x="929" y="0"/>
                  </a:moveTo>
                  <a:cubicBezTo>
                    <a:pt x="810" y="0"/>
                    <a:pt x="715" y="72"/>
                    <a:pt x="715" y="191"/>
                  </a:cubicBezTo>
                  <a:lnTo>
                    <a:pt x="715" y="1001"/>
                  </a:lnTo>
                  <a:lnTo>
                    <a:pt x="501" y="1001"/>
                  </a:lnTo>
                  <a:cubicBezTo>
                    <a:pt x="406" y="1001"/>
                    <a:pt x="334" y="1048"/>
                    <a:pt x="334" y="1144"/>
                  </a:cubicBezTo>
                  <a:cubicBezTo>
                    <a:pt x="334" y="1263"/>
                    <a:pt x="382" y="1358"/>
                    <a:pt x="501" y="1358"/>
                  </a:cubicBezTo>
                  <a:lnTo>
                    <a:pt x="715" y="1358"/>
                  </a:lnTo>
                  <a:lnTo>
                    <a:pt x="715" y="2239"/>
                  </a:lnTo>
                  <a:lnTo>
                    <a:pt x="501" y="2239"/>
                  </a:lnTo>
                  <a:cubicBezTo>
                    <a:pt x="406" y="2239"/>
                    <a:pt x="334" y="2310"/>
                    <a:pt x="334" y="2382"/>
                  </a:cubicBezTo>
                  <a:cubicBezTo>
                    <a:pt x="334" y="2501"/>
                    <a:pt x="382" y="2596"/>
                    <a:pt x="501" y="2596"/>
                  </a:cubicBezTo>
                  <a:lnTo>
                    <a:pt x="715" y="2596"/>
                  </a:lnTo>
                  <a:lnTo>
                    <a:pt x="715" y="3501"/>
                  </a:lnTo>
                  <a:lnTo>
                    <a:pt x="501" y="3501"/>
                  </a:lnTo>
                  <a:cubicBezTo>
                    <a:pt x="406" y="3501"/>
                    <a:pt x="334" y="3549"/>
                    <a:pt x="334" y="3644"/>
                  </a:cubicBezTo>
                  <a:cubicBezTo>
                    <a:pt x="334" y="3763"/>
                    <a:pt x="382" y="3858"/>
                    <a:pt x="501" y="3858"/>
                  </a:cubicBezTo>
                  <a:lnTo>
                    <a:pt x="715" y="3858"/>
                  </a:lnTo>
                  <a:lnTo>
                    <a:pt x="715" y="4739"/>
                  </a:lnTo>
                  <a:lnTo>
                    <a:pt x="501" y="4739"/>
                  </a:lnTo>
                  <a:cubicBezTo>
                    <a:pt x="406" y="4739"/>
                    <a:pt x="334" y="4811"/>
                    <a:pt x="334" y="4882"/>
                  </a:cubicBezTo>
                  <a:cubicBezTo>
                    <a:pt x="334" y="5001"/>
                    <a:pt x="382" y="5097"/>
                    <a:pt x="501" y="5097"/>
                  </a:cubicBezTo>
                  <a:lnTo>
                    <a:pt x="715" y="5097"/>
                  </a:lnTo>
                  <a:lnTo>
                    <a:pt x="715" y="6002"/>
                  </a:lnTo>
                  <a:lnTo>
                    <a:pt x="501" y="6002"/>
                  </a:lnTo>
                  <a:cubicBezTo>
                    <a:pt x="406" y="6002"/>
                    <a:pt x="334" y="6049"/>
                    <a:pt x="334" y="6145"/>
                  </a:cubicBezTo>
                  <a:cubicBezTo>
                    <a:pt x="334" y="6264"/>
                    <a:pt x="382" y="6359"/>
                    <a:pt x="501" y="6359"/>
                  </a:cubicBezTo>
                  <a:lnTo>
                    <a:pt x="715" y="6359"/>
                  </a:lnTo>
                  <a:lnTo>
                    <a:pt x="715" y="7240"/>
                  </a:lnTo>
                  <a:lnTo>
                    <a:pt x="501" y="7240"/>
                  </a:lnTo>
                  <a:cubicBezTo>
                    <a:pt x="406" y="7240"/>
                    <a:pt x="334" y="7311"/>
                    <a:pt x="334" y="7383"/>
                  </a:cubicBezTo>
                  <a:cubicBezTo>
                    <a:pt x="334" y="7502"/>
                    <a:pt x="382" y="7597"/>
                    <a:pt x="501" y="7597"/>
                  </a:cubicBezTo>
                  <a:lnTo>
                    <a:pt x="715" y="7597"/>
                  </a:lnTo>
                  <a:lnTo>
                    <a:pt x="715" y="8502"/>
                  </a:lnTo>
                  <a:lnTo>
                    <a:pt x="501" y="8502"/>
                  </a:lnTo>
                  <a:cubicBezTo>
                    <a:pt x="406" y="8502"/>
                    <a:pt x="334" y="8550"/>
                    <a:pt x="334" y="8645"/>
                  </a:cubicBezTo>
                  <a:cubicBezTo>
                    <a:pt x="334" y="8764"/>
                    <a:pt x="382" y="8859"/>
                    <a:pt x="501" y="8859"/>
                  </a:cubicBezTo>
                  <a:lnTo>
                    <a:pt x="715" y="8859"/>
                  </a:lnTo>
                  <a:lnTo>
                    <a:pt x="715" y="9741"/>
                  </a:lnTo>
                  <a:lnTo>
                    <a:pt x="501" y="9741"/>
                  </a:lnTo>
                  <a:cubicBezTo>
                    <a:pt x="406" y="9741"/>
                    <a:pt x="334" y="9812"/>
                    <a:pt x="334" y="9883"/>
                  </a:cubicBezTo>
                  <a:cubicBezTo>
                    <a:pt x="334" y="10002"/>
                    <a:pt x="382" y="10098"/>
                    <a:pt x="501" y="10098"/>
                  </a:cubicBezTo>
                  <a:lnTo>
                    <a:pt x="715" y="10098"/>
                  </a:lnTo>
                  <a:lnTo>
                    <a:pt x="715" y="10717"/>
                  </a:lnTo>
                  <a:lnTo>
                    <a:pt x="286" y="10717"/>
                  </a:lnTo>
                  <a:cubicBezTo>
                    <a:pt x="144" y="10717"/>
                    <a:pt x="1" y="10836"/>
                    <a:pt x="1" y="11026"/>
                  </a:cubicBezTo>
                  <a:lnTo>
                    <a:pt x="1" y="11598"/>
                  </a:lnTo>
                  <a:cubicBezTo>
                    <a:pt x="1" y="11741"/>
                    <a:pt x="120" y="11884"/>
                    <a:pt x="286" y="11884"/>
                  </a:cubicBezTo>
                  <a:lnTo>
                    <a:pt x="11575" y="11884"/>
                  </a:lnTo>
                  <a:cubicBezTo>
                    <a:pt x="11717" y="11884"/>
                    <a:pt x="11884" y="11765"/>
                    <a:pt x="11884" y="11598"/>
                  </a:cubicBezTo>
                  <a:lnTo>
                    <a:pt x="11884" y="11026"/>
                  </a:lnTo>
                  <a:cubicBezTo>
                    <a:pt x="11836" y="10836"/>
                    <a:pt x="11694" y="10693"/>
                    <a:pt x="11551" y="10693"/>
                  </a:cubicBezTo>
                  <a:lnTo>
                    <a:pt x="11098" y="10693"/>
                  </a:lnTo>
                  <a:lnTo>
                    <a:pt x="11098" y="9883"/>
                  </a:lnTo>
                  <a:cubicBezTo>
                    <a:pt x="11098" y="9812"/>
                    <a:pt x="11051" y="9717"/>
                    <a:pt x="10955" y="9717"/>
                  </a:cubicBezTo>
                  <a:cubicBezTo>
                    <a:pt x="10836" y="9717"/>
                    <a:pt x="10741" y="9764"/>
                    <a:pt x="10741" y="9883"/>
                  </a:cubicBezTo>
                  <a:lnTo>
                    <a:pt x="10741" y="10717"/>
                  </a:lnTo>
                  <a:lnTo>
                    <a:pt x="10241" y="10717"/>
                  </a:lnTo>
                  <a:lnTo>
                    <a:pt x="10241" y="5097"/>
                  </a:lnTo>
                  <a:lnTo>
                    <a:pt x="10741" y="5097"/>
                  </a:lnTo>
                  <a:lnTo>
                    <a:pt x="10741" y="9098"/>
                  </a:lnTo>
                  <a:cubicBezTo>
                    <a:pt x="10741" y="9169"/>
                    <a:pt x="10812" y="9264"/>
                    <a:pt x="10884" y="9264"/>
                  </a:cubicBezTo>
                  <a:cubicBezTo>
                    <a:pt x="11003" y="9264"/>
                    <a:pt x="11098" y="9217"/>
                    <a:pt x="11098" y="9098"/>
                  </a:cubicBezTo>
                  <a:lnTo>
                    <a:pt x="11098" y="4978"/>
                  </a:lnTo>
                  <a:cubicBezTo>
                    <a:pt x="11098" y="4835"/>
                    <a:pt x="10979" y="4739"/>
                    <a:pt x="10860" y="4739"/>
                  </a:cubicBezTo>
                  <a:lnTo>
                    <a:pt x="10241" y="4739"/>
                  </a:lnTo>
                  <a:lnTo>
                    <a:pt x="10241" y="2477"/>
                  </a:lnTo>
                  <a:cubicBezTo>
                    <a:pt x="10241" y="2334"/>
                    <a:pt x="10122" y="2239"/>
                    <a:pt x="10003" y="2239"/>
                  </a:cubicBezTo>
                  <a:lnTo>
                    <a:pt x="9288" y="2239"/>
                  </a:lnTo>
                  <a:cubicBezTo>
                    <a:pt x="9145" y="2239"/>
                    <a:pt x="9050" y="2358"/>
                    <a:pt x="9050" y="2477"/>
                  </a:cubicBezTo>
                  <a:lnTo>
                    <a:pt x="9050" y="8502"/>
                  </a:lnTo>
                  <a:lnTo>
                    <a:pt x="8431" y="8502"/>
                  </a:lnTo>
                  <a:cubicBezTo>
                    <a:pt x="8264" y="8502"/>
                    <a:pt x="8193" y="8621"/>
                    <a:pt x="8193" y="8740"/>
                  </a:cubicBezTo>
                  <a:lnTo>
                    <a:pt x="8193" y="10717"/>
                  </a:lnTo>
                  <a:lnTo>
                    <a:pt x="7717" y="10717"/>
                  </a:lnTo>
                  <a:lnTo>
                    <a:pt x="7717" y="6121"/>
                  </a:lnTo>
                  <a:cubicBezTo>
                    <a:pt x="7717" y="5954"/>
                    <a:pt x="7597" y="5883"/>
                    <a:pt x="7478" y="5883"/>
                  </a:cubicBezTo>
                  <a:lnTo>
                    <a:pt x="6764" y="5883"/>
                  </a:lnTo>
                  <a:cubicBezTo>
                    <a:pt x="6597" y="5883"/>
                    <a:pt x="6526" y="6002"/>
                    <a:pt x="6526" y="6121"/>
                  </a:cubicBezTo>
                  <a:lnTo>
                    <a:pt x="6526" y="7264"/>
                  </a:lnTo>
                  <a:lnTo>
                    <a:pt x="6002" y="7264"/>
                  </a:lnTo>
                  <a:lnTo>
                    <a:pt x="6002" y="3763"/>
                  </a:lnTo>
                  <a:cubicBezTo>
                    <a:pt x="6002" y="3620"/>
                    <a:pt x="5883" y="3525"/>
                    <a:pt x="5764" y="3525"/>
                  </a:cubicBezTo>
                  <a:lnTo>
                    <a:pt x="5049" y="3525"/>
                  </a:lnTo>
                  <a:cubicBezTo>
                    <a:pt x="4906" y="3525"/>
                    <a:pt x="4811" y="3644"/>
                    <a:pt x="4811" y="3763"/>
                  </a:cubicBezTo>
                  <a:lnTo>
                    <a:pt x="4811" y="10765"/>
                  </a:lnTo>
                  <a:lnTo>
                    <a:pt x="4335" y="10765"/>
                  </a:lnTo>
                  <a:lnTo>
                    <a:pt x="4335" y="1239"/>
                  </a:lnTo>
                  <a:cubicBezTo>
                    <a:pt x="4335" y="1072"/>
                    <a:pt x="4216" y="1001"/>
                    <a:pt x="4097" y="1001"/>
                  </a:cubicBezTo>
                  <a:lnTo>
                    <a:pt x="3382" y="1001"/>
                  </a:lnTo>
                  <a:cubicBezTo>
                    <a:pt x="3263" y="1001"/>
                    <a:pt x="3144" y="1072"/>
                    <a:pt x="3144" y="1286"/>
                  </a:cubicBezTo>
                  <a:lnTo>
                    <a:pt x="3144" y="2501"/>
                  </a:lnTo>
                  <a:cubicBezTo>
                    <a:pt x="3144" y="2596"/>
                    <a:pt x="3216" y="2691"/>
                    <a:pt x="3311" y="2691"/>
                  </a:cubicBezTo>
                  <a:cubicBezTo>
                    <a:pt x="3430" y="2691"/>
                    <a:pt x="3501" y="2620"/>
                    <a:pt x="3501" y="2501"/>
                  </a:cubicBezTo>
                  <a:lnTo>
                    <a:pt x="3501" y="1310"/>
                  </a:lnTo>
                  <a:lnTo>
                    <a:pt x="4025" y="1310"/>
                  </a:lnTo>
                  <a:lnTo>
                    <a:pt x="4025" y="10693"/>
                  </a:lnTo>
                  <a:lnTo>
                    <a:pt x="3501" y="10693"/>
                  </a:lnTo>
                  <a:lnTo>
                    <a:pt x="3501" y="3311"/>
                  </a:lnTo>
                  <a:cubicBezTo>
                    <a:pt x="3501" y="3215"/>
                    <a:pt x="3454" y="3144"/>
                    <a:pt x="3359" y="3144"/>
                  </a:cubicBezTo>
                  <a:cubicBezTo>
                    <a:pt x="3239" y="3144"/>
                    <a:pt x="3144" y="3192"/>
                    <a:pt x="3144" y="3311"/>
                  </a:cubicBezTo>
                  <a:lnTo>
                    <a:pt x="3144" y="4739"/>
                  </a:lnTo>
                  <a:lnTo>
                    <a:pt x="2525" y="4739"/>
                  </a:lnTo>
                  <a:cubicBezTo>
                    <a:pt x="2382" y="4739"/>
                    <a:pt x="2287" y="4859"/>
                    <a:pt x="2287" y="4978"/>
                  </a:cubicBezTo>
                  <a:lnTo>
                    <a:pt x="2287" y="6002"/>
                  </a:lnTo>
                  <a:lnTo>
                    <a:pt x="1668" y="6002"/>
                  </a:lnTo>
                  <a:cubicBezTo>
                    <a:pt x="1525" y="6002"/>
                    <a:pt x="1430" y="6121"/>
                    <a:pt x="1430" y="6240"/>
                  </a:cubicBezTo>
                  <a:lnTo>
                    <a:pt x="1430" y="10717"/>
                  </a:lnTo>
                  <a:lnTo>
                    <a:pt x="1072" y="10717"/>
                  </a:lnTo>
                  <a:lnTo>
                    <a:pt x="1072" y="191"/>
                  </a:lnTo>
                  <a:cubicBezTo>
                    <a:pt x="1072" y="96"/>
                    <a:pt x="1001"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1" name="Google Shape;22541;p98"/>
          <p:cNvGrpSpPr/>
          <p:nvPr/>
        </p:nvGrpSpPr>
        <p:grpSpPr>
          <a:xfrm>
            <a:off x="1047109" y="2841974"/>
            <a:ext cx="355756" cy="355039"/>
            <a:chOff x="1694804" y="2994374"/>
            <a:chExt cx="355756" cy="355039"/>
          </a:xfrm>
        </p:grpSpPr>
        <p:sp>
          <p:nvSpPr>
            <p:cNvPr id="22542" name="Google Shape;22542;p98"/>
            <p:cNvSpPr/>
            <p:nvPr/>
          </p:nvSpPr>
          <p:spPr>
            <a:xfrm>
              <a:off x="1800589" y="2999890"/>
              <a:ext cx="145587" cy="158169"/>
            </a:xfrm>
            <a:custGeom>
              <a:rect b="b" l="l" r="r" t="t"/>
              <a:pathLst>
                <a:path extrusionOk="0" h="5305" w="4883">
                  <a:moveTo>
                    <a:pt x="2442" y="0"/>
                  </a:moveTo>
                  <a:cubicBezTo>
                    <a:pt x="1882" y="0"/>
                    <a:pt x="1322" y="209"/>
                    <a:pt x="882" y="625"/>
                  </a:cubicBezTo>
                  <a:cubicBezTo>
                    <a:pt x="1" y="1483"/>
                    <a:pt x="1" y="2912"/>
                    <a:pt x="858" y="3769"/>
                  </a:cubicBezTo>
                  <a:lnTo>
                    <a:pt x="2382" y="5269"/>
                  </a:lnTo>
                  <a:cubicBezTo>
                    <a:pt x="2394" y="5293"/>
                    <a:pt x="2418" y="5305"/>
                    <a:pt x="2445" y="5305"/>
                  </a:cubicBezTo>
                  <a:cubicBezTo>
                    <a:pt x="2471" y="5305"/>
                    <a:pt x="2501" y="5293"/>
                    <a:pt x="2525" y="5269"/>
                  </a:cubicBezTo>
                  <a:lnTo>
                    <a:pt x="4025" y="3769"/>
                  </a:lnTo>
                  <a:cubicBezTo>
                    <a:pt x="4883" y="2912"/>
                    <a:pt x="4883" y="1483"/>
                    <a:pt x="4001" y="625"/>
                  </a:cubicBezTo>
                  <a:cubicBezTo>
                    <a:pt x="3561" y="209"/>
                    <a:pt x="3001" y="0"/>
                    <a:pt x="244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98"/>
            <p:cNvSpPr/>
            <p:nvPr/>
          </p:nvSpPr>
          <p:spPr>
            <a:xfrm>
              <a:off x="1800589" y="3185013"/>
              <a:ext cx="145587" cy="158198"/>
            </a:xfrm>
            <a:custGeom>
              <a:rect b="b" l="l" r="r" t="t"/>
              <a:pathLst>
                <a:path extrusionOk="0" h="5306" w="4883">
                  <a:moveTo>
                    <a:pt x="2445" y="1"/>
                  </a:moveTo>
                  <a:cubicBezTo>
                    <a:pt x="2418" y="1"/>
                    <a:pt x="2394" y="13"/>
                    <a:pt x="2382" y="37"/>
                  </a:cubicBezTo>
                  <a:lnTo>
                    <a:pt x="858" y="1537"/>
                  </a:lnTo>
                  <a:cubicBezTo>
                    <a:pt x="1" y="2394"/>
                    <a:pt x="1" y="3823"/>
                    <a:pt x="882" y="4680"/>
                  </a:cubicBezTo>
                  <a:cubicBezTo>
                    <a:pt x="1322" y="5097"/>
                    <a:pt x="1882" y="5305"/>
                    <a:pt x="2442" y="5305"/>
                  </a:cubicBezTo>
                  <a:cubicBezTo>
                    <a:pt x="3001" y="5305"/>
                    <a:pt x="3561" y="5097"/>
                    <a:pt x="4001" y="4680"/>
                  </a:cubicBezTo>
                  <a:cubicBezTo>
                    <a:pt x="4883" y="3823"/>
                    <a:pt x="4883" y="2394"/>
                    <a:pt x="4025" y="1537"/>
                  </a:cubicBezTo>
                  <a:lnTo>
                    <a:pt x="2525" y="37"/>
                  </a:lnTo>
                  <a:cubicBezTo>
                    <a:pt x="2501" y="13"/>
                    <a:pt x="2471" y="1"/>
                    <a:pt x="24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98"/>
            <p:cNvSpPr/>
            <p:nvPr/>
          </p:nvSpPr>
          <p:spPr>
            <a:xfrm>
              <a:off x="1864484" y="3000337"/>
              <a:ext cx="80978" cy="157721"/>
            </a:xfrm>
            <a:custGeom>
              <a:rect b="b" l="l" r="r" t="t"/>
              <a:pathLst>
                <a:path extrusionOk="0" h="5290" w="2716">
                  <a:moveTo>
                    <a:pt x="256" y="0"/>
                  </a:moveTo>
                  <a:cubicBezTo>
                    <a:pt x="170" y="0"/>
                    <a:pt x="85" y="5"/>
                    <a:pt x="1" y="15"/>
                  </a:cubicBezTo>
                  <a:cubicBezTo>
                    <a:pt x="477" y="39"/>
                    <a:pt x="953" y="253"/>
                    <a:pt x="1311" y="610"/>
                  </a:cubicBezTo>
                  <a:cubicBezTo>
                    <a:pt x="2216" y="1468"/>
                    <a:pt x="2216" y="2897"/>
                    <a:pt x="1334" y="3754"/>
                  </a:cubicBezTo>
                  <a:lnTo>
                    <a:pt x="25" y="5064"/>
                  </a:lnTo>
                  <a:lnTo>
                    <a:pt x="215" y="5254"/>
                  </a:lnTo>
                  <a:cubicBezTo>
                    <a:pt x="227" y="5278"/>
                    <a:pt x="245" y="5290"/>
                    <a:pt x="269" y="5290"/>
                  </a:cubicBezTo>
                  <a:cubicBezTo>
                    <a:pt x="293" y="5290"/>
                    <a:pt x="322" y="5278"/>
                    <a:pt x="358" y="5254"/>
                  </a:cubicBezTo>
                  <a:lnTo>
                    <a:pt x="1858" y="3754"/>
                  </a:lnTo>
                  <a:cubicBezTo>
                    <a:pt x="2716" y="2897"/>
                    <a:pt x="2716" y="1468"/>
                    <a:pt x="1787" y="610"/>
                  </a:cubicBezTo>
                  <a:cubicBezTo>
                    <a:pt x="1375" y="199"/>
                    <a:pt x="803" y="0"/>
                    <a:pt x="25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98"/>
            <p:cNvSpPr/>
            <p:nvPr/>
          </p:nvSpPr>
          <p:spPr>
            <a:xfrm>
              <a:off x="1865199" y="3185013"/>
              <a:ext cx="80262" cy="157960"/>
            </a:xfrm>
            <a:custGeom>
              <a:rect b="b" l="l" r="r" t="t"/>
              <a:pathLst>
                <a:path extrusionOk="0" h="5298" w="2692">
                  <a:moveTo>
                    <a:pt x="295" y="1"/>
                  </a:moveTo>
                  <a:cubicBezTo>
                    <a:pt x="269" y="1"/>
                    <a:pt x="239" y="13"/>
                    <a:pt x="215" y="37"/>
                  </a:cubicBezTo>
                  <a:lnTo>
                    <a:pt x="48" y="227"/>
                  </a:lnTo>
                  <a:lnTo>
                    <a:pt x="1358" y="1537"/>
                  </a:lnTo>
                  <a:cubicBezTo>
                    <a:pt x="2215" y="2394"/>
                    <a:pt x="2215" y="3823"/>
                    <a:pt x="1310" y="4680"/>
                  </a:cubicBezTo>
                  <a:cubicBezTo>
                    <a:pt x="929" y="5014"/>
                    <a:pt x="477" y="5228"/>
                    <a:pt x="1" y="5276"/>
                  </a:cubicBezTo>
                  <a:cubicBezTo>
                    <a:pt x="101" y="5291"/>
                    <a:pt x="202" y="5298"/>
                    <a:pt x="302" y="5298"/>
                  </a:cubicBezTo>
                  <a:cubicBezTo>
                    <a:pt x="847" y="5298"/>
                    <a:pt x="1385" y="5082"/>
                    <a:pt x="1787" y="4680"/>
                  </a:cubicBezTo>
                  <a:cubicBezTo>
                    <a:pt x="2692" y="3823"/>
                    <a:pt x="2692" y="2394"/>
                    <a:pt x="1858" y="1537"/>
                  </a:cubicBezTo>
                  <a:lnTo>
                    <a:pt x="358" y="37"/>
                  </a:lnTo>
                  <a:cubicBezTo>
                    <a:pt x="346" y="13"/>
                    <a:pt x="322" y="1"/>
                    <a:pt x="29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98"/>
            <p:cNvSpPr/>
            <p:nvPr/>
          </p:nvSpPr>
          <p:spPr>
            <a:xfrm>
              <a:off x="1885802" y="3105943"/>
              <a:ext cx="164758" cy="132438"/>
            </a:xfrm>
            <a:custGeom>
              <a:rect b="b" l="l" r="r" t="t"/>
              <a:pathLst>
                <a:path extrusionOk="0" h="4442" w="5526">
                  <a:moveTo>
                    <a:pt x="3111" y="0"/>
                  </a:moveTo>
                  <a:cubicBezTo>
                    <a:pt x="2541" y="0"/>
                    <a:pt x="1974" y="215"/>
                    <a:pt x="1548" y="641"/>
                  </a:cubicBezTo>
                  <a:lnTo>
                    <a:pt x="72" y="2165"/>
                  </a:lnTo>
                  <a:cubicBezTo>
                    <a:pt x="0" y="2188"/>
                    <a:pt x="0" y="2236"/>
                    <a:pt x="72" y="2308"/>
                  </a:cubicBezTo>
                  <a:lnTo>
                    <a:pt x="1548" y="3784"/>
                  </a:lnTo>
                  <a:cubicBezTo>
                    <a:pt x="1974" y="4222"/>
                    <a:pt x="2541" y="4442"/>
                    <a:pt x="3112" y="4442"/>
                  </a:cubicBezTo>
                  <a:cubicBezTo>
                    <a:pt x="3690" y="4442"/>
                    <a:pt x="4272" y="4216"/>
                    <a:pt x="4716" y="3760"/>
                  </a:cubicBezTo>
                  <a:cubicBezTo>
                    <a:pt x="5525" y="2903"/>
                    <a:pt x="5525" y="1522"/>
                    <a:pt x="4716" y="664"/>
                  </a:cubicBezTo>
                  <a:cubicBezTo>
                    <a:pt x="4272" y="221"/>
                    <a:pt x="3690" y="0"/>
                    <a:pt x="311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98"/>
            <p:cNvSpPr/>
            <p:nvPr/>
          </p:nvSpPr>
          <p:spPr>
            <a:xfrm>
              <a:off x="1971014" y="3104959"/>
              <a:ext cx="79546" cy="132170"/>
            </a:xfrm>
            <a:custGeom>
              <a:rect b="b" l="l" r="r" t="t"/>
              <a:pathLst>
                <a:path extrusionOk="0" h="4433" w="2668">
                  <a:moveTo>
                    <a:pt x="181" y="0"/>
                  </a:moveTo>
                  <a:cubicBezTo>
                    <a:pt x="121" y="0"/>
                    <a:pt x="60" y="2"/>
                    <a:pt x="0" y="7"/>
                  </a:cubicBezTo>
                  <a:cubicBezTo>
                    <a:pt x="476" y="78"/>
                    <a:pt x="953" y="292"/>
                    <a:pt x="1334" y="674"/>
                  </a:cubicBezTo>
                  <a:cubicBezTo>
                    <a:pt x="2167" y="1531"/>
                    <a:pt x="2167" y="2912"/>
                    <a:pt x="1334" y="3769"/>
                  </a:cubicBezTo>
                  <a:cubicBezTo>
                    <a:pt x="953" y="4150"/>
                    <a:pt x="476" y="4365"/>
                    <a:pt x="0" y="4412"/>
                  </a:cubicBezTo>
                  <a:cubicBezTo>
                    <a:pt x="97" y="4426"/>
                    <a:pt x="194" y="4433"/>
                    <a:pt x="290" y="4433"/>
                  </a:cubicBezTo>
                  <a:cubicBezTo>
                    <a:pt x="857" y="4433"/>
                    <a:pt x="1410" y="4197"/>
                    <a:pt x="1858" y="3769"/>
                  </a:cubicBezTo>
                  <a:cubicBezTo>
                    <a:pt x="2667" y="2936"/>
                    <a:pt x="2667" y="1531"/>
                    <a:pt x="1858" y="674"/>
                  </a:cubicBezTo>
                  <a:cubicBezTo>
                    <a:pt x="1381" y="219"/>
                    <a:pt x="786" y="0"/>
                    <a:pt x="18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98"/>
            <p:cNvSpPr/>
            <p:nvPr/>
          </p:nvSpPr>
          <p:spPr>
            <a:xfrm>
              <a:off x="1694804" y="3105943"/>
              <a:ext cx="165443" cy="132438"/>
            </a:xfrm>
            <a:custGeom>
              <a:rect b="b" l="l" r="r" t="t"/>
              <a:pathLst>
                <a:path extrusionOk="0" h="4442" w="5549">
                  <a:moveTo>
                    <a:pt x="2438" y="0"/>
                  </a:moveTo>
                  <a:cubicBezTo>
                    <a:pt x="1860" y="0"/>
                    <a:pt x="1277" y="221"/>
                    <a:pt x="834" y="664"/>
                  </a:cubicBezTo>
                  <a:cubicBezTo>
                    <a:pt x="0" y="1522"/>
                    <a:pt x="0" y="2903"/>
                    <a:pt x="834" y="3760"/>
                  </a:cubicBezTo>
                  <a:cubicBezTo>
                    <a:pt x="1277" y="4216"/>
                    <a:pt x="1860" y="4442"/>
                    <a:pt x="2438" y="4442"/>
                  </a:cubicBezTo>
                  <a:cubicBezTo>
                    <a:pt x="3008" y="4442"/>
                    <a:pt x="3575" y="4222"/>
                    <a:pt x="4001" y="3784"/>
                  </a:cubicBezTo>
                  <a:lnTo>
                    <a:pt x="5478" y="2308"/>
                  </a:lnTo>
                  <a:cubicBezTo>
                    <a:pt x="5549" y="2236"/>
                    <a:pt x="5549" y="2188"/>
                    <a:pt x="5478" y="2165"/>
                  </a:cubicBezTo>
                  <a:lnTo>
                    <a:pt x="4001" y="641"/>
                  </a:lnTo>
                  <a:cubicBezTo>
                    <a:pt x="3575" y="215"/>
                    <a:pt x="3009" y="0"/>
                    <a:pt x="243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98"/>
            <p:cNvSpPr/>
            <p:nvPr/>
          </p:nvSpPr>
          <p:spPr>
            <a:xfrm>
              <a:off x="1829003" y="3022788"/>
              <a:ext cx="87358" cy="87358"/>
            </a:xfrm>
            <a:custGeom>
              <a:rect b="b" l="l" r="r" t="t"/>
              <a:pathLst>
                <a:path extrusionOk="0" h="2930" w="2930">
                  <a:moveTo>
                    <a:pt x="1453" y="0"/>
                  </a:moveTo>
                  <a:cubicBezTo>
                    <a:pt x="643" y="0"/>
                    <a:pt x="0" y="643"/>
                    <a:pt x="0" y="1453"/>
                  </a:cubicBezTo>
                  <a:cubicBezTo>
                    <a:pt x="0" y="2263"/>
                    <a:pt x="643" y="2929"/>
                    <a:pt x="1453" y="2929"/>
                  </a:cubicBezTo>
                  <a:cubicBezTo>
                    <a:pt x="2263" y="2929"/>
                    <a:pt x="2929" y="2263"/>
                    <a:pt x="2929" y="1453"/>
                  </a:cubicBezTo>
                  <a:cubicBezTo>
                    <a:pt x="2929" y="643"/>
                    <a:pt x="2263" y="0"/>
                    <a:pt x="145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98"/>
            <p:cNvSpPr/>
            <p:nvPr/>
          </p:nvSpPr>
          <p:spPr>
            <a:xfrm>
              <a:off x="1829003" y="3232957"/>
              <a:ext cx="87358" cy="87358"/>
            </a:xfrm>
            <a:custGeom>
              <a:rect b="b" l="l" r="r" t="t"/>
              <a:pathLst>
                <a:path extrusionOk="0" h="2930" w="2930">
                  <a:moveTo>
                    <a:pt x="1453" y="0"/>
                  </a:moveTo>
                  <a:cubicBezTo>
                    <a:pt x="643" y="0"/>
                    <a:pt x="0" y="667"/>
                    <a:pt x="0" y="1477"/>
                  </a:cubicBezTo>
                  <a:cubicBezTo>
                    <a:pt x="0" y="2263"/>
                    <a:pt x="643" y="2929"/>
                    <a:pt x="1453" y="2929"/>
                  </a:cubicBezTo>
                  <a:cubicBezTo>
                    <a:pt x="2263" y="2929"/>
                    <a:pt x="2929" y="2263"/>
                    <a:pt x="2929" y="1477"/>
                  </a:cubicBezTo>
                  <a:cubicBezTo>
                    <a:pt x="2929" y="667"/>
                    <a:pt x="2263" y="0"/>
                    <a:pt x="1453"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98"/>
            <p:cNvSpPr/>
            <p:nvPr/>
          </p:nvSpPr>
          <p:spPr>
            <a:xfrm>
              <a:off x="1934788" y="3128573"/>
              <a:ext cx="86642" cy="86642"/>
            </a:xfrm>
            <a:custGeom>
              <a:rect b="b" l="l" r="r" t="t"/>
              <a:pathLst>
                <a:path extrusionOk="0" h="2906" w="2906">
                  <a:moveTo>
                    <a:pt x="1453" y="1"/>
                  </a:moveTo>
                  <a:cubicBezTo>
                    <a:pt x="644" y="1"/>
                    <a:pt x="1" y="644"/>
                    <a:pt x="1" y="1453"/>
                  </a:cubicBezTo>
                  <a:cubicBezTo>
                    <a:pt x="1" y="2263"/>
                    <a:pt x="644" y="2906"/>
                    <a:pt x="1453" y="2906"/>
                  </a:cubicBezTo>
                  <a:cubicBezTo>
                    <a:pt x="2263" y="2906"/>
                    <a:pt x="2906" y="2263"/>
                    <a:pt x="2906" y="1453"/>
                  </a:cubicBezTo>
                  <a:cubicBezTo>
                    <a:pt x="2906" y="644"/>
                    <a:pt x="2263" y="1"/>
                    <a:pt x="1453"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98"/>
            <p:cNvSpPr/>
            <p:nvPr/>
          </p:nvSpPr>
          <p:spPr>
            <a:xfrm>
              <a:off x="1723904" y="3128573"/>
              <a:ext cx="87358" cy="86642"/>
            </a:xfrm>
            <a:custGeom>
              <a:rect b="b" l="l" r="r" t="t"/>
              <a:pathLst>
                <a:path extrusionOk="0" h="2906" w="2930">
                  <a:moveTo>
                    <a:pt x="1477" y="1"/>
                  </a:moveTo>
                  <a:cubicBezTo>
                    <a:pt x="667" y="1"/>
                    <a:pt x="1" y="644"/>
                    <a:pt x="1" y="1453"/>
                  </a:cubicBezTo>
                  <a:cubicBezTo>
                    <a:pt x="1" y="2263"/>
                    <a:pt x="667" y="2906"/>
                    <a:pt x="1477" y="2906"/>
                  </a:cubicBezTo>
                  <a:cubicBezTo>
                    <a:pt x="2287" y="2906"/>
                    <a:pt x="2930" y="2263"/>
                    <a:pt x="2930" y="1453"/>
                  </a:cubicBezTo>
                  <a:cubicBezTo>
                    <a:pt x="2930" y="644"/>
                    <a:pt x="2287" y="1"/>
                    <a:pt x="1477"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98"/>
            <p:cNvSpPr/>
            <p:nvPr/>
          </p:nvSpPr>
          <p:spPr>
            <a:xfrm>
              <a:off x="1843911" y="3026336"/>
              <a:ext cx="73166" cy="83810"/>
            </a:xfrm>
            <a:custGeom>
              <a:rect b="b" l="l" r="r" t="t"/>
              <a:pathLst>
                <a:path extrusionOk="0" h="2811" w="2454">
                  <a:moveTo>
                    <a:pt x="1596" y="0"/>
                  </a:moveTo>
                  <a:cubicBezTo>
                    <a:pt x="1882" y="262"/>
                    <a:pt x="2072" y="667"/>
                    <a:pt x="2072" y="1072"/>
                  </a:cubicBezTo>
                  <a:cubicBezTo>
                    <a:pt x="2072" y="1882"/>
                    <a:pt x="1405" y="2525"/>
                    <a:pt x="596" y="2525"/>
                  </a:cubicBezTo>
                  <a:cubicBezTo>
                    <a:pt x="381" y="2525"/>
                    <a:pt x="191" y="2501"/>
                    <a:pt x="0" y="2406"/>
                  </a:cubicBezTo>
                  <a:lnTo>
                    <a:pt x="0" y="2406"/>
                  </a:lnTo>
                  <a:cubicBezTo>
                    <a:pt x="238" y="2644"/>
                    <a:pt x="596" y="2810"/>
                    <a:pt x="977" y="2810"/>
                  </a:cubicBezTo>
                  <a:cubicBezTo>
                    <a:pt x="1786" y="2810"/>
                    <a:pt x="2453" y="2144"/>
                    <a:pt x="2453" y="1334"/>
                  </a:cubicBezTo>
                  <a:cubicBezTo>
                    <a:pt x="2453" y="739"/>
                    <a:pt x="2096" y="238"/>
                    <a:pt x="159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98"/>
            <p:cNvSpPr/>
            <p:nvPr/>
          </p:nvSpPr>
          <p:spPr>
            <a:xfrm>
              <a:off x="1843911" y="3236505"/>
              <a:ext cx="73166" cy="83810"/>
            </a:xfrm>
            <a:custGeom>
              <a:rect b="b" l="l" r="r" t="t"/>
              <a:pathLst>
                <a:path extrusionOk="0" h="2811" w="2454">
                  <a:moveTo>
                    <a:pt x="1596" y="0"/>
                  </a:moveTo>
                  <a:cubicBezTo>
                    <a:pt x="1882" y="286"/>
                    <a:pt x="2072" y="667"/>
                    <a:pt x="2072" y="1072"/>
                  </a:cubicBezTo>
                  <a:cubicBezTo>
                    <a:pt x="2072" y="1882"/>
                    <a:pt x="1405" y="2549"/>
                    <a:pt x="596" y="2549"/>
                  </a:cubicBezTo>
                  <a:cubicBezTo>
                    <a:pt x="381" y="2549"/>
                    <a:pt x="191" y="2501"/>
                    <a:pt x="0" y="2429"/>
                  </a:cubicBezTo>
                  <a:lnTo>
                    <a:pt x="0" y="2429"/>
                  </a:lnTo>
                  <a:cubicBezTo>
                    <a:pt x="238" y="2668"/>
                    <a:pt x="596" y="2810"/>
                    <a:pt x="977" y="2810"/>
                  </a:cubicBezTo>
                  <a:cubicBezTo>
                    <a:pt x="1786" y="2810"/>
                    <a:pt x="2453" y="2144"/>
                    <a:pt x="2453" y="1358"/>
                  </a:cubicBezTo>
                  <a:cubicBezTo>
                    <a:pt x="2453" y="762"/>
                    <a:pt x="2096" y="239"/>
                    <a:pt x="159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98"/>
            <p:cNvSpPr/>
            <p:nvPr/>
          </p:nvSpPr>
          <p:spPr>
            <a:xfrm>
              <a:off x="1948980" y="3132121"/>
              <a:ext cx="72450" cy="83094"/>
            </a:xfrm>
            <a:custGeom>
              <a:rect b="b" l="l" r="r" t="t"/>
              <a:pathLst>
                <a:path extrusionOk="0" h="2787" w="2430">
                  <a:moveTo>
                    <a:pt x="1573" y="1"/>
                  </a:moveTo>
                  <a:lnTo>
                    <a:pt x="1573" y="1"/>
                  </a:lnTo>
                  <a:cubicBezTo>
                    <a:pt x="1882" y="263"/>
                    <a:pt x="2049" y="644"/>
                    <a:pt x="2049" y="1072"/>
                  </a:cubicBezTo>
                  <a:cubicBezTo>
                    <a:pt x="2049" y="1882"/>
                    <a:pt x="1406" y="2525"/>
                    <a:pt x="596" y="2525"/>
                  </a:cubicBezTo>
                  <a:cubicBezTo>
                    <a:pt x="382" y="2525"/>
                    <a:pt x="168" y="2501"/>
                    <a:pt x="1" y="2406"/>
                  </a:cubicBezTo>
                  <a:lnTo>
                    <a:pt x="1" y="2406"/>
                  </a:lnTo>
                  <a:cubicBezTo>
                    <a:pt x="239" y="2644"/>
                    <a:pt x="596" y="2787"/>
                    <a:pt x="977" y="2787"/>
                  </a:cubicBezTo>
                  <a:cubicBezTo>
                    <a:pt x="1787" y="2787"/>
                    <a:pt x="2430" y="2144"/>
                    <a:pt x="2430" y="1334"/>
                  </a:cubicBezTo>
                  <a:cubicBezTo>
                    <a:pt x="2430" y="739"/>
                    <a:pt x="2073" y="215"/>
                    <a:pt x="157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98"/>
            <p:cNvSpPr/>
            <p:nvPr/>
          </p:nvSpPr>
          <p:spPr>
            <a:xfrm>
              <a:off x="1738096" y="3132121"/>
              <a:ext cx="73166" cy="83094"/>
            </a:xfrm>
            <a:custGeom>
              <a:rect b="b" l="l" r="r" t="t"/>
              <a:pathLst>
                <a:path extrusionOk="0" h="2787" w="2454">
                  <a:moveTo>
                    <a:pt x="1596" y="1"/>
                  </a:moveTo>
                  <a:cubicBezTo>
                    <a:pt x="1882" y="263"/>
                    <a:pt x="2073" y="644"/>
                    <a:pt x="2073" y="1072"/>
                  </a:cubicBezTo>
                  <a:cubicBezTo>
                    <a:pt x="2073" y="1882"/>
                    <a:pt x="1406" y="2525"/>
                    <a:pt x="596" y="2525"/>
                  </a:cubicBezTo>
                  <a:cubicBezTo>
                    <a:pt x="406" y="2525"/>
                    <a:pt x="191" y="2501"/>
                    <a:pt x="1" y="2406"/>
                  </a:cubicBezTo>
                  <a:lnTo>
                    <a:pt x="1" y="2406"/>
                  </a:lnTo>
                  <a:cubicBezTo>
                    <a:pt x="239" y="2644"/>
                    <a:pt x="596" y="2787"/>
                    <a:pt x="1001" y="2787"/>
                  </a:cubicBezTo>
                  <a:cubicBezTo>
                    <a:pt x="1787" y="2787"/>
                    <a:pt x="2454" y="2144"/>
                    <a:pt x="2454" y="1334"/>
                  </a:cubicBezTo>
                  <a:cubicBezTo>
                    <a:pt x="2454" y="739"/>
                    <a:pt x="2097" y="215"/>
                    <a:pt x="159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98"/>
            <p:cNvSpPr/>
            <p:nvPr/>
          </p:nvSpPr>
          <p:spPr>
            <a:xfrm>
              <a:off x="1694804" y="3101590"/>
              <a:ext cx="169707" cy="142039"/>
            </a:xfrm>
            <a:custGeom>
              <a:rect b="b" l="l" r="r" t="t"/>
              <a:pathLst>
                <a:path extrusionOk="0" h="4764" w="5692">
                  <a:moveTo>
                    <a:pt x="2405" y="286"/>
                  </a:moveTo>
                  <a:cubicBezTo>
                    <a:pt x="2953" y="286"/>
                    <a:pt x="3453" y="477"/>
                    <a:pt x="3834" y="882"/>
                  </a:cubicBezTo>
                  <a:lnTo>
                    <a:pt x="5263" y="2311"/>
                  </a:lnTo>
                  <a:lnTo>
                    <a:pt x="3834" y="3739"/>
                  </a:lnTo>
                  <a:cubicBezTo>
                    <a:pt x="3501" y="4168"/>
                    <a:pt x="2953" y="4382"/>
                    <a:pt x="2405" y="4382"/>
                  </a:cubicBezTo>
                  <a:cubicBezTo>
                    <a:pt x="1882" y="4382"/>
                    <a:pt x="1358" y="4144"/>
                    <a:pt x="953" y="3763"/>
                  </a:cubicBezTo>
                  <a:cubicBezTo>
                    <a:pt x="596" y="3382"/>
                    <a:pt x="381" y="2858"/>
                    <a:pt x="381" y="2334"/>
                  </a:cubicBezTo>
                  <a:cubicBezTo>
                    <a:pt x="381" y="1787"/>
                    <a:pt x="596" y="1287"/>
                    <a:pt x="953" y="906"/>
                  </a:cubicBezTo>
                  <a:cubicBezTo>
                    <a:pt x="1334" y="525"/>
                    <a:pt x="1858" y="286"/>
                    <a:pt x="2405" y="286"/>
                  </a:cubicBezTo>
                  <a:close/>
                  <a:moveTo>
                    <a:pt x="2382" y="1"/>
                  </a:moveTo>
                  <a:cubicBezTo>
                    <a:pt x="1739" y="1"/>
                    <a:pt x="1143" y="286"/>
                    <a:pt x="691" y="715"/>
                  </a:cubicBezTo>
                  <a:cubicBezTo>
                    <a:pt x="238" y="1168"/>
                    <a:pt x="0" y="1763"/>
                    <a:pt x="0" y="2382"/>
                  </a:cubicBezTo>
                  <a:cubicBezTo>
                    <a:pt x="0" y="3025"/>
                    <a:pt x="238" y="3620"/>
                    <a:pt x="691" y="4049"/>
                  </a:cubicBezTo>
                  <a:cubicBezTo>
                    <a:pt x="1143" y="4525"/>
                    <a:pt x="1739" y="4764"/>
                    <a:pt x="2382" y="4764"/>
                  </a:cubicBezTo>
                  <a:lnTo>
                    <a:pt x="2405" y="4764"/>
                  </a:lnTo>
                  <a:cubicBezTo>
                    <a:pt x="3048" y="4764"/>
                    <a:pt x="3668" y="4525"/>
                    <a:pt x="4120" y="4097"/>
                  </a:cubicBezTo>
                  <a:lnTo>
                    <a:pt x="5597" y="2573"/>
                  </a:lnTo>
                  <a:cubicBezTo>
                    <a:pt x="5668" y="2501"/>
                    <a:pt x="5692" y="2430"/>
                    <a:pt x="5692" y="2334"/>
                  </a:cubicBezTo>
                  <a:cubicBezTo>
                    <a:pt x="5692" y="2263"/>
                    <a:pt x="5668" y="2215"/>
                    <a:pt x="5597" y="2192"/>
                  </a:cubicBezTo>
                  <a:lnTo>
                    <a:pt x="4120" y="691"/>
                  </a:lnTo>
                  <a:cubicBezTo>
                    <a:pt x="3668" y="239"/>
                    <a:pt x="3072" y="1"/>
                    <a:pt x="2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98"/>
            <p:cNvSpPr/>
            <p:nvPr/>
          </p:nvSpPr>
          <p:spPr>
            <a:xfrm>
              <a:off x="1718925" y="3122908"/>
              <a:ext cx="98032" cy="98002"/>
            </a:xfrm>
            <a:custGeom>
              <a:rect b="b" l="l" r="r" t="t"/>
              <a:pathLst>
                <a:path extrusionOk="0" h="3287" w="3288">
                  <a:moveTo>
                    <a:pt x="1644" y="357"/>
                  </a:moveTo>
                  <a:cubicBezTo>
                    <a:pt x="2359" y="357"/>
                    <a:pt x="2930" y="929"/>
                    <a:pt x="2930" y="1643"/>
                  </a:cubicBezTo>
                  <a:cubicBezTo>
                    <a:pt x="2930" y="2358"/>
                    <a:pt x="2359" y="2929"/>
                    <a:pt x="1644" y="2929"/>
                  </a:cubicBezTo>
                  <a:cubicBezTo>
                    <a:pt x="930" y="2929"/>
                    <a:pt x="358" y="2358"/>
                    <a:pt x="358" y="1643"/>
                  </a:cubicBezTo>
                  <a:cubicBezTo>
                    <a:pt x="358" y="929"/>
                    <a:pt x="930" y="357"/>
                    <a:pt x="1644" y="357"/>
                  </a:cubicBezTo>
                  <a:close/>
                  <a:moveTo>
                    <a:pt x="1644" y="0"/>
                  </a:moveTo>
                  <a:cubicBezTo>
                    <a:pt x="739" y="0"/>
                    <a:pt x="1" y="762"/>
                    <a:pt x="1" y="1643"/>
                  </a:cubicBezTo>
                  <a:cubicBezTo>
                    <a:pt x="1" y="2548"/>
                    <a:pt x="739" y="3286"/>
                    <a:pt x="1644" y="3286"/>
                  </a:cubicBezTo>
                  <a:cubicBezTo>
                    <a:pt x="2525" y="3286"/>
                    <a:pt x="3287" y="2548"/>
                    <a:pt x="3287" y="1643"/>
                  </a:cubicBezTo>
                  <a:cubicBezTo>
                    <a:pt x="3287" y="715"/>
                    <a:pt x="2525" y="0"/>
                    <a:pt x="1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98"/>
            <p:cNvSpPr/>
            <p:nvPr/>
          </p:nvSpPr>
          <p:spPr>
            <a:xfrm>
              <a:off x="1797757" y="3179706"/>
              <a:ext cx="144871" cy="169707"/>
            </a:xfrm>
            <a:custGeom>
              <a:rect b="b" l="l" r="r" t="t"/>
              <a:pathLst>
                <a:path extrusionOk="0" h="5692" w="4859">
                  <a:moveTo>
                    <a:pt x="2501" y="0"/>
                  </a:moveTo>
                  <a:cubicBezTo>
                    <a:pt x="2429" y="0"/>
                    <a:pt x="2358" y="48"/>
                    <a:pt x="2310" y="95"/>
                  </a:cubicBezTo>
                  <a:lnTo>
                    <a:pt x="810" y="1596"/>
                  </a:lnTo>
                  <a:cubicBezTo>
                    <a:pt x="238" y="2144"/>
                    <a:pt x="0" y="2953"/>
                    <a:pt x="143" y="3763"/>
                  </a:cubicBezTo>
                  <a:cubicBezTo>
                    <a:pt x="191" y="3858"/>
                    <a:pt x="286" y="3906"/>
                    <a:pt x="358" y="3906"/>
                  </a:cubicBezTo>
                  <a:cubicBezTo>
                    <a:pt x="453" y="3882"/>
                    <a:pt x="524" y="3787"/>
                    <a:pt x="524" y="3691"/>
                  </a:cubicBezTo>
                  <a:cubicBezTo>
                    <a:pt x="358" y="3025"/>
                    <a:pt x="572" y="2334"/>
                    <a:pt x="1072" y="1858"/>
                  </a:cubicBezTo>
                  <a:lnTo>
                    <a:pt x="2501" y="429"/>
                  </a:lnTo>
                  <a:lnTo>
                    <a:pt x="3930" y="1858"/>
                  </a:lnTo>
                  <a:cubicBezTo>
                    <a:pt x="4311" y="2239"/>
                    <a:pt x="4525" y="2739"/>
                    <a:pt x="4525" y="3310"/>
                  </a:cubicBezTo>
                  <a:cubicBezTo>
                    <a:pt x="4525" y="3834"/>
                    <a:pt x="4287" y="4382"/>
                    <a:pt x="3906" y="4763"/>
                  </a:cubicBezTo>
                  <a:cubicBezTo>
                    <a:pt x="3525" y="5120"/>
                    <a:pt x="3025" y="5335"/>
                    <a:pt x="2477" y="5335"/>
                  </a:cubicBezTo>
                  <a:cubicBezTo>
                    <a:pt x="1953" y="5335"/>
                    <a:pt x="1429" y="5120"/>
                    <a:pt x="1048" y="4763"/>
                  </a:cubicBezTo>
                  <a:cubicBezTo>
                    <a:pt x="929" y="4644"/>
                    <a:pt x="834" y="4525"/>
                    <a:pt x="762" y="4406"/>
                  </a:cubicBezTo>
                  <a:cubicBezTo>
                    <a:pt x="719" y="4348"/>
                    <a:pt x="667" y="4317"/>
                    <a:pt x="617" y="4317"/>
                  </a:cubicBezTo>
                  <a:cubicBezTo>
                    <a:pt x="584" y="4317"/>
                    <a:pt x="552" y="4330"/>
                    <a:pt x="524" y="4358"/>
                  </a:cubicBezTo>
                  <a:cubicBezTo>
                    <a:pt x="429" y="4406"/>
                    <a:pt x="405" y="4501"/>
                    <a:pt x="453" y="4596"/>
                  </a:cubicBezTo>
                  <a:cubicBezTo>
                    <a:pt x="548" y="4739"/>
                    <a:pt x="667" y="4882"/>
                    <a:pt x="810" y="5001"/>
                  </a:cubicBezTo>
                  <a:cubicBezTo>
                    <a:pt x="1262" y="5454"/>
                    <a:pt x="1858" y="5692"/>
                    <a:pt x="2477" y="5692"/>
                  </a:cubicBezTo>
                  <a:cubicBezTo>
                    <a:pt x="3096" y="5692"/>
                    <a:pt x="3692" y="5454"/>
                    <a:pt x="4144" y="5001"/>
                  </a:cubicBezTo>
                  <a:cubicBezTo>
                    <a:pt x="4620" y="4549"/>
                    <a:pt x="4858" y="3953"/>
                    <a:pt x="4858" y="3310"/>
                  </a:cubicBezTo>
                  <a:cubicBezTo>
                    <a:pt x="4858" y="2644"/>
                    <a:pt x="4620" y="2048"/>
                    <a:pt x="4168" y="1620"/>
                  </a:cubicBezTo>
                  <a:lnTo>
                    <a:pt x="2715" y="95"/>
                  </a:lnTo>
                  <a:cubicBezTo>
                    <a:pt x="2668" y="48"/>
                    <a:pt x="2596" y="0"/>
                    <a:pt x="2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98"/>
            <p:cNvSpPr/>
            <p:nvPr/>
          </p:nvSpPr>
          <p:spPr>
            <a:xfrm>
              <a:off x="1824024" y="3227977"/>
              <a:ext cx="97316" cy="97316"/>
            </a:xfrm>
            <a:custGeom>
              <a:rect b="b" l="l" r="r" t="t"/>
              <a:pathLst>
                <a:path extrusionOk="0" h="3264" w="3264">
                  <a:moveTo>
                    <a:pt x="1620" y="358"/>
                  </a:moveTo>
                  <a:cubicBezTo>
                    <a:pt x="2334" y="358"/>
                    <a:pt x="2906" y="929"/>
                    <a:pt x="2906" y="1644"/>
                  </a:cubicBezTo>
                  <a:cubicBezTo>
                    <a:pt x="2906" y="2334"/>
                    <a:pt x="2334" y="2906"/>
                    <a:pt x="1620" y="2906"/>
                  </a:cubicBezTo>
                  <a:cubicBezTo>
                    <a:pt x="905" y="2906"/>
                    <a:pt x="358" y="2334"/>
                    <a:pt x="358" y="1644"/>
                  </a:cubicBezTo>
                  <a:cubicBezTo>
                    <a:pt x="358" y="929"/>
                    <a:pt x="953" y="358"/>
                    <a:pt x="1620" y="358"/>
                  </a:cubicBezTo>
                  <a:close/>
                  <a:moveTo>
                    <a:pt x="1620" y="1"/>
                  </a:moveTo>
                  <a:cubicBezTo>
                    <a:pt x="739" y="1"/>
                    <a:pt x="0" y="739"/>
                    <a:pt x="0" y="1644"/>
                  </a:cubicBezTo>
                  <a:cubicBezTo>
                    <a:pt x="0" y="2525"/>
                    <a:pt x="739" y="3263"/>
                    <a:pt x="1620" y="3263"/>
                  </a:cubicBezTo>
                  <a:cubicBezTo>
                    <a:pt x="2525" y="3263"/>
                    <a:pt x="3263" y="2525"/>
                    <a:pt x="3263" y="1644"/>
                  </a:cubicBezTo>
                  <a:cubicBezTo>
                    <a:pt x="3263" y="739"/>
                    <a:pt x="252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98"/>
            <p:cNvSpPr/>
            <p:nvPr/>
          </p:nvSpPr>
          <p:spPr>
            <a:xfrm>
              <a:off x="1881538" y="3100875"/>
              <a:ext cx="169021" cy="142039"/>
            </a:xfrm>
            <a:custGeom>
              <a:rect b="b" l="l" r="r" t="t"/>
              <a:pathLst>
                <a:path extrusionOk="0" h="4764" w="5669">
                  <a:moveTo>
                    <a:pt x="3263" y="358"/>
                  </a:moveTo>
                  <a:cubicBezTo>
                    <a:pt x="3811" y="358"/>
                    <a:pt x="4335" y="572"/>
                    <a:pt x="4740" y="977"/>
                  </a:cubicBezTo>
                  <a:cubicBezTo>
                    <a:pt x="5097" y="1382"/>
                    <a:pt x="5287" y="1882"/>
                    <a:pt x="5287" y="2406"/>
                  </a:cubicBezTo>
                  <a:cubicBezTo>
                    <a:pt x="5287" y="2930"/>
                    <a:pt x="5073" y="3406"/>
                    <a:pt x="4740" y="3787"/>
                  </a:cubicBezTo>
                  <a:cubicBezTo>
                    <a:pt x="4335" y="4168"/>
                    <a:pt x="3835" y="4406"/>
                    <a:pt x="3263" y="4406"/>
                  </a:cubicBezTo>
                  <a:cubicBezTo>
                    <a:pt x="2739" y="4406"/>
                    <a:pt x="2191" y="4192"/>
                    <a:pt x="1810" y="3811"/>
                  </a:cubicBezTo>
                  <a:lnTo>
                    <a:pt x="381" y="2382"/>
                  </a:lnTo>
                  <a:lnTo>
                    <a:pt x="1810" y="953"/>
                  </a:lnTo>
                  <a:cubicBezTo>
                    <a:pt x="2191" y="572"/>
                    <a:pt x="2691" y="358"/>
                    <a:pt x="3263" y="358"/>
                  </a:cubicBezTo>
                  <a:close/>
                  <a:moveTo>
                    <a:pt x="3263" y="1"/>
                  </a:moveTo>
                  <a:cubicBezTo>
                    <a:pt x="2620" y="1"/>
                    <a:pt x="2025" y="239"/>
                    <a:pt x="1572" y="691"/>
                  </a:cubicBezTo>
                  <a:lnTo>
                    <a:pt x="96" y="2168"/>
                  </a:lnTo>
                  <a:cubicBezTo>
                    <a:pt x="24" y="2239"/>
                    <a:pt x="0" y="2287"/>
                    <a:pt x="0" y="2382"/>
                  </a:cubicBezTo>
                  <a:cubicBezTo>
                    <a:pt x="0" y="2478"/>
                    <a:pt x="24" y="2525"/>
                    <a:pt x="96" y="2597"/>
                  </a:cubicBezTo>
                  <a:lnTo>
                    <a:pt x="1572" y="4073"/>
                  </a:lnTo>
                  <a:cubicBezTo>
                    <a:pt x="2025" y="4526"/>
                    <a:pt x="2620" y="4764"/>
                    <a:pt x="3263" y="4764"/>
                  </a:cubicBezTo>
                  <a:lnTo>
                    <a:pt x="3287" y="4764"/>
                  </a:lnTo>
                  <a:cubicBezTo>
                    <a:pt x="3954" y="4764"/>
                    <a:pt x="4549" y="4502"/>
                    <a:pt x="5001" y="4049"/>
                  </a:cubicBezTo>
                  <a:cubicBezTo>
                    <a:pt x="5454" y="3597"/>
                    <a:pt x="5668" y="3001"/>
                    <a:pt x="5668" y="2382"/>
                  </a:cubicBezTo>
                  <a:cubicBezTo>
                    <a:pt x="5668" y="1763"/>
                    <a:pt x="5406" y="1168"/>
                    <a:pt x="4978" y="715"/>
                  </a:cubicBezTo>
                  <a:cubicBezTo>
                    <a:pt x="4525" y="239"/>
                    <a:pt x="3930" y="1"/>
                    <a:pt x="3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98"/>
            <p:cNvSpPr/>
            <p:nvPr/>
          </p:nvSpPr>
          <p:spPr>
            <a:xfrm>
              <a:off x="1931240" y="3122908"/>
              <a:ext cx="97286" cy="97286"/>
            </a:xfrm>
            <a:custGeom>
              <a:rect b="b" l="l" r="r" t="t"/>
              <a:pathLst>
                <a:path extrusionOk="0" h="3263" w="3263">
                  <a:moveTo>
                    <a:pt x="1572" y="0"/>
                  </a:moveTo>
                  <a:cubicBezTo>
                    <a:pt x="1334" y="0"/>
                    <a:pt x="1120" y="72"/>
                    <a:pt x="929" y="167"/>
                  </a:cubicBezTo>
                  <a:cubicBezTo>
                    <a:pt x="834" y="191"/>
                    <a:pt x="810" y="310"/>
                    <a:pt x="834" y="405"/>
                  </a:cubicBezTo>
                  <a:cubicBezTo>
                    <a:pt x="852" y="459"/>
                    <a:pt x="923" y="485"/>
                    <a:pt x="998" y="485"/>
                  </a:cubicBezTo>
                  <a:cubicBezTo>
                    <a:pt x="1023" y="485"/>
                    <a:pt x="1048" y="482"/>
                    <a:pt x="1072" y="476"/>
                  </a:cubicBezTo>
                  <a:cubicBezTo>
                    <a:pt x="1239" y="405"/>
                    <a:pt x="1429" y="357"/>
                    <a:pt x="1596" y="357"/>
                  </a:cubicBezTo>
                  <a:cubicBezTo>
                    <a:pt x="2310" y="357"/>
                    <a:pt x="2882" y="929"/>
                    <a:pt x="2882" y="1643"/>
                  </a:cubicBezTo>
                  <a:cubicBezTo>
                    <a:pt x="2882" y="2358"/>
                    <a:pt x="2310" y="2929"/>
                    <a:pt x="1596" y="2929"/>
                  </a:cubicBezTo>
                  <a:cubicBezTo>
                    <a:pt x="882" y="2929"/>
                    <a:pt x="334" y="2358"/>
                    <a:pt x="334" y="1643"/>
                  </a:cubicBezTo>
                  <a:cubicBezTo>
                    <a:pt x="334" y="1381"/>
                    <a:pt x="405" y="1143"/>
                    <a:pt x="572" y="905"/>
                  </a:cubicBezTo>
                  <a:cubicBezTo>
                    <a:pt x="620" y="810"/>
                    <a:pt x="596" y="715"/>
                    <a:pt x="524" y="667"/>
                  </a:cubicBezTo>
                  <a:cubicBezTo>
                    <a:pt x="494" y="637"/>
                    <a:pt x="460" y="624"/>
                    <a:pt x="426" y="624"/>
                  </a:cubicBezTo>
                  <a:cubicBezTo>
                    <a:pt x="377" y="624"/>
                    <a:pt x="328" y="649"/>
                    <a:pt x="286" y="691"/>
                  </a:cubicBezTo>
                  <a:cubicBezTo>
                    <a:pt x="120" y="953"/>
                    <a:pt x="0" y="1286"/>
                    <a:pt x="0" y="1619"/>
                  </a:cubicBezTo>
                  <a:cubicBezTo>
                    <a:pt x="0" y="2501"/>
                    <a:pt x="739" y="3263"/>
                    <a:pt x="1644" y="3263"/>
                  </a:cubicBezTo>
                  <a:cubicBezTo>
                    <a:pt x="2525" y="3263"/>
                    <a:pt x="3263" y="2501"/>
                    <a:pt x="3263" y="1619"/>
                  </a:cubicBezTo>
                  <a:cubicBezTo>
                    <a:pt x="3215" y="715"/>
                    <a:pt x="2477"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98"/>
            <p:cNvSpPr/>
            <p:nvPr/>
          </p:nvSpPr>
          <p:spPr>
            <a:xfrm>
              <a:off x="1802736" y="2994374"/>
              <a:ext cx="142724" cy="169021"/>
            </a:xfrm>
            <a:custGeom>
              <a:rect b="b" l="l" r="r" t="t"/>
              <a:pathLst>
                <a:path extrusionOk="0" h="5669" w="4787">
                  <a:moveTo>
                    <a:pt x="2358" y="358"/>
                  </a:moveTo>
                  <a:cubicBezTo>
                    <a:pt x="2905" y="358"/>
                    <a:pt x="3405" y="572"/>
                    <a:pt x="3787" y="929"/>
                  </a:cubicBezTo>
                  <a:cubicBezTo>
                    <a:pt x="4191" y="1310"/>
                    <a:pt x="4430" y="1811"/>
                    <a:pt x="4430" y="2382"/>
                  </a:cubicBezTo>
                  <a:cubicBezTo>
                    <a:pt x="4430" y="2930"/>
                    <a:pt x="4215" y="3454"/>
                    <a:pt x="3834" y="3835"/>
                  </a:cubicBezTo>
                  <a:lnTo>
                    <a:pt x="2405" y="5264"/>
                  </a:lnTo>
                  <a:lnTo>
                    <a:pt x="976" y="3835"/>
                  </a:lnTo>
                  <a:cubicBezTo>
                    <a:pt x="572" y="3454"/>
                    <a:pt x="381" y="2954"/>
                    <a:pt x="381" y="2382"/>
                  </a:cubicBezTo>
                  <a:cubicBezTo>
                    <a:pt x="310" y="1811"/>
                    <a:pt x="548" y="1310"/>
                    <a:pt x="953" y="929"/>
                  </a:cubicBezTo>
                  <a:cubicBezTo>
                    <a:pt x="1334" y="572"/>
                    <a:pt x="1834" y="358"/>
                    <a:pt x="2358" y="358"/>
                  </a:cubicBezTo>
                  <a:close/>
                  <a:moveTo>
                    <a:pt x="2381" y="1"/>
                  </a:moveTo>
                  <a:cubicBezTo>
                    <a:pt x="1738" y="1"/>
                    <a:pt x="1143" y="239"/>
                    <a:pt x="714" y="691"/>
                  </a:cubicBezTo>
                  <a:cubicBezTo>
                    <a:pt x="238" y="1144"/>
                    <a:pt x="0" y="1739"/>
                    <a:pt x="0" y="2382"/>
                  </a:cubicBezTo>
                  <a:cubicBezTo>
                    <a:pt x="0" y="3049"/>
                    <a:pt x="238" y="3644"/>
                    <a:pt x="667" y="4073"/>
                  </a:cubicBezTo>
                  <a:lnTo>
                    <a:pt x="2167" y="5573"/>
                  </a:lnTo>
                  <a:cubicBezTo>
                    <a:pt x="2215" y="5621"/>
                    <a:pt x="2286" y="5668"/>
                    <a:pt x="2381" y="5668"/>
                  </a:cubicBezTo>
                  <a:cubicBezTo>
                    <a:pt x="2453" y="5668"/>
                    <a:pt x="2524" y="5621"/>
                    <a:pt x="2572" y="5573"/>
                  </a:cubicBezTo>
                  <a:lnTo>
                    <a:pt x="4072" y="4073"/>
                  </a:lnTo>
                  <a:cubicBezTo>
                    <a:pt x="4525" y="3644"/>
                    <a:pt x="4787" y="3001"/>
                    <a:pt x="4763" y="2382"/>
                  </a:cubicBezTo>
                  <a:cubicBezTo>
                    <a:pt x="4763" y="1739"/>
                    <a:pt x="4477" y="1144"/>
                    <a:pt x="4048" y="691"/>
                  </a:cubicBezTo>
                  <a:cubicBezTo>
                    <a:pt x="3596" y="239"/>
                    <a:pt x="3001" y="1"/>
                    <a:pt x="2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98"/>
            <p:cNvSpPr/>
            <p:nvPr/>
          </p:nvSpPr>
          <p:spPr>
            <a:xfrm>
              <a:off x="1824024" y="3017809"/>
              <a:ext cx="97316" cy="97316"/>
            </a:xfrm>
            <a:custGeom>
              <a:rect b="b" l="l" r="r" t="t"/>
              <a:pathLst>
                <a:path extrusionOk="0" h="3264" w="3264">
                  <a:moveTo>
                    <a:pt x="1620" y="358"/>
                  </a:moveTo>
                  <a:cubicBezTo>
                    <a:pt x="2334" y="358"/>
                    <a:pt x="2906" y="905"/>
                    <a:pt x="2906" y="1620"/>
                  </a:cubicBezTo>
                  <a:cubicBezTo>
                    <a:pt x="2906" y="2334"/>
                    <a:pt x="2334" y="2906"/>
                    <a:pt x="1620" y="2906"/>
                  </a:cubicBezTo>
                  <a:cubicBezTo>
                    <a:pt x="905" y="2906"/>
                    <a:pt x="358" y="2334"/>
                    <a:pt x="358" y="1620"/>
                  </a:cubicBezTo>
                  <a:cubicBezTo>
                    <a:pt x="358" y="905"/>
                    <a:pt x="953" y="358"/>
                    <a:pt x="1620" y="358"/>
                  </a:cubicBezTo>
                  <a:close/>
                  <a:moveTo>
                    <a:pt x="1620" y="1"/>
                  </a:moveTo>
                  <a:cubicBezTo>
                    <a:pt x="739" y="1"/>
                    <a:pt x="0" y="739"/>
                    <a:pt x="0" y="1620"/>
                  </a:cubicBezTo>
                  <a:cubicBezTo>
                    <a:pt x="24" y="2525"/>
                    <a:pt x="739" y="3263"/>
                    <a:pt x="1620" y="3263"/>
                  </a:cubicBezTo>
                  <a:cubicBezTo>
                    <a:pt x="2525" y="3263"/>
                    <a:pt x="3263" y="2525"/>
                    <a:pt x="3263" y="1620"/>
                  </a:cubicBezTo>
                  <a:cubicBezTo>
                    <a:pt x="3263" y="739"/>
                    <a:pt x="252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98"/>
            <p:cNvSpPr/>
            <p:nvPr/>
          </p:nvSpPr>
          <p:spPr>
            <a:xfrm>
              <a:off x="1847459" y="3051888"/>
              <a:ext cx="50447" cy="10674"/>
            </a:xfrm>
            <a:custGeom>
              <a:rect b="b" l="l" r="r" t="t"/>
              <a:pathLst>
                <a:path extrusionOk="0" h="358" w="1692">
                  <a:moveTo>
                    <a:pt x="191" y="1"/>
                  </a:moveTo>
                  <a:cubicBezTo>
                    <a:pt x="96" y="1"/>
                    <a:pt x="48" y="72"/>
                    <a:pt x="0" y="167"/>
                  </a:cubicBezTo>
                  <a:cubicBezTo>
                    <a:pt x="0" y="239"/>
                    <a:pt x="96" y="358"/>
                    <a:pt x="191" y="358"/>
                  </a:cubicBezTo>
                  <a:lnTo>
                    <a:pt x="1501" y="358"/>
                  </a:lnTo>
                  <a:cubicBezTo>
                    <a:pt x="1596" y="358"/>
                    <a:pt x="1644" y="310"/>
                    <a:pt x="1667" y="215"/>
                  </a:cubicBezTo>
                  <a:cubicBezTo>
                    <a:pt x="1691" y="96"/>
                    <a:pt x="1620"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98"/>
            <p:cNvSpPr/>
            <p:nvPr/>
          </p:nvSpPr>
          <p:spPr>
            <a:xfrm>
              <a:off x="1857388" y="3069628"/>
              <a:ext cx="31276" cy="10704"/>
            </a:xfrm>
            <a:custGeom>
              <a:rect b="b" l="l" r="r" t="t"/>
              <a:pathLst>
                <a:path extrusionOk="0" h="359" w="1049">
                  <a:moveTo>
                    <a:pt x="215" y="1"/>
                  </a:moveTo>
                  <a:cubicBezTo>
                    <a:pt x="120" y="1"/>
                    <a:pt x="72" y="72"/>
                    <a:pt x="25" y="168"/>
                  </a:cubicBezTo>
                  <a:cubicBezTo>
                    <a:pt x="1" y="287"/>
                    <a:pt x="96" y="358"/>
                    <a:pt x="215" y="358"/>
                  </a:cubicBezTo>
                  <a:lnTo>
                    <a:pt x="858" y="358"/>
                  </a:lnTo>
                  <a:cubicBezTo>
                    <a:pt x="953" y="358"/>
                    <a:pt x="1025" y="311"/>
                    <a:pt x="1049" y="215"/>
                  </a:cubicBezTo>
                  <a:cubicBezTo>
                    <a:pt x="1049" y="120"/>
                    <a:pt x="953"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98"/>
            <p:cNvSpPr/>
            <p:nvPr/>
          </p:nvSpPr>
          <p:spPr>
            <a:xfrm>
              <a:off x="1952528" y="3156987"/>
              <a:ext cx="51163" cy="10674"/>
            </a:xfrm>
            <a:custGeom>
              <a:rect b="b" l="l" r="r" t="t"/>
              <a:pathLst>
                <a:path extrusionOk="0" h="358" w="1716">
                  <a:moveTo>
                    <a:pt x="215" y="0"/>
                  </a:moveTo>
                  <a:cubicBezTo>
                    <a:pt x="120" y="0"/>
                    <a:pt x="49" y="48"/>
                    <a:pt x="25" y="143"/>
                  </a:cubicBezTo>
                  <a:cubicBezTo>
                    <a:pt x="1" y="262"/>
                    <a:pt x="96" y="357"/>
                    <a:pt x="215" y="357"/>
                  </a:cubicBezTo>
                  <a:lnTo>
                    <a:pt x="1525" y="357"/>
                  </a:lnTo>
                  <a:cubicBezTo>
                    <a:pt x="1596" y="357"/>
                    <a:pt x="1668" y="286"/>
                    <a:pt x="1692" y="214"/>
                  </a:cubicBezTo>
                  <a:cubicBezTo>
                    <a:pt x="1716" y="95"/>
                    <a:pt x="1644" y="0"/>
                    <a:pt x="1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98"/>
            <p:cNvSpPr/>
            <p:nvPr/>
          </p:nvSpPr>
          <p:spPr>
            <a:xfrm>
              <a:off x="1961771" y="3175443"/>
              <a:ext cx="31991" cy="10674"/>
            </a:xfrm>
            <a:custGeom>
              <a:rect b="b" l="l" r="r" t="t"/>
              <a:pathLst>
                <a:path extrusionOk="0" h="358" w="1073">
                  <a:moveTo>
                    <a:pt x="215" y="0"/>
                  </a:moveTo>
                  <a:cubicBezTo>
                    <a:pt x="96" y="0"/>
                    <a:pt x="0" y="96"/>
                    <a:pt x="48" y="215"/>
                  </a:cubicBezTo>
                  <a:cubicBezTo>
                    <a:pt x="72" y="310"/>
                    <a:pt x="143" y="358"/>
                    <a:pt x="215" y="358"/>
                  </a:cubicBezTo>
                  <a:lnTo>
                    <a:pt x="882" y="358"/>
                  </a:lnTo>
                  <a:cubicBezTo>
                    <a:pt x="977" y="358"/>
                    <a:pt x="1024" y="310"/>
                    <a:pt x="1048" y="215"/>
                  </a:cubicBezTo>
                  <a:cubicBezTo>
                    <a:pt x="1072" y="96"/>
                    <a:pt x="1001"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98"/>
            <p:cNvSpPr/>
            <p:nvPr/>
          </p:nvSpPr>
          <p:spPr>
            <a:xfrm>
              <a:off x="1847459" y="3262056"/>
              <a:ext cx="50447" cy="11389"/>
            </a:xfrm>
            <a:custGeom>
              <a:rect b="b" l="l" r="r" t="t"/>
              <a:pathLst>
                <a:path extrusionOk="0" h="382" w="1692">
                  <a:moveTo>
                    <a:pt x="191" y="1"/>
                  </a:moveTo>
                  <a:cubicBezTo>
                    <a:pt x="96" y="1"/>
                    <a:pt x="48" y="72"/>
                    <a:pt x="0" y="167"/>
                  </a:cubicBezTo>
                  <a:cubicBezTo>
                    <a:pt x="0" y="286"/>
                    <a:pt x="96" y="382"/>
                    <a:pt x="191" y="382"/>
                  </a:cubicBezTo>
                  <a:lnTo>
                    <a:pt x="1501" y="382"/>
                  </a:lnTo>
                  <a:cubicBezTo>
                    <a:pt x="1596" y="382"/>
                    <a:pt x="1644" y="310"/>
                    <a:pt x="1667" y="215"/>
                  </a:cubicBezTo>
                  <a:cubicBezTo>
                    <a:pt x="1691" y="96"/>
                    <a:pt x="1620"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98"/>
            <p:cNvSpPr/>
            <p:nvPr/>
          </p:nvSpPr>
          <p:spPr>
            <a:xfrm>
              <a:off x="1857388" y="3281228"/>
              <a:ext cx="31276" cy="10674"/>
            </a:xfrm>
            <a:custGeom>
              <a:rect b="b" l="l" r="r" t="t"/>
              <a:pathLst>
                <a:path extrusionOk="0" h="358" w="1049">
                  <a:moveTo>
                    <a:pt x="215" y="1"/>
                  </a:moveTo>
                  <a:cubicBezTo>
                    <a:pt x="120" y="1"/>
                    <a:pt x="72" y="48"/>
                    <a:pt x="25" y="144"/>
                  </a:cubicBezTo>
                  <a:cubicBezTo>
                    <a:pt x="1" y="263"/>
                    <a:pt x="96" y="358"/>
                    <a:pt x="215" y="358"/>
                  </a:cubicBezTo>
                  <a:lnTo>
                    <a:pt x="858" y="358"/>
                  </a:lnTo>
                  <a:cubicBezTo>
                    <a:pt x="953" y="358"/>
                    <a:pt x="1025" y="286"/>
                    <a:pt x="1049" y="215"/>
                  </a:cubicBezTo>
                  <a:cubicBezTo>
                    <a:pt x="1049" y="96"/>
                    <a:pt x="953"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98"/>
            <p:cNvSpPr/>
            <p:nvPr/>
          </p:nvSpPr>
          <p:spPr>
            <a:xfrm>
              <a:off x="1742360" y="3156987"/>
              <a:ext cx="51163" cy="10674"/>
            </a:xfrm>
            <a:custGeom>
              <a:rect b="b" l="l" r="r" t="t"/>
              <a:pathLst>
                <a:path extrusionOk="0" h="358" w="1716">
                  <a:moveTo>
                    <a:pt x="191" y="0"/>
                  </a:moveTo>
                  <a:cubicBezTo>
                    <a:pt x="120" y="0"/>
                    <a:pt x="48" y="48"/>
                    <a:pt x="25" y="143"/>
                  </a:cubicBezTo>
                  <a:cubicBezTo>
                    <a:pt x="1" y="262"/>
                    <a:pt x="72" y="357"/>
                    <a:pt x="191" y="357"/>
                  </a:cubicBezTo>
                  <a:lnTo>
                    <a:pt x="1501" y="357"/>
                  </a:lnTo>
                  <a:cubicBezTo>
                    <a:pt x="1596" y="357"/>
                    <a:pt x="1668" y="286"/>
                    <a:pt x="1692" y="214"/>
                  </a:cubicBezTo>
                  <a:cubicBezTo>
                    <a:pt x="1715" y="119"/>
                    <a:pt x="1620"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98"/>
            <p:cNvSpPr/>
            <p:nvPr/>
          </p:nvSpPr>
          <p:spPr>
            <a:xfrm>
              <a:off x="1751603" y="3175443"/>
              <a:ext cx="31276" cy="10674"/>
            </a:xfrm>
            <a:custGeom>
              <a:rect b="b" l="l" r="r" t="t"/>
              <a:pathLst>
                <a:path extrusionOk="0" h="358" w="1049">
                  <a:moveTo>
                    <a:pt x="215" y="0"/>
                  </a:moveTo>
                  <a:cubicBezTo>
                    <a:pt x="119" y="0"/>
                    <a:pt x="72" y="72"/>
                    <a:pt x="48" y="143"/>
                  </a:cubicBezTo>
                  <a:cubicBezTo>
                    <a:pt x="0" y="262"/>
                    <a:pt x="96" y="358"/>
                    <a:pt x="215" y="358"/>
                  </a:cubicBezTo>
                  <a:lnTo>
                    <a:pt x="882" y="358"/>
                  </a:lnTo>
                  <a:cubicBezTo>
                    <a:pt x="953" y="358"/>
                    <a:pt x="1024" y="310"/>
                    <a:pt x="1048" y="215"/>
                  </a:cubicBezTo>
                  <a:cubicBezTo>
                    <a:pt x="1048" y="96"/>
                    <a:pt x="1001"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3" name="Google Shape;22573;p98"/>
          <p:cNvGrpSpPr/>
          <p:nvPr/>
        </p:nvGrpSpPr>
        <p:grpSpPr>
          <a:xfrm>
            <a:off x="1785291" y="2841259"/>
            <a:ext cx="355753" cy="352920"/>
            <a:chOff x="2356787" y="2993659"/>
            <a:chExt cx="355753" cy="352920"/>
          </a:xfrm>
        </p:grpSpPr>
        <p:sp>
          <p:nvSpPr>
            <p:cNvPr id="22574" name="Google Shape;22574;p98"/>
            <p:cNvSpPr/>
            <p:nvPr/>
          </p:nvSpPr>
          <p:spPr>
            <a:xfrm>
              <a:off x="2363883" y="3000069"/>
              <a:ext cx="342962" cy="342246"/>
            </a:xfrm>
            <a:custGeom>
              <a:rect b="b" l="l" r="r" t="t"/>
              <a:pathLst>
                <a:path extrusionOk="0" h="11479" w="11503">
                  <a:moveTo>
                    <a:pt x="5740" y="1596"/>
                  </a:moveTo>
                  <a:cubicBezTo>
                    <a:pt x="8050" y="1596"/>
                    <a:pt x="9883" y="3453"/>
                    <a:pt x="9883" y="5739"/>
                  </a:cubicBezTo>
                  <a:cubicBezTo>
                    <a:pt x="9883" y="8026"/>
                    <a:pt x="8050" y="9883"/>
                    <a:pt x="5740" y="9883"/>
                  </a:cubicBezTo>
                  <a:cubicBezTo>
                    <a:pt x="3453" y="9883"/>
                    <a:pt x="1620" y="8026"/>
                    <a:pt x="1620" y="5739"/>
                  </a:cubicBezTo>
                  <a:cubicBezTo>
                    <a:pt x="1620" y="3453"/>
                    <a:pt x="3453" y="1596"/>
                    <a:pt x="5740" y="1596"/>
                  </a:cubicBezTo>
                  <a:close/>
                  <a:moveTo>
                    <a:pt x="5740" y="0"/>
                  </a:moveTo>
                  <a:cubicBezTo>
                    <a:pt x="2572" y="0"/>
                    <a:pt x="0" y="2572"/>
                    <a:pt x="0" y="5739"/>
                  </a:cubicBezTo>
                  <a:cubicBezTo>
                    <a:pt x="0" y="8883"/>
                    <a:pt x="2596" y="11479"/>
                    <a:pt x="5740" y="11479"/>
                  </a:cubicBezTo>
                  <a:cubicBezTo>
                    <a:pt x="8907" y="11479"/>
                    <a:pt x="11503" y="8883"/>
                    <a:pt x="11503" y="5739"/>
                  </a:cubicBezTo>
                  <a:cubicBezTo>
                    <a:pt x="11503" y="2572"/>
                    <a:pt x="8931" y="0"/>
                    <a:pt x="574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98"/>
            <p:cNvSpPr/>
            <p:nvPr/>
          </p:nvSpPr>
          <p:spPr>
            <a:xfrm>
              <a:off x="2455475" y="3012830"/>
              <a:ext cx="252086" cy="329486"/>
            </a:xfrm>
            <a:custGeom>
              <a:rect b="b" l="l" r="r" t="t"/>
              <a:pathLst>
                <a:path extrusionOk="0" h="11051" w="8455">
                  <a:moveTo>
                    <a:pt x="4906" y="1"/>
                  </a:moveTo>
                  <a:lnTo>
                    <a:pt x="4906" y="1"/>
                  </a:lnTo>
                  <a:cubicBezTo>
                    <a:pt x="6716" y="953"/>
                    <a:pt x="7978" y="2906"/>
                    <a:pt x="7978" y="5097"/>
                  </a:cubicBezTo>
                  <a:cubicBezTo>
                    <a:pt x="7978" y="8288"/>
                    <a:pt x="5382" y="10836"/>
                    <a:pt x="2239" y="10836"/>
                  </a:cubicBezTo>
                  <a:cubicBezTo>
                    <a:pt x="1429" y="10836"/>
                    <a:pt x="691" y="10693"/>
                    <a:pt x="0" y="10408"/>
                  </a:cubicBezTo>
                  <a:lnTo>
                    <a:pt x="0" y="10408"/>
                  </a:lnTo>
                  <a:cubicBezTo>
                    <a:pt x="810" y="10813"/>
                    <a:pt x="1715" y="11051"/>
                    <a:pt x="2668" y="11051"/>
                  </a:cubicBezTo>
                  <a:cubicBezTo>
                    <a:pt x="5859" y="11051"/>
                    <a:pt x="8431" y="8455"/>
                    <a:pt x="8431" y="5311"/>
                  </a:cubicBezTo>
                  <a:cubicBezTo>
                    <a:pt x="8455" y="2930"/>
                    <a:pt x="7002" y="882"/>
                    <a:pt x="490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98"/>
            <p:cNvSpPr/>
            <p:nvPr/>
          </p:nvSpPr>
          <p:spPr>
            <a:xfrm>
              <a:off x="2534277" y="3000069"/>
              <a:ext cx="172569" cy="171138"/>
            </a:xfrm>
            <a:custGeom>
              <a:rect b="b" l="l" r="r" t="t"/>
              <a:pathLst>
                <a:path extrusionOk="0" h="5740" w="5788">
                  <a:moveTo>
                    <a:pt x="25" y="0"/>
                  </a:moveTo>
                  <a:lnTo>
                    <a:pt x="1" y="1596"/>
                  </a:lnTo>
                  <a:cubicBezTo>
                    <a:pt x="2287" y="1596"/>
                    <a:pt x="4145" y="3429"/>
                    <a:pt x="4145" y="5739"/>
                  </a:cubicBezTo>
                  <a:lnTo>
                    <a:pt x="5788" y="5739"/>
                  </a:lnTo>
                  <a:cubicBezTo>
                    <a:pt x="5788" y="2572"/>
                    <a:pt x="3216" y="0"/>
                    <a:pt x="25"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98"/>
            <p:cNvSpPr/>
            <p:nvPr/>
          </p:nvSpPr>
          <p:spPr>
            <a:xfrm>
              <a:off x="2603866" y="3014977"/>
              <a:ext cx="103697" cy="157662"/>
            </a:xfrm>
            <a:custGeom>
              <a:rect b="b" l="l" r="r" t="t"/>
              <a:pathLst>
                <a:path extrusionOk="0" h="5288" w="3478">
                  <a:moveTo>
                    <a:pt x="1" y="0"/>
                  </a:moveTo>
                  <a:cubicBezTo>
                    <a:pt x="1811" y="953"/>
                    <a:pt x="3049" y="2882"/>
                    <a:pt x="3049" y="5073"/>
                  </a:cubicBezTo>
                  <a:lnTo>
                    <a:pt x="3049" y="5287"/>
                  </a:lnTo>
                  <a:lnTo>
                    <a:pt x="3478" y="5287"/>
                  </a:lnTo>
                  <a:lnTo>
                    <a:pt x="3478" y="5239"/>
                  </a:lnTo>
                  <a:lnTo>
                    <a:pt x="3478" y="5097"/>
                  </a:lnTo>
                  <a:cubicBezTo>
                    <a:pt x="3478" y="4930"/>
                    <a:pt x="3478" y="4787"/>
                    <a:pt x="3454" y="4644"/>
                  </a:cubicBezTo>
                  <a:cubicBezTo>
                    <a:pt x="3430" y="4382"/>
                    <a:pt x="3382" y="4120"/>
                    <a:pt x="3335" y="3906"/>
                  </a:cubicBezTo>
                  <a:lnTo>
                    <a:pt x="3335" y="3858"/>
                  </a:lnTo>
                  <a:cubicBezTo>
                    <a:pt x="3263" y="3596"/>
                    <a:pt x="3192" y="3334"/>
                    <a:pt x="3049" y="3096"/>
                  </a:cubicBezTo>
                  <a:cubicBezTo>
                    <a:pt x="3001" y="2929"/>
                    <a:pt x="2906" y="2763"/>
                    <a:pt x="2858" y="2620"/>
                  </a:cubicBezTo>
                  <a:lnTo>
                    <a:pt x="2763" y="2429"/>
                  </a:lnTo>
                  <a:cubicBezTo>
                    <a:pt x="2549" y="2072"/>
                    <a:pt x="2334" y="1786"/>
                    <a:pt x="2072" y="1477"/>
                  </a:cubicBezTo>
                  <a:cubicBezTo>
                    <a:pt x="1953" y="1334"/>
                    <a:pt x="1811" y="1191"/>
                    <a:pt x="1668" y="1072"/>
                  </a:cubicBezTo>
                  <a:cubicBezTo>
                    <a:pt x="1453" y="858"/>
                    <a:pt x="1215" y="667"/>
                    <a:pt x="977" y="524"/>
                  </a:cubicBezTo>
                  <a:cubicBezTo>
                    <a:pt x="667" y="358"/>
                    <a:pt x="382" y="167"/>
                    <a:pt x="72" y="24"/>
                  </a:cubicBezTo>
                  <a:cubicBezTo>
                    <a:pt x="48" y="24"/>
                    <a:pt x="24" y="0"/>
                    <a:pt x="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98"/>
            <p:cNvSpPr/>
            <p:nvPr/>
          </p:nvSpPr>
          <p:spPr>
            <a:xfrm>
              <a:off x="2356787" y="2993659"/>
              <a:ext cx="355753" cy="352920"/>
            </a:xfrm>
            <a:custGeom>
              <a:rect b="b" l="l" r="r" t="t"/>
              <a:pathLst>
                <a:path extrusionOk="0" h="11837" w="11932">
                  <a:moveTo>
                    <a:pt x="6430" y="406"/>
                  </a:moveTo>
                  <a:cubicBezTo>
                    <a:pt x="7788" y="501"/>
                    <a:pt x="9002" y="1073"/>
                    <a:pt x="9955" y="2025"/>
                  </a:cubicBezTo>
                  <a:cubicBezTo>
                    <a:pt x="10883" y="2954"/>
                    <a:pt x="11431" y="4168"/>
                    <a:pt x="11550" y="5478"/>
                  </a:cubicBezTo>
                  <a:cubicBezTo>
                    <a:pt x="11550" y="5502"/>
                    <a:pt x="11598" y="5812"/>
                    <a:pt x="11598" y="5812"/>
                  </a:cubicBezTo>
                  <a:lnTo>
                    <a:pt x="10312" y="5812"/>
                  </a:lnTo>
                  <a:lnTo>
                    <a:pt x="10312" y="5621"/>
                  </a:lnTo>
                  <a:cubicBezTo>
                    <a:pt x="10288" y="5216"/>
                    <a:pt x="10193" y="4788"/>
                    <a:pt x="10002" y="4407"/>
                  </a:cubicBezTo>
                  <a:cubicBezTo>
                    <a:pt x="9526" y="3168"/>
                    <a:pt x="8550" y="2263"/>
                    <a:pt x="7264" y="1858"/>
                  </a:cubicBezTo>
                  <a:cubicBezTo>
                    <a:pt x="6954" y="1787"/>
                    <a:pt x="6621" y="1715"/>
                    <a:pt x="6287" y="1692"/>
                  </a:cubicBezTo>
                  <a:lnTo>
                    <a:pt x="6168" y="1692"/>
                  </a:lnTo>
                  <a:lnTo>
                    <a:pt x="6168" y="406"/>
                  </a:lnTo>
                  <a:close/>
                  <a:moveTo>
                    <a:pt x="6025" y="1"/>
                  </a:moveTo>
                  <a:cubicBezTo>
                    <a:pt x="3858" y="1"/>
                    <a:pt x="1858" y="1192"/>
                    <a:pt x="810" y="3097"/>
                  </a:cubicBezTo>
                  <a:cubicBezTo>
                    <a:pt x="762" y="3168"/>
                    <a:pt x="810" y="3263"/>
                    <a:pt x="881" y="3335"/>
                  </a:cubicBezTo>
                  <a:cubicBezTo>
                    <a:pt x="901" y="3348"/>
                    <a:pt x="923" y="3354"/>
                    <a:pt x="946" y="3354"/>
                  </a:cubicBezTo>
                  <a:cubicBezTo>
                    <a:pt x="1004" y="3354"/>
                    <a:pt x="1068" y="3315"/>
                    <a:pt x="1119" y="3263"/>
                  </a:cubicBezTo>
                  <a:cubicBezTo>
                    <a:pt x="2072" y="1501"/>
                    <a:pt x="3882" y="406"/>
                    <a:pt x="5835" y="358"/>
                  </a:cubicBezTo>
                  <a:lnTo>
                    <a:pt x="5835" y="1620"/>
                  </a:lnTo>
                  <a:cubicBezTo>
                    <a:pt x="3549" y="1715"/>
                    <a:pt x="1715" y="3621"/>
                    <a:pt x="1715" y="5954"/>
                  </a:cubicBezTo>
                  <a:cubicBezTo>
                    <a:pt x="1715" y="8336"/>
                    <a:pt x="3644" y="10265"/>
                    <a:pt x="6025" y="10265"/>
                  </a:cubicBezTo>
                  <a:cubicBezTo>
                    <a:pt x="6668" y="10265"/>
                    <a:pt x="7311" y="10122"/>
                    <a:pt x="7907" y="9812"/>
                  </a:cubicBezTo>
                  <a:lnTo>
                    <a:pt x="7930" y="9789"/>
                  </a:lnTo>
                  <a:cubicBezTo>
                    <a:pt x="7988" y="9617"/>
                    <a:pt x="7892" y="9506"/>
                    <a:pt x="7778" y="9506"/>
                  </a:cubicBezTo>
                  <a:cubicBezTo>
                    <a:pt x="7750" y="9506"/>
                    <a:pt x="7720" y="9513"/>
                    <a:pt x="7692" y="9527"/>
                  </a:cubicBezTo>
                  <a:cubicBezTo>
                    <a:pt x="7145" y="9765"/>
                    <a:pt x="6573" y="9884"/>
                    <a:pt x="6025" y="9884"/>
                  </a:cubicBezTo>
                  <a:cubicBezTo>
                    <a:pt x="3858" y="9884"/>
                    <a:pt x="2072" y="8098"/>
                    <a:pt x="2072" y="5907"/>
                  </a:cubicBezTo>
                  <a:cubicBezTo>
                    <a:pt x="2072" y="3740"/>
                    <a:pt x="3858" y="1954"/>
                    <a:pt x="6025" y="1954"/>
                  </a:cubicBezTo>
                  <a:cubicBezTo>
                    <a:pt x="6835" y="1954"/>
                    <a:pt x="7621" y="2192"/>
                    <a:pt x="8288" y="2668"/>
                  </a:cubicBezTo>
                  <a:cubicBezTo>
                    <a:pt x="8931" y="3121"/>
                    <a:pt x="9455" y="3764"/>
                    <a:pt x="9716" y="4478"/>
                  </a:cubicBezTo>
                  <a:cubicBezTo>
                    <a:pt x="9836" y="4811"/>
                    <a:pt x="9931" y="5169"/>
                    <a:pt x="9955" y="5526"/>
                  </a:cubicBezTo>
                  <a:cubicBezTo>
                    <a:pt x="10002" y="6264"/>
                    <a:pt x="9859" y="7050"/>
                    <a:pt x="9526" y="7741"/>
                  </a:cubicBezTo>
                  <a:cubicBezTo>
                    <a:pt x="9240" y="8288"/>
                    <a:pt x="8812" y="8765"/>
                    <a:pt x="8311" y="9169"/>
                  </a:cubicBezTo>
                  <a:lnTo>
                    <a:pt x="8311" y="9193"/>
                  </a:lnTo>
                  <a:cubicBezTo>
                    <a:pt x="8294" y="9354"/>
                    <a:pt x="8383" y="9434"/>
                    <a:pt x="8479" y="9434"/>
                  </a:cubicBezTo>
                  <a:cubicBezTo>
                    <a:pt x="8511" y="9434"/>
                    <a:pt x="8544" y="9425"/>
                    <a:pt x="8573" y="9408"/>
                  </a:cubicBezTo>
                  <a:cubicBezTo>
                    <a:pt x="9121" y="9003"/>
                    <a:pt x="9550" y="8479"/>
                    <a:pt x="9859" y="7907"/>
                  </a:cubicBezTo>
                  <a:cubicBezTo>
                    <a:pt x="10145" y="7336"/>
                    <a:pt x="10312" y="6717"/>
                    <a:pt x="10336" y="6097"/>
                  </a:cubicBezTo>
                  <a:lnTo>
                    <a:pt x="11622" y="6097"/>
                  </a:lnTo>
                  <a:cubicBezTo>
                    <a:pt x="11550" y="8217"/>
                    <a:pt x="10312" y="10122"/>
                    <a:pt x="8216" y="11098"/>
                  </a:cubicBezTo>
                  <a:cubicBezTo>
                    <a:pt x="8192" y="11098"/>
                    <a:pt x="8169" y="11122"/>
                    <a:pt x="8121" y="11122"/>
                  </a:cubicBezTo>
                  <a:cubicBezTo>
                    <a:pt x="7413" y="11389"/>
                    <a:pt x="6696" y="11516"/>
                    <a:pt x="5998" y="11516"/>
                  </a:cubicBezTo>
                  <a:cubicBezTo>
                    <a:pt x="4512" y="11516"/>
                    <a:pt x="3117" y="10937"/>
                    <a:pt x="2096" y="9884"/>
                  </a:cubicBezTo>
                  <a:cubicBezTo>
                    <a:pt x="1048" y="8836"/>
                    <a:pt x="453" y="7407"/>
                    <a:pt x="453" y="5907"/>
                  </a:cubicBezTo>
                  <a:cubicBezTo>
                    <a:pt x="453" y="5264"/>
                    <a:pt x="572" y="4645"/>
                    <a:pt x="786" y="4049"/>
                  </a:cubicBezTo>
                  <a:lnTo>
                    <a:pt x="810" y="3978"/>
                  </a:lnTo>
                  <a:cubicBezTo>
                    <a:pt x="834" y="3883"/>
                    <a:pt x="810" y="3811"/>
                    <a:pt x="715" y="3764"/>
                  </a:cubicBezTo>
                  <a:cubicBezTo>
                    <a:pt x="692" y="3758"/>
                    <a:pt x="671" y="3755"/>
                    <a:pt x="651" y="3755"/>
                  </a:cubicBezTo>
                  <a:cubicBezTo>
                    <a:pt x="587" y="3755"/>
                    <a:pt x="537" y="3786"/>
                    <a:pt x="500" y="3859"/>
                  </a:cubicBezTo>
                  <a:lnTo>
                    <a:pt x="476" y="3930"/>
                  </a:lnTo>
                  <a:cubicBezTo>
                    <a:pt x="0" y="5240"/>
                    <a:pt x="0" y="6693"/>
                    <a:pt x="548" y="8122"/>
                  </a:cubicBezTo>
                  <a:cubicBezTo>
                    <a:pt x="548" y="8145"/>
                    <a:pt x="572" y="8169"/>
                    <a:pt x="572" y="8217"/>
                  </a:cubicBezTo>
                  <a:cubicBezTo>
                    <a:pt x="1620" y="10503"/>
                    <a:pt x="3763" y="11837"/>
                    <a:pt x="6073" y="11837"/>
                  </a:cubicBezTo>
                  <a:cubicBezTo>
                    <a:pt x="7645" y="11837"/>
                    <a:pt x="9145" y="11217"/>
                    <a:pt x="10264" y="10122"/>
                  </a:cubicBezTo>
                  <a:cubicBezTo>
                    <a:pt x="10431" y="9955"/>
                    <a:pt x="10574" y="9789"/>
                    <a:pt x="10717" y="9598"/>
                  </a:cubicBezTo>
                  <a:cubicBezTo>
                    <a:pt x="11169" y="9074"/>
                    <a:pt x="11503" y="8455"/>
                    <a:pt x="11693" y="7788"/>
                  </a:cubicBezTo>
                  <a:cubicBezTo>
                    <a:pt x="11860" y="7193"/>
                    <a:pt x="11931" y="6526"/>
                    <a:pt x="11931" y="5835"/>
                  </a:cubicBezTo>
                  <a:cubicBezTo>
                    <a:pt x="11931" y="5716"/>
                    <a:pt x="11931" y="5621"/>
                    <a:pt x="11907" y="5502"/>
                  </a:cubicBezTo>
                  <a:cubicBezTo>
                    <a:pt x="11788" y="4097"/>
                    <a:pt x="11193" y="2763"/>
                    <a:pt x="10193" y="1763"/>
                  </a:cubicBezTo>
                  <a:cubicBezTo>
                    <a:pt x="10074" y="1644"/>
                    <a:pt x="9931" y="1525"/>
                    <a:pt x="9812" y="1382"/>
                  </a:cubicBezTo>
                  <a:cubicBezTo>
                    <a:pt x="9264" y="953"/>
                    <a:pt x="8669" y="596"/>
                    <a:pt x="8026" y="358"/>
                  </a:cubicBezTo>
                  <a:cubicBezTo>
                    <a:pt x="7359" y="120"/>
                    <a:pt x="6668" y="1"/>
                    <a:pt x="60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9" name="Google Shape;22579;p98"/>
          <p:cNvGrpSpPr/>
          <p:nvPr/>
        </p:nvGrpSpPr>
        <p:grpSpPr>
          <a:xfrm>
            <a:off x="2548309" y="2841974"/>
            <a:ext cx="354351" cy="355037"/>
            <a:chOff x="3043605" y="2994374"/>
            <a:chExt cx="354351" cy="355037"/>
          </a:xfrm>
        </p:grpSpPr>
        <p:sp>
          <p:nvSpPr>
            <p:cNvPr id="22580" name="Google Shape;22580;p98"/>
            <p:cNvSpPr/>
            <p:nvPr/>
          </p:nvSpPr>
          <p:spPr>
            <a:xfrm>
              <a:off x="3091906" y="3029169"/>
              <a:ext cx="277637" cy="157662"/>
            </a:xfrm>
            <a:custGeom>
              <a:rect b="b" l="l" r="r" t="t"/>
              <a:pathLst>
                <a:path extrusionOk="0" h="5288" w="9312">
                  <a:moveTo>
                    <a:pt x="9311" y="1"/>
                  </a:moveTo>
                  <a:lnTo>
                    <a:pt x="3763" y="810"/>
                  </a:lnTo>
                  <a:lnTo>
                    <a:pt x="3739" y="834"/>
                  </a:lnTo>
                  <a:lnTo>
                    <a:pt x="2381" y="2120"/>
                  </a:lnTo>
                  <a:lnTo>
                    <a:pt x="1691" y="3144"/>
                  </a:lnTo>
                  <a:cubicBezTo>
                    <a:pt x="1667" y="3192"/>
                    <a:pt x="1619" y="3192"/>
                    <a:pt x="1596" y="3192"/>
                  </a:cubicBezTo>
                  <a:lnTo>
                    <a:pt x="95" y="2668"/>
                  </a:lnTo>
                  <a:cubicBezTo>
                    <a:pt x="95" y="2650"/>
                    <a:pt x="81" y="2642"/>
                    <a:pt x="64" y="2642"/>
                  </a:cubicBezTo>
                  <a:cubicBezTo>
                    <a:pt x="36" y="2642"/>
                    <a:pt x="0" y="2662"/>
                    <a:pt x="0" y="2692"/>
                  </a:cubicBezTo>
                  <a:lnTo>
                    <a:pt x="0" y="5287"/>
                  </a:lnTo>
                  <a:lnTo>
                    <a:pt x="9311" y="5287"/>
                  </a:lnTo>
                  <a:lnTo>
                    <a:pt x="9311"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98"/>
            <p:cNvSpPr/>
            <p:nvPr/>
          </p:nvSpPr>
          <p:spPr>
            <a:xfrm>
              <a:off x="3091906" y="3049771"/>
              <a:ext cx="277637" cy="137060"/>
            </a:xfrm>
            <a:custGeom>
              <a:rect b="b" l="l" r="r" t="t"/>
              <a:pathLst>
                <a:path extrusionOk="0" h="4597" w="9312">
                  <a:moveTo>
                    <a:pt x="9311" y="0"/>
                  </a:moveTo>
                  <a:lnTo>
                    <a:pt x="3929" y="1072"/>
                  </a:lnTo>
                  <a:lnTo>
                    <a:pt x="3906" y="1096"/>
                  </a:lnTo>
                  <a:lnTo>
                    <a:pt x="1953" y="3763"/>
                  </a:lnTo>
                  <a:cubicBezTo>
                    <a:pt x="1929" y="3810"/>
                    <a:pt x="1929" y="3810"/>
                    <a:pt x="1905" y="3810"/>
                  </a:cubicBezTo>
                  <a:lnTo>
                    <a:pt x="0" y="3810"/>
                  </a:lnTo>
                  <a:lnTo>
                    <a:pt x="0" y="4596"/>
                  </a:lnTo>
                  <a:lnTo>
                    <a:pt x="9311" y="4596"/>
                  </a:lnTo>
                  <a:lnTo>
                    <a:pt x="9311"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98"/>
            <p:cNvSpPr/>
            <p:nvPr/>
          </p:nvSpPr>
          <p:spPr>
            <a:xfrm>
              <a:off x="3091190" y="3066080"/>
              <a:ext cx="277637" cy="232229"/>
            </a:xfrm>
            <a:custGeom>
              <a:rect b="b" l="l" r="r" t="t"/>
              <a:pathLst>
                <a:path extrusionOk="0" h="7789" w="9312">
                  <a:moveTo>
                    <a:pt x="9312" y="1"/>
                  </a:moveTo>
                  <a:lnTo>
                    <a:pt x="4334" y="1073"/>
                  </a:lnTo>
                  <a:lnTo>
                    <a:pt x="4311" y="1120"/>
                  </a:lnTo>
                  <a:lnTo>
                    <a:pt x="2382" y="3740"/>
                  </a:lnTo>
                  <a:cubicBezTo>
                    <a:pt x="2334" y="3764"/>
                    <a:pt x="2334" y="3764"/>
                    <a:pt x="2310" y="3764"/>
                  </a:cubicBezTo>
                  <a:lnTo>
                    <a:pt x="0" y="3764"/>
                  </a:lnTo>
                  <a:lnTo>
                    <a:pt x="0" y="7788"/>
                  </a:lnTo>
                  <a:lnTo>
                    <a:pt x="9312" y="7788"/>
                  </a:lnTo>
                  <a:lnTo>
                    <a:pt x="931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98"/>
            <p:cNvSpPr/>
            <p:nvPr/>
          </p:nvSpPr>
          <p:spPr>
            <a:xfrm>
              <a:off x="3091906" y="3066080"/>
              <a:ext cx="277637" cy="232229"/>
            </a:xfrm>
            <a:custGeom>
              <a:rect b="b" l="l" r="r" t="t"/>
              <a:pathLst>
                <a:path extrusionOk="0" h="7789" w="9312">
                  <a:moveTo>
                    <a:pt x="9192" y="1"/>
                  </a:moveTo>
                  <a:lnTo>
                    <a:pt x="8573" y="144"/>
                  </a:lnTo>
                  <a:lnTo>
                    <a:pt x="6716" y="2906"/>
                  </a:lnTo>
                  <a:cubicBezTo>
                    <a:pt x="6716" y="2923"/>
                    <a:pt x="6692" y="2940"/>
                    <a:pt x="6670" y="2940"/>
                  </a:cubicBezTo>
                  <a:cubicBezTo>
                    <a:pt x="6660" y="2940"/>
                    <a:pt x="6651" y="2937"/>
                    <a:pt x="6644" y="2930"/>
                  </a:cubicBezTo>
                  <a:lnTo>
                    <a:pt x="4858" y="1763"/>
                  </a:lnTo>
                  <a:cubicBezTo>
                    <a:pt x="4811" y="1763"/>
                    <a:pt x="4787" y="1763"/>
                    <a:pt x="4763" y="1787"/>
                  </a:cubicBezTo>
                  <a:lnTo>
                    <a:pt x="2239" y="5431"/>
                  </a:lnTo>
                  <a:cubicBezTo>
                    <a:pt x="2205" y="5447"/>
                    <a:pt x="2183" y="5464"/>
                    <a:pt x="2165" y="5464"/>
                  </a:cubicBezTo>
                  <a:cubicBezTo>
                    <a:pt x="2157" y="5464"/>
                    <a:pt x="2150" y="5461"/>
                    <a:pt x="2143" y="5454"/>
                  </a:cubicBezTo>
                  <a:lnTo>
                    <a:pt x="0" y="4216"/>
                  </a:lnTo>
                  <a:lnTo>
                    <a:pt x="0" y="7788"/>
                  </a:lnTo>
                  <a:lnTo>
                    <a:pt x="9311" y="7788"/>
                  </a:lnTo>
                  <a:lnTo>
                    <a:pt x="93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98"/>
            <p:cNvSpPr/>
            <p:nvPr/>
          </p:nvSpPr>
          <p:spPr>
            <a:xfrm>
              <a:off x="3091906" y="3066080"/>
              <a:ext cx="277637" cy="253517"/>
            </a:xfrm>
            <a:custGeom>
              <a:rect b="b" l="l" r="r" t="t"/>
              <a:pathLst>
                <a:path extrusionOk="0" h="8503" w="9312">
                  <a:moveTo>
                    <a:pt x="9311" y="1"/>
                  </a:moveTo>
                  <a:lnTo>
                    <a:pt x="6811" y="3668"/>
                  </a:lnTo>
                  <a:cubicBezTo>
                    <a:pt x="6811" y="3685"/>
                    <a:pt x="6775" y="3702"/>
                    <a:pt x="6746" y="3702"/>
                  </a:cubicBezTo>
                  <a:cubicBezTo>
                    <a:pt x="6734" y="3702"/>
                    <a:pt x="6723" y="3699"/>
                    <a:pt x="6716" y="3692"/>
                  </a:cubicBezTo>
                  <a:lnTo>
                    <a:pt x="4930" y="2525"/>
                  </a:lnTo>
                  <a:cubicBezTo>
                    <a:pt x="4906" y="2525"/>
                    <a:pt x="4882" y="2525"/>
                    <a:pt x="4858" y="2573"/>
                  </a:cubicBezTo>
                  <a:lnTo>
                    <a:pt x="2310" y="6193"/>
                  </a:lnTo>
                  <a:cubicBezTo>
                    <a:pt x="2293" y="6228"/>
                    <a:pt x="2275" y="6250"/>
                    <a:pt x="2258" y="6250"/>
                  </a:cubicBezTo>
                  <a:cubicBezTo>
                    <a:pt x="2251" y="6250"/>
                    <a:pt x="2245" y="6247"/>
                    <a:pt x="2239" y="6240"/>
                  </a:cubicBezTo>
                  <a:lnTo>
                    <a:pt x="0" y="4954"/>
                  </a:lnTo>
                  <a:lnTo>
                    <a:pt x="0" y="8503"/>
                  </a:lnTo>
                  <a:lnTo>
                    <a:pt x="9311" y="8503"/>
                  </a:lnTo>
                  <a:lnTo>
                    <a:pt x="9311"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98"/>
            <p:cNvSpPr/>
            <p:nvPr/>
          </p:nvSpPr>
          <p:spPr>
            <a:xfrm>
              <a:off x="3355324" y="3066080"/>
              <a:ext cx="14222" cy="253517"/>
            </a:xfrm>
            <a:custGeom>
              <a:rect b="b" l="l" r="r" t="t"/>
              <a:pathLst>
                <a:path extrusionOk="0" h="8503" w="477">
                  <a:moveTo>
                    <a:pt x="476" y="1"/>
                  </a:moveTo>
                  <a:lnTo>
                    <a:pt x="0" y="715"/>
                  </a:lnTo>
                  <a:lnTo>
                    <a:pt x="0" y="8503"/>
                  </a:lnTo>
                  <a:lnTo>
                    <a:pt x="476" y="8503"/>
                  </a:lnTo>
                  <a:lnTo>
                    <a:pt x="47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98"/>
            <p:cNvSpPr/>
            <p:nvPr/>
          </p:nvSpPr>
          <p:spPr>
            <a:xfrm>
              <a:off x="3049299" y="3319570"/>
              <a:ext cx="343678" cy="23464"/>
            </a:xfrm>
            <a:custGeom>
              <a:rect b="b" l="l" r="r" t="t"/>
              <a:pathLst>
                <a:path extrusionOk="0" h="787" w="11527">
                  <a:moveTo>
                    <a:pt x="119" y="1"/>
                  </a:moveTo>
                  <a:cubicBezTo>
                    <a:pt x="48" y="1"/>
                    <a:pt x="0" y="48"/>
                    <a:pt x="0" y="120"/>
                  </a:cubicBezTo>
                  <a:lnTo>
                    <a:pt x="0" y="667"/>
                  </a:lnTo>
                  <a:cubicBezTo>
                    <a:pt x="0" y="739"/>
                    <a:pt x="48" y="787"/>
                    <a:pt x="119" y="787"/>
                  </a:cubicBezTo>
                  <a:lnTo>
                    <a:pt x="11407" y="787"/>
                  </a:lnTo>
                  <a:cubicBezTo>
                    <a:pt x="11455" y="787"/>
                    <a:pt x="11503" y="739"/>
                    <a:pt x="11526" y="667"/>
                  </a:cubicBezTo>
                  <a:lnTo>
                    <a:pt x="11526" y="120"/>
                  </a:lnTo>
                  <a:cubicBezTo>
                    <a:pt x="11526" y="48"/>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98"/>
            <p:cNvSpPr/>
            <p:nvPr/>
          </p:nvSpPr>
          <p:spPr>
            <a:xfrm>
              <a:off x="3374495" y="3318169"/>
              <a:ext cx="17770" cy="24150"/>
            </a:xfrm>
            <a:custGeom>
              <a:rect b="b" l="l" r="r" t="t"/>
              <a:pathLst>
                <a:path extrusionOk="0" h="810" w="596">
                  <a:moveTo>
                    <a:pt x="0" y="0"/>
                  </a:moveTo>
                  <a:cubicBezTo>
                    <a:pt x="72" y="0"/>
                    <a:pt x="143" y="71"/>
                    <a:pt x="143" y="119"/>
                  </a:cubicBezTo>
                  <a:lnTo>
                    <a:pt x="143" y="691"/>
                  </a:lnTo>
                  <a:cubicBezTo>
                    <a:pt x="143" y="738"/>
                    <a:pt x="72" y="810"/>
                    <a:pt x="0" y="810"/>
                  </a:cubicBezTo>
                  <a:lnTo>
                    <a:pt x="476" y="810"/>
                  </a:lnTo>
                  <a:cubicBezTo>
                    <a:pt x="548" y="810"/>
                    <a:pt x="596" y="762"/>
                    <a:pt x="596" y="691"/>
                  </a:cubicBezTo>
                  <a:lnTo>
                    <a:pt x="596" y="119"/>
                  </a:lnTo>
                  <a:cubicBezTo>
                    <a:pt x="596" y="71"/>
                    <a:pt x="548" y="0"/>
                    <a:pt x="47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98"/>
            <p:cNvSpPr/>
            <p:nvPr/>
          </p:nvSpPr>
          <p:spPr>
            <a:xfrm>
              <a:off x="3043605" y="2994374"/>
              <a:ext cx="354351" cy="355037"/>
            </a:xfrm>
            <a:custGeom>
              <a:rect b="b" l="l" r="r" t="t"/>
              <a:pathLst>
                <a:path extrusionOk="0" h="11908" w="11885">
                  <a:moveTo>
                    <a:pt x="10836" y="1334"/>
                  </a:moveTo>
                  <a:lnTo>
                    <a:pt x="10789" y="2287"/>
                  </a:lnTo>
                  <a:lnTo>
                    <a:pt x="5930" y="3335"/>
                  </a:lnTo>
                  <a:cubicBezTo>
                    <a:pt x="5883" y="3335"/>
                    <a:pt x="5811" y="3406"/>
                    <a:pt x="5788" y="3430"/>
                  </a:cubicBezTo>
                  <a:lnTo>
                    <a:pt x="3882" y="6026"/>
                  </a:lnTo>
                  <a:lnTo>
                    <a:pt x="3192" y="6026"/>
                  </a:lnTo>
                  <a:cubicBezTo>
                    <a:pt x="3097" y="6026"/>
                    <a:pt x="3025" y="6073"/>
                    <a:pt x="3025" y="6169"/>
                  </a:cubicBezTo>
                  <a:cubicBezTo>
                    <a:pt x="3025" y="6288"/>
                    <a:pt x="3073" y="6383"/>
                    <a:pt x="3192" y="6383"/>
                  </a:cubicBezTo>
                  <a:lnTo>
                    <a:pt x="3930" y="6383"/>
                  </a:lnTo>
                  <a:cubicBezTo>
                    <a:pt x="4025" y="6383"/>
                    <a:pt x="4097" y="6335"/>
                    <a:pt x="4144" y="6288"/>
                  </a:cubicBezTo>
                  <a:lnTo>
                    <a:pt x="6050" y="3692"/>
                  </a:lnTo>
                  <a:lnTo>
                    <a:pt x="10574" y="2716"/>
                  </a:lnTo>
                  <a:lnTo>
                    <a:pt x="8407" y="5954"/>
                  </a:lnTo>
                  <a:lnTo>
                    <a:pt x="6716" y="4835"/>
                  </a:lnTo>
                  <a:cubicBezTo>
                    <a:pt x="6664" y="4804"/>
                    <a:pt x="6603" y="4786"/>
                    <a:pt x="6547" y="4786"/>
                  </a:cubicBezTo>
                  <a:cubicBezTo>
                    <a:pt x="6474" y="4786"/>
                    <a:pt x="6410" y="4816"/>
                    <a:pt x="6383" y="4883"/>
                  </a:cubicBezTo>
                  <a:lnTo>
                    <a:pt x="3906" y="8455"/>
                  </a:lnTo>
                  <a:lnTo>
                    <a:pt x="1858" y="7264"/>
                  </a:lnTo>
                  <a:lnTo>
                    <a:pt x="1858" y="6383"/>
                  </a:lnTo>
                  <a:lnTo>
                    <a:pt x="2430" y="6383"/>
                  </a:lnTo>
                  <a:cubicBezTo>
                    <a:pt x="2501" y="6383"/>
                    <a:pt x="2596" y="6311"/>
                    <a:pt x="2596" y="6216"/>
                  </a:cubicBezTo>
                  <a:cubicBezTo>
                    <a:pt x="2596" y="6097"/>
                    <a:pt x="2549" y="6026"/>
                    <a:pt x="2430" y="6026"/>
                  </a:cubicBezTo>
                  <a:lnTo>
                    <a:pt x="1858" y="6026"/>
                  </a:lnTo>
                  <a:lnTo>
                    <a:pt x="1858" y="4049"/>
                  </a:lnTo>
                  <a:lnTo>
                    <a:pt x="3263" y="4502"/>
                  </a:lnTo>
                  <a:cubicBezTo>
                    <a:pt x="3291" y="4507"/>
                    <a:pt x="3317" y="4510"/>
                    <a:pt x="3340" y="4510"/>
                  </a:cubicBezTo>
                  <a:cubicBezTo>
                    <a:pt x="3416" y="4510"/>
                    <a:pt x="3471" y="4479"/>
                    <a:pt x="3525" y="4406"/>
                  </a:cubicBezTo>
                  <a:lnTo>
                    <a:pt x="4216" y="3359"/>
                  </a:lnTo>
                  <a:lnTo>
                    <a:pt x="5549" y="2120"/>
                  </a:lnTo>
                  <a:lnTo>
                    <a:pt x="10836" y="1334"/>
                  </a:lnTo>
                  <a:close/>
                  <a:moveTo>
                    <a:pt x="10789" y="3001"/>
                  </a:moveTo>
                  <a:lnTo>
                    <a:pt x="10789" y="10717"/>
                  </a:lnTo>
                  <a:lnTo>
                    <a:pt x="1834" y="10717"/>
                  </a:lnTo>
                  <a:lnTo>
                    <a:pt x="1834" y="7645"/>
                  </a:lnTo>
                  <a:lnTo>
                    <a:pt x="3787" y="8788"/>
                  </a:lnTo>
                  <a:cubicBezTo>
                    <a:pt x="3827" y="8804"/>
                    <a:pt x="3867" y="8812"/>
                    <a:pt x="3905" y="8812"/>
                  </a:cubicBezTo>
                  <a:cubicBezTo>
                    <a:pt x="3983" y="8812"/>
                    <a:pt x="4057" y="8780"/>
                    <a:pt x="4121" y="8717"/>
                  </a:cubicBezTo>
                  <a:lnTo>
                    <a:pt x="6573" y="5145"/>
                  </a:lnTo>
                  <a:lnTo>
                    <a:pt x="8288" y="6288"/>
                  </a:lnTo>
                  <a:cubicBezTo>
                    <a:pt x="8328" y="6304"/>
                    <a:pt x="8370" y="6311"/>
                    <a:pt x="8411" y="6311"/>
                  </a:cubicBezTo>
                  <a:cubicBezTo>
                    <a:pt x="8492" y="6311"/>
                    <a:pt x="8566" y="6280"/>
                    <a:pt x="8598" y="6216"/>
                  </a:cubicBezTo>
                  <a:lnTo>
                    <a:pt x="10789" y="3001"/>
                  </a:lnTo>
                  <a:close/>
                  <a:moveTo>
                    <a:pt x="929" y="1"/>
                  </a:moveTo>
                  <a:cubicBezTo>
                    <a:pt x="810" y="1"/>
                    <a:pt x="715" y="72"/>
                    <a:pt x="715" y="191"/>
                  </a:cubicBezTo>
                  <a:lnTo>
                    <a:pt x="715" y="977"/>
                  </a:lnTo>
                  <a:lnTo>
                    <a:pt x="525" y="977"/>
                  </a:lnTo>
                  <a:cubicBezTo>
                    <a:pt x="429" y="977"/>
                    <a:pt x="334" y="1049"/>
                    <a:pt x="334" y="1144"/>
                  </a:cubicBezTo>
                  <a:cubicBezTo>
                    <a:pt x="334" y="1263"/>
                    <a:pt x="405" y="1334"/>
                    <a:pt x="525" y="1334"/>
                  </a:cubicBezTo>
                  <a:lnTo>
                    <a:pt x="715" y="1334"/>
                  </a:lnTo>
                  <a:lnTo>
                    <a:pt x="715" y="2239"/>
                  </a:lnTo>
                  <a:lnTo>
                    <a:pt x="525" y="2239"/>
                  </a:lnTo>
                  <a:cubicBezTo>
                    <a:pt x="429" y="2239"/>
                    <a:pt x="334" y="2287"/>
                    <a:pt x="334" y="2382"/>
                  </a:cubicBezTo>
                  <a:cubicBezTo>
                    <a:pt x="334" y="2501"/>
                    <a:pt x="405" y="2596"/>
                    <a:pt x="525" y="2596"/>
                  </a:cubicBezTo>
                  <a:lnTo>
                    <a:pt x="715" y="2596"/>
                  </a:lnTo>
                  <a:lnTo>
                    <a:pt x="715" y="3478"/>
                  </a:lnTo>
                  <a:lnTo>
                    <a:pt x="525" y="3478"/>
                  </a:lnTo>
                  <a:cubicBezTo>
                    <a:pt x="429" y="3478"/>
                    <a:pt x="334" y="3549"/>
                    <a:pt x="334" y="3644"/>
                  </a:cubicBezTo>
                  <a:cubicBezTo>
                    <a:pt x="334" y="3763"/>
                    <a:pt x="405" y="3835"/>
                    <a:pt x="525" y="3835"/>
                  </a:cubicBezTo>
                  <a:lnTo>
                    <a:pt x="715" y="3835"/>
                  </a:lnTo>
                  <a:lnTo>
                    <a:pt x="715" y="4740"/>
                  </a:lnTo>
                  <a:lnTo>
                    <a:pt x="525" y="4740"/>
                  </a:lnTo>
                  <a:cubicBezTo>
                    <a:pt x="429" y="4740"/>
                    <a:pt x="334" y="4787"/>
                    <a:pt x="334" y="4883"/>
                  </a:cubicBezTo>
                  <a:cubicBezTo>
                    <a:pt x="334" y="5002"/>
                    <a:pt x="405" y="5097"/>
                    <a:pt x="525" y="5097"/>
                  </a:cubicBezTo>
                  <a:lnTo>
                    <a:pt x="715" y="5097"/>
                  </a:lnTo>
                  <a:lnTo>
                    <a:pt x="715" y="5978"/>
                  </a:lnTo>
                  <a:lnTo>
                    <a:pt x="525" y="5978"/>
                  </a:lnTo>
                  <a:cubicBezTo>
                    <a:pt x="429" y="5978"/>
                    <a:pt x="334" y="6050"/>
                    <a:pt x="334" y="6145"/>
                  </a:cubicBezTo>
                  <a:cubicBezTo>
                    <a:pt x="334" y="6264"/>
                    <a:pt x="405" y="6335"/>
                    <a:pt x="525" y="6335"/>
                  </a:cubicBezTo>
                  <a:lnTo>
                    <a:pt x="715" y="6335"/>
                  </a:lnTo>
                  <a:lnTo>
                    <a:pt x="715" y="7240"/>
                  </a:lnTo>
                  <a:lnTo>
                    <a:pt x="525" y="7240"/>
                  </a:lnTo>
                  <a:cubicBezTo>
                    <a:pt x="429" y="7240"/>
                    <a:pt x="334" y="7288"/>
                    <a:pt x="334" y="7383"/>
                  </a:cubicBezTo>
                  <a:cubicBezTo>
                    <a:pt x="334" y="7502"/>
                    <a:pt x="405" y="7597"/>
                    <a:pt x="525" y="7597"/>
                  </a:cubicBezTo>
                  <a:lnTo>
                    <a:pt x="715" y="7597"/>
                  </a:lnTo>
                  <a:lnTo>
                    <a:pt x="715" y="8479"/>
                  </a:lnTo>
                  <a:lnTo>
                    <a:pt x="525" y="8479"/>
                  </a:lnTo>
                  <a:cubicBezTo>
                    <a:pt x="429" y="8479"/>
                    <a:pt x="334" y="8550"/>
                    <a:pt x="334" y="8645"/>
                  </a:cubicBezTo>
                  <a:cubicBezTo>
                    <a:pt x="334" y="8764"/>
                    <a:pt x="405" y="8836"/>
                    <a:pt x="525" y="8836"/>
                  </a:cubicBezTo>
                  <a:lnTo>
                    <a:pt x="715" y="8836"/>
                  </a:lnTo>
                  <a:lnTo>
                    <a:pt x="715" y="9741"/>
                  </a:lnTo>
                  <a:lnTo>
                    <a:pt x="525" y="9741"/>
                  </a:lnTo>
                  <a:cubicBezTo>
                    <a:pt x="429" y="9741"/>
                    <a:pt x="334" y="9788"/>
                    <a:pt x="334" y="9884"/>
                  </a:cubicBezTo>
                  <a:cubicBezTo>
                    <a:pt x="334" y="10003"/>
                    <a:pt x="405" y="10098"/>
                    <a:pt x="525" y="10098"/>
                  </a:cubicBezTo>
                  <a:lnTo>
                    <a:pt x="715" y="10098"/>
                  </a:lnTo>
                  <a:lnTo>
                    <a:pt x="715" y="10717"/>
                  </a:lnTo>
                  <a:lnTo>
                    <a:pt x="310" y="10717"/>
                  </a:lnTo>
                  <a:cubicBezTo>
                    <a:pt x="167" y="10717"/>
                    <a:pt x="1" y="10836"/>
                    <a:pt x="1" y="11027"/>
                  </a:cubicBezTo>
                  <a:lnTo>
                    <a:pt x="1" y="11694"/>
                  </a:lnTo>
                  <a:cubicBezTo>
                    <a:pt x="1" y="11789"/>
                    <a:pt x="96" y="11884"/>
                    <a:pt x="191" y="11884"/>
                  </a:cubicBezTo>
                  <a:lnTo>
                    <a:pt x="8741" y="11884"/>
                  </a:lnTo>
                  <a:cubicBezTo>
                    <a:pt x="8764" y="11884"/>
                    <a:pt x="8788" y="11884"/>
                    <a:pt x="8812" y="11860"/>
                  </a:cubicBezTo>
                  <a:cubicBezTo>
                    <a:pt x="8931" y="11694"/>
                    <a:pt x="8860" y="11551"/>
                    <a:pt x="8693" y="11551"/>
                  </a:cubicBezTo>
                  <a:lnTo>
                    <a:pt x="358" y="11551"/>
                  </a:lnTo>
                  <a:lnTo>
                    <a:pt x="358" y="11074"/>
                  </a:lnTo>
                  <a:lnTo>
                    <a:pt x="11527" y="11074"/>
                  </a:lnTo>
                  <a:lnTo>
                    <a:pt x="11527" y="11551"/>
                  </a:lnTo>
                  <a:lnTo>
                    <a:pt x="9479" y="11551"/>
                  </a:lnTo>
                  <a:cubicBezTo>
                    <a:pt x="9384" y="11551"/>
                    <a:pt x="9288" y="11622"/>
                    <a:pt x="9288" y="11694"/>
                  </a:cubicBezTo>
                  <a:cubicBezTo>
                    <a:pt x="9288" y="11813"/>
                    <a:pt x="9360" y="11908"/>
                    <a:pt x="9479" y="11908"/>
                  </a:cubicBezTo>
                  <a:lnTo>
                    <a:pt x="11574" y="11908"/>
                  </a:lnTo>
                  <a:cubicBezTo>
                    <a:pt x="11741" y="11908"/>
                    <a:pt x="11884" y="11789"/>
                    <a:pt x="11884" y="11622"/>
                  </a:cubicBezTo>
                  <a:lnTo>
                    <a:pt x="11884" y="11051"/>
                  </a:lnTo>
                  <a:cubicBezTo>
                    <a:pt x="11860" y="10836"/>
                    <a:pt x="11741" y="10717"/>
                    <a:pt x="11598" y="10717"/>
                  </a:cubicBezTo>
                  <a:lnTo>
                    <a:pt x="11146" y="10717"/>
                  </a:lnTo>
                  <a:lnTo>
                    <a:pt x="11146" y="1168"/>
                  </a:lnTo>
                  <a:lnTo>
                    <a:pt x="11146" y="1096"/>
                  </a:lnTo>
                  <a:cubicBezTo>
                    <a:pt x="11128" y="1060"/>
                    <a:pt x="11067" y="1009"/>
                    <a:pt x="11008" y="1009"/>
                  </a:cubicBezTo>
                  <a:cubicBezTo>
                    <a:pt x="10990" y="1009"/>
                    <a:pt x="10972" y="1014"/>
                    <a:pt x="10955" y="1025"/>
                  </a:cubicBezTo>
                  <a:lnTo>
                    <a:pt x="5430" y="1811"/>
                  </a:lnTo>
                  <a:cubicBezTo>
                    <a:pt x="5359" y="1811"/>
                    <a:pt x="5335" y="1858"/>
                    <a:pt x="5311" y="1882"/>
                  </a:cubicBezTo>
                  <a:lnTo>
                    <a:pt x="3930" y="3168"/>
                  </a:lnTo>
                  <a:lnTo>
                    <a:pt x="3906" y="3192"/>
                  </a:lnTo>
                  <a:lnTo>
                    <a:pt x="3287" y="4168"/>
                  </a:lnTo>
                  <a:lnTo>
                    <a:pt x="1834" y="3692"/>
                  </a:lnTo>
                  <a:cubicBezTo>
                    <a:pt x="1809" y="3687"/>
                    <a:pt x="1783" y="3684"/>
                    <a:pt x="1758" y="3684"/>
                  </a:cubicBezTo>
                  <a:cubicBezTo>
                    <a:pt x="1666" y="3684"/>
                    <a:pt x="1581" y="3723"/>
                    <a:pt x="1525" y="3835"/>
                  </a:cubicBezTo>
                  <a:cubicBezTo>
                    <a:pt x="1525" y="3882"/>
                    <a:pt x="1501" y="3906"/>
                    <a:pt x="1501" y="3930"/>
                  </a:cubicBezTo>
                  <a:lnTo>
                    <a:pt x="1501" y="10741"/>
                  </a:lnTo>
                  <a:lnTo>
                    <a:pt x="1072" y="10741"/>
                  </a:lnTo>
                  <a:lnTo>
                    <a:pt x="1072" y="191"/>
                  </a:lnTo>
                  <a:cubicBezTo>
                    <a:pt x="1072" y="96"/>
                    <a:pt x="1025" y="1"/>
                    <a:pt x="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98"/>
            <p:cNvSpPr/>
            <p:nvPr/>
          </p:nvSpPr>
          <p:spPr>
            <a:xfrm>
              <a:off x="3090474" y="3023504"/>
              <a:ext cx="15653" cy="10674"/>
            </a:xfrm>
            <a:custGeom>
              <a:rect b="b" l="l" r="r" t="t"/>
              <a:pathLst>
                <a:path extrusionOk="0" h="358" w="525">
                  <a:moveTo>
                    <a:pt x="215" y="0"/>
                  </a:moveTo>
                  <a:cubicBezTo>
                    <a:pt x="143" y="0"/>
                    <a:pt x="48" y="72"/>
                    <a:pt x="48" y="167"/>
                  </a:cubicBezTo>
                  <a:cubicBezTo>
                    <a:pt x="0" y="286"/>
                    <a:pt x="96" y="357"/>
                    <a:pt x="215" y="357"/>
                  </a:cubicBezTo>
                  <a:lnTo>
                    <a:pt x="334" y="357"/>
                  </a:lnTo>
                  <a:cubicBezTo>
                    <a:pt x="429" y="357"/>
                    <a:pt x="524" y="310"/>
                    <a:pt x="524" y="214"/>
                  </a:cubicBezTo>
                  <a:cubicBezTo>
                    <a:pt x="524" y="95"/>
                    <a:pt x="453" y="0"/>
                    <a:pt x="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98"/>
            <p:cNvSpPr/>
            <p:nvPr/>
          </p:nvSpPr>
          <p:spPr>
            <a:xfrm>
              <a:off x="3194858" y="3023504"/>
              <a:ext cx="17054" cy="10674"/>
            </a:xfrm>
            <a:custGeom>
              <a:rect b="b" l="l" r="r" t="t"/>
              <a:pathLst>
                <a:path extrusionOk="0" h="358" w="572">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98"/>
            <p:cNvSpPr/>
            <p:nvPr/>
          </p:nvSpPr>
          <p:spPr>
            <a:xfrm>
              <a:off x="3220410" y="3023504"/>
              <a:ext cx="17770" cy="10674"/>
            </a:xfrm>
            <a:custGeom>
              <a:rect b="b" l="l" r="r" t="t"/>
              <a:pathLst>
                <a:path extrusionOk="0" h="358" w="596">
                  <a:moveTo>
                    <a:pt x="215" y="0"/>
                  </a:moveTo>
                  <a:cubicBezTo>
                    <a:pt x="120" y="0"/>
                    <a:pt x="24" y="72"/>
                    <a:pt x="24" y="167"/>
                  </a:cubicBezTo>
                  <a:cubicBezTo>
                    <a:pt x="0" y="286"/>
                    <a:pt x="96" y="357"/>
                    <a:pt x="215" y="357"/>
                  </a:cubicBezTo>
                  <a:lnTo>
                    <a:pt x="429" y="357"/>
                  </a:lnTo>
                  <a:cubicBezTo>
                    <a:pt x="501" y="357"/>
                    <a:pt x="596" y="310"/>
                    <a:pt x="596" y="214"/>
                  </a:cubicBezTo>
                  <a:cubicBezTo>
                    <a:pt x="596" y="95"/>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98"/>
            <p:cNvSpPr/>
            <p:nvPr/>
          </p:nvSpPr>
          <p:spPr>
            <a:xfrm>
              <a:off x="3141608" y="3023504"/>
              <a:ext cx="17054" cy="10674"/>
            </a:xfrm>
            <a:custGeom>
              <a:rect b="b" l="l" r="r" t="t"/>
              <a:pathLst>
                <a:path extrusionOk="0" h="358" w="572">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98"/>
            <p:cNvSpPr/>
            <p:nvPr/>
          </p:nvSpPr>
          <p:spPr>
            <a:xfrm>
              <a:off x="3167875" y="3023504"/>
              <a:ext cx="17054" cy="10674"/>
            </a:xfrm>
            <a:custGeom>
              <a:rect b="b" l="l" r="r" t="t"/>
              <a:pathLst>
                <a:path extrusionOk="0" h="358" w="572">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98"/>
            <p:cNvSpPr/>
            <p:nvPr/>
          </p:nvSpPr>
          <p:spPr>
            <a:xfrm>
              <a:off x="3114625" y="3023504"/>
              <a:ext cx="17054" cy="10674"/>
            </a:xfrm>
            <a:custGeom>
              <a:rect b="b" l="l" r="r" t="t"/>
              <a:pathLst>
                <a:path extrusionOk="0" h="358" w="572">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98"/>
            <p:cNvSpPr/>
            <p:nvPr/>
          </p:nvSpPr>
          <p:spPr>
            <a:xfrm>
              <a:off x="3247393" y="3023504"/>
              <a:ext cx="14937" cy="10674"/>
            </a:xfrm>
            <a:custGeom>
              <a:rect b="b" l="l" r="r" t="t"/>
              <a:pathLst>
                <a:path extrusionOk="0" h="358" w="501">
                  <a:moveTo>
                    <a:pt x="191" y="0"/>
                  </a:moveTo>
                  <a:cubicBezTo>
                    <a:pt x="119" y="0"/>
                    <a:pt x="24" y="72"/>
                    <a:pt x="24" y="167"/>
                  </a:cubicBezTo>
                  <a:cubicBezTo>
                    <a:pt x="0" y="286"/>
                    <a:pt x="72" y="357"/>
                    <a:pt x="191" y="357"/>
                  </a:cubicBezTo>
                  <a:lnTo>
                    <a:pt x="310" y="357"/>
                  </a:lnTo>
                  <a:cubicBezTo>
                    <a:pt x="405" y="357"/>
                    <a:pt x="500" y="310"/>
                    <a:pt x="500" y="214"/>
                  </a:cubicBezTo>
                  <a:cubicBezTo>
                    <a:pt x="500" y="95"/>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6" name="Google Shape;22596;p98"/>
          <p:cNvGrpSpPr/>
          <p:nvPr/>
        </p:nvGrpSpPr>
        <p:grpSpPr>
          <a:xfrm>
            <a:off x="3239622" y="2840543"/>
            <a:ext cx="368543" cy="354351"/>
            <a:chOff x="3658717" y="2992943"/>
            <a:chExt cx="368543" cy="354351"/>
          </a:xfrm>
        </p:grpSpPr>
        <p:sp>
          <p:nvSpPr>
            <p:cNvPr id="22597" name="Google Shape;22597;p98"/>
            <p:cNvSpPr/>
            <p:nvPr/>
          </p:nvSpPr>
          <p:spPr>
            <a:xfrm>
              <a:off x="3819183" y="3000784"/>
              <a:ext cx="60405" cy="60375"/>
            </a:xfrm>
            <a:custGeom>
              <a:rect b="b" l="l" r="r" t="t"/>
              <a:pathLst>
                <a:path extrusionOk="0" h="2025" w="2026">
                  <a:moveTo>
                    <a:pt x="1025" y="0"/>
                  </a:moveTo>
                  <a:cubicBezTo>
                    <a:pt x="453" y="0"/>
                    <a:pt x="1" y="452"/>
                    <a:pt x="1" y="1000"/>
                  </a:cubicBezTo>
                  <a:cubicBezTo>
                    <a:pt x="1" y="1572"/>
                    <a:pt x="453" y="2024"/>
                    <a:pt x="1025" y="2024"/>
                  </a:cubicBezTo>
                  <a:cubicBezTo>
                    <a:pt x="1573" y="2024"/>
                    <a:pt x="2025" y="1572"/>
                    <a:pt x="2025" y="1000"/>
                  </a:cubicBezTo>
                  <a:cubicBezTo>
                    <a:pt x="2025" y="452"/>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98"/>
            <p:cNvSpPr/>
            <p:nvPr/>
          </p:nvSpPr>
          <p:spPr>
            <a:xfrm>
              <a:off x="3819183" y="3282659"/>
              <a:ext cx="60405" cy="60375"/>
            </a:xfrm>
            <a:custGeom>
              <a:rect b="b" l="l" r="r" t="t"/>
              <a:pathLst>
                <a:path extrusionOk="0" h="2025" w="2026">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98"/>
            <p:cNvSpPr/>
            <p:nvPr/>
          </p:nvSpPr>
          <p:spPr>
            <a:xfrm>
              <a:off x="3677888" y="3142079"/>
              <a:ext cx="60405" cy="60375"/>
            </a:xfrm>
            <a:custGeom>
              <a:rect b="b" l="l" r="r" t="t"/>
              <a:pathLst>
                <a:path extrusionOk="0" h="2025" w="2026">
                  <a:moveTo>
                    <a:pt x="1025" y="0"/>
                  </a:moveTo>
                  <a:cubicBezTo>
                    <a:pt x="477" y="0"/>
                    <a:pt x="1" y="453"/>
                    <a:pt x="1" y="1000"/>
                  </a:cubicBezTo>
                  <a:cubicBezTo>
                    <a:pt x="1" y="1548"/>
                    <a:pt x="477"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98"/>
            <p:cNvSpPr/>
            <p:nvPr/>
          </p:nvSpPr>
          <p:spPr>
            <a:xfrm>
              <a:off x="3960478" y="3142079"/>
              <a:ext cx="60405" cy="60375"/>
            </a:xfrm>
            <a:custGeom>
              <a:rect b="b" l="l" r="r" t="t"/>
              <a:pathLst>
                <a:path extrusionOk="0" h="2025" w="2026">
                  <a:moveTo>
                    <a:pt x="1025" y="0"/>
                  </a:moveTo>
                  <a:cubicBezTo>
                    <a:pt x="453" y="0"/>
                    <a:pt x="1" y="453"/>
                    <a:pt x="1" y="1000"/>
                  </a:cubicBezTo>
                  <a:cubicBezTo>
                    <a:pt x="1" y="1548"/>
                    <a:pt x="453"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98"/>
            <p:cNvSpPr/>
            <p:nvPr/>
          </p:nvSpPr>
          <p:spPr>
            <a:xfrm>
              <a:off x="3719779" y="3041244"/>
              <a:ext cx="60405" cy="60375"/>
            </a:xfrm>
            <a:custGeom>
              <a:rect b="b" l="l" r="r" t="t"/>
              <a:pathLst>
                <a:path extrusionOk="0" h="2025" w="2026">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98"/>
            <p:cNvSpPr/>
            <p:nvPr/>
          </p:nvSpPr>
          <p:spPr>
            <a:xfrm>
              <a:off x="3920019" y="3240768"/>
              <a:ext cx="60375" cy="60375"/>
            </a:xfrm>
            <a:custGeom>
              <a:rect b="b" l="l" r="r" t="t"/>
              <a:pathLst>
                <a:path extrusionOk="0" h="2025" w="2025">
                  <a:moveTo>
                    <a:pt x="1001" y="0"/>
                  </a:moveTo>
                  <a:cubicBezTo>
                    <a:pt x="453" y="0"/>
                    <a:pt x="1" y="477"/>
                    <a:pt x="1" y="1024"/>
                  </a:cubicBezTo>
                  <a:cubicBezTo>
                    <a:pt x="1" y="1572"/>
                    <a:pt x="453" y="2024"/>
                    <a:pt x="1001" y="2024"/>
                  </a:cubicBezTo>
                  <a:cubicBezTo>
                    <a:pt x="1548" y="2024"/>
                    <a:pt x="2025" y="1572"/>
                    <a:pt x="2025" y="1024"/>
                  </a:cubicBezTo>
                  <a:cubicBezTo>
                    <a:pt x="2025" y="477"/>
                    <a:pt x="1548" y="0"/>
                    <a:pt x="100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98"/>
            <p:cNvSpPr/>
            <p:nvPr/>
          </p:nvSpPr>
          <p:spPr>
            <a:xfrm>
              <a:off x="3719779" y="3240768"/>
              <a:ext cx="60405" cy="60375"/>
            </a:xfrm>
            <a:custGeom>
              <a:rect b="b" l="l" r="r" t="t"/>
              <a:pathLst>
                <a:path extrusionOk="0" h="2025" w="2026">
                  <a:moveTo>
                    <a:pt x="1025" y="0"/>
                  </a:moveTo>
                  <a:cubicBezTo>
                    <a:pt x="453" y="0"/>
                    <a:pt x="1" y="477"/>
                    <a:pt x="1" y="1024"/>
                  </a:cubicBezTo>
                  <a:cubicBezTo>
                    <a:pt x="1" y="1572"/>
                    <a:pt x="453" y="2024"/>
                    <a:pt x="1025" y="2024"/>
                  </a:cubicBezTo>
                  <a:cubicBezTo>
                    <a:pt x="1573" y="2024"/>
                    <a:pt x="2025" y="1572"/>
                    <a:pt x="2025" y="1024"/>
                  </a:cubicBezTo>
                  <a:cubicBezTo>
                    <a:pt x="2025" y="477"/>
                    <a:pt x="1573" y="0"/>
                    <a:pt x="102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98"/>
            <p:cNvSpPr/>
            <p:nvPr/>
          </p:nvSpPr>
          <p:spPr>
            <a:xfrm>
              <a:off x="3920019" y="3041244"/>
              <a:ext cx="60375" cy="60375"/>
            </a:xfrm>
            <a:custGeom>
              <a:rect b="b" l="l" r="r" t="t"/>
              <a:pathLst>
                <a:path extrusionOk="0" h="2025" w="2025">
                  <a:moveTo>
                    <a:pt x="1001" y="0"/>
                  </a:moveTo>
                  <a:cubicBezTo>
                    <a:pt x="453" y="0"/>
                    <a:pt x="1" y="453"/>
                    <a:pt x="1" y="1024"/>
                  </a:cubicBezTo>
                  <a:cubicBezTo>
                    <a:pt x="1" y="1572"/>
                    <a:pt x="453" y="2025"/>
                    <a:pt x="1001" y="2025"/>
                  </a:cubicBezTo>
                  <a:cubicBezTo>
                    <a:pt x="1548" y="2025"/>
                    <a:pt x="2025" y="1572"/>
                    <a:pt x="2025" y="1024"/>
                  </a:cubicBezTo>
                  <a:cubicBezTo>
                    <a:pt x="2025" y="453"/>
                    <a:pt x="1548" y="0"/>
                    <a:pt x="100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98"/>
            <p:cNvSpPr/>
            <p:nvPr/>
          </p:nvSpPr>
          <p:spPr>
            <a:xfrm>
              <a:off x="3825594" y="3002186"/>
              <a:ext cx="55396" cy="58974"/>
            </a:xfrm>
            <a:custGeom>
              <a:rect b="b" l="l" r="r" t="t"/>
              <a:pathLst>
                <a:path extrusionOk="0" h="1978" w="1858">
                  <a:moveTo>
                    <a:pt x="1215" y="1"/>
                  </a:moveTo>
                  <a:lnTo>
                    <a:pt x="1215" y="1"/>
                  </a:lnTo>
                  <a:cubicBezTo>
                    <a:pt x="1334" y="191"/>
                    <a:pt x="1429" y="405"/>
                    <a:pt x="1429" y="644"/>
                  </a:cubicBezTo>
                  <a:cubicBezTo>
                    <a:pt x="1429" y="1239"/>
                    <a:pt x="977" y="1668"/>
                    <a:pt x="429" y="1668"/>
                  </a:cubicBezTo>
                  <a:cubicBezTo>
                    <a:pt x="262" y="1668"/>
                    <a:pt x="119" y="1644"/>
                    <a:pt x="0" y="1596"/>
                  </a:cubicBezTo>
                  <a:lnTo>
                    <a:pt x="0" y="1596"/>
                  </a:lnTo>
                  <a:cubicBezTo>
                    <a:pt x="191" y="1834"/>
                    <a:pt x="477" y="1977"/>
                    <a:pt x="810" y="1977"/>
                  </a:cubicBezTo>
                  <a:cubicBezTo>
                    <a:pt x="1405" y="1977"/>
                    <a:pt x="1858" y="1525"/>
                    <a:pt x="1858" y="953"/>
                  </a:cubicBezTo>
                  <a:cubicBezTo>
                    <a:pt x="1858" y="548"/>
                    <a:pt x="1572" y="191"/>
                    <a:pt x="121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98"/>
            <p:cNvSpPr/>
            <p:nvPr/>
          </p:nvSpPr>
          <p:spPr>
            <a:xfrm>
              <a:off x="3825594" y="3285491"/>
              <a:ext cx="55396" cy="58974"/>
            </a:xfrm>
            <a:custGeom>
              <a:rect b="b" l="l" r="r" t="t"/>
              <a:pathLst>
                <a:path extrusionOk="0" h="1978" w="1858">
                  <a:moveTo>
                    <a:pt x="1215" y="1"/>
                  </a:moveTo>
                  <a:lnTo>
                    <a:pt x="1215" y="1"/>
                  </a:lnTo>
                  <a:cubicBezTo>
                    <a:pt x="1334" y="191"/>
                    <a:pt x="1429" y="382"/>
                    <a:pt x="1429" y="620"/>
                  </a:cubicBezTo>
                  <a:cubicBezTo>
                    <a:pt x="1429" y="1215"/>
                    <a:pt x="977" y="1668"/>
                    <a:pt x="429" y="1668"/>
                  </a:cubicBezTo>
                  <a:cubicBezTo>
                    <a:pt x="262" y="1668"/>
                    <a:pt x="119" y="1644"/>
                    <a:pt x="0" y="1572"/>
                  </a:cubicBezTo>
                  <a:lnTo>
                    <a:pt x="0" y="1572"/>
                  </a:lnTo>
                  <a:cubicBezTo>
                    <a:pt x="191" y="1810"/>
                    <a:pt x="477" y="1977"/>
                    <a:pt x="810" y="1977"/>
                  </a:cubicBezTo>
                  <a:cubicBezTo>
                    <a:pt x="1405" y="1977"/>
                    <a:pt x="1858" y="1501"/>
                    <a:pt x="1858" y="929"/>
                  </a:cubicBezTo>
                  <a:cubicBezTo>
                    <a:pt x="1858" y="501"/>
                    <a:pt x="1572" y="120"/>
                    <a:pt x="121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98"/>
            <p:cNvSpPr/>
            <p:nvPr/>
          </p:nvSpPr>
          <p:spPr>
            <a:xfrm>
              <a:off x="3684984" y="3145627"/>
              <a:ext cx="54711" cy="57543"/>
            </a:xfrm>
            <a:custGeom>
              <a:rect b="b" l="l" r="r" t="t"/>
              <a:pathLst>
                <a:path extrusionOk="0" h="1930" w="1835">
                  <a:moveTo>
                    <a:pt x="1263" y="0"/>
                  </a:moveTo>
                  <a:cubicBezTo>
                    <a:pt x="1382" y="167"/>
                    <a:pt x="1477" y="381"/>
                    <a:pt x="1477" y="619"/>
                  </a:cubicBezTo>
                  <a:cubicBezTo>
                    <a:pt x="1477" y="1191"/>
                    <a:pt x="1001" y="1620"/>
                    <a:pt x="430" y="1620"/>
                  </a:cubicBezTo>
                  <a:cubicBezTo>
                    <a:pt x="287" y="1620"/>
                    <a:pt x="144" y="1596"/>
                    <a:pt x="1" y="1548"/>
                  </a:cubicBezTo>
                  <a:lnTo>
                    <a:pt x="1" y="1548"/>
                  </a:lnTo>
                  <a:cubicBezTo>
                    <a:pt x="191" y="1786"/>
                    <a:pt x="501" y="1929"/>
                    <a:pt x="811" y="1929"/>
                  </a:cubicBezTo>
                  <a:cubicBezTo>
                    <a:pt x="1382" y="1929"/>
                    <a:pt x="1835" y="1453"/>
                    <a:pt x="1835" y="881"/>
                  </a:cubicBezTo>
                  <a:cubicBezTo>
                    <a:pt x="1835" y="476"/>
                    <a:pt x="1573" y="119"/>
                    <a:pt x="126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98"/>
            <p:cNvSpPr/>
            <p:nvPr/>
          </p:nvSpPr>
          <p:spPr>
            <a:xfrm>
              <a:off x="3967604" y="3145627"/>
              <a:ext cx="53965" cy="57543"/>
            </a:xfrm>
            <a:custGeom>
              <a:rect b="b" l="l" r="r" t="t"/>
              <a:pathLst>
                <a:path extrusionOk="0" h="1930" w="1810">
                  <a:moveTo>
                    <a:pt x="1215" y="0"/>
                  </a:moveTo>
                  <a:lnTo>
                    <a:pt x="1215" y="0"/>
                  </a:lnTo>
                  <a:cubicBezTo>
                    <a:pt x="1334" y="167"/>
                    <a:pt x="1429" y="381"/>
                    <a:pt x="1429" y="619"/>
                  </a:cubicBezTo>
                  <a:cubicBezTo>
                    <a:pt x="1429" y="1191"/>
                    <a:pt x="977" y="1620"/>
                    <a:pt x="429" y="1620"/>
                  </a:cubicBezTo>
                  <a:cubicBezTo>
                    <a:pt x="262" y="1620"/>
                    <a:pt x="119" y="1596"/>
                    <a:pt x="0" y="1548"/>
                  </a:cubicBezTo>
                  <a:lnTo>
                    <a:pt x="0" y="1548"/>
                  </a:lnTo>
                  <a:cubicBezTo>
                    <a:pt x="191" y="1786"/>
                    <a:pt x="476" y="1929"/>
                    <a:pt x="810" y="1929"/>
                  </a:cubicBezTo>
                  <a:cubicBezTo>
                    <a:pt x="1381" y="1929"/>
                    <a:pt x="1810" y="1453"/>
                    <a:pt x="1810" y="881"/>
                  </a:cubicBezTo>
                  <a:cubicBezTo>
                    <a:pt x="1810" y="476"/>
                    <a:pt x="1548" y="119"/>
                    <a:pt x="1215"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98"/>
            <p:cNvSpPr/>
            <p:nvPr/>
          </p:nvSpPr>
          <p:spPr>
            <a:xfrm>
              <a:off x="3725474" y="3044792"/>
              <a:ext cx="58259" cy="57543"/>
            </a:xfrm>
            <a:custGeom>
              <a:rect b="b" l="l" r="r" t="t"/>
              <a:pathLst>
                <a:path extrusionOk="0" h="1930" w="1954">
                  <a:moveTo>
                    <a:pt x="1215" y="0"/>
                  </a:moveTo>
                  <a:lnTo>
                    <a:pt x="1215" y="0"/>
                  </a:lnTo>
                  <a:cubicBezTo>
                    <a:pt x="1525" y="405"/>
                    <a:pt x="1477" y="1001"/>
                    <a:pt x="1120" y="1358"/>
                  </a:cubicBezTo>
                  <a:cubicBezTo>
                    <a:pt x="935" y="1542"/>
                    <a:pt x="681" y="1648"/>
                    <a:pt x="422"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53" y="1239"/>
                    <a:pt x="1953" y="572"/>
                    <a:pt x="1525" y="215"/>
                  </a:cubicBezTo>
                  <a:cubicBezTo>
                    <a:pt x="1429" y="120"/>
                    <a:pt x="1334" y="72"/>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98"/>
            <p:cNvSpPr/>
            <p:nvPr/>
          </p:nvSpPr>
          <p:spPr>
            <a:xfrm>
              <a:off x="3924998" y="3245032"/>
              <a:ext cx="58944" cy="57364"/>
            </a:xfrm>
            <a:custGeom>
              <a:rect b="b" l="l" r="r" t="t"/>
              <a:pathLst>
                <a:path extrusionOk="0" h="1924" w="1977">
                  <a:moveTo>
                    <a:pt x="1215" y="0"/>
                  </a:moveTo>
                  <a:cubicBezTo>
                    <a:pt x="1524" y="381"/>
                    <a:pt x="1501" y="977"/>
                    <a:pt x="1143" y="1334"/>
                  </a:cubicBezTo>
                  <a:cubicBezTo>
                    <a:pt x="937" y="1524"/>
                    <a:pt x="667" y="1630"/>
                    <a:pt x="397"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77" y="1215"/>
                    <a:pt x="1977" y="548"/>
                    <a:pt x="1524" y="191"/>
                  </a:cubicBezTo>
                  <a:cubicBezTo>
                    <a:pt x="1429" y="119"/>
                    <a:pt x="1334" y="48"/>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98"/>
            <p:cNvSpPr/>
            <p:nvPr/>
          </p:nvSpPr>
          <p:spPr>
            <a:xfrm>
              <a:off x="3725474" y="3245032"/>
              <a:ext cx="58259" cy="57364"/>
            </a:xfrm>
            <a:custGeom>
              <a:rect b="b" l="l" r="r" t="t"/>
              <a:pathLst>
                <a:path extrusionOk="0" h="1924" w="1954">
                  <a:moveTo>
                    <a:pt x="1215" y="0"/>
                  </a:moveTo>
                  <a:lnTo>
                    <a:pt x="1215" y="0"/>
                  </a:lnTo>
                  <a:cubicBezTo>
                    <a:pt x="1525" y="381"/>
                    <a:pt x="1477" y="977"/>
                    <a:pt x="1120" y="1334"/>
                  </a:cubicBezTo>
                  <a:cubicBezTo>
                    <a:pt x="929" y="1524"/>
                    <a:pt x="665" y="1630"/>
                    <a:pt x="396"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53" y="1215"/>
                    <a:pt x="1953" y="548"/>
                    <a:pt x="1525" y="191"/>
                  </a:cubicBezTo>
                  <a:cubicBezTo>
                    <a:pt x="1429" y="119"/>
                    <a:pt x="1334" y="48"/>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98"/>
            <p:cNvSpPr/>
            <p:nvPr/>
          </p:nvSpPr>
          <p:spPr>
            <a:xfrm>
              <a:off x="3924998" y="3044792"/>
              <a:ext cx="58944" cy="57543"/>
            </a:xfrm>
            <a:custGeom>
              <a:rect b="b" l="l" r="r" t="t"/>
              <a:pathLst>
                <a:path extrusionOk="0" h="1930" w="1977">
                  <a:moveTo>
                    <a:pt x="1215" y="0"/>
                  </a:moveTo>
                  <a:lnTo>
                    <a:pt x="1215" y="0"/>
                  </a:lnTo>
                  <a:cubicBezTo>
                    <a:pt x="1524" y="405"/>
                    <a:pt x="1501" y="1001"/>
                    <a:pt x="1143" y="1358"/>
                  </a:cubicBezTo>
                  <a:cubicBezTo>
                    <a:pt x="943" y="1542"/>
                    <a:pt x="684" y="1648"/>
                    <a:pt x="423"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77" y="1239"/>
                    <a:pt x="1977" y="572"/>
                    <a:pt x="1524" y="215"/>
                  </a:cubicBezTo>
                  <a:cubicBezTo>
                    <a:pt x="1429" y="120"/>
                    <a:pt x="1334" y="72"/>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98"/>
            <p:cNvSpPr/>
            <p:nvPr/>
          </p:nvSpPr>
          <p:spPr>
            <a:xfrm>
              <a:off x="3780155" y="3103021"/>
              <a:ext cx="138461" cy="138491"/>
            </a:xfrm>
            <a:custGeom>
              <a:rect b="b" l="l" r="r" t="t"/>
              <a:pathLst>
                <a:path extrusionOk="0" h="4645" w="4644">
                  <a:moveTo>
                    <a:pt x="2334" y="0"/>
                  </a:moveTo>
                  <a:cubicBezTo>
                    <a:pt x="1048" y="0"/>
                    <a:pt x="0" y="1024"/>
                    <a:pt x="0" y="2310"/>
                  </a:cubicBezTo>
                  <a:cubicBezTo>
                    <a:pt x="0" y="3596"/>
                    <a:pt x="1048" y="4644"/>
                    <a:pt x="2334" y="4644"/>
                  </a:cubicBezTo>
                  <a:cubicBezTo>
                    <a:pt x="3620" y="4644"/>
                    <a:pt x="4644" y="3596"/>
                    <a:pt x="4644" y="2310"/>
                  </a:cubicBezTo>
                  <a:cubicBezTo>
                    <a:pt x="4644" y="1024"/>
                    <a:pt x="3620" y="0"/>
                    <a:pt x="233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98"/>
            <p:cNvSpPr/>
            <p:nvPr/>
          </p:nvSpPr>
          <p:spPr>
            <a:xfrm>
              <a:off x="3814949" y="3105854"/>
              <a:ext cx="105098" cy="135658"/>
            </a:xfrm>
            <a:custGeom>
              <a:rect b="b" l="l" r="r" t="t"/>
              <a:pathLst>
                <a:path extrusionOk="0" h="4550" w="3525">
                  <a:moveTo>
                    <a:pt x="1977" y="1"/>
                  </a:moveTo>
                  <a:lnTo>
                    <a:pt x="1977" y="1"/>
                  </a:lnTo>
                  <a:cubicBezTo>
                    <a:pt x="2643" y="405"/>
                    <a:pt x="3096" y="1144"/>
                    <a:pt x="3096" y="2001"/>
                  </a:cubicBezTo>
                  <a:cubicBezTo>
                    <a:pt x="3096" y="3287"/>
                    <a:pt x="2048" y="4335"/>
                    <a:pt x="786" y="4335"/>
                  </a:cubicBezTo>
                  <a:cubicBezTo>
                    <a:pt x="500" y="4335"/>
                    <a:pt x="238" y="4287"/>
                    <a:pt x="0" y="4216"/>
                  </a:cubicBezTo>
                  <a:lnTo>
                    <a:pt x="0" y="4216"/>
                  </a:lnTo>
                  <a:cubicBezTo>
                    <a:pt x="357" y="4430"/>
                    <a:pt x="738" y="4549"/>
                    <a:pt x="1191" y="4549"/>
                  </a:cubicBezTo>
                  <a:cubicBezTo>
                    <a:pt x="2477" y="4549"/>
                    <a:pt x="3525" y="3501"/>
                    <a:pt x="3525" y="2215"/>
                  </a:cubicBezTo>
                  <a:cubicBezTo>
                    <a:pt x="3525" y="1167"/>
                    <a:pt x="2858" y="310"/>
                    <a:pt x="197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98"/>
            <p:cNvSpPr/>
            <p:nvPr/>
          </p:nvSpPr>
          <p:spPr>
            <a:xfrm>
              <a:off x="3820614" y="3156271"/>
              <a:ext cx="60375" cy="10674"/>
            </a:xfrm>
            <a:custGeom>
              <a:rect b="b" l="l" r="r" t="t"/>
              <a:pathLst>
                <a:path extrusionOk="0" h="358" w="2025">
                  <a:moveTo>
                    <a:pt x="191" y="0"/>
                  </a:moveTo>
                  <a:cubicBezTo>
                    <a:pt x="120" y="0"/>
                    <a:pt x="48" y="48"/>
                    <a:pt x="24" y="143"/>
                  </a:cubicBezTo>
                  <a:cubicBezTo>
                    <a:pt x="1" y="262"/>
                    <a:pt x="72" y="358"/>
                    <a:pt x="191" y="358"/>
                  </a:cubicBezTo>
                  <a:lnTo>
                    <a:pt x="1810" y="358"/>
                  </a:lnTo>
                  <a:cubicBezTo>
                    <a:pt x="1929" y="358"/>
                    <a:pt x="2025" y="262"/>
                    <a:pt x="1977" y="143"/>
                  </a:cubicBezTo>
                  <a:cubicBezTo>
                    <a:pt x="1929" y="48"/>
                    <a:pt x="1858"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98"/>
            <p:cNvSpPr/>
            <p:nvPr/>
          </p:nvSpPr>
          <p:spPr>
            <a:xfrm>
              <a:off x="3831974" y="3177560"/>
              <a:ext cx="35539" cy="10674"/>
            </a:xfrm>
            <a:custGeom>
              <a:rect b="b" l="l" r="r" t="t"/>
              <a:pathLst>
                <a:path extrusionOk="0" h="358" w="1192">
                  <a:moveTo>
                    <a:pt x="215" y="1"/>
                  </a:moveTo>
                  <a:cubicBezTo>
                    <a:pt x="96" y="1"/>
                    <a:pt x="1" y="72"/>
                    <a:pt x="24" y="191"/>
                  </a:cubicBezTo>
                  <a:cubicBezTo>
                    <a:pt x="48" y="287"/>
                    <a:pt x="120" y="358"/>
                    <a:pt x="215" y="358"/>
                  </a:cubicBezTo>
                  <a:lnTo>
                    <a:pt x="977" y="358"/>
                  </a:lnTo>
                  <a:cubicBezTo>
                    <a:pt x="1072" y="358"/>
                    <a:pt x="1120" y="287"/>
                    <a:pt x="1167" y="191"/>
                  </a:cubicBezTo>
                  <a:cubicBezTo>
                    <a:pt x="1191" y="72"/>
                    <a:pt x="1096"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98"/>
            <p:cNvSpPr/>
            <p:nvPr/>
          </p:nvSpPr>
          <p:spPr>
            <a:xfrm>
              <a:off x="3658717" y="2992943"/>
              <a:ext cx="368543" cy="354351"/>
            </a:xfrm>
            <a:custGeom>
              <a:rect b="b" l="l" r="r" t="t"/>
              <a:pathLst>
                <a:path extrusionOk="0" h="11885" w="12361">
                  <a:moveTo>
                    <a:pt x="6431" y="406"/>
                  </a:moveTo>
                  <a:cubicBezTo>
                    <a:pt x="6907" y="406"/>
                    <a:pt x="7288" y="787"/>
                    <a:pt x="7288" y="1263"/>
                  </a:cubicBezTo>
                  <a:cubicBezTo>
                    <a:pt x="7288" y="1739"/>
                    <a:pt x="6907" y="2144"/>
                    <a:pt x="6431" y="2144"/>
                  </a:cubicBezTo>
                  <a:cubicBezTo>
                    <a:pt x="5954" y="2144"/>
                    <a:pt x="5573" y="1739"/>
                    <a:pt x="5573" y="1263"/>
                  </a:cubicBezTo>
                  <a:cubicBezTo>
                    <a:pt x="5573" y="787"/>
                    <a:pt x="5954" y="406"/>
                    <a:pt x="6431" y="406"/>
                  </a:cubicBezTo>
                  <a:close/>
                  <a:moveTo>
                    <a:pt x="9741" y="1811"/>
                  </a:moveTo>
                  <a:cubicBezTo>
                    <a:pt x="9955" y="1811"/>
                    <a:pt x="10193" y="1906"/>
                    <a:pt x="10336" y="2049"/>
                  </a:cubicBezTo>
                  <a:cubicBezTo>
                    <a:pt x="10479" y="2192"/>
                    <a:pt x="10574" y="2430"/>
                    <a:pt x="10574" y="2644"/>
                  </a:cubicBezTo>
                  <a:cubicBezTo>
                    <a:pt x="10574" y="2859"/>
                    <a:pt x="10479" y="3097"/>
                    <a:pt x="10336" y="3240"/>
                  </a:cubicBezTo>
                  <a:cubicBezTo>
                    <a:pt x="10170" y="3407"/>
                    <a:pt x="9955" y="3490"/>
                    <a:pt x="9738" y="3490"/>
                  </a:cubicBezTo>
                  <a:cubicBezTo>
                    <a:pt x="9521" y="3490"/>
                    <a:pt x="9300" y="3407"/>
                    <a:pt x="9122" y="3240"/>
                  </a:cubicBezTo>
                  <a:cubicBezTo>
                    <a:pt x="8955" y="3097"/>
                    <a:pt x="8884" y="2859"/>
                    <a:pt x="8884" y="2644"/>
                  </a:cubicBezTo>
                  <a:cubicBezTo>
                    <a:pt x="8884" y="2430"/>
                    <a:pt x="9003" y="2192"/>
                    <a:pt x="9146" y="2049"/>
                  </a:cubicBezTo>
                  <a:cubicBezTo>
                    <a:pt x="9312" y="1859"/>
                    <a:pt x="9527" y="1811"/>
                    <a:pt x="9741" y="1811"/>
                  </a:cubicBezTo>
                  <a:close/>
                  <a:moveTo>
                    <a:pt x="3049" y="1835"/>
                  </a:moveTo>
                  <a:cubicBezTo>
                    <a:pt x="3240" y="1835"/>
                    <a:pt x="3478" y="1930"/>
                    <a:pt x="3644" y="2073"/>
                  </a:cubicBezTo>
                  <a:cubicBezTo>
                    <a:pt x="3787" y="2216"/>
                    <a:pt x="3883" y="2454"/>
                    <a:pt x="3883" y="2668"/>
                  </a:cubicBezTo>
                  <a:cubicBezTo>
                    <a:pt x="3883" y="2883"/>
                    <a:pt x="3835" y="3097"/>
                    <a:pt x="3668" y="3264"/>
                  </a:cubicBezTo>
                  <a:cubicBezTo>
                    <a:pt x="3502" y="3430"/>
                    <a:pt x="3287" y="3514"/>
                    <a:pt x="3070" y="3514"/>
                  </a:cubicBezTo>
                  <a:cubicBezTo>
                    <a:pt x="2853" y="3514"/>
                    <a:pt x="2632" y="3430"/>
                    <a:pt x="2454" y="3264"/>
                  </a:cubicBezTo>
                  <a:cubicBezTo>
                    <a:pt x="2287" y="3121"/>
                    <a:pt x="2216" y="2883"/>
                    <a:pt x="2216" y="2668"/>
                  </a:cubicBezTo>
                  <a:cubicBezTo>
                    <a:pt x="2216" y="2454"/>
                    <a:pt x="2287" y="2216"/>
                    <a:pt x="2454" y="2073"/>
                  </a:cubicBezTo>
                  <a:cubicBezTo>
                    <a:pt x="2620" y="1906"/>
                    <a:pt x="2835" y="1835"/>
                    <a:pt x="3049" y="1835"/>
                  </a:cubicBezTo>
                  <a:close/>
                  <a:moveTo>
                    <a:pt x="1668" y="5121"/>
                  </a:moveTo>
                  <a:cubicBezTo>
                    <a:pt x="2144" y="5121"/>
                    <a:pt x="2525" y="5502"/>
                    <a:pt x="2525" y="5978"/>
                  </a:cubicBezTo>
                  <a:cubicBezTo>
                    <a:pt x="2525" y="6479"/>
                    <a:pt x="2144" y="6836"/>
                    <a:pt x="1668" y="6836"/>
                  </a:cubicBezTo>
                  <a:cubicBezTo>
                    <a:pt x="1192" y="6836"/>
                    <a:pt x="811" y="6455"/>
                    <a:pt x="811" y="5978"/>
                  </a:cubicBezTo>
                  <a:cubicBezTo>
                    <a:pt x="811" y="5502"/>
                    <a:pt x="1192" y="5121"/>
                    <a:pt x="1668" y="5121"/>
                  </a:cubicBezTo>
                  <a:close/>
                  <a:moveTo>
                    <a:pt x="11146" y="5121"/>
                  </a:moveTo>
                  <a:cubicBezTo>
                    <a:pt x="11622" y="5121"/>
                    <a:pt x="12003" y="5502"/>
                    <a:pt x="12003" y="5978"/>
                  </a:cubicBezTo>
                  <a:cubicBezTo>
                    <a:pt x="12003" y="6455"/>
                    <a:pt x="11622" y="6836"/>
                    <a:pt x="11146" y="6836"/>
                  </a:cubicBezTo>
                  <a:cubicBezTo>
                    <a:pt x="10670" y="6836"/>
                    <a:pt x="10265" y="6455"/>
                    <a:pt x="10265" y="5978"/>
                  </a:cubicBezTo>
                  <a:cubicBezTo>
                    <a:pt x="10265" y="5502"/>
                    <a:pt x="10670" y="5121"/>
                    <a:pt x="11146" y="5121"/>
                  </a:cubicBezTo>
                  <a:close/>
                  <a:moveTo>
                    <a:pt x="3049" y="8503"/>
                  </a:moveTo>
                  <a:cubicBezTo>
                    <a:pt x="3240" y="8503"/>
                    <a:pt x="3478" y="8598"/>
                    <a:pt x="3644" y="8741"/>
                  </a:cubicBezTo>
                  <a:cubicBezTo>
                    <a:pt x="3787" y="8884"/>
                    <a:pt x="3883" y="9122"/>
                    <a:pt x="3883" y="9336"/>
                  </a:cubicBezTo>
                  <a:cubicBezTo>
                    <a:pt x="3883" y="9551"/>
                    <a:pt x="3835" y="9789"/>
                    <a:pt x="3668" y="9932"/>
                  </a:cubicBezTo>
                  <a:cubicBezTo>
                    <a:pt x="3502" y="10098"/>
                    <a:pt x="3287" y="10182"/>
                    <a:pt x="3070" y="10182"/>
                  </a:cubicBezTo>
                  <a:cubicBezTo>
                    <a:pt x="2853" y="10182"/>
                    <a:pt x="2632" y="10098"/>
                    <a:pt x="2454" y="9932"/>
                  </a:cubicBezTo>
                  <a:cubicBezTo>
                    <a:pt x="2287" y="9789"/>
                    <a:pt x="2216" y="9551"/>
                    <a:pt x="2216" y="9336"/>
                  </a:cubicBezTo>
                  <a:cubicBezTo>
                    <a:pt x="2216" y="9122"/>
                    <a:pt x="2287" y="8884"/>
                    <a:pt x="2454" y="8741"/>
                  </a:cubicBezTo>
                  <a:cubicBezTo>
                    <a:pt x="2620" y="8574"/>
                    <a:pt x="2835" y="8503"/>
                    <a:pt x="3049" y="8503"/>
                  </a:cubicBezTo>
                  <a:close/>
                  <a:moveTo>
                    <a:pt x="6407" y="9884"/>
                  </a:moveTo>
                  <a:cubicBezTo>
                    <a:pt x="6883" y="9884"/>
                    <a:pt x="7264" y="10265"/>
                    <a:pt x="7264" y="10741"/>
                  </a:cubicBezTo>
                  <a:cubicBezTo>
                    <a:pt x="7264" y="11218"/>
                    <a:pt x="6883" y="11599"/>
                    <a:pt x="6407" y="11599"/>
                  </a:cubicBezTo>
                  <a:cubicBezTo>
                    <a:pt x="5931" y="11599"/>
                    <a:pt x="5550" y="11218"/>
                    <a:pt x="5550" y="10741"/>
                  </a:cubicBezTo>
                  <a:cubicBezTo>
                    <a:pt x="5550" y="10265"/>
                    <a:pt x="5931" y="9884"/>
                    <a:pt x="6407" y="9884"/>
                  </a:cubicBezTo>
                  <a:close/>
                  <a:moveTo>
                    <a:pt x="6346" y="0"/>
                  </a:moveTo>
                  <a:cubicBezTo>
                    <a:pt x="5680" y="0"/>
                    <a:pt x="5145" y="543"/>
                    <a:pt x="5145" y="1216"/>
                  </a:cubicBezTo>
                  <a:cubicBezTo>
                    <a:pt x="5145" y="1811"/>
                    <a:pt x="5597" y="2311"/>
                    <a:pt x="6193" y="2406"/>
                  </a:cubicBezTo>
                  <a:lnTo>
                    <a:pt x="6193" y="3430"/>
                  </a:lnTo>
                  <a:cubicBezTo>
                    <a:pt x="5669" y="3478"/>
                    <a:pt x="5121" y="3716"/>
                    <a:pt x="4740" y="4026"/>
                  </a:cubicBezTo>
                  <a:lnTo>
                    <a:pt x="4002" y="3287"/>
                  </a:lnTo>
                  <a:cubicBezTo>
                    <a:pt x="4240" y="2954"/>
                    <a:pt x="4287" y="2549"/>
                    <a:pt x="4145" y="2121"/>
                  </a:cubicBezTo>
                  <a:cubicBezTo>
                    <a:pt x="3920" y="1629"/>
                    <a:pt x="3472" y="1386"/>
                    <a:pt x="3026" y="1386"/>
                  </a:cubicBezTo>
                  <a:cubicBezTo>
                    <a:pt x="2714" y="1386"/>
                    <a:pt x="2403" y="1505"/>
                    <a:pt x="2168" y="1739"/>
                  </a:cubicBezTo>
                  <a:cubicBezTo>
                    <a:pt x="1858" y="2073"/>
                    <a:pt x="1739" y="2573"/>
                    <a:pt x="1906" y="3049"/>
                  </a:cubicBezTo>
                  <a:cubicBezTo>
                    <a:pt x="2120" y="3549"/>
                    <a:pt x="2573" y="3788"/>
                    <a:pt x="3049" y="3788"/>
                  </a:cubicBezTo>
                  <a:cubicBezTo>
                    <a:pt x="3287" y="3788"/>
                    <a:pt x="3549" y="3716"/>
                    <a:pt x="3764" y="3549"/>
                  </a:cubicBezTo>
                  <a:lnTo>
                    <a:pt x="4502" y="4311"/>
                  </a:lnTo>
                  <a:cubicBezTo>
                    <a:pt x="4407" y="4383"/>
                    <a:pt x="4311" y="4502"/>
                    <a:pt x="4264" y="4621"/>
                  </a:cubicBezTo>
                  <a:cubicBezTo>
                    <a:pt x="4278" y="4752"/>
                    <a:pt x="4363" y="4811"/>
                    <a:pt x="4449" y="4811"/>
                  </a:cubicBezTo>
                  <a:cubicBezTo>
                    <a:pt x="4504" y="4811"/>
                    <a:pt x="4560" y="4787"/>
                    <a:pt x="4597" y="4740"/>
                  </a:cubicBezTo>
                  <a:cubicBezTo>
                    <a:pt x="4668" y="4621"/>
                    <a:pt x="4764" y="4502"/>
                    <a:pt x="4859" y="4431"/>
                  </a:cubicBezTo>
                  <a:cubicBezTo>
                    <a:pt x="5240" y="4026"/>
                    <a:pt x="5812" y="3788"/>
                    <a:pt x="6383" y="3788"/>
                  </a:cubicBezTo>
                  <a:cubicBezTo>
                    <a:pt x="8074" y="3788"/>
                    <a:pt x="9312" y="5764"/>
                    <a:pt x="7979" y="7526"/>
                  </a:cubicBezTo>
                  <a:lnTo>
                    <a:pt x="7955" y="7550"/>
                  </a:lnTo>
                  <a:cubicBezTo>
                    <a:pt x="7436" y="7943"/>
                    <a:pt x="6900" y="8113"/>
                    <a:pt x="6402" y="8113"/>
                  </a:cubicBezTo>
                  <a:cubicBezTo>
                    <a:pt x="5211" y="8113"/>
                    <a:pt x="4240" y="7140"/>
                    <a:pt x="4240" y="5931"/>
                  </a:cubicBezTo>
                  <a:cubicBezTo>
                    <a:pt x="4240" y="5764"/>
                    <a:pt x="4264" y="5550"/>
                    <a:pt x="4287" y="5383"/>
                  </a:cubicBezTo>
                  <a:cubicBezTo>
                    <a:pt x="4232" y="5283"/>
                    <a:pt x="4155" y="5240"/>
                    <a:pt x="4086" y="5240"/>
                  </a:cubicBezTo>
                  <a:cubicBezTo>
                    <a:pt x="4009" y="5240"/>
                    <a:pt x="3943" y="5295"/>
                    <a:pt x="3930" y="5383"/>
                  </a:cubicBezTo>
                  <a:cubicBezTo>
                    <a:pt x="3906" y="5502"/>
                    <a:pt x="3883" y="5645"/>
                    <a:pt x="3883" y="5764"/>
                  </a:cubicBezTo>
                  <a:lnTo>
                    <a:pt x="2835" y="5764"/>
                  </a:lnTo>
                  <a:cubicBezTo>
                    <a:pt x="2739" y="5169"/>
                    <a:pt x="2239" y="4716"/>
                    <a:pt x="1644" y="4716"/>
                  </a:cubicBezTo>
                  <a:cubicBezTo>
                    <a:pt x="691" y="4716"/>
                    <a:pt x="1" y="5788"/>
                    <a:pt x="739" y="6764"/>
                  </a:cubicBezTo>
                  <a:lnTo>
                    <a:pt x="787" y="6812"/>
                  </a:lnTo>
                  <a:cubicBezTo>
                    <a:pt x="1069" y="7020"/>
                    <a:pt x="1362" y="7110"/>
                    <a:pt x="1636" y="7110"/>
                  </a:cubicBezTo>
                  <a:cubicBezTo>
                    <a:pt x="2242" y="7110"/>
                    <a:pt x="2753" y="6671"/>
                    <a:pt x="2835" y="6098"/>
                  </a:cubicBezTo>
                  <a:lnTo>
                    <a:pt x="3883" y="6098"/>
                  </a:lnTo>
                  <a:cubicBezTo>
                    <a:pt x="3883" y="6098"/>
                    <a:pt x="4145" y="7169"/>
                    <a:pt x="4502" y="7574"/>
                  </a:cubicBezTo>
                  <a:lnTo>
                    <a:pt x="3764" y="8312"/>
                  </a:lnTo>
                  <a:cubicBezTo>
                    <a:pt x="3551" y="8153"/>
                    <a:pt x="3300" y="8074"/>
                    <a:pt x="3047" y="8074"/>
                  </a:cubicBezTo>
                  <a:cubicBezTo>
                    <a:pt x="2734" y="8074"/>
                    <a:pt x="2418" y="8194"/>
                    <a:pt x="2168" y="8431"/>
                  </a:cubicBezTo>
                  <a:cubicBezTo>
                    <a:pt x="1930" y="8669"/>
                    <a:pt x="1811" y="8979"/>
                    <a:pt x="1811" y="9312"/>
                  </a:cubicBezTo>
                  <a:cubicBezTo>
                    <a:pt x="1811" y="9622"/>
                    <a:pt x="1930" y="9932"/>
                    <a:pt x="2168" y="10170"/>
                  </a:cubicBezTo>
                  <a:cubicBezTo>
                    <a:pt x="2406" y="10408"/>
                    <a:pt x="2716" y="10527"/>
                    <a:pt x="3049" y="10527"/>
                  </a:cubicBezTo>
                  <a:cubicBezTo>
                    <a:pt x="3335" y="10527"/>
                    <a:pt x="3668" y="10408"/>
                    <a:pt x="3906" y="10170"/>
                  </a:cubicBezTo>
                  <a:cubicBezTo>
                    <a:pt x="4145" y="9932"/>
                    <a:pt x="4264" y="9622"/>
                    <a:pt x="4264" y="9312"/>
                  </a:cubicBezTo>
                  <a:cubicBezTo>
                    <a:pt x="4264" y="9027"/>
                    <a:pt x="4168" y="8789"/>
                    <a:pt x="4025" y="8598"/>
                  </a:cubicBezTo>
                  <a:lnTo>
                    <a:pt x="4764" y="7836"/>
                  </a:lnTo>
                  <a:cubicBezTo>
                    <a:pt x="5145" y="8193"/>
                    <a:pt x="5692" y="8408"/>
                    <a:pt x="6264" y="8479"/>
                  </a:cubicBezTo>
                  <a:lnTo>
                    <a:pt x="6264" y="9503"/>
                  </a:lnTo>
                  <a:cubicBezTo>
                    <a:pt x="5669" y="9598"/>
                    <a:pt x="5216" y="10098"/>
                    <a:pt x="5216" y="10694"/>
                  </a:cubicBezTo>
                  <a:cubicBezTo>
                    <a:pt x="5216" y="11360"/>
                    <a:pt x="5740" y="11884"/>
                    <a:pt x="6407" y="11884"/>
                  </a:cubicBezTo>
                  <a:cubicBezTo>
                    <a:pt x="7050" y="11884"/>
                    <a:pt x="7598" y="11360"/>
                    <a:pt x="7598" y="10694"/>
                  </a:cubicBezTo>
                  <a:cubicBezTo>
                    <a:pt x="7598" y="10098"/>
                    <a:pt x="7145" y="9598"/>
                    <a:pt x="6574" y="9503"/>
                  </a:cubicBezTo>
                  <a:lnTo>
                    <a:pt x="6574" y="8479"/>
                  </a:lnTo>
                  <a:cubicBezTo>
                    <a:pt x="7145" y="8431"/>
                    <a:pt x="7645" y="8193"/>
                    <a:pt x="8050" y="7836"/>
                  </a:cubicBezTo>
                  <a:lnTo>
                    <a:pt x="8788" y="8598"/>
                  </a:lnTo>
                  <a:cubicBezTo>
                    <a:pt x="8645" y="8789"/>
                    <a:pt x="8550" y="9027"/>
                    <a:pt x="8550" y="9312"/>
                  </a:cubicBezTo>
                  <a:cubicBezTo>
                    <a:pt x="8550" y="9622"/>
                    <a:pt x="8669" y="9932"/>
                    <a:pt x="8907" y="10170"/>
                  </a:cubicBezTo>
                  <a:cubicBezTo>
                    <a:pt x="9122" y="10384"/>
                    <a:pt x="9408" y="10503"/>
                    <a:pt x="9717" y="10527"/>
                  </a:cubicBezTo>
                  <a:lnTo>
                    <a:pt x="9765" y="10527"/>
                  </a:lnTo>
                  <a:cubicBezTo>
                    <a:pt x="10027" y="10527"/>
                    <a:pt x="10336" y="10432"/>
                    <a:pt x="10551" y="10265"/>
                  </a:cubicBezTo>
                  <a:cubicBezTo>
                    <a:pt x="10598" y="10194"/>
                    <a:pt x="10622" y="10075"/>
                    <a:pt x="10574" y="10027"/>
                  </a:cubicBezTo>
                  <a:cubicBezTo>
                    <a:pt x="10528" y="9981"/>
                    <a:pt x="10462" y="9954"/>
                    <a:pt x="10409" y="9954"/>
                  </a:cubicBezTo>
                  <a:cubicBezTo>
                    <a:pt x="10379" y="9954"/>
                    <a:pt x="10353" y="9962"/>
                    <a:pt x="10336" y="9979"/>
                  </a:cubicBezTo>
                  <a:cubicBezTo>
                    <a:pt x="10179" y="10125"/>
                    <a:pt x="9984" y="10197"/>
                    <a:pt x="9788" y="10197"/>
                  </a:cubicBezTo>
                  <a:cubicBezTo>
                    <a:pt x="9568" y="10197"/>
                    <a:pt x="9345" y="10108"/>
                    <a:pt x="9169" y="9932"/>
                  </a:cubicBezTo>
                  <a:cubicBezTo>
                    <a:pt x="9027" y="9789"/>
                    <a:pt x="8931" y="9551"/>
                    <a:pt x="8931" y="9336"/>
                  </a:cubicBezTo>
                  <a:cubicBezTo>
                    <a:pt x="8931" y="9122"/>
                    <a:pt x="9027" y="8884"/>
                    <a:pt x="9169" y="8741"/>
                  </a:cubicBezTo>
                  <a:cubicBezTo>
                    <a:pt x="9336" y="8574"/>
                    <a:pt x="9550" y="8491"/>
                    <a:pt x="9768" y="8491"/>
                  </a:cubicBezTo>
                  <a:cubicBezTo>
                    <a:pt x="9985" y="8491"/>
                    <a:pt x="10205" y="8574"/>
                    <a:pt x="10384" y="8741"/>
                  </a:cubicBezTo>
                  <a:cubicBezTo>
                    <a:pt x="10574" y="8908"/>
                    <a:pt x="10670" y="9193"/>
                    <a:pt x="10622" y="9432"/>
                  </a:cubicBezTo>
                  <a:cubicBezTo>
                    <a:pt x="10622" y="9503"/>
                    <a:pt x="10694" y="9598"/>
                    <a:pt x="10789" y="9598"/>
                  </a:cubicBezTo>
                  <a:cubicBezTo>
                    <a:pt x="10860" y="9598"/>
                    <a:pt x="10955" y="9551"/>
                    <a:pt x="10955" y="9455"/>
                  </a:cubicBezTo>
                  <a:cubicBezTo>
                    <a:pt x="10979" y="9098"/>
                    <a:pt x="10860" y="8741"/>
                    <a:pt x="10598" y="8479"/>
                  </a:cubicBezTo>
                  <a:cubicBezTo>
                    <a:pt x="10374" y="8242"/>
                    <a:pt x="10063" y="8121"/>
                    <a:pt x="9749" y="8121"/>
                  </a:cubicBezTo>
                  <a:cubicBezTo>
                    <a:pt x="9495" y="8121"/>
                    <a:pt x="9239" y="8200"/>
                    <a:pt x="9027" y="8360"/>
                  </a:cubicBezTo>
                  <a:lnTo>
                    <a:pt x="8288" y="7598"/>
                  </a:lnTo>
                  <a:cubicBezTo>
                    <a:pt x="8645" y="7217"/>
                    <a:pt x="8836" y="6693"/>
                    <a:pt x="8907" y="6121"/>
                  </a:cubicBezTo>
                  <a:lnTo>
                    <a:pt x="9955" y="6121"/>
                  </a:lnTo>
                  <a:cubicBezTo>
                    <a:pt x="10027" y="6717"/>
                    <a:pt x="10551" y="7169"/>
                    <a:pt x="11146" y="7169"/>
                  </a:cubicBezTo>
                  <a:cubicBezTo>
                    <a:pt x="11789" y="7169"/>
                    <a:pt x="12337" y="6621"/>
                    <a:pt x="12337" y="5978"/>
                  </a:cubicBezTo>
                  <a:cubicBezTo>
                    <a:pt x="12361" y="5312"/>
                    <a:pt x="11813" y="4788"/>
                    <a:pt x="11146" y="4788"/>
                  </a:cubicBezTo>
                  <a:cubicBezTo>
                    <a:pt x="10551" y="4788"/>
                    <a:pt x="9955" y="5836"/>
                    <a:pt x="9955" y="5836"/>
                  </a:cubicBezTo>
                  <a:lnTo>
                    <a:pt x="8907" y="5836"/>
                  </a:lnTo>
                  <a:cubicBezTo>
                    <a:pt x="8884" y="5264"/>
                    <a:pt x="8645" y="4764"/>
                    <a:pt x="8288" y="4335"/>
                  </a:cubicBezTo>
                  <a:lnTo>
                    <a:pt x="9027" y="3597"/>
                  </a:lnTo>
                  <a:cubicBezTo>
                    <a:pt x="9241" y="3740"/>
                    <a:pt x="9503" y="3835"/>
                    <a:pt x="9741" y="3835"/>
                  </a:cubicBezTo>
                  <a:cubicBezTo>
                    <a:pt x="10027" y="3835"/>
                    <a:pt x="10360" y="3716"/>
                    <a:pt x="10598" y="3478"/>
                  </a:cubicBezTo>
                  <a:cubicBezTo>
                    <a:pt x="10860" y="3192"/>
                    <a:pt x="10979" y="2811"/>
                    <a:pt x="10932" y="2430"/>
                  </a:cubicBezTo>
                  <a:cubicBezTo>
                    <a:pt x="10908" y="2240"/>
                    <a:pt x="10836" y="2073"/>
                    <a:pt x="10717" y="1930"/>
                  </a:cubicBezTo>
                  <a:cubicBezTo>
                    <a:pt x="10472" y="1582"/>
                    <a:pt x="10108" y="1415"/>
                    <a:pt x="9743" y="1415"/>
                  </a:cubicBezTo>
                  <a:cubicBezTo>
                    <a:pt x="9434" y="1415"/>
                    <a:pt x="9124" y="1534"/>
                    <a:pt x="8884" y="1763"/>
                  </a:cubicBezTo>
                  <a:cubicBezTo>
                    <a:pt x="8645" y="2001"/>
                    <a:pt x="8526" y="2311"/>
                    <a:pt x="8526" y="2644"/>
                  </a:cubicBezTo>
                  <a:cubicBezTo>
                    <a:pt x="8526" y="2906"/>
                    <a:pt x="8598" y="3145"/>
                    <a:pt x="8765" y="3359"/>
                  </a:cubicBezTo>
                  <a:lnTo>
                    <a:pt x="8002" y="4097"/>
                  </a:lnTo>
                  <a:cubicBezTo>
                    <a:pt x="7621" y="3740"/>
                    <a:pt x="7098" y="3526"/>
                    <a:pt x="6526" y="3478"/>
                  </a:cubicBezTo>
                  <a:lnTo>
                    <a:pt x="6526" y="2406"/>
                  </a:lnTo>
                  <a:cubicBezTo>
                    <a:pt x="7359" y="2287"/>
                    <a:pt x="7931" y="1263"/>
                    <a:pt x="7240" y="334"/>
                  </a:cubicBezTo>
                  <a:lnTo>
                    <a:pt x="7217" y="311"/>
                  </a:lnTo>
                  <a:cubicBezTo>
                    <a:pt x="6923" y="94"/>
                    <a:pt x="6623" y="0"/>
                    <a:pt x="63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8" name="Google Shape;22618;p98"/>
          <p:cNvGrpSpPr/>
          <p:nvPr/>
        </p:nvGrpSpPr>
        <p:grpSpPr>
          <a:xfrm>
            <a:off x="4022556" y="2842690"/>
            <a:ext cx="353606" cy="351489"/>
            <a:chOff x="4365452" y="2995090"/>
            <a:chExt cx="353606" cy="351489"/>
          </a:xfrm>
        </p:grpSpPr>
        <p:sp>
          <p:nvSpPr>
            <p:cNvPr id="22619" name="Google Shape;22619;p98"/>
            <p:cNvSpPr/>
            <p:nvPr/>
          </p:nvSpPr>
          <p:spPr>
            <a:xfrm>
              <a:off x="4371117" y="3172610"/>
              <a:ext cx="171854" cy="170423"/>
            </a:xfrm>
            <a:custGeom>
              <a:rect b="b" l="l" r="r" t="t"/>
              <a:pathLst>
                <a:path extrusionOk="0" h="5716" w="5764">
                  <a:moveTo>
                    <a:pt x="1" y="0"/>
                  </a:moveTo>
                  <a:lnTo>
                    <a:pt x="1" y="5287"/>
                  </a:lnTo>
                  <a:cubicBezTo>
                    <a:pt x="1" y="5549"/>
                    <a:pt x="215" y="5716"/>
                    <a:pt x="453" y="5716"/>
                  </a:cubicBezTo>
                  <a:lnTo>
                    <a:pt x="5764" y="5716"/>
                  </a:lnTo>
                  <a:lnTo>
                    <a:pt x="5764" y="4025"/>
                  </a:lnTo>
                  <a:lnTo>
                    <a:pt x="5764" y="2834"/>
                  </a:lnTo>
                  <a:lnTo>
                    <a:pt x="5764" y="453"/>
                  </a:lnTo>
                  <a:cubicBezTo>
                    <a:pt x="5764" y="191"/>
                    <a:pt x="5549" y="0"/>
                    <a:pt x="531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98"/>
            <p:cNvSpPr/>
            <p:nvPr/>
          </p:nvSpPr>
          <p:spPr>
            <a:xfrm>
              <a:off x="4370401" y="3001470"/>
              <a:ext cx="171854" cy="193529"/>
            </a:xfrm>
            <a:custGeom>
              <a:rect b="b" l="l" r="r" t="t"/>
              <a:pathLst>
                <a:path extrusionOk="0" h="6491" w="5764">
                  <a:moveTo>
                    <a:pt x="477" y="1"/>
                  </a:moveTo>
                  <a:cubicBezTo>
                    <a:pt x="215" y="1"/>
                    <a:pt x="1" y="215"/>
                    <a:pt x="1" y="453"/>
                  </a:cubicBezTo>
                  <a:lnTo>
                    <a:pt x="1" y="5716"/>
                  </a:lnTo>
                  <a:lnTo>
                    <a:pt x="1739" y="5716"/>
                  </a:lnTo>
                  <a:lnTo>
                    <a:pt x="2263" y="6455"/>
                  </a:lnTo>
                  <a:cubicBezTo>
                    <a:pt x="2275" y="6478"/>
                    <a:pt x="2299" y="6490"/>
                    <a:pt x="2323" y="6490"/>
                  </a:cubicBezTo>
                  <a:cubicBezTo>
                    <a:pt x="2347" y="6490"/>
                    <a:pt x="2370" y="6478"/>
                    <a:pt x="2382" y="6455"/>
                  </a:cubicBezTo>
                  <a:lnTo>
                    <a:pt x="2930" y="5716"/>
                  </a:lnTo>
                  <a:lnTo>
                    <a:pt x="5335" y="5716"/>
                  </a:lnTo>
                  <a:cubicBezTo>
                    <a:pt x="5597" y="5716"/>
                    <a:pt x="5764" y="5502"/>
                    <a:pt x="5764" y="5264"/>
                  </a:cubicBezTo>
                  <a:lnTo>
                    <a:pt x="576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98"/>
            <p:cNvSpPr/>
            <p:nvPr/>
          </p:nvSpPr>
          <p:spPr>
            <a:xfrm>
              <a:off x="4518822" y="3001470"/>
              <a:ext cx="195258" cy="170452"/>
            </a:xfrm>
            <a:custGeom>
              <a:rect b="b" l="l" r="r" t="t"/>
              <a:pathLst>
                <a:path extrusionOk="0" h="5717" w="6549">
                  <a:moveTo>
                    <a:pt x="762" y="1"/>
                  </a:moveTo>
                  <a:lnTo>
                    <a:pt x="762" y="1692"/>
                  </a:lnTo>
                  <a:lnTo>
                    <a:pt x="24" y="2239"/>
                  </a:lnTo>
                  <a:cubicBezTo>
                    <a:pt x="0" y="2263"/>
                    <a:pt x="0" y="2335"/>
                    <a:pt x="24" y="2358"/>
                  </a:cubicBezTo>
                  <a:lnTo>
                    <a:pt x="762" y="2882"/>
                  </a:lnTo>
                  <a:lnTo>
                    <a:pt x="762" y="5264"/>
                  </a:lnTo>
                  <a:cubicBezTo>
                    <a:pt x="762" y="5550"/>
                    <a:pt x="976" y="5716"/>
                    <a:pt x="1215" y="5716"/>
                  </a:cubicBezTo>
                  <a:lnTo>
                    <a:pt x="6525" y="5716"/>
                  </a:lnTo>
                  <a:lnTo>
                    <a:pt x="6525" y="453"/>
                  </a:lnTo>
                  <a:cubicBezTo>
                    <a:pt x="6549" y="215"/>
                    <a:pt x="6335" y="1"/>
                    <a:pt x="607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98"/>
            <p:cNvSpPr/>
            <p:nvPr/>
          </p:nvSpPr>
          <p:spPr>
            <a:xfrm>
              <a:off x="4685669" y="3001470"/>
              <a:ext cx="28414" cy="170452"/>
            </a:xfrm>
            <a:custGeom>
              <a:rect b="b" l="l" r="r" t="t"/>
              <a:pathLst>
                <a:path extrusionOk="0" h="5717" w="953">
                  <a:moveTo>
                    <a:pt x="0" y="1"/>
                  </a:moveTo>
                  <a:cubicBezTo>
                    <a:pt x="262" y="1"/>
                    <a:pt x="477" y="191"/>
                    <a:pt x="477" y="453"/>
                  </a:cubicBezTo>
                  <a:lnTo>
                    <a:pt x="477" y="5716"/>
                  </a:lnTo>
                  <a:lnTo>
                    <a:pt x="953" y="5716"/>
                  </a:lnTo>
                  <a:lnTo>
                    <a:pt x="953" y="453"/>
                  </a:lnTo>
                  <a:cubicBezTo>
                    <a:pt x="953" y="215"/>
                    <a:pt x="739"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98"/>
            <p:cNvSpPr/>
            <p:nvPr/>
          </p:nvSpPr>
          <p:spPr>
            <a:xfrm>
              <a:off x="4540826" y="3149354"/>
              <a:ext cx="171138" cy="192963"/>
            </a:xfrm>
            <a:custGeom>
              <a:rect b="b" l="l" r="r" t="t"/>
              <a:pathLst>
                <a:path extrusionOk="0" h="6472" w="5740">
                  <a:moveTo>
                    <a:pt x="3456" y="0"/>
                  </a:moveTo>
                  <a:cubicBezTo>
                    <a:pt x="3436" y="0"/>
                    <a:pt x="3418" y="6"/>
                    <a:pt x="3406" y="18"/>
                  </a:cubicBezTo>
                  <a:lnTo>
                    <a:pt x="2858" y="756"/>
                  </a:lnTo>
                  <a:lnTo>
                    <a:pt x="453" y="756"/>
                  </a:lnTo>
                  <a:cubicBezTo>
                    <a:pt x="191" y="756"/>
                    <a:pt x="0" y="971"/>
                    <a:pt x="0" y="1209"/>
                  </a:cubicBezTo>
                  <a:lnTo>
                    <a:pt x="0" y="6472"/>
                  </a:lnTo>
                  <a:lnTo>
                    <a:pt x="5311" y="6472"/>
                  </a:lnTo>
                  <a:cubicBezTo>
                    <a:pt x="5573" y="6472"/>
                    <a:pt x="5740" y="6257"/>
                    <a:pt x="5740" y="6019"/>
                  </a:cubicBezTo>
                  <a:lnTo>
                    <a:pt x="5740" y="756"/>
                  </a:lnTo>
                  <a:lnTo>
                    <a:pt x="4049" y="756"/>
                  </a:lnTo>
                  <a:lnTo>
                    <a:pt x="3525" y="18"/>
                  </a:lnTo>
                  <a:cubicBezTo>
                    <a:pt x="3501" y="6"/>
                    <a:pt x="3477" y="0"/>
                    <a:pt x="345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98"/>
            <p:cNvSpPr/>
            <p:nvPr/>
          </p:nvSpPr>
          <p:spPr>
            <a:xfrm>
              <a:off x="4686384" y="3171895"/>
              <a:ext cx="27698" cy="170423"/>
            </a:xfrm>
            <a:custGeom>
              <a:rect b="b" l="l" r="r" t="t"/>
              <a:pathLst>
                <a:path extrusionOk="0" h="5716" w="929">
                  <a:moveTo>
                    <a:pt x="477" y="0"/>
                  </a:moveTo>
                  <a:lnTo>
                    <a:pt x="477" y="5263"/>
                  </a:lnTo>
                  <a:cubicBezTo>
                    <a:pt x="477" y="5501"/>
                    <a:pt x="262" y="5716"/>
                    <a:pt x="0" y="5716"/>
                  </a:cubicBezTo>
                  <a:lnTo>
                    <a:pt x="477" y="5716"/>
                  </a:lnTo>
                  <a:cubicBezTo>
                    <a:pt x="715" y="5716"/>
                    <a:pt x="929" y="5549"/>
                    <a:pt x="929" y="5263"/>
                  </a:cubicBezTo>
                  <a:lnTo>
                    <a:pt x="929"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98"/>
            <p:cNvSpPr/>
            <p:nvPr/>
          </p:nvSpPr>
          <p:spPr>
            <a:xfrm>
              <a:off x="4541541" y="3256391"/>
              <a:ext cx="23435" cy="35510"/>
            </a:xfrm>
            <a:custGeom>
              <a:rect b="b" l="l" r="r" t="t"/>
              <a:pathLst>
                <a:path extrusionOk="0" h="1191" w="786">
                  <a:moveTo>
                    <a:pt x="0" y="0"/>
                  </a:moveTo>
                  <a:lnTo>
                    <a:pt x="0" y="1191"/>
                  </a:lnTo>
                  <a:lnTo>
                    <a:pt x="762" y="643"/>
                  </a:lnTo>
                  <a:cubicBezTo>
                    <a:pt x="786" y="619"/>
                    <a:pt x="786" y="572"/>
                    <a:pt x="762" y="524"/>
                  </a:cubicBezTo>
                  <a:lnTo>
                    <a:pt x="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98"/>
            <p:cNvSpPr/>
            <p:nvPr/>
          </p:nvSpPr>
          <p:spPr>
            <a:xfrm>
              <a:off x="4488261" y="3118645"/>
              <a:ext cx="106559" cy="106529"/>
            </a:xfrm>
            <a:custGeom>
              <a:rect b="b" l="l" r="r" t="t"/>
              <a:pathLst>
                <a:path extrusionOk="0" h="3573" w="3574">
                  <a:moveTo>
                    <a:pt x="1787" y="0"/>
                  </a:moveTo>
                  <a:cubicBezTo>
                    <a:pt x="811" y="0"/>
                    <a:pt x="1" y="810"/>
                    <a:pt x="1" y="1786"/>
                  </a:cubicBezTo>
                  <a:cubicBezTo>
                    <a:pt x="1" y="2763"/>
                    <a:pt x="811" y="3572"/>
                    <a:pt x="1787" y="3572"/>
                  </a:cubicBezTo>
                  <a:cubicBezTo>
                    <a:pt x="2787" y="3572"/>
                    <a:pt x="3573" y="2763"/>
                    <a:pt x="3573" y="1786"/>
                  </a:cubicBezTo>
                  <a:cubicBezTo>
                    <a:pt x="3573" y="810"/>
                    <a:pt x="2787" y="0"/>
                    <a:pt x="1787"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98"/>
            <p:cNvSpPr/>
            <p:nvPr/>
          </p:nvSpPr>
          <p:spPr>
            <a:xfrm>
              <a:off x="4505316" y="3125025"/>
              <a:ext cx="89505" cy="100149"/>
            </a:xfrm>
            <a:custGeom>
              <a:rect b="b" l="l" r="r" t="t"/>
              <a:pathLst>
                <a:path extrusionOk="0" h="3359" w="3002">
                  <a:moveTo>
                    <a:pt x="2049" y="1"/>
                  </a:moveTo>
                  <a:lnTo>
                    <a:pt x="2049" y="1"/>
                  </a:lnTo>
                  <a:cubicBezTo>
                    <a:pt x="2406" y="334"/>
                    <a:pt x="2620" y="810"/>
                    <a:pt x="2620" y="1310"/>
                  </a:cubicBezTo>
                  <a:cubicBezTo>
                    <a:pt x="2620" y="2287"/>
                    <a:pt x="1810" y="3096"/>
                    <a:pt x="834" y="3096"/>
                  </a:cubicBezTo>
                  <a:cubicBezTo>
                    <a:pt x="548" y="3096"/>
                    <a:pt x="239" y="3001"/>
                    <a:pt x="1" y="2882"/>
                  </a:cubicBezTo>
                  <a:lnTo>
                    <a:pt x="1" y="2882"/>
                  </a:lnTo>
                  <a:cubicBezTo>
                    <a:pt x="334" y="3192"/>
                    <a:pt x="739" y="3358"/>
                    <a:pt x="1215" y="3358"/>
                  </a:cubicBezTo>
                  <a:cubicBezTo>
                    <a:pt x="2215" y="3358"/>
                    <a:pt x="3001" y="2549"/>
                    <a:pt x="3001" y="1572"/>
                  </a:cubicBezTo>
                  <a:cubicBezTo>
                    <a:pt x="3001" y="882"/>
                    <a:pt x="2620" y="262"/>
                    <a:pt x="2049"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98"/>
            <p:cNvSpPr/>
            <p:nvPr/>
          </p:nvSpPr>
          <p:spPr>
            <a:xfrm>
              <a:off x="4365452" y="2995090"/>
              <a:ext cx="353606" cy="351489"/>
            </a:xfrm>
            <a:custGeom>
              <a:rect b="b" l="l" r="r" t="t"/>
              <a:pathLst>
                <a:path extrusionOk="0" h="11789" w="11860">
                  <a:moveTo>
                    <a:pt x="11217" y="358"/>
                  </a:moveTo>
                  <a:cubicBezTo>
                    <a:pt x="11360" y="358"/>
                    <a:pt x="11502" y="477"/>
                    <a:pt x="11502" y="667"/>
                  </a:cubicBezTo>
                  <a:lnTo>
                    <a:pt x="11502" y="5764"/>
                  </a:lnTo>
                  <a:lnTo>
                    <a:pt x="10026" y="5764"/>
                  </a:lnTo>
                  <a:lnTo>
                    <a:pt x="9550" y="5073"/>
                  </a:lnTo>
                  <a:cubicBezTo>
                    <a:pt x="9478" y="5002"/>
                    <a:pt x="9431" y="4978"/>
                    <a:pt x="9335" y="4978"/>
                  </a:cubicBezTo>
                  <a:cubicBezTo>
                    <a:pt x="9240" y="4978"/>
                    <a:pt x="9192" y="5002"/>
                    <a:pt x="9121" y="5073"/>
                  </a:cubicBezTo>
                  <a:lnTo>
                    <a:pt x="8645" y="5764"/>
                  </a:lnTo>
                  <a:lnTo>
                    <a:pt x="7859" y="5764"/>
                  </a:lnTo>
                  <a:cubicBezTo>
                    <a:pt x="7764" y="4787"/>
                    <a:pt x="7025" y="4049"/>
                    <a:pt x="6073" y="3977"/>
                  </a:cubicBezTo>
                  <a:lnTo>
                    <a:pt x="6073" y="3073"/>
                  </a:lnTo>
                  <a:cubicBezTo>
                    <a:pt x="6073" y="3001"/>
                    <a:pt x="6025" y="2953"/>
                    <a:pt x="6001" y="2930"/>
                  </a:cubicBezTo>
                  <a:lnTo>
                    <a:pt x="5382" y="2477"/>
                  </a:lnTo>
                  <a:lnTo>
                    <a:pt x="6001" y="2025"/>
                  </a:lnTo>
                  <a:cubicBezTo>
                    <a:pt x="6073" y="2001"/>
                    <a:pt x="6073" y="1953"/>
                    <a:pt x="6073" y="1882"/>
                  </a:cubicBezTo>
                  <a:lnTo>
                    <a:pt x="6073" y="358"/>
                  </a:lnTo>
                  <a:close/>
                  <a:moveTo>
                    <a:pt x="5739" y="358"/>
                  </a:moveTo>
                  <a:lnTo>
                    <a:pt x="5739" y="1787"/>
                  </a:lnTo>
                  <a:lnTo>
                    <a:pt x="5049" y="2263"/>
                  </a:lnTo>
                  <a:cubicBezTo>
                    <a:pt x="5001" y="2334"/>
                    <a:pt x="4953" y="2382"/>
                    <a:pt x="4953" y="2477"/>
                  </a:cubicBezTo>
                  <a:cubicBezTo>
                    <a:pt x="4953" y="2572"/>
                    <a:pt x="5001" y="2620"/>
                    <a:pt x="5049" y="2692"/>
                  </a:cubicBezTo>
                  <a:lnTo>
                    <a:pt x="5739" y="3168"/>
                  </a:lnTo>
                  <a:lnTo>
                    <a:pt x="5739" y="3977"/>
                  </a:lnTo>
                  <a:cubicBezTo>
                    <a:pt x="5430" y="4001"/>
                    <a:pt x="5168" y="4097"/>
                    <a:pt x="4930" y="4239"/>
                  </a:cubicBezTo>
                  <a:cubicBezTo>
                    <a:pt x="4882" y="4263"/>
                    <a:pt x="4811" y="4359"/>
                    <a:pt x="4834" y="4454"/>
                  </a:cubicBezTo>
                  <a:cubicBezTo>
                    <a:pt x="4864" y="4528"/>
                    <a:pt x="4922" y="4565"/>
                    <a:pt x="4990" y="4565"/>
                  </a:cubicBezTo>
                  <a:cubicBezTo>
                    <a:pt x="5031" y="4565"/>
                    <a:pt x="5076" y="4552"/>
                    <a:pt x="5120" y="4525"/>
                  </a:cubicBezTo>
                  <a:cubicBezTo>
                    <a:pt x="5358" y="4382"/>
                    <a:pt x="5644" y="4335"/>
                    <a:pt x="5906" y="4335"/>
                  </a:cubicBezTo>
                  <a:cubicBezTo>
                    <a:pt x="6811" y="4335"/>
                    <a:pt x="7525" y="5049"/>
                    <a:pt x="7525" y="5930"/>
                  </a:cubicBezTo>
                  <a:cubicBezTo>
                    <a:pt x="7549" y="6788"/>
                    <a:pt x="6811" y="7550"/>
                    <a:pt x="5906" y="7550"/>
                  </a:cubicBezTo>
                  <a:cubicBezTo>
                    <a:pt x="5025" y="7550"/>
                    <a:pt x="4311" y="6835"/>
                    <a:pt x="4311" y="5930"/>
                  </a:cubicBezTo>
                  <a:cubicBezTo>
                    <a:pt x="4311" y="5597"/>
                    <a:pt x="4406" y="5311"/>
                    <a:pt x="4572" y="5049"/>
                  </a:cubicBezTo>
                  <a:cubicBezTo>
                    <a:pt x="4644" y="4978"/>
                    <a:pt x="4596" y="4859"/>
                    <a:pt x="4549" y="4811"/>
                  </a:cubicBezTo>
                  <a:cubicBezTo>
                    <a:pt x="4504" y="4778"/>
                    <a:pt x="4455" y="4760"/>
                    <a:pt x="4410" y="4760"/>
                  </a:cubicBezTo>
                  <a:cubicBezTo>
                    <a:pt x="4358" y="4760"/>
                    <a:pt x="4312" y="4784"/>
                    <a:pt x="4287" y="4835"/>
                  </a:cubicBezTo>
                  <a:cubicBezTo>
                    <a:pt x="4096" y="5097"/>
                    <a:pt x="3977" y="5430"/>
                    <a:pt x="3953" y="5764"/>
                  </a:cubicBezTo>
                  <a:lnTo>
                    <a:pt x="3048" y="5764"/>
                  </a:lnTo>
                  <a:cubicBezTo>
                    <a:pt x="3001" y="5764"/>
                    <a:pt x="2929" y="5787"/>
                    <a:pt x="2905" y="5811"/>
                  </a:cubicBezTo>
                  <a:lnTo>
                    <a:pt x="2453" y="6430"/>
                  </a:lnTo>
                  <a:lnTo>
                    <a:pt x="2024" y="5811"/>
                  </a:lnTo>
                  <a:cubicBezTo>
                    <a:pt x="1977" y="5764"/>
                    <a:pt x="1929" y="5764"/>
                    <a:pt x="1858" y="5764"/>
                  </a:cubicBezTo>
                  <a:lnTo>
                    <a:pt x="286" y="5764"/>
                  </a:lnTo>
                  <a:lnTo>
                    <a:pt x="286" y="667"/>
                  </a:lnTo>
                  <a:cubicBezTo>
                    <a:pt x="286" y="524"/>
                    <a:pt x="405" y="358"/>
                    <a:pt x="595" y="358"/>
                  </a:cubicBezTo>
                  <a:close/>
                  <a:moveTo>
                    <a:pt x="3977" y="6073"/>
                  </a:moveTo>
                  <a:cubicBezTo>
                    <a:pt x="4072" y="7026"/>
                    <a:pt x="4811" y="7788"/>
                    <a:pt x="5763" y="7859"/>
                  </a:cubicBezTo>
                  <a:lnTo>
                    <a:pt x="5763" y="8764"/>
                  </a:lnTo>
                  <a:cubicBezTo>
                    <a:pt x="5763" y="8812"/>
                    <a:pt x="5787" y="8883"/>
                    <a:pt x="5835" y="8907"/>
                  </a:cubicBezTo>
                  <a:lnTo>
                    <a:pt x="6454" y="9360"/>
                  </a:lnTo>
                  <a:lnTo>
                    <a:pt x="5835" y="9812"/>
                  </a:lnTo>
                  <a:cubicBezTo>
                    <a:pt x="5763" y="9836"/>
                    <a:pt x="5763" y="9883"/>
                    <a:pt x="5763" y="9955"/>
                  </a:cubicBezTo>
                  <a:lnTo>
                    <a:pt x="5763" y="11479"/>
                  </a:lnTo>
                  <a:lnTo>
                    <a:pt x="619" y="11479"/>
                  </a:lnTo>
                  <a:cubicBezTo>
                    <a:pt x="476" y="11479"/>
                    <a:pt x="310" y="11360"/>
                    <a:pt x="310" y="11169"/>
                  </a:cubicBezTo>
                  <a:lnTo>
                    <a:pt x="310" y="6073"/>
                  </a:lnTo>
                  <a:lnTo>
                    <a:pt x="1810" y="6073"/>
                  </a:lnTo>
                  <a:lnTo>
                    <a:pt x="2286" y="6764"/>
                  </a:lnTo>
                  <a:cubicBezTo>
                    <a:pt x="2334" y="6835"/>
                    <a:pt x="2405" y="6859"/>
                    <a:pt x="2501" y="6859"/>
                  </a:cubicBezTo>
                  <a:cubicBezTo>
                    <a:pt x="2572" y="6859"/>
                    <a:pt x="2643" y="6811"/>
                    <a:pt x="2691" y="6764"/>
                  </a:cubicBezTo>
                  <a:lnTo>
                    <a:pt x="3167" y="6073"/>
                  </a:lnTo>
                  <a:close/>
                  <a:moveTo>
                    <a:pt x="619" y="0"/>
                  </a:moveTo>
                  <a:cubicBezTo>
                    <a:pt x="262" y="0"/>
                    <a:pt x="0" y="310"/>
                    <a:pt x="0" y="643"/>
                  </a:cubicBezTo>
                  <a:lnTo>
                    <a:pt x="0" y="11622"/>
                  </a:lnTo>
                  <a:cubicBezTo>
                    <a:pt x="0" y="11717"/>
                    <a:pt x="72" y="11789"/>
                    <a:pt x="167" y="11789"/>
                  </a:cubicBezTo>
                  <a:lnTo>
                    <a:pt x="9312" y="11789"/>
                  </a:lnTo>
                  <a:cubicBezTo>
                    <a:pt x="9454" y="11646"/>
                    <a:pt x="9359" y="11479"/>
                    <a:pt x="9216" y="11479"/>
                  </a:cubicBezTo>
                  <a:lnTo>
                    <a:pt x="6097" y="11479"/>
                  </a:lnTo>
                  <a:lnTo>
                    <a:pt x="6097" y="10050"/>
                  </a:lnTo>
                  <a:lnTo>
                    <a:pt x="6787" y="9574"/>
                  </a:lnTo>
                  <a:cubicBezTo>
                    <a:pt x="6835" y="9502"/>
                    <a:pt x="6859" y="9455"/>
                    <a:pt x="6859" y="9360"/>
                  </a:cubicBezTo>
                  <a:cubicBezTo>
                    <a:pt x="6859" y="9264"/>
                    <a:pt x="6835" y="9217"/>
                    <a:pt x="6787" y="9145"/>
                  </a:cubicBezTo>
                  <a:lnTo>
                    <a:pt x="6097" y="8669"/>
                  </a:lnTo>
                  <a:lnTo>
                    <a:pt x="6097" y="7859"/>
                  </a:lnTo>
                  <a:cubicBezTo>
                    <a:pt x="7049" y="7764"/>
                    <a:pt x="7787" y="7026"/>
                    <a:pt x="7883" y="6073"/>
                  </a:cubicBezTo>
                  <a:lnTo>
                    <a:pt x="8764" y="6073"/>
                  </a:lnTo>
                  <a:cubicBezTo>
                    <a:pt x="8835" y="6073"/>
                    <a:pt x="8883" y="6049"/>
                    <a:pt x="8931" y="6026"/>
                  </a:cubicBezTo>
                  <a:lnTo>
                    <a:pt x="9359" y="5383"/>
                  </a:lnTo>
                  <a:lnTo>
                    <a:pt x="9812" y="6026"/>
                  </a:lnTo>
                  <a:cubicBezTo>
                    <a:pt x="9835" y="6073"/>
                    <a:pt x="9907" y="6073"/>
                    <a:pt x="9955" y="6073"/>
                  </a:cubicBezTo>
                  <a:lnTo>
                    <a:pt x="11550" y="6073"/>
                  </a:lnTo>
                  <a:lnTo>
                    <a:pt x="11550" y="11265"/>
                  </a:lnTo>
                  <a:cubicBezTo>
                    <a:pt x="11550" y="11336"/>
                    <a:pt x="11455" y="11431"/>
                    <a:pt x="11360" y="11431"/>
                  </a:cubicBezTo>
                  <a:lnTo>
                    <a:pt x="10026" y="11431"/>
                  </a:lnTo>
                  <a:cubicBezTo>
                    <a:pt x="10002" y="11431"/>
                    <a:pt x="9955" y="11431"/>
                    <a:pt x="9931" y="11455"/>
                  </a:cubicBezTo>
                  <a:cubicBezTo>
                    <a:pt x="9812" y="11622"/>
                    <a:pt x="9931" y="11765"/>
                    <a:pt x="10050" y="11765"/>
                  </a:cubicBezTo>
                  <a:lnTo>
                    <a:pt x="11241" y="11765"/>
                  </a:lnTo>
                  <a:cubicBezTo>
                    <a:pt x="11598" y="11765"/>
                    <a:pt x="11860" y="11455"/>
                    <a:pt x="11860" y="11146"/>
                  </a:cubicBezTo>
                  <a:lnTo>
                    <a:pt x="11860" y="596"/>
                  </a:lnTo>
                  <a:cubicBezTo>
                    <a:pt x="11836" y="310"/>
                    <a:pt x="11574" y="0"/>
                    <a:pt x="112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98"/>
            <p:cNvSpPr/>
            <p:nvPr/>
          </p:nvSpPr>
          <p:spPr>
            <a:xfrm>
              <a:off x="4512412" y="3156271"/>
              <a:ext cx="59690" cy="10674"/>
            </a:xfrm>
            <a:custGeom>
              <a:rect b="b" l="l" r="r" t="t"/>
              <a:pathLst>
                <a:path extrusionOk="0" h="358" w="2002">
                  <a:moveTo>
                    <a:pt x="215" y="0"/>
                  </a:moveTo>
                  <a:cubicBezTo>
                    <a:pt x="120" y="0"/>
                    <a:pt x="72" y="48"/>
                    <a:pt x="24" y="143"/>
                  </a:cubicBezTo>
                  <a:cubicBezTo>
                    <a:pt x="1" y="262"/>
                    <a:pt x="96" y="358"/>
                    <a:pt x="215" y="358"/>
                  </a:cubicBezTo>
                  <a:lnTo>
                    <a:pt x="1787" y="358"/>
                  </a:lnTo>
                  <a:cubicBezTo>
                    <a:pt x="1882" y="358"/>
                    <a:pt x="1930" y="286"/>
                    <a:pt x="1953" y="191"/>
                  </a:cubicBezTo>
                  <a:cubicBezTo>
                    <a:pt x="2001" y="72"/>
                    <a:pt x="1906"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98"/>
            <p:cNvSpPr/>
            <p:nvPr/>
          </p:nvSpPr>
          <p:spPr>
            <a:xfrm>
              <a:off x="4525203" y="3177560"/>
              <a:ext cx="34108" cy="10674"/>
            </a:xfrm>
            <a:custGeom>
              <a:rect b="b" l="l" r="r" t="t"/>
              <a:pathLst>
                <a:path extrusionOk="0" h="358" w="1144">
                  <a:moveTo>
                    <a:pt x="191" y="1"/>
                  </a:moveTo>
                  <a:cubicBezTo>
                    <a:pt x="119" y="1"/>
                    <a:pt x="48" y="48"/>
                    <a:pt x="24" y="144"/>
                  </a:cubicBezTo>
                  <a:cubicBezTo>
                    <a:pt x="0" y="263"/>
                    <a:pt x="72" y="358"/>
                    <a:pt x="191" y="358"/>
                  </a:cubicBezTo>
                  <a:lnTo>
                    <a:pt x="977" y="358"/>
                  </a:lnTo>
                  <a:cubicBezTo>
                    <a:pt x="1072" y="358"/>
                    <a:pt x="1120" y="287"/>
                    <a:pt x="1143" y="191"/>
                  </a:cubicBezTo>
                  <a:cubicBezTo>
                    <a:pt x="1143" y="72"/>
                    <a:pt x="1072"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98"/>
            <p:cNvSpPr/>
            <p:nvPr/>
          </p:nvSpPr>
          <p:spPr>
            <a:xfrm>
              <a:off x="4410175" y="3229409"/>
              <a:ext cx="90190" cy="10674"/>
            </a:xfrm>
            <a:custGeom>
              <a:rect b="b" l="l" r="r" t="t"/>
              <a:pathLst>
                <a:path extrusionOk="0" h="358" w="3025">
                  <a:moveTo>
                    <a:pt x="215" y="0"/>
                  </a:moveTo>
                  <a:cubicBezTo>
                    <a:pt x="119" y="0"/>
                    <a:pt x="72" y="72"/>
                    <a:pt x="48" y="167"/>
                  </a:cubicBezTo>
                  <a:cubicBezTo>
                    <a:pt x="0" y="286"/>
                    <a:pt x="96" y="357"/>
                    <a:pt x="215" y="357"/>
                  </a:cubicBezTo>
                  <a:lnTo>
                    <a:pt x="2834" y="357"/>
                  </a:lnTo>
                  <a:cubicBezTo>
                    <a:pt x="2930" y="357"/>
                    <a:pt x="2977" y="310"/>
                    <a:pt x="3001" y="215"/>
                  </a:cubicBezTo>
                  <a:cubicBezTo>
                    <a:pt x="3025" y="119"/>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98"/>
            <p:cNvSpPr/>
            <p:nvPr/>
          </p:nvSpPr>
          <p:spPr>
            <a:xfrm>
              <a:off x="4410175" y="3252128"/>
              <a:ext cx="90190" cy="10674"/>
            </a:xfrm>
            <a:custGeom>
              <a:rect b="b" l="l" r="r" t="t"/>
              <a:pathLst>
                <a:path extrusionOk="0" h="358" w="3025">
                  <a:moveTo>
                    <a:pt x="215" y="0"/>
                  </a:moveTo>
                  <a:cubicBezTo>
                    <a:pt x="119" y="0"/>
                    <a:pt x="72" y="48"/>
                    <a:pt x="48" y="143"/>
                  </a:cubicBezTo>
                  <a:cubicBezTo>
                    <a:pt x="0" y="262"/>
                    <a:pt x="96" y="358"/>
                    <a:pt x="215" y="358"/>
                  </a:cubicBezTo>
                  <a:lnTo>
                    <a:pt x="2834" y="358"/>
                  </a:lnTo>
                  <a:cubicBezTo>
                    <a:pt x="2930" y="358"/>
                    <a:pt x="2977" y="286"/>
                    <a:pt x="3001" y="191"/>
                  </a:cubicBezTo>
                  <a:cubicBezTo>
                    <a:pt x="3025" y="119"/>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98"/>
            <p:cNvSpPr/>
            <p:nvPr/>
          </p:nvSpPr>
          <p:spPr>
            <a:xfrm>
              <a:off x="4430062" y="3274132"/>
              <a:ext cx="50417" cy="10674"/>
            </a:xfrm>
            <a:custGeom>
              <a:rect b="b" l="l" r="r" t="t"/>
              <a:pathLst>
                <a:path extrusionOk="0" h="358" w="1691">
                  <a:moveTo>
                    <a:pt x="215" y="1"/>
                  </a:moveTo>
                  <a:cubicBezTo>
                    <a:pt x="119" y="1"/>
                    <a:pt x="48" y="48"/>
                    <a:pt x="24" y="143"/>
                  </a:cubicBezTo>
                  <a:cubicBezTo>
                    <a:pt x="0" y="262"/>
                    <a:pt x="95" y="358"/>
                    <a:pt x="215" y="358"/>
                  </a:cubicBezTo>
                  <a:lnTo>
                    <a:pt x="1524" y="358"/>
                  </a:lnTo>
                  <a:cubicBezTo>
                    <a:pt x="1596" y="358"/>
                    <a:pt x="1667" y="286"/>
                    <a:pt x="1691" y="215"/>
                  </a:cubicBezTo>
                  <a:cubicBezTo>
                    <a:pt x="1691" y="96"/>
                    <a:pt x="1596"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98"/>
            <p:cNvSpPr/>
            <p:nvPr/>
          </p:nvSpPr>
          <p:spPr>
            <a:xfrm>
              <a:off x="4583432" y="3229409"/>
              <a:ext cx="90190" cy="10674"/>
            </a:xfrm>
            <a:custGeom>
              <a:rect b="b" l="l" r="r" t="t"/>
              <a:pathLst>
                <a:path extrusionOk="0" h="358" w="3025">
                  <a:moveTo>
                    <a:pt x="214" y="0"/>
                  </a:moveTo>
                  <a:cubicBezTo>
                    <a:pt x="119" y="0"/>
                    <a:pt x="72" y="72"/>
                    <a:pt x="24" y="167"/>
                  </a:cubicBezTo>
                  <a:cubicBezTo>
                    <a:pt x="0" y="286"/>
                    <a:pt x="95" y="357"/>
                    <a:pt x="214" y="357"/>
                  </a:cubicBezTo>
                  <a:lnTo>
                    <a:pt x="2834" y="357"/>
                  </a:lnTo>
                  <a:cubicBezTo>
                    <a:pt x="2929" y="357"/>
                    <a:pt x="2977" y="310"/>
                    <a:pt x="3001" y="215"/>
                  </a:cubicBezTo>
                  <a:cubicBezTo>
                    <a:pt x="3025" y="95"/>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98"/>
            <p:cNvSpPr/>
            <p:nvPr/>
          </p:nvSpPr>
          <p:spPr>
            <a:xfrm>
              <a:off x="4583432" y="3252128"/>
              <a:ext cx="90190" cy="10674"/>
            </a:xfrm>
            <a:custGeom>
              <a:rect b="b" l="l" r="r" t="t"/>
              <a:pathLst>
                <a:path extrusionOk="0" h="358" w="3025">
                  <a:moveTo>
                    <a:pt x="214" y="0"/>
                  </a:moveTo>
                  <a:cubicBezTo>
                    <a:pt x="119" y="0"/>
                    <a:pt x="72" y="48"/>
                    <a:pt x="24" y="143"/>
                  </a:cubicBezTo>
                  <a:cubicBezTo>
                    <a:pt x="0" y="262"/>
                    <a:pt x="95" y="358"/>
                    <a:pt x="214" y="358"/>
                  </a:cubicBezTo>
                  <a:lnTo>
                    <a:pt x="2834" y="358"/>
                  </a:lnTo>
                  <a:cubicBezTo>
                    <a:pt x="2929" y="358"/>
                    <a:pt x="2977" y="286"/>
                    <a:pt x="3001" y="191"/>
                  </a:cubicBezTo>
                  <a:cubicBezTo>
                    <a:pt x="3025" y="72"/>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98"/>
            <p:cNvSpPr/>
            <p:nvPr/>
          </p:nvSpPr>
          <p:spPr>
            <a:xfrm>
              <a:off x="4603289" y="3274132"/>
              <a:ext cx="50447" cy="10674"/>
            </a:xfrm>
            <a:custGeom>
              <a:rect b="b" l="l" r="r" t="t"/>
              <a:pathLst>
                <a:path extrusionOk="0" h="358" w="1692">
                  <a:moveTo>
                    <a:pt x="191" y="1"/>
                  </a:moveTo>
                  <a:cubicBezTo>
                    <a:pt x="120" y="1"/>
                    <a:pt x="49" y="48"/>
                    <a:pt x="25" y="143"/>
                  </a:cubicBezTo>
                  <a:cubicBezTo>
                    <a:pt x="1" y="262"/>
                    <a:pt x="72" y="358"/>
                    <a:pt x="191" y="358"/>
                  </a:cubicBezTo>
                  <a:lnTo>
                    <a:pt x="1501" y="358"/>
                  </a:lnTo>
                  <a:cubicBezTo>
                    <a:pt x="1597" y="358"/>
                    <a:pt x="1668" y="286"/>
                    <a:pt x="1692" y="215"/>
                  </a:cubicBezTo>
                  <a:cubicBezTo>
                    <a:pt x="1692" y="96"/>
                    <a:pt x="1597"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98"/>
            <p:cNvSpPr/>
            <p:nvPr/>
          </p:nvSpPr>
          <p:spPr>
            <a:xfrm>
              <a:off x="4583432" y="3058984"/>
              <a:ext cx="89475" cy="10674"/>
            </a:xfrm>
            <a:custGeom>
              <a:rect b="b" l="l" r="r" t="t"/>
              <a:pathLst>
                <a:path extrusionOk="0" h="358" w="3001">
                  <a:moveTo>
                    <a:pt x="214" y="1"/>
                  </a:moveTo>
                  <a:cubicBezTo>
                    <a:pt x="119" y="1"/>
                    <a:pt x="72" y="72"/>
                    <a:pt x="24" y="167"/>
                  </a:cubicBezTo>
                  <a:cubicBezTo>
                    <a:pt x="0" y="287"/>
                    <a:pt x="95" y="358"/>
                    <a:pt x="214" y="358"/>
                  </a:cubicBezTo>
                  <a:lnTo>
                    <a:pt x="2834" y="358"/>
                  </a:lnTo>
                  <a:cubicBezTo>
                    <a:pt x="2929" y="358"/>
                    <a:pt x="2977" y="310"/>
                    <a:pt x="3001" y="215"/>
                  </a:cubicBezTo>
                  <a:cubicBezTo>
                    <a:pt x="3001" y="96"/>
                    <a:pt x="2929"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98"/>
            <p:cNvSpPr/>
            <p:nvPr/>
          </p:nvSpPr>
          <p:spPr>
            <a:xfrm>
              <a:off x="4583432" y="3081703"/>
              <a:ext cx="89475" cy="10704"/>
            </a:xfrm>
            <a:custGeom>
              <a:rect b="b" l="l" r="r" t="t"/>
              <a:pathLst>
                <a:path extrusionOk="0" h="359" w="3001">
                  <a:moveTo>
                    <a:pt x="214" y="1"/>
                  </a:moveTo>
                  <a:cubicBezTo>
                    <a:pt x="119" y="1"/>
                    <a:pt x="72" y="48"/>
                    <a:pt x="24" y="144"/>
                  </a:cubicBezTo>
                  <a:cubicBezTo>
                    <a:pt x="0" y="263"/>
                    <a:pt x="95" y="358"/>
                    <a:pt x="214" y="358"/>
                  </a:cubicBezTo>
                  <a:lnTo>
                    <a:pt x="2834" y="358"/>
                  </a:lnTo>
                  <a:cubicBezTo>
                    <a:pt x="2929" y="358"/>
                    <a:pt x="2977" y="287"/>
                    <a:pt x="3001" y="191"/>
                  </a:cubicBezTo>
                  <a:cubicBezTo>
                    <a:pt x="3001" y="72"/>
                    <a:pt x="2929"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98"/>
            <p:cNvSpPr/>
            <p:nvPr/>
          </p:nvSpPr>
          <p:spPr>
            <a:xfrm>
              <a:off x="4603289" y="3103737"/>
              <a:ext cx="50447" cy="10674"/>
            </a:xfrm>
            <a:custGeom>
              <a:rect b="b" l="l" r="r" t="t"/>
              <a:pathLst>
                <a:path extrusionOk="0" h="358" w="1692">
                  <a:moveTo>
                    <a:pt x="191" y="0"/>
                  </a:moveTo>
                  <a:cubicBezTo>
                    <a:pt x="120" y="0"/>
                    <a:pt x="49" y="48"/>
                    <a:pt x="25" y="143"/>
                  </a:cubicBezTo>
                  <a:cubicBezTo>
                    <a:pt x="1" y="262"/>
                    <a:pt x="72" y="357"/>
                    <a:pt x="191" y="357"/>
                  </a:cubicBezTo>
                  <a:lnTo>
                    <a:pt x="1501" y="357"/>
                  </a:lnTo>
                  <a:cubicBezTo>
                    <a:pt x="1597" y="357"/>
                    <a:pt x="1668" y="286"/>
                    <a:pt x="1692" y="214"/>
                  </a:cubicBezTo>
                  <a:cubicBezTo>
                    <a:pt x="1692" y="95"/>
                    <a:pt x="1597"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98"/>
            <p:cNvSpPr/>
            <p:nvPr/>
          </p:nvSpPr>
          <p:spPr>
            <a:xfrm>
              <a:off x="4412292" y="3058984"/>
              <a:ext cx="89505" cy="10674"/>
            </a:xfrm>
            <a:custGeom>
              <a:rect b="b" l="l" r="r" t="t"/>
              <a:pathLst>
                <a:path extrusionOk="0" h="358" w="3002">
                  <a:moveTo>
                    <a:pt x="215" y="1"/>
                  </a:moveTo>
                  <a:cubicBezTo>
                    <a:pt x="120" y="1"/>
                    <a:pt x="48" y="72"/>
                    <a:pt x="25" y="167"/>
                  </a:cubicBezTo>
                  <a:cubicBezTo>
                    <a:pt x="1" y="287"/>
                    <a:pt x="96" y="358"/>
                    <a:pt x="215" y="358"/>
                  </a:cubicBezTo>
                  <a:lnTo>
                    <a:pt x="2835" y="358"/>
                  </a:lnTo>
                  <a:cubicBezTo>
                    <a:pt x="2906" y="358"/>
                    <a:pt x="2978" y="310"/>
                    <a:pt x="3001" y="215"/>
                  </a:cubicBezTo>
                  <a:cubicBezTo>
                    <a:pt x="3001" y="96"/>
                    <a:pt x="2906"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98"/>
            <p:cNvSpPr/>
            <p:nvPr/>
          </p:nvSpPr>
          <p:spPr>
            <a:xfrm>
              <a:off x="4412292" y="3081703"/>
              <a:ext cx="89505" cy="10704"/>
            </a:xfrm>
            <a:custGeom>
              <a:rect b="b" l="l" r="r" t="t"/>
              <a:pathLst>
                <a:path extrusionOk="0" h="359" w="3002">
                  <a:moveTo>
                    <a:pt x="215" y="1"/>
                  </a:moveTo>
                  <a:cubicBezTo>
                    <a:pt x="120" y="1"/>
                    <a:pt x="48" y="48"/>
                    <a:pt x="25" y="144"/>
                  </a:cubicBezTo>
                  <a:cubicBezTo>
                    <a:pt x="1" y="263"/>
                    <a:pt x="96" y="358"/>
                    <a:pt x="215" y="358"/>
                  </a:cubicBezTo>
                  <a:lnTo>
                    <a:pt x="2835" y="358"/>
                  </a:lnTo>
                  <a:cubicBezTo>
                    <a:pt x="2906" y="358"/>
                    <a:pt x="2978" y="287"/>
                    <a:pt x="3001" y="191"/>
                  </a:cubicBezTo>
                  <a:cubicBezTo>
                    <a:pt x="3001" y="72"/>
                    <a:pt x="2906"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98"/>
            <p:cNvSpPr/>
            <p:nvPr/>
          </p:nvSpPr>
          <p:spPr>
            <a:xfrm>
              <a:off x="4431463" y="3103737"/>
              <a:ext cx="51163" cy="10674"/>
            </a:xfrm>
            <a:custGeom>
              <a:rect b="b" l="l" r="r" t="t"/>
              <a:pathLst>
                <a:path extrusionOk="0" h="358" w="1716">
                  <a:moveTo>
                    <a:pt x="215" y="0"/>
                  </a:moveTo>
                  <a:cubicBezTo>
                    <a:pt x="120" y="0"/>
                    <a:pt x="72" y="48"/>
                    <a:pt x="48" y="143"/>
                  </a:cubicBezTo>
                  <a:cubicBezTo>
                    <a:pt x="1" y="262"/>
                    <a:pt x="96" y="357"/>
                    <a:pt x="215" y="357"/>
                  </a:cubicBezTo>
                  <a:lnTo>
                    <a:pt x="1525" y="357"/>
                  </a:lnTo>
                  <a:cubicBezTo>
                    <a:pt x="1620" y="357"/>
                    <a:pt x="1668" y="286"/>
                    <a:pt x="1692" y="214"/>
                  </a:cubicBezTo>
                  <a:cubicBezTo>
                    <a:pt x="1715" y="95"/>
                    <a:pt x="1620" y="0"/>
                    <a:pt x="1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3" name="Google Shape;22643;p98"/>
          <p:cNvGrpSpPr/>
          <p:nvPr/>
        </p:nvGrpSpPr>
        <p:grpSpPr>
          <a:xfrm>
            <a:off x="4769236" y="2841885"/>
            <a:ext cx="352920" cy="354441"/>
            <a:chOff x="4959731" y="2994285"/>
            <a:chExt cx="352920" cy="354441"/>
          </a:xfrm>
        </p:grpSpPr>
        <p:sp>
          <p:nvSpPr>
            <p:cNvPr id="22644" name="Google Shape;22644;p98"/>
            <p:cNvSpPr/>
            <p:nvPr/>
          </p:nvSpPr>
          <p:spPr>
            <a:xfrm>
              <a:off x="4963995" y="3319570"/>
              <a:ext cx="343678" cy="23464"/>
            </a:xfrm>
            <a:custGeom>
              <a:rect b="b" l="l" r="r" t="t"/>
              <a:pathLst>
                <a:path extrusionOk="0" h="787" w="11527">
                  <a:moveTo>
                    <a:pt x="120" y="1"/>
                  </a:moveTo>
                  <a:cubicBezTo>
                    <a:pt x="72" y="1"/>
                    <a:pt x="1" y="48"/>
                    <a:pt x="1" y="120"/>
                  </a:cubicBezTo>
                  <a:lnTo>
                    <a:pt x="1" y="667"/>
                  </a:lnTo>
                  <a:cubicBezTo>
                    <a:pt x="1" y="739"/>
                    <a:pt x="72" y="787"/>
                    <a:pt x="120" y="787"/>
                  </a:cubicBezTo>
                  <a:lnTo>
                    <a:pt x="11408" y="787"/>
                  </a:lnTo>
                  <a:cubicBezTo>
                    <a:pt x="11479" y="787"/>
                    <a:pt x="11527" y="739"/>
                    <a:pt x="11527" y="667"/>
                  </a:cubicBezTo>
                  <a:lnTo>
                    <a:pt x="11527" y="120"/>
                  </a:lnTo>
                  <a:cubicBezTo>
                    <a:pt x="11527" y="48"/>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98"/>
            <p:cNvSpPr/>
            <p:nvPr/>
          </p:nvSpPr>
          <p:spPr>
            <a:xfrm>
              <a:off x="5289906" y="3318169"/>
              <a:ext cx="17770" cy="24150"/>
            </a:xfrm>
            <a:custGeom>
              <a:rect b="b" l="l" r="r" t="t"/>
              <a:pathLst>
                <a:path extrusionOk="0" h="810" w="596">
                  <a:moveTo>
                    <a:pt x="1" y="0"/>
                  </a:moveTo>
                  <a:cubicBezTo>
                    <a:pt x="72" y="0"/>
                    <a:pt x="120" y="71"/>
                    <a:pt x="120" y="119"/>
                  </a:cubicBezTo>
                  <a:lnTo>
                    <a:pt x="120" y="691"/>
                  </a:lnTo>
                  <a:cubicBezTo>
                    <a:pt x="120" y="738"/>
                    <a:pt x="72" y="810"/>
                    <a:pt x="1" y="810"/>
                  </a:cubicBezTo>
                  <a:lnTo>
                    <a:pt x="477" y="810"/>
                  </a:lnTo>
                  <a:cubicBezTo>
                    <a:pt x="548" y="810"/>
                    <a:pt x="596" y="762"/>
                    <a:pt x="596" y="691"/>
                  </a:cubicBezTo>
                  <a:lnTo>
                    <a:pt x="596" y="119"/>
                  </a:lnTo>
                  <a:cubicBezTo>
                    <a:pt x="596" y="71"/>
                    <a:pt x="548"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98"/>
            <p:cNvSpPr/>
            <p:nvPr/>
          </p:nvSpPr>
          <p:spPr>
            <a:xfrm>
              <a:off x="5009434" y="3028453"/>
              <a:ext cx="68187" cy="289742"/>
            </a:xfrm>
            <a:custGeom>
              <a:rect b="b" l="l" r="r" t="t"/>
              <a:pathLst>
                <a:path extrusionOk="0" h="9718" w="2287">
                  <a:moveTo>
                    <a:pt x="72" y="1"/>
                  </a:moveTo>
                  <a:cubicBezTo>
                    <a:pt x="25" y="1"/>
                    <a:pt x="1" y="25"/>
                    <a:pt x="1" y="48"/>
                  </a:cubicBezTo>
                  <a:lnTo>
                    <a:pt x="1" y="9717"/>
                  </a:lnTo>
                  <a:lnTo>
                    <a:pt x="2287" y="9717"/>
                  </a:lnTo>
                  <a:lnTo>
                    <a:pt x="2287" y="48"/>
                  </a:lnTo>
                  <a:cubicBezTo>
                    <a:pt x="2287" y="25"/>
                    <a:pt x="2263" y="1"/>
                    <a:pt x="223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98"/>
            <p:cNvSpPr/>
            <p:nvPr/>
          </p:nvSpPr>
          <p:spPr>
            <a:xfrm>
              <a:off x="5112386" y="3139933"/>
              <a:ext cx="68217" cy="178264"/>
            </a:xfrm>
            <a:custGeom>
              <a:rect b="b" l="l" r="r" t="t"/>
              <a:pathLst>
                <a:path extrusionOk="0" h="5979" w="2288">
                  <a:moveTo>
                    <a:pt x="72" y="1"/>
                  </a:moveTo>
                  <a:cubicBezTo>
                    <a:pt x="25" y="1"/>
                    <a:pt x="1" y="24"/>
                    <a:pt x="1" y="72"/>
                  </a:cubicBezTo>
                  <a:lnTo>
                    <a:pt x="1" y="5978"/>
                  </a:lnTo>
                  <a:lnTo>
                    <a:pt x="2287" y="5978"/>
                  </a:lnTo>
                  <a:lnTo>
                    <a:pt x="2287" y="72"/>
                  </a:lnTo>
                  <a:cubicBezTo>
                    <a:pt x="2287" y="24"/>
                    <a:pt x="2263" y="1"/>
                    <a:pt x="2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98"/>
            <p:cNvSpPr/>
            <p:nvPr/>
          </p:nvSpPr>
          <p:spPr>
            <a:xfrm>
              <a:off x="5216054" y="3215187"/>
              <a:ext cx="68902" cy="103011"/>
            </a:xfrm>
            <a:custGeom>
              <a:rect b="b" l="l" r="r" t="t"/>
              <a:pathLst>
                <a:path extrusionOk="0" h="3455" w="2311">
                  <a:moveTo>
                    <a:pt x="72" y="1"/>
                  </a:moveTo>
                  <a:cubicBezTo>
                    <a:pt x="48" y="1"/>
                    <a:pt x="1" y="49"/>
                    <a:pt x="1" y="72"/>
                  </a:cubicBezTo>
                  <a:lnTo>
                    <a:pt x="1" y="3454"/>
                  </a:lnTo>
                  <a:lnTo>
                    <a:pt x="2311" y="3454"/>
                  </a:lnTo>
                  <a:lnTo>
                    <a:pt x="2311" y="72"/>
                  </a:lnTo>
                  <a:cubicBezTo>
                    <a:pt x="2311" y="49"/>
                    <a:pt x="2263" y="1"/>
                    <a:pt x="22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98"/>
            <p:cNvSpPr/>
            <p:nvPr/>
          </p:nvSpPr>
          <p:spPr>
            <a:xfrm>
              <a:off x="5061998" y="3028900"/>
              <a:ext cx="15623" cy="290696"/>
            </a:xfrm>
            <a:custGeom>
              <a:rect b="b" l="l" r="r" t="t"/>
              <a:pathLst>
                <a:path extrusionOk="0" h="9750" w="524">
                  <a:moveTo>
                    <a:pt x="495" y="0"/>
                  </a:moveTo>
                  <a:cubicBezTo>
                    <a:pt x="489" y="0"/>
                    <a:pt x="483" y="3"/>
                    <a:pt x="476" y="10"/>
                  </a:cubicBezTo>
                  <a:lnTo>
                    <a:pt x="0" y="10"/>
                  </a:lnTo>
                  <a:cubicBezTo>
                    <a:pt x="24" y="10"/>
                    <a:pt x="48" y="33"/>
                    <a:pt x="48" y="57"/>
                  </a:cubicBezTo>
                  <a:lnTo>
                    <a:pt x="48" y="9750"/>
                  </a:lnTo>
                  <a:lnTo>
                    <a:pt x="524" y="9750"/>
                  </a:lnTo>
                  <a:lnTo>
                    <a:pt x="524" y="57"/>
                  </a:lnTo>
                  <a:cubicBezTo>
                    <a:pt x="524" y="22"/>
                    <a:pt x="511" y="0"/>
                    <a:pt x="49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98"/>
            <p:cNvSpPr/>
            <p:nvPr/>
          </p:nvSpPr>
          <p:spPr>
            <a:xfrm>
              <a:off x="5164950" y="3140648"/>
              <a:ext cx="15653" cy="178950"/>
            </a:xfrm>
            <a:custGeom>
              <a:rect b="b" l="l" r="r" t="t"/>
              <a:pathLst>
                <a:path extrusionOk="0" h="6002" w="525">
                  <a:moveTo>
                    <a:pt x="0" y="0"/>
                  </a:moveTo>
                  <a:cubicBezTo>
                    <a:pt x="24" y="0"/>
                    <a:pt x="48" y="48"/>
                    <a:pt x="48" y="72"/>
                  </a:cubicBezTo>
                  <a:lnTo>
                    <a:pt x="48" y="6002"/>
                  </a:lnTo>
                  <a:lnTo>
                    <a:pt x="524" y="6002"/>
                  </a:lnTo>
                  <a:lnTo>
                    <a:pt x="524" y="72"/>
                  </a:lnTo>
                  <a:cubicBezTo>
                    <a:pt x="524" y="48"/>
                    <a:pt x="500" y="0"/>
                    <a:pt x="47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98"/>
            <p:cNvSpPr/>
            <p:nvPr/>
          </p:nvSpPr>
          <p:spPr>
            <a:xfrm>
              <a:off x="5267903" y="3215187"/>
              <a:ext cx="15653" cy="103011"/>
            </a:xfrm>
            <a:custGeom>
              <a:rect b="b" l="l" r="r" t="t"/>
              <a:pathLst>
                <a:path extrusionOk="0" h="3455" w="525">
                  <a:moveTo>
                    <a:pt x="0" y="1"/>
                  </a:moveTo>
                  <a:cubicBezTo>
                    <a:pt x="24" y="1"/>
                    <a:pt x="48" y="49"/>
                    <a:pt x="48" y="72"/>
                  </a:cubicBezTo>
                  <a:lnTo>
                    <a:pt x="48" y="3454"/>
                  </a:lnTo>
                  <a:lnTo>
                    <a:pt x="524" y="3454"/>
                  </a:lnTo>
                  <a:lnTo>
                    <a:pt x="524" y="72"/>
                  </a:lnTo>
                  <a:cubicBezTo>
                    <a:pt x="524" y="49"/>
                    <a:pt x="500"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98"/>
            <p:cNvSpPr/>
            <p:nvPr/>
          </p:nvSpPr>
          <p:spPr>
            <a:xfrm>
              <a:off x="5091813" y="2999443"/>
              <a:ext cx="193142" cy="156857"/>
            </a:xfrm>
            <a:custGeom>
              <a:rect b="b" l="l" r="r" t="t"/>
              <a:pathLst>
                <a:path extrusionOk="0" h="5261" w="6478">
                  <a:moveTo>
                    <a:pt x="474" y="1"/>
                  </a:moveTo>
                  <a:cubicBezTo>
                    <a:pt x="361" y="1"/>
                    <a:pt x="249" y="55"/>
                    <a:pt x="167" y="164"/>
                  </a:cubicBezTo>
                  <a:cubicBezTo>
                    <a:pt x="0" y="331"/>
                    <a:pt x="48" y="569"/>
                    <a:pt x="215" y="736"/>
                  </a:cubicBezTo>
                  <a:lnTo>
                    <a:pt x="4811" y="4332"/>
                  </a:lnTo>
                  <a:cubicBezTo>
                    <a:pt x="4644" y="4355"/>
                    <a:pt x="4501" y="4498"/>
                    <a:pt x="4501" y="4665"/>
                  </a:cubicBezTo>
                  <a:cubicBezTo>
                    <a:pt x="4477" y="4856"/>
                    <a:pt x="4620" y="5070"/>
                    <a:pt x="4858" y="5094"/>
                  </a:cubicBezTo>
                  <a:lnTo>
                    <a:pt x="6002" y="5260"/>
                  </a:lnTo>
                  <a:lnTo>
                    <a:pt x="6049" y="5260"/>
                  </a:lnTo>
                  <a:cubicBezTo>
                    <a:pt x="6168" y="5260"/>
                    <a:pt x="6264" y="5189"/>
                    <a:pt x="6359" y="5141"/>
                  </a:cubicBezTo>
                  <a:cubicBezTo>
                    <a:pt x="6430" y="5070"/>
                    <a:pt x="6478" y="4951"/>
                    <a:pt x="6430" y="4808"/>
                  </a:cubicBezTo>
                  <a:lnTo>
                    <a:pt x="6192" y="3665"/>
                  </a:lnTo>
                  <a:cubicBezTo>
                    <a:pt x="6152" y="3505"/>
                    <a:pt x="5995" y="3362"/>
                    <a:pt x="5819" y="3362"/>
                  </a:cubicBezTo>
                  <a:cubicBezTo>
                    <a:pt x="5785" y="3362"/>
                    <a:pt x="5750" y="3367"/>
                    <a:pt x="5716" y="3379"/>
                  </a:cubicBezTo>
                  <a:cubicBezTo>
                    <a:pt x="5525" y="3403"/>
                    <a:pt x="5406" y="3593"/>
                    <a:pt x="5406" y="3784"/>
                  </a:cubicBezTo>
                  <a:lnTo>
                    <a:pt x="715" y="93"/>
                  </a:lnTo>
                  <a:cubicBezTo>
                    <a:pt x="643" y="31"/>
                    <a:pt x="559" y="1"/>
                    <a:pt x="47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98"/>
            <p:cNvSpPr/>
            <p:nvPr/>
          </p:nvSpPr>
          <p:spPr>
            <a:xfrm>
              <a:off x="5094646" y="2999443"/>
              <a:ext cx="153398" cy="118216"/>
            </a:xfrm>
            <a:custGeom>
              <a:rect b="b" l="l" r="r" t="t"/>
              <a:pathLst>
                <a:path extrusionOk="0" h="3965" w="5145">
                  <a:moveTo>
                    <a:pt x="379" y="1"/>
                  </a:moveTo>
                  <a:cubicBezTo>
                    <a:pt x="266" y="1"/>
                    <a:pt x="154" y="55"/>
                    <a:pt x="72" y="164"/>
                  </a:cubicBezTo>
                  <a:cubicBezTo>
                    <a:pt x="24" y="188"/>
                    <a:pt x="1" y="212"/>
                    <a:pt x="1" y="283"/>
                  </a:cubicBezTo>
                  <a:cubicBezTo>
                    <a:pt x="96" y="283"/>
                    <a:pt x="167" y="307"/>
                    <a:pt x="263" y="378"/>
                  </a:cubicBezTo>
                  <a:lnTo>
                    <a:pt x="4835" y="3951"/>
                  </a:lnTo>
                  <a:cubicBezTo>
                    <a:pt x="4852" y="3959"/>
                    <a:pt x="4873" y="3965"/>
                    <a:pt x="4893" y="3965"/>
                  </a:cubicBezTo>
                  <a:cubicBezTo>
                    <a:pt x="4928" y="3965"/>
                    <a:pt x="4963" y="3948"/>
                    <a:pt x="4978" y="3903"/>
                  </a:cubicBezTo>
                  <a:cubicBezTo>
                    <a:pt x="5002" y="3831"/>
                    <a:pt x="5073" y="3736"/>
                    <a:pt x="5144" y="3665"/>
                  </a:cubicBezTo>
                  <a:lnTo>
                    <a:pt x="620" y="93"/>
                  </a:lnTo>
                  <a:cubicBezTo>
                    <a:pt x="548" y="31"/>
                    <a:pt x="464" y="1"/>
                    <a:pt x="379"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98"/>
            <p:cNvSpPr/>
            <p:nvPr/>
          </p:nvSpPr>
          <p:spPr>
            <a:xfrm>
              <a:off x="5253711" y="3099682"/>
              <a:ext cx="31246" cy="58736"/>
            </a:xfrm>
            <a:custGeom>
              <a:rect b="b" l="l" r="r" t="t"/>
              <a:pathLst>
                <a:path extrusionOk="0" h="1970" w="1048">
                  <a:moveTo>
                    <a:pt x="389" y="0"/>
                  </a:moveTo>
                  <a:cubicBezTo>
                    <a:pt x="355" y="0"/>
                    <a:pt x="320" y="5"/>
                    <a:pt x="286" y="17"/>
                  </a:cubicBezTo>
                  <a:cubicBezTo>
                    <a:pt x="143" y="41"/>
                    <a:pt x="48" y="136"/>
                    <a:pt x="0" y="279"/>
                  </a:cubicBezTo>
                  <a:cubicBezTo>
                    <a:pt x="214" y="279"/>
                    <a:pt x="381" y="398"/>
                    <a:pt x="405" y="612"/>
                  </a:cubicBezTo>
                  <a:lnTo>
                    <a:pt x="643" y="1732"/>
                  </a:lnTo>
                  <a:cubicBezTo>
                    <a:pt x="691" y="1827"/>
                    <a:pt x="643" y="1898"/>
                    <a:pt x="643" y="1970"/>
                  </a:cubicBezTo>
                  <a:cubicBezTo>
                    <a:pt x="762" y="1970"/>
                    <a:pt x="857" y="1922"/>
                    <a:pt x="929" y="1851"/>
                  </a:cubicBezTo>
                  <a:cubicBezTo>
                    <a:pt x="1000" y="1708"/>
                    <a:pt x="1048" y="1589"/>
                    <a:pt x="1000" y="1446"/>
                  </a:cubicBezTo>
                  <a:lnTo>
                    <a:pt x="762" y="303"/>
                  </a:lnTo>
                  <a:cubicBezTo>
                    <a:pt x="722" y="143"/>
                    <a:pt x="565" y="0"/>
                    <a:pt x="389"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98"/>
            <p:cNvSpPr/>
            <p:nvPr/>
          </p:nvSpPr>
          <p:spPr>
            <a:xfrm>
              <a:off x="4959731" y="2994285"/>
              <a:ext cx="352920" cy="354441"/>
            </a:xfrm>
            <a:custGeom>
              <a:rect b="b" l="l" r="r" t="t"/>
              <a:pathLst>
                <a:path extrusionOk="0" h="11888" w="11837">
                  <a:moveTo>
                    <a:pt x="3763" y="1337"/>
                  </a:moveTo>
                  <a:lnTo>
                    <a:pt x="3763" y="10720"/>
                  </a:lnTo>
                  <a:lnTo>
                    <a:pt x="1787" y="10720"/>
                  </a:lnTo>
                  <a:lnTo>
                    <a:pt x="1787" y="1337"/>
                  </a:lnTo>
                  <a:close/>
                  <a:moveTo>
                    <a:pt x="7240" y="5100"/>
                  </a:moveTo>
                  <a:lnTo>
                    <a:pt x="7240" y="10720"/>
                  </a:lnTo>
                  <a:lnTo>
                    <a:pt x="5264" y="10720"/>
                  </a:lnTo>
                  <a:lnTo>
                    <a:pt x="5264" y="5100"/>
                  </a:lnTo>
                  <a:close/>
                  <a:moveTo>
                    <a:pt x="10717" y="7600"/>
                  </a:moveTo>
                  <a:lnTo>
                    <a:pt x="10717" y="10720"/>
                  </a:lnTo>
                  <a:lnTo>
                    <a:pt x="8765" y="10720"/>
                  </a:lnTo>
                  <a:lnTo>
                    <a:pt x="8765" y="7600"/>
                  </a:lnTo>
                  <a:close/>
                  <a:moveTo>
                    <a:pt x="917" y="0"/>
                  </a:moveTo>
                  <a:cubicBezTo>
                    <a:pt x="815" y="0"/>
                    <a:pt x="739" y="88"/>
                    <a:pt x="739" y="194"/>
                  </a:cubicBezTo>
                  <a:lnTo>
                    <a:pt x="739" y="980"/>
                  </a:lnTo>
                  <a:lnTo>
                    <a:pt x="572" y="980"/>
                  </a:lnTo>
                  <a:cubicBezTo>
                    <a:pt x="477" y="980"/>
                    <a:pt x="382" y="1075"/>
                    <a:pt x="382" y="1171"/>
                  </a:cubicBezTo>
                  <a:cubicBezTo>
                    <a:pt x="382" y="1266"/>
                    <a:pt x="477" y="1313"/>
                    <a:pt x="549" y="1313"/>
                  </a:cubicBezTo>
                  <a:lnTo>
                    <a:pt x="739" y="1313"/>
                  </a:lnTo>
                  <a:lnTo>
                    <a:pt x="739" y="2218"/>
                  </a:lnTo>
                  <a:lnTo>
                    <a:pt x="549" y="2218"/>
                  </a:lnTo>
                  <a:cubicBezTo>
                    <a:pt x="453" y="2218"/>
                    <a:pt x="358" y="2266"/>
                    <a:pt x="358" y="2361"/>
                  </a:cubicBezTo>
                  <a:cubicBezTo>
                    <a:pt x="358" y="2480"/>
                    <a:pt x="429" y="2576"/>
                    <a:pt x="549" y="2576"/>
                  </a:cubicBezTo>
                  <a:lnTo>
                    <a:pt x="739" y="2576"/>
                  </a:lnTo>
                  <a:lnTo>
                    <a:pt x="739" y="3457"/>
                  </a:lnTo>
                  <a:lnTo>
                    <a:pt x="549" y="3457"/>
                  </a:lnTo>
                  <a:cubicBezTo>
                    <a:pt x="453" y="3457"/>
                    <a:pt x="358" y="3528"/>
                    <a:pt x="358" y="3600"/>
                  </a:cubicBezTo>
                  <a:cubicBezTo>
                    <a:pt x="358" y="3719"/>
                    <a:pt x="429" y="3814"/>
                    <a:pt x="549" y="3814"/>
                  </a:cubicBezTo>
                  <a:lnTo>
                    <a:pt x="739" y="3814"/>
                  </a:lnTo>
                  <a:lnTo>
                    <a:pt x="739" y="4719"/>
                  </a:lnTo>
                  <a:lnTo>
                    <a:pt x="549" y="4719"/>
                  </a:lnTo>
                  <a:cubicBezTo>
                    <a:pt x="453" y="4719"/>
                    <a:pt x="358" y="4767"/>
                    <a:pt x="358" y="4862"/>
                  </a:cubicBezTo>
                  <a:cubicBezTo>
                    <a:pt x="358" y="4981"/>
                    <a:pt x="429" y="5076"/>
                    <a:pt x="549" y="5076"/>
                  </a:cubicBezTo>
                  <a:lnTo>
                    <a:pt x="739" y="5076"/>
                  </a:lnTo>
                  <a:lnTo>
                    <a:pt x="739" y="5957"/>
                  </a:lnTo>
                  <a:lnTo>
                    <a:pt x="549" y="5957"/>
                  </a:lnTo>
                  <a:cubicBezTo>
                    <a:pt x="453" y="5957"/>
                    <a:pt x="358" y="6029"/>
                    <a:pt x="358" y="6100"/>
                  </a:cubicBezTo>
                  <a:cubicBezTo>
                    <a:pt x="358" y="6219"/>
                    <a:pt x="429" y="6314"/>
                    <a:pt x="549" y="6314"/>
                  </a:cubicBezTo>
                  <a:lnTo>
                    <a:pt x="739" y="6314"/>
                  </a:lnTo>
                  <a:lnTo>
                    <a:pt x="739" y="7219"/>
                  </a:lnTo>
                  <a:lnTo>
                    <a:pt x="549" y="7219"/>
                  </a:lnTo>
                  <a:cubicBezTo>
                    <a:pt x="453" y="7219"/>
                    <a:pt x="358" y="7267"/>
                    <a:pt x="358" y="7362"/>
                  </a:cubicBezTo>
                  <a:cubicBezTo>
                    <a:pt x="358" y="7481"/>
                    <a:pt x="429" y="7577"/>
                    <a:pt x="549" y="7577"/>
                  </a:cubicBezTo>
                  <a:lnTo>
                    <a:pt x="739" y="7577"/>
                  </a:lnTo>
                  <a:lnTo>
                    <a:pt x="739" y="8458"/>
                  </a:lnTo>
                  <a:lnTo>
                    <a:pt x="549" y="8458"/>
                  </a:lnTo>
                  <a:cubicBezTo>
                    <a:pt x="453" y="8458"/>
                    <a:pt x="358" y="8529"/>
                    <a:pt x="358" y="8601"/>
                  </a:cubicBezTo>
                  <a:cubicBezTo>
                    <a:pt x="358" y="8720"/>
                    <a:pt x="429" y="8815"/>
                    <a:pt x="549" y="8815"/>
                  </a:cubicBezTo>
                  <a:lnTo>
                    <a:pt x="739" y="8815"/>
                  </a:lnTo>
                  <a:lnTo>
                    <a:pt x="739" y="9720"/>
                  </a:lnTo>
                  <a:lnTo>
                    <a:pt x="549" y="9720"/>
                  </a:lnTo>
                  <a:cubicBezTo>
                    <a:pt x="453" y="9720"/>
                    <a:pt x="358" y="9768"/>
                    <a:pt x="358" y="9863"/>
                  </a:cubicBezTo>
                  <a:cubicBezTo>
                    <a:pt x="358" y="9982"/>
                    <a:pt x="429" y="10077"/>
                    <a:pt x="549" y="10077"/>
                  </a:cubicBezTo>
                  <a:lnTo>
                    <a:pt x="715" y="10077"/>
                  </a:lnTo>
                  <a:lnTo>
                    <a:pt x="715" y="10696"/>
                  </a:lnTo>
                  <a:lnTo>
                    <a:pt x="310" y="10696"/>
                  </a:lnTo>
                  <a:cubicBezTo>
                    <a:pt x="144" y="10696"/>
                    <a:pt x="1" y="10815"/>
                    <a:pt x="1" y="10982"/>
                  </a:cubicBezTo>
                  <a:lnTo>
                    <a:pt x="1" y="11673"/>
                  </a:lnTo>
                  <a:cubicBezTo>
                    <a:pt x="1" y="11768"/>
                    <a:pt x="96" y="11863"/>
                    <a:pt x="191" y="11863"/>
                  </a:cubicBezTo>
                  <a:lnTo>
                    <a:pt x="2001" y="11863"/>
                  </a:lnTo>
                  <a:cubicBezTo>
                    <a:pt x="2025" y="11863"/>
                    <a:pt x="2049" y="11863"/>
                    <a:pt x="2096" y="11816"/>
                  </a:cubicBezTo>
                  <a:cubicBezTo>
                    <a:pt x="2216" y="11673"/>
                    <a:pt x="2120" y="11530"/>
                    <a:pt x="1977" y="11530"/>
                  </a:cubicBezTo>
                  <a:lnTo>
                    <a:pt x="334" y="11530"/>
                  </a:lnTo>
                  <a:lnTo>
                    <a:pt x="334" y="11054"/>
                  </a:lnTo>
                  <a:lnTo>
                    <a:pt x="11503" y="11054"/>
                  </a:lnTo>
                  <a:lnTo>
                    <a:pt x="11503" y="11530"/>
                  </a:lnTo>
                  <a:lnTo>
                    <a:pt x="2739" y="11530"/>
                  </a:lnTo>
                  <a:cubicBezTo>
                    <a:pt x="2644" y="11530"/>
                    <a:pt x="2573" y="11577"/>
                    <a:pt x="2573" y="11673"/>
                  </a:cubicBezTo>
                  <a:cubicBezTo>
                    <a:pt x="2573" y="11792"/>
                    <a:pt x="2620" y="11887"/>
                    <a:pt x="2739" y="11887"/>
                  </a:cubicBezTo>
                  <a:lnTo>
                    <a:pt x="11551" y="11887"/>
                  </a:lnTo>
                  <a:cubicBezTo>
                    <a:pt x="11694" y="11887"/>
                    <a:pt x="11837" y="11768"/>
                    <a:pt x="11837" y="11577"/>
                  </a:cubicBezTo>
                  <a:lnTo>
                    <a:pt x="11837" y="11030"/>
                  </a:lnTo>
                  <a:cubicBezTo>
                    <a:pt x="11813" y="10839"/>
                    <a:pt x="11694" y="10720"/>
                    <a:pt x="11551" y="10720"/>
                  </a:cubicBezTo>
                  <a:lnTo>
                    <a:pt x="11075" y="10720"/>
                  </a:lnTo>
                  <a:lnTo>
                    <a:pt x="11075" y="7481"/>
                  </a:lnTo>
                  <a:cubicBezTo>
                    <a:pt x="11075" y="7338"/>
                    <a:pt x="10955" y="7243"/>
                    <a:pt x="10836" y="7243"/>
                  </a:cubicBezTo>
                  <a:lnTo>
                    <a:pt x="8669" y="7243"/>
                  </a:lnTo>
                  <a:cubicBezTo>
                    <a:pt x="8526" y="7243"/>
                    <a:pt x="8431" y="7362"/>
                    <a:pt x="8431" y="7481"/>
                  </a:cubicBezTo>
                  <a:lnTo>
                    <a:pt x="8431" y="10720"/>
                  </a:lnTo>
                  <a:lnTo>
                    <a:pt x="7621" y="10720"/>
                  </a:lnTo>
                  <a:lnTo>
                    <a:pt x="7621" y="4981"/>
                  </a:lnTo>
                  <a:cubicBezTo>
                    <a:pt x="7621" y="4838"/>
                    <a:pt x="7502" y="4743"/>
                    <a:pt x="7383" y="4743"/>
                  </a:cubicBezTo>
                  <a:lnTo>
                    <a:pt x="5216" y="4743"/>
                  </a:lnTo>
                  <a:cubicBezTo>
                    <a:pt x="5073" y="4743"/>
                    <a:pt x="4978" y="4862"/>
                    <a:pt x="4978" y="4981"/>
                  </a:cubicBezTo>
                  <a:lnTo>
                    <a:pt x="4978" y="10720"/>
                  </a:lnTo>
                  <a:lnTo>
                    <a:pt x="4192" y="10720"/>
                  </a:lnTo>
                  <a:lnTo>
                    <a:pt x="4192" y="1218"/>
                  </a:lnTo>
                  <a:cubicBezTo>
                    <a:pt x="4192" y="1075"/>
                    <a:pt x="4073" y="980"/>
                    <a:pt x="3954" y="980"/>
                  </a:cubicBezTo>
                  <a:lnTo>
                    <a:pt x="1763" y="980"/>
                  </a:lnTo>
                  <a:cubicBezTo>
                    <a:pt x="1620" y="980"/>
                    <a:pt x="1525" y="1099"/>
                    <a:pt x="1525" y="1218"/>
                  </a:cubicBezTo>
                  <a:lnTo>
                    <a:pt x="1525" y="10720"/>
                  </a:lnTo>
                  <a:lnTo>
                    <a:pt x="1072" y="10720"/>
                  </a:lnTo>
                  <a:lnTo>
                    <a:pt x="1072" y="194"/>
                  </a:lnTo>
                  <a:cubicBezTo>
                    <a:pt x="1072" y="99"/>
                    <a:pt x="1025" y="27"/>
                    <a:pt x="953" y="4"/>
                  </a:cubicBezTo>
                  <a:cubicBezTo>
                    <a:pt x="941" y="1"/>
                    <a:pt x="929" y="0"/>
                    <a:pt x="9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98"/>
            <p:cNvSpPr/>
            <p:nvPr/>
          </p:nvSpPr>
          <p:spPr>
            <a:xfrm>
              <a:off x="5088265" y="2995149"/>
              <a:ext cx="201669" cy="166129"/>
            </a:xfrm>
            <a:custGeom>
              <a:rect b="b" l="l" r="r" t="t"/>
              <a:pathLst>
                <a:path extrusionOk="0" h="5572" w="6764">
                  <a:moveTo>
                    <a:pt x="606" y="0"/>
                  </a:moveTo>
                  <a:cubicBezTo>
                    <a:pt x="434" y="0"/>
                    <a:pt x="264" y="74"/>
                    <a:pt x="167" y="213"/>
                  </a:cubicBezTo>
                  <a:cubicBezTo>
                    <a:pt x="72" y="332"/>
                    <a:pt x="0" y="475"/>
                    <a:pt x="48" y="641"/>
                  </a:cubicBezTo>
                  <a:cubicBezTo>
                    <a:pt x="48" y="784"/>
                    <a:pt x="119" y="927"/>
                    <a:pt x="238" y="1023"/>
                  </a:cubicBezTo>
                  <a:lnTo>
                    <a:pt x="4620" y="4476"/>
                  </a:lnTo>
                  <a:cubicBezTo>
                    <a:pt x="4525" y="4571"/>
                    <a:pt x="4477" y="4690"/>
                    <a:pt x="4454" y="4809"/>
                  </a:cubicBezTo>
                  <a:cubicBezTo>
                    <a:pt x="4406" y="4952"/>
                    <a:pt x="4477" y="5095"/>
                    <a:pt x="4573" y="5214"/>
                  </a:cubicBezTo>
                  <a:cubicBezTo>
                    <a:pt x="4644" y="5333"/>
                    <a:pt x="4811" y="5428"/>
                    <a:pt x="4954" y="5428"/>
                  </a:cubicBezTo>
                  <a:lnTo>
                    <a:pt x="6073" y="5571"/>
                  </a:lnTo>
                  <a:cubicBezTo>
                    <a:pt x="6192" y="5571"/>
                    <a:pt x="6287" y="5571"/>
                    <a:pt x="6383" y="5523"/>
                  </a:cubicBezTo>
                  <a:cubicBezTo>
                    <a:pt x="6430" y="5476"/>
                    <a:pt x="6525" y="5428"/>
                    <a:pt x="6597" y="5357"/>
                  </a:cubicBezTo>
                  <a:cubicBezTo>
                    <a:pt x="6716" y="5214"/>
                    <a:pt x="6764" y="5047"/>
                    <a:pt x="6740" y="4857"/>
                  </a:cubicBezTo>
                  <a:lnTo>
                    <a:pt x="6502" y="3737"/>
                  </a:lnTo>
                  <a:cubicBezTo>
                    <a:pt x="6439" y="3468"/>
                    <a:pt x="6197" y="3271"/>
                    <a:pt x="5932" y="3271"/>
                  </a:cubicBezTo>
                  <a:cubicBezTo>
                    <a:pt x="5892" y="3271"/>
                    <a:pt x="5851" y="3276"/>
                    <a:pt x="5811" y="3285"/>
                  </a:cubicBezTo>
                  <a:cubicBezTo>
                    <a:pt x="5644" y="3309"/>
                    <a:pt x="5525" y="3428"/>
                    <a:pt x="5430" y="3547"/>
                  </a:cubicBezTo>
                  <a:lnTo>
                    <a:pt x="3168" y="1761"/>
                  </a:lnTo>
                  <a:cubicBezTo>
                    <a:pt x="3125" y="1739"/>
                    <a:pt x="3082" y="1728"/>
                    <a:pt x="3043" y="1728"/>
                  </a:cubicBezTo>
                  <a:cubicBezTo>
                    <a:pt x="2996" y="1728"/>
                    <a:pt x="2956" y="1745"/>
                    <a:pt x="2929" y="1785"/>
                  </a:cubicBezTo>
                  <a:cubicBezTo>
                    <a:pt x="2858" y="1880"/>
                    <a:pt x="2858" y="1975"/>
                    <a:pt x="2953" y="2023"/>
                  </a:cubicBezTo>
                  <a:lnTo>
                    <a:pt x="5430" y="3999"/>
                  </a:lnTo>
                  <a:cubicBezTo>
                    <a:pt x="5464" y="4016"/>
                    <a:pt x="5509" y="4033"/>
                    <a:pt x="5550" y="4033"/>
                  </a:cubicBezTo>
                  <a:cubicBezTo>
                    <a:pt x="5567" y="4033"/>
                    <a:pt x="5583" y="4030"/>
                    <a:pt x="5597" y="4023"/>
                  </a:cubicBezTo>
                  <a:cubicBezTo>
                    <a:pt x="5668" y="3999"/>
                    <a:pt x="5692" y="3928"/>
                    <a:pt x="5692" y="3880"/>
                  </a:cubicBezTo>
                  <a:cubicBezTo>
                    <a:pt x="5692" y="3761"/>
                    <a:pt x="5763" y="3666"/>
                    <a:pt x="5882" y="3642"/>
                  </a:cubicBezTo>
                  <a:cubicBezTo>
                    <a:pt x="5898" y="3639"/>
                    <a:pt x="5913" y="3638"/>
                    <a:pt x="5928" y="3638"/>
                  </a:cubicBezTo>
                  <a:cubicBezTo>
                    <a:pt x="6031" y="3638"/>
                    <a:pt x="6124" y="3705"/>
                    <a:pt x="6144" y="3809"/>
                  </a:cubicBezTo>
                  <a:lnTo>
                    <a:pt x="6383" y="4952"/>
                  </a:lnTo>
                  <a:cubicBezTo>
                    <a:pt x="6406" y="5000"/>
                    <a:pt x="6383" y="5095"/>
                    <a:pt x="6311" y="5166"/>
                  </a:cubicBezTo>
                  <a:cubicBezTo>
                    <a:pt x="6276" y="5201"/>
                    <a:pt x="6229" y="5223"/>
                    <a:pt x="6178" y="5223"/>
                  </a:cubicBezTo>
                  <a:cubicBezTo>
                    <a:pt x="6159" y="5223"/>
                    <a:pt x="6140" y="5220"/>
                    <a:pt x="6121" y="5214"/>
                  </a:cubicBezTo>
                  <a:lnTo>
                    <a:pt x="4977" y="5071"/>
                  </a:lnTo>
                  <a:cubicBezTo>
                    <a:pt x="4930" y="5071"/>
                    <a:pt x="4858" y="5047"/>
                    <a:pt x="4835" y="4976"/>
                  </a:cubicBezTo>
                  <a:cubicBezTo>
                    <a:pt x="4811" y="4928"/>
                    <a:pt x="4763" y="4857"/>
                    <a:pt x="4763" y="4809"/>
                  </a:cubicBezTo>
                  <a:cubicBezTo>
                    <a:pt x="4763" y="4714"/>
                    <a:pt x="4858" y="4618"/>
                    <a:pt x="4954" y="4595"/>
                  </a:cubicBezTo>
                  <a:cubicBezTo>
                    <a:pt x="5001" y="4571"/>
                    <a:pt x="5073" y="4523"/>
                    <a:pt x="5073" y="4476"/>
                  </a:cubicBezTo>
                  <a:cubicBezTo>
                    <a:pt x="5073" y="4404"/>
                    <a:pt x="5073" y="4357"/>
                    <a:pt x="5001" y="4285"/>
                  </a:cubicBezTo>
                  <a:lnTo>
                    <a:pt x="453" y="761"/>
                  </a:lnTo>
                  <a:cubicBezTo>
                    <a:pt x="405" y="713"/>
                    <a:pt x="357" y="665"/>
                    <a:pt x="357" y="594"/>
                  </a:cubicBezTo>
                  <a:cubicBezTo>
                    <a:pt x="357" y="546"/>
                    <a:pt x="357" y="475"/>
                    <a:pt x="429" y="427"/>
                  </a:cubicBezTo>
                  <a:cubicBezTo>
                    <a:pt x="453" y="356"/>
                    <a:pt x="524" y="332"/>
                    <a:pt x="572" y="332"/>
                  </a:cubicBezTo>
                  <a:cubicBezTo>
                    <a:pt x="643" y="332"/>
                    <a:pt x="691" y="332"/>
                    <a:pt x="762" y="403"/>
                  </a:cubicBezTo>
                  <a:lnTo>
                    <a:pt x="2310" y="1618"/>
                  </a:lnTo>
                  <a:cubicBezTo>
                    <a:pt x="2342" y="1639"/>
                    <a:pt x="2379" y="1651"/>
                    <a:pt x="2417" y="1651"/>
                  </a:cubicBezTo>
                  <a:cubicBezTo>
                    <a:pt x="2463" y="1651"/>
                    <a:pt x="2509" y="1633"/>
                    <a:pt x="2548" y="1594"/>
                  </a:cubicBezTo>
                  <a:cubicBezTo>
                    <a:pt x="2596" y="1499"/>
                    <a:pt x="2596" y="1404"/>
                    <a:pt x="2501" y="1356"/>
                  </a:cubicBezTo>
                  <a:lnTo>
                    <a:pt x="953" y="118"/>
                  </a:lnTo>
                  <a:cubicBezTo>
                    <a:pt x="853" y="38"/>
                    <a:pt x="729" y="0"/>
                    <a:pt x="6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7" name="Google Shape;22657;p98"/>
          <p:cNvGrpSpPr/>
          <p:nvPr/>
        </p:nvGrpSpPr>
        <p:grpSpPr>
          <a:xfrm>
            <a:off x="5510966" y="2849786"/>
            <a:ext cx="354351" cy="336582"/>
            <a:chOff x="5549061" y="3002186"/>
            <a:chExt cx="354351" cy="336582"/>
          </a:xfrm>
        </p:grpSpPr>
        <p:sp>
          <p:nvSpPr>
            <p:cNvPr id="22658" name="Google Shape;22658;p98"/>
            <p:cNvSpPr/>
            <p:nvPr/>
          </p:nvSpPr>
          <p:spPr>
            <a:xfrm>
              <a:off x="5624345" y="3007881"/>
              <a:ext cx="202384" cy="202384"/>
            </a:xfrm>
            <a:custGeom>
              <a:rect b="b" l="l" r="r" t="t"/>
              <a:pathLst>
                <a:path extrusionOk="0" h="6788" w="6788">
                  <a:moveTo>
                    <a:pt x="3406" y="0"/>
                  </a:moveTo>
                  <a:cubicBezTo>
                    <a:pt x="1524" y="0"/>
                    <a:pt x="0" y="1524"/>
                    <a:pt x="0" y="3382"/>
                  </a:cubicBezTo>
                  <a:cubicBezTo>
                    <a:pt x="0" y="5263"/>
                    <a:pt x="1524" y="6787"/>
                    <a:pt x="3406" y="6787"/>
                  </a:cubicBezTo>
                  <a:cubicBezTo>
                    <a:pt x="5263" y="6787"/>
                    <a:pt x="6787" y="5263"/>
                    <a:pt x="6787" y="3382"/>
                  </a:cubicBezTo>
                  <a:cubicBezTo>
                    <a:pt x="6787" y="1524"/>
                    <a:pt x="5263" y="0"/>
                    <a:pt x="340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98"/>
            <p:cNvSpPr/>
            <p:nvPr/>
          </p:nvSpPr>
          <p:spPr>
            <a:xfrm>
              <a:off x="5669784" y="3016378"/>
              <a:ext cx="156946" cy="193887"/>
            </a:xfrm>
            <a:custGeom>
              <a:rect b="b" l="l" r="r" t="t"/>
              <a:pathLst>
                <a:path extrusionOk="0" h="6503" w="5264">
                  <a:moveTo>
                    <a:pt x="3311" y="1"/>
                  </a:moveTo>
                  <a:lnTo>
                    <a:pt x="3311" y="1"/>
                  </a:lnTo>
                  <a:cubicBezTo>
                    <a:pt x="4239" y="596"/>
                    <a:pt x="4835" y="1644"/>
                    <a:pt x="4835" y="2835"/>
                  </a:cubicBezTo>
                  <a:cubicBezTo>
                    <a:pt x="4835" y="4716"/>
                    <a:pt x="3311" y="6240"/>
                    <a:pt x="1429" y="6240"/>
                  </a:cubicBezTo>
                  <a:cubicBezTo>
                    <a:pt x="929" y="6240"/>
                    <a:pt x="453" y="6145"/>
                    <a:pt x="0" y="5931"/>
                  </a:cubicBezTo>
                  <a:lnTo>
                    <a:pt x="0" y="5931"/>
                  </a:lnTo>
                  <a:cubicBezTo>
                    <a:pt x="548" y="6288"/>
                    <a:pt x="1191" y="6502"/>
                    <a:pt x="1882" y="6502"/>
                  </a:cubicBezTo>
                  <a:cubicBezTo>
                    <a:pt x="3763" y="6502"/>
                    <a:pt x="5263" y="4978"/>
                    <a:pt x="5263" y="3097"/>
                  </a:cubicBezTo>
                  <a:cubicBezTo>
                    <a:pt x="5263" y="1739"/>
                    <a:pt x="4477" y="572"/>
                    <a:pt x="331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98"/>
            <p:cNvSpPr/>
            <p:nvPr/>
          </p:nvSpPr>
          <p:spPr>
            <a:xfrm>
              <a:off x="5553325" y="3132837"/>
              <a:ext cx="202384" cy="202384"/>
            </a:xfrm>
            <a:custGeom>
              <a:rect b="b" l="l" r="r" t="t"/>
              <a:pathLst>
                <a:path extrusionOk="0" h="6788" w="6788">
                  <a:moveTo>
                    <a:pt x="3406" y="0"/>
                  </a:moveTo>
                  <a:cubicBezTo>
                    <a:pt x="1525" y="0"/>
                    <a:pt x="1" y="1525"/>
                    <a:pt x="1" y="3406"/>
                  </a:cubicBezTo>
                  <a:cubicBezTo>
                    <a:pt x="1" y="5263"/>
                    <a:pt x="1525" y="6788"/>
                    <a:pt x="3406" y="6788"/>
                  </a:cubicBezTo>
                  <a:cubicBezTo>
                    <a:pt x="5264" y="6788"/>
                    <a:pt x="6788" y="5263"/>
                    <a:pt x="6788" y="3406"/>
                  </a:cubicBezTo>
                  <a:cubicBezTo>
                    <a:pt x="6788" y="1525"/>
                    <a:pt x="5264" y="0"/>
                    <a:pt x="3406"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98"/>
            <p:cNvSpPr/>
            <p:nvPr/>
          </p:nvSpPr>
          <p:spPr>
            <a:xfrm>
              <a:off x="5598764" y="3142079"/>
              <a:ext cx="156946" cy="193142"/>
            </a:xfrm>
            <a:custGeom>
              <a:rect b="b" l="l" r="r" t="t"/>
              <a:pathLst>
                <a:path extrusionOk="0" h="6478" w="5264">
                  <a:moveTo>
                    <a:pt x="3311" y="0"/>
                  </a:moveTo>
                  <a:cubicBezTo>
                    <a:pt x="4240" y="595"/>
                    <a:pt x="4835" y="1619"/>
                    <a:pt x="4835" y="2810"/>
                  </a:cubicBezTo>
                  <a:cubicBezTo>
                    <a:pt x="4835" y="4691"/>
                    <a:pt x="3311" y="6216"/>
                    <a:pt x="1430" y="6216"/>
                  </a:cubicBezTo>
                  <a:cubicBezTo>
                    <a:pt x="930" y="6216"/>
                    <a:pt x="453" y="6120"/>
                    <a:pt x="1" y="5906"/>
                  </a:cubicBezTo>
                  <a:lnTo>
                    <a:pt x="1" y="5906"/>
                  </a:lnTo>
                  <a:cubicBezTo>
                    <a:pt x="549" y="6263"/>
                    <a:pt x="1192" y="6478"/>
                    <a:pt x="1882" y="6478"/>
                  </a:cubicBezTo>
                  <a:cubicBezTo>
                    <a:pt x="3764" y="6478"/>
                    <a:pt x="5264" y="4953"/>
                    <a:pt x="5264" y="3096"/>
                  </a:cubicBezTo>
                  <a:cubicBezTo>
                    <a:pt x="5264" y="1715"/>
                    <a:pt x="4478" y="524"/>
                    <a:pt x="331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98"/>
            <p:cNvSpPr/>
            <p:nvPr/>
          </p:nvSpPr>
          <p:spPr>
            <a:xfrm>
              <a:off x="5694620" y="3132837"/>
              <a:ext cx="202384" cy="202384"/>
            </a:xfrm>
            <a:custGeom>
              <a:rect b="b" l="l" r="r" t="t"/>
              <a:pathLst>
                <a:path extrusionOk="0" h="6788" w="6788">
                  <a:moveTo>
                    <a:pt x="3382" y="0"/>
                  </a:moveTo>
                  <a:cubicBezTo>
                    <a:pt x="1525" y="0"/>
                    <a:pt x="1" y="1525"/>
                    <a:pt x="1" y="3406"/>
                  </a:cubicBezTo>
                  <a:cubicBezTo>
                    <a:pt x="1" y="5263"/>
                    <a:pt x="1525" y="6788"/>
                    <a:pt x="3382" y="6788"/>
                  </a:cubicBezTo>
                  <a:cubicBezTo>
                    <a:pt x="5264" y="6788"/>
                    <a:pt x="6788" y="5263"/>
                    <a:pt x="6788" y="3406"/>
                  </a:cubicBezTo>
                  <a:cubicBezTo>
                    <a:pt x="6788" y="1525"/>
                    <a:pt x="5264" y="0"/>
                    <a:pt x="33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98"/>
            <p:cNvSpPr/>
            <p:nvPr/>
          </p:nvSpPr>
          <p:spPr>
            <a:xfrm>
              <a:off x="5740059" y="3142079"/>
              <a:ext cx="156946" cy="193142"/>
            </a:xfrm>
            <a:custGeom>
              <a:rect b="b" l="l" r="r" t="t"/>
              <a:pathLst>
                <a:path extrusionOk="0" h="6478" w="5264">
                  <a:moveTo>
                    <a:pt x="3311" y="0"/>
                  </a:moveTo>
                  <a:lnTo>
                    <a:pt x="3311" y="0"/>
                  </a:lnTo>
                  <a:cubicBezTo>
                    <a:pt x="4216" y="595"/>
                    <a:pt x="4811" y="1619"/>
                    <a:pt x="4811" y="2810"/>
                  </a:cubicBezTo>
                  <a:cubicBezTo>
                    <a:pt x="4811" y="4691"/>
                    <a:pt x="3287" y="6216"/>
                    <a:pt x="1430" y="6216"/>
                  </a:cubicBezTo>
                  <a:cubicBezTo>
                    <a:pt x="906" y="6216"/>
                    <a:pt x="453" y="6120"/>
                    <a:pt x="1" y="5906"/>
                  </a:cubicBezTo>
                  <a:lnTo>
                    <a:pt x="1" y="5906"/>
                  </a:lnTo>
                  <a:cubicBezTo>
                    <a:pt x="525" y="6263"/>
                    <a:pt x="1192" y="6478"/>
                    <a:pt x="1858" y="6478"/>
                  </a:cubicBezTo>
                  <a:cubicBezTo>
                    <a:pt x="3740" y="6478"/>
                    <a:pt x="5264" y="4953"/>
                    <a:pt x="5264" y="3096"/>
                  </a:cubicBezTo>
                  <a:cubicBezTo>
                    <a:pt x="5264" y="1715"/>
                    <a:pt x="4454" y="524"/>
                    <a:pt x="331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98"/>
            <p:cNvSpPr/>
            <p:nvPr/>
          </p:nvSpPr>
          <p:spPr>
            <a:xfrm>
              <a:off x="5698884" y="3132837"/>
              <a:ext cx="124299" cy="77430"/>
            </a:xfrm>
            <a:custGeom>
              <a:rect b="b" l="l" r="r" t="t"/>
              <a:pathLst>
                <a:path extrusionOk="0" h="2597" w="4169">
                  <a:moveTo>
                    <a:pt x="3287" y="0"/>
                  </a:moveTo>
                  <a:cubicBezTo>
                    <a:pt x="1739" y="0"/>
                    <a:pt x="406" y="1048"/>
                    <a:pt x="1" y="2477"/>
                  </a:cubicBezTo>
                  <a:cubicBezTo>
                    <a:pt x="286" y="2549"/>
                    <a:pt x="572" y="2596"/>
                    <a:pt x="906" y="2596"/>
                  </a:cubicBezTo>
                  <a:cubicBezTo>
                    <a:pt x="2454" y="2596"/>
                    <a:pt x="3787" y="1548"/>
                    <a:pt x="4168" y="120"/>
                  </a:cubicBezTo>
                  <a:cubicBezTo>
                    <a:pt x="3882" y="24"/>
                    <a:pt x="3573" y="0"/>
                    <a:pt x="328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98"/>
            <p:cNvSpPr/>
            <p:nvPr/>
          </p:nvSpPr>
          <p:spPr>
            <a:xfrm>
              <a:off x="5693904" y="3161251"/>
              <a:ext cx="61806" cy="145557"/>
            </a:xfrm>
            <a:custGeom>
              <a:rect b="b" l="l" r="r" t="t"/>
              <a:pathLst>
                <a:path extrusionOk="0" h="4882" w="2073">
                  <a:moveTo>
                    <a:pt x="1049" y="0"/>
                  </a:moveTo>
                  <a:cubicBezTo>
                    <a:pt x="382" y="619"/>
                    <a:pt x="1" y="1500"/>
                    <a:pt x="1" y="2453"/>
                  </a:cubicBezTo>
                  <a:cubicBezTo>
                    <a:pt x="1" y="3406"/>
                    <a:pt x="406" y="4263"/>
                    <a:pt x="1049" y="4882"/>
                  </a:cubicBezTo>
                  <a:cubicBezTo>
                    <a:pt x="1692" y="4263"/>
                    <a:pt x="2073" y="3406"/>
                    <a:pt x="2073" y="2453"/>
                  </a:cubicBezTo>
                  <a:cubicBezTo>
                    <a:pt x="2073" y="1500"/>
                    <a:pt x="1692" y="619"/>
                    <a:pt x="1049"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98"/>
            <p:cNvSpPr/>
            <p:nvPr/>
          </p:nvSpPr>
          <p:spPr>
            <a:xfrm>
              <a:off x="5627178" y="3132837"/>
              <a:ext cx="124984" cy="77430"/>
            </a:xfrm>
            <a:custGeom>
              <a:rect b="b" l="l" r="r" t="t"/>
              <a:pathLst>
                <a:path extrusionOk="0" h="2597" w="4192">
                  <a:moveTo>
                    <a:pt x="929" y="0"/>
                  </a:moveTo>
                  <a:cubicBezTo>
                    <a:pt x="596" y="0"/>
                    <a:pt x="310" y="24"/>
                    <a:pt x="0" y="120"/>
                  </a:cubicBezTo>
                  <a:cubicBezTo>
                    <a:pt x="429" y="1548"/>
                    <a:pt x="1739" y="2596"/>
                    <a:pt x="3287" y="2596"/>
                  </a:cubicBezTo>
                  <a:cubicBezTo>
                    <a:pt x="3596" y="2596"/>
                    <a:pt x="3906" y="2549"/>
                    <a:pt x="4192" y="2477"/>
                  </a:cubicBezTo>
                  <a:cubicBezTo>
                    <a:pt x="3811" y="1048"/>
                    <a:pt x="2501" y="0"/>
                    <a:pt x="9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98"/>
            <p:cNvSpPr/>
            <p:nvPr/>
          </p:nvSpPr>
          <p:spPr>
            <a:xfrm>
              <a:off x="5698168" y="3161251"/>
              <a:ext cx="53995" cy="49284"/>
            </a:xfrm>
            <a:custGeom>
              <a:rect b="b" l="l" r="r" t="t"/>
              <a:pathLst>
                <a:path extrusionOk="0" h="1653" w="1811">
                  <a:moveTo>
                    <a:pt x="882" y="0"/>
                  </a:moveTo>
                  <a:lnTo>
                    <a:pt x="858" y="24"/>
                  </a:lnTo>
                  <a:cubicBezTo>
                    <a:pt x="811" y="119"/>
                    <a:pt x="739" y="167"/>
                    <a:pt x="691" y="238"/>
                  </a:cubicBezTo>
                  <a:cubicBezTo>
                    <a:pt x="596" y="333"/>
                    <a:pt x="501" y="476"/>
                    <a:pt x="430" y="595"/>
                  </a:cubicBezTo>
                  <a:cubicBezTo>
                    <a:pt x="263" y="857"/>
                    <a:pt x="120" y="1167"/>
                    <a:pt x="25" y="1453"/>
                  </a:cubicBezTo>
                  <a:cubicBezTo>
                    <a:pt x="1" y="1500"/>
                    <a:pt x="1" y="1500"/>
                    <a:pt x="1" y="1524"/>
                  </a:cubicBezTo>
                  <a:cubicBezTo>
                    <a:pt x="72" y="1524"/>
                    <a:pt x="96" y="1548"/>
                    <a:pt x="120" y="1548"/>
                  </a:cubicBezTo>
                  <a:cubicBezTo>
                    <a:pt x="215" y="1572"/>
                    <a:pt x="334" y="1572"/>
                    <a:pt x="453" y="1619"/>
                  </a:cubicBezTo>
                  <a:cubicBezTo>
                    <a:pt x="549" y="1643"/>
                    <a:pt x="596" y="1643"/>
                    <a:pt x="691" y="1643"/>
                  </a:cubicBezTo>
                  <a:cubicBezTo>
                    <a:pt x="763" y="1649"/>
                    <a:pt x="837" y="1652"/>
                    <a:pt x="914" y="1652"/>
                  </a:cubicBezTo>
                  <a:cubicBezTo>
                    <a:pt x="1142" y="1652"/>
                    <a:pt x="1388" y="1625"/>
                    <a:pt x="1620" y="1572"/>
                  </a:cubicBezTo>
                  <a:cubicBezTo>
                    <a:pt x="1668" y="1572"/>
                    <a:pt x="1692" y="1548"/>
                    <a:pt x="1763" y="1548"/>
                  </a:cubicBezTo>
                  <a:cubicBezTo>
                    <a:pt x="1787" y="1524"/>
                    <a:pt x="1787" y="1524"/>
                    <a:pt x="1811" y="1524"/>
                  </a:cubicBezTo>
                  <a:lnTo>
                    <a:pt x="1811" y="1429"/>
                  </a:lnTo>
                  <a:cubicBezTo>
                    <a:pt x="1763" y="1215"/>
                    <a:pt x="1668" y="1000"/>
                    <a:pt x="1549" y="810"/>
                  </a:cubicBezTo>
                  <a:cubicBezTo>
                    <a:pt x="1430" y="619"/>
                    <a:pt x="1311" y="476"/>
                    <a:pt x="1192" y="286"/>
                  </a:cubicBezTo>
                  <a:cubicBezTo>
                    <a:pt x="1120" y="262"/>
                    <a:pt x="1096" y="214"/>
                    <a:pt x="1073" y="167"/>
                  </a:cubicBezTo>
                  <a:lnTo>
                    <a:pt x="930" y="24"/>
                  </a:lnTo>
                  <a:lnTo>
                    <a:pt x="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98"/>
            <p:cNvSpPr/>
            <p:nvPr/>
          </p:nvSpPr>
          <p:spPr>
            <a:xfrm>
              <a:off x="5704578" y="3053319"/>
              <a:ext cx="43321" cy="50447"/>
            </a:xfrm>
            <a:custGeom>
              <a:rect b="b" l="l" r="r" t="t"/>
              <a:pathLst>
                <a:path extrusionOk="0" h="1692" w="1453">
                  <a:moveTo>
                    <a:pt x="715" y="596"/>
                  </a:moveTo>
                  <a:lnTo>
                    <a:pt x="858" y="1000"/>
                  </a:lnTo>
                  <a:lnTo>
                    <a:pt x="572" y="1000"/>
                  </a:lnTo>
                  <a:lnTo>
                    <a:pt x="715" y="596"/>
                  </a:lnTo>
                  <a:close/>
                  <a:moveTo>
                    <a:pt x="715" y="0"/>
                  </a:moveTo>
                  <a:cubicBezTo>
                    <a:pt x="619" y="0"/>
                    <a:pt x="572" y="48"/>
                    <a:pt x="524" y="119"/>
                  </a:cubicBezTo>
                  <a:lnTo>
                    <a:pt x="24" y="1453"/>
                  </a:lnTo>
                  <a:cubicBezTo>
                    <a:pt x="0" y="1548"/>
                    <a:pt x="24" y="1620"/>
                    <a:pt x="119" y="1667"/>
                  </a:cubicBezTo>
                  <a:cubicBezTo>
                    <a:pt x="145" y="1680"/>
                    <a:pt x="172" y="1686"/>
                    <a:pt x="199" y="1686"/>
                  </a:cubicBezTo>
                  <a:cubicBezTo>
                    <a:pt x="272" y="1686"/>
                    <a:pt x="340" y="1642"/>
                    <a:pt x="357" y="1572"/>
                  </a:cubicBezTo>
                  <a:lnTo>
                    <a:pt x="453" y="1358"/>
                  </a:lnTo>
                  <a:lnTo>
                    <a:pt x="1000" y="1358"/>
                  </a:lnTo>
                  <a:lnTo>
                    <a:pt x="1096" y="1572"/>
                  </a:lnTo>
                  <a:cubicBezTo>
                    <a:pt x="1119" y="1620"/>
                    <a:pt x="1191" y="1691"/>
                    <a:pt x="1239" y="1691"/>
                  </a:cubicBezTo>
                  <a:lnTo>
                    <a:pt x="1310" y="1691"/>
                  </a:lnTo>
                  <a:cubicBezTo>
                    <a:pt x="1405" y="1667"/>
                    <a:pt x="1453" y="1572"/>
                    <a:pt x="1405" y="1477"/>
                  </a:cubicBezTo>
                  <a:lnTo>
                    <a:pt x="881" y="119"/>
                  </a:lnTo>
                  <a:cubicBezTo>
                    <a:pt x="858" y="24"/>
                    <a:pt x="762"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98"/>
            <p:cNvSpPr/>
            <p:nvPr/>
          </p:nvSpPr>
          <p:spPr>
            <a:xfrm>
              <a:off x="5612270" y="3211639"/>
              <a:ext cx="35539" cy="51878"/>
            </a:xfrm>
            <a:custGeom>
              <a:rect b="b" l="l" r="r" t="t"/>
              <a:pathLst>
                <a:path extrusionOk="0" h="1740" w="1192">
                  <a:moveTo>
                    <a:pt x="572" y="358"/>
                  </a:moveTo>
                  <a:cubicBezTo>
                    <a:pt x="619" y="358"/>
                    <a:pt x="691" y="406"/>
                    <a:pt x="715" y="477"/>
                  </a:cubicBezTo>
                  <a:cubicBezTo>
                    <a:pt x="739" y="572"/>
                    <a:pt x="643" y="668"/>
                    <a:pt x="572" y="668"/>
                  </a:cubicBezTo>
                  <a:lnTo>
                    <a:pt x="334" y="668"/>
                  </a:lnTo>
                  <a:lnTo>
                    <a:pt x="334" y="358"/>
                  </a:lnTo>
                  <a:close/>
                  <a:moveTo>
                    <a:pt x="643" y="1001"/>
                  </a:moveTo>
                  <a:cubicBezTo>
                    <a:pt x="762" y="1001"/>
                    <a:pt x="834" y="1073"/>
                    <a:pt x="834" y="1168"/>
                  </a:cubicBezTo>
                  <a:cubicBezTo>
                    <a:pt x="834" y="1263"/>
                    <a:pt x="739" y="1382"/>
                    <a:pt x="643" y="1382"/>
                  </a:cubicBezTo>
                  <a:lnTo>
                    <a:pt x="358" y="1382"/>
                  </a:lnTo>
                  <a:lnTo>
                    <a:pt x="358" y="1001"/>
                  </a:lnTo>
                  <a:close/>
                  <a:moveTo>
                    <a:pt x="167" y="1"/>
                  </a:moveTo>
                  <a:cubicBezTo>
                    <a:pt x="96" y="1"/>
                    <a:pt x="0" y="96"/>
                    <a:pt x="0" y="191"/>
                  </a:cubicBezTo>
                  <a:lnTo>
                    <a:pt x="0" y="1549"/>
                  </a:lnTo>
                  <a:lnTo>
                    <a:pt x="0" y="1620"/>
                  </a:lnTo>
                  <a:cubicBezTo>
                    <a:pt x="24" y="1716"/>
                    <a:pt x="96" y="1739"/>
                    <a:pt x="167" y="1739"/>
                  </a:cubicBezTo>
                  <a:lnTo>
                    <a:pt x="643" y="1739"/>
                  </a:lnTo>
                  <a:cubicBezTo>
                    <a:pt x="953" y="1739"/>
                    <a:pt x="1191" y="1501"/>
                    <a:pt x="1191" y="1192"/>
                  </a:cubicBezTo>
                  <a:cubicBezTo>
                    <a:pt x="1191" y="1025"/>
                    <a:pt x="1096" y="882"/>
                    <a:pt x="977" y="787"/>
                  </a:cubicBezTo>
                  <a:cubicBezTo>
                    <a:pt x="1048" y="691"/>
                    <a:pt x="1072" y="572"/>
                    <a:pt x="1048" y="430"/>
                  </a:cubicBezTo>
                  <a:cubicBezTo>
                    <a:pt x="1001" y="191"/>
                    <a:pt x="810"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98"/>
            <p:cNvSpPr/>
            <p:nvPr/>
          </p:nvSpPr>
          <p:spPr>
            <a:xfrm>
              <a:off x="5794024" y="3211639"/>
              <a:ext cx="45468" cy="51878"/>
            </a:xfrm>
            <a:custGeom>
              <a:rect b="b" l="l" r="r" t="t"/>
              <a:pathLst>
                <a:path extrusionOk="0" h="1740" w="1525">
                  <a:moveTo>
                    <a:pt x="858" y="1"/>
                  </a:moveTo>
                  <a:cubicBezTo>
                    <a:pt x="382" y="1"/>
                    <a:pt x="1" y="382"/>
                    <a:pt x="1" y="858"/>
                  </a:cubicBezTo>
                  <a:cubicBezTo>
                    <a:pt x="1" y="1334"/>
                    <a:pt x="382" y="1739"/>
                    <a:pt x="858" y="1739"/>
                  </a:cubicBezTo>
                  <a:cubicBezTo>
                    <a:pt x="1049" y="1739"/>
                    <a:pt x="1215" y="1668"/>
                    <a:pt x="1334" y="1549"/>
                  </a:cubicBezTo>
                  <a:cubicBezTo>
                    <a:pt x="1382" y="1525"/>
                    <a:pt x="1406" y="1501"/>
                    <a:pt x="1406" y="1454"/>
                  </a:cubicBezTo>
                  <a:cubicBezTo>
                    <a:pt x="1525" y="1382"/>
                    <a:pt x="1525" y="1287"/>
                    <a:pt x="1430" y="1239"/>
                  </a:cubicBezTo>
                  <a:cubicBezTo>
                    <a:pt x="1408" y="1206"/>
                    <a:pt x="1370" y="1188"/>
                    <a:pt x="1329" y="1188"/>
                  </a:cubicBezTo>
                  <a:cubicBezTo>
                    <a:pt x="1282" y="1188"/>
                    <a:pt x="1230" y="1212"/>
                    <a:pt x="1192" y="1263"/>
                  </a:cubicBezTo>
                  <a:lnTo>
                    <a:pt x="1168" y="1287"/>
                  </a:lnTo>
                  <a:cubicBezTo>
                    <a:pt x="1096" y="1358"/>
                    <a:pt x="1025" y="1382"/>
                    <a:pt x="906" y="1382"/>
                  </a:cubicBezTo>
                  <a:cubicBezTo>
                    <a:pt x="620" y="1382"/>
                    <a:pt x="382" y="1144"/>
                    <a:pt x="382" y="882"/>
                  </a:cubicBezTo>
                  <a:cubicBezTo>
                    <a:pt x="382" y="596"/>
                    <a:pt x="620" y="358"/>
                    <a:pt x="906" y="358"/>
                  </a:cubicBezTo>
                  <a:cubicBezTo>
                    <a:pt x="977" y="358"/>
                    <a:pt x="1096" y="406"/>
                    <a:pt x="1168" y="453"/>
                  </a:cubicBezTo>
                  <a:cubicBezTo>
                    <a:pt x="1199" y="469"/>
                    <a:pt x="1229" y="477"/>
                    <a:pt x="1256" y="477"/>
                  </a:cubicBezTo>
                  <a:cubicBezTo>
                    <a:pt x="1311" y="477"/>
                    <a:pt x="1358" y="445"/>
                    <a:pt x="1406" y="382"/>
                  </a:cubicBezTo>
                  <a:cubicBezTo>
                    <a:pt x="1454" y="310"/>
                    <a:pt x="1430" y="215"/>
                    <a:pt x="1334" y="144"/>
                  </a:cubicBezTo>
                  <a:cubicBezTo>
                    <a:pt x="1192" y="72"/>
                    <a:pt x="1049"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98"/>
            <p:cNvSpPr/>
            <p:nvPr/>
          </p:nvSpPr>
          <p:spPr>
            <a:xfrm>
              <a:off x="5549061" y="3002186"/>
              <a:ext cx="354351" cy="336582"/>
            </a:xfrm>
            <a:custGeom>
              <a:rect b="b" l="l" r="r" t="t"/>
              <a:pathLst>
                <a:path extrusionOk="0" h="11289" w="11885">
                  <a:moveTo>
                    <a:pt x="3549" y="4525"/>
                  </a:moveTo>
                  <a:cubicBezTo>
                    <a:pt x="4359" y="4525"/>
                    <a:pt x="5097" y="4835"/>
                    <a:pt x="5669" y="5335"/>
                  </a:cubicBezTo>
                  <a:cubicBezTo>
                    <a:pt x="5288" y="5716"/>
                    <a:pt x="5026" y="6169"/>
                    <a:pt x="4883" y="6645"/>
                  </a:cubicBezTo>
                  <a:cubicBezTo>
                    <a:pt x="3930" y="6311"/>
                    <a:pt x="3192" y="5573"/>
                    <a:pt x="2859" y="4621"/>
                  </a:cubicBezTo>
                  <a:cubicBezTo>
                    <a:pt x="3073" y="4549"/>
                    <a:pt x="3311" y="4525"/>
                    <a:pt x="3549" y="4525"/>
                  </a:cubicBezTo>
                  <a:close/>
                  <a:moveTo>
                    <a:pt x="8288" y="4573"/>
                  </a:moveTo>
                  <a:cubicBezTo>
                    <a:pt x="8526" y="4573"/>
                    <a:pt x="8765" y="4597"/>
                    <a:pt x="8955" y="4621"/>
                  </a:cubicBezTo>
                  <a:cubicBezTo>
                    <a:pt x="8645" y="5573"/>
                    <a:pt x="7883" y="6311"/>
                    <a:pt x="6931" y="6645"/>
                  </a:cubicBezTo>
                  <a:cubicBezTo>
                    <a:pt x="6788" y="6169"/>
                    <a:pt x="6526" y="5716"/>
                    <a:pt x="6169" y="5335"/>
                  </a:cubicBezTo>
                  <a:cubicBezTo>
                    <a:pt x="6740" y="4859"/>
                    <a:pt x="7479" y="4573"/>
                    <a:pt x="8288" y="4573"/>
                  </a:cubicBezTo>
                  <a:close/>
                  <a:moveTo>
                    <a:pt x="5931" y="5573"/>
                  </a:moveTo>
                  <a:cubicBezTo>
                    <a:pt x="6216" y="5907"/>
                    <a:pt x="6455" y="6288"/>
                    <a:pt x="6621" y="6740"/>
                  </a:cubicBezTo>
                  <a:cubicBezTo>
                    <a:pt x="6407" y="6788"/>
                    <a:pt x="6169" y="6835"/>
                    <a:pt x="5931" y="6835"/>
                  </a:cubicBezTo>
                  <a:cubicBezTo>
                    <a:pt x="5692" y="6835"/>
                    <a:pt x="5454" y="6788"/>
                    <a:pt x="5240" y="6764"/>
                  </a:cubicBezTo>
                  <a:cubicBezTo>
                    <a:pt x="5383" y="6288"/>
                    <a:pt x="5621" y="5907"/>
                    <a:pt x="5931" y="5573"/>
                  </a:cubicBezTo>
                  <a:close/>
                  <a:moveTo>
                    <a:pt x="6669" y="7073"/>
                  </a:moveTo>
                  <a:cubicBezTo>
                    <a:pt x="6693" y="7240"/>
                    <a:pt x="6717" y="7431"/>
                    <a:pt x="6717" y="7597"/>
                  </a:cubicBezTo>
                  <a:cubicBezTo>
                    <a:pt x="6764" y="8312"/>
                    <a:pt x="6550" y="9026"/>
                    <a:pt x="6169" y="9598"/>
                  </a:cubicBezTo>
                  <a:cubicBezTo>
                    <a:pt x="6121" y="9622"/>
                    <a:pt x="6121" y="9645"/>
                    <a:pt x="6097" y="9645"/>
                  </a:cubicBezTo>
                  <a:cubicBezTo>
                    <a:pt x="6143" y="9714"/>
                    <a:pt x="5949" y="9957"/>
                    <a:pt x="5932" y="9957"/>
                  </a:cubicBezTo>
                  <a:cubicBezTo>
                    <a:pt x="5931" y="9957"/>
                    <a:pt x="5931" y="9956"/>
                    <a:pt x="5931" y="9955"/>
                  </a:cubicBezTo>
                  <a:cubicBezTo>
                    <a:pt x="5454" y="9455"/>
                    <a:pt x="5121" y="8764"/>
                    <a:pt x="5073" y="8026"/>
                  </a:cubicBezTo>
                  <a:lnTo>
                    <a:pt x="5073" y="7455"/>
                  </a:lnTo>
                  <a:cubicBezTo>
                    <a:pt x="5073" y="7335"/>
                    <a:pt x="5097" y="7216"/>
                    <a:pt x="5121" y="7073"/>
                  </a:cubicBezTo>
                  <a:cubicBezTo>
                    <a:pt x="5359" y="7121"/>
                    <a:pt x="5621" y="7145"/>
                    <a:pt x="5883" y="7145"/>
                  </a:cubicBezTo>
                  <a:cubicBezTo>
                    <a:pt x="6169" y="7145"/>
                    <a:pt x="6431" y="7121"/>
                    <a:pt x="6669" y="7073"/>
                  </a:cubicBezTo>
                  <a:close/>
                  <a:moveTo>
                    <a:pt x="9288" y="4668"/>
                  </a:moveTo>
                  <a:cubicBezTo>
                    <a:pt x="10574" y="5097"/>
                    <a:pt x="11503" y="6311"/>
                    <a:pt x="11503" y="7740"/>
                  </a:cubicBezTo>
                  <a:cubicBezTo>
                    <a:pt x="11503" y="9574"/>
                    <a:pt x="10074" y="11003"/>
                    <a:pt x="8288" y="11003"/>
                  </a:cubicBezTo>
                  <a:cubicBezTo>
                    <a:pt x="7479" y="11003"/>
                    <a:pt x="6740" y="10693"/>
                    <a:pt x="6169" y="10193"/>
                  </a:cubicBezTo>
                  <a:cubicBezTo>
                    <a:pt x="6788" y="9526"/>
                    <a:pt x="7121" y="8669"/>
                    <a:pt x="7098" y="7740"/>
                  </a:cubicBezTo>
                  <a:lnTo>
                    <a:pt x="7121" y="7740"/>
                  </a:lnTo>
                  <a:cubicBezTo>
                    <a:pt x="7121" y="7478"/>
                    <a:pt x="7098" y="7216"/>
                    <a:pt x="7026" y="6931"/>
                  </a:cubicBezTo>
                  <a:cubicBezTo>
                    <a:pt x="8098" y="6573"/>
                    <a:pt x="8931" y="5740"/>
                    <a:pt x="9288" y="4668"/>
                  </a:cubicBezTo>
                  <a:close/>
                  <a:moveTo>
                    <a:pt x="5931" y="1"/>
                  </a:moveTo>
                  <a:cubicBezTo>
                    <a:pt x="3954" y="1"/>
                    <a:pt x="2358" y="1620"/>
                    <a:pt x="2358" y="3573"/>
                  </a:cubicBezTo>
                  <a:cubicBezTo>
                    <a:pt x="2358" y="3859"/>
                    <a:pt x="2382" y="4121"/>
                    <a:pt x="2454" y="4382"/>
                  </a:cubicBezTo>
                  <a:cubicBezTo>
                    <a:pt x="1025" y="4859"/>
                    <a:pt x="1" y="6192"/>
                    <a:pt x="1" y="7788"/>
                  </a:cubicBezTo>
                  <a:cubicBezTo>
                    <a:pt x="1" y="8264"/>
                    <a:pt x="96" y="8693"/>
                    <a:pt x="263" y="9122"/>
                  </a:cubicBezTo>
                  <a:cubicBezTo>
                    <a:pt x="299" y="9194"/>
                    <a:pt x="377" y="9225"/>
                    <a:pt x="444" y="9225"/>
                  </a:cubicBezTo>
                  <a:cubicBezTo>
                    <a:pt x="465" y="9225"/>
                    <a:pt x="484" y="9222"/>
                    <a:pt x="501" y="9217"/>
                  </a:cubicBezTo>
                  <a:cubicBezTo>
                    <a:pt x="596" y="9169"/>
                    <a:pt x="620" y="9050"/>
                    <a:pt x="596" y="8979"/>
                  </a:cubicBezTo>
                  <a:cubicBezTo>
                    <a:pt x="453" y="8574"/>
                    <a:pt x="358" y="8169"/>
                    <a:pt x="358" y="7740"/>
                  </a:cubicBezTo>
                  <a:cubicBezTo>
                    <a:pt x="358" y="6311"/>
                    <a:pt x="1287" y="5121"/>
                    <a:pt x="2573" y="4692"/>
                  </a:cubicBezTo>
                  <a:cubicBezTo>
                    <a:pt x="2930" y="5764"/>
                    <a:pt x="3764" y="6597"/>
                    <a:pt x="4835" y="6954"/>
                  </a:cubicBezTo>
                  <a:cubicBezTo>
                    <a:pt x="4788" y="7097"/>
                    <a:pt x="4764" y="7240"/>
                    <a:pt x="4764" y="7359"/>
                  </a:cubicBezTo>
                  <a:cubicBezTo>
                    <a:pt x="4740" y="7550"/>
                    <a:pt x="4740" y="7716"/>
                    <a:pt x="4764" y="7907"/>
                  </a:cubicBezTo>
                  <a:cubicBezTo>
                    <a:pt x="4788" y="8717"/>
                    <a:pt x="5145" y="9526"/>
                    <a:pt x="5716" y="10122"/>
                  </a:cubicBezTo>
                  <a:cubicBezTo>
                    <a:pt x="5145" y="10646"/>
                    <a:pt x="4407" y="10931"/>
                    <a:pt x="3597" y="10931"/>
                  </a:cubicBezTo>
                  <a:cubicBezTo>
                    <a:pt x="2573" y="10931"/>
                    <a:pt x="1573" y="10431"/>
                    <a:pt x="977" y="9598"/>
                  </a:cubicBezTo>
                  <a:cubicBezTo>
                    <a:pt x="952" y="9547"/>
                    <a:pt x="906" y="9523"/>
                    <a:pt x="857" y="9523"/>
                  </a:cubicBezTo>
                  <a:cubicBezTo>
                    <a:pt x="816" y="9523"/>
                    <a:pt x="772" y="9541"/>
                    <a:pt x="739" y="9574"/>
                  </a:cubicBezTo>
                  <a:cubicBezTo>
                    <a:pt x="668" y="9622"/>
                    <a:pt x="668" y="9741"/>
                    <a:pt x="715" y="9812"/>
                  </a:cubicBezTo>
                  <a:cubicBezTo>
                    <a:pt x="1406" y="10717"/>
                    <a:pt x="2478" y="11289"/>
                    <a:pt x="3597" y="11289"/>
                  </a:cubicBezTo>
                  <a:cubicBezTo>
                    <a:pt x="4502" y="11289"/>
                    <a:pt x="5335" y="10955"/>
                    <a:pt x="5954" y="10408"/>
                  </a:cubicBezTo>
                  <a:cubicBezTo>
                    <a:pt x="6574" y="10955"/>
                    <a:pt x="7407" y="11289"/>
                    <a:pt x="8312" y="11289"/>
                  </a:cubicBezTo>
                  <a:cubicBezTo>
                    <a:pt x="10265" y="11289"/>
                    <a:pt x="11884" y="9693"/>
                    <a:pt x="11884" y="7716"/>
                  </a:cubicBezTo>
                  <a:cubicBezTo>
                    <a:pt x="11860" y="6192"/>
                    <a:pt x="10813" y="4859"/>
                    <a:pt x="9408" y="4382"/>
                  </a:cubicBezTo>
                  <a:cubicBezTo>
                    <a:pt x="9479" y="4121"/>
                    <a:pt x="9503" y="3859"/>
                    <a:pt x="9503" y="3573"/>
                  </a:cubicBezTo>
                  <a:cubicBezTo>
                    <a:pt x="9503" y="2763"/>
                    <a:pt x="9241" y="2001"/>
                    <a:pt x="8717" y="1382"/>
                  </a:cubicBezTo>
                  <a:cubicBezTo>
                    <a:pt x="8691" y="1331"/>
                    <a:pt x="8645" y="1307"/>
                    <a:pt x="8597" y="1307"/>
                  </a:cubicBezTo>
                  <a:cubicBezTo>
                    <a:pt x="8555" y="1307"/>
                    <a:pt x="8512" y="1325"/>
                    <a:pt x="8479" y="1358"/>
                  </a:cubicBezTo>
                  <a:cubicBezTo>
                    <a:pt x="8407" y="1406"/>
                    <a:pt x="8407" y="1525"/>
                    <a:pt x="8455" y="1572"/>
                  </a:cubicBezTo>
                  <a:cubicBezTo>
                    <a:pt x="8907" y="2144"/>
                    <a:pt x="9146" y="2835"/>
                    <a:pt x="9146" y="3573"/>
                  </a:cubicBezTo>
                  <a:cubicBezTo>
                    <a:pt x="9146" y="3811"/>
                    <a:pt x="9122" y="4049"/>
                    <a:pt x="9050" y="4287"/>
                  </a:cubicBezTo>
                  <a:cubicBezTo>
                    <a:pt x="8812" y="4240"/>
                    <a:pt x="8550" y="4216"/>
                    <a:pt x="8288" y="4216"/>
                  </a:cubicBezTo>
                  <a:cubicBezTo>
                    <a:pt x="7383" y="4216"/>
                    <a:pt x="6550" y="4525"/>
                    <a:pt x="5931" y="5097"/>
                  </a:cubicBezTo>
                  <a:cubicBezTo>
                    <a:pt x="5311" y="4525"/>
                    <a:pt x="4478" y="4216"/>
                    <a:pt x="3573" y="4216"/>
                  </a:cubicBezTo>
                  <a:cubicBezTo>
                    <a:pt x="3311" y="4216"/>
                    <a:pt x="3049" y="4240"/>
                    <a:pt x="2811" y="4287"/>
                  </a:cubicBezTo>
                  <a:cubicBezTo>
                    <a:pt x="2739" y="4049"/>
                    <a:pt x="2716" y="3811"/>
                    <a:pt x="2716" y="3573"/>
                  </a:cubicBezTo>
                  <a:cubicBezTo>
                    <a:pt x="2716" y="1787"/>
                    <a:pt x="4168" y="358"/>
                    <a:pt x="5931" y="358"/>
                  </a:cubicBezTo>
                  <a:cubicBezTo>
                    <a:pt x="6669" y="358"/>
                    <a:pt x="7360" y="596"/>
                    <a:pt x="7931" y="1048"/>
                  </a:cubicBezTo>
                  <a:cubicBezTo>
                    <a:pt x="7964" y="1082"/>
                    <a:pt x="8002" y="1099"/>
                    <a:pt x="8041" y="1099"/>
                  </a:cubicBezTo>
                  <a:cubicBezTo>
                    <a:pt x="8086" y="1099"/>
                    <a:pt x="8131" y="1076"/>
                    <a:pt x="8169" y="1025"/>
                  </a:cubicBezTo>
                  <a:cubicBezTo>
                    <a:pt x="8217" y="929"/>
                    <a:pt x="8217" y="834"/>
                    <a:pt x="8122" y="787"/>
                  </a:cubicBezTo>
                  <a:cubicBezTo>
                    <a:pt x="7502" y="286"/>
                    <a:pt x="6740" y="1"/>
                    <a:pt x="59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2" name="Google Shape;22672;p98"/>
          <p:cNvGrpSpPr/>
          <p:nvPr/>
        </p:nvGrpSpPr>
        <p:grpSpPr>
          <a:xfrm>
            <a:off x="6296018" y="2842153"/>
            <a:ext cx="307482" cy="354172"/>
            <a:chOff x="6181713" y="2994553"/>
            <a:chExt cx="307482" cy="354172"/>
          </a:xfrm>
        </p:grpSpPr>
        <p:sp>
          <p:nvSpPr>
            <p:cNvPr id="22673" name="Google Shape;22673;p98"/>
            <p:cNvSpPr/>
            <p:nvPr/>
          </p:nvSpPr>
          <p:spPr>
            <a:xfrm>
              <a:off x="6186692" y="3000069"/>
              <a:ext cx="296093" cy="342962"/>
            </a:xfrm>
            <a:custGeom>
              <a:rect b="b" l="l" r="r" t="t"/>
              <a:pathLst>
                <a:path extrusionOk="0" h="11503" w="9931">
                  <a:moveTo>
                    <a:pt x="5001" y="0"/>
                  </a:moveTo>
                  <a:lnTo>
                    <a:pt x="0" y="2882"/>
                  </a:lnTo>
                  <a:lnTo>
                    <a:pt x="0" y="8621"/>
                  </a:lnTo>
                  <a:lnTo>
                    <a:pt x="4954" y="11503"/>
                  </a:lnTo>
                  <a:lnTo>
                    <a:pt x="9931" y="8621"/>
                  </a:lnTo>
                  <a:lnTo>
                    <a:pt x="9931" y="2882"/>
                  </a:lnTo>
                  <a:lnTo>
                    <a:pt x="5001"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98"/>
            <p:cNvSpPr/>
            <p:nvPr/>
          </p:nvSpPr>
          <p:spPr>
            <a:xfrm>
              <a:off x="6320176" y="3076754"/>
              <a:ext cx="163327" cy="266278"/>
            </a:xfrm>
            <a:custGeom>
              <a:rect b="b" l="l" r="r" t="t"/>
              <a:pathLst>
                <a:path extrusionOk="0" h="8931" w="5478">
                  <a:moveTo>
                    <a:pt x="5001" y="0"/>
                  </a:moveTo>
                  <a:lnTo>
                    <a:pt x="5001" y="5763"/>
                  </a:lnTo>
                  <a:lnTo>
                    <a:pt x="0" y="8645"/>
                  </a:lnTo>
                  <a:lnTo>
                    <a:pt x="477" y="8931"/>
                  </a:lnTo>
                  <a:lnTo>
                    <a:pt x="5478" y="6049"/>
                  </a:lnTo>
                  <a:lnTo>
                    <a:pt x="5478" y="310"/>
                  </a:lnTo>
                  <a:lnTo>
                    <a:pt x="5001" y="0"/>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98"/>
            <p:cNvSpPr/>
            <p:nvPr/>
          </p:nvSpPr>
          <p:spPr>
            <a:xfrm>
              <a:off x="6229984" y="3049771"/>
              <a:ext cx="210911" cy="244990"/>
            </a:xfrm>
            <a:custGeom>
              <a:rect b="b" l="l" r="r" t="t"/>
              <a:pathLst>
                <a:path extrusionOk="0" h="8217" w="7074">
                  <a:moveTo>
                    <a:pt x="3549" y="0"/>
                  </a:moveTo>
                  <a:lnTo>
                    <a:pt x="1" y="2048"/>
                  </a:lnTo>
                  <a:lnTo>
                    <a:pt x="1" y="6144"/>
                  </a:lnTo>
                  <a:lnTo>
                    <a:pt x="3549" y="8216"/>
                  </a:lnTo>
                  <a:lnTo>
                    <a:pt x="7074" y="6144"/>
                  </a:lnTo>
                  <a:lnTo>
                    <a:pt x="7074" y="2048"/>
                  </a:lnTo>
                  <a:lnTo>
                    <a:pt x="3549" y="0"/>
                  </a:ln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98"/>
            <p:cNvSpPr/>
            <p:nvPr/>
          </p:nvSpPr>
          <p:spPr>
            <a:xfrm>
              <a:off x="6318745" y="3101590"/>
              <a:ext cx="122152" cy="193171"/>
            </a:xfrm>
            <a:custGeom>
              <a:rect b="b" l="l" r="r" t="t"/>
              <a:pathLst>
                <a:path extrusionOk="0" h="6479" w="4097">
                  <a:moveTo>
                    <a:pt x="3597" y="1"/>
                  </a:moveTo>
                  <a:lnTo>
                    <a:pt x="3597" y="3978"/>
                  </a:lnTo>
                  <a:cubicBezTo>
                    <a:pt x="3597" y="4025"/>
                    <a:pt x="3573" y="4049"/>
                    <a:pt x="3549" y="4097"/>
                  </a:cubicBezTo>
                  <a:lnTo>
                    <a:pt x="1" y="6145"/>
                  </a:lnTo>
                  <a:lnTo>
                    <a:pt x="572" y="6478"/>
                  </a:lnTo>
                  <a:lnTo>
                    <a:pt x="4097" y="4406"/>
                  </a:lnTo>
                  <a:lnTo>
                    <a:pt x="4097" y="310"/>
                  </a:lnTo>
                  <a:lnTo>
                    <a:pt x="3597" y="1"/>
                  </a:ln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98"/>
            <p:cNvSpPr/>
            <p:nvPr/>
          </p:nvSpPr>
          <p:spPr>
            <a:xfrm>
              <a:off x="6187408" y="3000069"/>
              <a:ext cx="148419" cy="110793"/>
            </a:xfrm>
            <a:custGeom>
              <a:rect b="b" l="l" r="r" t="t"/>
              <a:pathLst>
                <a:path extrusionOk="0" h="3716" w="4978">
                  <a:moveTo>
                    <a:pt x="4977" y="0"/>
                  </a:moveTo>
                  <a:lnTo>
                    <a:pt x="0" y="2882"/>
                  </a:lnTo>
                  <a:lnTo>
                    <a:pt x="1429" y="3715"/>
                  </a:lnTo>
                  <a:lnTo>
                    <a:pt x="4977" y="1667"/>
                  </a:lnTo>
                  <a:lnTo>
                    <a:pt x="4977"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98"/>
            <p:cNvSpPr/>
            <p:nvPr/>
          </p:nvSpPr>
          <p:spPr>
            <a:xfrm>
              <a:off x="6335799" y="3000069"/>
              <a:ext cx="147704" cy="110793"/>
            </a:xfrm>
            <a:custGeom>
              <a:rect b="b" l="l" r="r" t="t"/>
              <a:pathLst>
                <a:path extrusionOk="0" h="3716" w="4954">
                  <a:moveTo>
                    <a:pt x="0" y="0"/>
                  </a:moveTo>
                  <a:lnTo>
                    <a:pt x="0" y="1667"/>
                  </a:lnTo>
                  <a:lnTo>
                    <a:pt x="3525" y="3715"/>
                  </a:lnTo>
                  <a:lnTo>
                    <a:pt x="4954" y="2882"/>
                  </a:lnTo>
                  <a:lnTo>
                    <a:pt x="0" y="0"/>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98"/>
            <p:cNvSpPr/>
            <p:nvPr/>
          </p:nvSpPr>
          <p:spPr>
            <a:xfrm>
              <a:off x="6469282" y="3078155"/>
              <a:ext cx="14222" cy="15653"/>
            </a:xfrm>
            <a:custGeom>
              <a:rect b="b" l="l" r="r" t="t"/>
              <a:pathLst>
                <a:path extrusionOk="0" h="525" w="477">
                  <a:moveTo>
                    <a:pt x="0" y="1"/>
                  </a:moveTo>
                  <a:lnTo>
                    <a:pt x="0" y="525"/>
                  </a:lnTo>
                  <a:lnTo>
                    <a:pt x="477" y="263"/>
                  </a:lnTo>
                  <a:lnTo>
                    <a:pt x="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98"/>
            <p:cNvSpPr/>
            <p:nvPr/>
          </p:nvSpPr>
          <p:spPr>
            <a:xfrm>
              <a:off x="6187408" y="3232241"/>
              <a:ext cx="148419" cy="110793"/>
            </a:xfrm>
            <a:custGeom>
              <a:rect b="b" l="l" r="r" t="t"/>
              <a:pathLst>
                <a:path extrusionOk="0" h="3716" w="4978">
                  <a:moveTo>
                    <a:pt x="1429" y="0"/>
                  </a:moveTo>
                  <a:lnTo>
                    <a:pt x="0" y="834"/>
                  </a:lnTo>
                  <a:lnTo>
                    <a:pt x="4977" y="3716"/>
                  </a:lnTo>
                  <a:lnTo>
                    <a:pt x="4977" y="2049"/>
                  </a:lnTo>
                  <a:lnTo>
                    <a:pt x="142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98"/>
            <p:cNvSpPr/>
            <p:nvPr/>
          </p:nvSpPr>
          <p:spPr>
            <a:xfrm>
              <a:off x="6335799" y="3232241"/>
              <a:ext cx="147704" cy="110793"/>
            </a:xfrm>
            <a:custGeom>
              <a:rect b="b" l="l" r="r" t="t"/>
              <a:pathLst>
                <a:path extrusionOk="0" h="3716" w="4954">
                  <a:moveTo>
                    <a:pt x="3525" y="0"/>
                  </a:moveTo>
                  <a:lnTo>
                    <a:pt x="0" y="2049"/>
                  </a:lnTo>
                  <a:lnTo>
                    <a:pt x="0" y="3716"/>
                  </a:lnTo>
                  <a:lnTo>
                    <a:pt x="4954" y="834"/>
                  </a:lnTo>
                  <a:lnTo>
                    <a:pt x="3525"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98"/>
            <p:cNvSpPr/>
            <p:nvPr/>
          </p:nvSpPr>
          <p:spPr>
            <a:xfrm>
              <a:off x="6334368" y="3249295"/>
              <a:ext cx="149135" cy="93738"/>
            </a:xfrm>
            <a:custGeom>
              <a:rect b="b" l="l" r="r" t="t"/>
              <a:pathLst>
                <a:path extrusionOk="0" h="3144" w="5002">
                  <a:moveTo>
                    <a:pt x="4502" y="0"/>
                  </a:moveTo>
                  <a:lnTo>
                    <a:pt x="1" y="2596"/>
                  </a:lnTo>
                  <a:lnTo>
                    <a:pt x="1" y="3144"/>
                  </a:lnTo>
                  <a:lnTo>
                    <a:pt x="5002" y="262"/>
                  </a:lnTo>
                  <a:lnTo>
                    <a:pt x="4502"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98"/>
            <p:cNvSpPr/>
            <p:nvPr/>
          </p:nvSpPr>
          <p:spPr>
            <a:xfrm>
              <a:off x="6321577" y="3326666"/>
              <a:ext cx="14252" cy="16368"/>
            </a:xfrm>
            <a:custGeom>
              <a:rect b="b" l="l" r="r" t="t"/>
              <a:pathLst>
                <a:path extrusionOk="0" h="549" w="478">
                  <a:moveTo>
                    <a:pt x="477" y="1"/>
                  </a:moveTo>
                  <a:lnTo>
                    <a:pt x="1" y="263"/>
                  </a:lnTo>
                  <a:lnTo>
                    <a:pt x="477" y="549"/>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98"/>
            <p:cNvSpPr/>
            <p:nvPr/>
          </p:nvSpPr>
          <p:spPr>
            <a:xfrm>
              <a:off x="6290360" y="3140648"/>
              <a:ext cx="89475" cy="10674"/>
            </a:xfrm>
            <a:custGeom>
              <a:rect b="b" l="l" r="r" t="t"/>
              <a:pathLst>
                <a:path extrusionOk="0" h="358" w="3001">
                  <a:moveTo>
                    <a:pt x="214" y="0"/>
                  </a:moveTo>
                  <a:cubicBezTo>
                    <a:pt x="119" y="0"/>
                    <a:pt x="48" y="72"/>
                    <a:pt x="24" y="167"/>
                  </a:cubicBezTo>
                  <a:cubicBezTo>
                    <a:pt x="0" y="286"/>
                    <a:pt x="95" y="358"/>
                    <a:pt x="214" y="358"/>
                  </a:cubicBezTo>
                  <a:lnTo>
                    <a:pt x="2834" y="358"/>
                  </a:lnTo>
                  <a:cubicBezTo>
                    <a:pt x="2906" y="358"/>
                    <a:pt x="2977" y="310"/>
                    <a:pt x="3001" y="215"/>
                  </a:cubicBezTo>
                  <a:cubicBezTo>
                    <a:pt x="3001" y="120"/>
                    <a:pt x="2906"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98"/>
            <p:cNvSpPr/>
            <p:nvPr/>
          </p:nvSpPr>
          <p:spPr>
            <a:xfrm>
              <a:off x="6290360" y="3166916"/>
              <a:ext cx="89475" cy="10674"/>
            </a:xfrm>
            <a:custGeom>
              <a:rect b="b" l="l" r="r" t="t"/>
              <a:pathLst>
                <a:path extrusionOk="0" h="358" w="3001">
                  <a:moveTo>
                    <a:pt x="214" y="1"/>
                  </a:moveTo>
                  <a:cubicBezTo>
                    <a:pt x="119" y="1"/>
                    <a:pt x="48" y="48"/>
                    <a:pt x="24" y="143"/>
                  </a:cubicBezTo>
                  <a:cubicBezTo>
                    <a:pt x="0" y="263"/>
                    <a:pt x="95" y="358"/>
                    <a:pt x="214" y="358"/>
                  </a:cubicBezTo>
                  <a:lnTo>
                    <a:pt x="2834" y="358"/>
                  </a:lnTo>
                  <a:cubicBezTo>
                    <a:pt x="2906" y="358"/>
                    <a:pt x="2977" y="286"/>
                    <a:pt x="3001" y="191"/>
                  </a:cubicBezTo>
                  <a:cubicBezTo>
                    <a:pt x="3001" y="72"/>
                    <a:pt x="2906"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98"/>
            <p:cNvSpPr/>
            <p:nvPr/>
          </p:nvSpPr>
          <p:spPr>
            <a:xfrm>
              <a:off x="6308816" y="3191782"/>
              <a:ext cx="51848" cy="10674"/>
            </a:xfrm>
            <a:custGeom>
              <a:rect b="b" l="l" r="r" t="t"/>
              <a:pathLst>
                <a:path extrusionOk="0" h="358" w="1739">
                  <a:moveTo>
                    <a:pt x="215" y="0"/>
                  </a:moveTo>
                  <a:cubicBezTo>
                    <a:pt x="119" y="0"/>
                    <a:pt x="48" y="48"/>
                    <a:pt x="24" y="143"/>
                  </a:cubicBezTo>
                  <a:cubicBezTo>
                    <a:pt x="0" y="262"/>
                    <a:pt x="96" y="357"/>
                    <a:pt x="215" y="357"/>
                  </a:cubicBezTo>
                  <a:lnTo>
                    <a:pt x="1524" y="357"/>
                  </a:lnTo>
                  <a:cubicBezTo>
                    <a:pt x="1620" y="357"/>
                    <a:pt x="1667" y="286"/>
                    <a:pt x="1691" y="191"/>
                  </a:cubicBezTo>
                  <a:cubicBezTo>
                    <a:pt x="1739" y="72"/>
                    <a:pt x="1644" y="0"/>
                    <a:pt x="1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98"/>
            <p:cNvSpPr/>
            <p:nvPr/>
          </p:nvSpPr>
          <p:spPr>
            <a:xfrm>
              <a:off x="6181713" y="2994553"/>
              <a:ext cx="307482" cy="354172"/>
            </a:xfrm>
            <a:custGeom>
              <a:rect b="b" l="l" r="r" t="t"/>
              <a:pathLst>
                <a:path extrusionOk="0" h="11879" w="10313">
                  <a:moveTo>
                    <a:pt x="4954" y="471"/>
                  </a:moveTo>
                  <a:lnTo>
                    <a:pt x="4954" y="1733"/>
                  </a:lnTo>
                  <a:lnTo>
                    <a:pt x="1596" y="3662"/>
                  </a:lnTo>
                  <a:lnTo>
                    <a:pt x="477" y="3067"/>
                  </a:lnTo>
                  <a:lnTo>
                    <a:pt x="929" y="2805"/>
                  </a:lnTo>
                  <a:lnTo>
                    <a:pt x="4954" y="471"/>
                  </a:lnTo>
                  <a:close/>
                  <a:moveTo>
                    <a:pt x="9955" y="3353"/>
                  </a:moveTo>
                  <a:lnTo>
                    <a:pt x="9955" y="8520"/>
                  </a:lnTo>
                  <a:lnTo>
                    <a:pt x="8860" y="7877"/>
                  </a:lnTo>
                  <a:lnTo>
                    <a:pt x="8860" y="3995"/>
                  </a:lnTo>
                  <a:lnTo>
                    <a:pt x="9955" y="3353"/>
                  </a:lnTo>
                  <a:close/>
                  <a:moveTo>
                    <a:pt x="5311" y="471"/>
                  </a:moveTo>
                  <a:lnTo>
                    <a:pt x="9764" y="3067"/>
                  </a:lnTo>
                  <a:lnTo>
                    <a:pt x="8669" y="3686"/>
                  </a:lnTo>
                  <a:lnTo>
                    <a:pt x="6669" y="2519"/>
                  </a:lnTo>
                  <a:cubicBezTo>
                    <a:pt x="6645" y="2503"/>
                    <a:pt x="6618" y="2495"/>
                    <a:pt x="6591" y="2495"/>
                  </a:cubicBezTo>
                  <a:cubicBezTo>
                    <a:pt x="6536" y="2495"/>
                    <a:pt x="6478" y="2527"/>
                    <a:pt x="6430" y="2590"/>
                  </a:cubicBezTo>
                  <a:cubicBezTo>
                    <a:pt x="6383" y="2686"/>
                    <a:pt x="6407" y="2757"/>
                    <a:pt x="6502" y="2829"/>
                  </a:cubicBezTo>
                  <a:lnTo>
                    <a:pt x="8502" y="3995"/>
                  </a:lnTo>
                  <a:lnTo>
                    <a:pt x="8502" y="7877"/>
                  </a:lnTo>
                  <a:lnTo>
                    <a:pt x="5121" y="9830"/>
                  </a:lnTo>
                  <a:lnTo>
                    <a:pt x="1763" y="7877"/>
                  </a:lnTo>
                  <a:lnTo>
                    <a:pt x="1763" y="3995"/>
                  </a:lnTo>
                  <a:lnTo>
                    <a:pt x="5121" y="2043"/>
                  </a:lnTo>
                  <a:lnTo>
                    <a:pt x="5811" y="2424"/>
                  </a:lnTo>
                  <a:cubicBezTo>
                    <a:pt x="5849" y="2452"/>
                    <a:pt x="5886" y="2465"/>
                    <a:pt x="5921" y="2465"/>
                  </a:cubicBezTo>
                  <a:cubicBezTo>
                    <a:pt x="5974" y="2465"/>
                    <a:pt x="6021" y="2434"/>
                    <a:pt x="6049" y="2376"/>
                  </a:cubicBezTo>
                  <a:cubicBezTo>
                    <a:pt x="6121" y="2281"/>
                    <a:pt x="6073" y="2186"/>
                    <a:pt x="6002" y="2138"/>
                  </a:cubicBezTo>
                  <a:lnTo>
                    <a:pt x="5311" y="1757"/>
                  </a:lnTo>
                  <a:lnTo>
                    <a:pt x="5311" y="471"/>
                  </a:lnTo>
                  <a:close/>
                  <a:moveTo>
                    <a:pt x="1620" y="8211"/>
                  </a:moveTo>
                  <a:lnTo>
                    <a:pt x="4978" y="10140"/>
                  </a:lnTo>
                  <a:lnTo>
                    <a:pt x="4978" y="11402"/>
                  </a:lnTo>
                  <a:lnTo>
                    <a:pt x="2739" y="10116"/>
                  </a:lnTo>
                  <a:lnTo>
                    <a:pt x="524" y="8830"/>
                  </a:lnTo>
                  <a:lnTo>
                    <a:pt x="1620" y="8211"/>
                  </a:lnTo>
                  <a:close/>
                  <a:moveTo>
                    <a:pt x="8669" y="8211"/>
                  </a:moveTo>
                  <a:lnTo>
                    <a:pt x="9764" y="8830"/>
                  </a:lnTo>
                  <a:lnTo>
                    <a:pt x="7550" y="10116"/>
                  </a:lnTo>
                  <a:lnTo>
                    <a:pt x="5311" y="11402"/>
                  </a:lnTo>
                  <a:lnTo>
                    <a:pt x="5311" y="10140"/>
                  </a:lnTo>
                  <a:lnTo>
                    <a:pt x="8669" y="8211"/>
                  </a:lnTo>
                  <a:close/>
                  <a:moveTo>
                    <a:pt x="5156" y="1"/>
                  </a:moveTo>
                  <a:cubicBezTo>
                    <a:pt x="5127" y="1"/>
                    <a:pt x="5097" y="7"/>
                    <a:pt x="5073" y="18"/>
                  </a:cubicBezTo>
                  <a:lnTo>
                    <a:pt x="96" y="2924"/>
                  </a:lnTo>
                  <a:cubicBezTo>
                    <a:pt x="48" y="2948"/>
                    <a:pt x="1" y="2995"/>
                    <a:pt x="1" y="3067"/>
                  </a:cubicBezTo>
                  <a:lnTo>
                    <a:pt x="1" y="6520"/>
                  </a:lnTo>
                  <a:cubicBezTo>
                    <a:pt x="1" y="6615"/>
                    <a:pt x="72" y="6663"/>
                    <a:pt x="167" y="6687"/>
                  </a:cubicBezTo>
                  <a:cubicBezTo>
                    <a:pt x="189" y="6695"/>
                    <a:pt x="209" y="6699"/>
                    <a:pt x="227" y="6699"/>
                  </a:cubicBezTo>
                  <a:cubicBezTo>
                    <a:pt x="310" y="6699"/>
                    <a:pt x="358" y="6617"/>
                    <a:pt x="358" y="6520"/>
                  </a:cubicBezTo>
                  <a:lnTo>
                    <a:pt x="358" y="3353"/>
                  </a:lnTo>
                  <a:lnTo>
                    <a:pt x="1477" y="3995"/>
                  </a:lnTo>
                  <a:lnTo>
                    <a:pt x="1477" y="7877"/>
                  </a:lnTo>
                  <a:lnTo>
                    <a:pt x="358" y="8520"/>
                  </a:lnTo>
                  <a:lnTo>
                    <a:pt x="358" y="7329"/>
                  </a:lnTo>
                  <a:cubicBezTo>
                    <a:pt x="358" y="7234"/>
                    <a:pt x="310" y="7163"/>
                    <a:pt x="215" y="7139"/>
                  </a:cubicBezTo>
                  <a:cubicBezTo>
                    <a:pt x="202" y="7136"/>
                    <a:pt x="190" y="7135"/>
                    <a:pt x="178" y="7135"/>
                  </a:cubicBezTo>
                  <a:cubicBezTo>
                    <a:pt x="77" y="7135"/>
                    <a:pt x="1" y="7223"/>
                    <a:pt x="1" y="7329"/>
                  </a:cubicBezTo>
                  <a:lnTo>
                    <a:pt x="1" y="8806"/>
                  </a:lnTo>
                  <a:cubicBezTo>
                    <a:pt x="1" y="8877"/>
                    <a:pt x="48" y="8925"/>
                    <a:pt x="96" y="8949"/>
                  </a:cubicBezTo>
                  <a:lnTo>
                    <a:pt x="5073" y="11854"/>
                  </a:lnTo>
                  <a:cubicBezTo>
                    <a:pt x="5097" y="11878"/>
                    <a:pt x="5121" y="11878"/>
                    <a:pt x="5168" y="11878"/>
                  </a:cubicBezTo>
                  <a:cubicBezTo>
                    <a:pt x="5192" y="11878"/>
                    <a:pt x="5216" y="11878"/>
                    <a:pt x="5240" y="11854"/>
                  </a:cubicBezTo>
                  <a:lnTo>
                    <a:pt x="10217" y="8949"/>
                  </a:lnTo>
                  <a:cubicBezTo>
                    <a:pt x="10288" y="8925"/>
                    <a:pt x="10312" y="8877"/>
                    <a:pt x="10312" y="8806"/>
                  </a:cubicBezTo>
                  <a:lnTo>
                    <a:pt x="10312" y="3067"/>
                  </a:lnTo>
                  <a:cubicBezTo>
                    <a:pt x="10312" y="2995"/>
                    <a:pt x="10241" y="2948"/>
                    <a:pt x="10217" y="2924"/>
                  </a:cubicBezTo>
                  <a:lnTo>
                    <a:pt x="5240" y="18"/>
                  </a:lnTo>
                  <a:cubicBezTo>
                    <a:pt x="5216" y="7"/>
                    <a:pt x="5186" y="1"/>
                    <a:pt x="51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8" name="Google Shape;22688;p98"/>
          <p:cNvGrpSpPr/>
          <p:nvPr/>
        </p:nvGrpSpPr>
        <p:grpSpPr>
          <a:xfrm>
            <a:off x="7000121" y="2841974"/>
            <a:ext cx="353606" cy="353636"/>
            <a:chOff x="6733416" y="2994374"/>
            <a:chExt cx="353606" cy="353636"/>
          </a:xfrm>
        </p:grpSpPr>
        <p:sp>
          <p:nvSpPr>
            <p:cNvPr id="22689" name="Google Shape;22689;p98"/>
            <p:cNvSpPr/>
            <p:nvPr/>
          </p:nvSpPr>
          <p:spPr>
            <a:xfrm>
              <a:off x="6791646" y="3159820"/>
              <a:ext cx="67471" cy="159779"/>
            </a:xfrm>
            <a:custGeom>
              <a:rect b="b" l="l" r="r" t="t"/>
              <a:pathLst>
                <a:path extrusionOk="0" h="5359" w="2263">
                  <a:moveTo>
                    <a:pt x="0" y="0"/>
                  </a:moveTo>
                  <a:lnTo>
                    <a:pt x="0" y="5359"/>
                  </a:lnTo>
                  <a:lnTo>
                    <a:pt x="2263" y="5359"/>
                  </a:lnTo>
                  <a:lnTo>
                    <a:pt x="2263"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98"/>
            <p:cNvSpPr/>
            <p:nvPr/>
          </p:nvSpPr>
          <p:spPr>
            <a:xfrm>
              <a:off x="6825725" y="3159820"/>
              <a:ext cx="33393" cy="159779"/>
            </a:xfrm>
            <a:custGeom>
              <a:rect b="b" l="l" r="r" t="t"/>
              <a:pathLst>
                <a:path extrusionOk="0" h="5359" w="1120">
                  <a:moveTo>
                    <a:pt x="1120" y="0"/>
                  </a:moveTo>
                  <a:lnTo>
                    <a:pt x="0" y="643"/>
                  </a:lnTo>
                  <a:lnTo>
                    <a:pt x="0" y="5359"/>
                  </a:lnTo>
                  <a:lnTo>
                    <a:pt x="1120" y="5359"/>
                  </a:lnTo>
                  <a:lnTo>
                    <a:pt x="1120"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98"/>
            <p:cNvSpPr/>
            <p:nvPr/>
          </p:nvSpPr>
          <p:spPr>
            <a:xfrm>
              <a:off x="6844896" y="3159820"/>
              <a:ext cx="14222" cy="159779"/>
            </a:xfrm>
            <a:custGeom>
              <a:rect b="b" l="l" r="r" t="t"/>
              <a:pathLst>
                <a:path extrusionOk="0" h="5359" w="477">
                  <a:moveTo>
                    <a:pt x="477" y="0"/>
                  </a:moveTo>
                  <a:lnTo>
                    <a:pt x="0" y="262"/>
                  </a:lnTo>
                  <a:lnTo>
                    <a:pt x="0" y="5359"/>
                  </a:lnTo>
                  <a:lnTo>
                    <a:pt x="477" y="5359"/>
                  </a:lnTo>
                  <a:lnTo>
                    <a:pt x="477"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98"/>
            <p:cNvSpPr/>
            <p:nvPr/>
          </p:nvSpPr>
          <p:spPr>
            <a:xfrm>
              <a:off x="6886071" y="3048340"/>
              <a:ext cx="67471" cy="271257"/>
            </a:xfrm>
            <a:custGeom>
              <a:rect b="b" l="l" r="r" t="t"/>
              <a:pathLst>
                <a:path extrusionOk="0" h="9098" w="2263">
                  <a:moveTo>
                    <a:pt x="1" y="1"/>
                  </a:moveTo>
                  <a:lnTo>
                    <a:pt x="1" y="9098"/>
                  </a:lnTo>
                  <a:lnTo>
                    <a:pt x="2263" y="9098"/>
                  </a:lnTo>
                  <a:lnTo>
                    <a:pt x="2263"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98"/>
            <p:cNvSpPr/>
            <p:nvPr/>
          </p:nvSpPr>
          <p:spPr>
            <a:xfrm>
              <a:off x="6919434" y="3049771"/>
              <a:ext cx="34108" cy="269826"/>
            </a:xfrm>
            <a:custGeom>
              <a:rect b="b" l="l" r="r" t="t"/>
              <a:pathLst>
                <a:path extrusionOk="0" h="9050" w="1144">
                  <a:moveTo>
                    <a:pt x="1144" y="0"/>
                  </a:moveTo>
                  <a:lnTo>
                    <a:pt x="1" y="643"/>
                  </a:lnTo>
                  <a:lnTo>
                    <a:pt x="1" y="9050"/>
                  </a:lnTo>
                  <a:lnTo>
                    <a:pt x="1144" y="9050"/>
                  </a:lnTo>
                  <a:lnTo>
                    <a:pt x="11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98"/>
            <p:cNvSpPr/>
            <p:nvPr/>
          </p:nvSpPr>
          <p:spPr>
            <a:xfrm>
              <a:off x="6939321" y="3048340"/>
              <a:ext cx="14222" cy="271257"/>
            </a:xfrm>
            <a:custGeom>
              <a:rect b="b" l="l" r="r" t="t"/>
              <a:pathLst>
                <a:path extrusionOk="0" h="9098" w="477">
                  <a:moveTo>
                    <a:pt x="477" y="1"/>
                  </a:moveTo>
                  <a:lnTo>
                    <a:pt x="1" y="310"/>
                  </a:lnTo>
                  <a:lnTo>
                    <a:pt x="1" y="9098"/>
                  </a:lnTo>
                  <a:lnTo>
                    <a:pt x="477" y="9098"/>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98"/>
            <p:cNvSpPr/>
            <p:nvPr/>
          </p:nvSpPr>
          <p:spPr>
            <a:xfrm>
              <a:off x="6979095" y="3111548"/>
              <a:ext cx="67471" cy="208049"/>
            </a:xfrm>
            <a:custGeom>
              <a:rect b="b" l="l" r="r" t="t"/>
              <a:pathLst>
                <a:path extrusionOk="0" h="6978" w="2263">
                  <a:moveTo>
                    <a:pt x="0" y="0"/>
                  </a:moveTo>
                  <a:lnTo>
                    <a:pt x="0" y="6978"/>
                  </a:lnTo>
                  <a:lnTo>
                    <a:pt x="2263" y="6978"/>
                  </a:lnTo>
                  <a:lnTo>
                    <a:pt x="2263"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98"/>
            <p:cNvSpPr/>
            <p:nvPr/>
          </p:nvSpPr>
          <p:spPr>
            <a:xfrm>
              <a:off x="7012458" y="3112234"/>
              <a:ext cx="34108" cy="207363"/>
            </a:xfrm>
            <a:custGeom>
              <a:rect b="b" l="l" r="r" t="t"/>
              <a:pathLst>
                <a:path extrusionOk="0" h="6955" w="1144">
                  <a:moveTo>
                    <a:pt x="1144" y="1"/>
                  </a:moveTo>
                  <a:lnTo>
                    <a:pt x="0" y="668"/>
                  </a:lnTo>
                  <a:lnTo>
                    <a:pt x="0" y="6955"/>
                  </a:lnTo>
                  <a:lnTo>
                    <a:pt x="1144" y="6955"/>
                  </a:lnTo>
                  <a:lnTo>
                    <a:pt x="1144" y="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98"/>
            <p:cNvSpPr/>
            <p:nvPr/>
          </p:nvSpPr>
          <p:spPr>
            <a:xfrm>
              <a:off x="7033061" y="3111548"/>
              <a:ext cx="13506" cy="208049"/>
            </a:xfrm>
            <a:custGeom>
              <a:rect b="b" l="l" r="r" t="t"/>
              <a:pathLst>
                <a:path extrusionOk="0" h="6978" w="453">
                  <a:moveTo>
                    <a:pt x="453" y="0"/>
                  </a:moveTo>
                  <a:lnTo>
                    <a:pt x="0" y="310"/>
                  </a:lnTo>
                  <a:lnTo>
                    <a:pt x="0" y="6978"/>
                  </a:lnTo>
                  <a:lnTo>
                    <a:pt x="453" y="6978"/>
                  </a:lnTo>
                  <a:lnTo>
                    <a:pt x="45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98"/>
            <p:cNvSpPr/>
            <p:nvPr/>
          </p:nvSpPr>
          <p:spPr>
            <a:xfrm>
              <a:off x="6791646" y="3140112"/>
              <a:ext cx="67471" cy="38909"/>
            </a:xfrm>
            <a:custGeom>
              <a:rect b="b" l="l" r="r" t="t"/>
              <a:pathLst>
                <a:path extrusionOk="0" h="1305" w="2263">
                  <a:moveTo>
                    <a:pt x="1131" y="1"/>
                  </a:moveTo>
                  <a:cubicBezTo>
                    <a:pt x="1102" y="1"/>
                    <a:pt x="1072" y="7"/>
                    <a:pt x="1048" y="18"/>
                  </a:cubicBezTo>
                  <a:lnTo>
                    <a:pt x="0" y="661"/>
                  </a:lnTo>
                  <a:lnTo>
                    <a:pt x="1143" y="1304"/>
                  </a:lnTo>
                  <a:lnTo>
                    <a:pt x="2263" y="661"/>
                  </a:lnTo>
                  <a:lnTo>
                    <a:pt x="1215" y="18"/>
                  </a:lnTo>
                  <a:cubicBezTo>
                    <a:pt x="1191" y="7"/>
                    <a:pt x="1161" y="1"/>
                    <a:pt x="1131"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98"/>
            <p:cNvSpPr/>
            <p:nvPr/>
          </p:nvSpPr>
          <p:spPr>
            <a:xfrm>
              <a:off x="6886071" y="3030063"/>
              <a:ext cx="67471" cy="38909"/>
            </a:xfrm>
            <a:custGeom>
              <a:rect b="b" l="l" r="r" t="t"/>
              <a:pathLst>
                <a:path extrusionOk="0" h="1305" w="2263">
                  <a:moveTo>
                    <a:pt x="1120" y="0"/>
                  </a:moveTo>
                  <a:cubicBezTo>
                    <a:pt x="1090" y="0"/>
                    <a:pt x="1060" y="6"/>
                    <a:pt x="1025" y="18"/>
                  </a:cubicBezTo>
                  <a:lnTo>
                    <a:pt x="1" y="661"/>
                  </a:lnTo>
                  <a:lnTo>
                    <a:pt x="1120" y="1304"/>
                  </a:lnTo>
                  <a:lnTo>
                    <a:pt x="2263" y="661"/>
                  </a:lnTo>
                  <a:lnTo>
                    <a:pt x="1215" y="18"/>
                  </a:lnTo>
                  <a:cubicBezTo>
                    <a:pt x="1179" y="6"/>
                    <a:pt x="1150"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98"/>
            <p:cNvSpPr/>
            <p:nvPr/>
          </p:nvSpPr>
          <p:spPr>
            <a:xfrm>
              <a:off x="6912338" y="3030063"/>
              <a:ext cx="41204" cy="38193"/>
            </a:xfrm>
            <a:custGeom>
              <a:rect b="b" l="l" r="r" t="t"/>
              <a:pathLst>
                <a:path extrusionOk="0" h="1281" w="1382">
                  <a:moveTo>
                    <a:pt x="275" y="0"/>
                  </a:moveTo>
                  <a:cubicBezTo>
                    <a:pt x="245" y="0"/>
                    <a:pt x="215" y="6"/>
                    <a:pt x="191" y="18"/>
                  </a:cubicBezTo>
                  <a:lnTo>
                    <a:pt x="1" y="113"/>
                  </a:lnTo>
                  <a:lnTo>
                    <a:pt x="787" y="566"/>
                  </a:lnTo>
                  <a:cubicBezTo>
                    <a:pt x="834" y="590"/>
                    <a:pt x="834" y="661"/>
                    <a:pt x="787" y="685"/>
                  </a:cubicBezTo>
                  <a:lnTo>
                    <a:pt x="1" y="1137"/>
                  </a:lnTo>
                  <a:lnTo>
                    <a:pt x="239" y="1280"/>
                  </a:lnTo>
                  <a:lnTo>
                    <a:pt x="1382" y="614"/>
                  </a:lnTo>
                  <a:lnTo>
                    <a:pt x="358" y="18"/>
                  </a:lnTo>
                  <a:cubicBezTo>
                    <a:pt x="334" y="6"/>
                    <a:pt x="304" y="0"/>
                    <a:pt x="275"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98"/>
            <p:cNvSpPr/>
            <p:nvPr/>
          </p:nvSpPr>
          <p:spPr>
            <a:xfrm>
              <a:off x="6818629" y="3141006"/>
              <a:ext cx="40489" cy="38014"/>
            </a:xfrm>
            <a:custGeom>
              <a:rect b="b" l="l" r="r" t="t"/>
              <a:pathLst>
                <a:path extrusionOk="0" h="1275" w="1358">
                  <a:moveTo>
                    <a:pt x="262" y="0"/>
                  </a:moveTo>
                  <a:cubicBezTo>
                    <a:pt x="232" y="0"/>
                    <a:pt x="203" y="12"/>
                    <a:pt x="167" y="36"/>
                  </a:cubicBezTo>
                  <a:lnTo>
                    <a:pt x="0" y="108"/>
                  </a:lnTo>
                  <a:lnTo>
                    <a:pt x="762" y="560"/>
                  </a:lnTo>
                  <a:cubicBezTo>
                    <a:pt x="834" y="584"/>
                    <a:pt x="834" y="655"/>
                    <a:pt x="762" y="679"/>
                  </a:cubicBezTo>
                  <a:lnTo>
                    <a:pt x="0" y="1132"/>
                  </a:lnTo>
                  <a:lnTo>
                    <a:pt x="238" y="1274"/>
                  </a:lnTo>
                  <a:lnTo>
                    <a:pt x="1358" y="631"/>
                  </a:lnTo>
                  <a:lnTo>
                    <a:pt x="357" y="36"/>
                  </a:lnTo>
                  <a:cubicBezTo>
                    <a:pt x="322" y="12"/>
                    <a:pt x="292" y="0"/>
                    <a:pt x="262"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98"/>
            <p:cNvSpPr/>
            <p:nvPr/>
          </p:nvSpPr>
          <p:spPr>
            <a:xfrm>
              <a:off x="6979095" y="3093242"/>
              <a:ext cx="67471" cy="38909"/>
            </a:xfrm>
            <a:custGeom>
              <a:rect b="b" l="l" r="r" t="t"/>
              <a:pathLst>
                <a:path extrusionOk="0" h="1305" w="2263">
                  <a:moveTo>
                    <a:pt x="1131" y="1"/>
                  </a:moveTo>
                  <a:cubicBezTo>
                    <a:pt x="1102" y="1"/>
                    <a:pt x="1072" y="7"/>
                    <a:pt x="1048" y="19"/>
                  </a:cubicBezTo>
                  <a:lnTo>
                    <a:pt x="0" y="638"/>
                  </a:lnTo>
                  <a:lnTo>
                    <a:pt x="1119" y="1305"/>
                  </a:lnTo>
                  <a:lnTo>
                    <a:pt x="2263" y="638"/>
                  </a:lnTo>
                  <a:lnTo>
                    <a:pt x="1215" y="19"/>
                  </a:lnTo>
                  <a:cubicBezTo>
                    <a:pt x="1191" y="7"/>
                    <a:pt x="1161" y="1"/>
                    <a:pt x="1131" y="1"/>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98"/>
            <p:cNvSpPr/>
            <p:nvPr/>
          </p:nvSpPr>
          <p:spPr>
            <a:xfrm>
              <a:off x="7005362" y="3093957"/>
              <a:ext cx="41204" cy="38193"/>
            </a:xfrm>
            <a:custGeom>
              <a:rect b="b" l="l" r="r" t="t"/>
              <a:pathLst>
                <a:path extrusionOk="0" h="1281" w="1382">
                  <a:moveTo>
                    <a:pt x="274" y="1"/>
                  </a:moveTo>
                  <a:cubicBezTo>
                    <a:pt x="244" y="1"/>
                    <a:pt x="215" y="7"/>
                    <a:pt x="191" y="19"/>
                  </a:cubicBezTo>
                  <a:lnTo>
                    <a:pt x="0" y="114"/>
                  </a:lnTo>
                  <a:lnTo>
                    <a:pt x="786" y="566"/>
                  </a:lnTo>
                  <a:cubicBezTo>
                    <a:pt x="834" y="590"/>
                    <a:pt x="834" y="661"/>
                    <a:pt x="786" y="685"/>
                  </a:cubicBezTo>
                  <a:lnTo>
                    <a:pt x="0" y="1138"/>
                  </a:lnTo>
                  <a:lnTo>
                    <a:pt x="238" y="1281"/>
                  </a:lnTo>
                  <a:lnTo>
                    <a:pt x="1382" y="614"/>
                  </a:lnTo>
                  <a:lnTo>
                    <a:pt x="358" y="19"/>
                  </a:lnTo>
                  <a:cubicBezTo>
                    <a:pt x="334" y="7"/>
                    <a:pt x="304" y="1"/>
                    <a:pt x="274" y="1"/>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98"/>
            <p:cNvSpPr/>
            <p:nvPr/>
          </p:nvSpPr>
          <p:spPr>
            <a:xfrm>
              <a:off x="6737680" y="3319570"/>
              <a:ext cx="343678" cy="23464"/>
            </a:xfrm>
            <a:custGeom>
              <a:rect b="b" l="l" r="r" t="t"/>
              <a:pathLst>
                <a:path extrusionOk="0" h="787" w="11527">
                  <a:moveTo>
                    <a:pt x="119" y="1"/>
                  </a:moveTo>
                  <a:cubicBezTo>
                    <a:pt x="48" y="1"/>
                    <a:pt x="0" y="48"/>
                    <a:pt x="0" y="120"/>
                  </a:cubicBezTo>
                  <a:lnTo>
                    <a:pt x="0" y="667"/>
                  </a:lnTo>
                  <a:cubicBezTo>
                    <a:pt x="0" y="739"/>
                    <a:pt x="48" y="787"/>
                    <a:pt x="119" y="787"/>
                  </a:cubicBezTo>
                  <a:lnTo>
                    <a:pt x="11407" y="787"/>
                  </a:lnTo>
                  <a:cubicBezTo>
                    <a:pt x="11455" y="787"/>
                    <a:pt x="11526" y="739"/>
                    <a:pt x="11526" y="667"/>
                  </a:cubicBezTo>
                  <a:lnTo>
                    <a:pt x="11526" y="120"/>
                  </a:lnTo>
                  <a:cubicBezTo>
                    <a:pt x="11526" y="48"/>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98"/>
            <p:cNvSpPr/>
            <p:nvPr/>
          </p:nvSpPr>
          <p:spPr>
            <a:xfrm>
              <a:off x="7063591" y="3319570"/>
              <a:ext cx="17770" cy="23464"/>
            </a:xfrm>
            <a:custGeom>
              <a:rect b="b" l="l" r="r" t="t"/>
              <a:pathLst>
                <a:path extrusionOk="0" h="787" w="596">
                  <a:moveTo>
                    <a:pt x="0" y="1"/>
                  </a:moveTo>
                  <a:cubicBezTo>
                    <a:pt x="48" y="1"/>
                    <a:pt x="119" y="48"/>
                    <a:pt x="119" y="120"/>
                  </a:cubicBezTo>
                  <a:lnTo>
                    <a:pt x="119" y="667"/>
                  </a:lnTo>
                  <a:cubicBezTo>
                    <a:pt x="119" y="739"/>
                    <a:pt x="48" y="787"/>
                    <a:pt x="0" y="787"/>
                  </a:cubicBezTo>
                  <a:lnTo>
                    <a:pt x="476" y="787"/>
                  </a:lnTo>
                  <a:cubicBezTo>
                    <a:pt x="524" y="787"/>
                    <a:pt x="595" y="739"/>
                    <a:pt x="595" y="667"/>
                  </a:cubicBezTo>
                  <a:lnTo>
                    <a:pt x="595" y="120"/>
                  </a:lnTo>
                  <a:cubicBezTo>
                    <a:pt x="595" y="48"/>
                    <a:pt x="524" y="1"/>
                    <a:pt x="47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98"/>
            <p:cNvSpPr/>
            <p:nvPr/>
          </p:nvSpPr>
          <p:spPr>
            <a:xfrm>
              <a:off x="6733416" y="2994374"/>
              <a:ext cx="353606" cy="353636"/>
            </a:xfrm>
            <a:custGeom>
              <a:rect b="b" l="l" r="r" t="t"/>
              <a:pathLst>
                <a:path extrusionOk="0" h="11861" w="11860">
                  <a:moveTo>
                    <a:pt x="6240" y="1382"/>
                  </a:moveTo>
                  <a:lnTo>
                    <a:pt x="7026" y="1858"/>
                  </a:lnTo>
                  <a:lnTo>
                    <a:pt x="6240" y="2334"/>
                  </a:lnTo>
                  <a:lnTo>
                    <a:pt x="5478" y="1858"/>
                  </a:lnTo>
                  <a:lnTo>
                    <a:pt x="6240" y="1382"/>
                  </a:lnTo>
                  <a:close/>
                  <a:moveTo>
                    <a:pt x="9359" y="3478"/>
                  </a:moveTo>
                  <a:lnTo>
                    <a:pt x="10145" y="3954"/>
                  </a:lnTo>
                  <a:lnTo>
                    <a:pt x="9907" y="4121"/>
                  </a:lnTo>
                  <a:lnTo>
                    <a:pt x="9359" y="4430"/>
                  </a:lnTo>
                  <a:lnTo>
                    <a:pt x="8597" y="3954"/>
                  </a:lnTo>
                  <a:lnTo>
                    <a:pt x="9359" y="3478"/>
                  </a:lnTo>
                  <a:close/>
                  <a:moveTo>
                    <a:pt x="3072" y="5073"/>
                  </a:moveTo>
                  <a:lnTo>
                    <a:pt x="3858" y="5549"/>
                  </a:lnTo>
                  <a:lnTo>
                    <a:pt x="3644" y="5668"/>
                  </a:lnTo>
                  <a:lnTo>
                    <a:pt x="3072" y="5978"/>
                  </a:lnTo>
                  <a:lnTo>
                    <a:pt x="2310" y="5549"/>
                  </a:lnTo>
                  <a:lnTo>
                    <a:pt x="3072" y="5073"/>
                  </a:lnTo>
                  <a:close/>
                  <a:moveTo>
                    <a:pt x="5287" y="2120"/>
                  </a:moveTo>
                  <a:lnTo>
                    <a:pt x="6049" y="2573"/>
                  </a:lnTo>
                  <a:lnTo>
                    <a:pt x="6049" y="10693"/>
                  </a:lnTo>
                  <a:lnTo>
                    <a:pt x="5287" y="10693"/>
                  </a:lnTo>
                  <a:lnTo>
                    <a:pt x="5287" y="2120"/>
                  </a:lnTo>
                  <a:close/>
                  <a:moveTo>
                    <a:pt x="4049" y="5835"/>
                  </a:moveTo>
                  <a:lnTo>
                    <a:pt x="4049" y="5978"/>
                  </a:lnTo>
                  <a:lnTo>
                    <a:pt x="4049" y="10717"/>
                  </a:lnTo>
                  <a:lnTo>
                    <a:pt x="3263" y="10717"/>
                  </a:lnTo>
                  <a:lnTo>
                    <a:pt x="3263" y="6311"/>
                  </a:lnTo>
                  <a:lnTo>
                    <a:pt x="3954" y="5930"/>
                  </a:lnTo>
                  <a:lnTo>
                    <a:pt x="4049" y="5835"/>
                  </a:lnTo>
                  <a:close/>
                  <a:moveTo>
                    <a:pt x="7216" y="2144"/>
                  </a:moveTo>
                  <a:lnTo>
                    <a:pt x="7216" y="10717"/>
                  </a:lnTo>
                  <a:lnTo>
                    <a:pt x="6454" y="10717"/>
                  </a:lnTo>
                  <a:lnTo>
                    <a:pt x="6454" y="2596"/>
                  </a:lnTo>
                  <a:lnTo>
                    <a:pt x="6549" y="2525"/>
                  </a:lnTo>
                  <a:lnTo>
                    <a:pt x="7216" y="2144"/>
                  </a:lnTo>
                  <a:close/>
                  <a:moveTo>
                    <a:pt x="8407" y="4263"/>
                  </a:moveTo>
                  <a:lnTo>
                    <a:pt x="9193" y="4716"/>
                  </a:lnTo>
                  <a:lnTo>
                    <a:pt x="9193" y="10717"/>
                  </a:lnTo>
                  <a:lnTo>
                    <a:pt x="8407" y="10717"/>
                  </a:lnTo>
                  <a:lnTo>
                    <a:pt x="8407" y="4263"/>
                  </a:lnTo>
                  <a:close/>
                  <a:moveTo>
                    <a:pt x="11455" y="11051"/>
                  </a:moveTo>
                  <a:lnTo>
                    <a:pt x="11455" y="11527"/>
                  </a:lnTo>
                  <a:lnTo>
                    <a:pt x="286" y="11527"/>
                  </a:lnTo>
                  <a:lnTo>
                    <a:pt x="286" y="11051"/>
                  </a:lnTo>
                  <a:close/>
                  <a:moveTo>
                    <a:pt x="905" y="1"/>
                  </a:moveTo>
                  <a:cubicBezTo>
                    <a:pt x="786" y="1"/>
                    <a:pt x="715" y="72"/>
                    <a:pt x="715" y="191"/>
                  </a:cubicBezTo>
                  <a:lnTo>
                    <a:pt x="715" y="977"/>
                  </a:lnTo>
                  <a:lnTo>
                    <a:pt x="500" y="977"/>
                  </a:lnTo>
                  <a:cubicBezTo>
                    <a:pt x="405" y="977"/>
                    <a:pt x="310" y="1049"/>
                    <a:pt x="310" y="1144"/>
                  </a:cubicBezTo>
                  <a:cubicBezTo>
                    <a:pt x="310" y="1263"/>
                    <a:pt x="381" y="1334"/>
                    <a:pt x="500" y="1334"/>
                  </a:cubicBezTo>
                  <a:lnTo>
                    <a:pt x="715" y="1334"/>
                  </a:lnTo>
                  <a:lnTo>
                    <a:pt x="715" y="2239"/>
                  </a:lnTo>
                  <a:lnTo>
                    <a:pt x="500" y="2239"/>
                  </a:lnTo>
                  <a:cubicBezTo>
                    <a:pt x="405" y="2239"/>
                    <a:pt x="310" y="2287"/>
                    <a:pt x="310" y="2382"/>
                  </a:cubicBezTo>
                  <a:cubicBezTo>
                    <a:pt x="310" y="2501"/>
                    <a:pt x="381" y="2596"/>
                    <a:pt x="500" y="2596"/>
                  </a:cubicBezTo>
                  <a:lnTo>
                    <a:pt x="715" y="2596"/>
                  </a:lnTo>
                  <a:lnTo>
                    <a:pt x="715" y="3478"/>
                  </a:lnTo>
                  <a:lnTo>
                    <a:pt x="500" y="3478"/>
                  </a:lnTo>
                  <a:cubicBezTo>
                    <a:pt x="405" y="3478"/>
                    <a:pt x="310" y="3549"/>
                    <a:pt x="310" y="3644"/>
                  </a:cubicBezTo>
                  <a:cubicBezTo>
                    <a:pt x="310" y="3763"/>
                    <a:pt x="381" y="3835"/>
                    <a:pt x="500" y="3835"/>
                  </a:cubicBezTo>
                  <a:lnTo>
                    <a:pt x="715" y="3835"/>
                  </a:lnTo>
                  <a:lnTo>
                    <a:pt x="715" y="4740"/>
                  </a:lnTo>
                  <a:lnTo>
                    <a:pt x="500" y="4740"/>
                  </a:lnTo>
                  <a:cubicBezTo>
                    <a:pt x="405" y="4740"/>
                    <a:pt x="310" y="4787"/>
                    <a:pt x="310" y="4883"/>
                  </a:cubicBezTo>
                  <a:cubicBezTo>
                    <a:pt x="310" y="5002"/>
                    <a:pt x="381" y="5097"/>
                    <a:pt x="500" y="5097"/>
                  </a:cubicBezTo>
                  <a:lnTo>
                    <a:pt x="715" y="5097"/>
                  </a:lnTo>
                  <a:lnTo>
                    <a:pt x="715" y="5978"/>
                  </a:lnTo>
                  <a:lnTo>
                    <a:pt x="500" y="5978"/>
                  </a:lnTo>
                  <a:cubicBezTo>
                    <a:pt x="405" y="5978"/>
                    <a:pt x="310" y="6050"/>
                    <a:pt x="310" y="6145"/>
                  </a:cubicBezTo>
                  <a:cubicBezTo>
                    <a:pt x="310" y="6264"/>
                    <a:pt x="381" y="6335"/>
                    <a:pt x="500" y="6335"/>
                  </a:cubicBezTo>
                  <a:lnTo>
                    <a:pt x="715" y="6335"/>
                  </a:lnTo>
                  <a:lnTo>
                    <a:pt x="715" y="7240"/>
                  </a:lnTo>
                  <a:lnTo>
                    <a:pt x="500" y="7240"/>
                  </a:lnTo>
                  <a:cubicBezTo>
                    <a:pt x="405" y="7240"/>
                    <a:pt x="310" y="7288"/>
                    <a:pt x="310" y="7383"/>
                  </a:cubicBezTo>
                  <a:cubicBezTo>
                    <a:pt x="310" y="7502"/>
                    <a:pt x="381" y="7597"/>
                    <a:pt x="500" y="7597"/>
                  </a:cubicBezTo>
                  <a:lnTo>
                    <a:pt x="715" y="7597"/>
                  </a:lnTo>
                  <a:lnTo>
                    <a:pt x="715" y="8479"/>
                  </a:lnTo>
                  <a:lnTo>
                    <a:pt x="500" y="8479"/>
                  </a:lnTo>
                  <a:cubicBezTo>
                    <a:pt x="405" y="8479"/>
                    <a:pt x="310" y="8550"/>
                    <a:pt x="310" y="8645"/>
                  </a:cubicBezTo>
                  <a:cubicBezTo>
                    <a:pt x="310" y="8764"/>
                    <a:pt x="381" y="8836"/>
                    <a:pt x="500" y="8836"/>
                  </a:cubicBezTo>
                  <a:lnTo>
                    <a:pt x="715" y="8836"/>
                  </a:lnTo>
                  <a:lnTo>
                    <a:pt x="715" y="9741"/>
                  </a:lnTo>
                  <a:lnTo>
                    <a:pt x="524" y="9741"/>
                  </a:lnTo>
                  <a:cubicBezTo>
                    <a:pt x="429" y="9741"/>
                    <a:pt x="358" y="9788"/>
                    <a:pt x="358" y="9884"/>
                  </a:cubicBezTo>
                  <a:cubicBezTo>
                    <a:pt x="358" y="9979"/>
                    <a:pt x="405" y="10074"/>
                    <a:pt x="500" y="10074"/>
                  </a:cubicBezTo>
                  <a:lnTo>
                    <a:pt x="715" y="10074"/>
                  </a:lnTo>
                  <a:lnTo>
                    <a:pt x="715" y="10693"/>
                  </a:lnTo>
                  <a:lnTo>
                    <a:pt x="286" y="10693"/>
                  </a:lnTo>
                  <a:cubicBezTo>
                    <a:pt x="143" y="10693"/>
                    <a:pt x="0" y="10812"/>
                    <a:pt x="0" y="10979"/>
                  </a:cubicBezTo>
                  <a:lnTo>
                    <a:pt x="0" y="11551"/>
                  </a:lnTo>
                  <a:cubicBezTo>
                    <a:pt x="0" y="11694"/>
                    <a:pt x="119" y="11860"/>
                    <a:pt x="286" y="11860"/>
                  </a:cubicBezTo>
                  <a:lnTo>
                    <a:pt x="11574" y="11860"/>
                  </a:lnTo>
                  <a:cubicBezTo>
                    <a:pt x="11717" y="11860"/>
                    <a:pt x="11860" y="11741"/>
                    <a:pt x="11860" y="11551"/>
                  </a:cubicBezTo>
                  <a:lnTo>
                    <a:pt x="11860" y="10979"/>
                  </a:lnTo>
                  <a:cubicBezTo>
                    <a:pt x="11812" y="10836"/>
                    <a:pt x="11693" y="10717"/>
                    <a:pt x="11503" y="10717"/>
                  </a:cubicBezTo>
                  <a:lnTo>
                    <a:pt x="10669" y="10717"/>
                  </a:lnTo>
                  <a:lnTo>
                    <a:pt x="10669" y="6216"/>
                  </a:lnTo>
                  <a:cubicBezTo>
                    <a:pt x="10669" y="6145"/>
                    <a:pt x="10622" y="6050"/>
                    <a:pt x="10526" y="6050"/>
                  </a:cubicBezTo>
                  <a:cubicBezTo>
                    <a:pt x="10407" y="6050"/>
                    <a:pt x="10312" y="6097"/>
                    <a:pt x="10312" y="6216"/>
                  </a:cubicBezTo>
                  <a:lnTo>
                    <a:pt x="10312" y="10717"/>
                  </a:lnTo>
                  <a:lnTo>
                    <a:pt x="9550" y="10717"/>
                  </a:lnTo>
                  <a:lnTo>
                    <a:pt x="9550" y="4716"/>
                  </a:lnTo>
                  <a:lnTo>
                    <a:pt x="10312" y="4263"/>
                  </a:lnTo>
                  <a:lnTo>
                    <a:pt x="10312" y="5407"/>
                  </a:lnTo>
                  <a:cubicBezTo>
                    <a:pt x="10312" y="5502"/>
                    <a:pt x="10384" y="5597"/>
                    <a:pt x="10479" y="5597"/>
                  </a:cubicBezTo>
                  <a:cubicBezTo>
                    <a:pt x="10598" y="5597"/>
                    <a:pt x="10669" y="5526"/>
                    <a:pt x="10669" y="5407"/>
                  </a:cubicBezTo>
                  <a:lnTo>
                    <a:pt x="10669" y="3930"/>
                  </a:lnTo>
                  <a:cubicBezTo>
                    <a:pt x="10669" y="3859"/>
                    <a:pt x="10645" y="3811"/>
                    <a:pt x="10598" y="3787"/>
                  </a:cubicBezTo>
                  <a:lnTo>
                    <a:pt x="9550" y="3144"/>
                  </a:lnTo>
                  <a:cubicBezTo>
                    <a:pt x="9490" y="3120"/>
                    <a:pt x="9431" y="3108"/>
                    <a:pt x="9374" y="3108"/>
                  </a:cubicBezTo>
                  <a:cubicBezTo>
                    <a:pt x="9318" y="3108"/>
                    <a:pt x="9264" y="3120"/>
                    <a:pt x="9217" y="3144"/>
                  </a:cubicBezTo>
                  <a:lnTo>
                    <a:pt x="8169" y="3787"/>
                  </a:lnTo>
                  <a:cubicBezTo>
                    <a:pt x="8121" y="3811"/>
                    <a:pt x="8097" y="3859"/>
                    <a:pt x="8097" y="3930"/>
                  </a:cubicBezTo>
                  <a:lnTo>
                    <a:pt x="8097" y="10693"/>
                  </a:lnTo>
                  <a:lnTo>
                    <a:pt x="7526" y="10693"/>
                  </a:lnTo>
                  <a:lnTo>
                    <a:pt x="7526" y="1811"/>
                  </a:lnTo>
                  <a:lnTo>
                    <a:pt x="7526" y="1787"/>
                  </a:lnTo>
                  <a:cubicBezTo>
                    <a:pt x="7526" y="1739"/>
                    <a:pt x="7502" y="1691"/>
                    <a:pt x="7431" y="1668"/>
                  </a:cubicBezTo>
                  <a:lnTo>
                    <a:pt x="6383" y="1049"/>
                  </a:lnTo>
                  <a:cubicBezTo>
                    <a:pt x="6323" y="1013"/>
                    <a:pt x="6264" y="995"/>
                    <a:pt x="6210" y="995"/>
                  </a:cubicBezTo>
                  <a:cubicBezTo>
                    <a:pt x="6156" y="995"/>
                    <a:pt x="6109" y="1013"/>
                    <a:pt x="6073" y="1049"/>
                  </a:cubicBezTo>
                  <a:lnTo>
                    <a:pt x="5025" y="1668"/>
                  </a:lnTo>
                  <a:cubicBezTo>
                    <a:pt x="5001" y="1668"/>
                    <a:pt x="5001" y="1691"/>
                    <a:pt x="5001" y="1691"/>
                  </a:cubicBezTo>
                  <a:cubicBezTo>
                    <a:pt x="4954" y="1739"/>
                    <a:pt x="4954" y="1763"/>
                    <a:pt x="4954" y="1811"/>
                  </a:cubicBezTo>
                  <a:lnTo>
                    <a:pt x="4954" y="10693"/>
                  </a:lnTo>
                  <a:lnTo>
                    <a:pt x="4430" y="10693"/>
                  </a:lnTo>
                  <a:lnTo>
                    <a:pt x="4430" y="5502"/>
                  </a:lnTo>
                  <a:cubicBezTo>
                    <a:pt x="4430" y="5478"/>
                    <a:pt x="4406" y="5454"/>
                    <a:pt x="4358" y="5430"/>
                  </a:cubicBezTo>
                  <a:cubicBezTo>
                    <a:pt x="4335" y="5430"/>
                    <a:pt x="4335" y="5383"/>
                    <a:pt x="4311" y="5383"/>
                  </a:cubicBezTo>
                  <a:cubicBezTo>
                    <a:pt x="4287" y="5359"/>
                    <a:pt x="3287" y="4787"/>
                    <a:pt x="3287" y="4787"/>
                  </a:cubicBezTo>
                  <a:cubicBezTo>
                    <a:pt x="3227" y="4764"/>
                    <a:pt x="3168" y="4752"/>
                    <a:pt x="3114" y="4752"/>
                  </a:cubicBezTo>
                  <a:cubicBezTo>
                    <a:pt x="3061" y="4752"/>
                    <a:pt x="3013" y="4764"/>
                    <a:pt x="2977" y="4787"/>
                  </a:cubicBezTo>
                  <a:lnTo>
                    <a:pt x="1929" y="5430"/>
                  </a:lnTo>
                  <a:lnTo>
                    <a:pt x="1906" y="5454"/>
                  </a:lnTo>
                  <a:cubicBezTo>
                    <a:pt x="1858" y="5478"/>
                    <a:pt x="1834" y="5549"/>
                    <a:pt x="1858" y="5573"/>
                  </a:cubicBezTo>
                  <a:lnTo>
                    <a:pt x="1858" y="8598"/>
                  </a:lnTo>
                  <a:cubicBezTo>
                    <a:pt x="1858" y="8693"/>
                    <a:pt x="1929" y="8788"/>
                    <a:pt x="2048" y="8788"/>
                  </a:cubicBezTo>
                  <a:cubicBezTo>
                    <a:pt x="2168" y="8788"/>
                    <a:pt x="2191" y="8598"/>
                    <a:pt x="2191" y="8598"/>
                  </a:cubicBezTo>
                  <a:lnTo>
                    <a:pt x="2191" y="5835"/>
                  </a:lnTo>
                  <a:lnTo>
                    <a:pt x="2977" y="6288"/>
                  </a:lnTo>
                  <a:lnTo>
                    <a:pt x="2977" y="10693"/>
                  </a:lnTo>
                  <a:lnTo>
                    <a:pt x="2191" y="10693"/>
                  </a:lnTo>
                  <a:lnTo>
                    <a:pt x="2191" y="9384"/>
                  </a:lnTo>
                  <a:cubicBezTo>
                    <a:pt x="2191" y="9288"/>
                    <a:pt x="2144" y="9241"/>
                    <a:pt x="2072" y="9193"/>
                  </a:cubicBezTo>
                  <a:cubicBezTo>
                    <a:pt x="2060" y="9191"/>
                    <a:pt x="2047" y="9189"/>
                    <a:pt x="2035" y="9189"/>
                  </a:cubicBezTo>
                  <a:cubicBezTo>
                    <a:pt x="1930" y="9189"/>
                    <a:pt x="1834" y="9277"/>
                    <a:pt x="1834" y="9384"/>
                  </a:cubicBezTo>
                  <a:lnTo>
                    <a:pt x="1834" y="10693"/>
                  </a:lnTo>
                  <a:lnTo>
                    <a:pt x="1072" y="10693"/>
                  </a:lnTo>
                  <a:lnTo>
                    <a:pt x="1072" y="191"/>
                  </a:lnTo>
                  <a:cubicBezTo>
                    <a:pt x="1072" y="96"/>
                    <a:pt x="1001" y="1"/>
                    <a:pt x="9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7" name="Google Shape;22707;p98"/>
          <p:cNvGrpSpPr/>
          <p:nvPr/>
        </p:nvGrpSpPr>
        <p:grpSpPr>
          <a:xfrm>
            <a:off x="7743968" y="2841974"/>
            <a:ext cx="340845" cy="355037"/>
            <a:chOff x="7401063" y="2994374"/>
            <a:chExt cx="340845" cy="355037"/>
          </a:xfrm>
        </p:grpSpPr>
        <p:sp>
          <p:nvSpPr>
            <p:cNvPr id="22708" name="Google Shape;22708;p98"/>
            <p:cNvSpPr/>
            <p:nvPr/>
          </p:nvSpPr>
          <p:spPr>
            <a:xfrm>
              <a:off x="7570772" y="3174012"/>
              <a:ext cx="165473" cy="169021"/>
            </a:xfrm>
            <a:custGeom>
              <a:rect b="b" l="l" r="r" t="t"/>
              <a:pathLst>
                <a:path extrusionOk="0" h="5669" w="5550">
                  <a:moveTo>
                    <a:pt x="3668" y="1"/>
                  </a:moveTo>
                  <a:lnTo>
                    <a:pt x="1" y="1715"/>
                  </a:lnTo>
                  <a:lnTo>
                    <a:pt x="1" y="5669"/>
                  </a:lnTo>
                  <a:lnTo>
                    <a:pt x="5478" y="3025"/>
                  </a:lnTo>
                  <a:cubicBezTo>
                    <a:pt x="5502" y="3001"/>
                    <a:pt x="5549" y="2954"/>
                    <a:pt x="5502" y="2930"/>
                  </a:cubicBezTo>
                  <a:lnTo>
                    <a:pt x="3668"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98"/>
            <p:cNvSpPr/>
            <p:nvPr/>
          </p:nvSpPr>
          <p:spPr>
            <a:xfrm>
              <a:off x="7570772" y="3083134"/>
              <a:ext cx="109361" cy="142039"/>
            </a:xfrm>
            <a:custGeom>
              <a:rect b="b" l="l" r="r" t="t"/>
              <a:pathLst>
                <a:path extrusionOk="0" h="4764" w="3668">
                  <a:moveTo>
                    <a:pt x="1763" y="0"/>
                  </a:moveTo>
                  <a:lnTo>
                    <a:pt x="1" y="905"/>
                  </a:lnTo>
                  <a:lnTo>
                    <a:pt x="1" y="4763"/>
                  </a:lnTo>
                  <a:lnTo>
                    <a:pt x="3668" y="3049"/>
                  </a:lnTo>
                  <a:lnTo>
                    <a:pt x="1763"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98"/>
            <p:cNvSpPr/>
            <p:nvPr/>
          </p:nvSpPr>
          <p:spPr>
            <a:xfrm>
              <a:off x="7570772" y="3000069"/>
              <a:ext cx="52564" cy="110077"/>
            </a:xfrm>
            <a:custGeom>
              <a:rect b="b" l="l" r="r" t="t"/>
              <a:pathLst>
                <a:path extrusionOk="0" h="3692" w="1763">
                  <a:moveTo>
                    <a:pt x="1" y="0"/>
                  </a:moveTo>
                  <a:lnTo>
                    <a:pt x="1" y="3691"/>
                  </a:lnTo>
                  <a:lnTo>
                    <a:pt x="1763" y="2786"/>
                  </a:lnTo>
                  <a:lnTo>
                    <a:pt x="1" y="0"/>
                  </a:lnTo>
                  <a:close/>
                </a:path>
              </a:pathLst>
            </a:custGeom>
            <a:solidFill>
              <a:srgbClr val="CD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98"/>
            <p:cNvSpPr/>
            <p:nvPr/>
          </p:nvSpPr>
          <p:spPr>
            <a:xfrm>
              <a:off x="7665913" y="3173296"/>
              <a:ext cx="68902" cy="96601"/>
            </a:xfrm>
            <a:custGeom>
              <a:rect b="b" l="l" r="r" t="t"/>
              <a:pathLst>
                <a:path extrusionOk="0" h="3240" w="2311">
                  <a:moveTo>
                    <a:pt x="453" y="1"/>
                  </a:moveTo>
                  <a:lnTo>
                    <a:pt x="1" y="215"/>
                  </a:lnTo>
                  <a:lnTo>
                    <a:pt x="1882" y="3240"/>
                  </a:lnTo>
                  <a:lnTo>
                    <a:pt x="2263" y="3049"/>
                  </a:lnTo>
                  <a:cubicBezTo>
                    <a:pt x="2311" y="3049"/>
                    <a:pt x="2311" y="3002"/>
                    <a:pt x="2287" y="2954"/>
                  </a:cubicBezTo>
                  <a:lnTo>
                    <a:pt x="45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98"/>
            <p:cNvSpPr/>
            <p:nvPr/>
          </p:nvSpPr>
          <p:spPr>
            <a:xfrm>
              <a:off x="7610546" y="3082419"/>
              <a:ext cx="69588" cy="97316"/>
            </a:xfrm>
            <a:custGeom>
              <a:rect b="b" l="l" r="r" t="t"/>
              <a:pathLst>
                <a:path extrusionOk="0" h="3264" w="2334">
                  <a:moveTo>
                    <a:pt x="453" y="1"/>
                  </a:moveTo>
                  <a:lnTo>
                    <a:pt x="0" y="239"/>
                  </a:lnTo>
                  <a:lnTo>
                    <a:pt x="1881" y="3263"/>
                  </a:lnTo>
                  <a:lnTo>
                    <a:pt x="2334" y="3073"/>
                  </a:lnTo>
                  <a:lnTo>
                    <a:pt x="4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98"/>
            <p:cNvSpPr/>
            <p:nvPr/>
          </p:nvSpPr>
          <p:spPr>
            <a:xfrm>
              <a:off x="7570772" y="3000069"/>
              <a:ext cx="52564" cy="90190"/>
            </a:xfrm>
            <a:custGeom>
              <a:rect b="b" l="l" r="r" t="t"/>
              <a:pathLst>
                <a:path extrusionOk="0" h="3025" w="1763">
                  <a:moveTo>
                    <a:pt x="1" y="0"/>
                  </a:moveTo>
                  <a:lnTo>
                    <a:pt x="1" y="953"/>
                  </a:lnTo>
                  <a:lnTo>
                    <a:pt x="1310" y="3025"/>
                  </a:lnTo>
                  <a:lnTo>
                    <a:pt x="1763" y="2786"/>
                  </a:lnTo>
                  <a:lnTo>
                    <a:pt x="1" y="0"/>
                  </a:lnTo>
                  <a:close/>
                </a:path>
              </a:pathLst>
            </a:custGeom>
            <a:solidFill>
              <a:srgbClr val="BE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98"/>
            <p:cNvSpPr/>
            <p:nvPr/>
          </p:nvSpPr>
          <p:spPr>
            <a:xfrm>
              <a:off x="7405327" y="3174012"/>
              <a:ext cx="165473" cy="169021"/>
            </a:xfrm>
            <a:custGeom>
              <a:rect b="b" l="l" r="r" t="t"/>
              <a:pathLst>
                <a:path extrusionOk="0" h="5669" w="5550">
                  <a:moveTo>
                    <a:pt x="1882" y="1"/>
                  </a:moveTo>
                  <a:lnTo>
                    <a:pt x="48" y="2930"/>
                  </a:lnTo>
                  <a:cubicBezTo>
                    <a:pt x="1" y="2954"/>
                    <a:pt x="48" y="3001"/>
                    <a:pt x="72" y="3025"/>
                  </a:cubicBezTo>
                  <a:lnTo>
                    <a:pt x="5550" y="5669"/>
                  </a:lnTo>
                  <a:lnTo>
                    <a:pt x="5550" y="1715"/>
                  </a:lnTo>
                  <a:lnTo>
                    <a:pt x="1882"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98"/>
            <p:cNvSpPr/>
            <p:nvPr/>
          </p:nvSpPr>
          <p:spPr>
            <a:xfrm>
              <a:off x="7461439" y="3083134"/>
              <a:ext cx="109361" cy="142039"/>
            </a:xfrm>
            <a:custGeom>
              <a:rect b="b" l="l" r="r" t="t"/>
              <a:pathLst>
                <a:path extrusionOk="0" h="4764" w="3668">
                  <a:moveTo>
                    <a:pt x="1905" y="0"/>
                  </a:moveTo>
                  <a:lnTo>
                    <a:pt x="0" y="3049"/>
                  </a:lnTo>
                  <a:lnTo>
                    <a:pt x="3668" y="4763"/>
                  </a:lnTo>
                  <a:lnTo>
                    <a:pt x="3668" y="905"/>
                  </a:lnTo>
                  <a:lnTo>
                    <a:pt x="1905"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98"/>
            <p:cNvSpPr/>
            <p:nvPr/>
          </p:nvSpPr>
          <p:spPr>
            <a:xfrm>
              <a:off x="7570772" y="3089515"/>
              <a:ext cx="39087" cy="20632"/>
            </a:xfrm>
            <a:custGeom>
              <a:rect b="b" l="l" r="r" t="t"/>
              <a:pathLst>
                <a:path extrusionOk="0" h="692" w="1311">
                  <a:moveTo>
                    <a:pt x="1310" y="1"/>
                  </a:moveTo>
                  <a:lnTo>
                    <a:pt x="1" y="691"/>
                  </a:lnTo>
                  <a:lnTo>
                    <a:pt x="1" y="69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98"/>
            <p:cNvSpPr/>
            <p:nvPr/>
          </p:nvSpPr>
          <p:spPr>
            <a:xfrm>
              <a:off x="7518238" y="3000069"/>
              <a:ext cx="52564" cy="110077"/>
            </a:xfrm>
            <a:custGeom>
              <a:rect b="b" l="l" r="r" t="t"/>
              <a:pathLst>
                <a:path extrusionOk="0" h="3692" w="1763">
                  <a:moveTo>
                    <a:pt x="1763" y="0"/>
                  </a:moveTo>
                  <a:lnTo>
                    <a:pt x="0" y="2786"/>
                  </a:lnTo>
                  <a:lnTo>
                    <a:pt x="1763" y="3691"/>
                  </a:lnTo>
                  <a:lnTo>
                    <a:pt x="1763"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98"/>
            <p:cNvSpPr/>
            <p:nvPr/>
          </p:nvSpPr>
          <p:spPr>
            <a:xfrm>
              <a:off x="7401063" y="2994374"/>
              <a:ext cx="340845" cy="355037"/>
            </a:xfrm>
            <a:custGeom>
              <a:rect b="b" l="l" r="r" t="t"/>
              <a:pathLst>
                <a:path extrusionOk="0" h="11908" w="11432">
                  <a:moveTo>
                    <a:pt x="5526" y="787"/>
                  </a:moveTo>
                  <a:lnTo>
                    <a:pt x="5526" y="3573"/>
                  </a:lnTo>
                  <a:lnTo>
                    <a:pt x="4168" y="2882"/>
                  </a:lnTo>
                  <a:lnTo>
                    <a:pt x="5526" y="787"/>
                  </a:lnTo>
                  <a:close/>
                  <a:moveTo>
                    <a:pt x="4002" y="3192"/>
                  </a:moveTo>
                  <a:lnTo>
                    <a:pt x="5526" y="3954"/>
                  </a:lnTo>
                  <a:lnTo>
                    <a:pt x="5526" y="7455"/>
                  </a:lnTo>
                  <a:lnTo>
                    <a:pt x="2263" y="5930"/>
                  </a:lnTo>
                  <a:lnTo>
                    <a:pt x="4002" y="3192"/>
                  </a:lnTo>
                  <a:close/>
                  <a:moveTo>
                    <a:pt x="7383" y="3216"/>
                  </a:moveTo>
                  <a:lnTo>
                    <a:pt x="9098" y="5954"/>
                  </a:lnTo>
                  <a:lnTo>
                    <a:pt x="5883" y="7478"/>
                  </a:lnTo>
                  <a:lnTo>
                    <a:pt x="5883" y="4001"/>
                  </a:lnTo>
                  <a:lnTo>
                    <a:pt x="7383" y="3216"/>
                  </a:lnTo>
                  <a:close/>
                  <a:moveTo>
                    <a:pt x="9289" y="6264"/>
                  </a:moveTo>
                  <a:lnTo>
                    <a:pt x="11003" y="8955"/>
                  </a:lnTo>
                  <a:lnTo>
                    <a:pt x="5883" y="11432"/>
                  </a:lnTo>
                  <a:lnTo>
                    <a:pt x="5883" y="7859"/>
                  </a:lnTo>
                  <a:lnTo>
                    <a:pt x="9289" y="6264"/>
                  </a:lnTo>
                  <a:close/>
                  <a:moveTo>
                    <a:pt x="5693" y="1"/>
                  </a:moveTo>
                  <a:cubicBezTo>
                    <a:pt x="5669" y="1"/>
                    <a:pt x="5645" y="24"/>
                    <a:pt x="5597" y="72"/>
                  </a:cubicBezTo>
                  <a:lnTo>
                    <a:pt x="5573" y="96"/>
                  </a:lnTo>
                  <a:lnTo>
                    <a:pt x="72" y="8883"/>
                  </a:lnTo>
                  <a:cubicBezTo>
                    <a:pt x="48" y="8931"/>
                    <a:pt x="1" y="9003"/>
                    <a:pt x="48" y="9074"/>
                  </a:cubicBezTo>
                  <a:cubicBezTo>
                    <a:pt x="72" y="9145"/>
                    <a:pt x="96" y="9193"/>
                    <a:pt x="168" y="9241"/>
                  </a:cubicBezTo>
                  <a:lnTo>
                    <a:pt x="1501" y="9884"/>
                  </a:lnTo>
                  <a:cubicBezTo>
                    <a:pt x="1536" y="9892"/>
                    <a:pt x="1568" y="9898"/>
                    <a:pt x="1597" y="9898"/>
                  </a:cubicBezTo>
                  <a:cubicBezTo>
                    <a:pt x="1649" y="9898"/>
                    <a:pt x="1694" y="9881"/>
                    <a:pt x="1739" y="9836"/>
                  </a:cubicBezTo>
                  <a:cubicBezTo>
                    <a:pt x="1787" y="9741"/>
                    <a:pt x="1763" y="9622"/>
                    <a:pt x="1668" y="9598"/>
                  </a:cubicBezTo>
                  <a:lnTo>
                    <a:pt x="453" y="9003"/>
                  </a:lnTo>
                  <a:lnTo>
                    <a:pt x="2144" y="6288"/>
                  </a:lnTo>
                  <a:lnTo>
                    <a:pt x="5573" y="7883"/>
                  </a:lnTo>
                  <a:lnTo>
                    <a:pt x="5573" y="11455"/>
                  </a:lnTo>
                  <a:lnTo>
                    <a:pt x="2430" y="9955"/>
                  </a:lnTo>
                  <a:cubicBezTo>
                    <a:pt x="2403" y="9942"/>
                    <a:pt x="2377" y="9936"/>
                    <a:pt x="2351" y="9936"/>
                  </a:cubicBezTo>
                  <a:cubicBezTo>
                    <a:pt x="2285" y="9936"/>
                    <a:pt x="2226" y="9975"/>
                    <a:pt x="2192" y="10027"/>
                  </a:cubicBezTo>
                  <a:cubicBezTo>
                    <a:pt x="2144" y="10122"/>
                    <a:pt x="2192" y="10217"/>
                    <a:pt x="2263" y="10265"/>
                  </a:cubicBezTo>
                  <a:lnTo>
                    <a:pt x="5669" y="11908"/>
                  </a:lnTo>
                  <a:lnTo>
                    <a:pt x="5835" y="11908"/>
                  </a:lnTo>
                  <a:lnTo>
                    <a:pt x="11313" y="9264"/>
                  </a:lnTo>
                  <a:cubicBezTo>
                    <a:pt x="11384" y="9241"/>
                    <a:pt x="11432" y="9169"/>
                    <a:pt x="11432" y="9122"/>
                  </a:cubicBezTo>
                  <a:cubicBezTo>
                    <a:pt x="11384" y="9003"/>
                    <a:pt x="11384" y="8931"/>
                    <a:pt x="11360" y="8883"/>
                  </a:cubicBezTo>
                  <a:lnTo>
                    <a:pt x="7098" y="2049"/>
                  </a:lnTo>
                  <a:cubicBezTo>
                    <a:pt x="7051" y="2002"/>
                    <a:pt x="7005" y="1966"/>
                    <a:pt x="6951" y="1966"/>
                  </a:cubicBezTo>
                  <a:cubicBezTo>
                    <a:pt x="6923" y="1966"/>
                    <a:pt x="6893" y="1976"/>
                    <a:pt x="6859" y="2001"/>
                  </a:cubicBezTo>
                  <a:cubicBezTo>
                    <a:pt x="6764" y="2049"/>
                    <a:pt x="6740" y="2144"/>
                    <a:pt x="6788" y="2239"/>
                  </a:cubicBezTo>
                  <a:lnTo>
                    <a:pt x="7217" y="2882"/>
                  </a:lnTo>
                  <a:lnTo>
                    <a:pt x="5883" y="3573"/>
                  </a:lnTo>
                  <a:lnTo>
                    <a:pt x="5883" y="787"/>
                  </a:lnTo>
                  <a:lnTo>
                    <a:pt x="6383" y="1549"/>
                  </a:lnTo>
                  <a:cubicBezTo>
                    <a:pt x="6415" y="1612"/>
                    <a:pt x="6468" y="1644"/>
                    <a:pt x="6528" y="1644"/>
                  </a:cubicBezTo>
                  <a:cubicBezTo>
                    <a:pt x="6558" y="1644"/>
                    <a:pt x="6590" y="1636"/>
                    <a:pt x="6621" y="1620"/>
                  </a:cubicBezTo>
                  <a:cubicBezTo>
                    <a:pt x="6717" y="1549"/>
                    <a:pt x="6740" y="1453"/>
                    <a:pt x="6669" y="1382"/>
                  </a:cubicBezTo>
                  <a:lnTo>
                    <a:pt x="5883" y="96"/>
                  </a:lnTo>
                  <a:cubicBezTo>
                    <a:pt x="5835" y="24"/>
                    <a:pt x="5764" y="1"/>
                    <a:pt x="56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9" name="Google Shape;22719;p98"/>
          <p:cNvGrpSpPr/>
          <p:nvPr/>
        </p:nvGrpSpPr>
        <p:grpSpPr>
          <a:xfrm>
            <a:off x="7000121" y="3421376"/>
            <a:ext cx="345825" cy="351489"/>
            <a:chOff x="6733416" y="3573776"/>
            <a:chExt cx="345825" cy="351489"/>
          </a:xfrm>
        </p:grpSpPr>
        <p:sp>
          <p:nvSpPr>
            <p:cNvPr id="22720" name="Google Shape;22720;p98"/>
            <p:cNvSpPr/>
            <p:nvPr/>
          </p:nvSpPr>
          <p:spPr>
            <a:xfrm>
              <a:off x="6798026" y="3639787"/>
              <a:ext cx="221555" cy="221555"/>
            </a:xfrm>
            <a:custGeom>
              <a:rect b="b" l="l" r="r" t="t"/>
              <a:pathLst>
                <a:path extrusionOk="0" h="7431" w="7431">
                  <a:moveTo>
                    <a:pt x="3716" y="1"/>
                  </a:moveTo>
                  <a:cubicBezTo>
                    <a:pt x="1668" y="1"/>
                    <a:pt x="1" y="1668"/>
                    <a:pt x="1" y="3716"/>
                  </a:cubicBezTo>
                  <a:cubicBezTo>
                    <a:pt x="1" y="5764"/>
                    <a:pt x="1668" y="7431"/>
                    <a:pt x="3716" y="7431"/>
                  </a:cubicBezTo>
                  <a:cubicBezTo>
                    <a:pt x="5764" y="7431"/>
                    <a:pt x="7431" y="5764"/>
                    <a:pt x="7431" y="3716"/>
                  </a:cubicBezTo>
                  <a:cubicBezTo>
                    <a:pt x="7431" y="1668"/>
                    <a:pt x="5764"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98"/>
            <p:cNvSpPr/>
            <p:nvPr/>
          </p:nvSpPr>
          <p:spPr>
            <a:xfrm>
              <a:off x="6834938" y="3658272"/>
              <a:ext cx="195288" cy="202951"/>
            </a:xfrm>
            <a:custGeom>
              <a:rect b="b" l="l" r="r" t="t"/>
              <a:pathLst>
                <a:path extrusionOk="0" h="6807" w="6550">
                  <a:moveTo>
                    <a:pt x="4597" y="0"/>
                  </a:moveTo>
                  <a:cubicBezTo>
                    <a:pt x="4621" y="72"/>
                    <a:pt x="4692" y="95"/>
                    <a:pt x="4740" y="143"/>
                  </a:cubicBezTo>
                  <a:cubicBezTo>
                    <a:pt x="6193" y="1619"/>
                    <a:pt x="6193" y="3953"/>
                    <a:pt x="4740" y="5430"/>
                  </a:cubicBezTo>
                  <a:cubicBezTo>
                    <a:pt x="4018" y="6165"/>
                    <a:pt x="3079" y="6532"/>
                    <a:pt x="2133" y="6532"/>
                  </a:cubicBezTo>
                  <a:cubicBezTo>
                    <a:pt x="1393" y="6532"/>
                    <a:pt x="649" y="6308"/>
                    <a:pt x="1" y="5858"/>
                  </a:cubicBezTo>
                  <a:lnTo>
                    <a:pt x="1" y="5858"/>
                  </a:lnTo>
                  <a:cubicBezTo>
                    <a:pt x="713" y="6490"/>
                    <a:pt x="1597" y="6806"/>
                    <a:pt x="2480" y="6806"/>
                  </a:cubicBezTo>
                  <a:cubicBezTo>
                    <a:pt x="3426" y="6806"/>
                    <a:pt x="4370" y="6443"/>
                    <a:pt x="5097" y="5716"/>
                  </a:cubicBezTo>
                  <a:cubicBezTo>
                    <a:pt x="6550" y="4263"/>
                    <a:pt x="6550" y="1905"/>
                    <a:pt x="5097" y="453"/>
                  </a:cubicBezTo>
                  <a:cubicBezTo>
                    <a:pt x="4954" y="262"/>
                    <a:pt x="4764" y="119"/>
                    <a:pt x="4597"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98"/>
            <p:cNvSpPr/>
            <p:nvPr/>
          </p:nvSpPr>
          <p:spPr>
            <a:xfrm>
              <a:off x="6739081" y="3595958"/>
              <a:ext cx="339444" cy="309241"/>
            </a:xfrm>
            <a:custGeom>
              <a:rect b="b" l="l" r="r" t="t"/>
              <a:pathLst>
                <a:path extrusionOk="0" h="10372" w="11385">
                  <a:moveTo>
                    <a:pt x="5681" y="1453"/>
                  </a:moveTo>
                  <a:cubicBezTo>
                    <a:pt x="6633" y="1453"/>
                    <a:pt x="7586" y="1816"/>
                    <a:pt x="8312" y="2543"/>
                  </a:cubicBezTo>
                  <a:cubicBezTo>
                    <a:pt x="9765" y="3995"/>
                    <a:pt x="9765" y="6353"/>
                    <a:pt x="8312" y="7806"/>
                  </a:cubicBezTo>
                  <a:cubicBezTo>
                    <a:pt x="7586" y="8532"/>
                    <a:pt x="6633" y="8895"/>
                    <a:pt x="5681" y="8895"/>
                  </a:cubicBezTo>
                  <a:cubicBezTo>
                    <a:pt x="4728" y="8895"/>
                    <a:pt x="3776" y="8532"/>
                    <a:pt x="3049" y="7806"/>
                  </a:cubicBezTo>
                  <a:cubicBezTo>
                    <a:pt x="1596" y="6353"/>
                    <a:pt x="1596" y="3995"/>
                    <a:pt x="3049" y="2543"/>
                  </a:cubicBezTo>
                  <a:cubicBezTo>
                    <a:pt x="3776" y="1816"/>
                    <a:pt x="4728" y="1453"/>
                    <a:pt x="5681" y="1453"/>
                  </a:cubicBezTo>
                  <a:close/>
                  <a:moveTo>
                    <a:pt x="5693" y="0"/>
                  </a:moveTo>
                  <a:cubicBezTo>
                    <a:pt x="4365" y="0"/>
                    <a:pt x="3037" y="506"/>
                    <a:pt x="2025" y="1519"/>
                  </a:cubicBezTo>
                  <a:cubicBezTo>
                    <a:pt x="1" y="3543"/>
                    <a:pt x="1" y="6829"/>
                    <a:pt x="2025" y="8853"/>
                  </a:cubicBezTo>
                  <a:cubicBezTo>
                    <a:pt x="3037" y="9865"/>
                    <a:pt x="4365" y="10372"/>
                    <a:pt x="5693" y="10372"/>
                  </a:cubicBezTo>
                  <a:cubicBezTo>
                    <a:pt x="7020" y="10372"/>
                    <a:pt x="8348" y="9865"/>
                    <a:pt x="9360" y="8853"/>
                  </a:cubicBezTo>
                  <a:cubicBezTo>
                    <a:pt x="11384" y="6829"/>
                    <a:pt x="11384" y="3543"/>
                    <a:pt x="9360" y="1519"/>
                  </a:cubicBezTo>
                  <a:cubicBezTo>
                    <a:pt x="8348" y="506"/>
                    <a:pt x="7020" y="0"/>
                    <a:pt x="569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98"/>
            <p:cNvSpPr/>
            <p:nvPr/>
          </p:nvSpPr>
          <p:spPr>
            <a:xfrm>
              <a:off x="6873280" y="3597896"/>
              <a:ext cx="205246" cy="306796"/>
            </a:xfrm>
            <a:custGeom>
              <a:rect b="b" l="l" r="r" t="t"/>
              <a:pathLst>
                <a:path extrusionOk="0" h="10290" w="6884">
                  <a:moveTo>
                    <a:pt x="1906" y="1"/>
                  </a:moveTo>
                  <a:lnTo>
                    <a:pt x="1906" y="1"/>
                  </a:lnTo>
                  <a:cubicBezTo>
                    <a:pt x="2811" y="215"/>
                    <a:pt x="3668" y="692"/>
                    <a:pt x="4383" y="1382"/>
                  </a:cubicBezTo>
                  <a:cubicBezTo>
                    <a:pt x="6407" y="3406"/>
                    <a:pt x="6407" y="6669"/>
                    <a:pt x="4383" y="8693"/>
                  </a:cubicBezTo>
                  <a:cubicBezTo>
                    <a:pt x="3385" y="9691"/>
                    <a:pt x="2070" y="10204"/>
                    <a:pt x="759" y="10204"/>
                  </a:cubicBezTo>
                  <a:cubicBezTo>
                    <a:pt x="505" y="10204"/>
                    <a:pt x="252" y="10184"/>
                    <a:pt x="1" y="10146"/>
                  </a:cubicBezTo>
                  <a:lnTo>
                    <a:pt x="1" y="10146"/>
                  </a:lnTo>
                  <a:cubicBezTo>
                    <a:pt x="400" y="10241"/>
                    <a:pt x="809" y="10289"/>
                    <a:pt x="1217" y="10289"/>
                  </a:cubicBezTo>
                  <a:cubicBezTo>
                    <a:pt x="2538" y="10289"/>
                    <a:pt x="3858" y="9789"/>
                    <a:pt x="4859" y="8788"/>
                  </a:cubicBezTo>
                  <a:cubicBezTo>
                    <a:pt x="6883" y="6764"/>
                    <a:pt x="6883" y="3478"/>
                    <a:pt x="4859" y="1454"/>
                  </a:cubicBezTo>
                  <a:cubicBezTo>
                    <a:pt x="4025" y="620"/>
                    <a:pt x="2978" y="144"/>
                    <a:pt x="190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98"/>
            <p:cNvSpPr/>
            <p:nvPr/>
          </p:nvSpPr>
          <p:spPr>
            <a:xfrm>
              <a:off x="6800859" y="3640502"/>
              <a:ext cx="278383" cy="263445"/>
            </a:xfrm>
            <a:custGeom>
              <a:rect b="b" l="l" r="r" t="t"/>
              <a:pathLst>
                <a:path extrusionOk="0" h="8836" w="9337">
                  <a:moveTo>
                    <a:pt x="7312" y="1"/>
                  </a:moveTo>
                  <a:lnTo>
                    <a:pt x="6264" y="1049"/>
                  </a:lnTo>
                  <a:cubicBezTo>
                    <a:pt x="7740" y="2501"/>
                    <a:pt x="7740" y="4859"/>
                    <a:pt x="6264" y="6312"/>
                  </a:cubicBezTo>
                  <a:cubicBezTo>
                    <a:pt x="5538" y="7038"/>
                    <a:pt x="4585" y="7401"/>
                    <a:pt x="3632" y="7401"/>
                  </a:cubicBezTo>
                  <a:cubicBezTo>
                    <a:pt x="2680" y="7401"/>
                    <a:pt x="1727" y="7038"/>
                    <a:pt x="1001" y="6312"/>
                  </a:cubicBezTo>
                  <a:lnTo>
                    <a:pt x="1" y="7336"/>
                  </a:lnTo>
                  <a:cubicBezTo>
                    <a:pt x="1013" y="8336"/>
                    <a:pt x="2335" y="8836"/>
                    <a:pt x="3656" y="8836"/>
                  </a:cubicBezTo>
                  <a:cubicBezTo>
                    <a:pt x="4978" y="8836"/>
                    <a:pt x="6300" y="8336"/>
                    <a:pt x="7312" y="7336"/>
                  </a:cubicBezTo>
                  <a:cubicBezTo>
                    <a:pt x="9336" y="5288"/>
                    <a:pt x="9336" y="2025"/>
                    <a:pt x="731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98"/>
            <p:cNvSpPr/>
            <p:nvPr/>
          </p:nvSpPr>
          <p:spPr>
            <a:xfrm>
              <a:off x="6873280" y="3641218"/>
              <a:ext cx="205246" cy="262819"/>
            </a:xfrm>
            <a:custGeom>
              <a:rect b="b" l="l" r="r" t="t"/>
              <a:pathLst>
                <a:path extrusionOk="0" h="8815" w="6884">
                  <a:moveTo>
                    <a:pt x="1" y="8693"/>
                  </a:moveTo>
                  <a:cubicBezTo>
                    <a:pt x="51" y="8700"/>
                    <a:pt x="100" y="8707"/>
                    <a:pt x="150" y="8713"/>
                  </a:cubicBezTo>
                  <a:lnTo>
                    <a:pt x="150" y="8713"/>
                  </a:lnTo>
                  <a:cubicBezTo>
                    <a:pt x="132" y="8693"/>
                    <a:pt x="114" y="8693"/>
                    <a:pt x="96" y="8693"/>
                  </a:cubicBezTo>
                  <a:close/>
                  <a:moveTo>
                    <a:pt x="4859" y="1"/>
                  </a:moveTo>
                  <a:lnTo>
                    <a:pt x="4645" y="215"/>
                  </a:lnTo>
                  <a:cubicBezTo>
                    <a:pt x="6407" y="2239"/>
                    <a:pt x="6312" y="5311"/>
                    <a:pt x="4383" y="7240"/>
                  </a:cubicBezTo>
                  <a:cubicBezTo>
                    <a:pt x="3385" y="8238"/>
                    <a:pt x="2070" y="8751"/>
                    <a:pt x="759" y="8751"/>
                  </a:cubicBezTo>
                  <a:cubicBezTo>
                    <a:pt x="556" y="8751"/>
                    <a:pt x="352" y="8738"/>
                    <a:pt x="150" y="8713"/>
                  </a:cubicBezTo>
                  <a:lnTo>
                    <a:pt x="150" y="8713"/>
                  </a:lnTo>
                  <a:cubicBezTo>
                    <a:pt x="156" y="8720"/>
                    <a:pt x="162" y="8729"/>
                    <a:pt x="168" y="8740"/>
                  </a:cubicBezTo>
                  <a:lnTo>
                    <a:pt x="239" y="8740"/>
                  </a:lnTo>
                  <a:cubicBezTo>
                    <a:pt x="334" y="8764"/>
                    <a:pt x="406" y="8764"/>
                    <a:pt x="501" y="8764"/>
                  </a:cubicBezTo>
                  <a:cubicBezTo>
                    <a:pt x="572" y="8764"/>
                    <a:pt x="620" y="8764"/>
                    <a:pt x="691" y="8788"/>
                  </a:cubicBezTo>
                  <a:cubicBezTo>
                    <a:pt x="763" y="8788"/>
                    <a:pt x="906" y="8812"/>
                    <a:pt x="977" y="8812"/>
                  </a:cubicBezTo>
                  <a:lnTo>
                    <a:pt x="1144" y="8812"/>
                  </a:lnTo>
                  <a:cubicBezTo>
                    <a:pt x="1200" y="8814"/>
                    <a:pt x="1255" y="8815"/>
                    <a:pt x="1311" y="8815"/>
                  </a:cubicBezTo>
                  <a:cubicBezTo>
                    <a:pt x="2590" y="8815"/>
                    <a:pt x="3878" y="8293"/>
                    <a:pt x="4859" y="7312"/>
                  </a:cubicBezTo>
                  <a:cubicBezTo>
                    <a:pt x="6883" y="5311"/>
                    <a:pt x="6883" y="2025"/>
                    <a:pt x="4859"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98"/>
            <p:cNvSpPr/>
            <p:nvPr/>
          </p:nvSpPr>
          <p:spPr>
            <a:xfrm>
              <a:off x="6737680" y="3704427"/>
              <a:ext cx="171138" cy="217292"/>
            </a:xfrm>
            <a:custGeom>
              <a:rect b="b" l="l" r="r" t="t"/>
              <a:pathLst>
                <a:path extrusionOk="0" h="7288" w="5740">
                  <a:moveTo>
                    <a:pt x="215" y="0"/>
                  </a:moveTo>
                  <a:lnTo>
                    <a:pt x="215" y="0"/>
                  </a:lnTo>
                  <a:cubicBezTo>
                    <a:pt x="96" y="476"/>
                    <a:pt x="0" y="976"/>
                    <a:pt x="0" y="1524"/>
                  </a:cubicBezTo>
                  <a:lnTo>
                    <a:pt x="0" y="1548"/>
                  </a:lnTo>
                  <a:cubicBezTo>
                    <a:pt x="0" y="4715"/>
                    <a:pt x="2525" y="7263"/>
                    <a:pt x="5692" y="7287"/>
                  </a:cubicBezTo>
                  <a:cubicBezTo>
                    <a:pt x="5716" y="7287"/>
                    <a:pt x="5740" y="7263"/>
                    <a:pt x="5740" y="7240"/>
                  </a:cubicBezTo>
                  <a:lnTo>
                    <a:pt x="5740" y="6882"/>
                  </a:lnTo>
                  <a:cubicBezTo>
                    <a:pt x="5740" y="6882"/>
                    <a:pt x="96" y="4263"/>
                    <a:pt x="96" y="1143"/>
                  </a:cubicBezTo>
                  <a:lnTo>
                    <a:pt x="96" y="1096"/>
                  </a:lnTo>
                  <a:cubicBezTo>
                    <a:pt x="96" y="738"/>
                    <a:pt x="143" y="357"/>
                    <a:pt x="215"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98"/>
            <p:cNvSpPr/>
            <p:nvPr/>
          </p:nvSpPr>
          <p:spPr>
            <a:xfrm>
              <a:off x="6737680" y="3579441"/>
              <a:ext cx="171138" cy="342992"/>
            </a:xfrm>
            <a:custGeom>
              <a:rect b="b" l="l" r="r" t="t"/>
              <a:pathLst>
                <a:path extrusionOk="0" h="11504" w="5740">
                  <a:moveTo>
                    <a:pt x="5692" y="1"/>
                  </a:moveTo>
                  <a:cubicBezTo>
                    <a:pt x="2525" y="25"/>
                    <a:pt x="0" y="2596"/>
                    <a:pt x="0" y="5740"/>
                  </a:cubicBezTo>
                  <a:lnTo>
                    <a:pt x="0" y="5764"/>
                  </a:lnTo>
                  <a:cubicBezTo>
                    <a:pt x="0" y="8931"/>
                    <a:pt x="2548" y="11479"/>
                    <a:pt x="5692" y="11503"/>
                  </a:cubicBezTo>
                  <a:cubicBezTo>
                    <a:pt x="5716" y="11503"/>
                    <a:pt x="5740" y="11479"/>
                    <a:pt x="5740" y="11455"/>
                  </a:cubicBezTo>
                  <a:lnTo>
                    <a:pt x="5740" y="8883"/>
                  </a:lnTo>
                  <a:cubicBezTo>
                    <a:pt x="5740" y="8860"/>
                    <a:pt x="5716" y="8836"/>
                    <a:pt x="5692" y="8836"/>
                  </a:cubicBezTo>
                  <a:cubicBezTo>
                    <a:pt x="4025" y="8812"/>
                    <a:pt x="2667" y="7431"/>
                    <a:pt x="2667" y="5764"/>
                  </a:cubicBezTo>
                  <a:cubicBezTo>
                    <a:pt x="2667" y="4097"/>
                    <a:pt x="4025" y="2739"/>
                    <a:pt x="5692" y="2692"/>
                  </a:cubicBezTo>
                  <a:cubicBezTo>
                    <a:pt x="5716" y="2644"/>
                    <a:pt x="5740" y="2620"/>
                    <a:pt x="5740" y="2596"/>
                  </a:cubicBezTo>
                  <a:lnTo>
                    <a:pt x="5740" y="48"/>
                  </a:lnTo>
                  <a:cubicBezTo>
                    <a:pt x="5740" y="25"/>
                    <a:pt x="5716" y="1"/>
                    <a:pt x="569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98"/>
            <p:cNvSpPr/>
            <p:nvPr/>
          </p:nvSpPr>
          <p:spPr>
            <a:xfrm>
              <a:off x="6851276" y="3725715"/>
              <a:ext cx="102265" cy="10674"/>
            </a:xfrm>
            <a:custGeom>
              <a:rect b="b" l="l" r="r" t="t"/>
              <a:pathLst>
                <a:path extrusionOk="0" h="358" w="3430">
                  <a:moveTo>
                    <a:pt x="215" y="0"/>
                  </a:moveTo>
                  <a:cubicBezTo>
                    <a:pt x="120" y="0"/>
                    <a:pt x="48" y="72"/>
                    <a:pt x="24" y="143"/>
                  </a:cubicBezTo>
                  <a:cubicBezTo>
                    <a:pt x="1" y="262"/>
                    <a:pt x="96" y="358"/>
                    <a:pt x="215" y="358"/>
                  </a:cubicBezTo>
                  <a:lnTo>
                    <a:pt x="3239" y="358"/>
                  </a:lnTo>
                  <a:cubicBezTo>
                    <a:pt x="3335" y="358"/>
                    <a:pt x="3382" y="310"/>
                    <a:pt x="3430" y="215"/>
                  </a:cubicBezTo>
                  <a:cubicBezTo>
                    <a:pt x="3430" y="120"/>
                    <a:pt x="3335" y="0"/>
                    <a:pt x="3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98"/>
            <p:cNvSpPr/>
            <p:nvPr/>
          </p:nvSpPr>
          <p:spPr>
            <a:xfrm>
              <a:off x="6851276" y="3751266"/>
              <a:ext cx="102265" cy="10674"/>
            </a:xfrm>
            <a:custGeom>
              <a:rect b="b" l="l" r="r" t="t"/>
              <a:pathLst>
                <a:path extrusionOk="0" h="358" w="3430">
                  <a:moveTo>
                    <a:pt x="215" y="1"/>
                  </a:moveTo>
                  <a:cubicBezTo>
                    <a:pt x="120" y="1"/>
                    <a:pt x="48" y="72"/>
                    <a:pt x="24" y="167"/>
                  </a:cubicBezTo>
                  <a:cubicBezTo>
                    <a:pt x="1" y="287"/>
                    <a:pt x="96" y="358"/>
                    <a:pt x="215" y="358"/>
                  </a:cubicBezTo>
                  <a:lnTo>
                    <a:pt x="3239" y="358"/>
                  </a:lnTo>
                  <a:cubicBezTo>
                    <a:pt x="3335" y="358"/>
                    <a:pt x="3382" y="310"/>
                    <a:pt x="3430" y="215"/>
                  </a:cubicBezTo>
                  <a:cubicBezTo>
                    <a:pt x="3430" y="96"/>
                    <a:pt x="3335"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98"/>
            <p:cNvSpPr/>
            <p:nvPr/>
          </p:nvSpPr>
          <p:spPr>
            <a:xfrm>
              <a:off x="6873280" y="3777534"/>
              <a:ext cx="57543" cy="10704"/>
            </a:xfrm>
            <a:custGeom>
              <a:rect b="b" l="l" r="r" t="t"/>
              <a:pathLst>
                <a:path extrusionOk="0" h="359" w="1930">
                  <a:moveTo>
                    <a:pt x="215" y="1"/>
                  </a:moveTo>
                  <a:cubicBezTo>
                    <a:pt x="120" y="1"/>
                    <a:pt x="72" y="49"/>
                    <a:pt x="25" y="144"/>
                  </a:cubicBezTo>
                  <a:cubicBezTo>
                    <a:pt x="1" y="263"/>
                    <a:pt x="96" y="358"/>
                    <a:pt x="215" y="358"/>
                  </a:cubicBezTo>
                  <a:lnTo>
                    <a:pt x="1739" y="358"/>
                  </a:lnTo>
                  <a:cubicBezTo>
                    <a:pt x="1811" y="358"/>
                    <a:pt x="1882" y="287"/>
                    <a:pt x="1906" y="191"/>
                  </a:cubicBezTo>
                  <a:cubicBezTo>
                    <a:pt x="1930" y="72"/>
                    <a:pt x="1858" y="1"/>
                    <a:pt x="1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98"/>
            <p:cNvSpPr/>
            <p:nvPr/>
          </p:nvSpPr>
          <p:spPr>
            <a:xfrm>
              <a:off x="6733416" y="3573776"/>
              <a:ext cx="335150" cy="351489"/>
            </a:xfrm>
            <a:custGeom>
              <a:rect b="b" l="l" r="r" t="t"/>
              <a:pathLst>
                <a:path extrusionOk="0" h="11789" w="11241">
                  <a:moveTo>
                    <a:pt x="6073" y="929"/>
                  </a:moveTo>
                  <a:cubicBezTo>
                    <a:pt x="7288" y="953"/>
                    <a:pt x="8407" y="1429"/>
                    <a:pt x="9312" y="2263"/>
                  </a:cubicBezTo>
                  <a:lnTo>
                    <a:pt x="8502" y="3048"/>
                  </a:lnTo>
                  <a:cubicBezTo>
                    <a:pt x="7812" y="2429"/>
                    <a:pt x="6930" y="2072"/>
                    <a:pt x="6073" y="2024"/>
                  </a:cubicBezTo>
                  <a:lnTo>
                    <a:pt x="6073" y="929"/>
                  </a:lnTo>
                  <a:close/>
                  <a:moveTo>
                    <a:pt x="6049" y="2429"/>
                  </a:moveTo>
                  <a:cubicBezTo>
                    <a:pt x="6883" y="2453"/>
                    <a:pt x="7716" y="2810"/>
                    <a:pt x="8383" y="3453"/>
                  </a:cubicBezTo>
                  <a:cubicBezTo>
                    <a:pt x="9026" y="4120"/>
                    <a:pt x="9431" y="5001"/>
                    <a:pt x="9431" y="5954"/>
                  </a:cubicBezTo>
                  <a:cubicBezTo>
                    <a:pt x="9431" y="6859"/>
                    <a:pt x="9074" y="7716"/>
                    <a:pt x="8407" y="8383"/>
                  </a:cubicBezTo>
                  <a:cubicBezTo>
                    <a:pt x="7788" y="9026"/>
                    <a:pt x="6954" y="9407"/>
                    <a:pt x="6049" y="9455"/>
                  </a:cubicBezTo>
                  <a:lnTo>
                    <a:pt x="6049" y="9050"/>
                  </a:lnTo>
                  <a:cubicBezTo>
                    <a:pt x="6049" y="8931"/>
                    <a:pt x="5930" y="8812"/>
                    <a:pt x="5835" y="8812"/>
                  </a:cubicBezTo>
                  <a:cubicBezTo>
                    <a:pt x="5049" y="8788"/>
                    <a:pt x="4335" y="8502"/>
                    <a:pt x="3811" y="7954"/>
                  </a:cubicBezTo>
                  <a:cubicBezTo>
                    <a:pt x="3263" y="7430"/>
                    <a:pt x="2977" y="6668"/>
                    <a:pt x="2977" y="5930"/>
                  </a:cubicBezTo>
                  <a:cubicBezTo>
                    <a:pt x="2977" y="5168"/>
                    <a:pt x="3263" y="4453"/>
                    <a:pt x="3811" y="3906"/>
                  </a:cubicBezTo>
                  <a:cubicBezTo>
                    <a:pt x="4335" y="3382"/>
                    <a:pt x="5049" y="3048"/>
                    <a:pt x="5835" y="3048"/>
                  </a:cubicBezTo>
                  <a:cubicBezTo>
                    <a:pt x="5954" y="3048"/>
                    <a:pt x="6049" y="2929"/>
                    <a:pt x="6049" y="2810"/>
                  </a:cubicBezTo>
                  <a:lnTo>
                    <a:pt x="6049" y="2429"/>
                  </a:lnTo>
                  <a:close/>
                  <a:moveTo>
                    <a:pt x="5835" y="0"/>
                  </a:moveTo>
                  <a:cubicBezTo>
                    <a:pt x="4692" y="0"/>
                    <a:pt x="3596" y="357"/>
                    <a:pt x="2644" y="953"/>
                  </a:cubicBezTo>
                  <a:cubicBezTo>
                    <a:pt x="2572" y="1024"/>
                    <a:pt x="2549" y="1072"/>
                    <a:pt x="2572" y="1167"/>
                  </a:cubicBezTo>
                  <a:cubicBezTo>
                    <a:pt x="2605" y="1248"/>
                    <a:pt x="2682" y="1285"/>
                    <a:pt x="2758" y="1285"/>
                  </a:cubicBezTo>
                  <a:cubicBezTo>
                    <a:pt x="2793" y="1285"/>
                    <a:pt x="2828" y="1277"/>
                    <a:pt x="2858" y="1262"/>
                  </a:cubicBezTo>
                  <a:cubicBezTo>
                    <a:pt x="3715" y="691"/>
                    <a:pt x="4692" y="405"/>
                    <a:pt x="5740" y="334"/>
                  </a:cubicBezTo>
                  <a:lnTo>
                    <a:pt x="5740" y="2644"/>
                  </a:lnTo>
                  <a:cubicBezTo>
                    <a:pt x="4930" y="2691"/>
                    <a:pt x="4168" y="3048"/>
                    <a:pt x="3596" y="3644"/>
                  </a:cubicBezTo>
                  <a:cubicBezTo>
                    <a:pt x="3001" y="4263"/>
                    <a:pt x="2668" y="5073"/>
                    <a:pt x="2668" y="5906"/>
                  </a:cubicBezTo>
                  <a:cubicBezTo>
                    <a:pt x="2668" y="6763"/>
                    <a:pt x="3001" y="7573"/>
                    <a:pt x="3596" y="8169"/>
                  </a:cubicBezTo>
                  <a:cubicBezTo>
                    <a:pt x="4168" y="8764"/>
                    <a:pt x="4930" y="9097"/>
                    <a:pt x="5740" y="9145"/>
                  </a:cubicBezTo>
                  <a:lnTo>
                    <a:pt x="5740" y="11503"/>
                  </a:lnTo>
                  <a:cubicBezTo>
                    <a:pt x="4311" y="11455"/>
                    <a:pt x="2930" y="10860"/>
                    <a:pt x="1929" y="9836"/>
                  </a:cubicBezTo>
                  <a:cubicBezTo>
                    <a:pt x="882" y="8788"/>
                    <a:pt x="310" y="7383"/>
                    <a:pt x="310" y="5906"/>
                  </a:cubicBezTo>
                  <a:cubicBezTo>
                    <a:pt x="310" y="4287"/>
                    <a:pt x="1024" y="2763"/>
                    <a:pt x="2215" y="1691"/>
                  </a:cubicBezTo>
                  <a:cubicBezTo>
                    <a:pt x="2287" y="1643"/>
                    <a:pt x="2310" y="1524"/>
                    <a:pt x="2263" y="1453"/>
                  </a:cubicBezTo>
                  <a:cubicBezTo>
                    <a:pt x="2223" y="1414"/>
                    <a:pt x="2170" y="1396"/>
                    <a:pt x="2121" y="1396"/>
                  </a:cubicBezTo>
                  <a:cubicBezTo>
                    <a:pt x="2082" y="1396"/>
                    <a:pt x="2046" y="1408"/>
                    <a:pt x="2025" y="1429"/>
                  </a:cubicBezTo>
                  <a:cubicBezTo>
                    <a:pt x="739" y="2572"/>
                    <a:pt x="0" y="4168"/>
                    <a:pt x="0" y="5906"/>
                  </a:cubicBezTo>
                  <a:lnTo>
                    <a:pt x="24" y="5906"/>
                  </a:lnTo>
                  <a:cubicBezTo>
                    <a:pt x="24" y="7478"/>
                    <a:pt x="643" y="8931"/>
                    <a:pt x="1739" y="10026"/>
                  </a:cubicBezTo>
                  <a:cubicBezTo>
                    <a:pt x="2858" y="11145"/>
                    <a:pt x="4311" y="11764"/>
                    <a:pt x="5883" y="11788"/>
                  </a:cubicBezTo>
                  <a:cubicBezTo>
                    <a:pt x="5954" y="11788"/>
                    <a:pt x="6025" y="11764"/>
                    <a:pt x="6073" y="11693"/>
                  </a:cubicBezTo>
                  <a:cubicBezTo>
                    <a:pt x="6097" y="11669"/>
                    <a:pt x="6121" y="11622"/>
                    <a:pt x="6121" y="11550"/>
                  </a:cubicBezTo>
                  <a:lnTo>
                    <a:pt x="6121" y="11217"/>
                  </a:lnTo>
                  <a:cubicBezTo>
                    <a:pt x="7169" y="11193"/>
                    <a:pt x="8169" y="10836"/>
                    <a:pt x="9050" y="10240"/>
                  </a:cubicBezTo>
                  <a:cubicBezTo>
                    <a:pt x="9121" y="10193"/>
                    <a:pt x="9121" y="10097"/>
                    <a:pt x="9074" y="10002"/>
                  </a:cubicBezTo>
                  <a:cubicBezTo>
                    <a:pt x="9035" y="9951"/>
                    <a:pt x="8997" y="9927"/>
                    <a:pt x="8955" y="9927"/>
                  </a:cubicBezTo>
                  <a:cubicBezTo>
                    <a:pt x="8919" y="9927"/>
                    <a:pt x="8880" y="9945"/>
                    <a:pt x="8836" y="9978"/>
                  </a:cubicBezTo>
                  <a:cubicBezTo>
                    <a:pt x="8026" y="10550"/>
                    <a:pt x="7097" y="10860"/>
                    <a:pt x="6121" y="10907"/>
                  </a:cubicBezTo>
                  <a:lnTo>
                    <a:pt x="6121" y="9788"/>
                  </a:lnTo>
                  <a:cubicBezTo>
                    <a:pt x="7097" y="9764"/>
                    <a:pt x="8002" y="9359"/>
                    <a:pt x="8693" y="8669"/>
                  </a:cubicBezTo>
                  <a:cubicBezTo>
                    <a:pt x="9431" y="7930"/>
                    <a:pt x="9812" y="6978"/>
                    <a:pt x="9812" y="5930"/>
                  </a:cubicBezTo>
                  <a:cubicBezTo>
                    <a:pt x="9812" y="4954"/>
                    <a:pt x="9455" y="4025"/>
                    <a:pt x="8812" y="3310"/>
                  </a:cubicBezTo>
                  <a:lnTo>
                    <a:pt x="9574" y="2525"/>
                  </a:lnTo>
                  <a:cubicBezTo>
                    <a:pt x="10431" y="3453"/>
                    <a:pt x="10907" y="4644"/>
                    <a:pt x="10907" y="5930"/>
                  </a:cubicBezTo>
                  <a:cubicBezTo>
                    <a:pt x="10907" y="7264"/>
                    <a:pt x="10407" y="8526"/>
                    <a:pt x="9455" y="9431"/>
                  </a:cubicBezTo>
                  <a:lnTo>
                    <a:pt x="9383" y="9502"/>
                  </a:lnTo>
                  <a:cubicBezTo>
                    <a:pt x="9336" y="9550"/>
                    <a:pt x="9336" y="9669"/>
                    <a:pt x="9383" y="9740"/>
                  </a:cubicBezTo>
                  <a:cubicBezTo>
                    <a:pt x="9419" y="9764"/>
                    <a:pt x="9467" y="9776"/>
                    <a:pt x="9511" y="9776"/>
                  </a:cubicBezTo>
                  <a:cubicBezTo>
                    <a:pt x="9556" y="9776"/>
                    <a:pt x="9598" y="9764"/>
                    <a:pt x="9621" y="9740"/>
                  </a:cubicBezTo>
                  <a:lnTo>
                    <a:pt x="9693" y="9669"/>
                  </a:lnTo>
                  <a:cubicBezTo>
                    <a:pt x="10693" y="8669"/>
                    <a:pt x="11241" y="7335"/>
                    <a:pt x="11241" y="5906"/>
                  </a:cubicBezTo>
                  <a:cubicBezTo>
                    <a:pt x="11217" y="4501"/>
                    <a:pt x="10669" y="3168"/>
                    <a:pt x="9669" y="2143"/>
                  </a:cubicBezTo>
                  <a:cubicBezTo>
                    <a:pt x="8716" y="1191"/>
                    <a:pt x="7431" y="643"/>
                    <a:pt x="6073" y="596"/>
                  </a:cubicBezTo>
                  <a:lnTo>
                    <a:pt x="6073" y="238"/>
                  </a:lnTo>
                  <a:cubicBezTo>
                    <a:pt x="6073" y="191"/>
                    <a:pt x="6025" y="119"/>
                    <a:pt x="6002" y="95"/>
                  </a:cubicBezTo>
                  <a:cubicBezTo>
                    <a:pt x="5954" y="24"/>
                    <a:pt x="5883" y="0"/>
                    <a:pt x="5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2" name="Google Shape;22732;p98"/>
          <p:cNvGrpSpPr/>
          <p:nvPr/>
        </p:nvGrpSpPr>
        <p:grpSpPr>
          <a:xfrm>
            <a:off x="6271182" y="3420660"/>
            <a:ext cx="355037" cy="354321"/>
            <a:chOff x="6156877" y="3573060"/>
            <a:chExt cx="355037" cy="354321"/>
          </a:xfrm>
        </p:grpSpPr>
        <p:sp>
          <p:nvSpPr>
            <p:cNvPr id="22733" name="Google Shape;22733;p98"/>
            <p:cNvSpPr/>
            <p:nvPr/>
          </p:nvSpPr>
          <p:spPr>
            <a:xfrm>
              <a:off x="6206579" y="3648314"/>
              <a:ext cx="278353" cy="248538"/>
            </a:xfrm>
            <a:custGeom>
              <a:rect b="b" l="l" r="r" t="t"/>
              <a:pathLst>
                <a:path extrusionOk="0" h="8336" w="9336">
                  <a:moveTo>
                    <a:pt x="167" y="1"/>
                  </a:moveTo>
                  <a:cubicBezTo>
                    <a:pt x="95" y="1"/>
                    <a:pt x="0" y="48"/>
                    <a:pt x="0" y="96"/>
                  </a:cubicBezTo>
                  <a:lnTo>
                    <a:pt x="0" y="8336"/>
                  </a:lnTo>
                  <a:lnTo>
                    <a:pt x="9335" y="8336"/>
                  </a:lnTo>
                  <a:lnTo>
                    <a:pt x="9335" y="4930"/>
                  </a:lnTo>
                  <a:cubicBezTo>
                    <a:pt x="9335" y="4877"/>
                    <a:pt x="9295" y="4850"/>
                    <a:pt x="9255" y="4850"/>
                  </a:cubicBezTo>
                  <a:cubicBezTo>
                    <a:pt x="9242" y="4850"/>
                    <a:pt x="9228" y="4853"/>
                    <a:pt x="9216" y="4859"/>
                  </a:cubicBezTo>
                  <a:lnTo>
                    <a:pt x="7097" y="6073"/>
                  </a:lnTo>
                  <a:cubicBezTo>
                    <a:pt x="7089" y="6088"/>
                    <a:pt x="7080" y="6094"/>
                    <a:pt x="7069" y="6094"/>
                  </a:cubicBezTo>
                  <a:cubicBezTo>
                    <a:pt x="7046" y="6094"/>
                    <a:pt x="7018" y="6066"/>
                    <a:pt x="7002" y="6050"/>
                  </a:cubicBezTo>
                  <a:lnTo>
                    <a:pt x="4477" y="2430"/>
                  </a:lnTo>
                  <a:cubicBezTo>
                    <a:pt x="4453" y="2382"/>
                    <a:pt x="4406" y="2382"/>
                    <a:pt x="4382" y="2382"/>
                  </a:cubicBezTo>
                  <a:lnTo>
                    <a:pt x="2596" y="3549"/>
                  </a:lnTo>
                  <a:cubicBezTo>
                    <a:pt x="2589" y="3556"/>
                    <a:pt x="2578" y="3559"/>
                    <a:pt x="2566" y="3559"/>
                  </a:cubicBezTo>
                  <a:cubicBezTo>
                    <a:pt x="2536" y="3559"/>
                    <a:pt x="2501" y="3542"/>
                    <a:pt x="2501" y="3525"/>
                  </a:cubicBezTo>
                  <a:lnTo>
                    <a:pt x="167"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98"/>
            <p:cNvSpPr/>
            <p:nvPr/>
          </p:nvSpPr>
          <p:spPr>
            <a:xfrm>
              <a:off x="6206579" y="3649387"/>
              <a:ext cx="71019" cy="107155"/>
            </a:xfrm>
            <a:custGeom>
              <a:rect b="b" l="l" r="r" t="t"/>
              <a:pathLst>
                <a:path extrusionOk="0" h="3594" w="2382">
                  <a:moveTo>
                    <a:pt x="75" y="1"/>
                  </a:moveTo>
                  <a:cubicBezTo>
                    <a:pt x="40" y="1"/>
                    <a:pt x="0" y="37"/>
                    <a:pt x="0" y="84"/>
                  </a:cubicBezTo>
                  <a:lnTo>
                    <a:pt x="0" y="536"/>
                  </a:lnTo>
                  <a:lnTo>
                    <a:pt x="2024" y="3537"/>
                  </a:lnTo>
                  <a:cubicBezTo>
                    <a:pt x="2024" y="3572"/>
                    <a:pt x="2063" y="3594"/>
                    <a:pt x="2092" y="3594"/>
                  </a:cubicBezTo>
                  <a:cubicBezTo>
                    <a:pt x="2103" y="3594"/>
                    <a:pt x="2113" y="3591"/>
                    <a:pt x="2120" y="3584"/>
                  </a:cubicBezTo>
                  <a:lnTo>
                    <a:pt x="2381" y="3394"/>
                  </a:lnTo>
                  <a:lnTo>
                    <a:pt x="119" y="36"/>
                  </a:lnTo>
                  <a:cubicBezTo>
                    <a:pt x="111" y="11"/>
                    <a:pt x="94" y="1"/>
                    <a:pt x="7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98"/>
            <p:cNvSpPr/>
            <p:nvPr/>
          </p:nvSpPr>
          <p:spPr>
            <a:xfrm>
              <a:off x="6329389" y="3719841"/>
              <a:ext cx="82409" cy="110882"/>
            </a:xfrm>
            <a:custGeom>
              <a:rect b="b" l="l" r="r" t="t"/>
              <a:pathLst>
                <a:path extrusionOk="0" h="3719" w="2764">
                  <a:moveTo>
                    <a:pt x="270" y="0"/>
                  </a:moveTo>
                  <a:cubicBezTo>
                    <a:pt x="266" y="0"/>
                    <a:pt x="263" y="2"/>
                    <a:pt x="263" y="7"/>
                  </a:cubicBezTo>
                  <a:lnTo>
                    <a:pt x="1" y="197"/>
                  </a:lnTo>
                  <a:lnTo>
                    <a:pt x="2406" y="3674"/>
                  </a:lnTo>
                  <a:cubicBezTo>
                    <a:pt x="2423" y="3691"/>
                    <a:pt x="2450" y="3719"/>
                    <a:pt x="2474" y="3719"/>
                  </a:cubicBezTo>
                  <a:cubicBezTo>
                    <a:pt x="2484" y="3719"/>
                    <a:pt x="2494" y="3713"/>
                    <a:pt x="2501" y="3698"/>
                  </a:cubicBezTo>
                  <a:lnTo>
                    <a:pt x="2763" y="3555"/>
                  </a:lnTo>
                  <a:lnTo>
                    <a:pt x="334" y="55"/>
                  </a:lnTo>
                  <a:cubicBezTo>
                    <a:pt x="334" y="35"/>
                    <a:pt x="288" y="0"/>
                    <a:pt x="270"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98"/>
            <p:cNvSpPr/>
            <p:nvPr/>
          </p:nvSpPr>
          <p:spPr>
            <a:xfrm>
              <a:off x="6469282" y="3792889"/>
              <a:ext cx="14222" cy="103965"/>
            </a:xfrm>
            <a:custGeom>
              <a:rect b="b" l="l" r="r" t="t"/>
              <a:pathLst>
                <a:path extrusionOk="0" h="3487" w="477">
                  <a:moveTo>
                    <a:pt x="416" y="1"/>
                  </a:moveTo>
                  <a:cubicBezTo>
                    <a:pt x="401" y="1"/>
                    <a:pt x="381" y="4"/>
                    <a:pt x="358" y="10"/>
                  </a:cubicBezTo>
                  <a:lnTo>
                    <a:pt x="0" y="224"/>
                  </a:lnTo>
                  <a:lnTo>
                    <a:pt x="0" y="3487"/>
                  </a:lnTo>
                  <a:lnTo>
                    <a:pt x="477" y="3487"/>
                  </a:lnTo>
                  <a:lnTo>
                    <a:pt x="477" y="81"/>
                  </a:lnTo>
                  <a:cubicBezTo>
                    <a:pt x="477" y="28"/>
                    <a:pt x="463" y="1"/>
                    <a:pt x="41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98"/>
            <p:cNvSpPr/>
            <p:nvPr/>
          </p:nvSpPr>
          <p:spPr>
            <a:xfrm>
              <a:off x="6163258" y="3896825"/>
              <a:ext cx="343678" cy="24180"/>
            </a:xfrm>
            <a:custGeom>
              <a:rect b="b" l="l" r="r" t="t"/>
              <a:pathLst>
                <a:path extrusionOk="0" h="811" w="11527">
                  <a:moveTo>
                    <a:pt x="119" y="1"/>
                  </a:moveTo>
                  <a:cubicBezTo>
                    <a:pt x="72" y="1"/>
                    <a:pt x="0" y="72"/>
                    <a:pt x="0" y="120"/>
                  </a:cubicBezTo>
                  <a:lnTo>
                    <a:pt x="0" y="691"/>
                  </a:lnTo>
                  <a:cubicBezTo>
                    <a:pt x="0" y="739"/>
                    <a:pt x="72" y="810"/>
                    <a:pt x="119" y="810"/>
                  </a:cubicBezTo>
                  <a:lnTo>
                    <a:pt x="11407" y="810"/>
                  </a:lnTo>
                  <a:cubicBezTo>
                    <a:pt x="11455" y="810"/>
                    <a:pt x="11503" y="787"/>
                    <a:pt x="11527" y="691"/>
                  </a:cubicBezTo>
                  <a:lnTo>
                    <a:pt x="11527" y="120"/>
                  </a:lnTo>
                  <a:cubicBezTo>
                    <a:pt x="11527" y="72"/>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98"/>
            <p:cNvSpPr/>
            <p:nvPr/>
          </p:nvSpPr>
          <p:spPr>
            <a:xfrm>
              <a:off x="6488453" y="3896825"/>
              <a:ext cx="17770" cy="24180"/>
            </a:xfrm>
            <a:custGeom>
              <a:rect b="b" l="l" r="r" t="t"/>
              <a:pathLst>
                <a:path extrusionOk="0" h="811" w="596">
                  <a:moveTo>
                    <a:pt x="0" y="1"/>
                  </a:moveTo>
                  <a:cubicBezTo>
                    <a:pt x="48" y="1"/>
                    <a:pt x="119" y="72"/>
                    <a:pt x="119" y="120"/>
                  </a:cubicBezTo>
                  <a:lnTo>
                    <a:pt x="119" y="691"/>
                  </a:lnTo>
                  <a:cubicBezTo>
                    <a:pt x="119" y="739"/>
                    <a:pt x="48" y="810"/>
                    <a:pt x="0" y="810"/>
                  </a:cubicBezTo>
                  <a:lnTo>
                    <a:pt x="477" y="810"/>
                  </a:lnTo>
                  <a:cubicBezTo>
                    <a:pt x="524" y="810"/>
                    <a:pt x="596" y="763"/>
                    <a:pt x="596" y="691"/>
                  </a:cubicBezTo>
                  <a:lnTo>
                    <a:pt x="596" y="120"/>
                  </a:lnTo>
                  <a:cubicBezTo>
                    <a:pt x="596" y="72"/>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98"/>
            <p:cNvSpPr/>
            <p:nvPr/>
          </p:nvSpPr>
          <p:spPr>
            <a:xfrm>
              <a:off x="6247754" y="3708273"/>
              <a:ext cx="241442" cy="128234"/>
            </a:xfrm>
            <a:custGeom>
              <a:rect b="b" l="l" r="r" t="t"/>
              <a:pathLst>
                <a:path extrusionOk="0" h="4301" w="8098">
                  <a:moveTo>
                    <a:pt x="172" y="1"/>
                  </a:moveTo>
                  <a:cubicBezTo>
                    <a:pt x="146" y="1"/>
                    <a:pt x="119" y="6"/>
                    <a:pt x="96" y="14"/>
                  </a:cubicBezTo>
                  <a:cubicBezTo>
                    <a:pt x="0" y="85"/>
                    <a:pt x="0" y="181"/>
                    <a:pt x="24" y="252"/>
                  </a:cubicBezTo>
                  <a:lnTo>
                    <a:pt x="953" y="1657"/>
                  </a:lnTo>
                  <a:cubicBezTo>
                    <a:pt x="983" y="1732"/>
                    <a:pt x="1068" y="1769"/>
                    <a:pt x="1151" y="1769"/>
                  </a:cubicBezTo>
                  <a:cubicBezTo>
                    <a:pt x="1201" y="1769"/>
                    <a:pt x="1251" y="1755"/>
                    <a:pt x="1286" y="1729"/>
                  </a:cubicBezTo>
                  <a:lnTo>
                    <a:pt x="2977" y="585"/>
                  </a:lnTo>
                  <a:lnTo>
                    <a:pt x="5454" y="4158"/>
                  </a:lnTo>
                  <a:cubicBezTo>
                    <a:pt x="5486" y="4221"/>
                    <a:pt x="5560" y="4263"/>
                    <a:pt x="5641" y="4263"/>
                  </a:cubicBezTo>
                  <a:cubicBezTo>
                    <a:pt x="5681" y="4263"/>
                    <a:pt x="5724" y="4253"/>
                    <a:pt x="5763" y="4229"/>
                  </a:cubicBezTo>
                  <a:lnTo>
                    <a:pt x="7740" y="3086"/>
                  </a:lnTo>
                  <a:lnTo>
                    <a:pt x="7740" y="4134"/>
                  </a:lnTo>
                  <a:cubicBezTo>
                    <a:pt x="7740" y="4229"/>
                    <a:pt x="7788" y="4301"/>
                    <a:pt x="7883" y="4301"/>
                  </a:cubicBezTo>
                  <a:cubicBezTo>
                    <a:pt x="8002" y="4301"/>
                    <a:pt x="8097" y="4253"/>
                    <a:pt x="8097" y="4134"/>
                  </a:cubicBezTo>
                  <a:lnTo>
                    <a:pt x="8097" y="2919"/>
                  </a:lnTo>
                  <a:cubicBezTo>
                    <a:pt x="8097" y="2848"/>
                    <a:pt x="8050" y="2800"/>
                    <a:pt x="8026" y="2753"/>
                  </a:cubicBezTo>
                  <a:cubicBezTo>
                    <a:pt x="7964" y="2706"/>
                    <a:pt x="7892" y="2670"/>
                    <a:pt x="7816" y="2670"/>
                  </a:cubicBezTo>
                  <a:cubicBezTo>
                    <a:pt x="7775" y="2670"/>
                    <a:pt x="7734" y="2680"/>
                    <a:pt x="7692" y="2705"/>
                  </a:cubicBezTo>
                  <a:lnTo>
                    <a:pt x="5668" y="3896"/>
                  </a:lnTo>
                  <a:lnTo>
                    <a:pt x="3215" y="324"/>
                  </a:lnTo>
                  <a:cubicBezTo>
                    <a:pt x="3156" y="249"/>
                    <a:pt x="3087" y="212"/>
                    <a:pt x="3015" y="212"/>
                  </a:cubicBezTo>
                  <a:cubicBezTo>
                    <a:pt x="2971" y="212"/>
                    <a:pt x="2926" y="225"/>
                    <a:pt x="2882" y="252"/>
                  </a:cubicBezTo>
                  <a:lnTo>
                    <a:pt x="1191" y="1395"/>
                  </a:lnTo>
                  <a:lnTo>
                    <a:pt x="310" y="85"/>
                  </a:lnTo>
                  <a:cubicBezTo>
                    <a:pt x="278" y="22"/>
                    <a:pt x="225" y="1"/>
                    <a:pt x="1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98"/>
            <p:cNvSpPr/>
            <p:nvPr/>
          </p:nvSpPr>
          <p:spPr>
            <a:xfrm>
              <a:off x="6156877" y="3573060"/>
              <a:ext cx="355037" cy="354321"/>
            </a:xfrm>
            <a:custGeom>
              <a:rect b="b" l="l" r="r" t="t"/>
              <a:pathLst>
                <a:path extrusionOk="0" h="11884" w="11908">
                  <a:moveTo>
                    <a:pt x="11550" y="11050"/>
                  </a:moveTo>
                  <a:lnTo>
                    <a:pt x="11550" y="11527"/>
                  </a:lnTo>
                  <a:lnTo>
                    <a:pt x="405" y="11527"/>
                  </a:lnTo>
                  <a:lnTo>
                    <a:pt x="405" y="11050"/>
                  </a:lnTo>
                  <a:close/>
                  <a:moveTo>
                    <a:pt x="929" y="0"/>
                  </a:moveTo>
                  <a:cubicBezTo>
                    <a:pt x="810" y="0"/>
                    <a:pt x="714" y="72"/>
                    <a:pt x="714" y="191"/>
                  </a:cubicBezTo>
                  <a:lnTo>
                    <a:pt x="714" y="977"/>
                  </a:lnTo>
                  <a:lnTo>
                    <a:pt x="524" y="977"/>
                  </a:lnTo>
                  <a:cubicBezTo>
                    <a:pt x="429" y="977"/>
                    <a:pt x="333" y="1048"/>
                    <a:pt x="333" y="1143"/>
                  </a:cubicBezTo>
                  <a:cubicBezTo>
                    <a:pt x="333" y="1263"/>
                    <a:pt x="405" y="1334"/>
                    <a:pt x="524" y="1334"/>
                  </a:cubicBezTo>
                  <a:lnTo>
                    <a:pt x="714" y="1334"/>
                  </a:lnTo>
                  <a:lnTo>
                    <a:pt x="714" y="2239"/>
                  </a:lnTo>
                  <a:lnTo>
                    <a:pt x="524" y="2239"/>
                  </a:lnTo>
                  <a:cubicBezTo>
                    <a:pt x="429" y="2239"/>
                    <a:pt x="333" y="2287"/>
                    <a:pt x="333" y="2382"/>
                  </a:cubicBezTo>
                  <a:cubicBezTo>
                    <a:pt x="333" y="2501"/>
                    <a:pt x="405" y="2596"/>
                    <a:pt x="524" y="2596"/>
                  </a:cubicBezTo>
                  <a:lnTo>
                    <a:pt x="714" y="2596"/>
                  </a:lnTo>
                  <a:lnTo>
                    <a:pt x="714" y="3477"/>
                  </a:lnTo>
                  <a:lnTo>
                    <a:pt x="524" y="3477"/>
                  </a:lnTo>
                  <a:cubicBezTo>
                    <a:pt x="429" y="3477"/>
                    <a:pt x="333" y="3549"/>
                    <a:pt x="333" y="3644"/>
                  </a:cubicBezTo>
                  <a:cubicBezTo>
                    <a:pt x="333" y="3763"/>
                    <a:pt x="405" y="3834"/>
                    <a:pt x="524" y="3834"/>
                  </a:cubicBezTo>
                  <a:lnTo>
                    <a:pt x="714" y="3834"/>
                  </a:lnTo>
                  <a:lnTo>
                    <a:pt x="714" y="4739"/>
                  </a:lnTo>
                  <a:lnTo>
                    <a:pt x="524" y="4739"/>
                  </a:lnTo>
                  <a:cubicBezTo>
                    <a:pt x="429" y="4739"/>
                    <a:pt x="333" y="4787"/>
                    <a:pt x="333" y="4882"/>
                  </a:cubicBezTo>
                  <a:cubicBezTo>
                    <a:pt x="333" y="5001"/>
                    <a:pt x="405" y="5097"/>
                    <a:pt x="524" y="5097"/>
                  </a:cubicBezTo>
                  <a:lnTo>
                    <a:pt x="714" y="5097"/>
                  </a:lnTo>
                  <a:lnTo>
                    <a:pt x="714" y="5978"/>
                  </a:lnTo>
                  <a:lnTo>
                    <a:pt x="524" y="5978"/>
                  </a:lnTo>
                  <a:cubicBezTo>
                    <a:pt x="429" y="5978"/>
                    <a:pt x="333" y="6049"/>
                    <a:pt x="333" y="6144"/>
                  </a:cubicBezTo>
                  <a:cubicBezTo>
                    <a:pt x="333" y="6264"/>
                    <a:pt x="405" y="6335"/>
                    <a:pt x="524" y="6335"/>
                  </a:cubicBezTo>
                  <a:lnTo>
                    <a:pt x="714" y="6335"/>
                  </a:lnTo>
                  <a:lnTo>
                    <a:pt x="714" y="7240"/>
                  </a:lnTo>
                  <a:lnTo>
                    <a:pt x="524" y="7240"/>
                  </a:lnTo>
                  <a:cubicBezTo>
                    <a:pt x="429" y="7240"/>
                    <a:pt x="333" y="7288"/>
                    <a:pt x="333" y="7383"/>
                  </a:cubicBezTo>
                  <a:cubicBezTo>
                    <a:pt x="333" y="7502"/>
                    <a:pt x="405" y="7597"/>
                    <a:pt x="524" y="7597"/>
                  </a:cubicBezTo>
                  <a:lnTo>
                    <a:pt x="714" y="7597"/>
                  </a:lnTo>
                  <a:lnTo>
                    <a:pt x="714" y="8478"/>
                  </a:lnTo>
                  <a:lnTo>
                    <a:pt x="524" y="8478"/>
                  </a:lnTo>
                  <a:cubicBezTo>
                    <a:pt x="429" y="8478"/>
                    <a:pt x="333" y="8550"/>
                    <a:pt x="333" y="8645"/>
                  </a:cubicBezTo>
                  <a:cubicBezTo>
                    <a:pt x="333" y="8764"/>
                    <a:pt x="405" y="8836"/>
                    <a:pt x="524" y="8836"/>
                  </a:cubicBezTo>
                  <a:lnTo>
                    <a:pt x="714" y="8836"/>
                  </a:lnTo>
                  <a:lnTo>
                    <a:pt x="714" y="9740"/>
                  </a:lnTo>
                  <a:lnTo>
                    <a:pt x="524" y="9740"/>
                  </a:lnTo>
                  <a:cubicBezTo>
                    <a:pt x="429" y="9740"/>
                    <a:pt x="333" y="9788"/>
                    <a:pt x="333" y="9883"/>
                  </a:cubicBezTo>
                  <a:cubicBezTo>
                    <a:pt x="333" y="10002"/>
                    <a:pt x="405" y="10098"/>
                    <a:pt x="524" y="10098"/>
                  </a:cubicBezTo>
                  <a:lnTo>
                    <a:pt x="714" y="10098"/>
                  </a:lnTo>
                  <a:lnTo>
                    <a:pt x="714" y="10717"/>
                  </a:lnTo>
                  <a:lnTo>
                    <a:pt x="310" y="10717"/>
                  </a:lnTo>
                  <a:cubicBezTo>
                    <a:pt x="167" y="10717"/>
                    <a:pt x="0" y="10836"/>
                    <a:pt x="0" y="11026"/>
                  </a:cubicBezTo>
                  <a:lnTo>
                    <a:pt x="0" y="11574"/>
                  </a:lnTo>
                  <a:cubicBezTo>
                    <a:pt x="0" y="11741"/>
                    <a:pt x="119" y="11884"/>
                    <a:pt x="310" y="11884"/>
                  </a:cubicBezTo>
                  <a:lnTo>
                    <a:pt x="11598" y="11884"/>
                  </a:lnTo>
                  <a:cubicBezTo>
                    <a:pt x="11741" y="11884"/>
                    <a:pt x="11883" y="11765"/>
                    <a:pt x="11883" y="11574"/>
                  </a:cubicBezTo>
                  <a:lnTo>
                    <a:pt x="11883" y="11026"/>
                  </a:lnTo>
                  <a:cubicBezTo>
                    <a:pt x="11907" y="10836"/>
                    <a:pt x="11764" y="10717"/>
                    <a:pt x="11621" y="10717"/>
                  </a:cubicBezTo>
                  <a:lnTo>
                    <a:pt x="11145" y="10717"/>
                  </a:lnTo>
                  <a:lnTo>
                    <a:pt x="11145" y="9526"/>
                  </a:lnTo>
                  <a:cubicBezTo>
                    <a:pt x="11145" y="9431"/>
                    <a:pt x="11074" y="9359"/>
                    <a:pt x="11002" y="9359"/>
                  </a:cubicBezTo>
                  <a:cubicBezTo>
                    <a:pt x="10883" y="9359"/>
                    <a:pt x="10788" y="9407"/>
                    <a:pt x="10788" y="9526"/>
                  </a:cubicBezTo>
                  <a:lnTo>
                    <a:pt x="10788" y="10717"/>
                  </a:lnTo>
                  <a:lnTo>
                    <a:pt x="1858" y="10717"/>
                  </a:lnTo>
                  <a:lnTo>
                    <a:pt x="1858" y="2977"/>
                  </a:lnTo>
                  <a:lnTo>
                    <a:pt x="2620" y="4144"/>
                  </a:lnTo>
                  <a:cubicBezTo>
                    <a:pt x="2661" y="4200"/>
                    <a:pt x="2711" y="4223"/>
                    <a:pt x="2760" y="4223"/>
                  </a:cubicBezTo>
                  <a:cubicBezTo>
                    <a:pt x="2794" y="4223"/>
                    <a:pt x="2828" y="4211"/>
                    <a:pt x="2858" y="4192"/>
                  </a:cubicBezTo>
                  <a:cubicBezTo>
                    <a:pt x="2953" y="4144"/>
                    <a:pt x="2953" y="4049"/>
                    <a:pt x="2929" y="3954"/>
                  </a:cubicBezTo>
                  <a:lnTo>
                    <a:pt x="1953" y="2501"/>
                  </a:lnTo>
                  <a:cubicBezTo>
                    <a:pt x="1898" y="2428"/>
                    <a:pt x="1816" y="2397"/>
                    <a:pt x="1738" y="2397"/>
                  </a:cubicBezTo>
                  <a:cubicBezTo>
                    <a:pt x="1713" y="2397"/>
                    <a:pt x="1690" y="2400"/>
                    <a:pt x="1667" y="2406"/>
                  </a:cubicBezTo>
                  <a:cubicBezTo>
                    <a:pt x="1596" y="2453"/>
                    <a:pt x="1500" y="2525"/>
                    <a:pt x="1500" y="2644"/>
                  </a:cubicBezTo>
                  <a:lnTo>
                    <a:pt x="1500" y="10717"/>
                  </a:lnTo>
                  <a:lnTo>
                    <a:pt x="1072" y="10717"/>
                  </a:lnTo>
                  <a:lnTo>
                    <a:pt x="1072" y="191"/>
                  </a:lnTo>
                  <a:cubicBezTo>
                    <a:pt x="1072" y="96"/>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1" name="Google Shape;22741;p98"/>
          <p:cNvGrpSpPr/>
          <p:nvPr/>
        </p:nvGrpSpPr>
        <p:grpSpPr>
          <a:xfrm>
            <a:off x="5511682" y="3420660"/>
            <a:ext cx="354351" cy="352205"/>
            <a:chOff x="5549777" y="3573060"/>
            <a:chExt cx="354351" cy="352205"/>
          </a:xfrm>
        </p:grpSpPr>
        <p:sp>
          <p:nvSpPr>
            <p:cNvPr id="22742" name="Google Shape;22742;p98"/>
            <p:cNvSpPr/>
            <p:nvPr/>
          </p:nvSpPr>
          <p:spPr>
            <a:xfrm>
              <a:off x="5553325" y="3650640"/>
              <a:ext cx="172569" cy="99254"/>
            </a:xfrm>
            <a:custGeom>
              <a:rect b="b" l="l" r="r" t="t"/>
              <a:pathLst>
                <a:path extrusionOk="0" h="3329" w="5788">
                  <a:moveTo>
                    <a:pt x="635" y="0"/>
                  </a:moveTo>
                  <a:cubicBezTo>
                    <a:pt x="608" y="0"/>
                    <a:pt x="584" y="6"/>
                    <a:pt x="572" y="18"/>
                  </a:cubicBezTo>
                  <a:lnTo>
                    <a:pt x="1" y="447"/>
                  </a:lnTo>
                  <a:cubicBezTo>
                    <a:pt x="1" y="2042"/>
                    <a:pt x="1287" y="3328"/>
                    <a:pt x="2906" y="3328"/>
                  </a:cubicBezTo>
                  <a:cubicBezTo>
                    <a:pt x="4502" y="3328"/>
                    <a:pt x="5788" y="2018"/>
                    <a:pt x="5788" y="447"/>
                  </a:cubicBezTo>
                  <a:lnTo>
                    <a:pt x="4478" y="447"/>
                  </a:lnTo>
                  <a:cubicBezTo>
                    <a:pt x="4478" y="1328"/>
                    <a:pt x="3763" y="2042"/>
                    <a:pt x="2858" y="2042"/>
                  </a:cubicBezTo>
                  <a:cubicBezTo>
                    <a:pt x="1977" y="2042"/>
                    <a:pt x="1263" y="1328"/>
                    <a:pt x="1263" y="447"/>
                  </a:cubicBezTo>
                  <a:lnTo>
                    <a:pt x="715" y="18"/>
                  </a:lnTo>
                  <a:cubicBezTo>
                    <a:pt x="691" y="6"/>
                    <a:pt x="662" y="0"/>
                    <a:pt x="635"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98"/>
            <p:cNvSpPr/>
            <p:nvPr/>
          </p:nvSpPr>
          <p:spPr>
            <a:xfrm>
              <a:off x="5631441" y="3663937"/>
              <a:ext cx="94454" cy="85957"/>
            </a:xfrm>
            <a:custGeom>
              <a:rect b="b" l="l" r="r" t="t"/>
              <a:pathLst>
                <a:path extrusionOk="0" h="2883" w="3168">
                  <a:moveTo>
                    <a:pt x="3168" y="1"/>
                  </a:moveTo>
                  <a:cubicBezTo>
                    <a:pt x="3168" y="9"/>
                    <a:pt x="3168" y="17"/>
                    <a:pt x="3168" y="24"/>
                  </a:cubicBezTo>
                  <a:lnTo>
                    <a:pt x="3168" y="24"/>
                  </a:lnTo>
                  <a:lnTo>
                    <a:pt x="3168" y="1"/>
                  </a:lnTo>
                  <a:close/>
                  <a:moveTo>
                    <a:pt x="2620" y="24"/>
                  </a:moveTo>
                  <a:cubicBezTo>
                    <a:pt x="2620" y="1501"/>
                    <a:pt x="1477" y="2763"/>
                    <a:pt x="0" y="2882"/>
                  </a:cubicBezTo>
                  <a:lnTo>
                    <a:pt x="286" y="2882"/>
                  </a:lnTo>
                  <a:cubicBezTo>
                    <a:pt x="1874" y="2882"/>
                    <a:pt x="3155" y="1586"/>
                    <a:pt x="3168" y="24"/>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98"/>
            <p:cNvSpPr/>
            <p:nvPr/>
          </p:nvSpPr>
          <p:spPr>
            <a:xfrm>
              <a:off x="5554756" y="3577324"/>
              <a:ext cx="171854" cy="99254"/>
            </a:xfrm>
            <a:custGeom>
              <a:rect b="b" l="l" r="r" t="t"/>
              <a:pathLst>
                <a:path extrusionOk="0" h="3329" w="5764">
                  <a:moveTo>
                    <a:pt x="2882" y="0"/>
                  </a:moveTo>
                  <a:cubicBezTo>
                    <a:pt x="1263" y="0"/>
                    <a:pt x="0" y="1310"/>
                    <a:pt x="0" y="2906"/>
                  </a:cubicBezTo>
                  <a:lnTo>
                    <a:pt x="1310" y="2906"/>
                  </a:lnTo>
                  <a:cubicBezTo>
                    <a:pt x="1310" y="2001"/>
                    <a:pt x="2025" y="1286"/>
                    <a:pt x="2906" y="1286"/>
                  </a:cubicBezTo>
                  <a:cubicBezTo>
                    <a:pt x="3811" y="1286"/>
                    <a:pt x="4525" y="2001"/>
                    <a:pt x="4525" y="2906"/>
                  </a:cubicBezTo>
                  <a:lnTo>
                    <a:pt x="5049" y="3310"/>
                  </a:lnTo>
                  <a:cubicBezTo>
                    <a:pt x="5085" y="3322"/>
                    <a:pt x="5115" y="3328"/>
                    <a:pt x="5138" y="3328"/>
                  </a:cubicBezTo>
                  <a:cubicBezTo>
                    <a:pt x="5162" y="3328"/>
                    <a:pt x="5180" y="3322"/>
                    <a:pt x="5192" y="3310"/>
                  </a:cubicBezTo>
                  <a:lnTo>
                    <a:pt x="5763" y="2906"/>
                  </a:lnTo>
                  <a:cubicBezTo>
                    <a:pt x="5763" y="1286"/>
                    <a:pt x="4477" y="0"/>
                    <a:pt x="28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98"/>
            <p:cNvSpPr/>
            <p:nvPr/>
          </p:nvSpPr>
          <p:spPr>
            <a:xfrm>
              <a:off x="5631441" y="3578725"/>
              <a:ext cx="94454" cy="97853"/>
            </a:xfrm>
            <a:custGeom>
              <a:rect b="b" l="l" r="r" t="t"/>
              <a:pathLst>
                <a:path extrusionOk="0" h="3282" w="3168">
                  <a:moveTo>
                    <a:pt x="0" y="1"/>
                  </a:moveTo>
                  <a:cubicBezTo>
                    <a:pt x="1429" y="144"/>
                    <a:pt x="2548" y="1263"/>
                    <a:pt x="2620" y="2668"/>
                  </a:cubicBezTo>
                  <a:cubicBezTo>
                    <a:pt x="2620" y="2787"/>
                    <a:pt x="2572" y="2906"/>
                    <a:pt x="2477" y="2978"/>
                  </a:cubicBezTo>
                  <a:lnTo>
                    <a:pt x="2263" y="3121"/>
                  </a:lnTo>
                  <a:lnTo>
                    <a:pt x="2453" y="3263"/>
                  </a:lnTo>
                  <a:cubicBezTo>
                    <a:pt x="2477" y="3275"/>
                    <a:pt x="2507" y="3281"/>
                    <a:pt x="2534" y="3281"/>
                  </a:cubicBezTo>
                  <a:cubicBezTo>
                    <a:pt x="2560" y="3281"/>
                    <a:pt x="2584" y="3275"/>
                    <a:pt x="2596" y="3263"/>
                  </a:cubicBezTo>
                  <a:lnTo>
                    <a:pt x="3168" y="2859"/>
                  </a:lnTo>
                  <a:cubicBezTo>
                    <a:pt x="3168" y="1263"/>
                    <a:pt x="1858" y="1"/>
                    <a:pt x="286"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98"/>
            <p:cNvSpPr/>
            <p:nvPr/>
          </p:nvSpPr>
          <p:spPr>
            <a:xfrm>
              <a:off x="5554756" y="3651325"/>
              <a:ext cx="37656" cy="21169"/>
            </a:xfrm>
            <a:custGeom>
              <a:rect b="b" l="l" r="r" t="t"/>
              <a:pathLst>
                <a:path extrusionOk="0" h="710" w="1263">
                  <a:moveTo>
                    <a:pt x="622" y="1"/>
                  </a:moveTo>
                  <a:cubicBezTo>
                    <a:pt x="596" y="1"/>
                    <a:pt x="572" y="7"/>
                    <a:pt x="548" y="19"/>
                  </a:cubicBezTo>
                  <a:lnTo>
                    <a:pt x="0" y="447"/>
                  </a:lnTo>
                  <a:lnTo>
                    <a:pt x="0" y="709"/>
                  </a:lnTo>
                  <a:lnTo>
                    <a:pt x="1263" y="709"/>
                  </a:lnTo>
                  <a:cubicBezTo>
                    <a:pt x="1239" y="614"/>
                    <a:pt x="1239" y="543"/>
                    <a:pt x="1239" y="447"/>
                  </a:cubicBezTo>
                  <a:lnTo>
                    <a:pt x="715" y="19"/>
                  </a:lnTo>
                  <a:cubicBezTo>
                    <a:pt x="679" y="7"/>
                    <a:pt x="649" y="1"/>
                    <a:pt x="622"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98"/>
            <p:cNvSpPr/>
            <p:nvPr/>
          </p:nvSpPr>
          <p:spPr>
            <a:xfrm>
              <a:off x="5724465" y="3650640"/>
              <a:ext cx="172539" cy="99254"/>
            </a:xfrm>
            <a:custGeom>
              <a:rect b="b" l="l" r="r" t="t"/>
              <a:pathLst>
                <a:path extrusionOk="0" h="3329" w="5787">
                  <a:moveTo>
                    <a:pt x="637" y="0"/>
                  </a:moveTo>
                  <a:cubicBezTo>
                    <a:pt x="607" y="0"/>
                    <a:pt x="583" y="6"/>
                    <a:pt x="572" y="18"/>
                  </a:cubicBezTo>
                  <a:lnTo>
                    <a:pt x="0" y="447"/>
                  </a:lnTo>
                  <a:cubicBezTo>
                    <a:pt x="0" y="2042"/>
                    <a:pt x="1334" y="3328"/>
                    <a:pt x="2905" y="3328"/>
                  </a:cubicBezTo>
                  <a:cubicBezTo>
                    <a:pt x="4501" y="3328"/>
                    <a:pt x="5787" y="2018"/>
                    <a:pt x="5787" y="447"/>
                  </a:cubicBezTo>
                  <a:lnTo>
                    <a:pt x="4477" y="447"/>
                  </a:lnTo>
                  <a:cubicBezTo>
                    <a:pt x="4477" y="1328"/>
                    <a:pt x="3763" y="2042"/>
                    <a:pt x="2882" y="2042"/>
                  </a:cubicBezTo>
                  <a:cubicBezTo>
                    <a:pt x="1977" y="2042"/>
                    <a:pt x="1262" y="1328"/>
                    <a:pt x="1262" y="447"/>
                  </a:cubicBezTo>
                  <a:lnTo>
                    <a:pt x="738" y="18"/>
                  </a:lnTo>
                  <a:cubicBezTo>
                    <a:pt x="703" y="6"/>
                    <a:pt x="667" y="0"/>
                    <a:pt x="63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98"/>
            <p:cNvSpPr/>
            <p:nvPr/>
          </p:nvSpPr>
          <p:spPr>
            <a:xfrm>
              <a:off x="5802552" y="3663937"/>
              <a:ext cx="94454" cy="85957"/>
            </a:xfrm>
            <a:custGeom>
              <a:rect b="b" l="l" r="r" t="t"/>
              <a:pathLst>
                <a:path extrusionOk="0" h="2883" w="3168">
                  <a:moveTo>
                    <a:pt x="3168" y="1"/>
                  </a:moveTo>
                  <a:cubicBezTo>
                    <a:pt x="3168" y="9"/>
                    <a:pt x="3168" y="17"/>
                    <a:pt x="3168" y="24"/>
                  </a:cubicBezTo>
                  <a:lnTo>
                    <a:pt x="3168" y="24"/>
                  </a:lnTo>
                  <a:lnTo>
                    <a:pt x="3168" y="1"/>
                  </a:lnTo>
                  <a:close/>
                  <a:moveTo>
                    <a:pt x="2620" y="24"/>
                  </a:moveTo>
                  <a:cubicBezTo>
                    <a:pt x="2620" y="1501"/>
                    <a:pt x="1477" y="2763"/>
                    <a:pt x="1" y="2882"/>
                  </a:cubicBezTo>
                  <a:lnTo>
                    <a:pt x="286" y="2882"/>
                  </a:lnTo>
                  <a:cubicBezTo>
                    <a:pt x="1874" y="2882"/>
                    <a:pt x="3155" y="1586"/>
                    <a:pt x="3168" y="24"/>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98"/>
            <p:cNvSpPr/>
            <p:nvPr/>
          </p:nvSpPr>
          <p:spPr>
            <a:xfrm>
              <a:off x="5725866" y="3577324"/>
              <a:ext cx="171854" cy="99254"/>
            </a:xfrm>
            <a:custGeom>
              <a:rect b="b" l="l" r="r" t="t"/>
              <a:pathLst>
                <a:path extrusionOk="0" h="3329" w="5764">
                  <a:moveTo>
                    <a:pt x="2882" y="0"/>
                  </a:moveTo>
                  <a:cubicBezTo>
                    <a:pt x="1287" y="0"/>
                    <a:pt x="1" y="1310"/>
                    <a:pt x="1" y="2906"/>
                  </a:cubicBezTo>
                  <a:lnTo>
                    <a:pt x="1310" y="2906"/>
                  </a:lnTo>
                  <a:cubicBezTo>
                    <a:pt x="1310" y="2001"/>
                    <a:pt x="2025" y="1286"/>
                    <a:pt x="2906" y="1286"/>
                  </a:cubicBezTo>
                  <a:cubicBezTo>
                    <a:pt x="3811" y="1286"/>
                    <a:pt x="4525" y="2001"/>
                    <a:pt x="4525" y="2906"/>
                  </a:cubicBezTo>
                  <a:lnTo>
                    <a:pt x="5049" y="3310"/>
                  </a:lnTo>
                  <a:cubicBezTo>
                    <a:pt x="5085" y="3322"/>
                    <a:pt x="5115" y="3328"/>
                    <a:pt x="5142" y="3328"/>
                  </a:cubicBezTo>
                  <a:cubicBezTo>
                    <a:pt x="5168" y="3328"/>
                    <a:pt x="5192" y="3322"/>
                    <a:pt x="5216" y="3310"/>
                  </a:cubicBezTo>
                  <a:lnTo>
                    <a:pt x="5764" y="2906"/>
                  </a:lnTo>
                  <a:cubicBezTo>
                    <a:pt x="5764" y="1286"/>
                    <a:pt x="4454" y="0"/>
                    <a:pt x="288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98"/>
            <p:cNvSpPr/>
            <p:nvPr/>
          </p:nvSpPr>
          <p:spPr>
            <a:xfrm>
              <a:off x="5803267" y="3578725"/>
              <a:ext cx="93738" cy="97853"/>
            </a:xfrm>
            <a:custGeom>
              <a:rect b="b" l="l" r="r" t="t"/>
              <a:pathLst>
                <a:path extrusionOk="0" h="3282" w="3144">
                  <a:moveTo>
                    <a:pt x="0" y="1"/>
                  </a:moveTo>
                  <a:cubicBezTo>
                    <a:pt x="1429" y="144"/>
                    <a:pt x="2525" y="1263"/>
                    <a:pt x="2620" y="2668"/>
                  </a:cubicBezTo>
                  <a:cubicBezTo>
                    <a:pt x="2620" y="2787"/>
                    <a:pt x="2549" y="2906"/>
                    <a:pt x="2453" y="2978"/>
                  </a:cubicBezTo>
                  <a:lnTo>
                    <a:pt x="2263" y="3121"/>
                  </a:lnTo>
                  <a:lnTo>
                    <a:pt x="2429" y="3263"/>
                  </a:lnTo>
                  <a:cubicBezTo>
                    <a:pt x="2465" y="3275"/>
                    <a:pt x="2495" y="3281"/>
                    <a:pt x="2519" y="3281"/>
                  </a:cubicBezTo>
                  <a:cubicBezTo>
                    <a:pt x="2543" y="3281"/>
                    <a:pt x="2560" y="3275"/>
                    <a:pt x="2572" y="3263"/>
                  </a:cubicBezTo>
                  <a:lnTo>
                    <a:pt x="3144" y="2859"/>
                  </a:lnTo>
                  <a:cubicBezTo>
                    <a:pt x="3144" y="1263"/>
                    <a:pt x="1858" y="1"/>
                    <a:pt x="262"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98"/>
            <p:cNvSpPr/>
            <p:nvPr/>
          </p:nvSpPr>
          <p:spPr>
            <a:xfrm>
              <a:off x="5725866" y="3651325"/>
              <a:ext cx="38372" cy="21169"/>
            </a:xfrm>
            <a:custGeom>
              <a:rect b="b" l="l" r="r" t="t"/>
              <a:pathLst>
                <a:path extrusionOk="0" h="710" w="1287">
                  <a:moveTo>
                    <a:pt x="626" y="1"/>
                  </a:moveTo>
                  <a:cubicBezTo>
                    <a:pt x="602" y="1"/>
                    <a:pt x="584" y="7"/>
                    <a:pt x="572" y="19"/>
                  </a:cubicBezTo>
                  <a:lnTo>
                    <a:pt x="1" y="447"/>
                  </a:lnTo>
                  <a:lnTo>
                    <a:pt x="1" y="709"/>
                  </a:lnTo>
                  <a:lnTo>
                    <a:pt x="1287" y="709"/>
                  </a:lnTo>
                  <a:cubicBezTo>
                    <a:pt x="1239" y="614"/>
                    <a:pt x="1239" y="543"/>
                    <a:pt x="1239" y="447"/>
                  </a:cubicBezTo>
                  <a:lnTo>
                    <a:pt x="715" y="19"/>
                  </a:lnTo>
                  <a:cubicBezTo>
                    <a:pt x="679" y="7"/>
                    <a:pt x="650"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98"/>
            <p:cNvSpPr/>
            <p:nvPr/>
          </p:nvSpPr>
          <p:spPr>
            <a:xfrm>
              <a:off x="5553325" y="3822644"/>
              <a:ext cx="172569" cy="99075"/>
            </a:xfrm>
            <a:custGeom>
              <a:rect b="b" l="l" r="r" t="t"/>
              <a:pathLst>
                <a:path extrusionOk="0" h="3323" w="5788">
                  <a:moveTo>
                    <a:pt x="635" y="0"/>
                  </a:moveTo>
                  <a:cubicBezTo>
                    <a:pt x="608" y="0"/>
                    <a:pt x="584" y="12"/>
                    <a:pt x="572" y="36"/>
                  </a:cubicBezTo>
                  <a:lnTo>
                    <a:pt x="1" y="441"/>
                  </a:lnTo>
                  <a:cubicBezTo>
                    <a:pt x="1" y="2060"/>
                    <a:pt x="1287" y="3322"/>
                    <a:pt x="2906" y="3322"/>
                  </a:cubicBezTo>
                  <a:cubicBezTo>
                    <a:pt x="4502" y="3322"/>
                    <a:pt x="5788" y="2012"/>
                    <a:pt x="5788" y="441"/>
                  </a:cubicBezTo>
                  <a:lnTo>
                    <a:pt x="4478" y="441"/>
                  </a:lnTo>
                  <a:cubicBezTo>
                    <a:pt x="4478" y="1346"/>
                    <a:pt x="3763" y="2060"/>
                    <a:pt x="2858" y="2060"/>
                  </a:cubicBezTo>
                  <a:cubicBezTo>
                    <a:pt x="1977" y="2060"/>
                    <a:pt x="1263" y="1346"/>
                    <a:pt x="1263" y="441"/>
                  </a:cubicBezTo>
                  <a:lnTo>
                    <a:pt x="715" y="36"/>
                  </a:lnTo>
                  <a:cubicBezTo>
                    <a:pt x="691" y="12"/>
                    <a:pt x="662" y="0"/>
                    <a:pt x="63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98"/>
            <p:cNvSpPr/>
            <p:nvPr/>
          </p:nvSpPr>
          <p:spPr>
            <a:xfrm>
              <a:off x="5631441" y="3835763"/>
              <a:ext cx="94454" cy="85957"/>
            </a:xfrm>
            <a:custGeom>
              <a:rect b="b" l="l" r="r" t="t"/>
              <a:pathLst>
                <a:path extrusionOk="0" h="2883" w="3168">
                  <a:moveTo>
                    <a:pt x="3168" y="1"/>
                  </a:moveTo>
                  <a:cubicBezTo>
                    <a:pt x="3168" y="9"/>
                    <a:pt x="3168" y="17"/>
                    <a:pt x="3168" y="25"/>
                  </a:cubicBezTo>
                  <a:lnTo>
                    <a:pt x="3168" y="25"/>
                  </a:lnTo>
                  <a:lnTo>
                    <a:pt x="3168" y="1"/>
                  </a:lnTo>
                  <a:close/>
                  <a:moveTo>
                    <a:pt x="2620" y="25"/>
                  </a:moveTo>
                  <a:cubicBezTo>
                    <a:pt x="2620" y="1525"/>
                    <a:pt x="1477" y="2763"/>
                    <a:pt x="0" y="2882"/>
                  </a:cubicBezTo>
                  <a:lnTo>
                    <a:pt x="286" y="2882"/>
                  </a:lnTo>
                  <a:cubicBezTo>
                    <a:pt x="1874" y="2882"/>
                    <a:pt x="3155" y="1586"/>
                    <a:pt x="3168" y="25"/>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98"/>
            <p:cNvSpPr/>
            <p:nvPr/>
          </p:nvSpPr>
          <p:spPr>
            <a:xfrm>
              <a:off x="5554756" y="3749865"/>
              <a:ext cx="171854" cy="99254"/>
            </a:xfrm>
            <a:custGeom>
              <a:rect b="b" l="l" r="r" t="t"/>
              <a:pathLst>
                <a:path extrusionOk="0" h="3329" w="5764">
                  <a:moveTo>
                    <a:pt x="2882" y="0"/>
                  </a:moveTo>
                  <a:cubicBezTo>
                    <a:pt x="1263" y="0"/>
                    <a:pt x="0" y="1310"/>
                    <a:pt x="0" y="2882"/>
                  </a:cubicBezTo>
                  <a:lnTo>
                    <a:pt x="1310" y="2882"/>
                  </a:lnTo>
                  <a:cubicBezTo>
                    <a:pt x="1310" y="2001"/>
                    <a:pt x="2025" y="1286"/>
                    <a:pt x="2906" y="1286"/>
                  </a:cubicBezTo>
                  <a:cubicBezTo>
                    <a:pt x="3811" y="1286"/>
                    <a:pt x="4525" y="2001"/>
                    <a:pt x="4525" y="2882"/>
                  </a:cubicBezTo>
                  <a:lnTo>
                    <a:pt x="5049" y="3310"/>
                  </a:lnTo>
                  <a:cubicBezTo>
                    <a:pt x="5085" y="3322"/>
                    <a:pt x="5115" y="3328"/>
                    <a:pt x="5138" y="3328"/>
                  </a:cubicBezTo>
                  <a:cubicBezTo>
                    <a:pt x="5162" y="3328"/>
                    <a:pt x="5180" y="3322"/>
                    <a:pt x="5192" y="3310"/>
                  </a:cubicBezTo>
                  <a:lnTo>
                    <a:pt x="5763" y="2882"/>
                  </a:lnTo>
                  <a:cubicBezTo>
                    <a:pt x="5763" y="1286"/>
                    <a:pt x="4477" y="0"/>
                    <a:pt x="2882"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98"/>
            <p:cNvSpPr/>
            <p:nvPr/>
          </p:nvSpPr>
          <p:spPr>
            <a:xfrm>
              <a:off x="5631441" y="3750551"/>
              <a:ext cx="94454" cy="98568"/>
            </a:xfrm>
            <a:custGeom>
              <a:rect b="b" l="l" r="r" t="t"/>
              <a:pathLst>
                <a:path extrusionOk="0" h="3306" w="3168">
                  <a:moveTo>
                    <a:pt x="0" y="1"/>
                  </a:moveTo>
                  <a:cubicBezTo>
                    <a:pt x="1429" y="144"/>
                    <a:pt x="2548" y="1287"/>
                    <a:pt x="2620" y="2692"/>
                  </a:cubicBezTo>
                  <a:cubicBezTo>
                    <a:pt x="2620" y="2811"/>
                    <a:pt x="2572" y="2930"/>
                    <a:pt x="2477" y="2978"/>
                  </a:cubicBezTo>
                  <a:lnTo>
                    <a:pt x="2263" y="3121"/>
                  </a:lnTo>
                  <a:lnTo>
                    <a:pt x="2453" y="3287"/>
                  </a:lnTo>
                  <a:cubicBezTo>
                    <a:pt x="2477" y="3299"/>
                    <a:pt x="2507" y="3305"/>
                    <a:pt x="2534" y="3305"/>
                  </a:cubicBezTo>
                  <a:cubicBezTo>
                    <a:pt x="2560" y="3305"/>
                    <a:pt x="2584" y="3299"/>
                    <a:pt x="2596" y="3287"/>
                  </a:cubicBezTo>
                  <a:lnTo>
                    <a:pt x="3168" y="2859"/>
                  </a:lnTo>
                  <a:cubicBezTo>
                    <a:pt x="3168" y="1287"/>
                    <a:pt x="1858" y="1"/>
                    <a:pt x="286" y="1"/>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98"/>
            <p:cNvSpPr/>
            <p:nvPr/>
          </p:nvSpPr>
          <p:spPr>
            <a:xfrm>
              <a:off x="5554756" y="3823867"/>
              <a:ext cx="37656" cy="21169"/>
            </a:xfrm>
            <a:custGeom>
              <a:rect b="b" l="l" r="r" t="t"/>
              <a:pathLst>
                <a:path extrusionOk="0" h="710" w="1263">
                  <a:moveTo>
                    <a:pt x="622" y="1"/>
                  </a:moveTo>
                  <a:cubicBezTo>
                    <a:pt x="596" y="1"/>
                    <a:pt x="572" y="7"/>
                    <a:pt x="548" y="19"/>
                  </a:cubicBezTo>
                  <a:lnTo>
                    <a:pt x="0" y="424"/>
                  </a:lnTo>
                  <a:lnTo>
                    <a:pt x="0" y="709"/>
                  </a:lnTo>
                  <a:lnTo>
                    <a:pt x="1263" y="709"/>
                  </a:lnTo>
                  <a:cubicBezTo>
                    <a:pt x="1239" y="614"/>
                    <a:pt x="1239" y="519"/>
                    <a:pt x="1239" y="424"/>
                  </a:cubicBezTo>
                  <a:lnTo>
                    <a:pt x="715" y="19"/>
                  </a:lnTo>
                  <a:cubicBezTo>
                    <a:pt x="679" y="7"/>
                    <a:pt x="649" y="1"/>
                    <a:pt x="62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98"/>
            <p:cNvSpPr/>
            <p:nvPr/>
          </p:nvSpPr>
          <p:spPr>
            <a:xfrm>
              <a:off x="5724465" y="3822644"/>
              <a:ext cx="172539" cy="99075"/>
            </a:xfrm>
            <a:custGeom>
              <a:rect b="b" l="l" r="r" t="t"/>
              <a:pathLst>
                <a:path extrusionOk="0" h="3323" w="5787">
                  <a:moveTo>
                    <a:pt x="637" y="0"/>
                  </a:moveTo>
                  <a:cubicBezTo>
                    <a:pt x="607" y="0"/>
                    <a:pt x="583" y="12"/>
                    <a:pt x="572" y="36"/>
                  </a:cubicBezTo>
                  <a:lnTo>
                    <a:pt x="0" y="441"/>
                  </a:lnTo>
                  <a:cubicBezTo>
                    <a:pt x="0" y="2060"/>
                    <a:pt x="1334" y="3322"/>
                    <a:pt x="2905" y="3322"/>
                  </a:cubicBezTo>
                  <a:cubicBezTo>
                    <a:pt x="4501" y="3322"/>
                    <a:pt x="5787" y="2012"/>
                    <a:pt x="5787" y="441"/>
                  </a:cubicBezTo>
                  <a:lnTo>
                    <a:pt x="4477" y="441"/>
                  </a:lnTo>
                  <a:cubicBezTo>
                    <a:pt x="4477" y="1346"/>
                    <a:pt x="3763" y="2060"/>
                    <a:pt x="2882" y="2060"/>
                  </a:cubicBezTo>
                  <a:cubicBezTo>
                    <a:pt x="1977" y="2060"/>
                    <a:pt x="1262" y="1346"/>
                    <a:pt x="1262" y="441"/>
                  </a:cubicBezTo>
                  <a:lnTo>
                    <a:pt x="738" y="36"/>
                  </a:lnTo>
                  <a:cubicBezTo>
                    <a:pt x="703" y="12"/>
                    <a:pt x="667" y="0"/>
                    <a:pt x="63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98"/>
            <p:cNvSpPr/>
            <p:nvPr/>
          </p:nvSpPr>
          <p:spPr>
            <a:xfrm>
              <a:off x="5802552" y="3835763"/>
              <a:ext cx="94454" cy="85957"/>
            </a:xfrm>
            <a:custGeom>
              <a:rect b="b" l="l" r="r" t="t"/>
              <a:pathLst>
                <a:path extrusionOk="0" h="2883" w="3168">
                  <a:moveTo>
                    <a:pt x="3168" y="1"/>
                  </a:moveTo>
                  <a:cubicBezTo>
                    <a:pt x="3168" y="9"/>
                    <a:pt x="3168" y="17"/>
                    <a:pt x="3168" y="25"/>
                  </a:cubicBezTo>
                  <a:lnTo>
                    <a:pt x="3168" y="25"/>
                  </a:lnTo>
                  <a:lnTo>
                    <a:pt x="3168" y="1"/>
                  </a:lnTo>
                  <a:close/>
                  <a:moveTo>
                    <a:pt x="2620" y="25"/>
                  </a:moveTo>
                  <a:cubicBezTo>
                    <a:pt x="2620" y="1525"/>
                    <a:pt x="1477" y="2763"/>
                    <a:pt x="1" y="2882"/>
                  </a:cubicBezTo>
                  <a:lnTo>
                    <a:pt x="286" y="2882"/>
                  </a:lnTo>
                  <a:cubicBezTo>
                    <a:pt x="1874" y="2882"/>
                    <a:pt x="3155" y="1586"/>
                    <a:pt x="3168" y="25"/>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98"/>
            <p:cNvSpPr/>
            <p:nvPr/>
          </p:nvSpPr>
          <p:spPr>
            <a:xfrm>
              <a:off x="5725866" y="3749865"/>
              <a:ext cx="171854" cy="99254"/>
            </a:xfrm>
            <a:custGeom>
              <a:rect b="b" l="l" r="r" t="t"/>
              <a:pathLst>
                <a:path extrusionOk="0" h="3329" w="5764">
                  <a:moveTo>
                    <a:pt x="2882" y="0"/>
                  </a:moveTo>
                  <a:cubicBezTo>
                    <a:pt x="1287" y="0"/>
                    <a:pt x="1" y="1310"/>
                    <a:pt x="1" y="2882"/>
                  </a:cubicBezTo>
                  <a:lnTo>
                    <a:pt x="1310" y="2882"/>
                  </a:lnTo>
                  <a:cubicBezTo>
                    <a:pt x="1310" y="2001"/>
                    <a:pt x="2025" y="1286"/>
                    <a:pt x="2906" y="1286"/>
                  </a:cubicBezTo>
                  <a:cubicBezTo>
                    <a:pt x="3811" y="1286"/>
                    <a:pt x="4525" y="2001"/>
                    <a:pt x="4525" y="2882"/>
                  </a:cubicBezTo>
                  <a:lnTo>
                    <a:pt x="5049" y="3310"/>
                  </a:lnTo>
                  <a:cubicBezTo>
                    <a:pt x="5085" y="3322"/>
                    <a:pt x="5115" y="3328"/>
                    <a:pt x="5142" y="3328"/>
                  </a:cubicBezTo>
                  <a:cubicBezTo>
                    <a:pt x="5168" y="3328"/>
                    <a:pt x="5192" y="3322"/>
                    <a:pt x="5216" y="3310"/>
                  </a:cubicBezTo>
                  <a:lnTo>
                    <a:pt x="5764" y="2882"/>
                  </a:lnTo>
                  <a:cubicBezTo>
                    <a:pt x="5764" y="1286"/>
                    <a:pt x="4502" y="0"/>
                    <a:pt x="2882"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98"/>
            <p:cNvSpPr/>
            <p:nvPr/>
          </p:nvSpPr>
          <p:spPr>
            <a:xfrm>
              <a:off x="5803267" y="3750551"/>
              <a:ext cx="93738" cy="98568"/>
            </a:xfrm>
            <a:custGeom>
              <a:rect b="b" l="l" r="r" t="t"/>
              <a:pathLst>
                <a:path extrusionOk="0" h="3306" w="3144">
                  <a:moveTo>
                    <a:pt x="0" y="1"/>
                  </a:moveTo>
                  <a:cubicBezTo>
                    <a:pt x="1429" y="144"/>
                    <a:pt x="2525" y="1287"/>
                    <a:pt x="2620" y="2692"/>
                  </a:cubicBezTo>
                  <a:cubicBezTo>
                    <a:pt x="2620" y="2811"/>
                    <a:pt x="2549" y="2930"/>
                    <a:pt x="2453" y="2978"/>
                  </a:cubicBezTo>
                  <a:lnTo>
                    <a:pt x="2263" y="3121"/>
                  </a:lnTo>
                  <a:lnTo>
                    <a:pt x="2429" y="3287"/>
                  </a:lnTo>
                  <a:cubicBezTo>
                    <a:pt x="2465" y="3299"/>
                    <a:pt x="2495" y="3305"/>
                    <a:pt x="2519" y="3305"/>
                  </a:cubicBezTo>
                  <a:cubicBezTo>
                    <a:pt x="2543" y="3305"/>
                    <a:pt x="2560" y="3299"/>
                    <a:pt x="2572" y="3287"/>
                  </a:cubicBezTo>
                  <a:lnTo>
                    <a:pt x="3144" y="2859"/>
                  </a:lnTo>
                  <a:cubicBezTo>
                    <a:pt x="3144" y="1287"/>
                    <a:pt x="1858" y="1"/>
                    <a:pt x="262" y="1"/>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98"/>
            <p:cNvSpPr/>
            <p:nvPr/>
          </p:nvSpPr>
          <p:spPr>
            <a:xfrm>
              <a:off x="5725866" y="3823867"/>
              <a:ext cx="38372" cy="21169"/>
            </a:xfrm>
            <a:custGeom>
              <a:rect b="b" l="l" r="r" t="t"/>
              <a:pathLst>
                <a:path extrusionOk="0" h="710" w="1287">
                  <a:moveTo>
                    <a:pt x="626" y="1"/>
                  </a:moveTo>
                  <a:cubicBezTo>
                    <a:pt x="602" y="1"/>
                    <a:pt x="584" y="7"/>
                    <a:pt x="572" y="19"/>
                  </a:cubicBezTo>
                  <a:lnTo>
                    <a:pt x="1" y="424"/>
                  </a:lnTo>
                  <a:lnTo>
                    <a:pt x="1" y="709"/>
                  </a:lnTo>
                  <a:lnTo>
                    <a:pt x="1287" y="709"/>
                  </a:lnTo>
                  <a:cubicBezTo>
                    <a:pt x="1239" y="614"/>
                    <a:pt x="1239" y="519"/>
                    <a:pt x="1239" y="424"/>
                  </a:cubicBezTo>
                  <a:lnTo>
                    <a:pt x="715" y="19"/>
                  </a:lnTo>
                  <a:cubicBezTo>
                    <a:pt x="679" y="7"/>
                    <a:pt x="650" y="1"/>
                    <a:pt x="62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98"/>
            <p:cNvSpPr/>
            <p:nvPr/>
          </p:nvSpPr>
          <p:spPr>
            <a:xfrm>
              <a:off x="5793339" y="3811374"/>
              <a:ext cx="33393" cy="49284"/>
            </a:xfrm>
            <a:custGeom>
              <a:rect b="b" l="l" r="r" t="t"/>
              <a:pathLst>
                <a:path extrusionOk="0" h="1653" w="1120">
                  <a:moveTo>
                    <a:pt x="619" y="604"/>
                  </a:moveTo>
                  <a:lnTo>
                    <a:pt x="619" y="914"/>
                  </a:lnTo>
                  <a:lnTo>
                    <a:pt x="452" y="914"/>
                  </a:lnTo>
                  <a:cubicBezTo>
                    <a:pt x="524" y="819"/>
                    <a:pt x="595" y="700"/>
                    <a:pt x="619" y="604"/>
                  </a:cubicBezTo>
                  <a:close/>
                  <a:moveTo>
                    <a:pt x="739" y="0"/>
                  </a:moveTo>
                  <a:cubicBezTo>
                    <a:pt x="661" y="0"/>
                    <a:pt x="579" y="31"/>
                    <a:pt x="524" y="104"/>
                  </a:cubicBezTo>
                  <a:cubicBezTo>
                    <a:pt x="476" y="200"/>
                    <a:pt x="143" y="795"/>
                    <a:pt x="24" y="962"/>
                  </a:cubicBezTo>
                  <a:cubicBezTo>
                    <a:pt x="0" y="1009"/>
                    <a:pt x="0" y="1057"/>
                    <a:pt x="0" y="1081"/>
                  </a:cubicBezTo>
                  <a:cubicBezTo>
                    <a:pt x="24" y="1200"/>
                    <a:pt x="95" y="1271"/>
                    <a:pt x="167" y="1271"/>
                  </a:cubicBezTo>
                  <a:lnTo>
                    <a:pt x="619" y="1271"/>
                  </a:lnTo>
                  <a:lnTo>
                    <a:pt x="619" y="1486"/>
                  </a:lnTo>
                  <a:cubicBezTo>
                    <a:pt x="619" y="1557"/>
                    <a:pt x="714" y="1652"/>
                    <a:pt x="810" y="1652"/>
                  </a:cubicBezTo>
                  <a:cubicBezTo>
                    <a:pt x="881" y="1652"/>
                    <a:pt x="976" y="1557"/>
                    <a:pt x="976" y="1486"/>
                  </a:cubicBezTo>
                  <a:lnTo>
                    <a:pt x="976" y="1271"/>
                  </a:lnTo>
                  <a:cubicBezTo>
                    <a:pt x="1072" y="1271"/>
                    <a:pt x="1119" y="1176"/>
                    <a:pt x="1119" y="1081"/>
                  </a:cubicBezTo>
                  <a:cubicBezTo>
                    <a:pt x="1119" y="1009"/>
                    <a:pt x="1072" y="914"/>
                    <a:pt x="976" y="914"/>
                  </a:cubicBezTo>
                  <a:lnTo>
                    <a:pt x="976" y="247"/>
                  </a:lnTo>
                  <a:cubicBezTo>
                    <a:pt x="976" y="128"/>
                    <a:pt x="881" y="33"/>
                    <a:pt x="810" y="9"/>
                  </a:cubicBezTo>
                  <a:cubicBezTo>
                    <a:pt x="787" y="3"/>
                    <a:pt x="763"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98"/>
            <p:cNvSpPr/>
            <p:nvPr/>
          </p:nvSpPr>
          <p:spPr>
            <a:xfrm>
              <a:off x="5793339" y="3637670"/>
              <a:ext cx="32677" cy="49731"/>
            </a:xfrm>
            <a:custGeom>
              <a:rect b="b" l="l" r="r" t="t"/>
              <a:pathLst>
                <a:path extrusionOk="0" h="1668" w="1096">
                  <a:moveTo>
                    <a:pt x="500" y="0"/>
                  </a:moveTo>
                  <a:cubicBezTo>
                    <a:pt x="262" y="0"/>
                    <a:pt x="48" y="143"/>
                    <a:pt x="24" y="382"/>
                  </a:cubicBezTo>
                  <a:cubicBezTo>
                    <a:pt x="0" y="477"/>
                    <a:pt x="48" y="572"/>
                    <a:pt x="119" y="596"/>
                  </a:cubicBezTo>
                  <a:cubicBezTo>
                    <a:pt x="135" y="600"/>
                    <a:pt x="152" y="602"/>
                    <a:pt x="170" y="602"/>
                  </a:cubicBezTo>
                  <a:cubicBezTo>
                    <a:pt x="252" y="602"/>
                    <a:pt x="338" y="556"/>
                    <a:pt x="357" y="477"/>
                  </a:cubicBezTo>
                  <a:cubicBezTo>
                    <a:pt x="357" y="429"/>
                    <a:pt x="452" y="358"/>
                    <a:pt x="500" y="358"/>
                  </a:cubicBezTo>
                  <a:cubicBezTo>
                    <a:pt x="595" y="358"/>
                    <a:pt x="643" y="429"/>
                    <a:pt x="643" y="501"/>
                  </a:cubicBezTo>
                  <a:lnTo>
                    <a:pt x="643" y="548"/>
                  </a:lnTo>
                  <a:cubicBezTo>
                    <a:pt x="643" y="572"/>
                    <a:pt x="619" y="667"/>
                    <a:pt x="524" y="763"/>
                  </a:cubicBezTo>
                  <a:cubicBezTo>
                    <a:pt x="333" y="1048"/>
                    <a:pt x="214" y="1191"/>
                    <a:pt x="143" y="1286"/>
                  </a:cubicBezTo>
                  <a:cubicBezTo>
                    <a:pt x="48" y="1406"/>
                    <a:pt x="24" y="1429"/>
                    <a:pt x="48" y="1548"/>
                  </a:cubicBezTo>
                  <a:cubicBezTo>
                    <a:pt x="95" y="1620"/>
                    <a:pt x="119" y="1644"/>
                    <a:pt x="167" y="1667"/>
                  </a:cubicBezTo>
                  <a:lnTo>
                    <a:pt x="881" y="1667"/>
                  </a:lnTo>
                  <a:cubicBezTo>
                    <a:pt x="976" y="1667"/>
                    <a:pt x="1072" y="1596"/>
                    <a:pt x="1072" y="1501"/>
                  </a:cubicBezTo>
                  <a:cubicBezTo>
                    <a:pt x="1095" y="1406"/>
                    <a:pt x="1000" y="1358"/>
                    <a:pt x="929" y="1358"/>
                  </a:cubicBezTo>
                  <a:lnTo>
                    <a:pt x="595" y="1358"/>
                  </a:lnTo>
                  <a:cubicBezTo>
                    <a:pt x="643" y="1263"/>
                    <a:pt x="738" y="1144"/>
                    <a:pt x="857" y="953"/>
                  </a:cubicBezTo>
                  <a:cubicBezTo>
                    <a:pt x="953" y="834"/>
                    <a:pt x="1000" y="715"/>
                    <a:pt x="1000" y="643"/>
                  </a:cubicBezTo>
                  <a:lnTo>
                    <a:pt x="1000" y="596"/>
                  </a:lnTo>
                  <a:lnTo>
                    <a:pt x="1000" y="548"/>
                  </a:lnTo>
                  <a:lnTo>
                    <a:pt x="1000" y="501"/>
                  </a:lnTo>
                  <a:cubicBezTo>
                    <a:pt x="1000" y="239"/>
                    <a:pt x="810" y="0"/>
                    <a:pt x="5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98"/>
            <p:cNvSpPr/>
            <p:nvPr/>
          </p:nvSpPr>
          <p:spPr>
            <a:xfrm>
              <a:off x="5627178" y="3639787"/>
              <a:ext cx="20632" cy="47793"/>
            </a:xfrm>
            <a:custGeom>
              <a:rect b="b" l="l" r="r" t="t"/>
              <a:pathLst>
                <a:path extrusionOk="0" h="1603" w="692">
                  <a:moveTo>
                    <a:pt x="215" y="1"/>
                  </a:moveTo>
                  <a:cubicBezTo>
                    <a:pt x="191" y="1"/>
                    <a:pt x="143" y="1"/>
                    <a:pt x="119" y="25"/>
                  </a:cubicBezTo>
                  <a:cubicBezTo>
                    <a:pt x="0" y="168"/>
                    <a:pt x="96" y="334"/>
                    <a:pt x="239" y="334"/>
                  </a:cubicBezTo>
                  <a:lnTo>
                    <a:pt x="334" y="334"/>
                  </a:lnTo>
                  <a:lnTo>
                    <a:pt x="334" y="1454"/>
                  </a:lnTo>
                  <a:cubicBezTo>
                    <a:pt x="334" y="1477"/>
                    <a:pt x="334" y="1525"/>
                    <a:pt x="358" y="1549"/>
                  </a:cubicBezTo>
                  <a:cubicBezTo>
                    <a:pt x="403" y="1587"/>
                    <a:pt x="451" y="1603"/>
                    <a:pt x="495" y="1603"/>
                  </a:cubicBezTo>
                  <a:cubicBezTo>
                    <a:pt x="589" y="1603"/>
                    <a:pt x="667" y="1527"/>
                    <a:pt x="667" y="1430"/>
                  </a:cubicBezTo>
                  <a:lnTo>
                    <a:pt x="667" y="49"/>
                  </a:lnTo>
                  <a:cubicBezTo>
                    <a:pt x="691" y="49"/>
                    <a:pt x="667"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98"/>
            <p:cNvSpPr/>
            <p:nvPr/>
          </p:nvSpPr>
          <p:spPr>
            <a:xfrm>
              <a:off x="5623630" y="3810211"/>
              <a:ext cx="30560" cy="49731"/>
            </a:xfrm>
            <a:custGeom>
              <a:rect b="b" l="l" r="r" t="t"/>
              <a:pathLst>
                <a:path extrusionOk="0" h="1668" w="1025">
                  <a:moveTo>
                    <a:pt x="500" y="0"/>
                  </a:moveTo>
                  <a:cubicBezTo>
                    <a:pt x="262" y="0"/>
                    <a:pt x="72" y="167"/>
                    <a:pt x="24" y="381"/>
                  </a:cubicBezTo>
                  <a:cubicBezTo>
                    <a:pt x="0" y="477"/>
                    <a:pt x="72" y="548"/>
                    <a:pt x="191" y="596"/>
                  </a:cubicBezTo>
                  <a:cubicBezTo>
                    <a:pt x="200" y="599"/>
                    <a:pt x="210" y="600"/>
                    <a:pt x="220" y="600"/>
                  </a:cubicBezTo>
                  <a:cubicBezTo>
                    <a:pt x="286" y="600"/>
                    <a:pt x="361" y="533"/>
                    <a:pt x="381" y="429"/>
                  </a:cubicBezTo>
                  <a:cubicBezTo>
                    <a:pt x="381" y="381"/>
                    <a:pt x="477" y="310"/>
                    <a:pt x="548" y="310"/>
                  </a:cubicBezTo>
                  <a:cubicBezTo>
                    <a:pt x="620" y="310"/>
                    <a:pt x="691" y="381"/>
                    <a:pt x="691" y="477"/>
                  </a:cubicBezTo>
                  <a:cubicBezTo>
                    <a:pt x="691" y="548"/>
                    <a:pt x="620" y="620"/>
                    <a:pt x="548" y="620"/>
                  </a:cubicBezTo>
                  <a:cubicBezTo>
                    <a:pt x="453" y="620"/>
                    <a:pt x="358" y="715"/>
                    <a:pt x="358" y="786"/>
                  </a:cubicBezTo>
                  <a:cubicBezTo>
                    <a:pt x="358" y="882"/>
                    <a:pt x="453" y="977"/>
                    <a:pt x="548" y="977"/>
                  </a:cubicBezTo>
                  <a:cubicBezTo>
                    <a:pt x="620" y="977"/>
                    <a:pt x="691" y="1048"/>
                    <a:pt x="691" y="1120"/>
                  </a:cubicBezTo>
                  <a:cubicBezTo>
                    <a:pt x="667" y="1286"/>
                    <a:pt x="596" y="1334"/>
                    <a:pt x="500" y="1334"/>
                  </a:cubicBezTo>
                  <a:cubicBezTo>
                    <a:pt x="429" y="1334"/>
                    <a:pt x="358" y="1263"/>
                    <a:pt x="358" y="1215"/>
                  </a:cubicBezTo>
                  <a:lnTo>
                    <a:pt x="358" y="1191"/>
                  </a:lnTo>
                  <a:cubicBezTo>
                    <a:pt x="358" y="1096"/>
                    <a:pt x="262" y="1001"/>
                    <a:pt x="191" y="1001"/>
                  </a:cubicBezTo>
                  <a:cubicBezTo>
                    <a:pt x="96" y="1001"/>
                    <a:pt x="0" y="1096"/>
                    <a:pt x="0" y="1191"/>
                  </a:cubicBezTo>
                  <a:lnTo>
                    <a:pt x="0" y="1239"/>
                  </a:lnTo>
                  <a:cubicBezTo>
                    <a:pt x="24" y="1477"/>
                    <a:pt x="238" y="1667"/>
                    <a:pt x="500" y="1667"/>
                  </a:cubicBezTo>
                  <a:cubicBezTo>
                    <a:pt x="786" y="1667"/>
                    <a:pt x="1024" y="1429"/>
                    <a:pt x="1024" y="1167"/>
                  </a:cubicBezTo>
                  <a:cubicBezTo>
                    <a:pt x="1024" y="1048"/>
                    <a:pt x="953" y="929"/>
                    <a:pt x="905" y="834"/>
                  </a:cubicBezTo>
                  <a:cubicBezTo>
                    <a:pt x="977" y="739"/>
                    <a:pt x="1024" y="620"/>
                    <a:pt x="1024" y="500"/>
                  </a:cubicBezTo>
                  <a:cubicBezTo>
                    <a:pt x="1024" y="239"/>
                    <a:pt x="786" y="0"/>
                    <a:pt x="5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98"/>
            <p:cNvSpPr/>
            <p:nvPr/>
          </p:nvSpPr>
          <p:spPr>
            <a:xfrm>
              <a:off x="5549777" y="3573060"/>
              <a:ext cx="354351" cy="352205"/>
            </a:xfrm>
            <a:custGeom>
              <a:rect b="b" l="l" r="r" t="t"/>
              <a:pathLst>
                <a:path extrusionOk="0" h="11813" w="11885">
                  <a:moveTo>
                    <a:pt x="3025" y="358"/>
                  </a:moveTo>
                  <a:cubicBezTo>
                    <a:pt x="4478" y="358"/>
                    <a:pt x="5668" y="1525"/>
                    <a:pt x="5716" y="2977"/>
                  </a:cubicBezTo>
                  <a:lnTo>
                    <a:pt x="5240" y="3311"/>
                  </a:lnTo>
                  <a:lnTo>
                    <a:pt x="4811" y="2977"/>
                  </a:lnTo>
                  <a:cubicBezTo>
                    <a:pt x="4740" y="2025"/>
                    <a:pt x="3978" y="1286"/>
                    <a:pt x="3025" y="1286"/>
                  </a:cubicBezTo>
                  <a:cubicBezTo>
                    <a:pt x="2144" y="1286"/>
                    <a:pt x="1406" y="1906"/>
                    <a:pt x="1263" y="2739"/>
                  </a:cubicBezTo>
                  <a:lnTo>
                    <a:pt x="953" y="2501"/>
                  </a:lnTo>
                  <a:cubicBezTo>
                    <a:pt x="918" y="2453"/>
                    <a:pt x="858" y="2429"/>
                    <a:pt x="792" y="2429"/>
                  </a:cubicBezTo>
                  <a:cubicBezTo>
                    <a:pt x="727" y="2429"/>
                    <a:pt x="656" y="2453"/>
                    <a:pt x="596" y="2501"/>
                  </a:cubicBezTo>
                  <a:lnTo>
                    <a:pt x="334" y="2715"/>
                  </a:lnTo>
                  <a:cubicBezTo>
                    <a:pt x="525" y="1382"/>
                    <a:pt x="1644" y="358"/>
                    <a:pt x="3025" y="358"/>
                  </a:cubicBezTo>
                  <a:close/>
                  <a:moveTo>
                    <a:pt x="8764" y="358"/>
                  </a:moveTo>
                  <a:cubicBezTo>
                    <a:pt x="10217" y="358"/>
                    <a:pt x="11408" y="1525"/>
                    <a:pt x="11479" y="2977"/>
                  </a:cubicBezTo>
                  <a:lnTo>
                    <a:pt x="11003" y="3311"/>
                  </a:lnTo>
                  <a:lnTo>
                    <a:pt x="10550" y="2977"/>
                  </a:lnTo>
                  <a:cubicBezTo>
                    <a:pt x="10479" y="2025"/>
                    <a:pt x="9717" y="1286"/>
                    <a:pt x="8764" y="1286"/>
                  </a:cubicBezTo>
                  <a:cubicBezTo>
                    <a:pt x="7907" y="1286"/>
                    <a:pt x="7145" y="1906"/>
                    <a:pt x="7002" y="2739"/>
                  </a:cubicBezTo>
                  <a:lnTo>
                    <a:pt x="6716" y="2501"/>
                  </a:lnTo>
                  <a:cubicBezTo>
                    <a:pt x="6669" y="2453"/>
                    <a:pt x="6609" y="2429"/>
                    <a:pt x="6547" y="2429"/>
                  </a:cubicBezTo>
                  <a:cubicBezTo>
                    <a:pt x="6484" y="2429"/>
                    <a:pt x="6419" y="2453"/>
                    <a:pt x="6359" y="2501"/>
                  </a:cubicBezTo>
                  <a:lnTo>
                    <a:pt x="6073" y="2715"/>
                  </a:lnTo>
                  <a:cubicBezTo>
                    <a:pt x="6264" y="1382"/>
                    <a:pt x="7431" y="358"/>
                    <a:pt x="8764" y="358"/>
                  </a:cubicBezTo>
                  <a:close/>
                  <a:moveTo>
                    <a:pt x="3025" y="1572"/>
                  </a:moveTo>
                  <a:cubicBezTo>
                    <a:pt x="3811" y="1572"/>
                    <a:pt x="4478" y="2263"/>
                    <a:pt x="4478" y="3049"/>
                  </a:cubicBezTo>
                  <a:cubicBezTo>
                    <a:pt x="4478" y="3834"/>
                    <a:pt x="3811" y="4501"/>
                    <a:pt x="3025" y="4501"/>
                  </a:cubicBezTo>
                  <a:cubicBezTo>
                    <a:pt x="2287" y="4501"/>
                    <a:pt x="1691" y="3954"/>
                    <a:pt x="1596" y="3263"/>
                  </a:cubicBezTo>
                  <a:cubicBezTo>
                    <a:pt x="1596" y="3215"/>
                    <a:pt x="1549" y="3120"/>
                    <a:pt x="1549" y="3049"/>
                  </a:cubicBezTo>
                  <a:cubicBezTo>
                    <a:pt x="1549" y="2239"/>
                    <a:pt x="2215" y="1572"/>
                    <a:pt x="3025" y="1572"/>
                  </a:cubicBezTo>
                  <a:close/>
                  <a:moveTo>
                    <a:pt x="8764" y="1572"/>
                  </a:moveTo>
                  <a:cubicBezTo>
                    <a:pt x="9574" y="1572"/>
                    <a:pt x="10217" y="2239"/>
                    <a:pt x="10217" y="3049"/>
                  </a:cubicBezTo>
                  <a:cubicBezTo>
                    <a:pt x="10217" y="3834"/>
                    <a:pt x="9574" y="4501"/>
                    <a:pt x="8764" y="4501"/>
                  </a:cubicBezTo>
                  <a:cubicBezTo>
                    <a:pt x="8455" y="4501"/>
                    <a:pt x="8169" y="4406"/>
                    <a:pt x="7931" y="4239"/>
                  </a:cubicBezTo>
                  <a:cubicBezTo>
                    <a:pt x="7550" y="3954"/>
                    <a:pt x="7312" y="3525"/>
                    <a:pt x="7312" y="3049"/>
                  </a:cubicBezTo>
                  <a:cubicBezTo>
                    <a:pt x="7312" y="2239"/>
                    <a:pt x="7955" y="1572"/>
                    <a:pt x="8764" y="1572"/>
                  </a:cubicBezTo>
                  <a:close/>
                  <a:moveTo>
                    <a:pt x="787" y="2834"/>
                  </a:moveTo>
                  <a:lnTo>
                    <a:pt x="1239" y="3168"/>
                  </a:lnTo>
                  <a:lnTo>
                    <a:pt x="1239" y="3239"/>
                  </a:lnTo>
                  <a:cubicBezTo>
                    <a:pt x="1263" y="3453"/>
                    <a:pt x="1310" y="3692"/>
                    <a:pt x="1406" y="3882"/>
                  </a:cubicBezTo>
                  <a:cubicBezTo>
                    <a:pt x="1501" y="4025"/>
                    <a:pt x="1572" y="4168"/>
                    <a:pt x="1691" y="4287"/>
                  </a:cubicBezTo>
                  <a:cubicBezTo>
                    <a:pt x="1977" y="4597"/>
                    <a:pt x="2334" y="4763"/>
                    <a:pt x="2715" y="4835"/>
                  </a:cubicBezTo>
                  <a:cubicBezTo>
                    <a:pt x="2811" y="4859"/>
                    <a:pt x="2930" y="4859"/>
                    <a:pt x="3025" y="4859"/>
                  </a:cubicBezTo>
                  <a:cubicBezTo>
                    <a:pt x="3882" y="4859"/>
                    <a:pt x="4621" y="4239"/>
                    <a:pt x="4764" y="3406"/>
                  </a:cubicBezTo>
                  <a:lnTo>
                    <a:pt x="5073" y="3644"/>
                  </a:lnTo>
                  <a:cubicBezTo>
                    <a:pt x="5121" y="3668"/>
                    <a:pt x="5192" y="3692"/>
                    <a:pt x="5240" y="3692"/>
                  </a:cubicBezTo>
                  <a:cubicBezTo>
                    <a:pt x="5311" y="3692"/>
                    <a:pt x="5359" y="3668"/>
                    <a:pt x="5430" y="3644"/>
                  </a:cubicBezTo>
                  <a:lnTo>
                    <a:pt x="5692" y="3430"/>
                  </a:lnTo>
                  <a:lnTo>
                    <a:pt x="5692" y="3430"/>
                  </a:lnTo>
                  <a:cubicBezTo>
                    <a:pt x="5526" y="4739"/>
                    <a:pt x="4383" y="5763"/>
                    <a:pt x="3025" y="5763"/>
                  </a:cubicBezTo>
                  <a:cubicBezTo>
                    <a:pt x="2787" y="5763"/>
                    <a:pt x="2573" y="5740"/>
                    <a:pt x="2334" y="5692"/>
                  </a:cubicBezTo>
                  <a:cubicBezTo>
                    <a:pt x="1977" y="5573"/>
                    <a:pt x="1620" y="5382"/>
                    <a:pt x="1310" y="5144"/>
                  </a:cubicBezTo>
                  <a:cubicBezTo>
                    <a:pt x="1025" y="4906"/>
                    <a:pt x="787" y="4620"/>
                    <a:pt x="596" y="4287"/>
                  </a:cubicBezTo>
                  <a:cubicBezTo>
                    <a:pt x="429" y="3930"/>
                    <a:pt x="310" y="3549"/>
                    <a:pt x="310" y="3168"/>
                  </a:cubicBezTo>
                  <a:lnTo>
                    <a:pt x="787" y="2834"/>
                  </a:lnTo>
                  <a:close/>
                  <a:moveTo>
                    <a:pt x="5907" y="4049"/>
                  </a:moveTo>
                  <a:cubicBezTo>
                    <a:pt x="6192" y="4954"/>
                    <a:pt x="6907" y="5621"/>
                    <a:pt x="7812" y="5930"/>
                  </a:cubicBezTo>
                  <a:cubicBezTo>
                    <a:pt x="6907" y="6216"/>
                    <a:pt x="6240" y="6930"/>
                    <a:pt x="5907" y="7811"/>
                  </a:cubicBezTo>
                  <a:cubicBezTo>
                    <a:pt x="5573" y="6930"/>
                    <a:pt x="4883" y="6216"/>
                    <a:pt x="4001" y="5930"/>
                  </a:cubicBezTo>
                  <a:cubicBezTo>
                    <a:pt x="4883" y="5621"/>
                    <a:pt x="5573" y="4906"/>
                    <a:pt x="5907" y="4049"/>
                  </a:cubicBezTo>
                  <a:close/>
                  <a:moveTo>
                    <a:pt x="8788" y="6144"/>
                  </a:moveTo>
                  <a:cubicBezTo>
                    <a:pt x="10241" y="6144"/>
                    <a:pt x="11432" y="7288"/>
                    <a:pt x="11503" y="8764"/>
                  </a:cubicBezTo>
                  <a:lnTo>
                    <a:pt x="11027" y="9074"/>
                  </a:lnTo>
                  <a:lnTo>
                    <a:pt x="10574" y="8764"/>
                  </a:lnTo>
                  <a:cubicBezTo>
                    <a:pt x="10527" y="7811"/>
                    <a:pt x="9741" y="7049"/>
                    <a:pt x="8788" y="7049"/>
                  </a:cubicBezTo>
                  <a:cubicBezTo>
                    <a:pt x="7931" y="7049"/>
                    <a:pt x="7193" y="7692"/>
                    <a:pt x="7026" y="8526"/>
                  </a:cubicBezTo>
                  <a:lnTo>
                    <a:pt x="6740" y="8288"/>
                  </a:lnTo>
                  <a:cubicBezTo>
                    <a:pt x="6693" y="8240"/>
                    <a:pt x="6633" y="8216"/>
                    <a:pt x="6570" y="8216"/>
                  </a:cubicBezTo>
                  <a:cubicBezTo>
                    <a:pt x="6508" y="8216"/>
                    <a:pt x="6442" y="8240"/>
                    <a:pt x="6383" y="8288"/>
                  </a:cubicBezTo>
                  <a:lnTo>
                    <a:pt x="6097" y="8478"/>
                  </a:lnTo>
                  <a:cubicBezTo>
                    <a:pt x="6288" y="7169"/>
                    <a:pt x="7431" y="6144"/>
                    <a:pt x="8788" y="6144"/>
                  </a:cubicBezTo>
                  <a:close/>
                  <a:moveTo>
                    <a:pt x="8788" y="7359"/>
                  </a:moveTo>
                  <a:cubicBezTo>
                    <a:pt x="9598" y="7359"/>
                    <a:pt x="10241" y="8002"/>
                    <a:pt x="10241" y="8812"/>
                  </a:cubicBezTo>
                  <a:cubicBezTo>
                    <a:pt x="10241" y="9621"/>
                    <a:pt x="9598" y="10264"/>
                    <a:pt x="8788" y="10264"/>
                  </a:cubicBezTo>
                  <a:cubicBezTo>
                    <a:pt x="7978" y="10264"/>
                    <a:pt x="7336" y="9621"/>
                    <a:pt x="7336" y="8812"/>
                  </a:cubicBezTo>
                  <a:cubicBezTo>
                    <a:pt x="7336" y="8002"/>
                    <a:pt x="7978" y="7359"/>
                    <a:pt x="8788" y="7359"/>
                  </a:cubicBezTo>
                  <a:close/>
                  <a:moveTo>
                    <a:pt x="3025" y="6144"/>
                  </a:moveTo>
                  <a:cubicBezTo>
                    <a:pt x="4478" y="6144"/>
                    <a:pt x="5668" y="7288"/>
                    <a:pt x="5716" y="8764"/>
                  </a:cubicBezTo>
                  <a:lnTo>
                    <a:pt x="5240" y="9074"/>
                  </a:lnTo>
                  <a:lnTo>
                    <a:pt x="4811" y="8764"/>
                  </a:lnTo>
                  <a:cubicBezTo>
                    <a:pt x="4740" y="7811"/>
                    <a:pt x="3978" y="7049"/>
                    <a:pt x="3025" y="7049"/>
                  </a:cubicBezTo>
                  <a:cubicBezTo>
                    <a:pt x="2811" y="7049"/>
                    <a:pt x="2596" y="7097"/>
                    <a:pt x="2382" y="7169"/>
                  </a:cubicBezTo>
                  <a:cubicBezTo>
                    <a:pt x="2311" y="7216"/>
                    <a:pt x="2239" y="7288"/>
                    <a:pt x="2311" y="7383"/>
                  </a:cubicBezTo>
                  <a:cubicBezTo>
                    <a:pt x="2328" y="7453"/>
                    <a:pt x="2384" y="7497"/>
                    <a:pt x="2440" y="7497"/>
                  </a:cubicBezTo>
                  <a:cubicBezTo>
                    <a:pt x="2461" y="7497"/>
                    <a:pt x="2482" y="7491"/>
                    <a:pt x="2501" y="7478"/>
                  </a:cubicBezTo>
                  <a:cubicBezTo>
                    <a:pt x="2668" y="7407"/>
                    <a:pt x="2835" y="7383"/>
                    <a:pt x="3025" y="7383"/>
                  </a:cubicBezTo>
                  <a:cubicBezTo>
                    <a:pt x="3811" y="7383"/>
                    <a:pt x="4478" y="8050"/>
                    <a:pt x="4478" y="8836"/>
                  </a:cubicBezTo>
                  <a:cubicBezTo>
                    <a:pt x="4478" y="9645"/>
                    <a:pt x="3811" y="10312"/>
                    <a:pt x="3025" y="10312"/>
                  </a:cubicBezTo>
                  <a:cubicBezTo>
                    <a:pt x="2215" y="10312"/>
                    <a:pt x="1549" y="9645"/>
                    <a:pt x="1549" y="8836"/>
                  </a:cubicBezTo>
                  <a:cubicBezTo>
                    <a:pt x="1549" y="8478"/>
                    <a:pt x="1668" y="8121"/>
                    <a:pt x="1953" y="7859"/>
                  </a:cubicBezTo>
                  <a:cubicBezTo>
                    <a:pt x="2001" y="7811"/>
                    <a:pt x="2001" y="7692"/>
                    <a:pt x="1953" y="7621"/>
                  </a:cubicBezTo>
                  <a:cubicBezTo>
                    <a:pt x="1918" y="7597"/>
                    <a:pt x="1870" y="7585"/>
                    <a:pt x="1825" y="7585"/>
                  </a:cubicBezTo>
                  <a:cubicBezTo>
                    <a:pt x="1781" y="7585"/>
                    <a:pt x="1739" y="7597"/>
                    <a:pt x="1715" y="7621"/>
                  </a:cubicBezTo>
                  <a:cubicBezTo>
                    <a:pt x="1477" y="7859"/>
                    <a:pt x="1310" y="8193"/>
                    <a:pt x="1263" y="8526"/>
                  </a:cubicBezTo>
                  <a:lnTo>
                    <a:pt x="953" y="8288"/>
                  </a:lnTo>
                  <a:cubicBezTo>
                    <a:pt x="918" y="8240"/>
                    <a:pt x="858" y="8216"/>
                    <a:pt x="792" y="8216"/>
                  </a:cubicBezTo>
                  <a:cubicBezTo>
                    <a:pt x="727" y="8216"/>
                    <a:pt x="656" y="8240"/>
                    <a:pt x="596" y="8288"/>
                  </a:cubicBezTo>
                  <a:lnTo>
                    <a:pt x="334" y="8478"/>
                  </a:lnTo>
                  <a:cubicBezTo>
                    <a:pt x="501" y="7169"/>
                    <a:pt x="1644" y="6144"/>
                    <a:pt x="3025" y="6144"/>
                  </a:cubicBezTo>
                  <a:close/>
                  <a:moveTo>
                    <a:pt x="787" y="8574"/>
                  </a:moveTo>
                  <a:lnTo>
                    <a:pt x="1239" y="8907"/>
                  </a:lnTo>
                  <a:cubicBezTo>
                    <a:pt x="1287" y="9860"/>
                    <a:pt x="2073" y="10598"/>
                    <a:pt x="3025" y="10598"/>
                  </a:cubicBezTo>
                  <a:cubicBezTo>
                    <a:pt x="3882" y="10598"/>
                    <a:pt x="4621" y="9979"/>
                    <a:pt x="4764" y="9145"/>
                  </a:cubicBezTo>
                  <a:lnTo>
                    <a:pt x="5073" y="9383"/>
                  </a:lnTo>
                  <a:cubicBezTo>
                    <a:pt x="5121" y="9407"/>
                    <a:pt x="5192" y="9431"/>
                    <a:pt x="5240" y="9431"/>
                  </a:cubicBezTo>
                  <a:cubicBezTo>
                    <a:pt x="5311" y="9431"/>
                    <a:pt x="5359" y="9407"/>
                    <a:pt x="5430" y="9383"/>
                  </a:cubicBezTo>
                  <a:lnTo>
                    <a:pt x="5692" y="9169"/>
                  </a:lnTo>
                  <a:lnTo>
                    <a:pt x="5692" y="9169"/>
                  </a:lnTo>
                  <a:cubicBezTo>
                    <a:pt x="5526" y="10503"/>
                    <a:pt x="4383" y="11527"/>
                    <a:pt x="3025" y="11527"/>
                  </a:cubicBezTo>
                  <a:cubicBezTo>
                    <a:pt x="1549" y="11527"/>
                    <a:pt x="358" y="10360"/>
                    <a:pt x="310" y="8907"/>
                  </a:cubicBezTo>
                  <a:lnTo>
                    <a:pt x="787" y="8574"/>
                  </a:lnTo>
                  <a:close/>
                  <a:moveTo>
                    <a:pt x="6526" y="8574"/>
                  </a:moveTo>
                  <a:lnTo>
                    <a:pt x="6978" y="8907"/>
                  </a:lnTo>
                  <a:cubicBezTo>
                    <a:pt x="7026" y="9860"/>
                    <a:pt x="7812" y="10598"/>
                    <a:pt x="8764" y="10598"/>
                  </a:cubicBezTo>
                  <a:cubicBezTo>
                    <a:pt x="9622" y="10598"/>
                    <a:pt x="10360" y="9979"/>
                    <a:pt x="10527" y="9145"/>
                  </a:cubicBezTo>
                  <a:lnTo>
                    <a:pt x="10812" y="9383"/>
                  </a:lnTo>
                  <a:cubicBezTo>
                    <a:pt x="10884" y="9407"/>
                    <a:pt x="10931" y="9431"/>
                    <a:pt x="11003" y="9431"/>
                  </a:cubicBezTo>
                  <a:cubicBezTo>
                    <a:pt x="11051" y="9431"/>
                    <a:pt x="11122" y="9407"/>
                    <a:pt x="11170" y="9383"/>
                  </a:cubicBezTo>
                  <a:lnTo>
                    <a:pt x="11432" y="9169"/>
                  </a:lnTo>
                  <a:lnTo>
                    <a:pt x="11432" y="9169"/>
                  </a:lnTo>
                  <a:cubicBezTo>
                    <a:pt x="11289" y="10503"/>
                    <a:pt x="10122" y="11527"/>
                    <a:pt x="8764" y="11527"/>
                  </a:cubicBezTo>
                  <a:cubicBezTo>
                    <a:pt x="7312" y="11527"/>
                    <a:pt x="6121" y="10360"/>
                    <a:pt x="6050" y="8907"/>
                  </a:cubicBezTo>
                  <a:lnTo>
                    <a:pt x="6526" y="8574"/>
                  </a:lnTo>
                  <a:close/>
                  <a:moveTo>
                    <a:pt x="3049" y="0"/>
                  </a:moveTo>
                  <a:cubicBezTo>
                    <a:pt x="1382" y="0"/>
                    <a:pt x="1" y="1358"/>
                    <a:pt x="1" y="3025"/>
                  </a:cubicBezTo>
                  <a:cubicBezTo>
                    <a:pt x="1" y="3144"/>
                    <a:pt x="1" y="3239"/>
                    <a:pt x="24" y="3358"/>
                  </a:cubicBezTo>
                  <a:cubicBezTo>
                    <a:pt x="72" y="3787"/>
                    <a:pt x="215" y="4192"/>
                    <a:pt x="429" y="4549"/>
                  </a:cubicBezTo>
                  <a:cubicBezTo>
                    <a:pt x="787" y="5144"/>
                    <a:pt x="1310" y="5621"/>
                    <a:pt x="1977" y="5859"/>
                  </a:cubicBezTo>
                  <a:cubicBezTo>
                    <a:pt x="2001" y="5859"/>
                    <a:pt x="2025" y="5883"/>
                    <a:pt x="2096" y="5883"/>
                  </a:cubicBezTo>
                  <a:cubicBezTo>
                    <a:pt x="906" y="6311"/>
                    <a:pt x="24" y="7430"/>
                    <a:pt x="24" y="8788"/>
                  </a:cubicBezTo>
                  <a:cubicBezTo>
                    <a:pt x="24" y="10455"/>
                    <a:pt x="1406" y="11812"/>
                    <a:pt x="3073" y="11812"/>
                  </a:cubicBezTo>
                  <a:cubicBezTo>
                    <a:pt x="4406" y="11812"/>
                    <a:pt x="5549" y="10955"/>
                    <a:pt x="5954" y="9764"/>
                  </a:cubicBezTo>
                  <a:cubicBezTo>
                    <a:pt x="6383" y="10955"/>
                    <a:pt x="7502" y="11812"/>
                    <a:pt x="8836" y="11812"/>
                  </a:cubicBezTo>
                  <a:cubicBezTo>
                    <a:pt x="10503" y="11812"/>
                    <a:pt x="11884" y="10455"/>
                    <a:pt x="11884" y="8788"/>
                  </a:cubicBezTo>
                  <a:cubicBezTo>
                    <a:pt x="11836" y="7478"/>
                    <a:pt x="10955" y="6335"/>
                    <a:pt x="9741" y="5930"/>
                  </a:cubicBezTo>
                  <a:cubicBezTo>
                    <a:pt x="10122" y="5787"/>
                    <a:pt x="10527" y="5573"/>
                    <a:pt x="10836" y="5263"/>
                  </a:cubicBezTo>
                  <a:cubicBezTo>
                    <a:pt x="10908" y="5216"/>
                    <a:pt x="10908" y="5097"/>
                    <a:pt x="10836" y="5025"/>
                  </a:cubicBezTo>
                  <a:cubicBezTo>
                    <a:pt x="10812" y="5001"/>
                    <a:pt x="10771" y="4989"/>
                    <a:pt x="10726" y="4989"/>
                  </a:cubicBezTo>
                  <a:cubicBezTo>
                    <a:pt x="10681" y="4989"/>
                    <a:pt x="10634" y="5001"/>
                    <a:pt x="10598" y="5025"/>
                  </a:cubicBezTo>
                  <a:cubicBezTo>
                    <a:pt x="10098" y="5502"/>
                    <a:pt x="9455" y="5740"/>
                    <a:pt x="8764" y="5740"/>
                  </a:cubicBezTo>
                  <a:cubicBezTo>
                    <a:pt x="7359" y="5740"/>
                    <a:pt x="6169" y="4644"/>
                    <a:pt x="6073" y="3287"/>
                  </a:cubicBezTo>
                  <a:lnTo>
                    <a:pt x="6073" y="3120"/>
                  </a:lnTo>
                  <a:lnTo>
                    <a:pt x="6550" y="2810"/>
                  </a:lnTo>
                  <a:lnTo>
                    <a:pt x="7002" y="3120"/>
                  </a:lnTo>
                  <a:lnTo>
                    <a:pt x="7002" y="3215"/>
                  </a:lnTo>
                  <a:cubicBezTo>
                    <a:pt x="7074" y="3834"/>
                    <a:pt x="7431" y="4382"/>
                    <a:pt x="7978" y="4644"/>
                  </a:cubicBezTo>
                  <a:cubicBezTo>
                    <a:pt x="8217" y="4763"/>
                    <a:pt x="8550" y="4835"/>
                    <a:pt x="8788" y="4835"/>
                  </a:cubicBezTo>
                  <a:cubicBezTo>
                    <a:pt x="9646" y="4835"/>
                    <a:pt x="10408" y="4192"/>
                    <a:pt x="10550" y="3358"/>
                  </a:cubicBezTo>
                  <a:lnTo>
                    <a:pt x="10836" y="3596"/>
                  </a:lnTo>
                  <a:cubicBezTo>
                    <a:pt x="10908" y="3644"/>
                    <a:pt x="10955" y="3668"/>
                    <a:pt x="11027" y="3668"/>
                  </a:cubicBezTo>
                  <a:cubicBezTo>
                    <a:pt x="11074" y="3668"/>
                    <a:pt x="11146" y="3644"/>
                    <a:pt x="11193" y="3596"/>
                  </a:cubicBezTo>
                  <a:lnTo>
                    <a:pt x="11479" y="3382"/>
                  </a:lnTo>
                  <a:lnTo>
                    <a:pt x="11479" y="3382"/>
                  </a:lnTo>
                  <a:cubicBezTo>
                    <a:pt x="11408" y="3763"/>
                    <a:pt x="11289" y="4096"/>
                    <a:pt x="11122" y="4430"/>
                  </a:cubicBezTo>
                  <a:cubicBezTo>
                    <a:pt x="11051" y="4525"/>
                    <a:pt x="11074" y="4620"/>
                    <a:pt x="11170" y="4668"/>
                  </a:cubicBezTo>
                  <a:cubicBezTo>
                    <a:pt x="11203" y="4693"/>
                    <a:pt x="11236" y="4703"/>
                    <a:pt x="11267" y="4703"/>
                  </a:cubicBezTo>
                  <a:cubicBezTo>
                    <a:pt x="11326" y="4703"/>
                    <a:pt x="11377" y="4667"/>
                    <a:pt x="11408" y="4620"/>
                  </a:cubicBezTo>
                  <a:cubicBezTo>
                    <a:pt x="11717" y="4144"/>
                    <a:pt x="11860" y="3596"/>
                    <a:pt x="11860" y="3025"/>
                  </a:cubicBezTo>
                  <a:cubicBezTo>
                    <a:pt x="11860" y="1358"/>
                    <a:pt x="10479" y="0"/>
                    <a:pt x="8812" y="0"/>
                  </a:cubicBezTo>
                  <a:cubicBezTo>
                    <a:pt x="7478" y="0"/>
                    <a:pt x="6359" y="858"/>
                    <a:pt x="5930" y="2048"/>
                  </a:cubicBezTo>
                  <a:cubicBezTo>
                    <a:pt x="5502" y="858"/>
                    <a:pt x="4383" y="0"/>
                    <a:pt x="3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7" name="Google Shape;22767;p98"/>
          <p:cNvGrpSpPr/>
          <p:nvPr/>
        </p:nvGrpSpPr>
        <p:grpSpPr>
          <a:xfrm>
            <a:off x="4757876" y="3419945"/>
            <a:ext cx="364280" cy="354083"/>
            <a:chOff x="4948372" y="3572345"/>
            <a:chExt cx="364280" cy="354083"/>
          </a:xfrm>
        </p:grpSpPr>
        <p:sp>
          <p:nvSpPr>
            <p:cNvPr id="22768" name="Google Shape;22768;p98"/>
            <p:cNvSpPr/>
            <p:nvPr/>
          </p:nvSpPr>
          <p:spPr>
            <a:xfrm>
              <a:off x="4963995" y="3578725"/>
              <a:ext cx="343678" cy="342276"/>
            </a:xfrm>
            <a:custGeom>
              <a:rect b="b" l="l" r="r" t="t"/>
              <a:pathLst>
                <a:path extrusionOk="0" h="11480" w="11527">
                  <a:moveTo>
                    <a:pt x="5764" y="1596"/>
                  </a:moveTo>
                  <a:cubicBezTo>
                    <a:pt x="8050" y="1596"/>
                    <a:pt x="9884" y="3454"/>
                    <a:pt x="9884" y="5740"/>
                  </a:cubicBezTo>
                  <a:cubicBezTo>
                    <a:pt x="9884" y="8026"/>
                    <a:pt x="8050" y="9884"/>
                    <a:pt x="5764" y="9884"/>
                  </a:cubicBezTo>
                  <a:cubicBezTo>
                    <a:pt x="3454" y="9884"/>
                    <a:pt x="1620" y="8026"/>
                    <a:pt x="1620" y="5740"/>
                  </a:cubicBezTo>
                  <a:cubicBezTo>
                    <a:pt x="1620" y="3454"/>
                    <a:pt x="3454" y="1596"/>
                    <a:pt x="5764" y="1596"/>
                  </a:cubicBezTo>
                  <a:close/>
                  <a:moveTo>
                    <a:pt x="5764" y="1"/>
                  </a:moveTo>
                  <a:cubicBezTo>
                    <a:pt x="2573" y="1"/>
                    <a:pt x="1" y="2573"/>
                    <a:pt x="1" y="5740"/>
                  </a:cubicBezTo>
                  <a:cubicBezTo>
                    <a:pt x="1" y="8931"/>
                    <a:pt x="2596" y="11479"/>
                    <a:pt x="5764" y="11479"/>
                  </a:cubicBezTo>
                  <a:cubicBezTo>
                    <a:pt x="8907" y="11479"/>
                    <a:pt x="11503" y="8884"/>
                    <a:pt x="11503" y="5740"/>
                  </a:cubicBezTo>
                  <a:cubicBezTo>
                    <a:pt x="11527" y="2573"/>
                    <a:pt x="8931" y="1"/>
                    <a:pt x="576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98"/>
            <p:cNvSpPr/>
            <p:nvPr/>
          </p:nvSpPr>
          <p:spPr>
            <a:xfrm>
              <a:off x="5055588" y="3591516"/>
              <a:ext cx="252086" cy="329486"/>
            </a:xfrm>
            <a:custGeom>
              <a:rect b="b" l="l" r="r" t="t"/>
              <a:pathLst>
                <a:path extrusionOk="0" h="11051" w="8455">
                  <a:moveTo>
                    <a:pt x="4907" y="1"/>
                  </a:moveTo>
                  <a:lnTo>
                    <a:pt x="4907" y="1"/>
                  </a:lnTo>
                  <a:cubicBezTo>
                    <a:pt x="6740" y="953"/>
                    <a:pt x="7979" y="2906"/>
                    <a:pt x="7979" y="5097"/>
                  </a:cubicBezTo>
                  <a:cubicBezTo>
                    <a:pt x="7979" y="8288"/>
                    <a:pt x="5383" y="10836"/>
                    <a:pt x="2239" y="10836"/>
                  </a:cubicBezTo>
                  <a:cubicBezTo>
                    <a:pt x="1430" y="10836"/>
                    <a:pt x="691" y="10693"/>
                    <a:pt x="1" y="10407"/>
                  </a:cubicBezTo>
                  <a:lnTo>
                    <a:pt x="1" y="10407"/>
                  </a:lnTo>
                  <a:cubicBezTo>
                    <a:pt x="810" y="10812"/>
                    <a:pt x="1739" y="11050"/>
                    <a:pt x="2692" y="11050"/>
                  </a:cubicBezTo>
                  <a:cubicBezTo>
                    <a:pt x="5859" y="11050"/>
                    <a:pt x="8431" y="8455"/>
                    <a:pt x="8431" y="5311"/>
                  </a:cubicBezTo>
                  <a:cubicBezTo>
                    <a:pt x="8455" y="2930"/>
                    <a:pt x="7002" y="882"/>
                    <a:pt x="490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98"/>
            <p:cNvSpPr/>
            <p:nvPr/>
          </p:nvSpPr>
          <p:spPr>
            <a:xfrm>
              <a:off x="5136536" y="3577324"/>
              <a:ext cx="171138" cy="328054"/>
            </a:xfrm>
            <a:custGeom>
              <a:rect b="b" l="l" r="r" t="t"/>
              <a:pathLst>
                <a:path extrusionOk="0" h="11003" w="5740">
                  <a:moveTo>
                    <a:pt x="1" y="0"/>
                  </a:moveTo>
                  <a:lnTo>
                    <a:pt x="1" y="1643"/>
                  </a:lnTo>
                  <a:cubicBezTo>
                    <a:pt x="2287" y="1643"/>
                    <a:pt x="4144" y="3501"/>
                    <a:pt x="4144" y="5787"/>
                  </a:cubicBezTo>
                  <a:cubicBezTo>
                    <a:pt x="4144" y="7502"/>
                    <a:pt x="3096" y="8978"/>
                    <a:pt x="1596" y="9597"/>
                  </a:cubicBezTo>
                  <a:lnTo>
                    <a:pt x="2334" y="11003"/>
                  </a:lnTo>
                  <a:cubicBezTo>
                    <a:pt x="4335" y="10098"/>
                    <a:pt x="5740" y="8097"/>
                    <a:pt x="5740" y="5763"/>
                  </a:cubicBezTo>
                  <a:cubicBezTo>
                    <a:pt x="5740" y="2596"/>
                    <a:pt x="3192" y="0"/>
                    <a:pt x="1"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98"/>
            <p:cNvSpPr/>
            <p:nvPr/>
          </p:nvSpPr>
          <p:spPr>
            <a:xfrm>
              <a:off x="5201146" y="3593663"/>
              <a:ext cx="107245" cy="315264"/>
            </a:xfrm>
            <a:custGeom>
              <a:rect b="b" l="l" r="r" t="t"/>
              <a:pathLst>
                <a:path extrusionOk="0" h="10574" w="3597">
                  <a:moveTo>
                    <a:pt x="72" y="0"/>
                  </a:moveTo>
                  <a:cubicBezTo>
                    <a:pt x="1882" y="953"/>
                    <a:pt x="3120" y="2882"/>
                    <a:pt x="3120" y="5096"/>
                  </a:cubicBezTo>
                  <a:cubicBezTo>
                    <a:pt x="3120" y="7311"/>
                    <a:pt x="1858" y="9264"/>
                    <a:pt x="1" y="10216"/>
                  </a:cubicBezTo>
                  <a:lnTo>
                    <a:pt x="191" y="10574"/>
                  </a:lnTo>
                  <a:cubicBezTo>
                    <a:pt x="215" y="10574"/>
                    <a:pt x="239" y="10526"/>
                    <a:pt x="263" y="10526"/>
                  </a:cubicBezTo>
                  <a:lnTo>
                    <a:pt x="810" y="10264"/>
                  </a:lnTo>
                  <a:cubicBezTo>
                    <a:pt x="1049" y="10121"/>
                    <a:pt x="1263" y="9978"/>
                    <a:pt x="1453" y="9812"/>
                  </a:cubicBezTo>
                  <a:cubicBezTo>
                    <a:pt x="1668" y="9645"/>
                    <a:pt x="1882" y="9454"/>
                    <a:pt x="2049" y="9288"/>
                  </a:cubicBezTo>
                  <a:cubicBezTo>
                    <a:pt x="2335" y="8978"/>
                    <a:pt x="2573" y="8692"/>
                    <a:pt x="2763" y="8359"/>
                  </a:cubicBezTo>
                  <a:cubicBezTo>
                    <a:pt x="2978" y="8025"/>
                    <a:pt x="3168" y="7668"/>
                    <a:pt x="3287" y="7287"/>
                  </a:cubicBezTo>
                  <a:cubicBezTo>
                    <a:pt x="3335" y="7073"/>
                    <a:pt x="3430" y="6882"/>
                    <a:pt x="3454" y="6668"/>
                  </a:cubicBezTo>
                  <a:cubicBezTo>
                    <a:pt x="3478" y="6525"/>
                    <a:pt x="3525" y="6335"/>
                    <a:pt x="3549" y="6192"/>
                  </a:cubicBezTo>
                  <a:cubicBezTo>
                    <a:pt x="3573" y="5930"/>
                    <a:pt x="3597" y="5644"/>
                    <a:pt x="3597" y="5382"/>
                  </a:cubicBezTo>
                  <a:cubicBezTo>
                    <a:pt x="3573" y="5215"/>
                    <a:pt x="3573" y="5144"/>
                    <a:pt x="3573" y="5096"/>
                  </a:cubicBezTo>
                  <a:cubicBezTo>
                    <a:pt x="3573" y="4644"/>
                    <a:pt x="3478" y="4168"/>
                    <a:pt x="3359" y="3739"/>
                  </a:cubicBezTo>
                  <a:lnTo>
                    <a:pt x="3192" y="3215"/>
                  </a:lnTo>
                  <a:cubicBezTo>
                    <a:pt x="3097" y="2953"/>
                    <a:pt x="2954" y="2667"/>
                    <a:pt x="2835" y="2429"/>
                  </a:cubicBezTo>
                  <a:cubicBezTo>
                    <a:pt x="2692" y="2167"/>
                    <a:pt x="2501" y="1929"/>
                    <a:pt x="2358" y="1715"/>
                  </a:cubicBezTo>
                  <a:cubicBezTo>
                    <a:pt x="2215" y="1548"/>
                    <a:pt x="2049" y="1357"/>
                    <a:pt x="1882" y="1215"/>
                  </a:cubicBezTo>
                  <a:lnTo>
                    <a:pt x="1572" y="929"/>
                  </a:lnTo>
                  <a:cubicBezTo>
                    <a:pt x="1406" y="762"/>
                    <a:pt x="1263" y="643"/>
                    <a:pt x="1072" y="524"/>
                  </a:cubicBezTo>
                  <a:cubicBezTo>
                    <a:pt x="906" y="405"/>
                    <a:pt x="739" y="333"/>
                    <a:pt x="548" y="214"/>
                  </a:cubicBezTo>
                  <a:cubicBezTo>
                    <a:pt x="453" y="143"/>
                    <a:pt x="358" y="119"/>
                    <a:pt x="263" y="48"/>
                  </a:cubicBezTo>
                  <a:lnTo>
                    <a:pt x="239" y="48"/>
                  </a:lnTo>
                  <a:cubicBezTo>
                    <a:pt x="215" y="48"/>
                    <a:pt x="191" y="24"/>
                    <a:pt x="144" y="24"/>
                  </a:cubicBezTo>
                  <a:cubicBezTo>
                    <a:pt x="120" y="24"/>
                    <a:pt x="96" y="0"/>
                    <a:pt x="72"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98"/>
            <p:cNvSpPr/>
            <p:nvPr/>
          </p:nvSpPr>
          <p:spPr>
            <a:xfrm>
              <a:off x="4948372" y="3572345"/>
              <a:ext cx="364280" cy="354083"/>
            </a:xfrm>
            <a:custGeom>
              <a:rect b="b" l="l" r="r" t="t"/>
              <a:pathLst>
                <a:path extrusionOk="0" h="11876" w="12218">
                  <a:moveTo>
                    <a:pt x="6097" y="382"/>
                  </a:moveTo>
                  <a:lnTo>
                    <a:pt x="6097" y="1668"/>
                  </a:lnTo>
                  <a:cubicBezTo>
                    <a:pt x="3811" y="1739"/>
                    <a:pt x="1954" y="3668"/>
                    <a:pt x="1954" y="5978"/>
                  </a:cubicBezTo>
                  <a:cubicBezTo>
                    <a:pt x="1954" y="6478"/>
                    <a:pt x="2049" y="6978"/>
                    <a:pt x="2239" y="7502"/>
                  </a:cubicBezTo>
                  <a:cubicBezTo>
                    <a:pt x="2256" y="7553"/>
                    <a:pt x="2309" y="7603"/>
                    <a:pt x="2380" y="7603"/>
                  </a:cubicBezTo>
                  <a:cubicBezTo>
                    <a:pt x="2410" y="7603"/>
                    <a:pt x="2443" y="7594"/>
                    <a:pt x="2477" y="7574"/>
                  </a:cubicBezTo>
                  <a:cubicBezTo>
                    <a:pt x="2549" y="7550"/>
                    <a:pt x="2620" y="7454"/>
                    <a:pt x="2549" y="7359"/>
                  </a:cubicBezTo>
                  <a:cubicBezTo>
                    <a:pt x="2406" y="6931"/>
                    <a:pt x="2311" y="6478"/>
                    <a:pt x="2311" y="6049"/>
                  </a:cubicBezTo>
                  <a:cubicBezTo>
                    <a:pt x="2287" y="3858"/>
                    <a:pt x="4049" y="2049"/>
                    <a:pt x="6216" y="2025"/>
                  </a:cubicBezTo>
                  <a:cubicBezTo>
                    <a:pt x="6231" y="2025"/>
                    <a:pt x="6246" y="2025"/>
                    <a:pt x="6260" y="2025"/>
                  </a:cubicBezTo>
                  <a:cubicBezTo>
                    <a:pt x="8455" y="2025"/>
                    <a:pt x="10241" y="3802"/>
                    <a:pt x="10241" y="5978"/>
                  </a:cubicBezTo>
                  <a:cubicBezTo>
                    <a:pt x="10241" y="8145"/>
                    <a:pt x="8455" y="9931"/>
                    <a:pt x="6288" y="9931"/>
                  </a:cubicBezTo>
                  <a:cubicBezTo>
                    <a:pt x="5597" y="9931"/>
                    <a:pt x="4907" y="9764"/>
                    <a:pt x="4311" y="9431"/>
                  </a:cubicBezTo>
                  <a:cubicBezTo>
                    <a:pt x="3740" y="9098"/>
                    <a:pt x="3240" y="8621"/>
                    <a:pt x="2906" y="8050"/>
                  </a:cubicBezTo>
                  <a:cubicBezTo>
                    <a:pt x="2875" y="8003"/>
                    <a:pt x="2824" y="7967"/>
                    <a:pt x="2766" y="7967"/>
                  </a:cubicBezTo>
                  <a:cubicBezTo>
                    <a:pt x="2734" y="7967"/>
                    <a:pt x="2701" y="7977"/>
                    <a:pt x="2668" y="8002"/>
                  </a:cubicBezTo>
                  <a:cubicBezTo>
                    <a:pt x="2597" y="8050"/>
                    <a:pt x="2549" y="8145"/>
                    <a:pt x="2620" y="8240"/>
                  </a:cubicBezTo>
                  <a:cubicBezTo>
                    <a:pt x="3001" y="8860"/>
                    <a:pt x="3549" y="9360"/>
                    <a:pt x="4168" y="9717"/>
                  </a:cubicBezTo>
                  <a:cubicBezTo>
                    <a:pt x="4811" y="10074"/>
                    <a:pt x="5526" y="10288"/>
                    <a:pt x="6312" y="10288"/>
                  </a:cubicBezTo>
                  <a:cubicBezTo>
                    <a:pt x="6836" y="10288"/>
                    <a:pt x="7383" y="10193"/>
                    <a:pt x="7860" y="10003"/>
                  </a:cubicBezTo>
                  <a:lnTo>
                    <a:pt x="8455" y="11122"/>
                  </a:lnTo>
                  <a:cubicBezTo>
                    <a:pt x="7740" y="11408"/>
                    <a:pt x="7026" y="11551"/>
                    <a:pt x="6288" y="11551"/>
                  </a:cubicBezTo>
                  <a:cubicBezTo>
                    <a:pt x="4787" y="11551"/>
                    <a:pt x="3382" y="10955"/>
                    <a:pt x="2311" y="9907"/>
                  </a:cubicBezTo>
                  <a:cubicBezTo>
                    <a:pt x="1001" y="8598"/>
                    <a:pt x="453" y="6788"/>
                    <a:pt x="763" y="4930"/>
                  </a:cubicBezTo>
                  <a:cubicBezTo>
                    <a:pt x="930" y="4192"/>
                    <a:pt x="1191" y="3477"/>
                    <a:pt x="1644" y="2858"/>
                  </a:cubicBezTo>
                  <a:cubicBezTo>
                    <a:pt x="2668" y="1334"/>
                    <a:pt x="4311" y="429"/>
                    <a:pt x="6097" y="382"/>
                  </a:cubicBezTo>
                  <a:close/>
                  <a:moveTo>
                    <a:pt x="6264" y="1"/>
                  </a:moveTo>
                  <a:cubicBezTo>
                    <a:pt x="4311" y="1"/>
                    <a:pt x="2454" y="953"/>
                    <a:pt x="1334" y="2644"/>
                  </a:cubicBezTo>
                  <a:cubicBezTo>
                    <a:pt x="906" y="3263"/>
                    <a:pt x="620" y="3978"/>
                    <a:pt x="477" y="4740"/>
                  </a:cubicBezTo>
                  <a:cubicBezTo>
                    <a:pt x="1" y="7145"/>
                    <a:pt x="977" y="9526"/>
                    <a:pt x="3025" y="10884"/>
                  </a:cubicBezTo>
                  <a:cubicBezTo>
                    <a:pt x="3644" y="11312"/>
                    <a:pt x="4359" y="11598"/>
                    <a:pt x="5121" y="11765"/>
                  </a:cubicBezTo>
                  <a:cubicBezTo>
                    <a:pt x="5516" y="11839"/>
                    <a:pt x="5908" y="11875"/>
                    <a:pt x="6293" y="11875"/>
                  </a:cubicBezTo>
                  <a:cubicBezTo>
                    <a:pt x="7886" y="11875"/>
                    <a:pt x="9372" y="11257"/>
                    <a:pt x="10503" y="10145"/>
                  </a:cubicBezTo>
                  <a:cubicBezTo>
                    <a:pt x="11622" y="9026"/>
                    <a:pt x="12218" y="7526"/>
                    <a:pt x="12218" y="5954"/>
                  </a:cubicBezTo>
                  <a:cubicBezTo>
                    <a:pt x="12194" y="5454"/>
                    <a:pt x="12146" y="4978"/>
                    <a:pt x="12027" y="4454"/>
                  </a:cubicBezTo>
                  <a:cubicBezTo>
                    <a:pt x="12006" y="4392"/>
                    <a:pt x="11932" y="4330"/>
                    <a:pt x="11851" y="4330"/>
                  </a:cubicBezTo>
                  <a:cubicBezTo>
                    <a:pt x="11838" y="4330"/>
                    <a:pt x="11826" y="4332"/>
                    <a:pt x="11813" y="4335"/>
                  </a:cubicBezTo>
                  <a:cubicBezTo>
                    <a:pt x="11718" y="4382"/>
                    <a:pt x="11670" y="4454"/>
                    <a:pt x="11694" y="4549"/>
                  </a:cubicBezTo>
                  <a:cubicBezTo>
                    <a:pt x="11813" y="5002"/>
                    <a:pt x="11860" y="5478"/>
                    <a:pt x="11860" y="5954"/>
                  </a:cubicBezTo>
                  <a:cubicBezTo>
                    <a:pt x="11860" y="7431"/>
                    <a:pt x="11265" y="8836"/>
                    <a:pt x="10241" y="9907"/>
                  </a:cubicBezTo>
                  <a:cubicBezTo>
                    <a:pt x="9789" y="10360"/>
                    <a:pt x="9288" y="10717"/>
                    <a:pt x="8717" y="10979"/>
                  </a:cubicBezTo>
                  <a:lnTo>
                    <a:pt x="8122" y="9860"/>
                  </a:lnTo>
                  <a:cubicBezTo>
                    <a:pt x="9574" y="9169"/>
                    <a:pt x="10551" y="7669"/>
                    <a:pt x="10551" y="5954"/>
                  </a:cubicBezTo>
                  <a:cubicBezTo>
                    <a:pt x="10551" y="3620"/>
                    <a:pt x="8717" y="1715"/>
                    <a:pt x="6431" y="1644"/>
                  </a:cubicBezTo>
                  <a:lnTo>
                    <a:pt x="6431" y="358"/>
                  </a:lnTo>
                  <a:cubicBezTo>
                    <a:pt x="7502" y="382"/>
                    <a:pt x="8503" y="715"/>
                    <a:pt x="9407" y="1310"/>
                  </a:cubicBezTo>
                  <a:cubicBezTo>
                    <a:pt x="10289" y="1930"/>
                    <a:pt x="11003" y="2763"/>
                    <a:pt x="11432" y="3787"/>
                  </a:cubicBezTo>
                  <a:cubicBezTo>
                    <a:pt x="11449" y="3839"/>
                    <a:pt x="11516" y="3878"/>
                    <a:pt x="11587" y="3878"/>
                  </a:cubicBezTo>
                  <a:cubicBezTo>
                    <a:pt x="11615" y="3878"/>
                    <a:pt x="11643" y="3872"/>
                    <a:pt x="11670" y="3858"/>
                  </a:cubicBezTo>
                  <a:cubicBezTo>
                    <a:pt x="11741" y="3835"/>
                    <a:pt x="11789" y="3716"/>
                    <a:pt x="11741" y="3620"/>
                  </a:cubicBezTo>
                  <a:cubicBezTo>
                    <a:pt x="11313" y="2549"/>
                    <a:pt x="10551" y="1644"/>
                    <a:pt x="9598" y="1001"/>
                  </a:cubicBezTo>
                  <a:cubicBezTo>
                    <a:pt x="8622" y="358"/>
                    <a:pt x="7455" y="1"/>
                    <a:pt x="6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3" name="Google Shape;22773;p98"/>
          <p:cNvGrpSpPr/>
          <p:nvPr/>
        </p:nvGrpSpPr>
        <p:grpSpPr>
          <a:xfrm>
            <a:off x="4023958" y="3420660"/>
            <a:ext cx="348657" cy="354321"/>
            <a:chOff x="4366853" y="3573060"/>
            <a:chExt cx="348657" cy="354321"/>
          </a:xfrm>
        </p:grpSpPr>
        <p:sp>
          <p:nvSpPr>
            <p:cNvPr id="22774" name="Google Shape;22774;p98"/>
            <p:cNvSpPr/>
            <p:nvPr/>
          </p:nvSpPr>
          <p:spPr>
            <a:xfrm>
              <a:off x="4373264" y="3795304"/>
              <a:ext cx="335150" cy="126237"/>
            </a:xfrm>
            <a:custGeom>
              <a:rect b="b" l="l" r="r" t="t"/>
              <a:pathLst>
                <a:path extrusionOk="0" h="4234" w="11241">
                  <a:moveTo>
                    <a:pt x="0" y="0"/>
                  </a:moveTo>
                  <a:lnTo>
                    <a:pt x="0" y="3525"/>
                  </a:lnTo>
                  <a:cubicBezTo>
                    <a:pt x="0" y="3596"/>
                    <a:pt x="24" y="3620"/>
                    <a:pt x="95" y="3620"/>
                  </a:cubicBezTo>
                  <a:lnTo>
                    <a:pt x="4930" y="3620"/>
                  </a:lnTo>
                  <a:lnTo>
                    <a:pt x="5573" y="4215"/>
                  </a:lnTo>
                  <a:cubicBezTo>
                    <a:pt x="5585" y="4227"/>
                    <a:pt x="5602" y="4233"/>
                    <a:pt x="5623" y="4233"/>
                  </a:cubicBezTo>
                  <a:cubicBezTo>
                    <a:pt x="5644" y="4233"/>
                    <a:pt x="5668" y="4227"/>
                    <a:pt x="5692" y="4215"/>
                  </a:cubicBezTo>
                  <a:lnTo>
                    <a:pt x="6311" y="3620"/>
                  </a:lnTo>
                  <a:lnTo>
                    <a:pt x="11169" y="3620"/>
                  </a:lnTo>
                  <a:cubicBezTo>
                    <a:pt x="11217" y="3620"/>
                    <a:pt x="11240" y="3596"/>
                    <a:pt x="11240" y="3525"/>
                  </a:cubicBezTo>
                  <a:lnTo>
                    <a:pt x="11240"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98"/>
            <p:cNvSpPr/>
            <p:nvPr/>
          </p:nvSpPr>
          <p:spPr>
            <a:xfrm>
              <a:off x="4693480" y="3795304"/>
              <a:ext cx="17054" cy="107960"/>
            </a:xfrm>
            <a:custGeom>
              <a:rect b="b" l="l" r="r" t="t"/>
              <a:pathLst>
                <a:path extrusionOk="0" h="3621" w="572">
                  <a:moveTo>
                    <a:pt x="96" y="0"/>
                  </a:moveTo>
                  <a:lnTo>
                    <a:pt x="96" y="3525"/>
                  </a:lnTo>
                  <a:cubicBezTo>
                    <a:pt x="96" y="3596"/>
                    <a:pt x="72" y="3620"/>
                    <a:pt x="0" y="3620"/>
                  </a:cubicBezTo>
                  <a:lnTo>
                    <a:pt x="477" y="3620"/>
                  </a:lnTo>
                  <a:cubicBezTo>
                    <a:pt x="548" y="3620"/>
                    <a:pt x="572" y="3596"/>
                    <a:pt x="572" y="3525"/>
                  </a:cubicBezTo>
                  <a:lnTo>
                    <a:pt x="572"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98"/>
            <p:cNvSpPr/>
            <p:nvPr/>
          </p:nvSpPr>
          <p:spPr>
            <a:xfrm>
              <a:off x="4373264" y="3686657"/>
              <a:ext cx="335150" cy="126952"/>
            </a:xfrm>
            <a:custGeom>
              <a:rect b="b" l="l" r="r" t="t"/>
              <a:pathLst>
                <a:path extrusionOk="0" h="4258" w="11241">
                  <a:moveTo>
                    <a:pt x="0" y="1"/>
                  </a:moveTo>
                  <a:lnTo>
                    <a:pt x="0" y="3644"/>
                  </a:lnTo>
                  <a:lnTo>
                    <a:pt x="4930" y="3644"/>
                  </a:lnTo>
                  <a:lnTo>
                    <a:pt x="5573" y="4240"/>
                  </a:lnTo>
                  <a:cubicBezTo>
                    <a:pt x="5585" y="4252"/>
                    <a:pt x="5602" y="4258"/>
                    <a:pt x="5623" y="4258"/>
                  </a:cubicBezTo>
                  <a:cubicBezTo>
                    <a:pt x="5644" y="4258"/>
                    <a:pt x="5668" y="4252"/>
                    <a:pt x="5692" y="4240"/>
                  </a:cubicBezTo>
                  <a:lnTo>
                    <a:pt x="6311" y="3644"/>
                  </a:lnTo>
                  <a:lnTo>
                    <a:pt x="11240" y="3644"/>
                  </a:lnTo>
                  <a:lnTo>
                    <a:pt x="11240"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98"/>
            <p:cNvSpPr/>
            <p:nvPr/>
          </p:nvSpPr>
          <p:spPr>
            <a:xfrm>
              <a:off x="4697028" y="3686657"/>
              <a:ext cx="14222" cy="108676"/>
            </a:xfrm>
            <a:custGeom>
              <a:rect b="b" l="l" r="r" t="t"/>
              <a:pathLst>
                <a:path extrusionOk="0" h="3645" w="477">
                  <a:moveTo>
                    <a:pt x="0" y="1"/>
                  </a:moveTo>
                  <a:lnTo>
                    <a:pt x="0" y="3644"/>
                  </a:lnTo>
                  <a:lnTo>
                    <a:pt x="477" y="3644"/>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98"/>
            <p:cNvSpPr/>
            <p:nvPr/>
          </p:nvSpPr>
          <p:spPr>
            <a:xfrm>
              <a:off x="4373264" y="3578725"/>
              <a:ext cx="335150" cy="126237"/>
            </a:xfrm>
            <a:custGeom>
              <a:rect b="b" l="l" r="r" t="t"/>
              <a:pathLst>
                <a:path extrusionOk="0" h="4234" w="11241">
                  <a:moveTo>
                    <a:pt x="24" y="1"/>
                  </a:moveTo>
                  <a:cubicBezTo>
                    <a:pt x="24" y="1"/>
                    <a:pt x="0" y="49"/>
                    <a:pt x="0" y="72"/>
                  </a:cubicBezTo>
                  <a:lnTo>
                    <a:pt x="0" y="3621"/>
                  </a:lnTo>
                  <a:lnTo>
                    <a:pt x="4930" y="3621"/>
                  </a:lnTo>
                  <a:lnTo>
                    <a:pt x="5573" y="4216"/>
                  </a:lnTo>
                  <a:cubicBezTo>
                    <a:pt x="5585" y="4228"/>
                    <a:pt x="5602" y="4234"/>
                    <a:pt x="5623" y="4234"/>
                  </a:cubicBezTo>
                  <a:cubicBezTo>
                    <a:pt x="5644" y="4234"/>
                    <a:pt x="5668" y="4228"/>
                    <a:pt x="5692" y="4216"/>
                  </a:cubicBezTo>
                  <a:lnTo>
                    <a:pt x="6311" y="3621"/>
                  </a:lnTo>
                  <a:lnTo>
                    <a:pt x="11240" y="3621"/>
                  </a:lnTo>
                  <a:lnTo>
                    <a:pt x="11240" y="72"/>
                  </a:lnTo>
                  <a:cubicBezTo>
                    <a:pt x="11240" y="25"/>
                    <a:pt x="11217" y="1"/>
                    <a:pt x="11169"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98"/>
            <p:cNvSpPr/>
            <p:nvPr/>
          </p:nvSpPr>
          <p:spPr>
            <a:xfrm>
              <a:off x="4693480" y="3578725"/>
              <a:ext cx="17054" cy="107960"/>
            </a:xfrm>
            <a:custGeom>
              <a:rect b="b" l="l" r="r" t="t"/>
              <a:pathLst>
                <a:path extrusionOk="0" h="3621" w="572">
                  <a:moveTo>
                    <a:pt x="0" y="1"/>
                  </a:moveTo>
                  <a:cubicBezTo>
                    <a:pt x="72" y="1"/>
                    <a:pt x="96" y="25"/>
                    <a:pt x="96" y="72"/>
                  </a:cubicBezTo>
                  <a:lnTo>
                    <a:pt x="96" y="3621"/>
                  </a:lnTo>
                  <a:lnTo>
                    <a:pt x="572" y="3621"/>
                  </a:lnTo>
                  <a:lnTo>
                    <a:pt x="572" y="72"/>
                  </a:lnTo>
                  <a:cubicBezTo>
                    <a:pt x="572" y="49"/>
                    <a:pt x="548" y="1"/>
                    <a:pt x="47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98"/>
            <p:cNvSpPr/>
            <p:nvPr/>
          </p:nvSpPr>
          <p:spPr>
            <a:xfrm>
              <a:off x="4490408" y="3619214"/>
              <a:ext cx="196719" cy="10674"/>
            </a:xfrm>
            <a:custGeom>
              <a:rect b="b" l="l" r="r" t="t"/>
              <a:pathLst>
                <a:path extrusionOk="0" h="358" w="6598">
                  <a:moveTo>
                    <a:pt x="167" y="0"/>
                  </a:moveTo>
                  <a:cubicBezTo>
                    <a:pt x="96" y="0"/>
                    <a:pt x="0" y="72"/>
                    <a:pt x="0" y="143"/>
                  </a:cubicBezTo>
                  <a:cubicBezTo>
                    <a:pt x="0" y="262"/>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98"/>
            <p:cNvSpPr/>
            <p:nvPr/>
          </p:nvSpPr>
          <p:spPr>
            <a:xfrm>
              <a:off x="4490408" y="3643365"/>
              <a:ext cx="143440" cy="10674"/>
            </a:xfrm>
            <a:custGeom>
              <a:rect b="b" l="l" r="r" t="t"/>
              <a:pathLst>
                <a:path extrusionOk="0" h="358" w="4811">
                  <a:moveTo>
                    <a:pt x="167" y="0"/>
                  </a:moveTo>
                  <a:cubicBezTo>
                    <a:pt x="96" y="0"/>
                    <a:pt x="0" y="48"/>
                    <a:pt x="0" y="143"/>
                  </a:cubicBezTo>
                  <a:cubicBezTo>
                    <a:pt x="0" y="262"/>
                    <a:pt x="96" y="357"/>
                    <a:pt x="167" y="357"/>
                  </a:cubicBezTo>
                  <a:lnTo>
                    <a:pt x="4644" y="357"/>
                  </a:lnTo>
                  <a:cubicBezTo>
                    <a:pt x="4740" y="357"/>
                    <a:pt x="4811" y="286"/>
                    <a:pt x="4811" y="214"/>
                  </a:cubicBezTo>
                  <a:cubicBezTo>
                    <a:pt x="4811" y="95"/>
                    <a:pt x="4763" y="0"/>
                    <a:pt x="4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98"/>
            <p:cNvSpPr/>
            <p:nvPr/>
          </p:nvSpPr>
          <p:spPr>
            <a:xfrm>
              <a:off x="4490408" y="3726430"/>
              <a:ext cx="196719" cy="10674"/>
            </a:xfrm>
            <a:custGeom>
              <a:rect b="b" l="l" r="r" t="t"/>
              <a:pathLst>
                <a:path extrusionOk="0" h="358" w="6598">
                  <a:moveTo>
                    <a:pt x="167" y="0"/>
                  </a:moveTo>
                  <a:cubicBezTo>
                    <a:pt x="96" y="0"/>
                    <a:pt x="0" y="72"/>
                    <a:pt x="0" y="167"/>
                  </a:cubicBezTo>
                  <a:cubicBezTo>
                    <a:pt x="0" y="286"/>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98"/>
            <p:cNvSpPr/>
            <p:nvPr/>
          </p:nvSpPr>
          <p:spPr>
            <a:xfrm>
              <a:off x="4490408" y="3751266"/>
              <a:ext cx="143440" cy="10674"/>
            </a:xfrm>
            <a:custGeom>
              <a:rect b="b" l="l" r="r" t="t"/>
              <a:pathLst>
                <a:path extrusionOk="0" h="358" w="4811">
                  <a:moveTo>
                    <a:pt x="167" y="1"/>
                  </a:moveTo>
                  <a:cubicBezTo>
                    <a:pt x="96" y="1"/>
                    <a:pt x="0" y="72"/>
                    <a:pt x="0" y="167"/>
                  </a:cubicBezTo>
                  <a:cubicBezTo>
                    <a:pt x="0" y="287"/>
                    <a:pt x="96" y="358"/>
                    <a:pt x="167" y="358"/>
                  </a:cubicBezTo>
                  <a:lnTo>
                    <a:pt x="4644" y="358"/>
                  </a:lnTo>
                  <a:cubicBezTo>
                    <a:pt x="4740" y="358"/>
                    <a:pt x="4811" y="310"/>
                    <a:pt x="4811" y="215"/>
                  </a:cubicBezTo>
                  <a:cubicBezTo>
                    <a:pt x="4811" y="96"/>
                    <a:pt x="4763" y="1"/>
                    <a:pt x="4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98"/>
            <p:cNvSpPr/>
            <p:nvPr/>
          </p:nvSpPr>
          <p:spPr>
            <a:xfrm>
              <a:off x="4439990" y="3605022"/>
              <a:ext cx="22033" cy="57543"/>
            </a:xfrm>
            <a:custGeom>
              <a:rect b="b" l="l" r="r" t="t"/>
              <a:pathLst>
                <a:path extrusionOk="0" h="1930" w="739">
                  <a:moveTo>
                    <a:pt x="215" y="0"/>
                  </a:moveTo>
                  <a:cubicBezTo>
                    <a:pt x="167" y="0"/>
                    <a:pt x="96" y="24"/>
                    <a:pt x="72" y="95"/>
                  </a:cubicBezTo>
                  <a:cubicBezTo>
                    <a:pt x="1" y="191"/>
                    <a:pt x="72" y="333"/>
                    <a:pt x="191" y="333"/>
                  </a:cubicBezTo>
                  <a:lnTo>
                    <a:pt x="382" y="333"/>
                  </a:lnTo>
                  <a:lnTo>
                    <a:pt x="382" y="1762"/>
                  </a:lnTo>
                  <a:cubicBezTo>
                    <a:pt x="382" y="1810"/>
                    <a:pt x="405" y="1881"/>
                    <a:pt x="453" y="1905"/>
                  </a:cubicBezTo>
                  <a:cubicBezTo>
                    <a:pt x="487" y="1922"/>
                    <a:pt x="521" y="1930"/>
                    <a:pt x="553" y="1930"/>
                  </a:cubicBezTo>
                  <a:cubicBezTo>
                    <a:pt x="656" y="1930"/>
                    <a:pt x="739" y="1853"/>
                    <a:pt x="739" y="1762"/>
                  </a:cubicBezTo>
                  <a:lnTo>
                    <a:pt x="739" y="143"/>
                  </a:lnTo>
                  <a:cubicBezTo>
                    <a:pt x="739" y="71"/>
                    <a:pt x="667"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98"/>
            <p:cNvSpPr/>
            <p:nvPr/>
          </p:nvSpPr>
          <p:spPr>
            <a:xfrm>
              <a:off x="4392435" y="3603800"/>
              <a:ext cx="38342" cy="60465"/>
            </a:xfrm>
            <a:custGeom>
              <a:rect b="b" l="l" r="r" t="t"/>
              <a:pathLst>
                <a:path extrusionOk="0" h="2028" w="1286">
                  <a:moveTo>
                    <a:pt x="624" y="332"/>
                  </a:moveTo>
                  <a:cubicBezTo>
                    <a:pt x="654" y="332"/>
                    <a:pt x="685" y="338"/>
                    <a:pt x="714" y="351"/>
                  </a:cubicBezTo>
                  <a:cubicBezTo>
                    <a:pt x="834" y="374"/>
                    <a:pt x="929" y="494"/>
                    <a:pt x="929" y="636"/>
                  </a:cubicBezTo>
                  <a:lnTo>
                    <a:pt x="929" y="1375"/>
                  </a:lnTo>
                  <a:cubicBezTo>
                    <a:pt x="929" y="1494"/>
                    <a:pt x="834" y="1613"/>
                    <a:pt x="714" y="1684"/>
                  </a:cubicBezTo>
                  <a:cubicBezTo>
                    <a:pt x="692" y="1691"/>
                    <a:pt x="670" y="1694"/>
                    <a:pt x="647" y="1694"/>
                  </a:cubicBezTo>
                  <a:cubicBezTo>
                    <a:pt x="501" y="1694"/>
                    <a:pt x="357" y="1567"/>
                    <a:pt x="357" y="1422"/>
                  </a:cubicBezTo>
                  <a:lnTo>
                    <a:pt x="357" y="613"/>
                  </a:lnTo>
                  <a:cubicBezTo>
                    <a:pt x="357" y="456"/>
                    <a:pt x="486" y="332"/>
                    <a:pt x="624" y="332"/>
                  </a:cubicBezTo>
                  <a:close/>
                  <a:moveTo>
                    <a:pt x="639" y="1"/>
                  </a:moveTo>
                  <a:cubicBezTo>
                    <a:pt x="278" y="1"/>
                    <a:pt x="0" y="300"/>
                    <a:pt x="0" y="636"/>
                  </a:cubicBezTo>
                  <a:lnTo>
                    <a:pt x="0" y="1375"/>
                  </a:lnTo>
                  <a:cubicBezTo>
                    <a:pt x="0" y="1740"/>
                    <a:pt x="291" y="2028"/>
                    <a:pt x="663" y="2028"/>
                  </a:cubicBezTo>
                  <a:cubicBezTo>
                    <a:pt x="703" y="2028"/>
                    <a:pt x="744" y="2025"/>
                    <a:pt x="786" y="2018"/>
                  </a:cubicBezTo>
                  <a:cubicBezTo>
                    <a:pt x="1072" y="1922"/>
                    <a:pt x="1286" y="1660"/>
                    <a:pt x="1286" y="1351"/>
                  </a:cubicBezTo>
                  <a:lnTo>
                    <a:pt x="1286" y="636"/>
                  </a:lnTo>
                  <a:cubicBezTo>
                    <a:pt x="1286" y="351"/>
                    <a:pt x="1072" y="65"/>
                    <a:pt x="786" y="17"/>
                  </a:cubicBezTo>
                  <a:cubicBezTo>
                    <a:pt x="736" y="6"/>
                    <a:pt x="686" y="1"/>
                    <a:pt x="6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98"/>
            <p:cNvSpPr/>
            <p:nvPr/>
          </p:nvSpPr>
          <p:spPr>
            <a:xfrm>
              <a:off x="4436442" y="3713640"/>
              <a:ext cx="34824" cy="56827"/>
            </a:xfrm>
            <a:custGeom>
              <a:rect b="b" l="l" r="r" t="t"/>
              <a:pathLst>
                <a:path extrusionOk="0" h="1906" w="1168">
                  <a:moveTo>
                    <a:pt x="548" y="1"/>
                  </a:moveTo>
                  <a:cubicBezTo>
                    <a:pt x="286" y="1"/>
                    <a:pt x="72" y="167"/>
                    <a:pt x="24" y="429"/>
                  </a:cubicBezTo>
                  <a:cubicBezTo>
                    <a:pt x="1" y="525"/>
                    <a:pt x="48" y="620"/>
                    <a:pt x="120" y="644"/>
                  </a:cubicBezTo>
                  <a:cubicBezTo>
                    <a:pt x="140" y="648"/>
                    <a:pt x="159" y="650"/>
                    <a:pt x="177" y="650"/>
                  </a:cubicBezTo>
                  <a:cubicBezTo>
                    <a:pt x="262" y="650"/>
                    <a:pt x="318" y="603"/>
                    <a:pt x="358" y="525"/>
                  </a:cubicBezTo>
                  <a:cubicBezTo>
                    <a:pt x="382" y="429"/>
                    <a:pt x="477" y="358"/>
                    <a:pt x="548" y="358"/>
                  </a:cubicBezTo>
                  <a:cubicBezTo>
                    <a:pt x="667" y="358"/>
                    <a:pt x="763" y="429"/>
                    <a:pt x="763" y="548"/>
                  </a:cubicBezTo>
                  <a:lnTo>
                    <a:pt x="763" y="596"/>
                  </a:lnTo>
                  <a:cubicBezTo>
                    <a:pt x="739" y="644"/>
                    <a:pt x="715" y="739"/>
                    <a:pt x="644" y="858"/>
                  </a:cubicBezTo>
                  <a:cubicBezTo>
                    <a:pt x="405" y="1191"/>
                    <a:pt x="262" y="1382"/>
                    <a:pt x="191" y="1477"/>
                  </a:cubicBezTo>
                  <a:cubicBezTo>
                    <a:pt x="120" y="1596"/>
                    <a:pt x="48" y="1668"/>
                    <a:pt x="72" y="1739"/>
                  </a:cubicBezTo>
                  <a:cubicBezTo>
                    <a:pt x="120" y="1811"/>
                    <a:pt x="143" y="1834"/>
                    <a:pt x="191" y="1858"/>
                  </a:cubicBezTo>
                  <a:cubicBezTo>
                    <a:pt x="239" y="1858"/>
                    <a:pt x="262" y="1906"/>
                    <a:pt x="524" y="1906"/>
                  </a:cubicBezTo>
                  <a:lnTo>
                    <a:pt x="1001" y="1906"/>
                  </a:lnTo>
                  <a:cubicBezTo>
                    <a:pt x="1096" y="1906"/>
                    <a:pt x="1167" y="1834"/>
                    <a:pt x="1167" y="1739"/>
                  </a:cubicBezTo>
                  <a:cubicBezTo>
                    <a:pt x="1167" y="1620"/>
                    <a:pt x="1120" y="1549"/>
                    <a:pt x="1001" y="1549"/>
                  </a:cubicBezTo>
                  <a:lnTo>
                    <a:pt x="548" y="1549"/>
                  </a:lnTo>
                  <a:cubicBezTo>
                    <a:pt x="644" y="1429"/>
                    <a:pt x="763" y="1263"/>
                    <a:pt x="905" y="1072"/>
                  </a:cubicBezTo>
                  <a:cubicBezTo>
                    <a:pt x="977" y="906"/>
                    <a:pt x="1072" y="763"/>
                    <a:pt x="1096" y="644"/>
                  </a:cubicBezTo>
                  <a:cubicBezTo>
                    <a:pt x="1120" y="548"/>
                    <a:pt x="1096" y="429"/>
                    <a:pt x="1072" y="358"/>
                  </a:cubicBezTo>
                  <a:cubicBezTo>
                    <a:pt x="1025" y="286"/>
                    <a:pt x="1001" y="239"/>
                    <a:pt x="953" y="167"/>
                  </a:cubicBezTo>
                  <a:cubicBezTo>
                    <a:pt x="858" y="48"/>
                    <a:pt x="715"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98"/>
            <p:cNvSpPr/>
            <p:nvPr/>
          </p:nvSpPr>
          <p:spPr>
            <a:xfrm>
              <a:off x="4392435" y="3712238"/>
              <a:ext cx="36941" cy="56947"/>
            </a:xfrm>
            <a:custGeom>
              <a:rect b="b" l="l" r="r" t="t"/>
              <a:pathLst>
                <a:path extrusionOk="0" h="1910" w="1239">
                  <a:moveTo>
                    <a:pt x="595" y="357"/>
                  </a:moveTo>
                  <a:cubicBezTo>
                    <a:pt x="762" y="357"/>
                    <a:pt x="881" y="476"/>
                    <a:pt x="881" y="643"/>
                  </a:cubicBezTo>
                  <a:lnTo>
                    <a:pt x="881" y="1310"/>
                  </a:lnTo>
                  <a:cubicBezTo>
                    <a:pt x="881" y="1429"/>
                    <a:pt x="786" y="1548"/>
                    <a:pt x="643" y="1596"/>
                  </a:cubicBezTo>
                  <a:cubicBezTo>
                    <a:pt x="476" y="1596"/>
                    <a:pt x="357" y="1476"/>
                    <a:pt x="357" y="1310"/>
                  </a:cubicBezTo>
                  <a:lnTo>
                    <a:pt x="357" y="643"/>
                  </a:lnTo>
                  <a:cubicBezTo>
                    <a:pt x="357" y="524"/>
                    <a:pt x="453" y="405"/>
                    <a:pt x="595" y="357"/>
                  </a:cubicBezTo>
                  <a:close/>
                  <a:moveTo>
                    <a:pt x="643" y="0"/>
                  </a:moveTo>
                  <a:cubicBezTo>
                    <a:pt x="310" y="0"/>
                    <a:pt x="0" y="286"/>
                    <a:pt x="0" y="595"/>
                  </a:cubicBezTo>
                  <a:lnTo>
                    <a:pt x="0" y="1286"/>
                  </a:lnTo>
                  <a:cubicBezTo>
                    <a:pt x="0" y="1619"/>
                    <a:pt x="286" y="1881"/>
                    <a:pt x="595" y="1905"/>
                  </a:cubicBezTo>
                  <a:cubicBezTo>
                    <a:pt x="618" y="1908"/>
                    <a:pt x="641" y="1910"/>
                    <a:pt x="664" y="1910"/>
                  </a:cubicBezTo>
                  <a:cubicBezTo>
                    <a:pt x="970" y="1910"/>
                    <a:pt x="1238" y="1620"/>
                    <a:pt x="1238" y="1310"/>
                  </a:cubicBezTo>
                  <a:lnTo>
                    <a:pt x="1238" y="643"/>
                  </a:lnTo>
                  <a:cubicBezTo>
                    <a:pt x="1238" y="310"/>
                    <a:pt x="953" y="48"/>
                    <a:pt x="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98"/>
            <p:cNvSpPr/>
            <p:nvPr/>
          </p:nvSpPr>
          <p:spPr>
            <a:xfrm>
              <a:off x="4437158" y="3821571"/>
              <a:ext cx="33393" cy="56112"/>
            </a:xfrm>
            <a:custGeom>
              <a:rect b="b" l="l" r="r" t="t"/>
              <a:pathLst>
                <a:path extrusionOk="0" h="1882" w="1120">
                  <a:moveTo>
                    <a:pt x="572" y="0"/>
                  </a:moveTo>
                  <a:cubicBezTo>
                    <a:pt x="286" y="0"/>
                    <a:pt x="48" y="191"/>
                    <a:pt x="24" y="453"/>
                  </a:cubicBezTo>
                  <a:cubicBezTo>
                    <a:pt x="0" y="548"/>
                    <a:pt x="48" y="620"/>
                    <a:pt x="167" y="667"/>
                  </a:cubicBezTo>
                  <a:cubicBezTo>
                    <a:pt x="179" y="670"/>
                    <a:pt x="192" y="672"/>
                    <a:pt x="204" y="672"/>
                  </a:cubicBezTo>
                  <a:cubicBezTo>
                    <a:pt x="286" y="672"/>
                    <a:pt x="361" y="604"/>
                    <a:pt x="381" y="501"/>
                  </a:cubicBezTo>
                  <a:cubicBezTo>
                    <a:pt x="405" y="429"/>
                    <a:pt x="500" y="334"/>
                    <a:pt x="596" y="334"/>
                  </a:cubicBezTo>
                  <a:cubicBezTo>
                    <a:pt x="715" y="334"/>
                    <a:pt x="810" y="429"/>
                    <a:pt x="810" y="548"/>
                  </a:cubicBezTo>
                  <a:cubicBezTo>
                    <a:pt x="810" y="667"/>
                    <a:pt x="715" y="739"/>
                    <a:pt x="596" y="739"/>
                  </a:cubicBezTo>
                  <a:cubicBezTo>
                    <a:pt x="500" y="739"/>
                    <a:pt x="405" y="834"/>
                    <a:pt x="405" y="929"/>
                  </a:cubicBezTo>
                  <a:cubicBezTo>
                    <a:pt x="405" y="1024"/>
                    <a:pt x="500" y="1096"/>
                    <a:pt x="596" y="1096"/>
                  </a:cubicBezTo>
                  <a:cubicBezTo>
                    <a:pt x="715" y="1096"/>
                    <a:pt x="810" y="1191"/>
                    <a:pt x="810" y="1310"/>
                  </a:cubicBezTo>
                  <a:cubicBezTo>
                    <a:pt x="810" y="1429"/>
                    <a:pt x="715" y="1525"/>
                    <a:pt x="596" y="1525"/>
                  </a:cubicBezTo>
                  <a:cubicBezTo>
                    <a:pt x="500" y="1525"/>
                    <a:pt x="405" y="1429"/>
                    <a:pt x="381" y="1334"/>
                  </a:cubicBezTo>
                  <a:lnTo>
                    <a:pt x="381" y="1310"/>
                  </a:lnTo>
                  <a:cubicBezTo>
                    <a:pt x="381" y="1215"/>
                    <a:pt x="286" y="1144"/>
                    <a:pt x="215" y="1144"/>
                  </a:cubicBezTo>
                  <a:cubicBezTo>
                    <a:pt x="119" y="1144"/>
                    <a:pt x="24" y="1215"/>
                    <a:pt x="24" y="1310"/>
                  </a:cubicBezTo>
                  <a:lnTo>
                    <a:pt x="24" y="1405"/>
                  </a:lnTo>
                  <a:cubicBezTo>
                    <a:pt x="48" y="1667"/>
                    <a:pt x="286" y="1882"/>
                    <a:pt x="572" y="1882"/>
                  </a:cubicBezTo>
                  <a:cubicBezTo>
                    <a:pt x="858" y="1882"/>
                    <a:pt x="1120" y="1644"/>
                    <a:pt x="1120" y="1310"/>
                  </a:cubicBezTo>
                  <a:cubicBezTo>
                    <a:pt x="1120" y="1167"/>
                    <a:pt x="1072" y="1048"/>
                    <a:pt x="977" y="929"/>
                  </a:cubicBezTo>
                  <a:cubicBezTo>
                    <a:pt x="1072" y="834"/>
                    <a:pt x="1120" y="691"/>
                    <a:pt x="1120" y="548"/>
                  </a:cubicBezTo>
                  <a:cubicBezTo>
                    <a:pt x="1120" y="239"/>
                    <a:pt x="858" y="0"/>
                    <a:pt x="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98"/>
            <p:cNvSpPr/>
            <p:nvPr/>
          </p:nvSpPr>
          <p:spPr>
            <a:xfrm>
              <a:off x="4392435" y="3820855"/>
              <a:ext cx="36225" cy="56827"/>
            </a:xfrm>
            <a:custGeom>
              <a:rect b="b" l="l" r="r" t="t"/>
              <a:pathLst>
                <a:path extrusionOk="0" h="1906" w="1215">
                  <a:moveTo>
                    <a:pt x="595" y="334"/>
                  </a:moveTo>
                  <a:cubicBezTo>
                    <a:pt x="762" y="334"/>
                    <a:pt x="881" y="453"/>
                    <a:pt x="881" y="596"/>
                  </a:cubicBezTo>
                  <a:lnTo>
                    <a:pt x="881" y="1287"/>
                  </a:lnTo>
                  <a:cubicBezTo>
                    <a:pt x="881" y="1406"/>
                    <a:pt x="786" y="1501"/>
                    <a:pt x="643" y="1549"/>
                  </a:cubicBezTo>
                  <a:cubicBezTo>
                    <a:pt x="476" y="1549"/>
                    <a:pt x="357" y="1429"/>
                    <a:pt x="357" y="1287"/>
                  </a:cubicBezTo>
                  <a:lnTo>
                    <a:pt x="357" y="596"/>
                  </a:lnTo>
                  <a:cubicBezTo>
                    <a:pt x="357" y="477"/>
                    <a:pt x="453" y="358"/>
                    <a:pt x="595" y="334"/>
                  </a:cubicBezTo>
                  <a:close/>
                  <a:moveTo>
                    <a:pt x="619" y="1"/>
                  </a:moveTo>
                  <a:cubicBezTo>
                    <a:pt x="310" y="1"/>
                    <a:pt x="0" y="263"/>
                    <a:pt x="0" y="596"/>
                  </a:cubicBezTo>
                  <a:lnTo>
                    <a:pt x="0" y="1287"/>
                  </a:lnTo>
                  <a:cubicBezTo>
                    <a:pt x="0" y="1596"/>
                    <a:pt x="286" y="1882"/>
                    <a:pt x="595" y="1906"/>
                  </a:cubicBezTo>
                  <a:cubicBezTo>
                    <a:pt x="929" y="1906"/>
                    <a:pt x="1215" y="1644"/>
                    <a:pt x="1215" y="1310"/>
                  </a:cubicBezTo>
                  <a:lnTo>
                    <a:pt x="1215" y="620"/>
                  </a:lnTo>
                  <a:cubicBezTo>
                    <a:pt x="1215" y="286"/>
                    <a:pt x="953" y="24"/>
                    <a:pt x="6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98"/>
            <p:cNvSpPr/>
            <p:nvPr/>
          </p:nvSpPr>
          <p:spPr>
            <a:xfrm>
              <a:off x="4490408" y="3835048"/>
              <a:ext cx="196719" cy="10704"/>
            </a:xfrm>
            <a:custGeom>
              <a:rect b="b" l="l" r="r" t="t"/>
              <a:pathLst>
                <a:path extrusionOk="0" h="359" w="6598">
                  <a:moveTo>
                    <a:pt x="167" y="1"/>
                  </a:moveTo>
                  <a:cubicBezTo>
                    <a:pt x="96" y="1"/>
                    <a:pt x="0" y="49"/>
                    <a:pt x="0" y="144"/>
                  </a:cubicBezTo>
                  <a:cubicBezTo>
                    <a:pt x="0" y="263"/>
                    <a:pt x="96" y="358"/>
                    <a:pt x="167" y="358"/>
                  </a:cubicBezTo>
                  <a:lnTo>
                    <a:pt x="6430" y="358"/>
                  </a:lnTo>
                  <a:cubicBezTo>
                    <a:pt x="6526" y="358"/>
                    <a:pt x="6597" y="287"/>
                    <a:pt x="6597" y="215"/>
                  </a:cubicBezTo>
                  <a:cubicBezTo>
                    <a:pt x="6597" y="96"/>
                    <a:pt x="6549" y="1"/>
                    <a:pt x="6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98"/>
            <p:cNvSpPr/>
            <p:nvPr/>
          </p:nvSpPr>
          <p:spPr>
            <a:xfrm>
              <a:off x="4490408" y="3859914"/>
              <a:ext cx="143440" cy="10674"/>
            </a:xfrm>
            <a:custGeom>
              <a:rect b="b" l="l" r="r" t="t"/>
              <a:pathLst>
                <a:path extrusionOk="0" h="358" w="4811">
                  <a:moveTo>
                    <a:pt x="167" y="0"/>
                  </a:moveTo>
                  <a:cubicBezTo>
                    <a:pt x="96" y="0"/>
                    <a:pt x="0" y="48"/>
                    <a:pt x="0" y="143"/>
                  </a:cubicBezTo>
                  <a:cubicBezTo>
                    <a:pt x="0" y="262"/>
                    <a:pt x="96" y="358"/>
                    <a:pt x="167" y="358"/>
                  </a:cubicBezTo>
                  <a:lnTo>
                    <a:pt x="4644" y="358"/>
                  </a:lnTo>
                  <a:cubicBezTo>
                    <a:pt x="4740" y="358"/>
                    <a:pt x="4811" y="286"/>
                    <a:pt x="4811" y="215"/>
                  </a:cubicBezTo>
                  <a:cubicBezTo>
                    <a:pt x="4811" y="96"/>
                    <a:pt x="4763" y="0"/>
                    <a:pt x="4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98"/>
            <p:cNvSpPr/>
            <p:nvPr/>
          </p:nvSpPr>
          <p:spPr>
            <a:xfrm>
              <a:off x="4366853" y="3573060"/>
              <a:ext cx="348657" cy="354321"/>
            </a:xfrm>
            <a:custGeom>
              <a:rect b="b" l="l" r="r" t="t"/>
              <a:pathLst>
                <a:path extrusionOk="0" h="11884" w="11694">
                  <a:moveTo>
                    <a:pt x="11289" y="334"/>
                  </a:moveTo>
                  <a:lnTo>
                    <a:pt x="11336" y="3644"/>
                  </a:lnTo>
                  <a:lnTo>
                    <a:pt x="6550" y="3644"/>
                  </a:lnTo>
                  <a:cubicBezTo>
                    <a:pt x="6526" y="3644"/>
                    <a:pt x="6454" y="3668"/>
                    <a:pt x="6431" y="3692"/>
                  </a:cubicBezTo>
                  <a:lnTo>
                    <a:pt x="5835" y="4263"/>
                  </a:lnTo>
                  <a:lnTo>
                    <a:pt x="5240" y="3692"/>
                  </a:lnTo>
                  <a:cubicBezTo>
                    <a:pt x="5216" y="3668"/>
                    <a:pt x="5145" y="3644"/>
                    <a:pt x="5121" y="3644"/>
                  </a:cubicBezTo>
                  <a:lnTo>
                    <a:pt x="334" y="3644"/>
                  </a:lnTo>
                  <a:lnTo>
                    <a:pt x="334" y="334"/>
                  </a:lnTo>
                  <a:close/>
                  <a:moveTo>
                    <a:pt x="239" y="0"/>
                  </a:moveTo>
                  <a:cubicBezTo>
                    <a:pt x="144" y="0"/>
                    <a:pt x="72" y="96"/>
                    <a:pt x="72" y="191"/>
                  </a:cubicBezTo>
                  <a:lnTo>
                    <a:pt x="72" y="4620"/>
                  </a:lnTo>
                  <a:cubicBezTo>
                    <a:pt x="72" y="4644"/>
                    <a:pt x="96" y="4716"/>
                    <a:pt x="120" y="4716"/>
                  </a:cubicBezTo>
                  <a:cubicBezTo>
                    <a:pt x="159" y="4735"/>
                    <a:pt x="200" y="4744"/>
                    <a:pt x="239" y="4744"/>
                  </a:cubicBezTo>
                  <a:cubicBezTo>
                    <a:pt x="342" y="4744"/>
                    <a:pt x="429" y="4683"/>
                    <a:pt x="429" y="4597"/>
                  </a:cubicBezTo>
                  <a:lnTo>
                    <a:pt x="429" y="4001"/>
                  </a:lnTo>
                  <a:lnTo>
                    <a:pt x="5121" y="4001"/>
                  </a:lnTo>
                  <a:lnTo>
                    <a:pt x="5716" y="4549"/>
                  </a:lnTo>
                  <a:cubicBezTo>
                    <a:pt x="5788" y="4620"/>
                    <a:pt x="5835" y="4620"/>
                    <a:pt x="5907" y="4620"/>
                  </a:cubicBezTo>
                  <a:cubicBezTo>
                    <a:pt x="5954" y="4620"/>
                    <a:pt x="6026" y="4597"/>
                    <a:pt x="6073" y="4549"/>
                  </a:cubicBezTo>
                  <a:lnTo>
                    <a:pt x="6669" y="4001"/>
                  </a:lnTo>
                  <a:lnTo>
                    <a:pt x="11384" y="4001"/>
                  </a:lnTo>
                  <a:lnTo>
                    <a:pt x="11384" y="7264"/>
                  </a:lnTo>
                  <a:lnTo>
                    <a:pt x="6574" y="7264"/>
                  </a:lnTo>
                  <a:cubicBezTo>
                    <a:pt x="6526" y="7264"/>
                    <a:pt x="6502" y="7288"/>
                    <a:pt x="6454" y="7335"/>
                  </a:cubicBezTo>
                  <a:lnTo>
                    <a:pt x="5859" y="7883"/>
                  </a:lnTo>
                  <a:lnTo>
                    <a:pt x="5264" y="7335"/>
                  </a:lnTo>
                  <a:cubicBezTo>
                    <a:pt x="5240" y="7288"/>
                    <a:pt x="5192" y="7264"/>
                    <a:pt x="5145" y="7264"/>
                  </a:cubicBezTo>
                  <a:lnTo>
                    <a:pt x="358" y="7264"/>
                  </a:lnTo>
                  <a:lnTo>
                    <a:pt x="358" y="5430"/>
                  </a:lnTo>
                  <a:cubicBezTo>
                    <a:pt x="358" y="5335"/>
                    <a:pt x="286" y="5240"/>
                    <a:pt x="215" y="5240"/>
                  </a:cubicBezTo>
                  <a:cubicBezTo>
                    <a:pt x="96" y="5240"/>
                    <a:pt x="1" y="5311"/>
                    <a:pt x="1" y="5430"/>
                  </a:cubicBezTo>
                  <a:lnTo>
                    <a:pt x="1" y="10979"/>
                  </a:lnTo>
                  <a:cubicBezTo>
                    <a:pt x="1" y="11146"/>
                    <a:pt x="120" y="11265"/>
                    <a:pt x="263" y="11265"/>
                  </a:cubicBezTo>
                  <a:lnTo>
                    <a:pt x="5049" y="11265"/>
                  </a:lnTo>
                  <a:lnTo>
                    <a:pt x="5645" y="11812"/>
                  </a:lnTo>
                  <a:cubicBezTo>
                    <a:pt x="5716" y="11884"/>
                    <a:pt x="5788" y="11884"/>
                    <a:pt x="5835" y="11884"/>
                  </a:cubicBezTo>
                  <a:cubicBezTo>
                    <a:pt x="5883" y="11884"/>
                    <a:pt x="5954" y="11860"/>
                    <a:pt x="6002" y="11812"/>
                  </a:cubicBezTo>
                  <a:lnTo>
                    <a:pt x="6597" y="11265"/>
                  </a:lnTo>
                  <a:lnTo>
                    <a:pt x="7859" y="11265"/>
                  </a:lnTo>
                  <a:cubicBezTo>
                    <a:pt x="7955" y="11265"/>
                    <a:pt x="8026" y="11193"/>
                    <a:pt x="8026" y="11098"/>
                  </a:cubicBezTo>
                  <a:cubicBezTo>
                    <a:pt x="8026" y="10979"/>
                    <a:pt x="7979" y="10907"/>
                    <a:pt x="7859" y="10907"/>
                  </a:cubicBezTo>
                  <a:lnTo>
                    <a:pt x="6550" y="10907"/>
                  </a:lnTo>
                  <a:cubicBezTo>
                    <a:pt x="6526" y="10907"/>
                    <a:pt x="6454" y="10931"/>
                    <a:pt x="6431" y="10955"/>
                  </a:cubicBezTo>
                  <a:lnTo>
                    <a:pt x="5835" y="11527"/>
                  </a:lnTo>
                  <a:lnTo>
                    <a:pt x="5240" y="10955"/>
                  </a:lnTo>
                  <a:cubicBezTo>
                    <a:pt x="5216" y="10931"/>
                    <a:pt x="5145" y="10907"/>
                    <a:pt x="5121" y="10907"/>
                  </a:cubicBezTo>
                  <a:lnTo>
                    <a:pt x="334" y="10907"/>
                  </a:lnTo>
                  <a:lnTo>
                    <a:pt x="334" y="7597"/>
                  </a:lnTo>
                  <a:lnTo>
                    <a:pt x="5026" y="7597"/>
                  </a:lnTo>
                  <a:lnTo>
                    <a:pt x="5621" y="8145"/>
                  </a:lnTo>
                  <a:cubicBezTo>
                    <a:pt x="5692" y="8216"/>
                    <a:pt x="5740" y="8216"/>
                    <a:pt x="5811" y="8216"/>
                  </a:cubicBezTo>
                  <a:cubicBezTo>
                    <a:pt x="5859" y="8216"/>
                    <a:pt x="5931" y="8193"/>
                    <a:pt x="5978" y="8145"/>
                  </a:cubicBezTo>
                  <a:lnTo>
                    <a:pt x="6574" y="7597"/>
                  </a:lnTo>
                  <a:lnTo>
                    <a:pt x="11289" y="7597"/>
                  </a:lnTo>
                  <a:lnTo>
                    <a:pt x="11289" y="10907"/>
                  </a:lnTo>
                  <a:lnTo>
                    <a:pt x="8669" y="10907"/>
                  </a:lnTo>
                  <a:cubicBezTo>
                    <a:pt x="8574" y="10907"/>
                    <a:pt x="8479" y="10955"/>
                    <a:pt x="8479" y="11050"/>
                  </a:cubicBezTo>
                  <a:cubicBezTo>
                    <a:pt x="8479" y="11169"/>
                    <a:pt x="8550" y="11265"/>
                    <a:pt x="8669" y="11265"/>
                  </a:cubicBezTo>
                  <a:lnTo>
                    <a:pt x="11360" y="11265"/>
                  </a:lnTo>
                  <a:cubicBezTo>
                    <a:pt x="11527" y="11265"/>
                    <a:pt x="11646" y="11146"/>
                    <a:pt x="11646" y="10979"/>
                  </a:cubicBezTo>
                  <a:lnTo>
                    <a:pt x="11646" y="262"/>
                  </a:lnTo>
                  <a:cubicBezTo>
                    <a:pt x="11694" y="119"/>
                    <a:pt x="11575" y="0"/>
                    <a:pt x="11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3" name="Google Shape;22793;p98"/>
          <p:cNvGrpSpPr/>
          <p:nvPr/>
        </p:nvGrpSpPr>
        <p:grpSpPr>
          <a:xfrm>
            <a:off x="3253843" y="3420660"/>
            <a:ext cx="354321" cy="355753"/>
            <a:chOff x="3672939" y="3573060"/>
            <a:chExt cx="354321" cy="355753"/>
          </a:xfrm>
        </p:grpSpPr>
        <p:sp>
          <p:nvSpPr>
            <p:cNvPr id="22794" name="Google Shape;22794;p98"/>
            <p:cNvSpPr/>
            <p:nvPr/>
          </p:nvSpPr>
          <p:spPr>
            <a:xfrm>
              <a:off x="3677888" y="3896825"/>
              <a:ext cx="343678" cy="24180"/>
            </a:xfrm>
            <a:custGeom>
              <a:rect b="b" l="l" r="r" t="t"/>
              <a:pathLst>
                <a:path extrusionOk="0" h="811" w="11527">
                  <a:moveTo>
                    <a:pt x="144" y="1"/>
                  </a:moveTo>
                  <a:cubicBezTo>
                    <a:pt x="72" y="1"/>
                    <a:pt x="1" y="72"/>
                    <a:pt x="1" y="120"/>
                  </a:cubicBezTo>
                  <a:lnTo>
                    <a:pt x="1" y="691"/>
                  </a:lnTo>
                  <a:cubicBezTo>
                    <a:pt x="1" y="739"/>
                    <a:pt x="72" y="810"/>
                    <a:pt x="144" y="810"/>
                  </a:cubicBezTo>
                  <a:lnTo>
                    <a:pt x="11408" y="810"/>
                  </a:lnTo>
                  <a:cubicBezTo>
                    <a:pt x="11479" y="810"/>
                    <a:pt x="11503" y="787"/>
                    <a:pt x="11527" y="691"/>
                  </a:cubicBezTo>
                  <a:lnTo>
                    <a:pt x="11527" y="120"/>
                  </a:lnTo>
                  <a:cubicBezTo>
                    <a:pt x="11527" y="72"/>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98"/>
            <p:cNvSpPr/>
            <p:nvPr/>
          </p:nvSpPr>
          <p:spPr>
            <a:xfrm>
              <a:off x="4003084" y="3896825"/>
              <a:ext cx="17800" cy="24180"/>
            </a:xfrm>
            <a:custGeom>
              <a:rect b="b" l="l" r="r" t="t"/>
              <a:pathLst>
                <a:path extrusionOk="0" h="811" w="597">
                  <a:moveTo>
                    <a:pt x="1" y="1"/>
                  </a:moveTo>
                  <a:cubicBezTo>
                    <a:pt x="72" y="1"/>
                    <a:pt x="120" y="72"/>
                    <a:pt x="120" y="120"/>
                  </a:cubicBezTo>
                  <a:lnTo>
                    <a:pt x="120" y="691"/>
                  </a:lnTo>
                  <a:cubicBezTo>
                    <a:pt x="120" y="739"/>
                    <a:pt x="72" y="810"/>
                    <a:pt x="1" y="810"/>
                  </a:cubicBezTo>
                  <a:lnTo>
                    <a:pt x="477" y="810"/>
                  </a:lnTo>
                  <a:cubicBezTo>
                    <a:pt x="549" y="810"/>
                    <a:pt x="596" y="763"/>
                    <a:pt x="596" y="691"/>
                  </a:cubicBezTo>
                  <a:lnTo>
                    <a:pt x="596" y="120"/>
                  </a:lnTo>
                  <a:cubicBezTo>
                    <a:pt x="596" y="72"/>
                    <a:pt x="572"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98"/>
            <p:cNvSpPr/>
            <p:nvPr/>
          </p:nvSpPr>
          <p:spPr>
            <a:xfrm>
              <a:off x="3943454" y="3681677"/>
              <a:ext cx="55396" cy="215175"/>
            </a:xfrm>
            <a:custGeom>
              <a:rect b="b" l="l" r="r" t="t"/>
              <a:pathLst>
                <a:path extrusionOk="0" h="7217" w="1858">
                  <a:moveTo>
                    <a:pt x="72" y="1"/>
                  </a:moveTo>
                  <a:cubicBezTo>
                    <a:pt x="24" y="1"/>
                    <a:pt x="0" y="25"/>
                    <a:pt x="0" y="49"/>
                  </a:cubicBezTo>
                  <a:lnTo>
                    <a:pt x="0" y="7217"/>
                  </a:lnTo>
                  <a:lnTo>
                    <a:pt x="1858" y="7217"/>
                  </a:lnTo>
                  <a:lnTo>
                    <a:pt x="1858" y="49"/>
                  </a:lnTo>
                  <a:cubicBezTo>
                    <a:pt x="1858" y="25"/>
                    <a:pt x="1810" y="1"/>
                    <a:pt x="1787"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98"/>
            <p:cNvSpPr/>
            <p:nvPr/>
          </p:nvSpPr>
          <p:spPr>
            <a:xfrm>
              <a:off x="3832690" y="3644051"/>
              <a:ext cx="55396" cy="252801"/>
            </a:xfrm>
            <a:custGeom>
              <a:rect b="b" l="l" r="r" t="t"/>
              <a:pathLst>
                <a:path extrusionOk="0" h="8479" w="1858">
                  <a:moveTo>
                    <a:pt x="0" y="1"/>
                  </a:moveTo>
                  <a:lnTo>
                    <a:pt x="0" y="8479"/>
                  </a:lnTo>
                  <a:lnTo>
                    <a:pt x="1858" y="8479"/>
                  </a:lnTo>
                  <a:lnTo>
                    <a:pt x="1858" y="72"/>
                  </a:lnTo>
                  <a:cubicBezTo>
                    <a:pt x="1858" y="25"/>
                    <a:pt x="1810" y="1"/>
                    <a:pt x="178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98"/>
            <p:cNvSpPr/>
            <p:nvPr/>
          </p:nvSpPr>
          <p:spPr>
            <a:xfrm>
              <a:off x="3871748" y="3644498"/>
              <a:ext cx="16339" cy="253785"/>
            </a:xfrm>
            <a:custGeom>
              <a:rect b="b" l="l" r="r" t="t"/>
              <a:pathLst>
                <a:path extrusionOk="0" h="8512" w="548">
                  <a:moveTo>
                    <a:pt x="498" y="1"/>
                  </a:moveTo>
                  <a:cubicBezTo>
                    <a:pt x="490" y="1"/>
                    <a:pt x="482" y="4"/>
                    <a:pt x="476" y="10"/>
                  </a:cubicBezTo>
                  <a:lnTo>
                    <a:pt x="0" y="10"/>
                  </a:lnTo>
                  <a:cubicBezTo>
                    <a:pt x="24" y="10"/>
                    <a:pt x="72" y="57"/>
                    <a:pt x="72" y="81"/>
                  </a:cubicBezTo>
                  <a:lnTo>
                    <a:pt x="72" y="8511"/>
                  </a:lnTo>
                  <a:lnTo>
                    <a:pt x="548" y="8511"/>
                  </a:lnTo>
                  <a:lnTo>
                    <a:pt x="548" y="81"/>
                  </a:lnTo>
                  <a:cubicBezTo>
                    <a:pt x="548" y="27"/>
                    <a:pt x="521" y="1"/>
                    <a:pt x="498"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98"/>
            <p:cNvSpPr/>
            <p:nvPr/>
          </p:nvSpPr>
          <p:spPr>
            <a:xfrm>
              <a:off x="3778008" y="3607139"/>
              <a:ext cx="54711" cy="289712"/>
            </a:xfrm>
            <a:custGeom>
              <a:rect b="b" l="l" r="r" t="t"/>
              <a:pathLst>
                <a:path extrusionOk="0" h="9717" w="1835">
                  <a:moveTo>
                    <a:pt x="48" y="0"/>
                  </a:moveTo>
                  <a:cubicBezTo>
                    <a:pt x="24" y="0"/>
                    <a:pt x="1" y="24"/>
                    <a:pt x="1" y="48"/>
                  </a:cubicBezTo>
                  <a:lnTo>
                    <a:pt x="1" y="9717"/>
                  </a:lnTo>
                  <a:lnTo>
                    <a:pt x="1834" y="9717"/>
                  </a:lnTo>
                  <a:lnTo>
                    <a:pt x="1834" y="48"/>
                  </a:lnTo>
                  <a:cubicBezTo>
                    <a:pt x="1834" y="24"/>
                    <a:pt x="1811" y="0"/>
                    <a:pt x="17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98"/>
            <p:cNvSpPr/>
            <p:nvPr/>
          </p:nvSpPr>
          <p:spPr>
            <a:xfrm>
              <a:off x="3817066" y="3607557"/>
              <a:ext cx="15653" cy="290726"/>
            </a:xfrm>
            <a:custGeom>
              <a:rect b="b" l="l" r="r" t="t"/>
              <a:pathLst>
                <a:path extrusionOk="0" h="9751" w="525">
                  <a:moveTo>
                    <a:pt x="495" y="1"/>
                  </a:moveTo>
                  <a:cubicBezTo>
                    <a:pt x="490" y="1"/>
                    <a:pt x="483" y="4"/>
                    <a:pt x="477" y="10"/>
                  </a:cubicBezTo>
                  <a:lnTo>
                    <a:pt x="0" y="10"/>
                  </a:lnTo>
                  <a:cubicBezTo>
                    <a:pt x="24" y="10"/>
                    <a:pt x="48" y="34"/>
                    <a:pt x="48" y="58"/>
                  </a:cubicBezTo>
                  <a:lnTo>
                    <a:pt x="48" y="9750"/>
                  </a:lnTo>
                  <a:lnTo>
                    <a:pt x="524" y="9750"/>
                  </a:lnTo>
                  <a:lnTo>
                    <a:pt x="524" y="58"/>
                  </a:lnTo>
                  <a:cubicBezTo>
                    <a:pt x="524" y="23"/>
                    <a:pt x="512" y="1"/>
                    <a:pt x="495"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98"/>
            <p:cNvSpPr/>
            <p:nvPr/>
          </p:nvSpPr>
          <p:spPr>
            <a:xfrm>
              <a:off x="3721926" y="3756961"/>
              <a:ext cx="54681" cy="139892"/>
            </a:xfrm>
            <a:custGeom>
              <a:rect b="b" l="l" r="r" t="t"/>
              <a:pathLst>
                <a:path extrusionOk="0" h="4692" w="1834">
                  <a:moveTo>
                    <a:pt x="48" y="0"/>
                  </a:moveTo>
                  <a:cubicBezTo>
                    <a:pt x="24" y="0"/>
                    <a:pt x="0" y="24"/>
                    <a:pt x="0" y="48"/>
                  </a:cubicBezTo>
                  <a:lnTo>
                    <a:pt x="0" y="4692"/>
                  </a:lnTo>
                  <a:lnTo>
                    <a:pt x="1834" y="4692"/>
                  </a:lnTo>
                  <a:lnTo>
                    <a:pt x="1834"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98"/>
            <p:cNvSpPr/>
            <p:nvPr/>
          </p:nvSpPr>
          <p:spPr>
            <a:xfrm>
              <a:off x="3763816" y="3756246"/>
              <a:ext cx="14222" cy="140608"/>
            </a:xfrm>
            <a:custGeom>
              <a:rect b="b" l="l" r="r" t="t"/>
              <a:pathLst>
                <a:path extrusionOk="0" h="4716" w="477">
                  <a:moveTo>
                    <a:pt x="0" y="0"/>
                  </a:moveTo>
                  <a:lnTo>
                    <a:pt x="0" y="4716"/>
                  </a:lnTo>
                  <a:lnTo>
                    <a:pt x="477" y="4716"/>
                  </a:lnTo>
                  <a:lnTo>
                    <a:pt x="477"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98"/>
            <p:cNvSpPr/>
            <p:nvPr/>
          </p:nvSpPr>
          <p:spPr>
            <a:xfrm>
              <a:off x="3888057" y="3830784"/>
              <a:ext cx="54711" cy="66070"/>
            </a:xfrm>
            <a:custGeom>
              <a:rect b="b" l="l" r="r" t="t"/>
              <a:pathLst>
                <a:path extrusionOk="0" h="2216" w="1835">
                  <a:moveTo>
                    <a:pt x="1" y="1"/>
                  </a:moveTo>
                  <a:lnTo>
                    <a:pt x="1" y="2216"/>
                  </a:lnTo>
                  <a:lnTo>
                    <a:pt x="1835" y="2216"/>
                  </a:lnTo>
                  <a:lnTo>
                    <a:pt x="183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98"/>
            <p:cNvSpPr/>
            <p:nvPr/>
          </p:nvSpPr>
          <p:spPr>
            <a:xfrm>
              <a:off x="3982512" y="3682125"/>
              <a:ext cx="16339" cy="216159"/>
            </a:xfrm>
            <a:custGeom>
              <a:rect b="b" l="l" r="r" t="t"/>
              <a:pathLst>
                <a:path extrusionOk="0" h="7250" w="548">
                  <a:moveTo>
                    <a:pt x="510" y="0"/>
                  </a:moveTo>
                  <a:cubicBezTo>
                    <a:pt x="500" y="0"/>
                    <a:pt x="489" y="3"/>
                    <a:pt x="477" y="10"/>
                  </a:cubicBezTo>
                  <a:lnTo>
                    <a:pt x="0" y="10"/>
                  </a:lnTo>
                  <a:cubicBezTo>
                    <a:pt x="48" y="10"/>
                    <a:pt x="72" y="34"/>
                    <a:pt x="72" y="57"/>
                  </a:cubicBezTo>
                  <a:lnTo>
                    <a:pt x="72" y="7249"/>
                  </a:lnTo>
                  <a:lnTo>
                    <a:pt x="548" y="7249"/>
                  </a:lnTo>
                  <a:lnTo>
                    <a:pt x="548" y="57"/>
                  </a:lnTo>
                  <a:cubicBezTo>
                    <a:pt x="548" y="23"/>
                    <a:pt x="535" y="0"/>
                    <a:pt x="51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98"/>
            <p:cNvSpPr/>
            <p:nvPr/>
          </p:nvSpPr>
          <p:spPr>
            <a:xfrm>
              <a:off x="3929262" y="3830784"/>
              <a:ext cx="14222" cy="66070"/>
            </a:xfrm>
            <a:custGeom>
              <a:rect b="b" l="l" r="r" t="t"/>
              <a:pathLst>
                <a:path extrusionOk="0" h="2216" w="477">
                  <a:moveTo>
                    <a:pt x="0" y="1"/>
                  </a:moveTo>
                  <a:lnTo>
                    <a:pt x="0" y="2216"/>
                  </a:lnTo>
                  <a:lnTo>
                    <a:pt x="476" y="2216"/>
                  </a:lnTo>
                  <a:lnTo>
                    <a:pt x="47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98"/>
            <p:cNvSpPr/>
            <p:nvPr/>
          </p:nvSpPr>
          <p:spPr>
            <a:xfrm>
              <a:off x="3672939" y="3573060"/>
              <a:ext cx="354321" cy="355753"/>
            </a:xfrm>
            <a:custGeom>
              <a:rect b="b" l="l" r="r" t="t"/>
              <a:pathLst>
                <a:path extrusionOk="0" h="11932" w="11884">
                  <a:moveTo>
                    <a:pt x="3310" y="6335"/>
                  </a:moveTo>
                  <a:lnTo>
                    <a:pt x="3310" y="10717"/>
                  </a:lnTo>
                  <a:lnTo>
                    <a:pt x="1786" y="10717"/>
                  </a:lnTo>
                  <a:lnTo>
                    <a:pt x="1786" y="6335"/>
                  </a:lnTo>
                  <a:close/>
                  <a:moveTo>
                    <a:pt x="5192" y="1310"/>
                  </a:moveTo>
                  <a:lnTo>
                    <a:pt x="5192" y="10717"/>
                  </a:lnTo>
                  <a:lnTo>
                    <a:pt x="3668" y="10717"/>
                  </a:lnTo>
                  <a:lnTo>
                    <a:pt x="3668" y="1310"/>
                  </a:lnTo>
                  <a:close/>
                  <a:moveTo>
                    <a:pt x="7025" y="2596"/>
                  </a:moveTo>
                  <a:lnTo>
                    <a:pt x="7025" y="10717"/>
                  </a:lnTo>
                  <a:lnTo>
                    <a:pt x="5501" y="10717"/>
                  </a:lnTo>
                  <a:lnTo>
                    <a:pt x="5501" y="2596"/>
                  </a:lnTo>
                  <a:close/>
                  <a:moveTo>
                    <a:pt x="8883" y="8836"/>
                  </a:moveTo>
                  <a:lnTo>
                    <a:pt x="8883" y="10717"/>
                  </a:lnTo>
                  <a:lnTo>
                    <a:pt x="7359" y="10717"/>
                  </a:lnTo>
                  <a:lnTo>
                    <a:pt x="7359" y="8836"/>
                  </a:lnTo>
                  <a:close/>
                  <a:moveTo>
                    <a:pt x="929" y="0"/>
                  </a:moveTo>
                  <a:cubicBezTo>
                    <a:pt x="810" y="0"/>
                    <a:pt x="715" y="72"/>
                    <a:pt x="715" y="191"/>
                  </a:cubicBezTo>
                  <a:lnTo>
                    <a:pt x="715" y="977"/>
                  </a:lnTo>
                  <a:lnTo>
                    <a:pt x="500" y="977"/>
                  </a:lnTo>
                  <a:cubicBezTo>
                    <a:pt x="429" y="977"/>
                    <a:pt x="334" y="1048"/>
                    <a:pt x="334" y="1143"/>
                  </a:cubicBezTo>
                  <a:cubicBezTo>
                    <a:pt x="334" y="1263"/>
                    <a:pt x="381" y="1334"/>
                    <a:pt x="500" y="1334"/>
                  </a:cubicBezTo>
                  <a:lnTo>
                    <a:pt x="715" y="1334"/>
                  </a:lnTo>
                  <a:lnTo>
                    <a:pt x="715" y="2239"/>
                  </a:lnTo>
                  <a:lnTo>
                    <a:pt x="500" y="2239"/>
                  </a:lnTo>
                  <a:cubicBezTo>
                    <a:pt x="429" y="2239"/>
                    <a:pt x="334" y="2287"/>
                    <a:pt x="334" y="2382"/>
                  </a:cubicBezTo>
                  <a:cubicBezTo>
                    <a:pt x="334" y="2501"/>
                    <a:pt x="381" y="2596"/>
                    <a:pt x="500" y="2596"/>
                  </a:cubicBezTo>
                  <a:lnTo>
                    <a:pt x="715" y="2596"/>
                  </a:lnTo>
                  <a:lnTo>
                    <a:pt x="715" y="3477"/>
                  </a:lnTo>
                  <a:lnTo>
                    <a:pt x="500" y="3477"/>
                  </a:lnTo>
                  <a:cubicBezTo>
                    <a:pt x="429" y="3477"/>
                    <a:pt x="334" y="3549"/>
                    <a:pt x="334" y="3644"/>
                  </a:cubicBezTo>
                  <a:cubicBezTo>
                    <a:pt x="334" y="3763"/>
                    <a:pt x="381" y="3834"/>
                    <a:pt x="500" y="3834"/>
                  </a:cubicBezTo>
                  <a:lnTo>
                    <a:pt x="715" y="3834"/>
                  </a:lnTo>
                  <a:lnTo>
                    <a:pt x="715" y="4739"/>
                  </a:lnTo>
                  <a:lnTo>
                    <a:pt x="500" y="4739"/>
                  </a:lnTo>
                  <a:cubicBezTo>
                    <a:pt x="429" y="4739"/>
                    <a:pt x="334" y="4787"/>
                    <a:pt x="334" y="4882"/>
                  </a:cubicBezTo>
                  <a:cubicBezTo>
                    <a:pt x="334" y="5001"/>
                    <a:pt x="381" y="5097"/>
                    <a:pt x="500" y="5097"/>
                  </a:cubicBezTo>
                  <a:lnTo>
                    <a:pt x="715" y="5097"/>
                  </a:lnTo>
                  <a:lnTo>
                    <a:pt x="715" y="5978"/>
                  </a:lnTo>
                  <a:lnTo>
                    <a:pt x="500" y="5978"/>
                  </a:lnTo>
                  <a:cubicBezTo>
                    <a:pt x="429" y="5978"/>
                    <a:pt x="334" y="6049"/>
                    <a:pt x="334" y="6144"/>
                  </a:cubicBezTo>
                  <a:cubicBezTo>
                    <a:pt x="334" y="6264"/>
                    <a:pt x="381" y="6335"/>
                    <a:pt x="500" y="6335"/>
                  </a:cubicBezTo>
                  <a:lnTo>
                    <a:pt x="715" y="6335"/>
                  </a:lnTo>
                  <a:lnTo>
                    <a:pt x="715" y="7240"/>
                  </a:lnTo>
                  <a:lnTo>
                    <a:pt x="500" y="7240"/>
                  </a:lnTo>
                  <a:cubicBezTo>
                    <a:pt x="429" y="7240"/>
                    <a:pt x="334" y="7288"/>
                    <a:pt x="334" y="7383"/>
                  </a:cubicBezTo>
                  <a:cubicBezTo>
                    <a:pt x="334" y="7502"/>
                    <a:pt x="381" y="7597"/>
                    <a:pt x="500" y="7597"/>
                  </a:cubicBezTo>
                  <a:lnTo>
                    <a:pt x="715" y="7597"/>
                  </a:lnTo>
                  <a:lnTo>
                    <a:pt x="715" y="8478"/>
                  </a:lnTo>
                  <a:lnTo>
                    <a:pt x="500" y="8478"/>
                  </a:lnTo>
                  <a:cubicBezTo>
                    <a:pt x="429" y="8478"/>
                    <a:pt x="334" y="8550"/>
                    <a:pt x="334" y="8645"/>
                  </a:cubicBezTo>
                  <a:cubicBezTo>
                    <a:pt x="334" y="8764"/>
                    <a:pt x="381" y="8836"/>
                    <a:pt x="500" y="8836"/>
                  </a:cubicBezTo>
                  <a:lnTo>
                    <a:pt x="715" y="8836"/>
                  </a:lnTo>
                  <a:lnTo>
                    <a:pt x="715" y="9740"/>
                  </a:lnTo>
                  <a:lnTo>
                    <a:pt x="500" y="9740"/>
                  </a:lnTo>
                  <a:cubicBezTo>
                    <a:pt x="429" y="9740"/>
                    <a:pt x="334" y="9788"/>
                    <a:pt x="334" y="9883"/>
                  </a:cubicBezTo>
                  <a:cubicBezTo>
                    <a:pt x="334" y="10002"/>
                    <a:pt x="381" y="10098"/>
                    <a:pt x="500" y="10098"/>
                  </a:cubicBezTo>
                  <a:lnTo>
                    <a:pt x="715" y="10098"/>
                  </a:lnTo>
                  <a:lnTo>
                    <a:pt x="715" y="10717"/>
                  </a:lnTo>
                  <a:lnTo>
                    <a:pt x="310" y="10717"/>
                  </a:lnTo>
                  <a:cubicBezTo>
                    <a:pt x="143" y="10717"/>
                    <a:pt x="0" y="10836"/>
                    <a:pt x="0" y="11026"/>
                  </a:cubicBezTo>
                  <a:lnTo>
                    <a:pt x="0" y="11741"/>
                  </a:lnTo>
                  <a:cubicBezTo>
                    <a:pt x="0" y="11812"/>
                    <a:pt x="95" y="11908"/>
                    <a:pt x="191" y="11908"/>
                  </a:cubicBezTo>
                  <a:lnTo>
                    <a:pt x="2691" y="11908"/>
                  </a:lnTo>
                  <a:cubicBezTo>
                    <a:pt x="2715" y="11908"/>
                    <a:pt x="2739" y="11908"/>
                    <a:pt x="2763" y="11884"/>
                  </a:cubicBezTo>
                  <a:cubicBezTo>
                    <a:pt x="2882" y="11741"/>
                    <a:pt x="2810" y="11574"/>
                    <a:pt x="2644" y="11574"/>
                  </a:cubicBezTo>
                  <a:lnTo>
                    <a:pt x="357" y="11574"/>
                  </a:lnTo>
                  <a:lnTo>
                    <a:pt x="357" y="11098"/>
                  </a:lnTo>
                  <a:lnTo>
                    <a:pt x="11526" y="11098"/>
                  </a:lnTo>
                  <a:lnTo>
                    <a:pt x="11526" y="11574"/>
                  </a:lnTo>
                  <a:lnTo>
                    <a:pt x="3453" y="11574"/>
                  </a:lnTo>
                  <a:cubicBezTo>
                    <a:pt x="3358" y="11574"/>
                    <a:pt x="3287" y="11646"/>
                    <a:pt x="3287" y="11741"/>
                  </a:cubicBezTo>
                  <a:cubicBezTo>
                    <a:pt x="3287" y="11860"/>
                    <a:pt x="3334" y="11931"/>
                    <a:pt x="3453" y="11931"/>
                  </a:cubicBezTo>
                  <a:lnTo>
                    <a:pt x="11574" y="11931"/>
                  </a:lnTo>
                  <a:cubicBezTo>
                    <a:pt x="11741" y="11931"/>
                    <a:pt x="11884" y="11812"/>
                    <a:pt x="11884" y="11646"/>
                  </a:cubicBezTo>
                  <a:lnTo>
                    <a:pt x="11884" y="11074"/>
                  </a:lnTo>
                  <a:cubicBezTo>
                    <a:pt x="11884" y="10836"/>
                    <a:pt x="11741" y="10717"/>
                    <a:pt x="11574" y="10717"/>
                  </a:cubicBezTo>
                  <a:lnTo>
                    <a:pt x="11098" y="10717"/>
                  </a:lnTo>
                  <a:lnTo>
                    <a:pt x="11098" y="3715"/>
                  </a:lnTo>
                  <a:cubicBezTo>
                    <a:pt x="11098" y="3573"/>
                    <a:pt x="10979" y="3477"/>
                    <a:pt x="10860" y="3477"/>
                  </a:cubicBezTo>
                  <a:lnTo>
                    <a:pt x="9073" y="3477"/>
                  </a:lnTo>
                  <a:cubicBezTo>
                    <a:pt x="9002" y="3477"/>
                    <a:pt x="8907" y="3573"/>
                    <a:pt x="8907" y="3668"/>
                  </a:cubicBezTo>
                  <a:lnTo>
                    <a:pt x="8907" y="4954"/>
                  </a:lnTo>
                  <a:cubicBezTo>
                    <a:pt x="8907" y="4978"/>
                    <a:pt x="8931" y="5025"/>
                    <a:pt x="8954" y="5073"/>
                  </a:cubicBezTo>
                  <a:cubicBezTo>
                    <a:pt x="8998" y="5092"/>
                    <a:pt x="9040" y="5100"/>
                    <a:pt x="9078" y="5100"/>
                  </a:cubicBezTo>
                  <a:cubicBezTo>
                    <a:pt x="9186" y="5100"/>
                    <a:pt x="9264" y="5029"/>
                    <a:pt x="9264" y="4906"/>
                  </a:cubicBezTo>
                  <a:lnTo>
                    <a:pt x="9264" y="3811"/>
                  </a:lnTo>
                  <a:lnTo>
                    <a:pt x="10788" y="3811"/>
                  </a:lnTo>
                  <a:lnTo>
                    <a:pt x="10788" y="10693"/>
                  </a:lnTo>
                  <a:lnTo>
                    <a:pt x="9264" y="10693"/>
                  </a:lnTo>
                  <a:lnTo>
                    <a:pt x="9264" y="5740"/>
                  </a:lnTo>
                  <a:cubicBezTo>
                    <a:pt x="9264" y="5668"/>
                    <a:pt x="9193" y="5573"/>
                    <a:pt x="9121" y="5573"/>
                  </a:cubicBezTo>
                  <a:cubicBezTo>
                    <a:pt x="9002" y="5573"/>
                    <a:pt x="8907" y="5621"/>
                    <a:pt x="8907" y="5740"/>
                  </a:cubicBezTo>
                  <a:lnTo>
                    <a:pt x="8907" y="8478"/>
                  </a:lnTo>
                  <a:lnTo>
                    <a:pt x="7383" y="8478"/>
                  </a:lnTo>
                  <a:lnTo>
                    <a:pt x="7383" y="2477"/>
                  </a:lnTo>
                  <a:cubicBezTo>
                    <a:pt x="7383" y="2334"/>
                    <a:pt x="7264" y="2239"/>
                    <a:pt x="7144" y="2239"/>
                  </a:cubicBezTo>
                  <a:lnTo>
                    <a:pt x="5549" y="2239"/>
                  </a:lnTo>
                  <a:lnTo>
                    <a:pt x="5549" y="1215"/>
                  </a:lnTo>
                  <a:cubicBezTo>
                    <a:pt x="5549" y="1072"/>
                    <a:pt x="5430" y="977"/>
                    <a:pt x="5311" y="977"/>
                  </a:cubicBezTo>
                  <a:lnTo>
                    <a:pt x="3572" y="977"/>
                  </a:lnTo>
                  <a:cubicBezTo>
                    <a:pt x="3429" y="977"/>
                    <a:pt x="3334" y="1096"/>
                    <a:pt x="3334" y="1215"/>
                  </a:cubicBezTo>
                  <a:lnTo>
                    <a:pt x="3334" y="5978"/>
                  </a:lnTo>
                  <a:lnTo>
                    <a:pt x="1739" y="5978"/>
                  </a:lnTo>
                  <a:cubicBezTo>
                    <a:pt x="1572" y="5978"/>
                    <a:pt x="1500" y="6097"/>
                    <a:pt x="1500" y="6216"/>
                  </a:cubicBezTo>
                  <a:lnTo>
                    <a:pt x="1500" y="10717"/>
                  </a:lnTo>
                  <a:lnTo>
                    <a:pt x="1072" y="10717"/>
                  </a:lnTo>
                  <a:lnTo>
                    <a:pt x="1072" y="191"/>
                  </a:lnTo>
                  <a:cubicBezTo>
                    <a:pt x="1072" y="96"/>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7" name="Google Shape;22807;p98"/>
          <p:cNvGrpSpPr/>
          <p:nvPr/>
        </p:nvGrpSpPr>
        <p:grpSpPr>
          <a:xfrm>
            <a:off x="2548309" y="3420630"/>
            <a:ext cx="352922" cy="352952"/>
            <a:chOff x="3043605" y="3573030"/>
            <a:chExt cx="352922" cy="352952"/>
          </a:xfrm>
        </p:grpSpPr>
        <p:sp>
          <p:nvSpPr>
            <p:cNvPr id="22808" name="Google Shape;22808;p98"/>
            <p:cNvSpPr/>
            <p:nvPr/>
          </p:nvSpPr>
          <p:spPr>
            <a:xfrm>
              <a:off x="3070588" y="3600759"/>
              <a:ext cx="137775" cy="136344"/>
            </a:xfrm>
            <a:custGeom>
              <a:rect b="b" l="l" r="r" t="t"/>
              <a:pathLst>
                <a:path extrusionOk="0" h="4573" w="4621">
                  <a:moveTo>
                    <a:pt x="2287" y="0"/>
                  </a:moveTo>
                  <a:cubicBezTo>
                    <a:pt x="1072" y="24"/>
                    <a:pt x="48" y="1000"/>
                    <a:pt x="24" y="2263"/>
                  </a:cubicBezTo>
                  <a:cubicBezTo>
                    <a:pt x="1" y="3525"/>
                    <a:pt x="1048" y="4573"/>
                    <a:pt x="2311" y="4573"/>
                  </a:cubicBezTo>
                  <a:lnTo>
                    <a:pt x="4525" y="4573"/>
                  </a:lnTo>
                  <a:cubicBezTo>
                    <a:pt x="4549" y="4573"/>
                    <a:pt x="4573" y="4549"/>
                    <a:pt x="4573" y="4525"/>
                  </a:cubicBezTo>
                  <a:lnTo>
                    <a:pt x="4621" y="2286"/>
                  </a:lnTo>
                  <a:cubicBezTo>
                    <a:pt x="4621" y="1000"/>
                    <a:pt x="3573" y="0"/>
                    <a:pt x="22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98"/>
            <p:cNvSpPr/>
            <p:nvPr/>
          </p:nvSpPr>
          <p:spPr>
            <a:xfrm>
              <a:off x="3114625" y="3599327"/>
              <a:ext cx="93738" cy="137060"/>
            </a:xfrm>
            <a:custGeom>
              <a:rect b="b" l="l" r="r" t="t"/>
              <a:pathLst>
                <a:path extrusionOk="0" h="4597" w="3144">
                  <a:moveTo>
                    <a:pt x="857" y="1"/>
                  </a:moveTo>
                  <a:cubicBezTo>
                    <a:pt x="548" y="1"/>
                    <a:pt x="262" y="72"/>
                    <a:pt x="0" y="191"/>
                  </a:cubicBezTo>
                  <a:cubicBezTo>
                    <a:pt x="119" y="167"/>
                    <a:pt x="238" y="167"/>
                    <a:pt x="357" y="167"/>
                  </a:cubicBezTo>
                  <a:cubicBezTo>
                    <a:pt x="1643" y="167"/>
                    <a:pt x="2643" y="1167"/>
                    <a:pt x="2643" y="2453"/>
                  </a:cubicBezTo>
                  <a:lnTo>
                    <a:pt x="2643" y="4597"/>
                  </a:lnTo>
                  <a:lnTo>
                    <a:pt x="3072" y="4597"/>
                  </a:lnTo>
                  <a:cubicBezTo>
                    <a:pt x="3096" y="4597"/>
                    <a:pt x="3144" y="4573"/>
                    <a:pt x="3144" y="4549"/>
                  </a:cubicBezTo>
                  <a:lnTo>
                    <a:pt x="3144" y="2334"/>
                  </a:lnTo>
                  <a:cubicBezTo>
                    <a:pt x="3144" y="1048"/>
                    <a:pt x="2096" y="48"/>
                    <a:pt x="857"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98"/>
            <p:cNvSpPr/>
            <p:nvPr/>
          </p:nvSpPr>
          <p:spPr>
            <a:xfrm>
              <a:off x="3233886" y="3764057"/>
              <a:ext cx="137775" cy="136404"/>
            </a:xfrm>
            <a:custGeom>
              <a:rect b="b" l="l" r="r" t="t"/>
              <a:pathLst>
                <a:path extrusionOk="0" h="4575" w="4621">
                  <a:moveTo>
                    <a:pt x="2287" y="0"/>
                  </a:moveTo>
                  <a:lnTo>
                    <a:pt x="49" y="24"/>
                  </a:lnTo>
                  <a:cubicBezTo>
                    <a:pt x="25" y="24"/>
                    <a:pt x="1" y="48"/>
                    <a:pt x="1" y="96"/>
                  </a:cubicBezTo>
                  <a:lnTo>
                    <a:pt x="1" y="2287"/>
                  </a:lnTo>
                  <a:cubicBezTo>
                    <a:pt x="1" y="3544"/>
                    <a:pt x="1003" y="4574"/>
                    <a:pt x="2228" y="4574"/>
                  </a:cubicBezTo>
                  <a:cubicBezTo>
                    <a:pt x="2256" y="4574"/>
                    <a:pt x="2283" y="4574"/>
                    <a:pt x="2311" y="4573"/>
                  </a:cubicBezTo>
                  <a:cubicBezTo>
                    <a:pt x="3573" y="4549"/>
                    <a:pt x="4549" y="3549"/>
                    <a:pt x="4573" y="2310"/>
                  </a:cubicBezTo>
                  <a:cubicBezTo>
                    <a:pt x="4621" y="1048"/>
                    <a:pt x="3573" y="0"/>
                    <a:pt x="228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98"/>
            <p:cNvSpPr/>
            <p:nvPr/>
          </p:nvSpPr>
          <p:spPr>
            <a:xfrm>
              <a:off x="3259468" y="3769036"/>
              <a:ext cx="110077" cy="130649"/>
            </a:xfrm>
            <a:custGeom>
              <a:rect b="b" l="l" r="r" t="t"/>
              <a:pathLst>
                <a:path extrusionOk="0" h="4382" w="3692">
                  <a:moveTo>
                    <a:pt x="2382" y="0"/>
                  </a:moveTo>
                  <a:lnTo>
                    <a:pt x="2382" y="0"/>
                  </a:lnTo>
                  <a:cubicBezTo>
                    <a:pt x="2953" y="453"/>
                    <a:pt x="3287" y="1119"/>
                    <a:pt x="3287" y="1858"/>
                  </a:cubicBezTo>
                  <a:cubicBezTo>
                    <a:pt x="3239" y="3096"/>
                    <a:pt x="2239" y="4096"/>
                    <a:pt x="1024" y="4120"/>
                  </a:cubicBezTo>
                  <a:cubicBezTo>
                    <a:pt x="987" y="4122"/>
                    <a:pt x="951" y="4124"/>
                    <a:pt x="914" y="4124"/>
                  </a:cubicBezTo>
                  <a:cubicBezTo>
                    <a:pt x="594" y="4124"/>
                    <a:pt x="278" y="4034"/>
                    <a:pt x="0" y="3906"/>
                  </a:cubicBezTo>
                  <a:lnTo>
                    <a:pt x="0" y="3906"/>
                  </a:lnTo>
                  <a:cubicBezTo>
                    <a:pt x="381" y="4215"/>
                    <a:pt x="905" y="4382"/>
                    <a:pt x="1429" y="4382"/>
                  </a:cubicBezTo>
                  <a:cubicBezTo>
                    <a:pt x="2667" y="4358"/>
                    <a:pt x="3668" y="3334"/>
                    <a:pt x="3691" y="2120"/>
                  </a:cubicBezTo>
                  <a:cubicBezTo>
                    <a:pt x="3691" y="1191"/>
                    <a:pt x="3168" y="405"/>
                    <a:pt x="238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98"/>
            <p:cNvSpPr/>
            <p:nvPr/>
          </p:nvSpPr>
          <p:spPr>
            <a:xfrm>
              <a:off x="3233886" y="3579441"/>
              <a:ext cx="159808" cy="159093"/>
            </a:xfrm>
            <a:custGeom>
              <a:rect b="b" l="l" r="r" t="t"/>
              <a:pathLst>
                <a:path extrusionOk="0" h="5336" w="5360">
                  <a:moveTo>
                    <a:pt x="2672" y="0"/>
                  </a:moveTo>
                  <a:cubicBezTo>
                    <a:pt x="1192" y="0"/>
                    <a:pt x="1" y="1182"/>
                    <a:pt x="1" y="2644"/>
                  </a:cubicBezTo>
                  <a:lnTo>
                    <a:pt x="25" y="5264"/>
                  </a:lnTo>
                  <a:cubicBezTo>
                    <a:pt x="25" y="5288"/>
                    <a:pt x="49" y="5335"/>
                    <a:pt x="72" y="5335"/>
                  </a:cubicBezTo>
                  <a:lnTo>
                    <a:pt x="2668" y="5335"/>
                  </a:lnTo>
                  <a:cubicBezTo>
                    <a:pt x="4121" y="5335"/>
                    <a:pt x="5359" y="4097"/>
                    <a:pt x="5312" y="2620"/>
                  </a:cubicBezTo>
                  <a:cubicBezTo>
                    <a:pt x="5288" y="1191"/>
                    <a:pt x="4121" y="25"/>
                    <a:pt x="2716" y="1"/>
                  </a:cubicBezTo>
                  <a:cubicBezTo>
                    <a:pt x="2701" y="0"/>
                    <a:pt x="2686" y="0"/>
                    <a:pt x="267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98"/>
            <p:cNvSpPr/>
            <p:nvPr/>
          </p:nvSpPr>
          <p:spPr>
            <a:xfrm>
              <a:off x="3233886" y="3597896"/>
              <a:ext cx="158377" cy="139206"/>
            </a:xfrm>
            <a:custGeom>
              <a:rect b="b" l="l" r="r" t="t"/>
              <a:pathLst>
                <a:path extrusionOk="0" h="4669" w="5312">
                  <a:moveTo>
                    <a:pt x="4430" y="1"/>
                  </a:moveTo>
                  <a:cubicBezTo>
                    <a:pt x="4716" y="453"/>
                    <a:pt x="4931" y="977"/>
                    <a:pt x="4931" y="1549"/>
                  </a:cubicBezTo>
                  <a:cubicBezTo>
                    <a:pt x="4954" y="3049"/>
                    <a:pt x="3764" y="4264"/>
                    <a:pt x="2287" y="4264"/>
                  </a:cubicBezTo>
                  <a:lnTo>
                    <a:pt x="1" y="4264"/>
                  </a:lnTo>
                  <a:lnTo>
                    <a:pt x="1" y="4597"/>
                  </a:lnTo>
                  <a:cubicBezTo>
                    <a:pt x="1" y="4645"/>
                    <a:pt x="25" y="4669"/>
                    <a:pt x="49" y="4669"/>
                  </a:cubicBezTo>
                  <a:lnTo>
                    <a:pt x="2644" y="4669"/>
                  </a:lnTo>
                  <a:cubicBezTo>
                    <a:pt x="4097" y="4669"/>
                    <a:pt x="5312" y="3454"/>
                    <a:pt x="5312" y="1930"/>
                  </a:cubicBezTo>
                  <a:cubicBezTo>
                    <a:pt x="5312" y="1168"/>
                    <a:pt x="4954" y="477"/>
                    <a:pt x="443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98"/>
            <p:cNvSpPr/>
            <p:nvPr/>
          </p:nvSpPr>
          <p:spPr>
            <a:xfrm>
              <a:off x="3048584" y="3763342"/>
              <a:ext cx="159779" cy="158407"/>
            </a:xfrm>
            <a:custGeom>
              <a:rect b="b" l="l" r="r" t="t"/>
              <a:pathLst>
                <a:path extrusionOk="0" h="5313" w="5359">
                  <a:moveTo>
                    <a:pt x="2668" y="1"/>
                  </a:moveTo>
                  <a:cubicBezTo>
                    <a:pt x="1215" y="1"/>
                    <a:pt x="0" y="1215"/>
                    <a:pt x="24" y="2692"/>
                  </a:cubicBezTo>
                  <a:cubicBezTo>
                    <a:pt x="48" y="4121"/>
                    <a:pt x="1215" y="5287"/>
                    <a:pt x="2644" y="5311"/>
                  </a:cubicBezTo>
                  <a:cubicBezTo>
                    <a:pt x="2672" y="5312"/>
                    <a:pt x="2701" y="5313"/>
                    <a:pt x="2729" y="5313"/>
                  </a:cubicBezTo>
                  <a:cubicBezTo>
                    <a:pt x="4168" y="5313"/>
                    <a:pt x="5359" y="4139"/>
                    <a:pt x="5359" y="2668"/>
                  </a:cubicBezTo>
                  <a:lnTo>
                    <a:pt x="5311" y="2668"/>
                  </a:lnTo>
                  <a:lnTo>
                    <a:pt x="5311" y="48"/>
                  </a:lnTo>
                  <a:cubicBezTo>
                    <a:pt x="5311" y="24"/>
                    <a:pt x="5287" y="1"/>
                    <a:pt x="526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98"/>
            <p:cNvSpPr/>
            <p:nvPr/>
          </p:nvSpPr>
          <p:spPr>
            <a:xfrm>
              <a:off x="3099687" y="3763342"/>
              <a:ext cx="108676" cy="158407"/>
            </a:xfrm>
            <a:custGeom>
              <a:rect b="b" l="l" r="r" t="t"/>
              <a:pathLst>
                <a:path extrusionOk="0" h="5313" w="3645">
                  <a:moveTo>
                    <a:pt x="3121" y="1"/>
                  </a:moveTo>
                  <a:lnTo>
                    <a:pt x="3121" y="2525"/>
                  </a:lnTo>
                  <a:cubicBezTo>
                    <a:pt x="3121" y="3964"/>
                    <a:pt x="1929" y="5169"/>
                    <a:pt x="472" y="5169"/>
                  </a:cubicBezTo>
                  <a:cubicBezTo>
                    <a:pt x="458" y="5169"/>
                    <a:pt x="444" y="5169"/>
                    <a:pt x="430" y="5168"/>
                  </a:cubicBezTo>
                  <a:cubicBezTo>
                    <a:pt x="263" y="5168"/>
                    <a:pt x="144" y="5168"/>
                    <a:pt x="1" y="5145"/>
                  </a:cubicBezTo>
                  <a:lnTo>
                    <a:pt x="1" y="5145"/>
                  </a:lnTo>
                  <a:cubicBezTo>
                    <a:pt x="311" y="5264"/>
                    <a:pt x="596" y="5311"/>
                    <a:pt x="930" y="5311"/>
                  </a:cubicBezTo>
                  <a:cubicBezTo>
                    <a:pt x="958" y="5312"/>
                    <a:pt x="987" y="5313"/>
                    <a:pt x="1015" y="5313"/>
                  </a:cubicBezTo>
                  <a:cubicBezTo>
                    <a:pt x="2454" y="5313"/>
                    <a:pt x="3645" y="4139"/>
                    <a:pt x="3645" y="2668"/>
                  </a:cubicBezTo>
                  <a:lnTo>
                    <a:pt x="3645" y="72"/>
                  </a:lnTo>
                  <a:cubicBezTo>
                    <a:pt x="3645" y="24"/>
                    <a:pt x="3597" y="1"/>
                    <a:pt x="3549"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98"/>
            <p:cNvSpPr/>
            <p:nvPr/>
          </p:nvSpPr>
          <p:spPr>
            <a:xfrm>
              <a:off x="3067040" y="3595064"/>
              <a:ext cx="147018" cy="147018"/>
            </a:xfrm>
            <a:custGeom>
              <a:rect b="b" l="l" r="r" t="t"/>
              <a:pathLst>
                <a:path extrusionOk="0" h="4931" w="4931">
                  <a:moveTo>
                    <a:pt x="2406" y="1"/>
                  </a:moveTo>
                  <a:cubicBezTo>
                    <a:pt x="1763" y="1"/>
                    <a:pt x="1167" y="286"/>
                    <a:pt x="715" y="715"/>
                  </a:cubicBezTo>
                  <a:cubicBezTo>
                    <a:pt x="262" y="1168"/>
                    <a:pt x="1" y="1787"/>
                    <a:pt x="1" y="2430"/>
                  </a:cubicBezTo>
                  <a:cubicBezTo>
                    <a:pt x="1" y="3025"/>
                    <a:pt x="191" y="3620"/>
                    <a:pt x="596" y="4049"/>
                  </a:cubicBezTo>
                  <a:cubicBezTo>
                    <a:pt x="620" y="4097"/>
                    <a:pt x="667" y="4121"/>
                    <a:pt x="718" y="4121"/>
                  </a:cubicBezTo>
                  <a:cubicBezTo>
                    <a:pt x="769" y="4121"/>
                    <a:pt x="822" y="4097"/>
                    <a:pt x="858" y="4049"/>
                  </a:cubicBezTo>
                  <a:cubicBezTo>
                    <a:pt x="929" y="4001"/>
                    <a:pt x="882" y="3906"/>
                    <a:pt x="858" y="3859"/>
                  </a:cubicBezTo>
                  <a:cubicBezTo>
                    <a:pt x="524" y="3454"/>
                    <a:pt x="358" y="2954"/>
                    <a:pt x="358" y="2454"/>
                  </a:cubicBezTo>
                  <a:cubicBezTo>
                    <a:pt x="358" y="1906"/>
                    <a:pt x="596" y="1382"/>
                    <a:pt x="977" y="1001"/>
                  </a:cubicBezTo>
                  <a:cubicBezTo>
                    <a:pt x="1358" y="596"/>
                    <a:pt x="1906" y="358"/>
                    <a:pt x="2430" y="358"/>
                  </a:cubicBezTo>
                  <a:cubicBezTo>
                    <a:pt x="3001" y="358"/>
                    <a:pt x="3549" y="572"/>
                    <a:pt x="3954" y="953"/>
                  </a:cubicBezTo>
                  <a:cubicBezTo>
                    <a:pt x="4359" y="1334"/>
                    <a:pt x="4573" y="1882"/>
                    <a:pt x="4573" y="2477"/>
                  </a:cubicBezTo>
                  <a:lnTo>
                    <a:pt x="4573" y="4597"/>
                  </a:lnTo>
                  <a:lnTo>
                    <a:pt x="2453" y="4597"/>
                  </a:lnTo>
                  <a:cubicBezTo>
                    <a:pt x="2096" y="4597"/>
                    <a:pt x="1739" y="4502"/>
                    <a:pt x="1453" y="4335"/>
                  </a:cubicBezTo>
                  <a:cubicBezTo>
                    <a:pt x="1425" y="4314"/>
                    <a:pt x="1395" y="4305"/>
                    <a:pt x="1366" y="4305"/>
                  </a:cubicBezTo>
                  <a:cubicBezTo>
                    <a:pt x="1296" y="4305"/>
                    <a:pt x="1232" y="4356"/>
                    <a:pt x="1215" y="4406"/>
                  </a:cubicBezTo>
                  <a:cubicBezTo>
                    <a:pt x="1191" y="4502"/>
                    <a:pt x="1239" y="4597"/>
                    <a:pt x="1310" y="4621"/>
                  </a:cubicBezTo>
                  <a:cubicBezTo>
                    <a:pt x="1668" y="4835"/>
                    <a:pt x="2072" y="4930"/>
                    <a:pt x="2453" y="4930"/>
                  </a:cubicBezTo>
                  <a:lnTo>
                    <a:pt x="4692" y="4930"/>
                  </a:lnTo>
                  <a:cubicBezTo>
                    <a:pt x="4835" y="4930"/>
                    <a:pt x="4930" y="4811"/>
                    <a:pt x="4930" y="4692"/>
                  </a:cubicBezTo>
                  <a:lnTo>
                    <a:pt x="4930" y="2477"/>
                  </a:lnTo>
                  <a:cubicBezTo>
                    <a:pt x="4930" y="1858"/>
                    <a:pt x="4716" y="1263"/>
                    <a:pt x="4311" y="810"/>
                  </a:cubicBezTo>
                  <a:cubicBezTo>
                    <a:pt x="3763" y="286"/>
                    <a:pt x="3120" y="1"/>
                    <a:pt x="2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98"/>
            <p:cNvSpPr/>
            <p:nvPr/>
          </p:nvSpPr>
          <p:spPr>
            <a:xfrm>
              <a:off x="3228221" y="3757677"/>
              <a:ext cx="146988" cy="147704"/>
            </a:xfrm>
            <a:custGeom>
              <a:rect b="b" l="l" r="r" t="t"/>
              <a:pathLst>
                <a:path extrusionOk="0" h="4954" w="4930">
                  <a:moveTo>
                    <a:pt x="143" y="0"/>
                  </a:moveTo>
                  <a:cubicBezTo>
                    <a:pt x="72" y="0"/>
                    <a:pt x="0" y="72"/>
                    <a:pt x="0" y="143"/>
                  </a:cubicBezTo>
                  <a:lnTo>
                    <a:pt x="0" y="1810"/>
                  </a:lnTo>
                  <a:cubicBezTo>
                    <a:pt x="0" y="1858"/>
                    <a:pt x="24" y="1881"/>
                    <a:pt x="24" y="1905"/>
                  </a:cubicBezTo>
                  <a:cubicBezTo>
                    <a:pt x="73" y="1940"/>
                    <a:pt x="120" y="1955"/>
                    <a:pt x="162" y="1955"/>
                  </a:cubicBezTo>
                  <a:cubicBezTo>
                    <a:pt x="262" y="1955"/>
                    <a:pt x="334" y="1870"/>
                    <a:pt x="334" y="1786"/>
                  </a:cubicBezTo>
                  <a:lnTo>
                    <a:pt x="334" y="357"/>
                  </a:lnTo>
                  <a:lnTo>
                    <a:pt x="2620" y="357"/>
                  </a:lnTo>
                  <a:cubicBezTo>
                    <a:pt x="2811" y="357"/>
                    <a:pt x="2953" y="381"/>
                    <a:pt x="3120" y="453"/>
                  </a:cubicBezTo>
                  <a:cubicBezTo>
                    <a:pt x="4049" y="810"/>
                    <a:pt x="4597" y="1619"/>
                    <a:pt x="4597" y="2501"/>
                  </a:cubicBezTo>
                  <a:cubicBezTo>
                    <a:pt x="4597" y="3025"/>
                    <a:pt x="4358" y="3572"/>
                    <a:pt x="3977" y="3953"/>
                  </a:cubicBezTo>
                  <a:cubicBezTo>
                    <a:pt x="3573" y="4334"/>
                    <a:pt x="3049" y="4596"/>
                    <a:pt x="2501" y="4596"/>
                  </a:cubicBezTo>
                  <a:cubicBezTo>
                    <a:pt x="1929" y="4596"/>
                    <a:pt x="1429" y="4382"/>
                    <a:pt x="1024" y="4025"/>
                  </a:cubicBezTo>
                  <a:cubicBezTo>
                    <a:pt x="643" y="3644"/>
                    <a:pt x="405" y="3120"/>
                    <a:pt x="358" y="2596"/>
                  </a:cubicBezTo>
                  <a:cubicBezTo>
                    <a:pt x="358" y="2501"/>
                    <a:pt x="286" y="2405"/>
                    <a:pt x="191" y="2405"/>
                  </a:cubicBezTo>
                  <a:cubicBezTo>
                    <a:pt x="96" y="2405"/>
                    <a:pt x="0" y="2501"/>
                    <a:pt x="0" y="2596"/>
                  </a:cubicBezTo>
                  <a:cubicBezTo>
                    <a:pt x="48" y="3215"/>
                    <a:pt x="310" y="3810"/>
                    <a:pt x="786" y="4263"/>
                  </a:cubicBezTo>
                  <a:cubicBezTo>
                    <a:pt x="1239" y="4715"/>
                    <a:pt x="1858" y="4954"/>
                    <a:pt x="2477" y="4954"/>
                  </a:cubicBezTo>
                  <a:lnTo>
                    <a:pt x="2501" y="4954"/>
                  </a:lnTo>
                  <a:cubicBezTo>
                    <a:pt x="3168" y="4954"/>
                    <a:pt x="3763" y="4668"/>
                    <a:pt x="4216" y="4239"/>
                  </a:cubicBezTo>
                  <a:cubicBezTo>
                    <a:pt x="4644" y="3787"/>
                    <a:pt x="4930" y="3167"/>
                    <a:pt x="4930" y="2524"/>
                  </a:cubicBezTo>
                  <a:cubicBezTo>
                    <a:pt x="4930" y="1881"/>
                    <a:pt x="4692" y="1262"/>
                    <a:pt x="4216" y="786"/>
                  </a:cubicBezTo>
                  <a:cubicBezTo>
                    <a:pt x="3715" y="262"/>
                    <a:pt x="3096" y="0"/>
                    <a:pt x="2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98"/>
            <p:cNvSpPr/>
            <p:nvPr/>
          </p:nvSpPr>
          <p:spPr>
            <a:xfrm>
              <a:off x="3227506" y="3573030"/>
              <a:ext cx="169021" cy="169737"/>
            </a:xfrm>
            <a:custGeom>
              <a:rect b="b" l="l" r="r" t="t"/>
              <a:pathLst>
                <a:path extrusionOk="0" h="5693" w="5669">
                  <a:moveTo>
                    <a:pt x="2882" y="359"/>
                  </a:moveTo>
                  <a:cubicBezTo>
                    <a:pt x="3549" y="359"/>
                    <a:pt x="4144" y="621"/>
                    <a:pt x="4621" y="1097"/>
                  </a:cubicBezTo>
                  <a:cubicBezTo>
                    <a:pt x="5097" y="1573"/>
                    <a:pt x="5335" y="2168"/>
                    <a:pt x="5359" y="2835"/>
                  </a:cubicBezTo>
                  <a:cubicBezTo>
                    <a:pt x="5359" y="3526"/>
                    <a:pt x="5121" y="4145"/>
                    <a:pt x="4644" y="4621"/>
                  </a:cubicBezTo>
                  <a:cubicBezTo>
                    <a:pt x="4168" y="5098"/>
                    <a:pt x="3549" y="5360"/>
                    <a:pt x="2882" y="5360"/>
                  </a:cubicBezTo>
                  <a:lnTo>
                    <a:pt x="405" y="5360"/>
                  </a:lnTo>
                  <a:lnTo>
                    <a:pt x="405" y="2835"/>
                  </a:lnTo>
                  <a:lnTo>
                    <a:pt x="358" y="2835"/>
                  </a:lnTo>
                  <a:cubicBezTo>
                    <a:pt x="358" y="2145"/>
                    <a:pt x="620" y="1526"/>
                    <a:pt x="1096" y="1073"/>
                  </a:cubicBezTo>
                  <a:cubicBezTo>
                    <a:pt x="1572" y="597"/>
                    <a:pt x="2215" y="359"/>
                    <a:pt x="2882" y="359"/>
                  </a:cubicBezTo>
                  <a:close/>
                  <a:moveTo>
                    <a:pt x="2805" y="1"/>
                  </a:moveTo>
                  <a:cubicBezTo>
                    <a:pt x="1517" y="1"/>
                    <a:pt x="376" y="855"/>
                    <a:pt x="1" y="2288"/>
                  </a:cubicBezTo>
                  <a:lnTo>
                    <a:pt x="1" y="2359"/>
                  </a:lnTo>
                  <a:lnTo>
                    <a:pt x="1" y="5669"/>
                  </a:lnTo>
                  <a:cubicBezTo>
                    <a:pt x="1" y="5669"/>
                    <a:pt x="1" y="5693"/>
                    <a:pt x="24" y="5693"/>
                  </a:cubicBezTo>
                  <a:lnTo>
                    <a:pt x="239" y="5693"/>
                  </a:lnTo>
                  <a:lnTo>
                    <a:pt x="239" y="5669"/>
                  </a:lnTo>
                  <a:lnTo>
                    <a:pt x="3358" y="5669"/>
                  </a:lnTo>
                  <a:cubicBezTo>
                    <a:pt x="4835" y="5264"/>
                    <a:pt x="5668" y="4074"/>
                    <a:pt x="5668" y="2811"/>
                  </a:cubicBezTo>
                  <a:cubicBezTo>
                    <a:pt x="5668" y="2049"/>
                    <a:pt x="5359" y="1383"/>
                    <a:pt x="4835" y="835"/>
                  </a:cubicBezTo>
                  <a:cubicBezTo>
                    <a:pt x="4287" y="311"/>
                    <a:pt x="3597" y="1"/>
                    <a:pt x="2858" y="1"/>
                  </a:cubicBezTo>
                  <a:cubicBezTo>
                    <a:pt x="2841" y="1"/>
                    <a:pt x="2823" y="1"/>
                    <a:pt x="2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98"/>
            <p:cNvSpPr/>
            <p:nvPr/>
          </p:nvSpPr>
          <p:spPr>
            <a:xfrm>
              <a:off x="3043605" y="3757677"/>
              <a:ext cx="169737" cy="168306"/>
            </a:xfrm>
            <a:custGeom>
              <a:rect b="b" l="l" r="r" t="t"/>
              <a:pathLst>
                <a:path extrusionOk="0" h="5645" w="5693">
                  <a:moveTo>
                    <a:pt x="5287" y="310"/>
                  </a:moveTo>
                  <a:lnTo>
                    <a:pt x="5287" y="2834"/>
                  </a:lnTo>
                  <a:lnTo>
                    <a:pt x="5335" y="2834"/>
                  </a:lnTo>
                  <a:cubicBezTo>
                    <a:pt x="5335" y="3525"/>
                    <a:pt x="5073" y="4144"/>
                    <a:pt x="4597" y="4596"/>
                  </a:cubicBezTo>
                  <a:cubicBezTo>
                    <a:pt x="4121" y="5073"/>
                    <a:pt x="3501" y="5311"/>
                    <a:pt x="2835" y="5311"/>
                  </a:cubicBezTo>
                  <a:lnTo>
                    <a:pt x="2811" y="5311"/>
                  </a:lnTo>
                  <a:cubicBezTo>
                    <a:pt x="2144" y="5311"/>
                    <a:pt x="1549" y="5025"/>
                    <a:pt x="1072" y="4549"/>
                  </a:cubicBezTo>
                  <a:cubicBezTo>
                    <a:pt x="596" y="4072"/>
                    <a:pt x="358" y="3477"/>
                    <a:pt x="334" y="2834"/>
                  </a:cubicBezTo>
                  <a:cubicBezTo>
                    <a:pt x="334" y="2143"/>
                    <a:pt x="572" y="1524"/>
                    <a:pt x="1048" y="1048"/>
                  </a:cubicBezTo>
                  <a:cubicBezTo>
                    <a:pt x="1525" y="572"/>
                    <a:pt x="2144" y="310"/>
                    <a:pt x="2811" y="310"/>
                  </a:cubicBezTo>
                  <a:close/>
                  <a:moveTo>
                    <a:pt x="2858" y="0"/>
                  </a:moveTo>
                  <a:cubicBezTo>
                    <a:pt x="2096" y="0"/>
                    <a:pt x="1382" y="310"/>
                    <a:pt x="834" y="834"/>
                  </a:cubicBezTo>
                  <a:cubicBezTo>
                    <a:pt x="310" y="1358"/>
                    <a:pt x="1" y="2096"/>
                    <a:pt x="24" y="2858"/>
                  </a:cubicBezTo>
                  <a:cubicBezTo>
                    <a:pt x="24" y="3596"/>
                    <a:pt x="334" y="4287"/>
                    <a:pt x="858" y="4811"/>
                  </a:cubicBezTo>
                  <a:cubicBezTo>
                    <a:pt x="1406" y="5358"/>
                    <a:pt x="2096" y="5644"/>
                    <a:pt x="2835" y="5644"/>
                  </a:cubicBezTo>
                  <a:lnTo>
                    <a:pt x="2858" y="5644"/>
                  </a:lnTo>
                  <a:cubicBezTo>
                    <a:pt x="3597" y="5644"/>
                    <a:pt x="4311" y="5358"/>
                    <a:pt x="4859" y="4858"/>
                  </a:cubicBezTo>
                  <a:cubicBezTo>
                    <a:pt x="5383" y="4311"/>
                    <a:pt x="5692" y="3596"/>
                    <a:pt x="5692" y="2834"/>
                  </a:cubicBezTo>
                  <a:lnTo>
                    <a:pt x="5692" y="238"/>
                  </a:lnTo>
                  <a:cubicBezTo>
                    <a:pt x="5692" y="119"/>
                    <a:pt x="5573"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98"/>
            <p:cNvSpPr/>
            <p:nvPr/>
          </p:nvSpPr>
          <p:spPr>
            <a:xfrm>
              <a:off x="3272944" y="3630574"/>
              <a:ext cx="79546" cy="10674"/>
            </a:xfrm>
            <a:custGeom>
              <a:rect b="b" l="l" r="r" t="t"/>
              <a:pathLst>
                <a:path extrusionOk="0" h="358" w="2668">
                  <a:moveTo>
                    <a:pt x="215" y="0"/>
                  </a:moveTo>
                  <a:cubicBezTo>
                    <a:pt x="120" y="0"/>
                    <a:pt x="48" y="72"/>
                    <a:pt x="25" y="143"/>
                  </a:cubicBezTo>
                  <a:cubicBezTo>
                    <a:pt x="1" y="238"/>
                    <a:pt x="96" y="358"/>
                    <a:pt x="215" y="358"/>
                  </a:cubicBezTo>
                  <a:lnTo>
                    <a:pt x="2454" y="358"/>
                  </a:lnTo>
                  <a:cubicBezTo>
                    <a:pt x="2549" y="358"/>
                    <a:pt x="2620" y="310"/>
                    <a:pt x="2644" y="215"/>
                  </a:cubicBezTo>
                  <a:cubicBezTo>
                    <a:pt x="2668" y="96"/>
                    <a:pt x="2573" y="0"/>
                    <a:pt x="2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98"/>
            <p:cNvSpPr/>
            <p:nvPr/>
          </p:nvSpPr>
          <p:spPr>
            <a:xfrm>
              <a:off x="3272944" y="3651862"/>
              <a:ext cx="79546" cy="10674"/>
            </a:xfrm>
            <a:custGeom>
              <a:rect b="b" l="l" r="r" t="t"/>
              <a:pathLst>
                <a:path extrusionOk="0" h="358" w="2668">
                  <a:moveTo>
                    <a:pt x="215" y="1"/>
                  </a:moveTo>
                  <a:cubicBezTo>
                    <a:pt x="120" y="1"/>
                    <a:pt x="48" y="72"/>
                    <a:pt x="25" y="167"/>
                  </a:cubicBezTo>
                  <a:cubicBezTo>
                    <a:pt x="1" y="287"/>
                    <a:pt x="96" y="358"/>
                    <a:pt x="215" y="358"/>
                  </a:cubicBezTo>
                  <a:lnTo>
                    <a:pt x="2477" y="358"/>
                  </a:lnTo>
                  <a:cubicBezTo>
                    <a:pt x="2596" y="358"/>
                    <a:pt x="2668" y="287"/>
                    <a:pt x="2644" y="167"/>
                  </a:cubicBezTo>
                  <a:cubicBezTo>
                    <a:pt x="2620" y="72"/>
                    <a:pt x="2525"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98"/>
            <p:cNvSpPr/>
            <p:nvPr/>
          </p:nvSpPr>
          <p:spPr>
            <a:xfrm>
              <a:off x="3289999" y="3674581"/>
              <a:ext cx="46183" cy="10704"/>
            </a:xfrm>
            <a:custGeom>
              <a:rect b="b" l="l" r="r" t="t"/>
              <a:pathLst>
                <a:path extrusionOk="0" h="359" w="1549">
                  <a:moveTo>
                    <a:pt x="191" y="1"/>
                  </a:moveTo>
                  <a:cubicBezTo>
                    <a:pt x="119" y="1"/>
                    <a:pt x="48" y="48"/>
                    <a:pt x="24" y="144"/>
                  </a:cubicBezTo>
                  <a:cubicBezTo>
                    <a:pt x="0" y="263"/>
                    <a:pt x="72" y="358"/>
                    <a:pt x="191" y="358"/>
                  </a:cubicBezTo>
                  <a:lnTo>
                    <a:pt x="1334" y="358"/>
                  </a:lnTo>
                  <a:cubicBezTo>
                    <a:pt x="1453" y="358"/>
                    <a:pt x="1548" y="263"/>
                    <a:pt x="1501" y="144"/>
                  </a:cubicBezTo>
                  <a:cubicBezTo>
                    <a:pt x="1477" y="48"/>
                    <a:pt x="1381"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98"/>
            <p:cNvSpPr/>
            <p:nvPr/>
          </p:nvSpPr>
          <p:spPr>
            <a:xfrm>
              <a:off x="3088328" y="3815191"/>
              <a:ext cx="79576" cy="10674"/>
            </a:xfrm>
            <a:custGeom>
              <a:rect b="b" l="l" r="r" t="t"/>
              <a:pathLst>
                <a:path extrusionOk="0" h="358" w="2669">
                  <a:moveTo>
                    <a:pt x="215" y="0"/>
                  </a:moveTo>
                  <a:cubicBezTo>
                    <a:pt x="72" y="0"/>
                    <a:pt x="1" y="95"/>
                    <a:pt x="25" y="214"/>
                  </a:cubicBezTo>
                  <a:cubicBezTo>
                    <a:pt x="49" y="333"/>
                    <a:pt x="144" y="357"/>
                    <a:pt x="215" y="357"/>
                  </a:cubicBezTo>
                  <a:lnTo>
                    <a:pt x="2454" y="357"/>
                  </a:lnTo>
                  <a:cubicBezTo>
                    <a:pt x="2549" y="357"/>
                    <a:pt x="2621" y="310"/>
                    <a:pt x="2644" y="214"/>
                  </a:cubicBezTo>
                  <a:cubicBezTo>
                    <a:pt x="2668" y="95"/>
                    <a:pt x="2573" y="0"/>
                    <a:pt x="2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98"/>
            <p:cNvSpPr/>
            <p:nvPr/>
          </p:nvSpPr>
          <p:spPr>
            <a:xfrm>
              <a:off x="3089043" y="3837910"/>
              <a:ext cx="78861" cy="10674"/>
            </a:xfrm>
            <a:custGeom>
              <a:rect b="b" l="l" r="r" t="t"/>
              <a:pathLst>
                <a:path extrusionOk="0" h="358" w="2645">
                  <a:moveTo>
                    <a:pt x="215" y="0"/>
                  </a:moveTo>
                  <a:cubicBezTo>
                    <a:pt x="120" y="0"/>
                    <a:pt x="72" y="48"/>
                    <a:pt x="25" y="143"/>
                  </a:cubicBezTo>
                  <a:cubicBezTo>
                    <a:pt x="1" y="262"/>
                    <a:pt x="96" y="357"/>
                    <a:pt x="215" y="357"/>
                  </a:cubicBezTo>
                  <a:lnTo>
                    <a:pt x="2477" y="357"/>
                  </a:lnTo>
                  <a:cubicBezTo>
                    <a:pt x="2573" y="357"/>
                    <a:pt x="2620" y="286"/>
                    <a:pt x="2644" y="191"/>
                  </a:cubicBezTo>
                  <a:cubicBezTo>
                    <a:pt x="2644" y="72"/>
                    <a:pt x="2573"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98"/>
            <p:cNvSpPr/>
            <p:nvPr/>
          </p:nvSpPr>
          <p:spPr>
            <a:xfrm>
              <a:off x="3106098" y="3859198"/>
              <a:ext cx="45468" cy="10674"/>
            </a:xfrm>
            <a:custGeom>
              <a:rect b="b" l="l" r="r" t="t"/>
              <a:pathLst>
                <a:path extrusionOk="0" h="358" w="1525">
                  <a:moveTo>
                    <a:pt x="215" y="1"/>
                  </a:moveTo>
                  <a:cubicBezTo>
                    <a:pt x="119" y="1"/>
                    <a:pt x="48" y="48"/>
                    <a:pt x="24" y="143"/>
                  </a:cubicBezTo>
                  <a:cubicBezTo>
                    <a:pt x="0" y="263"/>
                    <a:pt x="96" y="358"/>
                    <a:pt x="215" y="358"/>
                  </a:cubicBezTo>
                  <a:lnTo>
                    <a:pt x="1334" y="358"/>
                  </a:lnTo>
                  <a:cubicBezTo>
                    <a:pt x="1429" y="358"/>
                    <a:pt x="1477" y="286"/>
                    <a:pt x="1501" y="191"/>
                  </a:cubicBezTo>
                  <a:cubicBezTo>
                    <a:pt x="1524" y="72"/>
                    <a:pt x="1429"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6" name="Google Shape;22826;p98"/>
          <p:cNvGrpSpPr/>
          <p:nvPr/>
        </p:nvGrpSpPr>
        <p:grpSpPr>
          <a:xfrm>
            <a:off x="1785291" y="3430112"/>
            <a:ext cx="357154" cy="336912"/>
            <a:chOff x="2356787" y="3582512"/>
            <a:chExt cx="357154" cy="336912"/>
          </a:xfrm>
        </p:grpSpPr>
        <p:sp>
          <p:nvSpPr>
            <p:cNvPr id="22827" name="Google Shape;22827;p98"/>
            <p:cNvSpPr/>
            <p:nvPr/>
          </p:nvSpPr>
          <p:spPr>
            <a:xfrm>
              <a:off x="2410037" y="3832215"/>
              <a:ext cx="300356" cy="68187"/>
            </a:xfrm>
            <a:custGeom>
              <a:rect b="b" l="l" r="r" t="t"/>
              <a:pathLst>
                <a:path extrusionOk="0" h="2287" w="10074">
                  <a:moveTo>
                    <a:pt x="0" y="1"/>
                  </a:moveTo>
                  <a:lnTo>
                    <a:pt x="0" y="2287"/>
                  </a:lnTo>
                  <a:lnTo>
                    <a:pt x="9740" y="2287"/>
                  </a:lnTo>
                  <a:cubicBezTo>
                    <a:pt x="9955" y="2287"/>
                    <a:pt x="10074" y="2096"/>
                    <a:pt x="9955" y="1906"/>
                  </a:cubicBezTo>
                  <a:lnTo>
                    <a:pt x="8693" y="120"/>
                  </a:lnTo>
                  <a:cubicBezTo>
                    <a:pt x="8645" y="24"/>
                    <a:pt x="8573" y="1"/>
                    <a:pt x="850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98"/>
            <p:cNvSpPr/>
            <p:nvPr/>
          </p:nvSpPr>
          <p:spPr>
            <a:xfrm>
              <a:off x="2410752" y="3715071"/>
              <a:ext cx="242843" cy="68187"/>
            </a:xfrm>
            <a:custGeom>
              <a:rect b="b" l="l" r="r" t="t"/>
              <a:pathLst>
                <a:path extrusionOk="0" h="2287" w="8145">
                  <a:moveTo>
                    <a:pt x="0" y="0"/>
                  </a:moveTo>
                  <a:lnTo>
                    <a:pt x="0" y="2286"/>
                  </a:lnTo>
                  <a:lnTo>
                    <a:pt x="7811" y="2286"/>
                  </a:lnTo>
                  <a:cubicBezTo>
                    <a:pt x="8026" y="2286"/>
                    <a:pt x="8145" y="2096"/>
                    <a:pt x="8026" y="1905"/>
                  </a:cubicBezTo>
                  <a:lnTo>
                    <a:pt x="6763" y="119"/>
                  </a:lnTo>
                  <a:cubicBezTo>
                    <a:pt x="6716" y="24"/>
                    <a:pt x="6644" y="0"/>
                    <a:pt x="6549"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98"/>
            <p:cNvSpPr/>
            <p:nvPr/>
          </p:nvSpPr>
          <p:spPr>
            <a:xfrm>
              <a:off x="2410037" y="3600043"/>
              <a:ext cx="183929" cy="68187"/>
            </a:xfrm>
            <a:custGeom>
              <a:rect b="b" l="l" r="r" t="t"/>
              <a:pathLst>
                <a:path extrusionOk="0" h="2287" w="6169">
                  <a:moveTo>
                    <a:pt x="0" y="0"/>
                  </a:moveTo>
                  <a:lnTo>
                    <a:pt x="0" y="2287"/>
                  </a:lnTo>
                  <a:lnTo>
                    <a:pt x="5835" y="2287"/>
                  </a:lnTo>
                  <a:cubicBezTo>
                    <a:pt x="6049" y="2287"/>
                    <a:pt x="6168" y="2072"/>
                    <a:pt x="6049" y="1905"/>
                  </a:cubicBezTo>
                  <a:lnTo>
                    <a:pt x="4811" y="119"/>
                  </a:lnTo>
                  <a:cubicBezTo>
                    <a:pt x="4739" y="24"/>
                    <a:pt x="4692" y="0"/>
                    <a:pt x="459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98"/>
            <p:cNvSpPr/>
            <p:nvPr/>
          </p:nvSpPr>
          <p:spPr>
            <a:xfrm>
              <a:off x="2645757" y="3832215"/>
              <a:ext cx="64639" cy="68187"/>
            </a:xfrm>
            <a:custGeom>
              <a:rect b="b" l="l" r="r" t="t"/>
              <a:pathLst>
                <a:path extrusionOk="0" h="2287" w="2168">
                  <a:moveTo>
                    <a:pt x="1" y="1"/>
                  </a:moveTo>
                  <a:cubicBezTo>
                    <a:pt x="72" y="1"/>
                    <a:pt x="144" y="72"/>
                    <a:pt x="191" y="120"/>
                  </a:cubicBezTo>
                  <a:lnTo>
                    <a:pt x="1453" y="1906"/>
                  </a:lnTo>
                  <a:cubicBezTo>
                    <a:pt x="1572" y="2049"/>
                    <a:pt x="1453" y="2287"/>
                    <a:pt x="1239" y="2287"/>
                  </a:cubicBezTo>
                  <a:lnTo>
                    <a:pt x="1834" y="2287"/>
                  </a:lnTo>
                  <a:cubicBezTo>
                    <a:pt x="2049" y="2287"/>
                    <a:pt x="2168" y="2049"/>
                    <a:pt x="2049" y="1906"/>
                  </a:cubicBezTo>
                  <a:lnTo>
                    <a:pt x="787" y="120"/>
                  </a:lnTo>
                  <a:cubicBezTo>
                    <a:pt x="739" y="24"/>
                    <a:pt x="667" y="1"/>
                    <a:pt x="59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98"/>
            <p:cNvSpPr/>
            <p:nvPr/>
          </p:nvSpPr>
          <p:spPr>
            <a:xfrm>
              <a:off x="2587527" y="3715071"/>
              <a:ext cx="65354" cy="68187"/>
            </a:xfrm>
            <a:custGeom>
              <a:rect b="b" l="l" r="r" t="t"/>
              <a:pathLst>
                <a:path extrusionOk="0" h="2287" w="2192">
                  <a:moveTo>
                    <a:pt x="1" y="0"/>
                  </a:moveTo>
                  <a:cubicBezTo>
                    <a:pt x="96" y="0"/>
                    <a:pt x="168" y="72"/>
                    <a:pt x="215" y="119"/>
                  </a:cubicBezTo>
                  <a:lnTo>
                    <a:pt x="1477" y="1905"/>
                  </a:lnTo>
                  <a:cubicBezTo>
                    <a:pt x="1596" y="2048"/>
                    <a:pt x="1477" y="2286"/>
                    <a:pt x="1263" y="2286"/>
                  </a:cubicBezTo>
                  <a:lnTo>
                    <a:pt x="1858" y="2286"/>
                  </a:lnTo>
                  <a:cubicBezTo>
                    <a:pt x="2073" y="2286"/>
                    <a:pt x="2192" y="2096"/>
                    <a:pt x="2073" y="1905"/>
                  </a:cubicBezTo>
                  <a:lnTo>
                    <a:pt x="811" y="119"/>
                  </a:lnTo>
                  <a:cubicBezTo>
                    <a:pt x="763" y="24"/>
                    <a:pt x="691" y="0"/>
                    <a:pt x="59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98"/>
            <p:cNvSpPr/>
            <p:nvPr/>
          </p:nvSpPr>
          <p:spPr>
            <a:xfrm>
              <a:off x="2529328" y="3600043"/>
              <a:ext cx="64639" cy="68187"/>
            </a:xfrm>
            <a:custGeom>
              <a:rect b="b" l="l" r="r" t="t"/>
              <a:pathLst>
                <a:path extrusionOk="0" h="2287" w="2168">
                  <a:moveTo>
                    <a:pt x="0" y="0"/>
                  </a:moveTo>
                  <a:cubicBezTo>
                    <a:pt x="72" y="0"/>
                    <a:pt x="143" y="48"/>
                    <a:pt x="191" y="119"/>
                  </a:cubicBezTo>
                  <a:lnTo>
                    <a:pt x="1453" y="1905"/>
                  </a:lnTo>
                  <a:cubicBezTo>
                    <a:pt x="1572" y="2048"/>
                    <a:pt x="1453" y="2287"/>
                    <a:pt x="1238" y="2287"/>
                  </a:cubicBezTo>
                  <a:lnTo>
                    <a:pt x="1834" y="2287"/>
                  </a:lnTo>
                  <a:cubicBezTo>
                    <a:pt x="2048" y="2287"/>
                    <a:pt x="2167" y="2048"/>
                    <a:pt x="2048" y="1905"/>
                  </a:cubicBezTo>
                  <a:lnTo>
                    <a:pt x="786" y="119"/>
                  </a:lnTo>
                  <a:cubicBezTo>
                    <a:pt x="738" y="24"/>
                    <a:pt x="667" y="0"/>
                    <a:pt x="595"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98"/>
            <p:cNvSpPr/>
            <p:nvPr/>
          </p:nvSpPr>
          <p:spPr>
            <a:xfrm>
              <a:off x="2363883" y="3587252"/>
              <a:ext cx="92337" cy="92337"/>
            </a:xfrm>
            <a:custGeom>
              <a:rect b="b" l="l" r="r" t="t"/>
              <a:pathLst>
                <a:path extrusionOk="0" h="3097" w="3097">
                  <a:moveTo>
                    <a:pt x="1548" y="1"/>
                  </a:moveTo>
                  <a:cubicBezTo>
                    <a:pt x="691" y="1"/>
                    <a:pt x="0" y="691"/>
                    <a:pt x="0" y="1549"/>
                  </a:cubicBezTo>
                  <a:cubicBezTo>
                    <a:pt x="0" y="2406"/>
                    <a:pt x="691" y="3097"/>
                    <a:pt x="1548" y="3097"/>
                  </a:cubicBezTo>
                  <a:cubicBezTo>
                    <a:pt x="2406" y="3097"/>
                    <a:pt x="3096" y="2406"/>
                    <a:pt x="3096" y="1549"/>
                  </a:cubicBezTo>
                  <a:cubicBezTo>
                    <a:pt x="3096" y="691"/>
                    <a:pt x="2406" y="1"/>
                    <a:pt x="1548"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98"/>
            <p:cNvSpPr/>
            <p:nvPr/>
          </p:nvSpPr>
          <p:spPr>
            <a:xfrm>
              <a:off x="2363883" y="3703711"/>
              <a:ext cx="92337" cy="92337"/>
            </a:xfrm>
            <a:custGeom>
              <a:rect b="b" l="l" r="r" t="t"/>
              <a:pathLst>
                <a:path extrusionOk="0" h="3097" w="3097">
                  <a:moveTo>
                    <a:pt x="1548" y="0"/>
                  </a:moveTo>
                  <a:cubicBezTo>
                    <a:pt x="691" y="0"/>
                    <a:pt x="0" y="691"/>
                    <a:pt x="0" y="1548"/>
                  </a:cubicBezTo>
                  <a:cubicBezTo>
                    <a:pt x="0" y="2405"/>
                    <a:pt x="691" y="3096"/>
                    <a:pt x="1548" y="3096"/>
                  </a:cubicBezTo>
                  <a:cubicBezTo>
                    <a:pt x="2406" y="3096"/>
                    <a:pt x="3096" y="2405"/>
                    <a:pt x="3096" y="1548"/>
                  </a:cubicBezTo>
                  <a:cubicBezTo>
                    <a:pt x="3096" y="691"/>
                    <a:pt x="2406" y="0"/>
                    <a:pt x="1548"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98"/>
            <p:cNvSpPr/>
            <p:nvPr/>
          </p:nvSpPr>
          <p:spPr>
            <a:xfrm>
              <a:off x="2363883" y="3820855"/>
              <a:ext cx="92337" cy="92337"/>
            </a:xfrm>
            <a:custGeom>
              <a:rect b="b" l="l" r="r" t="t"/>
              <a:pathLst>
                <a:path extrusionOk="0" h="3097" w="3097">
                  <a:moveTo>
                    <a:pt x="1548" y="1"/>
                  </a:moveTo>
                  <a:cubicBezTo>
                    <a:pt x="691" y="1"/>
                    <a:pt x="0" y="691"/>
                    <a:pt x="0" y="1549"/>
                  </a:cubicBezTo>
                  <a:cubicBezTo>
                    <a:pt x="0" y="2406"/>
                    <a:pt x="691" y="3096"/>
                    <a:pt x="1548" y="3096"/>
                  </a:cubicBezTo>
                  <a:cubicBezTo>
                    <a:pt x="2406" y="3096"/>
                    <a:pt x="3096" y="2406"/>
                    <a:pt x="3096" y="1549"/>
                  </a:cubicBezTo>
                  <a:cubicBezTo>
                    <a:pt x="3096" y="691"/>
                    <a:pt x="2406" y="1"/>
                    <a:pt x="154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98"/>
            <p:cNvSpPr/>
            <p:nvPr/>
          </p:nvSpPr>
          <p:spPr>
            <a:xfrm>
              <a:off x="2378075" y="3591516"/>
              <a:ext cx="78145" cy="88074"/>
            </a:xfrm>
            <a:custGeom>
              <a:rect b="b" l="l" r="r" t="t"/>
              <a:pathLst>
                <a:path extrusionOk="0" h="2954" w="2621">
                  <a:moveTo>
                    <a:pt x="1715" y="1"/>
                  </a:moveTo>
                  <a:lnTo>
                    <a:pt x="1715" y="1"/>
                  </a:lnTo>
                  <a:cubicBezTo>
                    <a:pt x="2001" y="286"/>
                    <a:pt x="2192" y="691"/>
                    <a:pt x="2192" y="1120"/>
                  </a:cubicBezTo>
                  <a:cubicBezTo>
                    <a:pt x="2192" y="1977"/>
                    <a:pt x="1501" y="2668"/>
                    <a:pt x="644" y="2668"/>
                  </a:cubicBezTo>
                  <a:cubicBezTo>
                    <a:pt x="429" y="2668"/>
                    <a:pt x="215" y="2596"/>
                    <a:pt x="1" y="2501"/>
                  </a:cubicBezTo>
                  <a:lnTo>
                    <a:pt x="1" y="2501"/>
                  </a:lnTo>
                  <a:cubicBezTo>
                    <a:pt x="286" y="2787"/>
                    <a:pt x="667" y="2954"/>
                    <a:pt x="1072" y="2954"/>
                  </a:cubicBezTo>
                  <a:cubicBezTo>
                    <a:pt x="1953" y="2954"/>
                    <a:pt x="2620" y="2263"/>
                    <a:pt x="2620" y="1406"/>
                  </a:cubicBezTo>
                  <a:cubicBezTo>
                    <a:pt x="2620" y="786"/>
                    <a:pt x="2263" y="239"/>
                    <a:pt x="171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98"/>
            <p:cNvSpPr/>
            <p:nvPr/>
          </p:nvSpPr>
          <p:spPr>
            <a:xfrm>
              <a:off x="2378075" y="3707975"/>
              <a:ext cx="78145" cy="88074"/>
            </a:xfrm>
            <a:custGeom>
              <a:rect b="b" l="l" r="r" t="t"/>
              <a:pathLst>
                <a:path extrusionOk="0" h="2954" w="2621">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2"/>
                    <a:pt x="2620" y="1405"/>
                  </a:cubicBezTo>
                  <a:cubicBezTo>
                    <a:pt x="2620" y="786"/>
                    <a:pt x="2263" y="238"/>
                    <a:pt x="171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98"/>
            <p:cNvSpPr/>
            <p:nvPr/>
          </p:nvSpPr>
          <p:spPr>
            <a:xfrm>
              <a:off x="2378075" y="3825119"/>
              <a:ext cx="78145" cy="88074"/>
            </a:xfrm>
            <a:custGeom>
              <a:rect b="b" l="l" r="r" t="t"/>
              <a:pathLst>
                <a:path extrusionOk="0" h="2954" w="2621">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3"/>
                    <a:pt x="2620" y="1406"/>
                  </a:cubicBezTo>
                  <a:cubicBezTo>
                    <a:pt x="2620" y="786"/>
                    <a:pt x="2263" y="239"/>
                    <a:pt x="171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98"/>
            <p:cNvSpPr/>
            <p:nvPr/>
          </p:nvSpPr>
          <p:spPr>
            <a:xfrm>
              <a:off x="2356787" y="3582512"/>
              <a:ext cx="241442" cy="102772"/>
            </a:xfrm>
            <a:custGeom>
              <a:rect b="b" l="l" r="r" t="t"/>
              <a:pathLst>
                <a:path extrusionOk="0" h="3447" w="8098">
                  <a:moveTo>
                    <a:pt x="6406" y="731"/>
                  </a:moveTo>
                  <a:cubicBezTo>
                    <a:pt x="6430" y="731"/>
                    <a:pt x="6478" y="731"/>
                    <a:pt x="6478" y="755"/>
                  </a:cubicBezTo>
                  <a:lnTo>
                    <a:pt x="7716" y="2541"/>
                  </a:lnTo>
                  <a:cubicBezTo>
                    <a:pt x="7740" y="2565"/>
                    <a:pt x="7716" y="2613"/>
                    <a:pt x="7716" y="2636"/>
                  </a:cubicBezTo>
                  <a:cubicBezTo>
                    <a:pt x="7716" y="2660"/>
                    <a:pt x="7692" y="2660"/>
                    <a:pt x="7668" y="2660"/>
                  </a:cubicBezTo>
                  <a:lnTo>
                    <a:pt x="3263" y="2660"/>
                  </a:lnTo>
                  <a:cubicBezTo>
                    <a:pt x="3429" y="2398"/>
                    <a:pt x="3549" y="2041"/>
                    <a:pt x="3549" y="1684"/>
                  </a:cubicBezTo>
                  <a:cubicBezTo>
                    <a:pt x="3525" y="1350"/>
                    <a:pt x="3406" y="993"/>
                    <a:pt x="3215" y="731"/>
                  </a:cubicBezTo>
                  <a:close/>
                  <a:moveTo>
                    <a:pt x="1786" y="350"/>
                  </a:moveTo>
                  <a:cubicBezTo>
                    <a:pt x="2548" y="350"/>
                    <a:pt x="3167" y="969"/>
                    <a:pt x="3167" y="1708"/>
                  </a:cubicBezTo>
                  <a:cubicBezTo>
                    <a:pt x="3167" y="2446"/>
                    <a:pt x="2548" y="3089"/>
                    <a:pt x="1786" y="3089"/>
                  </a:cubicBezTo>
                  <a:cubicBezTo>
                    <a:pt x="1048" y="3089"/>
                    <a:pt x="429" y="2446"/>
                    <a:pt x="429" y="1708"/>
                  </a:cubicBezTo>
                  <a:cubicBezTo>
                    <a:pt x="429" y="969"/>
                    <a:pt x="1048" y="350"/>
                    <a:pt x="1786" y="350"/>
                  </a:cubicBezTo>
                  <a:close/>
                  <a:moveTo>
                    <a:pt x="1842" y="0"/>
                  </a:moveTo>
                  <a:cubicBezTo>
                    <a:pt x="1768" y="0"/>
                    <a:pt x="1694" y="6"/>
                    <a:pt x="1620" y="17"/>
                  </a:cubicBezTo>
                  <a:cubicBezTo>
                    <a:pt x="810" y="112"/>
                    <a:pt x="167" y="755"/>
                    <a:pt x="95" y="1589"/>
                  </a:cubicBezTo>
                  <a:cubicBezTo>
                    <a:pt x="0" y="2565"/>
                    <a:pt x="810" y="3446"/>
                    <a:pt x="1786" y="3446"/>
                  </a:cubicBezTo>
                  <a:cubicBezTo>
                    <a:pt x="2215" y="3446"/>
                    <a:pt x="2596" y="3279"/>
                    <a:pt x="2906" y="3041"/>
                  </a:cubicBezTo>
                  <a:lnTo>
                    <a:pt x="7621" y="3041"/>
                  </a:lnTo>
                  <a:cubicBezTo>
                    <a:pt x="7740" y="3041"/>
                    <a:pt x="7907" y="2994"/>
                    <a:pt x="7978" y="2875"/>
                  </a:cubicBezTo>
                  <a:cubicBezTo>
                    <a:pt x="8097" y="2732"/>
                    <a:pt x="8097" y="2517"/>
                    <a:pt x="7978" y="2374"/>
                  </a:cubicBezTo>
                  <a:lnTo>
                    <a:pt x="6740" y="588"/>
                  </a:lnTo>
                  <a:cubicBezTo>
                    <a:pt x="6644" y="469"/>
                    <a:pt x="6525" y="398"/>
                    <a:pt x="6382" y="398"/>
                  </a:cubicBezTo>
                  <a:lnTo>
                    <a:pt x="2906" y="398"/>
                  </a:lnTo>
                  <a:cubicBezTo>
                    <a:pt x="2624" y="157"/>
                    <a:pt x="2241" y="0"/>
                    <a:pt x="18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98"/>
            <p:cNvSpPr/>
            <p:nvPr/>
          </p:nvSpPr>
          <p:spPr>
            <a:xfrm>
              <a:off x="2356787" y="3697748"/>
              <a:ext cx="300356" cy="103249"/>
            </a:xfrm>
            <a:custGeom>
              <a:rect b="b" l="l" r="r" t="t"/>
              <a:pathLst>
                <a:path extrusionOk="0" h="3463" w="10074">
                  <a:moveTo>
                    <a:pt x="1786" y="367"/>
                  </a:moveTo>
                  <a:cubicBezTo>
                    <a:pt x="2548" y="367"/>
                    <a:pt x="3167" y="1010"/>
                    <a:pt x="3167" y="1748"/>
                  </a:cubicBezTo>
                  <a:cubicBezTo>
                    <a:pt x="3167" y="2486"/>
                    <a:pt x="2548" y="3106"/>
                    <a:pt x="1786" y="3106"/>
                  </a:cubicBezTo>
                  <a:cubicBezTo>
                    <a:pt x="1048" y="3106"/>
                    <a:pt x="429" y="2486"/>
                    <a:pt x="429" y="1748"/>
                  </a:cubicBezTo>
                  <a:cubicBezTo>
                    <a:pt x="429" y="1010"/>
                    <a:pt x="1048" y="367"/>
                    <a:pt x="1786" y="367"/>
                  </a:cubicBezTo>
                  <a:close/>
                  <a:moveTo>
                    <a:pt x="1775" y="1"/>
                  </a:moveTo>
                  <a:cubicBezTo>
                    <a:pt x="1716" y="1"/>
                    <a:pt x="1656" y="4"/>
                    <a:pt x="1596" y="10"/>
                  </a:cubicBezTo>
                  <a:cubicBezTo>
                    <a:pt x="786" y="105"/>
                    <a:pt x="119" y="772"/>
                    <a:pt x="72" y="1605"/>
                  </a:cubicBezTo>
                  <a:cubicBezTo>
                    <a:pt x="0" y="2605"/>
                    <a:pt x="810" y="3463"/>
                    <a:pt x="1786" y="3463"/>
                  </a:cubicBezTo>
                  <a:cubicBezTo>
                    <a:pt x="2215" y="3463"/>
                    <a:pt x="2596" y="3320"/>
                    <a:pt x="2906" y="3082"/>
                  </a:cubicBezTo>
                  <a:lnTo>
                    <a:pt x="9597" y="3082"/>
                  </a:lnTo>
                  <a:cubicBezTo>
                    <a:pt x="9716" y="3082"/>
                    <a:pt x="9859" y="3034"/>
                    <a:pt x="9955" y="2915"/>
                  </a:cubicBezTo>
                  <a:cubicBezTo>
                    <a:pt x="10074" y="2748"/>
                    <a:pt x="10074" y="2558"/>
                    <a:pt x="9955" y="2391"/>
                  </a:cubicBezTo>
                  <a:lnTo>
                    <a:pt x="8692" y="605"/>
                  </a:lnTo>
                  <a:cubicBezTo>
                    <a:pt x="8621" y="486"/>
                    <a:pt x="8502" y="438"/>
                    <a:pt x="8335" y="438"/>
                  </a:cubicBezTo>
                  <a:lnTo>
                    <a:pt x="7073" y="438"/>
                  </a:lnTo>
                  <a:cubicBezTo>
                    <a:pt x="6978" y="438"/>
                    <a:pt x="6906" y="486"/>
                    <a:pt x="6883" y="581"/>
                  </a:cubicBezTo>
                  <a:cubicBezTo>
                    <a:pt x="6859" y="700"/>
                    <a:pt x="6954" y="796"/>
                    <a:pt x="7073" y="796"/>
                  </a:cubicBezTo>
                  <a:lnTo>
                    <a:pt x="8335" y="796"/>
                  </a:lnTo>
                  <a:cubicBezTo>
                    <a:pt x="8359" y="796"/>
                    <a:pt x="8407" y="796"/>
                    <a:pt x="8407" y="819"/>
                  </a:cubicBezTo>
                  <a:lnTo>
                    <a:pt x="9645" y="2605"/>
                  </a:lnTo>
                  <a:cubicBezTo>
                    <a:pt x="9693" y="2629"/>
                    <a:pt x="9645" y="2677"/>
                    <a:pt x="9645" y="2701"/>
                  </a:cubicBezTo>
                  <a:cubicBezTo>
                    <a:pt x="9645" y="2725"/>
                    <a:pt x="9621" y="2725"/>
                    <a:pt x="9597" y="2725"/>
                  </a:cubicBezTo>
                  <a:lnTo>
                    <a:pt x="3191" y="2725"/>
                  </a:lnTo>
                  <a:cubicBezTo>
                    <a:pt x="3382" y="2463"/>
                    <a:pt x="3501" y="2105"/>
                    <a:pt x="3501" y="1748"/>
                  </a:cubicBezTo>
                  <a:cubicBezTo>
                    <a:pt x="3501" y="1391"/>
                    <a:pt x="3382" y="1058"/>
                    <a:pt x="3191" y="772"/>
                  </a:cubicBezTo>
                  <a:lnTo>
                    <a:pt x="6240" y="772"/>
                  </a:lnTo>
                  <a:cubicBezTo>
                    <a:pt x="6311" y="772"/>
                    <a:pt x="6382" y="700"/>
                    <a:pt x="6406" y="605"/>
                  </a:cubicBezTo>
                  <a:cubicBezTo>
                    <a:pt x="6430" y="486"/>
                    <a:pt x="6359" y="415"/>
                    <a:pt x="6240" y="415"/>
                  </a:cubicBezTo>
                  <a:lnTo>
                    <a:pt x="2858" y="415"/>
                  </a:lnTo>
                  <a:cubicBezTo>
                    <a:pt x="2587" y="144"/>
                    <a:pt x="2189" y="1"/>
                    <a:pt x="17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98"/>
            <p:cNvSpPr/>
            <p:nvPr/>
          </p:nvSpPr>
          <p:spPr>
            <a:xfrm>
              <a:off x="2356787" y="3816592"/>
              <a:ext cx="357154" cy="102832"/>
            </a:xfrm>
            <a:custGeom>
              <a:rect b="b" l="l" r="r" t="t"/>
              <a:pathLst>
                <a:path extrusionOk="0" h="3449" w="11979">
                  <a:moveTo>
                    <a:pt x="1786" y="310"/>
                  </a:moveTo>
                  <a:cubicBezTo>
                    <a:pt x="2548" y="310"/>
                    <a:pt x="3167" y="953"/>
                    <a:pt x="3167" y="1692"/>
                  </a:cubicBezTo>
                  <a:cubicBezTo>
                    <a:pt x="3167" y="2430"/>
                    <a:pt x="2572" y="3049"/>
                    <a:pt x="1786" y="3049"/>
                  </a:cubicBezTo>
                  <a:cubicBezTo>
                    <a:pt x="1048" y="3049"/>
                    <a:pt x="429" y="2430"/>
                    <a:pt x="429" y="1692"/>
                  </a:cubicBezTo>
                  <a:cubicBezTo>
                    <a:pt x="429" y="953"/>
                    <a:pt x="1048" y="310"/>
                    <a:pt x="1786" y="310"/>
                  </a:cubicBezTo>
                  <a:close/>
                  <a:moveTo>
                    <a:pt x="1786" y="1"/>
                  </a:moveTo>
                  <a:cubicBezTo>
                    <a:pt x="810" y="1"/>
                    <a:pt x="0" y="858"/>
                    <a:pt x="72" y="1858"/>
                  </a:cubicBezTo>
                  <a:cubicBezTo>
                    <a:pt x="119" y="2668"/>
                    <a:pt x="786" y="3359"/>
                    <a:pt x="1596" y="3430"/>
                  </a:cubicBezTo>
                  <a:cubicBezTo>
                    <a:pt x="1673" y="3442"/>
                    <a:pt x="1751" y="3448"/>
                    <a:pt x="1829" y="3448"/>
                  </a:cubicBezTo>
                  <a:cubicBezTo>
                    <a:pt x="2213" y="3448"/>
                    <a:pt x="2601" y="3306"/>
                    <a:pt x="2858" y="3049"/>
                  </a:cubicBezTo>
                  <a:lnTo>
                    <a:pt x="3906" y="3049"/>
                  </a:lnTo>
                  <a:cubicBezTo>
                    <a:pt x="4001" y="3049"/>
                    <a:pt x="4049" y="3001"/>
                    <a:pt x="4072" y="2906"/>
                  </a:cubicBezTo>
                  <a:cubicBezTo>
                    <a:pt x="4120" y="2787"/>
                    <a:pt x="4025" y="2692"/>
                    <a:pt x="3906" y="2692"/>
                  </a:cubicBezTo>
                  <a:lnTo>
                    <a:pt x="3191" y="2692"/>
                  </a:lnTo>
                  <a:cubicBezTo>
                    <a:pt x="3358" y="2430"/>
                    <a:pt x="3477" y="2073"/>
                    <a:pt x="3477" y="1715"/>
                  </a:cubicBezTo>
                  <a:cubicBezTo>
                    <a:pt x="3477" y="1358"/>
                    <a:pt x="3358" y="1025"/>
                    <a:pt x="3191" y="739"/>
                  </a:cubicBezTo>
                  <a:lnTo>
                    <a:pt x="10264" y="739"/>
                  </a:lnTo>
                  <a:cubicBezTo>
                    <a:pt x="10312" y="739"/>
                    <a:pt x="10336" y="739"/>
                    <a:pt x="10336" y="763"/>
                  </a:cubicBezTo>
                  <a:lnTo>
                    <a:pt x="11574" y="2549"/>
                  </a:lnTo>
                  <a:cubicBezTo>
                    <a:pt x="11622" y="2573"/>
                    <a:pt x="11574" y="2620"/>
                    <a:pt x="11574" y="2644"/>
                  </a:cubicBezTo>
                  <a:cubicBezTo>
                    <a:pt x="11574" y="2668"/>
                    <a:pt x="11550" y="2668"/>
                    <a:pt x="11526" y="2668"/>
                  </a:cubicBezTo>
                  <a:lnTo>
                    <a:pt x="4739" y="2668"/>
                  </a:lnTo>
                  <a:cubicBezTo>
                    <a:pt x="4644" y="2668"/>
                    <a:pt x="4596" y="2739"/>
                    <a:pt x="4573" y="2811"/>
                  </a:cubicBezTo>
                  <a:cubicBezTo>
                    <a:pt x="4525" y="2930"/>
                    <a:pt x="4620" y="3025"/>
                    <a:pt x="4739" y="3025"/>
                  </a:cubicBezTo>
                  <a:lnTo>
                    <a:pt x="11526" y="3025"/>
                  </a:lnTo>
                  <a:cubicBezTo>
                    <a:pt x="11645" y="3025"/>
                    <a:pt x="11788" y="2978"/>
                    <a:pt x="11884" y="2858"/>
                  </a:cubicBezTo>
                  <a:cubicBezTo>
                    <a:pt x="11979" y="2692"/>
                    <a:pt x="11979" y="2501"/>
                    <a:pt x="11884" y="2335"/>
                  </a:cubicBezTo>
                  <a:lnTo>
                    <a:pt x="10645" y="548"/>
                  </a:lnTo>
                  <a:cubicBezTo>
                    <a:pt x="10550" y="429"/>
                    <a:pt x="10431" y="382"/>
                    <a:pt x="10288" y="382"/>
                  </a:cubicBezTo>
                  <a:lnTo>
                    <a:pt x="2906" y="382"/>
                  </a:lnTo>
                  <a:cubicBezTo>
                    <a:pt x="2596" y="144"/>
                    <a:pt x="2215" y="1"/>
                    <a:pt x="1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2" name="Google Shape;22842;p98"/>
          <p:cNvGrpSpPr/>
          <p:nvPr/>
        </p:nvGrpSpPr>
        <p:grpSpPr>
          <a:xfrm>
            <a:off x="1065565" y="3994367"/>
            <a:ext cx="354321" cy="355039"/>
            <a:chOff x="1713260" y="4146767"/>
            <a:chExt cx="354321" cy="355039"/>
          </a:xfrm>
        </p:grpSpPr>
        <p:sp>
          <p:nvSpPr>
            <p:cNvPr id="22843" name="Google Shape;22843;p98"/>
            <p:cNvSpPr/>
            <p:nvPr/>
          </p:nvSpPr>
          <p:spPr>
            <a:xfrm>
              <a:off x="1804137" y="4237644"/>
              <a:ext cx="171854" cy="172569"/>
            </a:xfrm>
            <a:custGeom>
              <a:rect b="b" l="l" r="r" t="t"/>
              <a:pathLst>
                <a:path extrusionOk="0" h="5788" w="5764">
                  <a:moveTo>
                    <a:pt x="2882" y="1"/>
                  </a:moveTo>
                  <a:cubicBezTo>
                    <a:pt x="1287" y="1"/>
                    <a:pt x="1" y="1310"/>
                    <a:pt x="1" y="2906"/>
                  </a:cubicBezTo>
                  <a:cubicBezTo>
                    <a:pt x="1" y="4478"/>
                    <a:pt x="1287" y="5788"/>
                    <a:pt x="2882" y="5788"/>
                  </a:cubicBezTo>
                  <a:cubicBezTo>
                    <a:pt x="4478" y="5788"/>
                    <a:pt x="5764" y="4478"/>
                    <a:pt x="5764" y="2906"/>
                  </a:cubicBezTo>
                  <a:cubicBezTo>
                    <a:pt x="5764" y="1310"/>
                    <a:pt x="4478" y="1"/>
                    <a:pt x="288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98"/>
            <p:cNvSpPr/>
            <p:nvPr/>
          </p:nvSpPr>
          <p:spPr>
            <a:xfrm>
              <a:off x="1836099" y="4248288"/>
              <a:ext cx="140608" cy="161925"/>
            </a:xfrm>
            <a:custGeom>
              <a:rect b="b" l="l" r="r" t="t"/>
              <a:pathLst>
                <a:path extrusionOk="0" h="5431" w="4716">
                  <a:moveTo>
                    <a:pt x="3215" y="1"/>
                  </a:moveTo>
                  <a:lnTo>
                    <a:pt x="3215" y="1"/>
                  </a:lnTo>
                  <a:cubicBezTo>
                    <a:pt x="3882" y="549"/>
                    <a:pt x="4287" y="1358"/>
                    <a:pt x="4287" y="2239"/>
                  </a:cubicBezTo>
                  <a:cubicBezTo>
                    <a:pt x="4287" y="3859"/>
                    <a:pt x="3001" y="5121"/>
                    <a:pt x="1405" y="5121"/>
                  </a:cubicBezTo>
                  <a:cubicBezTo>
                    <a:pt x="905" y="5121"/>
                    <a:pt x="429" y="5002"/>
                    <a:pt x="0" y="4764"/>
                  </a:cubicBezTo>
                  <a:lnTo>
                    <a:pt x="0" y="4764"/>
                  </a:lnTo>
                  <a:cubicBezTo>
                    <a:pt x="477" y="5192"/>
                    <a:pt x="1143" y="5431"/>
                    <a:pt x="1810" y="5431"/>
                  </a:cubicBezTo>
                  <a:cubicBezTo>
                    <a:pt x="3430" y="5431"/>
                    <a:pt x="4716" y="4145"/>
                    <a:pt x="4716" y="2549"/>
                  </a:cubicBezTo>
                  <a:cubicBezTo>
                    <a:pt x="4716" y="1477"/>
                    <a:pt x="4120" y="525"/>
                    <a:pt x="3215"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98"/>
            <p:cNvSpPr/>
            <p:nvPr/>
          </p:nvSpPr>
          <p:spPr>
            <a:xfrm>
              <a:off x="1718925" y="4336333"/>
              <a:ext cx="159093" cy="159093"/>
            </a:xfrm>
            <a:custGeom>
              <a:rect b="b" l="l" r="r" t="t"/>
              <a:pathLst>
                <a:path extrusionOk="0" h="5336" w="5336">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98"/>
            <p:cNvSpPr/>
            <p:nvPr/>
          </p:nvSpPr>
          <p:spPr>
            <a:xfrm>
              <a:off x="1718925" y="4336333"/>
              <a:ext cx="159093" cy="159093"/>
            </a:xfrm>
            <a:custGeom>
              <a:rect b="b" l="l" r="r" t="t"/>
              <a:pathLst>
                <a:path extrusionOk="0" h="5336" w="5336">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98"/>
            <p:cNvSpPr/>
            <p:nvPr/>
          </p:nvSpPr>
          <p:spPr>
            <a:xfrm>
              <a:off x="1718925" y="4151746"/>
              <a:ext cx="343707" cy="343678"/>
            </a:xfrm>
            <a:custGeom>
              <a:rect b="b" l="l" r="r" t="t"/>
              <a:pathLst>
                <a:path extrusionOk="0" h="11527" w="11528">
                  <a:moveTo>
                    <a:pt x="5740" y="0"/>
                  </a:moveTo>
                  <a:cubicBezTo>
                    <a:pt x="2740" y="0"/>
                    <a:pt x="263" y="2334"/>
                    <a:pt x="1" y="5263"/>
                  </a:cubicBezTo>
                  <a:cubicBezTo>
                    <a:pt x="1" y="5335"/>
                    <a:pt x="25" y="5358"/>
                    <a:pt x="72" y="5358"/>
                  </a:cubicBezTo>
                  <a:lnTo>
                    <a:pt x="1549" y="5358"/>
                  </a:lnTo>
                  <a:cubicBezTo>
                    <a:pt x="1573" y="5358"/>
                    <a:pt x="1620" y="5335"/>
                    <a:pt x="1620" y="5287"/>
                  </a:cubicBezTo>
                  <a:cubicBezTo>
                    <a:pt x="1867" y="3235"/>
                    <a:pt x="3598" y="1660"/>
                    <a:pt x="5718" y="1660"/>
                  </a:cubicBezTo>
                  <a:cubicBezTo>
                    <a:pt x="6058" y="1660"/>
                    <a:pt x="6409" y="1701"/>
                    <a:pt x="6764" y="1786"/>
                  </a:cubicBezTo>
                  <a:cubicBezTo>
                    <a:pt x="8074" y="2096"/>
                    <a:pt x="9408" y="3453"/>
                    <a:pt x="9741" y="4763"/>
                  </a:cubicBezTo>
                  <a:cubicBezTo>
                    <a:pt x="10360" y="7311"/>
                    <a:pt x="8598" y="9621"/>
                    <a:pt x="6216" y="9907"/>
                  </a:cubicBezTo>
                  <a:cubicBezTo>
                    <a:pt x="6193" y="9907"/>
                    <a:pt x="6169" y="9954"/>
                    <a:pt x="6169" y="9978"/>
                  </a:cubicBezTo>
                  <a:lnTo>
                    <a:pt x="6169" y="11455"/>
                  </a:lnTo>
                  <a:cubicBezTo>
                    <a:pt x="6169" y="11502"/>
                    <a:pt x="6216" y="11526"/>
                    <a:pt x="6264" y="11526"/>
                  </a:cubicBezTo>
                  <a:cubicBezTo>
                    <a:pt x="9193" y="11264"/>
                    <a:pt x="11527" y="8788"/>
                    <a:pt x="11527" y="5787"/>
                  </a:cubicBezTo>
                  <a:cubicBezTo>
                    <a:pt x="11527" y="2596"/>
                    <a:pt x="8931" y="0"/>
                    <a:pt x="57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98"/>
            <p:cNvSpPr/>
            <p:nvPr/>
          </p:nvSpPr>
          <p:spPr>
            <a:xfrm>
              <a:off x="1902826" y="4173750"/>
              <a:ext cx="159808" cy="321674"/>
            </a:xfrm>
            <a:custGeom>
              <a:rect b="b" l="l" r="r" t="t"/>
              <a:pathLst>
                <a:path extrusionOk="0" h="10789" w="5360">
                  <a:moveTo>
                    <a:pt x="2406" y="0"/>
                  </a:moveTo>
                  <a:cubicBezTo>
                    <a:pt x="3906" y="1048"/>
                    <a:pt x="4883" y="2763"/>
                    <a:pt x="4883" y="4739"/>
                  </a:cubicBezTo>
                  <a:cubicBezTo>
                    <a:pt x="4883" y="7621"/>
                    <a:pt x="2763" y="10050"/>
                    <a:pt x="1" y="10455"/>
                  </a:cubicBezTo>
                  <a:lnTo>
                    <a:pt x="1" y="10717"/>
                  </a:lnTo>
                  <a:cubicBezTo>
                    <a:pt x="1" y="10764"/>
                    <a:pt x="48" y="10788"/>
                    <a:pt x="96" y="10788"/>
                  </a:cubicBezTo>
                  <a:cubicBezTo>
                    <a:pt x="3025" y="10526"/>
                    <a:pt x="5359" y="8050"/>
                    <a:pt x="5359" y="5049"/>
                  </a:cubicBezTo>
                  <a:cubicBezTo>
                    <a:pt x="5359" y="2906"/>
                    <a:pt x="4192" y="1024"/>
                    <a:pt x="240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98"/>
            <p:cNvSpPr/>
            <p:nvPr/>
          </p:nvSpPr>
          <p:spPr>
            <a:xfrm>
              <a:off x="1713260" y="4146767"/>
              <a:ext cx="354321" cy="352920"/>
            </a:xfrm>
            <a:custGeom>
              <a:rect b="b" l="l" r="r" t="t"/>
              <a:pathLst>
                <a:path extrusionOk="0" h="11837" w="11884">
                  <a:moveTo>
                    <a:pt x="5930" y="0"/>
                  </a:moveTo>
                  <a:cubicBezTo>
                    <a:pt x="4454" y="0"/>
                    <a:pt x="3025" y="548"/>
                    <a:pt x="1929" y="1572"/>
                  </a:cubicBezTo>
                  <a:cubicBezTo>
                    <a:pt x="810" y="2572"/>
                    <a:pt x="167" y="3954"/>
                    <a:pt x="0" y="5406"/>
                  </a:cubicBezTo>
                  <a:cubicBezTo>
                    <a:pt x="0" y="5525"/>
                    <a:pt x="72" y="5644"/>
                    <a:pt x="191" y="5668"/>
                  </a:cubicBezTo>
                  <a:lnTo>
                    <a:pt x="1739" y="5668"/>
                  </a:lnTo>
                  <a:cubicBezTo>
                    <a:pt x="1858" y="5668"/>
                    <a:pt x="1977" y="5597"/>
                    <a:pt x="1977" y="5454"/>
                  </a:cubicBezTo>
                  <a:cubicBezTo>
                    <a:pt x="2215" y="3477"/>
                    <a:pt x="3906" y="1953"/>
                    <a:pt x="5930" y="1953"/>
                  </a:cubicBezTo>
                  <a:cubicBezTo>
                    <a:pt x="6597" y="1953"/>
                    <a:pt x="7240" y="2144"/>
                    <a:pt x="7812" y="2429"/>
                  </a:cubicBezTo>
                  <a:cubicBezTo>
                    <a:pt x="7838" y="2449"/>
                    <a:pt x="7866" y="2458"/>
                    <a:pt x="7893" y="2458"/>
                  </a:cubicBezTo>
                  <a:cubicBezTo>
                    <a:pt x="7965" y="2458"/>
                    <a:pt x="8032" y="2397"/>
                    <a:pt x="8050" y="2310"/>
                  </a:cubicBezTo>
                  <a:cubicBezTo>
                    <a:pt x="8074" y="2215"/>
                    <a:pt x="8026" y="2144"/>
                    <a:pt x="7954" y="2096"/>
                  </a:cubicBezTo>
                  <a:cubicBezTo>
                    <a:pt x="7335" y="1786"/>
                    <a:pt x="6621" y="1596"/>
                    <a:pt x="5930" y="1596"/>
                  </a:cubicBezTo>
                  <a:cubicBezTo>
                    <a:pt x="3787" y="1596"/>
                    <a:pt x="1953" y="3168"/>
                    <a:pt x="1644" y="5311"/>
                  </a:cubicBezTo>
                  <a:lnTo>
                    <a:pt x="358" y="5311"/>
                  </a:lnTo>
                  <a:cubicBezTo>
                    <a:pt x="524" y="3977"/>
                    <a:pt x="1143" y="2715"/>
                    <a:pt x="2144" y="1810"/>
                  </a:cubicBezTo>
                  <a:cubicBezTo>
                    <a:pt x="3192" y="858"/>
                    <a:pt x="4525" y="310"/>
                    <a:pt x="5930" y="310"/>
                  </a:cubicBezTo>
                  <a:cubicBezTo>
                    <a:pt x="7431" y="310"/>
                    <a:pt x="8812" y="905"/>
                    <a:pt x="9883" y="1953"/>
                  </a:cubicBezTo>
                  <a:cubicBezTo>
                    <a:pt x="10955" y="3025"/>
                    <a:pt x="11527" y="4430"/>
                    <a:pt x="11527" y="5906"/>
                  </a:cubicBezTo>
                  <a:cubicBezTo>
                    <a:pt x="11527" y="7311"/>
                    <a:pt x="11003" y="8669"/>
                    <a:pt x="10050" y="9693"/>
                  </a:cubicBezTo>
                  <a:cubicBezTo>
                    <a:pt x="9121" y="10717"/>
                    <a:pt x="7859" y="11336"/>
                    <a:pt x="6526" y="11479"/>
                  </a:cubicBezTo>
                  <a:lnTo>
                    <a:pt x="6526" y="10193"/>
                  </a:lnTo>
                  <a:cubicBezTo>
                    <a:pt x="8645" y="9907"/>
                    <a:pt x="10241" y="8097"/>
                    <a:pt x="10241" y="5906"/>
                  </a:cubicBezTo>
                  <a:cubicBezTo>
                    <a:pt x="10241" y="4644"/>
                    <a:pt x="9693" y="3406"/>
                    <a:pt x="8669" y="2572"/>
                  </a:cubicBezTo>
                  <a:cubicBezTo>
                    <a:pt x="8645" y="2549"/>
                    <a:pt x="8609" y="2537"/>
                    <a:pt x="8571" y="2537"/>
                  </a:cubicBezTo>
                  <a:cubicBezTo>
                    <a:pt x="8532" y="2537"/>
                    <a:pt x="8490" y="2549"/>
                    <a:pt x="8455" y="2572"/>
                  </a:cubicBezTo>
                  <a:cubicBezTo>
                    <a:pt x="8383" y="2644"/>
                    <a:pt x="8383" y="2787"/>
                    <a:pt x="8455" y="2858"/>
                  </a:cubicBezTo>
                  <a:cubicBezTo>
                    <a:pt x="9383" y="3620"/>
                    <a:pt x="9931" y="4716"/>
                    <a:pt x="9931" y="5906"/>
                  </a:cubicBezTo>
                  <a:cubicBezTo>
                    <a:pt x="9931" y="7931"/>
                    <a:pt x="8407" y="9621"/>
                    <a:pt x="6406" y="9860"/>
                  </a:cubicBezTo>
                  <a:cubicBezTo>
                    <a:pt x="6287" y="9860"/>
                    <a:pt x="6192" y="9979"/>
                    <a:pt x="6192" y="10098"/>
                  </a:cubicBezTo>
                  <a:lnTo>
                    <a:pt x="6192" y="11598"/>
                  </a:lnTo>
                  <a:lnTo>
                    <a:pt x="6192" y="11622"/>
                  </a:lnTo>
                  <a:cubicBezTo>
                    <a:pt x="6240" y="11741"/>
                    <a:pt x="6335" y="11836"/>
                    <a:pt x="6430" y="11836"/>
                  </a:cubicBezTo>
                  <a:lnTo>
                    <a:pt x="6478" y="11836"/>
                  </a:lnTo>
                  <a:cubicBezTo>
                    <a:pt x="7954" y="11717"/>
                    <a:pt x="9336" y="11026"/>
                    <a:pt x="10312" y="9931"/>
                  </a:cubicBezTo>
                  <a:cubicBezTo>
                    <a:pt x="11312" y="8836"/>
                    <a:pt x="11884" y="7407"/>
                    <a:pt x="11884" y="5906"/>
                  </a:cubicBezTo>
                  <a:cubicBezTo>
                    <a:pt x="11884" y="4358"/>
                    <a:pt x="11265" y="2882"/>
                    <a:pt x="10122" y="1739"/>
                  </a:cubicBezTo>
                  <a:cubicBezTo>
                    <a:pt x="9002" y="620"/>
                    <a:pt x="7526" y="0"/>
                    <a:pt x="5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98"/>
            <p:cNvSpPr/>
            <p:nvPr/>
          </p:nvSpPr>
          <p:spPr>
            <a:xfrm>
              <a:off x="1715377" y="4332785"/>
              <a:ext cx="169021" cy="169021"/>
            </a:xfrm>
            <a:custGeom>
              <a:rect b="b" l="l" r="r" t="t"/>
              <a:pathLst>
                <a:path extrusionOk="0" h="5669" w="5669">
                  <a:moveTo>
                    <a:pt x="215" y="1"/>
                  </a:moveTo>
                  <a:cubicBezTo>
                    <a:pt x="72" y="25"/>
                    <a:pt x="1" y="144"/>
                    <a:pt x="1" y="263"/>
                  </a:cubicBezTo>
                  <a:cubicBezTo>
                    <a:pt x="191" y="2454"/>
                    <a:pt x="1549" y="4311"/>
                    <a:pt x="3549" y="5216"/>
                  </a:cubicBezTo>
                  <a:cubicBezTo>
                    <a:pt x="3572" y="5222"/>
                    <a:pt x="3593" y="5225"/>
                    <a:pt x="3613" y="5225"/>
                  </a:cubicBezTo>
                  <a:cubicBezTo>
                    <a:pt x="3678" y="5225"/>
                    <a:pt x="3733" y="5194"/>
                    <a:pt x="3787" y="5121"/>
                  </a:cubicBezTo>
                  <a:cubicBezTo>
                    <a:pt x="3811" y="5026"/>
                    <a:pt x="3787" y="4954"/>
                    <a:pt x="3692" y="4883"/>
                  </a:cubicBezTo>
                  <a:cubicBezTo>
                    <a:pt x="1858" y="4073"/>
                    <a:pt x="596" y="2358"/>
                    <a:pt x="358" y="358"/>
                  </a:cubicBezTo>
                  <a:lnTo>
                    <a:pt x="1644" y="358"/>
                  </a:lnTo>
                  <a:cubicBezTo>
                    <a:pt x="1763" y="1287"/>
                    <a:pt x="2216" y="2144"/>
                    <a:pt x="2859" y="2811"/>
                  </a:cubicBezTo>
                  <a:cubicBezTo>
                    <a:pt x="3525" y="3454"/>
                    <a:pt x="4383" y="3906"/>
                    <a:pt x="5311" y="4025"/>
                  </a:cubicBezTo>
                  <a:lnTo>
                    <a:pt x="5311" y="5311"/>
                  </a:lnTo>
                  <a:cubicBezTo>
                    <a:pt x="5002" y="5264"/>
                    <a:pt x="4668" y="5216"/>
                    <a:pt x="4383" y="5121"/>
                  </a:cubicBezTo>
                  <a:cubicBezTo>
                    <a:pt x="4359" y="5121"/>
                    <a:pt x="4287" y="5121"/>
                    <a:pt x="4264" y="5145"/>
                  </a:cubicBezTo>
                  <a:cubicBezTo>
                    <a:pt x="4121" y="5264"/>
                    <a:pt x="4168" y="5430"/>
                    <a:pt x="4311" y="5478"/>
                  </a:cubicBezTo>
                  <a:cubicBezTo>
                    <a:pt x="4668" y="5573"/>
                    <a:pt x="5026" y="5621"/>
                    <a:pt x="5383" y="5669"/>
                  </a:cubicBezTo>
                  <a:lnTo>
                    <a:pt x="5431" y="5669"/>
                  </a:lnTo>
                  <a:cubicBezTo>
                    <a:pt x="5550" y="5669"/>
                    <a:pt x="5621" y="5573"/>
                    <a:pt x="5669" y="5454"/>
                  </a:cubicBezTo>
                  <a:lnTo>
                    <a:pt x="5669" y="5430"/>
                  </a:lnTo>
                  <a:lnTo>
                    <a:pt x="5669" y="3906"/>
                  </a:lnTo>
                  <a:cubicBezTo>
                    <a:pt x="5621" y="3787"/>
                    <a:pt x="5550" y="3668"/>
                    <a:pt x="5431" y="3668"/>
                  </a:cubicBezTo>
                  <a:cubicBezTo>
                    <a:pt x="4549" y="3549"/>
                    <a:pt x="3716" y="3168"/>
                    <a:pt x="3097" y="2525"/>
                  </a:cubicBezTo>
                  <a:cubicBezTo>
                    <a:pt x="2478" y="1906"/>
                    <a:pt x="2049" y="1072"/>
                    <a:pt x="1977" y="215"/>
                  </a:cubicBezTo>
                  <a:cubicBezTo>
                    <a:pt x="1977" y="96"/>
                    <a:pt x="1858" y="1"/>
                    <a:pt x="1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98"/>
            <p:cNvSpPr/>
            <p:nvPr/>
          </p:nvSpPr>
          <p:spPr>
            <a:xfrm>
              <a:off x="1799158" y="4232665"/>
              <a:ext cx="182527" cy="182527"/>
            </a:xfrm>
            <a:custGeom>
              <a:rect b="b" l="l" r="r" t="t"/>
              <a:pathLst>
                <a:path extrusionOk="0" h="6122" w="6122">
                  <a:moveTo>
                    <a:pt x="3049" y="382"/>
                  </a:moveTo>
                  <a:cubicBezTo>
                    <a:pt x="4550" y="382"/>
                    <a:pt x="5764" y="1596"/>
                    <a:pt x="5764" y="3097"/>
                  </a:cubicBezTo>
                  <a:cubicBezTo>
                    <a:pt x="5788" y="4573"/>
                    <a:pt x="4573" y="5812"/>
                    <a:pt x="3049" y="5812"/>
                  </a:cubicBezTo>
                  <a:cubicBezTo>
                    <a:pt x="1573" y="5812"/>
                    <a:pt x="358" y="4573"/>
                    <a:pt x="358" y="3097"/>
                  </a:cubicBezTo>
                  <a:cubicBezTo>
                    <a:pt x="358" y="1596"/>
                    <a:pt x="1573" y="382"/>
                    <a:pt x="3049" y="382"/>
                  </a:cubicBezTo>
                  <a:close/>
                  <a:moveTo>
                    <a:pt x="3049" y="1"/>
                  </a:moveTo>
                  <a:cubicBezTo>
                    <a:pt x="1358" y="1"/>
                    <a:pt x="1" y="1358"/>
                    <a:pt x="1" y="3073"/>
                  </a:cubicBezTo>
                  <a:cubicBezTo>
                    <a:pt x="1" y="4764"/>
                    <a:pt x="1358" y="6121"/>
                    <a:pt x="3049" y="6121"/>
                  </a:cubicBezTo>
                  <a:cubicBezTo>
                    <a:pt x="4764" y="6121"/>
                    <a:pt x="6121" y="4764"/>
                    <a:pt x="6121" y="3073"/>
                  </a:cubicBezTo>
                  <a:cubicBezTo>
                    <a:pt x="6121" y="1358"/>
                    <a:pt x="4764" y="1"/>
                    <a:pt x="3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98"/>
            <p:cNvSpPr/>
            <p:nvPr/>
          </p:nvSpPr>
          <p:spPr>
            <a:xfrm>
              <a:off x="1851007" y="4297305"/>
              <a:ext cx="79546" cy="10674"/>
            </a:xfrm>
            <a:custGeom>
              <a:rect b="b" l="l" r="r" t="t"/>
              <a:pathLst>
                <a:path extrusionOk="0" h="358" w="2668">
                  <a:moveTo>
                    <a:pt x="215" y="0"/>
                  </a:moveTo>
                  <a:cubicBezTo>
                    <a:pt x="119" y="0"/>
                    <a:pt x="72" y="71"/>
                    <a:pt x="48" y="143"/>
                  </a:cubicBezTo>
                  <a:cubicBezTo>
                    <a:pt x="0" y="262"/>
                    <a:pt x="96" y="357"/>
                    <a:pt x="215" y="357"/>
                  </a:cubicBezTo>
                  <a:lnTo>
                    <a:pt x="2477" y="357"/>
                  </a:lnTo>
                  <a:cubicBezTo>
                    <a:pt x="2572" y="357"/>
                    <a:pt x="2620" y="310"/>
                    <a:pt x="2668" y="214"/>
                  </a:cubicBezTo>
                  <a:cubicBezTo>
                    <a:pt x="2668" y="119"/>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98"/>
            <p:cNvSpPr/>
            <p:nvPr/>
          </p:nvSpPr>
          <p:spPr>
            <a:xfrm>
              <a:off x="1851007" y="4318593"/>
              <a:ext cx="79546" cy="10674"/>
            </a:xfrm>
            <a:custGeom>
              <a:rect b="b" l="l" r="r" t="t"/>
              <a:pathLst>
                <a:path extrusionOk="0" h="358" w="2668">
                  <a:moveTo>
                    <a:pt x="215" y="0"/>
                  </a:moveTo>
                  <a:cubicBezTo>
                    <a:pt x="119" y="0"/>
                    <a:pt x="72" y="72"/>
                    <a:pt x="48" y="143"/>
                  </a:cubicBezTo>
                  <a:cubicBezTo>
                    <a:pt x="0" y="262"/>
                    <a:pt x="96" y="358"/>
                    <a:pt x="215" y="358"/>
                  </a:cubicBezTo>
                  <a:lnTo>
                    <a:pt x="2477" y="358"/>
                  </a:lnTo>
                  <a:cubicBezTo>
                    <a:pt x="2572" y="358"/>
                    <a:pt x="2620" y="310"/>
                    <a:pt x="2668" y="215"/>
                  </a:cubicBezTo>
                  <a:cubicBezTo>
                    <a:pt x="2668" y="120"/>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98"/>
            <p:cNvSpPr/>
            <p:nvPr/>
          </p:nvSpPr>
          <p:spPr>
            <a:xfrm>
              <a:off x="1867346" y="4340597"/>
              <a:ext cx="46183" cy="10674"/>
            </a:xfrm>
            <a:custGeom>
              <a:rect b="b" l="l" r="r" t="t"/>
              <a:pathLst>
                <a:path extrusionOk="0" h="358" w="1549">
                  <a:moveTo>
                    <a:pt x="214" y="1"/>
                  </a:moveTo>
                  <a:cubicBezTo>
                    <a:pt x="119" y="1"/>
                    <a:pt x="48" y="72"/>
                    <a:pt x="24" y="167"/>
                  </a:cubicBezTo>
                  <a:cubicBezTo>
                    <a:pt x="0" y="286"/>
                    <a:pt x="95" y="358"/>
                    <a:pt x="214" y="358"/>
                  </a:cubicBezTo>
                  <a:lnTo>
                    <a:pt x="1334" y="358"/>
                  </a:lnTo>
                  <a:cubicBezTo>
                    <a:pt x="1429" y="358"/>
                    <a:pt x="1477" y="310"/>
                    <a:pt x="1524" y="215"/>
                  </a:cubicBezTo>
                  <a:cubicBezTo>
                    <a:pt x="1548" y="120"/>
                    <a:pt x="1453"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5" name="Google Shape;22855;p98"/>
          <p:cNvGrpSpPr/>
          <p:nvPr/>
        </p:nvGrpSpPr>
        <p:grpSpPr>
          <a:xfrm>
            <a:off x="1787408" y="3995440"/>
            <a:ext cx="353638" cy="352534"/>
            <a:chOff x="2358903" y="4147840"/>
            <a:chExt cx="353638" cy="352534"/>
          </a:xfrm>
        </p:grpSpPr>
        <p:sp>
          <p:nvSpPr>
            <p:cNvPr id="22856" name="Google Shape;22856;p98"/>
            <p:cNvSpPr/>
            <p:nvPr/>
          </p:nvSpPr>
          <p:spPr>
            <a:xfrm>
              <a:off x="2456191" y="4152790"/>
              <a:ext cx="159779" cy="184108"/>
            </a:xfrm>
            <a:custGeom>
              <a:rect b="b" l="l" r="r" t="t"/>
              <a:pathLst>
                <a:path extrusionOk="0" h="6175" w="5359">
                  <a:moveTo>
                    <a:pt x="2688" y="1"/>
                  </a:moveTo>
                  <a:cubicBezTo>
                    <a:pt x="2667" y="1"/>
                    <a:pt x="2644" y="13"/>
                    <a:pt x="2620" y="37"/>
                  </a:cubicBezTo>
                  <a:lnTo>
                    <a:pt x="72" y="1513"/>
                  </a:lnTo>
                  <a:cubicBezTo>
                    <a:pt x="48" y="1537"/>
                    <a:pt x="0" y="1584"/>
                    <a:pt x="0" y="1608"/>
                  </a:cubicBezTo>
                  <a:lnTo>
                    <a:pt x="0" y="4585"/>
                  </a:lnTo>
                  <a:cubicBezTo>
                    <a:pt x="0" y="4609"/>
                    <a:pt x="48" y="4657"/>
                    <a:pt x="72" y="4657"/>
                  </a:cubicBezTo>
                  <a:lnTo>
                    <a:pt x="2620" y="6157"/>
                  </a:lnTo>
                  <a:cubicBezTo>
                    <a:pt x="2632" y="6169"/>
                    <a:pt x="2656" y="6175"/>
                    <a:pt x="2679" y="6175"/>
                  </a:cubicBezTo>
                  <a:cubicBezTo>
                    <a:pt x="2703" y="6175"/>
                    <a:pt x="2727" y="6169"/>
                    <a:pt x="2739" y="6157"/>
                  </a:cubicBezTo>
                  <a:lnTo>
                    <a:pt x="5311" y="4657"/>
                  </a:lnTo>
                  <a:cubicBezTo>
                    <a:pt x="5314" y="4660"/>
                    <a:pt x="5317" y="4661"/>
                    <a:pt x="5321" y="4661"/>
                  </a:cubicBezTo>
                  <a:cubicBezTo>
                    <a:pt x="5341" y="4661"/>
                    <a:pt x="5358" y="4606"/>
                    <a:pt x="5358" y="4585"/>
                  </a:cubicBezTo>
                  <a:lnTo>
                    <a:pt x="5358" y="1608"/>
                  </a:lnTo>
                  <a:cubicBezTo>
                    <a:pt x="5358" y="1584"/>
                    <a:pt x="5335" y="1513"/>
                    <a:pt x="5311" y="1513"/>
                  </a:cubicBezTo>
                  <a:lnTo>
                    <a:pt x="2739" y="37"/>
                  </a:lnTo>
                  <a:cubicBezTo>
                    <a:pt x="2727" y="13"/>
                    <a:pt x="2709" y="1"/>
                    <a:pt x="268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98"/>
            <p:cNvSpPr/>
            <p:nvPr/>
          </p:nvSpPr>
          <p:spPr>
            <a:xfrm>
              <a:off x="2365284" y="4310960"/>
              <a:ext cx="159808" cy="184287"/>
            </a:xfrm>
            <a:custGeom>
              <a:rect b="b" l="l" r="r" t="t"/>
              <a:pathLst>
                <a:path extrusionOk="0" h="6181" w="5360">
                  <a:moveTo>
                    <a:pt x="2671" y="0"/>
                  </a:moveTo>
                  <a:cubicBezTo>
                    <a:pt x="2650" y="0"/>
                    <a:pt x="2632" y="6"/>
                    <a:pt x="2621" y="18"/>
                  </a:cubicBezTo>
                  <a:lnTo>
                    <a:pt x="49" y="1519"/>
                  </a:lnTo>
                  <a:cubicBezTo>
                    <a:pt x="25" y="1542"/>
                    <a:pt x="1" y="1566"/>
                    <a:pt x="1" y="1590"/>
                  </a:cubicBezTo>
                  <a:lnTo>
                    <a:pt x="1" y="4567"/>
                  </a:lnTo>
                  <a:cubicBezTo>
                    <a:pt x="1" y="4614"/>
                    <a:pt x="25" y="4662"/>
                    <a:pt x="49" y="4662"/>
                  </a:cubicBezTo>
                  <a:lnTo>
                    <a:pt x="2621" y="6162"/>
                  </a:lnTo>
                  <a:cubicBezTo>
                    <a:pt x="2632" y="6174"/>
                    <a:pt x="2650" y="6180"/>
                    <a:pt x="2671" y="6180"/>
                  </a:cubicBezTo>
                  <a:cubicBezTo>
                    <a:pt x="2692" y="6180"/>
                    <a:pt x="2716" y="6174"/>
                    <a:pt x="2740" y="6162"/>
                  </a:cubicBezTo>
                  <a:lnTo>
                    <a:pt x="5288" y="4662"/>
                  </a:lnTo>
                  <a:cubicBezTo>
                    <a:pt x="5359" y="4662"/>
                    <a:pt x="5359" y="4638"/>
                    <a:pt x="5359" y="4567"/>
                  </a:cubicBezTo>
                  <a:lnTo>
                    <a:pt x="5359" y="1590"/>
                  </a:lnTo>
                  <a:cubicBezTo>
                    <a:pt x="5359" y="1566"/>
                    <a:pt x="5312" y="1519"/>
                    <a:pt x="5288" y="1519"/>
                  </a:cubicBezTo>
                  <a:lnTo>
                    <a:pt x="2740" y="18"/>
                  </a:lnTo>
                  <a:cubicBezTo>
                    <a:pt x="2716" y="6"/>
                    <a:pt x="2692" y="0"/>
                    <a:pt x="267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98"/>
            <p:cNvSpPr/>
            <p:nvPr/>
          </p:nvSpPr>
          <p:spPr>
            <a:xfrm>
              <a:off x="2547784" y="4310960"/>
              <a:ext cx="159779" cy="184287"/>
            </a:xfrm>
            <a:custGeom>
              <a:rect b="b" l="l" r="r" t="t"/>
              <a:pathLst>
                <a:path extrusionOk="0" h="6181" w="5359">
                  <a:moveTo>
                    <a:pt x="2679" y="0"/>
                  </a:moveTo>
                  <a:cubicBezTo>
                    <a:pt x="2656" y="0"/>
                    <a:pt x="2632" y="6"/>
                    <a:pt x="2620" y="18"/>
                  </a:cubicBezTo>
                  <a:lnTo>
                    <a:pt x="72" y="1519"/>
                  </a:lnTo>
                  <a:cubicBezTo>
                    <a:pt x="24" y="1542"/>
                    <a:pt x="0" y="1566"/>
                    <a:pt x="0" y="1590"/>
                  </a:cubicBezTo>
                  <a:lnTo>
                    <a:pt x="0" y="4567"/>
                  </a:lnTo>
                  <a:cubicBezTo>
                    <a:pt x="0" y="4614"/>
                    <a:pt x="24" y="4662"/>
                    <a:pt x="72" y="4662"/>
                  </a:cubicBezTo>
                  <a:lnTo>
                    <a:pt x="2620" y="6162"/>
                  </a:lnTo>
                  <a:cubicBezTo>
                    <a:pt x="2632" y="6174"/>
                    <a:pt x="2656" y="6180"/>
                    <a:pt x="2679" y="6180"/>
                  </a:cubicBezTo>
                  <a:cubicBezTo>
                    <a:pt x="2703" y="6180"/>
                    <a:pt x="2727" y="6174"/>
                    <a:pt x="2739" y="6162"/>
                  </a:cubicBezTo>
                  <a:lnTo>
                    <a:pt x="5311" y="4662"/>
                  </a:lnTo>
                  <a:cubicBezTo>
                    <a:pt x="5335" y="4662"/>
                    <a:pt x="5359" y="4638"/>
                    <a:pt x="5359" y="4567"/>
                  </a:cubicBezTo>
                  <a:lnTo>
                    <a:pt x="5359" y="1590"/>
                  </a:lnTo>
                  <a:cubicBezTo>
                    <a:pt x="5359" y="1566"/>
                    <a:pt x="5335" y="1519"/>
                    <a:pt x="5311" y="1519"/>
                  </a:cubicBezTo>
                  <a:lnTo>
                    <a:pt x="2739" y="18"/>
                  </a:lnTo>
                  <a:cubicBezTo>
                    <a:pt x="2727" y="6"/>
                    <a:pt x="2703" y="0"/>
                    <a:pt x="2679"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98"/>
            <p:cNvSpPr/>
            <p:nvPr/>
          </p:nvSpPr>
          <p:spPr>
            <a:xfrm>
              <a:off x="2520085" y="4190089"/>
              <a:ext cx="95885" cy="146809"/>
            </a:xfrm>
            <a:custGeom>
              <a:rect b="b" l="l" r="r" t="t"/>
              <a:pathLst>
                <a:path extrusionOk="0" h="4924" w="3216">
                  <a:moveTo>
                    <a:pt x="2668" y="0"/>
                  </a:moveTo>
                  <a:lnTo>
                    <a:pt x="2689" y="13"/>
                  </a:lnTo>
                  <a:lnTo>
                    <a:pt x="2689" y="13"/>
                  </a:lnTo>
                  <a:cubicBezTo>
                    <a:pt x="2683" y="5"/>
                    <a:pt x="2675" y="0"/>
                    <a:pt x="2668" y="0"/>
                  </a:cubicBezTo>
                  <a:close/>
                  <a:moveTo>
                    <a:pt x="2689" y="13"/>
                  </a:moveTo>
                  <a:cubicBezTo>
                    <a:pt x="2704" y="30"/>
                    <a:pt x="2715" y="63"/>
                    <a:pt x="2715" y="95"/>
                  </a:cubicBezTo>
                  <a:lnTo>
                    <a:pt x="2715" y="3072"/>
                  </a:lnTo>
                  <a:cubicBezTo>
                    <a:pt x="2715" y="3096"/>
                    <a:pt x="2692" y="3120"/>
                    <a:pt x="2668" y="3144"/>
                  </a:cubicBezTo>
                  <a:lnTo>
                    <a:pt x="96" y="4644"/>
                  </a:lnTo>
                  <a:lnTo>
                    <a:pt x="1" y="4644"/>
                  </a:lnTo>
                  <a:lnTo>
                    <a:pt x="477" y="4906"/>
                  </a:lnTo>
                  <a:cubicBezTo>
                    <a:pt x="501" y="4918"/>
                    <a:pt x="524" y="4924"/>
                    <a:pt x="545" y="4924"/>
                  </a:cubicBezTo>
                  <a:cubicBezTo>
                    <a:pt x="566" y="4924"/>
                    <a:pt x="584" y="4918"/>
                    <a:pt x="596" y="4906"/>
                  </a:cubicBezTo>
                  <a:lnTo>
                    <a:pt x="3168" y="3406"/>
                  </a:lnTo>
                  <a:cubicBezTo>
                    <a:pt x="3192" y="3406"/>
                    <a:pt x="3215" y="3358"/>
                    <a:pt x="3215" y="3334"/>
                  </a:cubicBezTo>
                  <a:lnTo>
                    <a:pt x="3215" y="357"/>
                  </a:lnTo>
                  <a:cubicBezTo>
                    <a:pt x="3215" y="333"/>
                    <a:pt x="3192" y="262"/>
                    <a:pt x="3120" y="262"/>
                  </a:cubicBezTo>
                  <a:lnTo>
                    <a:pt x="2689" y="13"/>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98"/>
            <p:cNvSpPr/>
            <p:nvPr/>
          </p:nvSpPr>
          <p:spPr>
            <a:xfrm>
              <a:off x="2429208" y="4349124"/>
              <a:ext cx="95885" cy="146839"/>
            </a:xfrm>
            <a:custGeom>
              <a:rect b="b" l="l" r="r" t="t"/>
              <a:pathLst>
                <a:path extrusionOk="0" h="4925" w="3216">
                  <a:moveTo>
                    <a:pt x="2644" y="0"/>
                  </a:moveTo>
                  <a:lnTo>
                    <a:pt x="2665" y="12"/>
                  </a:lnTo>
                  <a:lnTo>
                    <a:pt x="2665" y="12"/>
                  </a:lnTo>
                  <a:cubicBezTo>
                    <a:pt x="2659" y="5"/>
                    <a:pt x="2651" y="0"/>
                    <a:pt x="2644" y="0"/>
                  </a:cubicBezTo>
                  <a:close/>
                  <a:moveTo>
                    <a:pt x="2665" y="12"/>
                  </a:moveTo>
                  <a:lnTo>
                    <a:pt x="2665" y="12"/>
                  </a:lnTo>
                  <a:cubicBezTo>
                    <a:pt x="2680" y="28"/>
                    <a:pt x="2691" y="56"/>
                    <a:pt x="2691" y="72"/>
                  </a:cubicBezTo>
                  <a:lnTo>
                    <a:pt x="2691" y="3049"/>
                  </a:lnTo>
                  <a:cubicBezTo>
                    <a:pt x="2691" y="3096"/>
                    <a:pt x="2667" y="3120"/>
                    <a:pt x="2644" y="3144"/>
                  </a:cubicBezTo>
                  <a:lnTo>
                    <a:pt x="72" y="4644"/>
                  </a:lnTo>
                  <a:lnTo>
                    <a:pt x="0" y="4644"/>
                  </a:lnTo>
                  <a:lnTo>
                    <a:pt x="477" y="4906"/>
                  </a:lnTo>
                  <a:cubicBezTo>
                    <a:pt x="488" y="4918"/>
                    <a:pt x="506" y="4924"/>
                    <a:pt x="527" y="4924"/>
                  </a:cubicBezTo>
                  <a:cubicBezTo>
                    <a:pt x="548" y="4924"/>
                    <a:pt x="572" y="4918"/>
                    <a:pt x="596" y="4906"/>
                  </a:cubicBezTo>
                  <a:lnTo>
                    <a:pt x="3144" y="3406"/>
                  </a:lnTo>
                  <a:cubicBezTo>
                    <a:pt x="3168" y="3406"/>
                    <a:pt x="3215" y="3358"/>
                    <a:pt x="3215" y="3334"/>
                  </a:cubicBezTo>
                  <a:lnTo>
                    <a:pt x="3215" y="358"/>
                  </a:lnTo>
                  <a:cubicBezTo>
                    <a:pt x="3215" y="286"/>
                    <a:pt x="3215" y="262"/>
                    <a:pt x="3120" y="262"/>
                  </a:cubicBezTo>
                  <a:lnTo>
                    <a:pt x="2665" y="12"/>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98"/>
            <p:cNvSpPr/>
            <p:nvPr/>
          </p:nvSpPr>
          <p:spPr>
            <a:xfrm>
              <a:off x="2611678" y="4349124"/>
              <a:ext cx="95885" cy="146839"/>
            </a:xfrm>
            <a:custGeom>
              <a:rect b="b" l="l" r="r" t="t"/>
              <a:pathLst>
                <a:path extrusionOk="0" h="4925" w="3216">
                  <a:moveTo>
                    <a:pt x="2644" y="0"/>
                  </a:moveTo>
                  <a:lnTo>
                    <a:pt x="2701" y="32"/>
                  </a:lnTo>
                  <a:lnTo>
                    <a:pt x="2701" y="32"/>
                  </a:lnTo>
                  <a:cubicBezTo>
                    <a:pt x="2689" y="15"/>
                    <a:pt x="2670" y="0"/>
                    <a:pt x="2644" y="0"/>
                  </a:cubicBezTo>
                  <a:close/>
                  <a:moveTo>
                    <a:pt x="2701" y="32"/>
                  </a:moveTo>
                  <a:lnTo>
                    <a:pt x="2701" y="32"/>
                  </a:lnTo>
                  <a:cubicBezTo>
                    <a:pt x="2711" y="46"/>
                    <a:pt x="2715" y="61"/>
                    <a:pt x="2715" y="72"/>
                  </a:cubicBezTo>
                  <a:lnTo>
                    <a:pt x="2715" y="3049"/>
                  </a:lnTo>
                  <a:cubicBezTo>
                    <a:pt x="2715" y="3096"/>
                    <a:pt x="2668" y="3120"/>
                    <a:pt x="2644" y="3144"/>
                  </a:cubicBezTo>
                  <a:lnTo>
                    <a:pt x="96" y="4644"/>
                  </a:lnTo>
                  <a:lnTo>
                    <a:pt x="1" y="4644"/>
                  </a:lnTo>
                  <a:lnTo>
                    <a:pt x="477" y="4906"/>
                  </a:lnTo>
                  <a:cubicBezTo>
                    <a:pt x="489" y="4918"/>
                    <a:pt x="513" y="4924"/>
                    <a:pt x="536" y="4924"/>
                  </a:cubicBezTo>
                  <a:cubicBezTo>
                    <a:pt x="560" y="4924"/>
                    <a:pt x="584" y="4918"/>
                    <a:pt x="596" y="4906"/>
                  </a:cubicBezTo>
                  <a:lnTo>
                    <a:pt x="3168" y="3406"/>
                  </a:lnTo>
                  <a:cubicBezTo>
                    <a:pt x="3192" y="3406"/>
                    <a:pt x="3216" y="3358"/>
                    <a:pt x="3216" y="3334"/>
                  </a:cubicBezTo>
                  <a:lnTo>
                    <a:pt x="3216" y="358"/>
                  </a:lnTo>
                  <a:cubicBezTo>
                    <a:pt x="3216" y="286"/>
                    <a:pt x="3192" y="262"/>
                    <a:pt x="3120" y="262"/>
                  </a:cubicBezTo>
                  <a:lnTo>
                    <a:pt x="2701" y="32"/>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98"/>
            <p:cNvSpPr/>
            <p:nvPr/>
          </p:nvSpPr>
          <p:spPr>
            <a:xfrm>
              <a:off x="2451212" y="4147840"/>
              <a:ext cx="170423" cy="194215"/>
            </a:xfrm>
            <a:custGeom>
              <a:rect b="b" l="l" r="r" t="t"/>
              <a:pathLst>
                <a:path extrusionOk="0" h="6514" w="5716">
                  <a:moveTo>
                    <a:pt x="2882" y="345"/>
                  </a:moveTo>
                  <a:lnTo>
                    <a:pt x="5383" y="1798"/>
                  </a:lnTo>
                  <a:lnTo>
                    <a:pt x="5383" y="4727"/>
                  </a:lnTo>
                  <a:lnTo>
                    <a:pt x="2882" y="6180"/>
                  </a:lnTo>
                  <a:lnTo>
                    <a:pt x="382" y="4727"/>
                  </a:lnTo>
                  <a:lnTo>
                    <a:pt x="382" y="1798"/>
                  </a:lnTo>
                  <a:lnTo>
                    <a:pt x="2882" y="345"/>
                  </a:lnTo>
                  <a:close/>
                  <a:moveTo>
                    <a:pt x="2849" y="0"/>
                  </a:moveTo>
                  <a:cubicBezTo>
                    <a:pt x="2799" y="0"/>
                    <a:pt x="2751" y="12"/>
                    <a:pt x="2715" y="36"/>
                  </a:cubicBezTo>
                  <a:lnTo>
                    <a:pt x="143" y="1536"/>
                  </a:lnTo>
                  <a:cubicBezTo>
                    <a:pt x="48" y="1584"/>
                    <a:pt x="0" y="1679"/>
                    <a:pt x="0" y="1774"/>
                  </a:cubicBezTo>
                  <a:lnTo>
                    <a:pt x="0" y="4751"/>
                  </a:lnTo>
                  <a:cubicBezTo>
                    <a:pt x="0" y="4823"/>
                    <a:pt x="48" y="4965"/>
                    <a:pt x="143" y="4989"/>
                  </a:cubicBezTo>
                  <a:lnTo>
                    <a:pt x="2715" y="6466"/>
                  </a:lnTo>
                  <a:cubicBezTo>
                    <a:pt x="2739" y="6513"/>
                    <a:pt x="2787" y="6513"/>
                    <a:pt x="2858" y="6513"/>
                  </a:cubicBezTo>
                  <a:cubicBezTo>
                    <a:pt x="2906" y="6513"/>
                    <a:pt x="2953" y="6513"/>
                    <a:pt x="3001" y="6466"/>
                  </a:cubicBezTo>
                  <a:lnTo>
                    <a:pt x="5573" y="4989"/>
                  </a:lnTo>
                  <a:cubicBezTo>
                    <a:pt x="5645" y="4965"/>
                    <a:pt x="5716" y="4846"/>
                    <a:pt x="5716" y="4751"/>
                  </a:cubicBezTo>
                  <a:lnTo>
                    <a:pt x="5716" y="1774"/>
                  </a:lnTo>
                  <a:cubicBezTo>
                    <a:pt x="5716" y="1679"/>
                    <a:pt x="5645" y="1560"/>
                    <a:pt x="5573" y="1536"/>
                  </a:cubicBezTo>
                  <a:lnTo>
                    <a:pt x="3001" y="36"/>
                  </a:lnTo>
                  <a:cubicBezTo>
                    <a:pt x="2953" y="12"/>
                    <a:pt x="2900" y="0"/>
                    <a:pt x="2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98"/>
            <p:cNvSpPr/>
            <p:nvPr/>
          </p:nvSpPr>
          <p:spPr>
            <a:xfrm>
              <a:off x="2358903" y="4306875"/>
              <a:ext cx="171138" cy="193499"/>
            </a:xfrm>
            <a:custGeom>
              <a:rect b="b" l="l" r="r" t="t"/>
              <a:pathLst>
                <a:path extrusionOk="0" h="6490" w="5740">
                  <a:moveTo>
                    <a:pt x="2873" y="1"/>
                  </a:moveTo>
                  <a:cubicBezTo>
                    <a:pt x="2823" y="1"/>
                    <a:pt x="2775" y="12"/>
                    <a:pt x="2739" y="36"/>
                  </a:cubicBezTo>
                  <a:lnTo>
                    <a:pt x="144" y="1537"/>
                  </a:lnTo>
                  <a:cubicBezTo>
                    <a:pt x="48" y="1584"/>
                    <a:pt x="1" y="1679"/>
                    <a:pt x="1" y="1775"/>
                  </a:cubicBezTo>
                  <a:lnTo>
                    <a:pt x="1" y="4751"/>
                  </a:lnTo>
                  <a:cubicBezTo>
                    <a:pt x="1" y="4823"/>
                    <a:pt x="48" y="4942"/>
                    <a:pt x="144" y="4966"/>
                  </a:cubicBezTo>
                  <a:lnTo>
                    <a:pt x="2692" y="6466"/>
                  </a:lnTo>
                  <a:cubicBezTo>
                    <a:pt x="2739" y="6490"/>
                    <a:pt x="2787" y="6490"/>
                    <a:pt x="2858" y="6490"/>
                  </a:cubicBezTo>
                  <a:cubicBezTo>
                    <a:pt x="2906" y="6490"/>
                    <a:pt x="2930" y="6490"/>
                    <a:pt x="3001" y="6466"/>
                  </a:cubicBezTo>
                  <a:lnTo>
                    <a:pt x="5549" y="4966"/>
                  </a:lnTo>
                  <a:cubicBezTo>
                    <a:pt x="5645" y="4918"/>
                    <a:pt x="5716" y="4823"/>
                    <a:pt x="5716" y="4751"/>
                  </a:cubicBezTo>
                  <a:lnTo>
                    <a:pt x="5716" y="1775"/>
                  </a:lnTo>
                  <a:cubicBezTo>
                    <a:pt x="5740" y="1656"/>
                    <a:pt x="5692" y="1560"/>
                    <a:pt x="5597" y="1489"/>
                  </a:cubicBezTo>
                  <a:lnTo>
                    <a:pt x="4644" y="965"/>
                  </a:lnTo>
                  <a:cubicBezTo>
                    <a:pt x="4615" y="955"/>
                    <a:pt x="4577" y="949"/>
                    <a:pt x="4541" y="949"/>
                  </a:cubicBezTo>
                  <a:cubicBezTo>
                    <a:pt x="4491" y="949"/>
                    <a:pt x="4444" y="961"/>
                    <a:pt x="4430" y="989"/>
                  </a:cubicBezTo>
                  <a:cubicBezTo>
                    <a:pt x="4335" y="1084"/>
                    <a:pt x="4359" y="1203"/>
                    <a:pt x="4454" y="1251"/>
                  </a:cubicBezTo>
                  <a:lnTo>
                    <a:pt x="5383" y="1799"/>
                  </a:lnTo>
                  <a:lnTo>
                    <a:pt x="5383" y="4704"/>
                  </a:lnTo>
                  <a:lnTo>
                    <a:pt x="2882" y="6157"/>
                  </a:lnTo>
                  <a:lnTo>
                    <a:pt x="382" y="4704"/>
                  </a:lnTo>
                  <a:lnTo>
                    <a:pt x="382" y="1799"/>
                  </a:lnTo>
                  <a:lnTo>
                    <a:pt x="2906" y="346"/>
                  </a:lnTo>
                  <a:lnTo>
                    <a:pt x="3811" y="870"/>
                  </a:lnTo>
                  <a:cubicBezTo>
                    <a:pt x="3831" y="890"/>
                    <a:pt x="3855" y="899"/>
                    <a:pt x="3880" y="899"/>
                  </a:cubicBezTo>
                  <a:cubicBezTo>
                    <a:pt x="3944" y="899"/>
                    <a:pt x="4015" y="843"/>
                    <a:pt x="4049" y="774"/>
                  </a:cubicBezTo>
                  <a:cubicBezTo>
                    <a:pt x="4073" y="703"/>
                    <a:pt x="4049" y="608"/>
                    <a:pt x="3954" y="584"/>
                  </a:cubicBezTo>
                  <a:lnTo>
                    <a:pt x="3025" y="36"/>
                  </a:lnTo>
                  <a:cubicBezTo>
                    <a:pt x="2977" y="12"/>
                    <a:pt x="2924"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98"/>
            <p:cNvSpPr/>
            <p:nvPr/>
          </p:nvSpPr>
          <p:spPr>
            <a:xfrm>
              <a:off x="2542804" y="4306875"/>
              <a:ext cx="169737" cy="193499"/>
            </a:xfrm>
            <a:custGeom>
              <a:rect b="b" l="l" r="r" t="t"/>
              <a:pathLst>
                <a:path extrusionOk="0" h="6490" w="5693">
                  <a:moveTo>
                    <a:pt x="2846" y="1"/>
                  </a:moveTo>
                  <a:cubicBezTo>
                    <a:pt x="2793" y="1"/>
                    <a:pt x="2739" y="12"/>
                    <a:pt x="2692" y="36"/>
                  </a:cubicBezTo>
                  <a:lnTo>
                    <a:pt x="143" y="1537"/>
                  </a:lnTo>
                  <a:cubicBezTo>
                    <a:pt x="48" y="1584"/>
                    <a:pt x="1" y="1679"/>
                    <a:pt x="1" y="1775"/>
                  </a:cubicBezTo>
                  <a:lnTo>
                    <a:pt x="1" y="4751"/>
                  </a:lnTo>
                  <a:cubicBezTo>
                    <a:pt x="1" y="4823"/>
                    <a:pt x="48" y="4942"/>
                    <a:pt x="143" y="4990"/>
                  </a:cubicBezTo>
                  <a:lnTo>
                    <a:pt x="2692" y="6466"/>
                  </a:lnTo>
                  <a:cubicBezTo>
                    <a:pt x="2715" y="6490"/>
                    <a:pt x="2787" y="6490"/>
                    <a:pt x="2858" y="6490"/>
                  </a:cubicBezTo>
                  <a:cubicBezTo>
                    <a:pt x="2906" y="6490"/>
                    <a:pt x="2930" y="6490"/>
                    <a:pt x="3001" y="6466"/>
                  </a:cubicBezTo>
                  <a:lnTo>
                    <a:pt x="5549" y="4990"/>
                  </a:lnTo>
                  <a:cubicBezTo>
                    <a:pt x="5645" y="4918"/>
                    <a:pt x="5692" y="4823"/>
                    <a:pt x="5692" y="4751"/>
                  </a:cubicBezTo>
                  <a:lnTo>
                    <a:pt x="5692" y="4323"/>
                  </a:lnTo>
                  <a:cubicBezTo>
                    <a:pt x="5692" y="4228"/>
                    <a:pt x="5645" y="4156"/>
                    <a:pt x="5549" y="4156"/>
                  </a:cubicBezTo>
                  <a:cubicBezTo>
                    <a:pt x="5430" y="4156"/>
                    <a:pt x="5335" y="4204"/>
                    <a:pt x="5335" y="4323"/>
                  </a:cubicBezTo>
                  <a:lnTo>
                    <a:pt x="5335" y="4704"/>
                  </a:lnTo>
                  <a:lnTo>
                    <a:pt x="2834" y="6180"/>
                  </a:lnTo>
                  <a:lnTo>
                    <a:pt x="334" y="4704"/>
                  </a:lnTo>
                  <a:lnTo>
                    <a:pt x="334" y="1799"/>
                  </a:lnTo>
                  <a:lnTo>
                    <a:pt x="2834" y="346"/>
                  </a:lnTo>
                  <a:lnTo>
                    <a:pt x="5335" y="1799"/>
                  </a:lnTo>
                  <a:lnTo>
                    <a:pt x="5335" y="3513"/>
                  </a:lnTo>
                  <a:cubicBezTo>
                    <a:pt x="5359" y="3608"/>
                    <a:pt x="5430" y="3680"/>
                    <a:pt x="5549" y="3680"/>
                  </a:cubicBezTo>
                  <a:cubicBezTo>
                    <a:pt x="5645" y="3680"/>
                    <a:pt x="5692" y="3585"/>
                    <a:pt x="5692" y="3489"/>
                  </a:cubicBezTo>
                  <a:lnTo>
                    <a:pt x="5692" y="1775"/>
                  </a:lnTo>
                  <a:cubicBezTo>
                    <a:pt x="5692" y="1679"/>
                    <a:pt x="5645" y="1560"/>
                    <a:pt x="5549" y="1537"/>
                  </a:cubicBezTo>
                  <a:lnTo>
                    <a:pt x="3001" y="36"/>
                  </a:lnTo>
                  <a:cubicBezTo>
                    <a:pt x="2954" y="12"/>
                    <a:pt x="2900" y="1"/>
                    <a:pt x="2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98"/>
            <p:cNvSpPr/>
            <p:nvPr/>
          </p:nvSpPr>
          <p:spPr>
            <a:xfrm>
              <a:off x="2491671" y="4217757"/>
              <a:ext cx="88074" cy="10704"/>
            </a:xfrm>
            <a:custGeom>
              <a:rect b="b" l="l" r="r" t="t"/>
              <a:pathLst>
                <a:path extrusionOk="0" h="359" w="2954">
                  <a:moveTo>
                    <a:pt x="191" y="1"/>
                  </a:moveTo>
                  <a:cubicBezTo>
                    <a:pt x="96" y="1"/>
                    <a:pt x="1" y="72"/>
                    <a:pt x="1" y="168"/>
                  </a:cubicBezTo>
                  <a:cubicBezTo>
                    <a:pt x="1" y="263"/>
                    <a:pt x="96" y="358"/>
                    <a:pt x="191" y="358"/>
                  </a:cubicBezTo>
                  <a:lnTo>
                    <a:pt x="2787" y="358"/>
                  </a:lnTo>
                  <a:cubicBezTo>
                    <a:pt x="2859" y="358"/>
                    <a:pt x="2954" y="287"/>
                    <a:pt x="2954" y="191"/>
                  </a:cubicBezTo>
                  <a:cubicBezTo>
                    <a:pt x="2954" y="72"/>
                    <a:pt x="2882" y="1"/>
                    <a:pt x="2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98"/>
            <p:cNvSpPr/>
            <p:nvPr/>
          </p:nvSpPr>
          <p:spPr>
            <a:xfrm>
              <a:off x="2491671" y="4239791"/>
              <a:ext cx="88789" cy="10674"/>
            </a:xfrm>
            <a:custGeom>
              <a:rect b="b" l="l" r="r" t="t"/>
              <a:pathLst>
                <a:path extrusionOk="0" h="358" w="2978">
                  <a:moveTo>
                    <a:pt x="191" y="0"/>
                  </a:moveTo>
                  <a:cubicBezTo>
                    <a:pt x="96" y="0"/>
                    <a:pt x="1" y="48"/>
                    <a:pt x="1" y="143"/>
                  </a:cubicBezTo>
                  <a:cubicBezTo>
                    <a:pt x="1" y="262"/>
                    <a:pt x="72" y="357"/>
                    <a:pt x="191" y="357"/>
                  </a:cubicBezTo>
                  <a:lnTo>
                    <a:pt x="2787" y="357"/>
                  </a:lnTo>
                  <a:cubicBezTo>
                    <a:pt x="2859" y="357"/>
                    <a:pt x="2954" y="286"/>
                    <a:pt x="2954" y="214"/>
                  </a:cubicBezTo>
                  <a:cubicBezTo>
                    <a:pt x="2978" y="95"/>
                    <a:pt x="2906" y="0"/>
                    <a:pt x="2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98"/>
            <p:cNvSpPr/>
            <p:nvPr/>
          </p:nvSpPr>
          <p:spPr>
            <a:xfrm>
              <a:off x="2512274" y="4261795"/>
              <a:ext cx="49016" cy="10674"/>
            </a:xfrm>
            <a:custGeom>
              <a:rect b="b" l="l" r="r" t="t"/>
              <a:pathLst>
                <a:path extrusionOk="0" h="358" w="1644">
                  <a:moveTo>
                    <a:pt x="191" y="0"/>
                  </a:moveTo>
                  <a:cubicBezTo>
                    <a:pt x="96" y="0"/>
                    <a:pt x="1" y="72"/>
                    <a:pt x="1" y="143"/>
                  </a:cubicBezTo>
                  <a:cubicBezTo>
                    <a:pt x="1" y="262"/>
                    <a:pt x="72" y="358"/>
                    <a:pt x="191" y="358"/>
                  </a:cubicBezTo>
                  <a:lnTo>
                    <a:pt x="1453" y="358"/>
                  </a:lnTo>
                  <a:cubicBezTo>
                    <a:pt x="1548" y="358"/>
                    <a:pt x="1644" y="310"/>
                    <a:pt x="1644" y="215"/>
                  </a:cubicBezTo>
                  <a:cubicBezTo>
                    <a:pt x="1644" y="96"/>
                    <a:pt x="1548"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98"/>
            <p:cNvSpPr/>
            <p:nvPr/>
          </p:nvSpPr>
          <p:spPr>
            <a:xfrm>
              <a:off x="2583264" y="4376107"/>
              <a:ext cx="88789" cy="10674"/>
            </a:xfrm>
            <a:custGeom>
              <a:rect b="b" l="l" r="r" t="t"/>
              <a:pathLst>
                <a:path extrusionOk="0" h="358" w="2978">
                  <a:moveTo>
                    <a:pt x="168" y="0"/>
                  </a:moveTo>
                  <a:cubicBezTo>
                    <a:pt x="96" y="0"/>
                    <a:pt x="1" y="72"/>
                    <a:pt x="1" y="167"/>
                  </a:cubicBezTo>
                  <a:cubicBezTo>
                    <a:pt x="1" y="286"/>
                    <a:pt x="72" y="358"/>
                    <a:pt x="168" y="358"/>
                  </a:cubicBezTo>
                  <a:lnTo>
                    <a:pt x="2763" y="358"/>
                  </a:lnTo>
                  <a:cubicBezTo>
                    <a:pt x="2859" y="358"/>
                    <a:pt x="2954" y="310"/>
                    <a:pt x="2954" y="215"/>
                  </a:cubicBezTo>
                  <a:cubicBezTo>
                    <a:pt x="2978" y="96"/>
                    <a:pt x="2883"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98"/>
            <p:cNvSpPr/>
            <p:nvPr/>
          </p:nvSpPr>
          <p:spPr>
            <a:xfrm>
              <a:off x="2583264" y="4398826"/>
              <a:ext cx="88074" cy="10674"/>
            </a:xfrm>
            <a:custGeom>
              <a:rect b="b" l="l" r="r" t="t"/>
              <a:pathLst>
                <a:path extrusionOk="0" h="358" w="2954">
                  <a:moveTo>
                    <a:pt x="168" y="0"/>
                  </a:moveTo>
                  <a:cubicBezTo>
                    <a:pt x="96" y="0"/>
                    <a:pt x="1" y="48"/>
                    <a:pt x="1" y="143"/>
                  </a:cubicBezTo>
                  <a:cubicBezTo>
                    <a:pt x="1" y="262"/>
                    <a:pt x="72" y="358"/>
                    <a:pt x="168" y="358"/>
                  </a:cubicBezTo>
                  <a:lnTo>
                    <a:pt x="2763" y="358"/>
                  </a:lnTo>
                  <a:cubicBezTo>
                    <a:pt x="2859" y="358"/>
                    <a:pt x="2954" y="262"/>
                    <a:pt x="2954" y="143"/>
                  </a:cubicBezTo>
                  <a:cubicBezTo>
                    <a:pt x="2954" y="48"/>
                    <a:pt x="2859"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98"/>
            <p:cNvSpPr/>
            <p:nvPr/>
          </p:nvSpPr>
          <p:spPr>
            <a:xfrm>
              <a:off x="2603151" y="4420830"/>
              <a:ext cx="48330" cy="10674"/>
            </a:xfrm>
            <a:custGeom>
              <a:rect b="b" l="l" r="r" t="t"/>
              <a:pathLst>
                <a:path extrusionOk="0" h="358" w="1621">
                  <a:moveTo>
                    <a:pt x="167" y="1"/>
                  </a:moveTo>
                  <a:cubicBezTo>
                    <a:pt x="72" y="1"/>
                    <a:pt x="1" y="96"/>
                    <a:pt x="1" y="215"/>
                  </a:cubicBezTo>
                  <a:cubicBezTo>
                    <a:pt x="1" y="287"/>
                    <a:pt x="72" y="358"/>
                    <a:pt x="167" y="358"/>
                  </a:cubicBezTo>
                  <a:lnTo>
                    <a:pt x="1453" y="358"/>
                  </a:lnTo>
                  <a:cubicBezTo>
                    <a:pt x="1525" y="358"/>
                    <a:pt x="1620" y="287"/>
                    <a:pt x="1620" y="215"/>
                  </a:cubicBezTo>
                  <a:cubicBezTo>
                    <a:pt x="1620" y="96"/>
                    <a:pt x="1573"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98"/>
            <p:cNvSpPr/>
            <p:nvPr/>
          </p:nvSpPr>
          <p:spPr>
            <a:xfrm>
              <a:off x="2400794" y="4376107"/>
              <a:ext cx="88789" cy="10674"/>
            </a:xfrm>
            <a:custGeom>
              <a:rect b="b" l="l" r="r" t="t"/>
              <a:pathLst>
                <a:path extrusionOk="0" h="358" w="2978">
                  <a:moveTo>
                    <a:pt x="167" y="0"/>
                  </a:moveTo>
                  <a:cubicBezTo>
                    <a:pt x="72" y="0"/>
                    <a:pt x="1" y="72"/>
                    <a:pt x="1" y="167"/>
                  </a:cubicBezTo>
                  <a:cubicBezTo>
                    <a:pt x="1" y="286"/>
                    <a:pt x="48" y="358"/>
                    <a:pt x="167" y="358"/>
                  </a:cubicBezTo>
                  <a:lnTo>
                    <a:pt x="2763" y="358"/>
                  </a:lnTo>
                  <a:cubicBezTo>
                    <a:pt x="2858" y="358"/>
                    <a:pt x="2906" y="310"/>
                    <a:pt x="2930" y="215"/>
                  </a:cubicBezTo>
                  <a:cubicBezTo>
                    <a:pt x="2977" y="96"/>
                    <a:pt x="2882"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98"/>
            <p:cNvSpPr/>
            <p:nvPr/>
          </p:nvSpPr>
          <p:spPr>
            <a:xfrm>
              <a:off x="2400794" y="4398826"/>
              <a:ext cx="87358" cy="10674"/>
            </a:xfrm>
            <a:custGeom>
              <a:rect b="b" l="l" r="r" t="t"/>
              <a:pathLst>
                <a:path extrusionOk="0" h="358" w="2930">
                  <a:moveTo>
                    <a:pt x="167" y="0"/>
                  </a:moveTo>
                  <a:cubicBezTo>
                    <a:pt x="72" y="0"/>
                    <a:pt x="1" y="48"/>
                    <a:pt x="1" y="143"/>
                  </a:cubicBezTo>
                  <a:cubicBezTo>
                    <a:pt x="1" y="262"/>
                    <a:pt x="48" y="358"/>
                    <a:pt x="167" y="358"/>
                  </a:cubicBezTo>
                  <a:lnTo>
                    <a:pt x="2763" y="358"/>
                  </a:lnTo>
                  <a:cubicBezTo>
                    <a:pt x="2858" y="358"/>
                    <a:pt x="2930" y="262"/>
                    <a:pt x="2930" y="143"/>
                  </a:cubicBezTo>
                  <a:cubicBezTo>
                    <a:pt x="2930" y="48"/>
                    <a:pt x="2858"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98"/>
            <p:cNvSpPr/>
            <p:nvPr/>
          </p:nvSpPr>
          <p:spPr>
            <a:xfrm>
              <a:off x="2419965" y="4420830"/>
              <a:ext cx="49016" cy="10674"/>
            </a:xfrm>
            <a:custGeom>
              <a:rect b="b" l="l" r="r" t="t"/>
              <a:pathLst>
                <a:path extrusionOk="0" h="358" w="1644">
                  <a:moveTo>
                    <a:pt x="191" y="1"/>
                  </a:moveTo>
                  <a:cubicBezTo>
                    <a:pt x="96" y="1"/>
                    <a:pt x="1" y="96"/>
                    <a:pt x="1" y="215"/>
                  </a:cubicBezTo>
                  <a:cubicBezTo>
                    <a:pt x="1" y="287"/>
                    <a:pt x="96" y="358"/>
                    <a:pt x="191" y="358"/>
                  </a:cubicBezTo>
                  <a:lnTo>
                    <a:pt x="1453" y="358"/>
                  </a:lnTo>
                  <a:cubicBezTo>
                    <a:pt x="1549" y="358"/>
                    <a:pt x="1644" y="287"/>
                    <a:pt x="1644" y="215"/>
                  </a:cubicBezTo>
                  <a:cubicBezTo>
                    <a:pt x="1644" y="96"/>
                    <a:pt x="1572"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4" name="Google Shape;22874;p98"/>
          <p:cNvGrpSpPr/>
          <p:nvPr/>
        </p:nvGrpSpPr>
        <p:grpSpPr>
          <a:xfrm>
            <a:off x="2549740" y="4009155"/>
            <a:ext cx="355037" cy="324626"/>
            <a:chOff x="3045036" y="4161555"/>
            <a:chExt cx="355037" cy="324626"/>
          </a:xfrm>
        </p:grpSpPr>
        <p:sp>
          <p:nvSpPr>
            <p:cNvPr id="22875" name="Google Shape;22875;p98"/>
            <p:cNvSpPr/>
            <p:nvPr/>
          </p:nvSpPr>
          <p:spPr>
            <a:xfrm>
              <a:off x="3082663" y="4194322"/>
              <a:ext cx="273374" cy="247852"/>
            </a:xfrm>
            <a:custGeom>
              <a:rect b="b" l="l" r="r" t="t"/>
              <a:pathLst>
                <a:path extrusionOk="0" h="8313" w="9169">
                  <a:moveTo>
                    <a:pt x="4644" y="1573"/>
                  </a:moveTo>
                  <a:lnTo>
                    <a:pt x="7835" y="7241"/>
                  </a:lnTo>
                  <a:lnTo>
                    <a:pt x="1429" y="7241"/>
                  </a:lnTo>
                  <a:lnTo>
                    <a:pt x="4644" y="1573"/>
                  </a:lnTo>
                  <a:close/>
                  <a:moveTo>
                    <a:pt x="4597" y="1"/>
                  </a:moveTo>
                  <a:cubicBezTo>
                    <a:pt x="4406" y="1"/>
                    <a:pt x="4263" y="120"/>
                    <a:pt x="4168" y="263"/>
                  </a:cubicBezTo>
                  <a:lnTo>
                    <a:pt x="96" y="7502"/>
                  </a:lnTo>
                  <a:cubicBezTo>
                    <a:pt x="0" y="7645"/>
                    <a:pt x="0" y="7860"/>
                    <a:pt x="96" y="8050"/>
                  </a:cubicBezTo>
                  <a:cubicBezTo>
                    <a:pt x="191" y="8193"/>
                    <a:pt x="358" y="8312"/>
                    <a:pt x="548" y="8312"/>
                  </a:cubicBezTo>
                  <a:lnTo>
                    <a:pt x="8693" y="8312"/>
                  </a:lnTo>
                  <a:cubicBezTo>
                    <a:pt x="8883" y="8312"/>
                    <a:pt x="9050" y="8217"/>
                    <a:pt x="9098" y="8050"/>
                  </a:cubicBezTo>
                  <a:cubicBezTo>
                    <a:pt x="9169" y="7884"/>
                    <a:pt x="9169" y="7693"/>
                    <a:pt x="9098" y="7502"/>
                  </a:cubicBezTo>
                  <a:lnTo>
                    <a:pt x="5001" y="263"/>
                  </a:lnTo>
                  <a:cubicBezTo>
                    <a:pt x="4930" y="96"/>
                    <a:pt x="4763" y="1"/>
                    <a:pt x="459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98"/>
            <p:cNvSpPr/>
            <p:nvPr/>
          </p:nvSpPr>
          <p:spPr>
            <a:xfrm>
              <a:off x="3212598" y="4194322"/>
              <a:ext cx="145587" cy="247852"/>
            </a:xfrm>
            <a:custGeom>
              <a:rect b="b" l="l" r="r" t="t"/>
              <a:pathLst>
                <a:path extrusionOk="0" h="8313" w="4883">
                  <a:moveTo>
                    <a:pt x="262" y="1"/>
                  </a:moveTo>
                  <a:cubicBezTo>
                    <a:pt x="167" y="1"/>
                    <a:pt x="72" y="25"/>
                    <a:pt x="0" y="96"/>
                  </a:cubicBezTo>
                  <a:cubicBezTo>
                    <a:pt x="48" y="120"/>
                    <a:pt x="120" y="191"/>
                    <a:pt x="143" y="263"/>
                  </a:cubicBezTo>
                  <a:lnTo>
                    <a:pt x="4216" y="7502"/>
                  </a:lnTo>
                  <a:cubicBezTo>
                    <a:pt x="4311" y="7693"/>
                    <a:pt x="4311" y="7884"/>
                    <a:pt x="4216" y="8026"/>
                  </a:cubicBezTo>
                  <a:cubicBezTo>
                    <a:pt x="4120" y="8217"/>
                    <a:pt x="3954" y="8312"/>
                    <a:pt x="3763" y="8312"/>
                  </a:cubicBezTo>
                  <a:lnTo>
                    <a:pt x="4311" y="8312"/>
                  </a:lnTo>
                  <a:cubicBezTo>
                    <a:pt x="4478" y="8312"/>
                    <a:pt x="4668" y="8193"/>
                    <a:pt x="4763" y="8026"/>
                  </a:cubicBezTo>
                  <a:cubicBezTo>
                    <a:pt x="4882" y="7860"/>
                    <a:pt x="4882" y="7645"/>
                    <a:pt x="4763" y="7502"/>
                  </a:cubicBezTo>
                  <a:lnTo>
                    <a:pt x="667" y="263"/>
                  </a:lnTo>
                  <a:cubicBezTo>
                    <a:pt x="596" y="120"/>
                    <a:pt x="453" y="1"/>
                    <a:pt x="262"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98"/>
            <p:cNvSpPr/>
            <p:nvPr/>
          </p:nvSpPr>
          <p:spPr>
            <a:xfrm>
              <a:off x="3167160" y="4166654"/>
              <a:ext cx="106529" cy="106529"/>
            </a:xfrm>
            <a:custGeom>
              <a:rect b="b" l="l" r="r" t="t"/>
              <a:pathLst>
                <a:path extrusionOk="0" h="3573" w="3573">
                  <a:moveTo>
                    <a:pt x="1786" y="0"/>
                  </a:moveTo>
                  <a:cubicBezTo>
                    <a:pt x="810" y="0"/>
                    <a:pt x="0" y="810"/>
                    <a:pt x="0" y="1786"/>
                  </a:cubicBezTo>
                  <a:cubicBezTo>
                    <a:pt x="0" y="2786"/>
                    <a:pt x="810" y="3572"/>
                    <a:pt x="1786" y="3572"/>
                  </a:cubicBezTo>
                  <a:cubicBezTo>
                    <a:pt x="2763" y="3572"/>
                    <a:pt x="3573" y="2786"/>
                    <a:pt x="3573" y="1786"/>
                  </a:cubicBezTo>
                  <a:cubicBezTo>
                    <a:pt x="3573" y="810"/>
                    <a:pt x="2763" y="0"/>
                    <a:pt x="178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98"/>
            <p:cNvSpPr/>
            <p:nvPr/>
          </p:nvSpPr>
          <p:spPr>
            <a:xfrm>
              <a:off x="3048584" y="4374675"/>
              <a:ext cx="106529" cy="106529"/>
            </a:xfrm>
            <a:custGeom>
              <a:rect b="b" l="l" r="r" t="t"/>
              <a:pathLst>
                <a:path extrusionOk="0" h="3573" w="3573">
                  <a:moveTo>
                    <a:pt x="1786" y="1"/>
                  </a:moveTo>
                  <a:cubicBezTo>
                    <a:pt x="786" y="1"/>
                    <a:pt x="0" y="787"/>
                    <a:pt x="0" y="1787"/>
                  </a:cubicBezTo>
                  <a:cubicBezTo>
                    <a:pt x="0" y="2763"/>
                    <a:pt x="786" y="3573"/>
                    <a:pt x="1786" y="3573"/>
                  </a:cubicBezTo>
                  <a:cubicBezTo>
                    <a:pt x="2763" y="3573"/>
                    <a:pt x="3573" y="2763"/>
                    <a:pt x="3573" y="1787"/>
                  </a:cubicBezTo>
                  <a:cubicBezTo>
                    <a:pt x="3573" y="787"/>
                    <a:pt x="2763" y="1"/>
                    <a:pt x="178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98"/>
            <p:cNvSpPr/>
            <p:nvPr/>
          </p:nvSpPr>
          <p:spPr>
            <a:xfrm>
              <a:off x="3285735" y="4374675"/>
              <a:ext cx="106529" cy="106529"/>
            </a:xfrm>
            <a:custGeom>
              <a:rect b="b" l="l" r="r" t="t"/>
              <a:pathLst>
                <a:path extrusionOk="0" h="3573" w="3573">
                  <a:moveTo>
                    <a:pt x="1786" y="1"/>
                  </a:moveTo>
                  <a:cubicBezTo>
                    <a:pt x="810" y="1"/>
                    <a:pt x="0" y="787"/>
                    <a:pt x="0" y="1787"/>
                  </a:cubicBezTo>
                  <a:cubicBezTo>
                    <a:pt x="0" y="2763"/>
                    <a:pt x="810" y="3573"/>
                    <a:pt x="1786" y="3573"/>
                  </a:cubicBezTo>
                  <a:cubicBezTo>
                    <a:pt x="2787" y="3573"/>
                    <a:pt x="3573" y="2763"/>
                    <a:pt x="3573" y="1787"/>
                  </a:cubicBezTo>
                  <a:cubicBezTo>
                    <a:pt x="3573" y="787"/>
                    <a:pt x="2787" y="1"/>
                    <a:pt x="1786"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98"/>
            <p:cNvSpPr/>
            <p:nvPr/>
          </p:nvSpPr>
          <p:spPr>
            <a:xfrm>
              <a:off x="3194142" y="4168771"/>
              <a:ext cx="79546" cy="104412"/>
            </a:xfrm>
            <a:custGeom>
              <a:rect b="b" l="l" r="r" t="t"/>
              <a:pathLst>
                <a:path extrusionOk="0" h="3502" w="2668">
                  <a:moveTo>
                    <a:pt x="1334" y="1"/>
                  </a:moveTo>
                  <a:lnTo>
                    <a:pt x="1334" y="1"/>
                  </a:lnTo>
                  <a:cubicBezTo>
                    <a:pt x="1858" y="334"/>
                    <a:pt x="2215" y="882"/>
                    <a:pt x="2215" y="1549"/>
                  </a:cubicBezTo>
                  <a:cubicBezTo>
                    <a:pt x="2215" y="2525"/>
                    <a:pt x="1429" y="3335"/>
                    <a:pt x="429" y="3335"/>
                  </a:cubicBezTo>
                  <a:cubicBezTo>
                    <a:pt x="286" y="3335"/>
                    <a:pt x="143" y="3311"/>
                    <a:pt x="0" y="3263"/>
                  </a:cubicBezTo>
                  <a:lnTo>
                    <a:pt x="0" y="3263"/>
                  </a:lnTo>
                  <a:cubicBezTo>
                    <a:pt x="262" y="3430"/>
                    <a:pt x="548" y="3501"/>
                    <a:pt x="881" y="3501"/>
                  </a:cubicBezTo>
                  <a:cubicBezTo>
                    <a:pt x="1858" y="3501"/>
                    <a:pt x="2668" y="2715"/>
                    <a:pt x="2668" y="1715"/>
                  </a:cubicBezTo>
                  <a:cubicBezTo>
                    <a:pt x="2668" y="929"/>
                    <a:pt x="2072" y="215"/>
                    <a:pt x="1334"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98"/>
            <p:cNvSpPr/>
            <p:nvPr/>
          </p:nvSpPr>
          <p:spPr>
            <a:xfrm>
              <a:off x="3074851" y="4376107"/>
              <a:ext cx="80262" cy="105098"/>
            </a:xfrm>
            <a:custGeom>
              <a:rect b="b" l="l" r="r" t="t"/>
              <a:pathLst>
                <a:path extrusionOk="0" h="3525" w="2692">
                  <a:moveTo>
                    <a:pt x="1334" y="0"/>
                  </a:moveTo>
                  <a:cubicBezTo>
                    <a:pt x="1882" y="334"/>
                    <a:pt x="2239" y="905"/>
                    <a:pt x="2239" y="1548"/>
                  </a:cubicBezTo>
                  <a:cubicBezTo>
                    <a:pt x="2239" y="2549"/>
                    <a:pt x="1429" y="3334"/>
                    <a:pt x="453" y="3334"/>
                  </a:cubicBezTo>
                  <a:cubicBezTo>
                    <a:pt x="310" y="3334"/>
                    <a:pt x="143" y="3311"/>
                    <a:pt x="0" y="3287"/>
                  </a:cubicBezTo>
                  <a:lnTo>
                    <a:pt x="0" y="3287"/>
                  </a:lnTo>
                  <a:cubicBezTo>
                    <a:pt x="262" y="3430"/>
                    <a:pt x="572" y="3525"/>
                    <a:pt x="905" y="3525"/>
                  </a:cubicBezTo>
                  <a:cubicBezTo>
                    <a:pt x="1882" y="3525"/>
                    <a:pt x="2692" y="2715"/>
                    <a:pt x="2692" y="1739"/>
                  </a:cubicBezTo>
                  <a:cubicBezTo>
                    <a:pt x="2692" y="905"/>
                    <a:pt x="2120" y="191"/>
                    <a:pt x="1334"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98"/>
            <p:cNvSpPr/>
            <p:nvPr/>
          </p:nvSpPr>
          <p:spPr>
            <a:xfrm>
              <a:off x="3312718" y="4376107"/>
              <a:ext cx="79546" cy="105098"/>
            </a:xfrm>
            <a:custGeom>
              <a:rect b="b" l="l" r="r" t="t"/>
              <a:pathLst>
                <a:path extrusionOk="0" h="3525" w="2668">
                  <a:moveTo>
                    <a:pt x="1334" y="0"/>
                  </a:moveTo>
                  <a:lnTo>
                    <a:pt x="1334" y="0"/>
                  </a:lnTo>
                  <a:cubicBezTo>
                    <a:pt x="1882" y="334"/>
                    <a:pt x="2239" y="905"/>
                    <a:pt x="2239" y="1548"/>
                  </a:cubicBezTo>
                  <a:cubicBezTo>
                    <a:pt x="2239" y="2549"/>
                    <a:pt x="1429" y="3334"/>
                    <a:pt x="453" y="3334"/>
                  </a:cubicBezTo>
                  <a:cubicBezTo>
                    <a:pt x="286" y="3334"/>
                    <a:pt x="143" y="3311"/>
                    <a:pt x="0" y="3287"/>
                  </a:cubicBezTo>
                  <a:lnTo>
                    <a:pt x="0" y="3287"/>
                  </a:lnTo>
                  <a:cubicBezTo>
                    <a:pt x="262" y="3430"/>
                    <a:pt x="572" y="3525"/>
                    <a:pt x="881" y="3525"/>
                  </a:cubicBezTo>
                  <a:cubicBezTo>
                    <a:pt x="1882" y="3525"/>
                    <a:pt x="2668" y="2715"/>
                    <a:pt x="2668" y="1739"/>
                  </a:cubicBezTo>
                  <a:cubicBezTo>
                    <a:pt x="2668" y="905"/>
                    <a:pt x="2072" y="191"/>
                    <a:pt x="133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98"/>
            <p:cNvSpPr/>
            <p:nvPr/>
          </p:nvSpPr>
          <p:spPr>
            <a:xfrm>
              <a:off x="3045036" y="4161555"/>
              <a:ext cx="355037" cy="324626"/>
            </a:xfrm>
            <a:custGeom>
              <a:rect b="b" l="l" r="r" t="t"/>
              <a:pathLst>
                <a:path extrusionOk="0" h="10888" w="11908">
                  <a:moveTo>
                    <a:pt x="5882" y="362"/>
                  </a:moveTo>
                  <a:cubicBezTo>
                    <a:pt x="6787" y="362"/>
                    <a:pt x="7502" y="1076"/>
                    <a:pt x="7502" y="1957"/>
                  </a:cubicBezTo>
                  <a:cubicBezTo>
                    <a:pt x="7502" y="2862"/>
                    <a:pt x="6787" y="3577"/>
                    <a:pt x="5882" y="3577"/>
                  </a:cubicBezTo>
                  <a:cubicBezTo>
                    <a:pt x="5001" y="3577"/>
                    <a:pt x="4287" y="2862"/>
                    <a:pt x="4287" y="1957"/>
                  </a:cubicBezTo>
                  <a:cubicBezTo>
                    <a:pt x="4287" y="1076"/>
                    <a:pt x="5001" y="362"/>
                    <a:pt x="5882" y="362"/>
                  </a:cubicBezTo>
                  <a:close/>
                  <a:moveTo>
                    <a:pt x="4549" y="3386"/>
                  </a:moveTo>
                  <a:cubicBezTo>
                    <a:pt x="4692" y="3553"/>
                    <a:pt x="4906" y="3696"/>
                    <a:pt x="5120" y="3791"/>
                  </a:cubicBezTo>
                  <a:lnTo>
                    <a:pt x="3096" y="7387"/>
                  </a:lnTo>
                  <a:cubicBezTo>
                    <a:pt x="2882" y="7196"/>
                    <a:pt x="2667" y="7125"/>
                    <a:pt x="2453" y="7054"/>
                  </a:cubicBezTo>
                  <a:lnTo>
                    <a:pt x="4549" y="3386"/>
                  </a:lnTo>
                  <a:close/>
                  <a:moveTo>
                    <a:pt x="7264" y="3339"/>
                  </a:moveTo>
                  <a:lnTo>
                    <a:pt x="9336" y="7030"/>
                  </a:lnTo>
                  <a:cubicBezTo>
                    <a:pt x="9121" y="7077"/>
                    <a:pt x="8907" y="7196"/>
                    <a:pt x="8740" y="7315"/>
                  </a:cubicBezTo>
                  <a:lnTo>
                    <a:pt x="7621" y="5339"/>
                  </a:lnTo>
                  <a:cubicBezTo>
                    <a:pt x="7573" y="5275"/>
                    <a:pt x="7515" y="5244"/>
                    <a:pt x="7460" y="5244"/>
                  </a:cubicBezTo>
                  <a:cubicBezTo>
                    <a:pt x="7433" y="5244"/>
                    <a:pt x="7407" y="5252"/>
                    <a:pt x="7383" y="5267"/>
                  </a:cubicBezTo>
                  <a:cubicBezTo>
                    <a:pt x="7287" y="5339"/>
                    <a:pt x="7264" y="5410"/>
                    <a:pt x="7311" y="5506"/>
                  </a:cubicBezTo>
                  <a:lnTo>
                    <a:pt x="8478" y="7554"/>
                  </a:lnTo>
                  <a:cubicBezTo>
                    <a:pt x="8335" y="7744"/>
                    <a:pt x="8169" y="7911"/>
                    <a:pt x="8097" y="8149"/>
                  </a:cubicBezTo>
                  <a:lnTo>
                    <a:pt x="3715" y="8149"/>
                  </a:lnTo>
                  <a:cubicBezTo>
                    <a:pt x="3620" y="7935"/>
                    <a:pt x="3501" y="7744"/>
                    <a:pt x="3334" y="7554"/>
                  </a:cubicBezTo>
                  <a:lnTo>
                    <a:pt x="5406" y="3839"/>
                  </a:lnTo>
                  <a:cubicBezTo>
                    <a:pt x="5549" y="3862"/>
                    <a:pt x="5716" y="3910"/>
                    <a:pt x="5882" y="3910"/>
                  </a:cubicBezTo>
                  <a:cubicBezTo>
                    <a:pt x="6073" y="3910"/>
                    <a:pt x="6216" y="3862"/>
                    <a:pt x="6359" y="3839"/>
                  </a:cubicBezTo>
                  <a:lnTo>
                    <a:pt x="6883" y="4791"/>
                  </a:lnTo>
                  <a:cubicBezTo>
                    <a:pt x="6930" y="4855"/>
                    <a:pt x="6988" y="4886"/>
                    <a:pt x="7043" y="4886"/>
                  </a:cubicBezTo>
                  <a:cubicBezTo>
                    <a:pt x="7071" y="4886"/>
                    <a:pt x="7097" y="4878"/>
                    <a:pt x="7121" y="4863"/>
                  </a:cubicBezTo>
                  <a:cubicBezTo>
                    <a:pt x="7216" y="4791"/>
                    <a:pt x="7264" y="4696"/>
                    <a:pt x="7192" y="4624"/>
                  </a:cubicBezTo>
                  <a:lnTo>
                    <a:pt x="6692" y="3720"/>
                  </a:lnTo>
                  <a:cubicBezTo>
                    <a:pt x="6883" y="3624"/>
                    <a:pt x="7073" y="3481"/>
                    <a:pt x="7264" y="3339"/>
                  </a:cubicBezTo>
                  <a:close/>
                  <a:moveTo>
                    <a:pt x="8002" y="8506"/>
                  </a:moveTo>
                  <a:cubicBezTo>
                    <a:pt x="7978" y="8625"/>
                    <a:pt x="7978" y="8792"/>
                    <a:pt x="7978" y="8935"/>
                  </a:cubicBezTo>
                  <a:cubicBezTo>
                    <a:pt x="7930" y="9054"/>
                    <a:pt x="7930" y="9149"/>
                    <a:pt x="7978" y="9268"/>
                  </a:cubicBezTo>
                  <a:lnTo>
                    <a:pt x="3811" y="9268"/>
                  </a:lnTo>
                  <a:cubicBezTo>
                    <a:pt x="3834" y="9149"/>
                    <a:pt x="3834" y="9054"/>
                    <a:pt x="3834" y="8935"/>
                  </a:cubicBezTo>
                  <a:cubicBezTo>
                    <a:pt x="3834" y="8792"/>
                    <a:pt x="3811" y="8673"/>
                    <a:pt x="3811" y="8506"/>
                  </a:cubicBezTo>
                  <a:close/>
                  <a:moveTo>
                    <a:pt x="9859" y="7315"/>
                  </a:moveTo>
                  <a:cubicBezTo>
                    <a:pt x="10764" y="7315"/>
                    <a:pt x="11479" y="8030"/>
                    <a:pt x="11479" y="8935"/>
                  </a:cubicBezTo>
                  <a:cubicBezTo>
                    <a:pt x="11479" y="9816"/>
                    <a:pt x="10764" y="10530"/>
                    <a:pt x="9859" y="10530"/>
                  </a:cubicBezTo>
                  <a:cubicBezTo>
                    <a:pt x="8978" y="10530"/>
                    <a:pt x="8264" y="9816"/>
                    <a:pt x="8264" y="8935"/>
                  </a:cubicBezTo>
                  <a:cubicBezTo>
                    <a:pt x="8264" y="8030"/>
                    <a:pt x="8978" y="7315"/>
                    <a:pt x="9859" y="7315"/>
                  </a:cubicBezTo>
                  <a:close/>
                  <a:moveTo>
                    <a:pt x="5878" y="1"/>
                  </a:moveTo>
                  <a:cubicBezTo>
                    <a:pt x="4815" y="1"/>
                    <a:pt x="3953" y="879"/>
                    <a:pt x="3953" y="1933"/>
                  </a:cubicBezTo>
                  <a:cubicBezTo>
                    <a:pt x="3953" y="2362"/>
                    <a:pt x="4073" y="2743"/>
                    <a:pt x="4311" y="3077"/>
                  </a:cubicBezTo>
                  <a:lnTo>
                    <a:pt x="2096" y="6958"/>
                  </a:lnTo>
                  <a:lnTo>
                    <a:pt x="1929" y="6958"/>
                  </a:lnTo>
                  <a:cubicBezTo>
                    <a:pt x="1572" y="6958"/>
                    <a:pt x="1167" y="7077"/>
                    <a:pt x="881" y="7268"/>
                  </a:cubicBezTo>
                  <a:cubicBezTo>
                    <a:pt x="786" y="7315"/>
                    <a:pt x="762" y="7435"/>
                    <a:pt x="858" y="7530"/>
                  </a:cubicBezTo>
                  <a:cubicBezTo>
                    <a:pt x="885" y="7571"/>
                    <a:pt x="929" y="7597"/>
                    <a:pt x="980" y="7597"/>
                  </a:cubicBezTo>
                  <a:cubicBezTo>
                    <a:pt x="1016" y="7597"/>
                    <a:pt x="1056" y="7584"/>
                    <a:pt x="1096" y="7554"/>
                  </a:cubicBezTo>
                  <a:cubicBezTo>
                    <a:pt x="1358" y="7411"/>
                    <a:pt x="1620" y="7315"/>
                    <a:pt x="1953" y="7315"/>
                  </a:cubicBezTo>
                  <a:cubicBezTo>
                    <a:pt x="2882" y="7315"/>
                    <a:pt x="3596" y="8101"/>
                    <a:pt x="3572" y="9030"/>
                  </a:cubicBezTo>
                  <a:cubicBezTo>
                    <a:pt x="3525" y="9816"/>
                    <a:pt x="2858" y="10483"/>
                    <a:pt x="2048" y="10530"/>
                  </a:cubicBezTo>
                  <a:cubicBezTo>
                    <a:pt x="2007" y="10534"/>
                    <a:pt x="1965" y="10535"/>
                    <a:pt x="1924" y="10535"/>
                  </a:cubicBezTo>
                  <a:cubicBezTo>
                    <a:pt x="1053" y="10535"/>
                    <a:pt x="357" y="9822"/>
                    <a:pt x="357" y="8935"/>
                  </a:cubicBezTo>
                  <a:cubicBezTo>
                    <a:pt x="357" y="8625"/>
                    <a:pt x="429" y="8340"/>
                    <a:pt x="596" y="8101"/>
                  </a:cubicBezTo>
                  <a:cubicBezTo>
                    <a:pt x="643" y="8006"/>
                    <a:pt x="619" y="7911"/>
                    <a:pt x="548" y="7863"/>
                  </a:cubicBezTo>
                  <a:cubicBezTo>
                    <a:pt x="515" y="7830"/>
                    <a:pt x="471" y="7812"/>
                    <a:pt x="427" y="7812"/>
                  </a:cubicBezTo>
                  <a:cubicBezTo>
                    <a:pt x="376" y="7812"/>
                    <a:pt x="324" y="7836"/>
                    <a:pt x="286" y="7887"/>
                  </a:cubicBezTo>
                  <a:cubicBezTo>
                    <a:pt x="119" y="8197"/>
                    <a:pt x="0" y="8554"/>
                    <a:pt x="0" y="8935"/>
                  </a:cubicBezTo>
                  <a:cubicBezTo>
                    <a:pt x="0" y="10007"/>
                    <a:pt x="858" y="10888"/>
                    <a:pt x="1953" y="10888"/>
                  </a:cubicBezTo>
                  <a:cubicBezTo>
                    <a:pt x="2787" y="10888"/>
                    <a:pt x="3501" y="10364"/>
                    <a:pt x="3811" y="9625"/>
                  </a:cubicBezTo>
                  <a:lnTo>
                    <a:pt x="8121" y="9625"/>
                  </a:lnTo>
                  <a:cubicBezTo>
                    <a:pt x="8383" y="10364"/>
                    <a:pt x="9121" y="10888"/>
                    <a:pt x="9955" y="10888"/>
                  </a:cubicBezTo>
                  <a:cubicBezTo>
                    <a:pt x="10979" y="10888"/>
                    <a:pt x="11836" y="10054"/>
                    <a:pt x="11907" y="9054"/>
                  </a:cubicBezTo>
                  <a:cubicBezTo>
                    <a:pt x="11860" y="7911"/>
                    <a:pt x="10979" y="6958"/>
                    <a:pt x="9859" y="6958"/>
                  </a:cubicBezTo>
                  <a:lnTo>
                    <a:pt x="9693" y="6958"/>
                  </a:lnTo>
                  <a:lnTo>
                    <a:pt x="7478" y="3077"/>
                  </a:lnTo>
                  <a:cubicBezTo>
                    <a:pt x="7716" y="2743"/>
                    <a:pt x="7859" y="2314"/>
                    <a:pt x="7859" y="1886"/>
                  </a:cubicBezTo>
                  <a:cubicBezTo>
                    <a:pt x="7811" y="862"/>
                    <a:pt x="7026" y="52"/>
                    <a:pt x="6002" y="4"/>
                  </a:cubicBezTo>
                  <a:cubicBezTo>
                    <a:pt x="5960" y="2"/>
                    <a:pt x="5919" y="1"/>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98"/>
            <p:cNvSpPr/>
            <p:nvPr/>
          </p:nvSpPr>
          <p:spPr>
            <a:xfrm>
              <a:off x="3343249" y="4403090"/>
              <a:ext cx="30560" cy="52564"/>
            </a:xfrm>
            <a:custGeom>
              <a:rect b="b" l="l" r="r" t="t"/>
              <a:pathLst>
                <a:path extrusionOk="0" h="1763" w="1025">
                  <a:moveTo>
                    <a:pt x="524" y="0"/>
                  </a:moveTo>
                  <a:cubicBezTo>
                    <a:pt x="286" y="0"/>
                    <a:pt x="72" y="167"/>
                    <a:pt x="24" y="405"/>
                  </a:cubicBezTo>
                  <a:cubicBezTo>
                    <a:pt x="0" y="500"/>
                    <a:pt x="48" y="596"/>
                    <a:pt x="167" y="620"/>
                  </a:cubicBezTo>
                  <a:cubicBezTo>
                    <a:pt x="183" y="624"/>
                    <a:pt x="198" y="626"/>
                    <a:pt x="213" y="626"/>
                  </a:cubicBezTo>
                  <a:cubicBezTo>
                    <a:pt x="285" y="626"/>
                    <a:pt x="342" y="576"/>
                    <a:pt x="381" y="477"/>
                  </a:cubicBezTo>
                  <a:cubicBezTo>
                    <a:pt x="405" y="381"/>
                    <a:pt x="453" y="358"/>
                    <a:pt x="524" y="358"/>
                  </a:cubicBezTo>
                  <a:cubicBezTo>
                    <a:pt x="620" y="358"/>
                    <a:pt x="691" y="405"/>
                    <a:pt x="691" y="524"/>
                  </a:cubicBezTo>
                  <a:cubicBezTo>
                    <a:pt x="691" y="620"/>
                    <a:pt x="643" y="715"/>
                    <a:pt x="524" y="715"/>
                  </a:cubicBezTo>
                  <a:cubicBezTo>
                    <a:pt x="429" y="715"/>
                    <a:pt x="358" y="810"/>
                    <a:pt x="358" y="882"/>
                  </a:cubicBezTo>
                  <a:cubicBezTo>
                    <a:pt x="358" y="977"/>
                    <a:pt x="429" y="1072"/>
                    <a:pt x="524" y="1072"/>
                  </a:cubicBezTo>
                  <a:cubicBezTo>
                    <a:pt x="620" y="1072"/>
                    <a:pt x="691" y="1120"/>
                    <a:pt x="691" y="1239"/>
                  </a:cubicBezTo>
                  <a:cubicBezTo>
                    <a:pt x="691" y="1334"/>
                    <a:pt x="643" y="1429"/>
                    <a:pt x="524" y="1429"/>
                  </a:cubicBezTo>
                  <a:cubicBezTo>
                    <a:pt x="429" y="1429"/>
                    <a:pt x="381" y="1358"/>
                    <a:pt x="381" y="1286"/>
                  </a:cubicBezTo>
                  <a:lnTo>
                    <a:pt x="381" y="1239"/>
                  </a:lnTo>
                  <a:cubicBezTo>
                    <a:pt x="381" y="1167"/>
                    <a:pt x="286" y="1072"/>
                    <a:pt x="191" y="1072"/>
                  </a:cubicBezTo>
                  <a:cubicBezTo>
                    <a:pt x="119" y="1072"/>
                    <a:pt x="24" y="1167"/>
                    <a:pt x="24" y="1239"/>
                  </a:cubicBezTo>
                  <a:lnTo>
                    <a:pt x="24" y="1310"/>
                  </a:lnTo>
                  <a:cubicBezTo>
                    <a:pt x="48" y="1548"/>
                    <a:pt x="262" y="1763"/>
                    <a:pt x="524" y="1763"/>
                  </a:cubicBezTo>
                  <a:cubicBezTo>
                    <a:pt x="786" y="1763"/>
                    <a:pt x="1024" y="1524"/>
                    <a:pt x="1024" y="1239"/>
                  </a:cubicBezTo>
                  <a:cubicBezTo>
                    <a:pt x="1024" y="1120"/>
                    <a:pt x="977" y="1001"/>
                    <a:pt x="905" y="929"/>
                  </a:cubicBezTo>
                  <a:cubicBezTo>
                    <a:pt x="977" y="739"/>
                    <a:pt x="1024" y="620"/>
                    <a:pt x="1024" y="500"/>
                  </a:cubicBezTo>
                  <a:cubicBezTo>
                    <a:pt x="1024" y="239"/>
                    <a:pt x="786"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98"/>
            <p:cNvSpPr/>
            <p:nvPr/>
          </p:nvSpPr>
          <p:spPr>
            <a:xfrm>
              <a:off x="3303475" y="4402762"/>
              <a:ext cx="33393" cy="51103"/>
            </a:xfrm>
            <a:custGeom>
              <a:rect b="b" l="l" r="r" t="t"/>
              <a:pathLst>
                <a:path extrusionOk="0" h="1714" w="1120">
                  <a:moveTo>
                    <a:pt x="603" y="334"/>
                  </a:moveTo>
                  <a:cubicBezTo>
                    <a:pt x="702" y="334"/>
                    <a:pt x="787" y="435"/>
                    <a:pt x="787" y="535"/>
                  </a:cubicBezTo>
                  <a:lnTo>
                    <a:pt x="787" y="1131"/>
                  </a:lnTo>
                  <a:cubicBezTo>
                    <a:pt x="787" y="1239"/>
                    <a:pt x="687" y="1348"/>
                    <a:pt x="580" y="1348"/>
                  </a:cubicBezTo>
                  <a:cubicBezTo>
                    <a:pt x="569" y="1348"/>
                    <a:pt x="559" y="1347"/>
                    <a:pt x="548" y="1345"/>
                  </a:cubicBezTo>
                  <a:cubicBezTo>
                    <a:pt x="453" y="1321"/>
                    <a:pt x="382" y="1226"/>
                    <a:pt x="382" y="1131"/>
                  </a:cubicBezTo>
                  <a:lnTo>
                    <a:pt x="382" y="535"/>
                  </a:lnTo>
                  <a:cubicBezTo>
                    <a:pt x="382" y="416"/>
                    <a:pt x="429" y="345"/>
                    <a:pt x="548" y="345"/>
                  </a:cubicBezTo>
                  <a:cubicBezTo>
                    <a:pt x="567" y="337"/>
                    <a:pt x="585" y="334"/>
                    <a:pt x="603" y="334"/>
                  </a:cubicBezTo>
                  <a:close/>
                  <a:moveTo>
                    <a:pt x="564" y="0"/>
                  </a:moveTo>
                  <a:cubicBezTo>
                    <a:pt x="528" y="0"/>
                    <a:pt x="491" y="4"/>
                    <a:pt x="453" y="11"/>
                  </a:cubicBezTo>
                  <a:cubicBezTo>
                    <a:pt x="215" y="35"/>
                    <a:pt x="1" y="273"/>
                    <a:pt x="1" y="535"/>
                  </a:cubicBezTo>
                  <a:lnTo>
                    <a:pt x="1" y="1131"/>
                  </a:lnTo>
                  <a:cubicBezTo>
                    <a:pt x="1" y="1416"/>
                    <a:pt x="215" y="1655"/>
                    <a:pt x="453" y="1702"/>
                  </a:cubicBezTo>
                  <a:cubicBezTo>
                    <a:pt x="491" y="1710"/>
                    <a:pt x="528" y="1713"/>
                    <a:pt x="564" y="1713"/>
                  </a:cubicBezTo>
                  <a:cubicBezTo>
                    <a:pt x="872" y="1713"/>
                    <a:pt x="1120" y="1455"/>
                    <a:pt x="1120" y="1178"/>
                  </a:cubicBezTo>
                  <a:lnTo>
                    <a:pt x="1120" y="535"/>
                  </a:lnTo>
                  <a:cubicBezTo>
                    <a:pt x="1120" y="258"/>
                    <a:pt x="872" y="0"/>
                    <a:pt x="5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98"/>
            <p:cNvSpPr/>
            <p:nvPr/>
          </p:nvSpPr>
          <p:spPr>
            <a:xfrm>
              <a:off x="3103951" y="4401658"/>
              <a:ext cx="32707" cy="49731"/>
            </a:xfrm>
            <a:custGeom>
              <a:rect b="b" l="l" r="r" t="t"/>
              <a:pathLst>
                <a:path extrusionOk="0" h="1668" w="1097">
                  <a:moveTo>
                    <a:pt x="549" y="1"/>
                  </a:moveTo>
                  <a:cubicBezTo>
                    <a:pt x="310" y="1"/>
                    <a:pt x="96" y="191"/>
                    <a:pt x="25" y="429"/>
                  </a:cubicBezTo>
                  <a:cubicBezTo>
                    <a:pt x="1" y="525"/>
                    <a:pt x="72" y="572"/>
                    <a:pt x="120" y="596"/>
                  </a:cubicBezTo>
                  <a:cubicBezTo>
                    <a:pt x="153" y="616"/>
                    <a:pt x="185" y="625"/>
                    <a:pt x="216" y="625"/>
                  </a:cubicBezTo>
                  <a:cubicBezTo>
                    <a:pt x="296" y="625"/>
                    <a:pt x="358" y="563"/>
                    <a:pt x="358" y="477"/>
                  </a:cubicBezTo>
                  <a:cubicBezTo>
                    <a:pt x="382" y="406"/>
                    <a:pt x="453" y="382"/>
                    <a:pt x="501" y="382"/>
                  </a:cubicBezTo>
                  <a:cubicBezTo>
                    <a:pt x="596" y="382"/>
                    <a:pt x="668" y="429"/>
                    <a:pt x="691" y="525"/>
                  </a:cubicBezTo>
                  <a:lnTo>
                    <a:pt x="691" y="548"/>
                  </a:lnTo>
                  <a:cubicBezTo>
                    <a:pt x="668" y="620"/>
                    <a:pt x="620" y="691"/>
                    <a:pt x="572" y="763"/>
                  </a:cubicBezTo>
                  <a:cubicBezTo>
                    <a:pt x="358" y="1049"/>
                    <a:pt x="239" y="1215"/>
                    <a:pt x="191" y="1287"/>
                  </a:cubicBezTo>
                  <a:cubicBezTo>
                    <a:pt x="96" y="1406"/>
                    <a:pt x="72" y="1477"/>
                    <a:pt x="96" y="1572"/>
                  </a:cubicBezTo>
                  <a:cubicBezTo>
                    <a:pt x="120" y="1620"/>
                    <a:pt x="144" y="1644"/>
                    <a:pt x="215" y="1668"/>
                  </a:cubicBezTo>
                  <a:lnTo>
                    <a:pt x="930" y="1668"/>
                  </a:lnTo>
                  <a:cubicBezTo>
                    <a:pt x="1025" y="1668"/>
                    <a:pt x="1096" y="1620"/>
                    <a:pt x="1096" y="1525"/>
                  </a:cubicBezTo>
                  <a:cubicBezTo>
                    <a:pt x="1096" y="1406"/>
                    <a:pt x="1049" y="1358"/>
                    <a:pt x="930" y="1358"/>
                  </a:cubicBezTo>
                  <a:lnTo>
                    <a:pt x="572" y="1358"/>
                  </a:lnTo>
                  <a:cubicBezTo>
                    <a:pt x="620" y="1263"/>
                    <a:pt x="739" y="1120"/>
                    <a:pt x="858" y="977"/>
                  </a:cubicBezTo>
                  <a:cubicBezTo>
                    <a:pt x="953" y="858"/>
                    <a:pt x="1025" y="739"/>
                    <a:pt x="1049" y="620"/>
                  </a:cubicBezTo>
                  <a:lnTo>
                    <a:pt x="1049" y="548"/>
                  </a:lnTo>
                  <a:lnTo>
                    <a:pt x="1049" y="525"/>
                  </a:lnTo>
                  <a:cubicBezTo>
                    <a:pt x="1049" y="263"/>
                    <a:pt x="811"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98"/>
            <p:cNvSpPr/>
            <p:nvPr/>
          </p:nvSpPr>
          <p:spPr>
            <a:xfrm>
              <a:off x="3067040" y="4402016"/>
              <a:ext cx="32677" cy="50954"/>
            </a:xfrm>
            <a:custGeom>
              <a:rect b="b" l="l" r="r" t="t"/>
              <a:pathLst>
                <a:path extrusionOk="0" h="1709" w="1096">
                  <a:moveTo>
                    <a:pt x="517" y="359"/>
                  </a:moveTo>
                  <a:cubicBezTo>
                    <a:pt x="535" y="359"/>
                    <a:pt x="554" y="362"/>
                    <a:pt x="572" y="370"/>
                  </a:cubicBezTo>
                  <a:cubicBezTo>
                    <a:pt x="643" y="394"/>
                    <a:pt x="739" y="465"/>
                    <a:pt x="739" y="560"/>
                  </a:cubicBezTo>
                  <a:lnTo>
                    <a:pt x="739" y="1156"/>
                  </a:lnTo>
                  <a:cubicBezTo>
                    <a:pt x="739" y="1275"/>
                    <a:pt x="667" y="1370"/>
                    <a:pt x="572" y="1370"/>
                  </a:cubicBezTo>
                  <a:cubicBezTo>
                    <a:pt x="560" y="1372"/>
                    <a:pt x="548" y="1373"/>
                    <a:pt x="536" y="1373"/>
                  </a:cubicBezTo>
                  <a:cubicBezTo>
                    <a:pt x="413" y="1373"/>
                    <a:pt x="334" y="1264"/>
                    <a:pt x="334" y="1156"/>
                  </a:cubicBezTo>
                  <a:lnTo>
                    <a:pt x="334" y="560"/>
                  </a:lnTo>
                  <a:cubicBezTo>
                    <a:pt x="334" y="460"/>
                    <a:pt x="419" y="359"/>
                    <a:pt x="517" y="359"/>
                  </a:cubicBezTo>
                  <a:close/>
                  <a:moveTo>
                    <a:pt x="526" y="1"/>
                  </a:moveTo>
                  <a:cubicBezTo>
                    <a:pt x="226" y="1"/>
                    <a:pt x="1" y="240"/>
                    <a:pt x="1" y="536"/>
                  </a:cubicBezTo>
                  <a:lnTo>
                    <a:pt x="1" y="1156"/>
                  </a:lnTo>
                  <a:cubicBezTo>
                    <a:pt x="1" y="1463"/>
                    <a:pt x="243" y="1709"/>
                    <a:pt x="560" y="1709"/>
                  </a:cubicBezTo>
                  <a:cubicBezTo>
                    <a:pt x="587" y="1709"/>
                    <a:pt x="615" y="1707"/>
                    <a:pt x="643" y="1703"/>
                  </a:cubicBezTo>
                  <a:cubicBezTo>
                    <a:pt x="882" y="1680"/>
                    <a:pt x="1096" y="1394"/>
                    <a:pt x="1096" y="1156"/>
                  </a:cubicBezTo>
                  <a:lnTo>
                    <a:pt x="1096" y="560"/>
                  </a:lnTo>
                  <a:cubicBezTo>
                    <a:pt x="1096" y="298"/>
                    <a:pt x="882" y="60"/>
                    <a:pt x="643" y="13"/>
                  </a:cubicBezTo>
                  <a:cubicBezTo>
                    <a:pt x="603" y="5"/>
                    <a:pt x="564"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98"/>
            <p:cNvSpPr/>
            <p:nvPr/>
          </p:nvSpPr>
          <p:spPr>
            <a:xfrm>
              <a:off x="3231054" y="4193637"/>
              <a:ext cx="20632" cy="52683"/>
            </a:xfrm>
            <a:custGeom>
              <a:rect b="b" l="l" r="r" t="t"/>
              <a:pathLst>
                <a:path extrusionOk="0" h="1767" w="692">
                  <a:moveTo>
                    <a:pt x="215" y="0"/>
                  </a:moveTo>
                  <a:cubicBezTo>
                    <a:pt x="96" y="0"/>
                    <a:pt x="1" y="95"/>
                    <a:pt x="24" y="214"/>
                  </a:cubicBezTo>
                  <a:cubicBezTo>
                    <a:pt x="24" y="334"/>
                    <a:pt x="120" y="357"/>
                    <a:pt x="215" y="357"/>
                  </a:cubicBezTo>
                  <a:lnTo>
                    <a:pt x="334" y="357"/>
                  </a:lnTo>
                  <a:lnTo>
                    <a:pt x="334" y="1572"/>
                  </a:lnTo>
                  <a:cubicBezTo>
                    <a:pt x="334" y="1667"/>
                    <a:pt x="382" y="1715"/>
                    <a:pt x="477" y="1762"/>
                  </a:cubicBezTo>
                  <a:cubicBezTo>
                    <a:pt x="489" y="1765"/>
                    <a:pt x="502" y="1766"/>
                    <a:pt x="513" y="1766"/>
                  </a:cubicBezTo>
                  <a:cubicBezTo>
                    <a:pt x="615" y="1766"/>
                    <a:pt x="691" y="1679"/>
                    <a:pt x="691" y="1572"/>
                  </a:cubicBezTo>
                  <a:lnTo>
                    <a:pt x="691" y="167"/>
                  </a:lnTo>
                  <a:cubicBezTo>
                    <a:pt x="691" y="95"/>
                    <a:pt x="596" y="0"/>
                    <a:pt x="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98"/>
            <p:cNvSpPr/>
            <p:nvPr/>
          </p:nvSpPr>
          <p:spPr>
            <a:xfrm>
              <a:off x="3189163" y="4192772"/>
              <a:ext cx="34824" cy="53578"/>
            </a:xfrm>
            <a:custGeom>
              <a:rect b="b" l="l" r="r" t="t"/>
              <a:pathLst>
                <a:path extrusionOk="0" h="1797" w="1168">
                  <a:moveTo>
                    <a:pt x="596" y="386"/>
                  </a:moveTo>
                  <a:cubicBezTo>
                    <a:pt x="715" y="386"/>
                    <a:pt x="810" y="505"/>
                    <a:pt x="810" y="624"/>
                  </a:cubicBezTo>
                  <a:lnTo>
                    <a:pt x="810" y="1244"/>
                  </a:lnTo>
                  <a:cubicBezTo>
                    <a:pt x="810" y="1363"/>
                    <a:pt x="715" y="1482"/>
                    <a:pt x="596" y="1482"/>
                  </a:cubicBezTo>
                  <a:cubicBezTo>
                    <a:pt x="453" y="1482"/>
                    <a:pt x="358" y="1387"/>
                    <a:pt x="358" y="1244"/>
                  </a:cubicBezTo>
                  <a:lnTo>
                    <a:pt x="358" y="624"/>
                  </a:lnTo>
                  <a:cubicBezTo>
                    <a:pt x="358" y="505"/>
                    <a:pt x="477" y="386"/>
                    <a:pt x="596" y="386"/>
                  </a:cubicBezTo>
                  <a:close/>
                  <a:moveTo>
                    <a:pt x="589" y="0"/>
                  </a:moveTo>
                  <a:cubicBezTo>
                    <a:pt x="266" y="0"/>
                    <a:pt x="1" y="266"/>
                    <a:pt x="1" y="553"/>
                  </a:cubicBezTo>
                  <a:lnTo>
                    <a:pt x="1" y="1220"/>
                  </a:lnTo>
                  <a:cubicBezTo>
                    <a:pt x="1" y="1553"/>
                    <a:pt x="263" y="1791"/>
                    <a:pt x="572" y="1791"/>
                  </a:cubicBezTo>
                  <a:cubicBezTo>
                    <a:pt x="599" y="1795"/>
                    <a:pt x="625" y="1797"/>
                    <a:pt x="650" y="1797"/>
                  </a:cubicBezTo>
                  <a:cubicBezTo>
                    <a:pt x="945" y="1797"/>
                    <a:pt x="1168" y="1551"/>
                    <a:pt x="1168" y="1244"/>
                  </a:cubicBezTo>
                  <a:lnTo>
                    <a:pt x="1168" y="601"/>
                  </a:lnTo>
                  <a:cubicBezTo>
                    <a:pt x="1168" y="315"/>
                    <a:pt x="929" y="29"/>
                    <a:pt x="667" y="5"/>
                  </a:cubicBezTo>
                  <a:cubicBezTo>
                    <a:pt x="641" y="2"/>
                    <a:pt x="615" y="0"/>
                    <a:pt x="5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0" name="Google Shape;22890;p98"/>
          <p:cNvGrpSpPr/>
          <p:nvPr/>
        </p:nvGrpSpPr>
        <p:grpSpPr>
          <a:xfrm>
            <a:off x="3251697" y="3997915"/>
            <a:ext cx="356468" cy="353606"/>
            <a:chOff x="3670792" y="4150315"/>
            <a:chExt cx="356468" cy="353606"/>
          </a:xfrm>
        </p:grpSpPr>
        <p:sp>
          <p:nvSpPr>
            <p:cNvPr id="22891" name="Google Shape;22891;p98"/>
            <p:cNvSpPr/>
            <p:nvPr/>
          </p:nvSpPr>
          <p:spPr>
            <a:xfrm>
              <a:off x="3698491" y="4175867"/>
              <a:ext cx="120035" cy="46899"/>
            </a:xfrm>
            <a:custGeom>
              <a:rect b="b" l="l" r="r" t="t"/>
              <a:pathLst>
                <a:path extrusionOk="0" h="1573" w="4026">
                  <a:moveTo>
                    <a:pt x="0" y="1"/>
                  </a:moveTo>
                  <a:lnTo>
                    <a:pt x="0" y="1573"/>
                  </a:lnTo>
                  <a:lnTo>
                    <a:pt x="3930" y="1573"/>
                  </a:lnTo>
                  <a:cubicBezTo>
                    <a:pt x="4001" y="1573"/>
                    <a:pt x="4025" y="1549"/>
                    <a:pt x="4001" y="1477"/>
                  </a:cubicBezTo>
                  <a:lnTo>
                    <a:pt x="4001" y="48"/>
                  </a:lnTo>
                  <a:cubicBezTo>
                    <a:pt x="4001" y="25"/>
                    <a:pt x="3977" y="1"/>
                    <a:pt x="393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98"/>
            <p:cNvSpPr/>
            <p:nvPr/>
          </p:nvSpPr>
          <p:spPr>
            <a:xfrm>
              <a:off x="3763816" y="4175867"/>
              <a:ext cx="14222" cy="46899"/>
            </a:xfrm>
            <a:custGeom>
              <a:rect b="b" l="l" r="r" t="t"/>
              <a:pathLst>
                <a:path extrusionOk="0" h="1573" w="477">
                  <a:moveTo>
                    <a:pt x="0" y="1"/>
                  </a:moveTo>
                  <a:lnTo>
                    <a:pt x="0" y="1573"/>
                  </a:lnTo>
                  <a:lnTo>
                    <a:pt x="477" y="1573"/>
                  </a:lnTo>
                  <a:lnTo>
                    <a:pt x="477"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98"/>
            <p:cNvSpPr/>
            <p:nvPr/>
          </p:nvSpPr>
          <p:spPr>
            <a:xfrm>
              <a:off x="3699922" y="4251151"/>
              <a:ext cx="203070" cy="46869"/>
            </a:xfrm>
            <a:custGeom>
              <a:rect b="b" l="l" r="r" t="t"/>
              <a:pathLst>
                <a:path extrusionOk="0" h="1572" w="6811">
                  <a:moveTo>
                    <a:pt x="0" y="0"/>
                  </a:moveTo>
                  <a:lnTo>
                    <a:pt x="0" y="1572"/>
                  </a:lnTo>
                  <a:lnTo>
                    <a:pt x="6740" y="1572"/>
                  </a:lnTo>
                  <a:cubicBezTo>
                    <a:pt x="6787" y="1572"/>
                    <a:pt x="6811" y="1548"/>
                    <a:pt x="6811" y="1500"/>
                  </a:cubicBezTo>
                  <a:lnTo>
                    <a:pt x="6811" y="72"/>
                  </a:lnTo>
                  <a:cubicBezTo>
                    <a:pt x="6811" y="24"/>
                    <a:pt x="6787" y="0"/>
                    <a:pt x="6740"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98"/>
            <p:cNvSpPr/>
            <p:nvPr/>
          </p:nvSpPr>
          <p:spPr>
            <a:xfrm>
              <a:off x="3826309" y="4251151"/>
              <a:ext cx="14222" cy="46869"/>
            </a:xfrm>
            <a:custGeom>
              <a:rect b="b" l="l" r="r" t="t"/>
              <a:pathLst>
                <a:path extrusionOk="0" h="1572" w="477">
                  <a:moveTo>
                    <a:pt x="0" y="0"/>
                  </a:moveTo>
                  <a:lnTo>
                    <a:pt x="0" y="1572"/>
                  </a:lnTo>
                  <a:lnTo>
                    <a:pt x="476" y="1572"/>
                  </a:lnTo>
                  <a:lnTo>
                    <a:pt x="476"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98"/>
            <p:cNvSpPr/>
            <p:nvPr/>
          </p:nvSpPr>
          <p:spPr>
            <a:xfrm>
              <a:off x="3699922" y="4326404"/>
              <a:ext cx="156946" cy="47585"/>
            </a:xfrm>
            <a:custGeom>
              <a:rect b="b" l="l" r="r" t="t"/>
              <a:pathLst>
                <a:path extrusionOk="0" h="1596" w="5264">
                  <a:moveTo>
                    <a:pt x="0" y="0"/>
                  </a:moveTo>
                  <a:lnTo>
                    <a:pt x="0" y="1596"/>
                  </a:lnTo>
                  <a:lnTo>
                    <a:pt x="5192" y="1596"/>
                  </a:lnTo>
                  <a:cubicBezTo>
                    <a:pt x="5239" y="1596"/>
                    <a:pt x="5263" y="1548"/>
                    <a:pt x="5263" y="1501"/>
                  </a:cubicBezTo>
                  <a:lnTo>
                    <a:pt x="5263" y="72"/>
                  </a:lnTo>
                  <a:cubicBezTo>
                    <a:pt x="5263" y="48"/>
                    <a:pt x="5215" y="0"/>
                    <a:pt x="519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98"/>
            <p:cNvSpPr/>
            <p:nvPr/>
          </p:nvSpPr>
          <p:spPr>
            <a:xfrm>
              <a:off x="3786535" y="4326404"/>
              <a:ext cx="14222" cy="47585"/>
            </a:xfrm>
            <a:custGeom>
              <a:rect b="b" l="l" r="r" t="t"/>
              <a:pathLst>
                <a:path extrusionOk="0" h="1596" w="477">
                  <a:moveTo>
                    <a:pt x="0" y="0"/>
                  </a:moveTo>
                  <a:lnTo>
                    <a:pt x="0" y="1596"/>
                  </a:lnTo>
                  <a:lnTo>
                    <a:pt x="477" y="1596"/>
                  </a:lnTo>
                  <a:lnTo>
                    <a:pt x="477"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98"/>
            <p:cNvSpPr/>
            <p:nvPr/>
          </p:nvSpPr>
          <p:spPr>
            <a:xfrm>
              <a:off x="3699922" y="4400943"/>
              <a:ext cx="256349" cy="47615"/>
            </a:xfrm>
            <a:custGeom>
              <a:rect b="b" l="l" r="r" t="t"/>
              <a:pathLst>
                <a:path extrusionOk="0" h="1597" w="8598">
                  <a:moveTo>
                    <a:pt x="0" y="1"/>
                  </a:moveTo>
                  <a:lnTo>
                    <a:pt x="0" y="1596"/>
                  </a:lnTo>
                  <a:lnTo>
                    <a:pt x="8526" y="1596"/>
                  </a:lnTo>
                  <a:cubicBezTo>
                    <a:pt x="8573" y="1596"/>
                    <a:pt x="8597" y="1549"/>
                    <a:pt x="8597" y="1501"/>
                  </a:cubicBezTo>
                  <a:lnTo>
                    <a:pt x="8597" y="72"/>
                  </a:lnTo>
                  <a:cubicBezTo>
                    <a:pt x="8597" y="49"/>
                    <a:pt x="8573" y="1"/>
                    <a:pt x="852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98"/>
            <p:cNvSpPr/>
            <p:nvPr/>
          </p:nvSpPr>
          <p:spPr>
            <a:xfrm>
              <a:off x="3874580" y="4400943"/>
              <a:ext cx="14222" cy="47615"/>
            </a:xfrm>
            <a:custGeom>
              <a:rect b="b" l="l" r="r" t="t"/>
              <a:pathLst>
                <a:path extrusionOk="0" h="1597" w="477">
                  <a:moveTo>
                    <a:pt x="0" y="1"/>
                  </a:moveTo>
                  <a:lnTo>
                    <a:pt x="0" y="1596"/>
                  </a:lnTo>
                  <a:lnTo>
                    <a:pt x="477" y="1596"/>
                  </a:lnTo>
                  <a:lnTo>
                    <a:pt x="477"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98"/>
            <p:cNvSpPr/>
            <p:nvPr/>
          </p:nvSpPr>
          <p:spPr>
            <a:xfrm>
              <a:off x="3778008" y="4175867"/>
              <a:ext cx="40519" cy="46899"/>
            </a:xfrm>
            <a:custGeom>
              <a:rect b="b" l="l" r="r" t="t"/>
              <a:pathLst>
                <a:path extrusionOk="0" h="1573" w="1359">
                  <a:moveTo>
                    <a:pt x="1" y="1"/>
                  </a:moveTo>
                  <a:lnTo>
                    <a:pt x="1" y="1573"/>
                  </a:lnTo>
                  <a:lnTo>
                    <a:pt x="1263" y="1573"/>
                  </a:lnTo>
                  <a:cubicBezTo>
                    <a:pt x="1334" y="1573"/>
                    <a:pt x="1358" y="1549"/>
                    <a:pt x="1334" y="1477"/>
                  </a:cubicBezTo>
                  <a:lnTo>
                    <a:pt x="1334" y="48"/>
                  </a:lnTo>
                  <a:cubicBezTo>
                    <a:pt x="1334" y="25"/>
                    <a:pt x="1310" y="1"/>
                    <a:pt x="126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98"/>
            <p:cNvSpPr/>
            <p:nvPr/>
          </p:nvSpPr>
          <p:spPr>
            <a:xfrm>
              <a:off x="3802874" y="4176314"/>
              <a:ext cx="15653" cy="46452"/>
            </a:xfrm>
            <a:custGeom>
              <a:rect b="b" l="l" r="r" t="t"/>
              <a:pathLst>
                <a:path extrusionOk="0" h="1558" w="525">
                  <a:moveTo>
                    <a:pt x="494" y="1"/>
                  </a:moveTo>
                  <a:cubicBezTo>
                    <a:pt x="488" y="1"/>
                    <a:pt x="482" y="4"/>
                    <a:pt x="476" y="10"/>
                  </a:cubicBezTo>
                  <a:lnTo>
                    <a:pt x="0" y="10"/>
                  </a:lnTo>
                  <a:cubicBezTo>
                    <a:pt x="24" y="10"/>
                    <a:pt x="48" y="33"/>
                    <a:pt x="48" y="81"/>
                  </a:cubicBezTo>
                  <a:lnTo>
                    <a:pt x="48" y="1486"/>
                  </a:lnTo>
                  <a:cubicBezTo>
                    <a:pt x="48" y="1534"/>
                    <a:pt x="24" y="1558"/>
                    <a:pt x="0" y="1558"/>
                  </a:cubicBezTo>
                  <a:lnTo>
                    <a:pt x="476" y="1558"/>
                  </a:lnTo>
                  <a:cubicBezTo>
                    <a:pt x="500" y="1558"/>
                    <a:pt x="524" y="1534"/>
                    <a:pt x="524" y="1486"/>
                  </a:cubicBezTo>
                  <a:lnTo>
                    <a:pt x="524" y="81"/>
                  </a:lnTo>
                  <a:cubicBezTo>
                    <a:pt x="524" y="27"/>
                    <a:pt x="511" y="1"/>
                    <a:pt x="4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98"/>
            <p:cNvSpPr/>
            <p:nvPr/>
          </p:nvSpPr>
          <p:spPr>
            <a:xfrm>
              <a:off x="3840501" y="4251151"/>
              <a:ext cx="62492" cy="46869"/>
            </a:xfrm>
            <a:custGeom>
              <a:rect b="b" l="l" r="r" t="t"/>
              <a:pathLst>
                <a:path extrusionOk="0" h="1572" w="2096">
                  <a:moveTo>
                    <a:pt x="0" y="0"/>
                  </a:moveTo>
                  <a:lnTo>
                    <a:pt x="0" y="1572"/>
                  </a:lnTo>
                  <a:lnTo>
                    <a:pt x="2025" y="1572"/>
                  </a:lnTo>
                  <a:cubicBezTo>
                    <a:pt x="2072" y="1572"/>
                    <a:pt x="2096" y="1548"/>
                    <a:pt x="2096" y="1500"/>
                  </a:cubicBezTo>
                  <a:lnTo>
                    <a:pt x="2096" y="72"/>
                  </a:lnTo>
                  <a:cubicBezTo>
                    <a:pt x="2096" y="24"/>
                    <a:pt x="2072" y="0"/>
                    <a:pt x="202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98"/>
            <p:cNvSpPr/>
            <p:nvPr/>
          </p:nvSpPr>
          <p:spPr>
            <a:xfrm>
              <a:off x="3886655" y="4251568"/>
              <a:ext cx="16339" cy="46452"/>
            </a:xfrm>
            <a:custGeom>
              <a:rect b="b" l="l" r="r" t="t"/>
              <a:pathLst>
                <a:path extrusionOk="0" h="1558" w="548">
                  <a:moveTo>
                    <a:pt x="508" y="1"/>
                  </a:moveTo>
                  <a:cubicBezTo>
                    <a:pt x="499" y="1"/>
                    <a:pt x="488" y="4"/>
                    <a:pt x="477" y="10"/>
                  </a:cubicBezTo>
                  <a:lnTo>
                    <a:pt x="0" y="10"/>
                  </a:lnTo>
                  <a:cubicBezTo>
                    <a:pt x="48" y="10"/>
                    <a:pt x="72" y="58"/>
                    <a:pt x="72" y="81"/>
                  </a:cubicBezTo>
                  <a:lnTo>
                    <a:pt x="72" y="1510"/>
                  </a:lnTo>
                  <a:cubicBezTo>
                    <a:pt x="72" y="1534"/>
                    <a:pt x="48" y="1558"/>
                    <a:pt x="0" y="1558"/>
                  </a:cubicBezTo>
                  <a:lnTo>
                    <a:pt x="477" y="1558"/>
                  </a:lnTo>
                  <a:cubicBezTo>
                    <a:pt x="524" y="1558"/>
                    <a:pt x="548" y="1534"/>
                    <a:pt x="548" y="1510"/>
                  </a:cubicBezTo>
                  <a:lnTo>
                    <a:pt x="548" y="81"/>
                  </a:lnTo>
                  <a:cubicBezTo>
                    <a:pt x="548" y="28"/>
                    <a:pt x="535" y="1"/>
                    <a:pt x="50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98"/>
            <p:cNvSpPr/>
            <p:nvPr/>
          </p:nvSpPr>
          <p:spPr>
            <a:xfrm>
              <a:off x="3801443" y="4326404"/>
              <a:ext cx="55426" cy="47585"/>
            </a:xfrm>
            <a:custGeom>
              <a:rect b="b" l="l" r="r" t="t"/>
              <a:pathLst>
                <a:path extrusionOk="0" h="1596" w="1859">
                  <a:moveTo>
                    <a:pt x="1" y="0"/>
                  </a:moveTo>
                  <a:lnTo>
                    <a:pt x="1" y="1596"/>
                  </a:lnTo>
                  <a:lnTo>
                    <a:pt x="1787" y="1596"/>
                  </a:lnTo>
                  <a:cubicBezTo>
                    <a:pt x="1834" y="1596"/>
                    <a:pt x="1858" y="1548"/>
                    <a:pt x="1858" y="1501"/>
                  </a:cubicBezTo>
                  <a:lnTo>
                    <a:pt x="1858" y="72"/>
                  </a:lnTo>
                  <a:cubicBezTo>
                    <a:pt x="1858" y="48"/>
                    <a:pt x="1810" y="0"/>
                    <a:pt x="1787"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98"/>
            <p:cNvSpPr/>
            <p:nvPr/>
          </p:nvSpPr>
          <p:spPr>
            <a:xfrm>
              <a:off x="3840501" y="4326404"/>
              <a:ext cx="16368" cy="46183"/>
            </a:xfrm>
            <a:custGeom>
              <a:rect b="b" l="l" r="r" t="t"/>
              <a:pathLst>
                <a:path extrusionOk="0" h="1549" w="549">
                  <a:moveTo>
                    <a:pt x="0" y="0"/>
                  </a:moveTo>
                  <a:cubicBezTo>
                    <a:pt x="48" y="0"/>
                    <a:pt x="72" y="48"/>
                    <a:pt x="72" y="72"/>
                  </a:cubicBezTo>
                  <a:lnTo>
                    <a:pt x="72" y="1501"/>
                  </a:lnTo>
                  <a:cubicBezTo>
                    <a:pt x="72" y="1525"/>
                    <a:pt x="48" y="1548"/>
                    <a:pt x="0" y="1548"/>
                  </a:cubicBezTo>
                  <a:lnTo>
                    <a:pt x="477" y="1548"/>
                  </a:lnTo>
                  <a:cubicBezTo>
                    <a:pt x="524" y="1548"/>
                    <a:pt x="548" y="1525"/>
                    <a:pt x="548" y="1501"/>
                  </a:cubicBezTo>
                  <a:lnTo>
                    <a:pt x="548" y="72"/>
                  </a:lnTo>
                  <a:cubicBezTo>
                    <a:pt x="548" y="48"/>
                    <a:pt x="524" y="0"/>
                    <a:pt x="47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98"/>
            <p:cNvSpPr/>
            <p:nvPr/>
          </p:nvSpPr>
          <p:spPr>
            <a:xfrm>
              <a:off x="3888772" y="4400943"/>
              <a:ext cx="67501" cy="47615"/>
            </a:xfrm>
            <a:custGeom>
              <a:rect b="b" l="l" r="r" t="t"/>
              <a:pathLst>
                <a:path extrusionOk="0" h="1597" w="2264">
                  <a:moveTo>
                    <a:pt x="1" y="1"/>
                  </a:moveTo>
                  <a:lnTo>
                    <a:pt x="1" y="1596"/>
                  </a:lnTo>
                  <a:lnTo>
                    <a:pt x="2192" y="1596"/>
                  </a:lnTo>
                  <a:cubicBezTo>
                    <a:pt x="2239" y="1596"/>
                    <a:pt x="2263" y="1549"/>
                    <a:pt x="2263" y="1501"/>
                  </a:cubicBezTo>
                  <a:lnTo>
                    <a:pt x="2263" y="72"/>
                  </a:lnTo>
                  <a:cubicBezTo>
                    <a:pt x="2263" y="49"/>
                    <a:pt x="2239" y="1"/>
                    <a:pt x="2192"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98"/>
            <p:cNvSpPr/>
            <p:nvPr/>
          </p:nvSpPr>
          <p:spPr>
            <a:xfrm>
              <a:off x="3939906" y="4400943"/>
              <a:ext cx="16368" cy="46183"/>
            </a:xfrm>
            <a:custGeom>
              <a:rect b="b" l="l" r="r" t="t"/>
              <a:pathLst>
                <a:path extrusionOk="0" h="1549" w="549">
                  <a:moveTo>
                    <a:pt x="0" y="1"/>
                  </a:moveTo>
                  <a:cubicBezTo>
                    <a:pt x="48" y="1"/>
                    <a:pt x="72" y="49"/>
                    <a:pt x="72" y="72"/>
                  </a:cubicBezTo>
                  <a:lnTo>
                    <a:pt x="72" y="1501"/>
                  </a:lnTo>
                  <a:cubicBezTo>
                    <a:pt x="72" y="1525"/>
                    <a:pt x="48" y="1549"/>
                    <a:pt x="0" y="1549"/>
                  </a:cubicBezTo>
                  <a:lnTo>
                    <a:pt x="477" y="1549"/>
                  </a:lnTo>
                  <a:cubicBezTo>
                    <a:pt x="524" y="1549"/>
                    <a:pt x="548" y="1525"/>
                    <a:pt x="548" y="1501"/>
                  </a:cubicBezTo>
                  <a:lnTo>
                    <a:pt x="548" y="72"/>
                  </a:lnTo>
                  <a:cubicBezTo>
                    <a:pt x="548" y="49"/>
                    <a:pt x="524"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98"/>
            <p:cNvSpPr/>
            <p:nvPr/>
          </p:nvSpPr>
          <p:spPr>
            <a:xfrm>
              <a:off x="3677888" y="4471963"/>
              <a:ext cx="343678" cy="24180"/>
            </a:xfrm>
            <a:custGeom>
              <a:rect b="b" l="l" r="r" t="t"/>
              <a:pathLst>
                <a:path extrusionOk="0" h="811" w="11527">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98"/>
            <p:cNvSpPr/>
            <p:nvPr/>
          </p:nvSpPr>
          <p:spPr>
            <a:xfrm>
              <a:off x="4003800" y="4471247"/>
              <a:ext cx="17770" cy="24180"/>
            </a:xfrm>
            <a:custGeom>
              <a:rect b="b" l="l" r="r" t="t"/>
              <a:pathLst>
                <a:path extrusionOk="0" h="811" w="596">
                  <a:moveTo>
                    <a:pt x="1" y="1"/>
                  </a:moveTo>
                  <a:cubicBezTo>
                    <a:pt x="72" y="1"/>
                    <a:pt x="120" y="72"/>
                    <a:pt x="120" y="120"/>
                  </a:cubicBezTo>
                  <a:lnTo>
                    <a:pt x="120" y="691"/>
                  </a:lnTo>
                  <a:cubicBezTo>
                    <a:pt x="120" y="739"/>
                    <a:pt x="72" y="810"/>
                    <a:pt x="1" y="810"/>
                  </a:cubicBezTo>
                  <a:lnTo>
                    <a:pt x="477" y="810"/>
                  </a:lnTo>
                  <a:cubicBezTo>
                    <a:pt x="548" y="810"/>
                    <a:pt x="596" y="739"/>
                    <a:pt x="596" y="691"/>
                  </a:cubicBezTo>
                  <a:lnTo>
                    <a:pt x="596" y="120"/>
                  </a:lnTo>
                  <a:cubicBezTo>
                    <a:pt x="596" y="72"/>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98"/>
            <p:cNvSpPr/>
            <p:nvPr/>
          </p:nvSpPr>
          <p:spPr>
            <a:xfrm>
              <a:off x="3929262" y="4251151"/>
              <a:ext cx="34108" cy="46869"/>
            </a:xfrm>
            <a:custGeom>
              <a:rect b="b" l="l" r="r" t="t"/>
              <a:pathLst>
                <a:path extrusionOk="0" h="1572" w="1144">
                  <a:moveTo>
                    <a:pt x="548" y="334"/>
                  </a:moveTo>
                  <a:cubicBezTo>
                    <a:pt x="596" y="334"/>
                    <a:pt x="667" y="357"/>
                    <a:pt x="667" y="429"/>
                  </a:cubicBezTo>
                  <a:cubicBezTo>
                    <a:pt x="691" y="476"/>
                    <a:pt x="643" y="572"/>
                    <a:pt x="548" y="572"/>
                  </a:cubicBezTo>
                  <a:lnTo>
                    <a:pt x="357" y="572"/>
                  </a:lnTo>
                  <a:lnTo>
                    <a:pt x="357" y="334"/>
                  </a:lnTo>
                  <a:close/>
                  <a:moveTo>
                    <a:pt x="596" y="929"/>
                  </a:moveTo>
                  <a:cubicBezTo>
                    <a:pt x="691" y="929"/>
                    <a:pt x="762" y="976"/>
                    <a:pt x="786" y="1048"/>
                  </a:cubicBezTo>
                  <a:cubicBezTo>
                    <a:pt x="810" y="1167"/>
                    <a:pt x="715" y="1262"/>
                    <a:pt x="643" y="1262"/>
                  </a:cubicBezTo>
                  <a:lnTo>
                    <a:pt x="357" y="1262"/>
                  </a:lnTo>
                  <a:lnTo>
                    <a:pt x="357" y="929"/>
                  </a:lnTo>
                  <a:close/>
                  <a:moveTo>
                    <a:pt x="191" y="0"/>
                  </a:moveTo>
                  <a:cubicBezTo>
                    <a:pt x="95" y="0"/>
                    <a:pt x="0" y="95"/>
                    <a:pt x="0" y="191"/>
                  </a:cubicBezTo>
                  <a:lnTo>
                    <a:pt x="0" y="1429"/>
                  </a:lnTo>
                  <a:lnTo>
                    <a:pt x="0" y="1500"/>
                  </a:lnTo>
                  <a:cubicBezTo>
                    <a:pt x="72" y="1548"/>
                    <a:pt x="119" y="1572"/>
                    <a:pt x="214" y="1572"/>
                  </a:cubicBezTo>
                  <a:lnTo>
                    <a:pt x="643" y="1572"/>
                  </a:lnTo>
                  <a:cubicBezTo>
                    <a:pt x="905" y="1572"/>
                    <a:pt x="1143" y="1334"/>
                    <a:pt x="1143" y="1072"/>
                  </a:cubicBezTo>
                  <a:cubicBezTo>
                    <a:pt x="1143" y="929"/>
                    <a:pt x="1072" y="762"/>
                    <a:pt x="953" y="691"/>
                  </a:cubicBezTo>
                  <a:cubicBezTo>
                    <a:pt x="1024" y="595"/>
                    <a:pt x="1024" y="500"/>
                    <a:pt x="1024" y="429"/>
                  </a:cubicBezTo>
                  <a:cubicBezTo>
                    <a:pt x="1000" y="191"/>
                    <a:pt x="786" y="0"/>
                    <a:pt x="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98"/>
            <p:cNvSpPr/>
            <p:nvPr/>
          </p:nvSpPr>
          <p:spPr>
            <a:xfrm>
              <a:off x="3843334" y="4173750"/>
              <a:ext cx="41920" cy="49016"/>
            </a:xfrm>
            <a:custGeom>
              <a:rect b="b" l="l" r="r" t="t"/>
              <a:pathLst>
                <a:path extrusionOk="0" h="1644" w="1406">
                  <a:moveTo>
                    <a:pt x="715" y="667"/>
                  </a:moveTo>
                  <a:lnTo>
                    <a:pt x="834" y="1001"/>
                  </a:lnTo>
                  <a:lnTo>
                    <a:pt x="572" y="1001"/>
                  </a:lnTo>
                  <a:lnTo>
                    <a:pt x="715" y="667"/>
                  </a:lnTo>
                  <a:close/>
                  <a:moveTo>
                    <a:pt x="691" y="0"/>
                  </a:moveTo>
                  <a:cubicBezTo>
                    <a:pt x="596" y="0"/>
                    <a:pt x="548" y="72"/>
                    <a:pt x="501" y="119"/>
                  </a:cubicBezTo>
                  <a:lnTo>
                    <a:pt x="1" y="1405"/>
                  </a:lnTo>
                  <a:cubicBezTo>
                    <a:pt x="1" y="1548"/>
                    <a:pt x="72" y="1644"/>
                    <a:pt x="143" y="1644"/>
                  </a:cubicBezTo>
                  <a:lnTo>
                    <a:pt x="215" y="1644"/>
                  </a:lnTo>
                  <a:cubicBezTo>
                    <a:pt x="263" y="1644"/>
                    <a:pt x="358" y="1620"/>
                    <a:pt x="358" y="1524"/>
                  </a:cubicBezTo>
                  <a:lnTo>
                    <a:pt x="453" y="1310"/>
                  </a:lnTo>
                  <a:lnTo>
                    <a:pt x="953" y="1310"/>
                  </a:lnTo>
                  <a:lnTo>
                    <a:pt x="1025" y="1524"/>
                  </a:lnTo>
                  <a:cubicBezTo>
                    <a:pt x="1042" y="1594"/>
                    <a:pt x="1111" y="1638"/>
                    <a:pt x="1183" y="1638"/>
                  </a:cubicBezTo>
                  <a:cubicBezTo>
                    <a:pt x="1210" y="1638"/>
                    <a:pt x="1237" y="1632"/>
                    <a:pt x="1263" y="1620"/>
                  </a:cubicBezTo>
                  <a:cubicBezTo>
                    <a:pt x="1334" y="1572"/>
                    <a:pt x="1406" y="1477"/>
                    <a:pt x="1334" y="1382"/>
                  </a:cubicBezTo>
                  <a:lnTo>
                    <a:pt x="858" y="119"/>
                  </a:lnTo>
                  <a:cubicBezTo>
                    <a:pt x="834" y="48"/>
                    <a:pt x="739"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98"/>
            <p:cNvSpPr/>
            <p:nvPr/>
          </p:nvSpPr>
          <p:spPr>
            <a:xfrm>
              <a:off x="3982512" y="4402374"/>
              <a:ext cx="36941" cy="46183"/>
            </a:xfrm>
            <a:custGeom>
              <a:rect b="b" l="l" r="r" t="t"/>
              <a:pathLst>
                <a:path extrusionOk="0" h="1549" w="1239">
                  <a:moveTo>
                    <a:pt x="548" y="310"/>
                  </a:moveTo>
                  <a:cubicBezTo>
                    <a:pt x="834" y="310"/>
                    <a:pt x="881" y="644"/>
                    <a:pt x="881" y="763"/>
                  </a:cubicBezTo>
                  <a:cubicBezTo>
                    <a:pt x="881" y="1072"/>
                    <a:pt x="715" y="1191"/>
                    <a:pt x="572" y="1215"/>
                  </a:cubicBezTo>
                  <a:lnTo>
                    <a:pt x="405" y="1215"/>
                  </a:lnTo>
                  <a:lnTo>
                    <a:pt x="405" y="763"/>
                  </a:lnTo>
                  <a:lnTo>
                    <a:pt x="405" y="310"/>
                  </a:lnTo>
                  <a:close/>
                  <a:moveTo>
                    <a:pt x="119" y="1"/>
                  </a:moveTo>
                  <a:cubicBezTo>
                    <a:pt x="48" y="24"/>
                    <a:pt x="0" y="72"/>
                    <a:pt x="0" y="167"/>
                  </a:cubicBezTo>
                  <a:lnTo>
                    <a:pt x="0" y="786"/>
                  </a:lnTo>
                  <a:cubicBezTo>
                    <a:pt x="48" y="906"/>
                    <a:pt x="48" y="1358"/>
                    <a:pt x="48" y="1358"/>
                  </a:cubicBezTo>
                  <a:cubicBezTo>
                    <a:pt x="48" y="1429"/>
                    <a:pt x="95" y="1501"/>
                    <a:pt x="167" y="1548"/>
                  </a:cubicBezTo>
                  <a:lnTo>
                    <a:pt x="572" y="1548"/>
                  </a:lnTo>
                  <a:cubicBezTo>
                    <a:pt x="953" y="1548"/>
                    <a:pt x="1239" y="1215"/>
                    <a:pt x="1239" y="763"/>
                  </a:cubicBezTo>
                  <a:cubicBezTo>
                    <a:pt x="1239" y="286"/>
                    <a:pt x="953"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98"/>
            <p:cNvSpPr/>
            <p:nvPr/>
          </p:nvSpPr>
          <p:spPr>
            <a:xfrm>
              <a:off x="3883107" y="4326375"/>
              <a:ext cx="41204" cy="47615"/>
            </a:xfrm>
            <a:custGeom>
              <a:rect b="b" l="l" r="r" t="t"/>
              <a:pathLst>
                <a:path extrusionOk="0" h="1597" w="1382">
                  <a:moveTo>
                    <a:pt x="746" y="0"/>
                  </a:moveTo>
                  <a:cubicBezTo>
                    <a:pt x="335" y="0"/>
                    <a:pt x="0" y="349"/>
                    <a:pt x="0" y="787"/>
                  </a:cubicBezTo>
                  <a:cubicBezTo>
                    <a:pt x="0" y="1240"/>
                    <a:pt x="357" y="1597"/>
                    <a:pt x="810" y="1597"/>
                  </a:cubicBezTo>
                  <a:cubicBezTo>
                    <a:pt x="1000" y="1597"/>
                    <a:pt x="1143" y="1526"/>
                    <a:pt x="1262" y="1406"/>
                  </a:cubicBezTo>
                  <a:lnTo>
                    <a:pt x="1310" y="1359"/>
                  </a:lnTo>
                  <a:cubicBezTo>
                    <a:pt x="1381" y="1287"/>
                    <a:pt x="1381" y="1168"/>
                    <a:pt x="1286" y="1121"/>
                  </a:cubicBezTo>
                  <a:cubicBezTo>
                    <a:pt x="1264" y="1088"/>
                    <a:pt x="1227" y="1070"/>
                    <a:pt x="1186" y="1070"/>
                  </a:cubicBezTo>
                  <a:cubicBezTo>
                    <a:pt x="1138" y="1070"/>
                    <a:pt x="1086" y="1093"/>
                    <a:pt x="1048" y="1145"/>
                  </a:cubicBezTo>
                  <a:lnTo>
                    <a:pt x="1024" y="1168"/>
                  </a:lnTo>
                  <a:cubicBezTo>
                    <a:pt x="953" y="1240"/>
                    <a:pt x="881" y="1264"/>
                    <a:pt x="786" y="1264"/>
                  </a:cubicBezTo>
                  <a:cubicBezTo>
                    <a:pt x="548" y="1264"/>
                    <a:pt x="334" y="1049"/>
                    <a:pt x="334" y="811"/>
                  </a:cubicBezTo>
                  <a:cubicBezTo>
                    <a:pt x="334" y="573"/>
                    <a:pt x="548" y="359"/>
                    <a:pt x="786" y="359"/>
                  </a:cubicBezTo>
                  <a:cubicBezTo>
                    <a:pt x="881" y="359"/>
                    <a:pt x="953" y="406"/>
                    <a:pt x="1048" y="454"/>
                  </a:cubicBezTo>
                  <a:cubicBezTo>
                    <a:pt x="1081" y="479"/>
                    <a:pt x="1114" y="489"/>
                    <a:pt x="1146" y="489"/>
                  </a:cubicBezTo>
                  <a:cubicBezTo>
                    <a:pt x="1204" y="489"/>
                    <a:pt x="1255" y="453"/>
                    <a:pt x="1286" y="406"/>
                  </a:cubicBezTo>
                  <a:cubicBezTo>
                    <a:pt x="1358" y="311"/>
                    <a:pt x="1310" y="216"/>
                    <a:pt x="1239" y="168"/>
                  </a:cubicBezTo>
                  <a:cubicBezTo>
                    <a:pt x="1119" y="73"/>
                    <a:pt x="929" y="1"/>
                    <a:pt x="786" y="1"/>
                  </a:cubicBezTo>
                  <a:cubicBezTo>
                    <a:pt x="773" y="1"/>
                    <a:pt x="759" y="0"/>
                    <a:pt x="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98"/>
            <p:cNvSpPr/>
            <p:nvPr/>
          </p:nvSpPr>
          <p:spPr>
            <a:xfrm>
              <a:off x="3670792" y="4150315"/>
              <a:ext cx="356468" cy="353606"/>
            </a:xfrm>
            <a:custGeom>
              <a:rect b="b" l="l" r="r" t="t"/>
              <a:pathLst>
                <a:path extrusionOk="0" h="11860" w="11956">
                  <a:moveTo>
                    <a:pt x="3430" y="1072"/>
                  </a:moveTo>
                  <a:lnTo>
                    <a:pt x="3430" y="2287"/>
                  </a:lnTo>
                  <a:lnTo>
                    <a:pt x="1120" y="2287"/>
                  </a:lnTo>
                  <a:lnTo>
                    <a:pt x="1120" y="1072"/>
                  </a:lnTo>
                  <a:close/>
                  <a:moveTo>
                    <a:pt x="4787" y="1072"/>
                  </a:moveTo>
                  <a:lnTo>
                    <a:pt x="4787" y="2287"/>
                  </a:lnTo>
                  <a:lnTo>
                    <a:pt x="3787" y="2287"/>
                  </a:lnTo>
                  <a:lnTo>
                    <a:pt x="3787" y="1072"/>
                  </a:lnTo>
                  <a:close/>
                  <a:moveTo>
                    <a:pt x="5526" y="3573"/>
                  </a:moveTo>
                  <a:lnTo>
                    <a:pt x="5526" y="4787"/>
                  </a:lnTo>
                  <a:lnTo>
                    <a:pt x="1120" y="4787"/>
                  </a:lnTo>
                  <a:lnTo>
                    <a:pt x="1120" y="3573"/>
                  </a:lnTo>
                  <a:close/>
                  <a:moveTo>
                    <a:pt x="4216" y="6073"/>
                  </a:moveTo>
                  <a:lnTo>
                    <a:pt x="4216" y="7288"/>
                  </a:lnTo>
                  <a:lnTo>
                    <a:pt x="1120" y="7288"/>
                  </a:lnTo>
                  <a:lnTo>
                    <a:pt x="1120" y="6073"/>
                  </a:lnTo>
                  <a:close/>
                  <a:moveTo>
                    <a:pt x="6050" y="6073"/>
                  </a:moveTo>
                  <a:lnTo>
                    <a:pt x="6050" y="7288"/>
                  </a:lnTo>
                  <a:lnTo>
                    <a:pt x="4549" y="7288"/>
                  </a:lnTo>
                  <a:lnTo>
                    <a:pt x="4549" y="6073"/>
                  </a:lnTo>
                  <a:close/>
                  <a:moveTo>
                    <a:pt x="9384" y="8597"/>
                  </a:moveTo>
                  <a:lnTo>
                    <a:pt x="9384" y="9812"/>
                  </a:lnTo>
                  <a:lnTo>
                    <a:pt x="7455" y="9812"/>
                  </a:lnTo>
                  <a:lnTo>
                    <a:pt x="7455" y="8597"/>
                  </a:lnTo>
                  <a:close/>
                  <a:moveTo>
                    <a:pt x="11598" y="10955"/>
                  </a:moveTo>
                  <a:lnTo>
                    <a:pt x="11598" y="11431"/>
                  </a:lnTo>
                  <a:lnTo>
                    <a:pt x="429" y="11431"/>
                  </a:lnTo>
                  <a:lnTo>
                    <a:pt x="429" y="10955"/>
                  </a:lnTo>
                  <a:close/>
                  <a:moveTo>
                    <a:pt x="929" y="0"/>
                  </a:moveTo>
                  <a:cubicBezTo>
                    <a:pt x="810" y="0"/>
                    <a:pt x="715" y="48"/>
                    <a:pt x="715" y="167"/>
                  </a:cubicBezTo>
                  <a:lnTo>
                    <a:pt x="715" y="1572"/>
                  </a:lnTo>
                  <a:lnTo>
                    <a:pt x="525" y="1572"/>
                  </a:lnTo>
                  <a:cubicBezTo>
                    <a:pt x="429" y="1572"/>
                    <a:pt x="334" y="1620"/>
                    <a:pt x="334" y="1715"/>
                  </a:cubicBezTo>
                  <a:cubicBezTo>
                    <a:pt x="334" y="1834"/>
                    <a:pt x="406" y="1929"/>
                    <a:pt x="525" y="1929"/>
                  </a:cubicBezTo>
                  <a:lnTo>
                    <a:pt x="715" y="1929"/>
                  </a:lnTo>
                  <a:lnTo>
                    <a:pt x="715" y="4073"/>
                  </a:lnTo>
                  <a:lnTo>
                    <a:pt x="525" y="4073"/>
                  </a:lnTo>
                  <a:cubicBezTo>
                    <a:pt x="429" y="4073"/>
                    <a:pt x="334" y="4120"/>
                    <a:pt x="334" y="4216"/>
                  </a:cubicBezTo>
                  <a:cubicBezTo>
                    <a:pt x="334" y="4335"/>
                    <a:pt x="406" y="4430"/>
                    <a:pt x="525" y="4430"/>
                  </a:cubicBezTo>
                  <a:lnTo>
                    <a:pt x="715" y="4430"/>
                  </a:lnTo>
                  <a:lnTo>
                    <a:pt x="715" y="6597"/>
                  </a:lnTo>
                  <a:lnTo>
                    <a:pt x="525" y="6597"/>
                  </a:lnTo>
                  <a:cubicBezTo>
                    <a:pt x="429" y="6597"/>
                    <a:pt x="334" y="6668"/>
                    <a:pt x="334" y="6740"/>
                  </a:cubicBezTo>
                  <a:cubicBezTo>
                    <a:pt x="334" y="6859"/>
                    <a:pt x="406" y="6954"/>
                    <a:pt x="525" y="6954"/>
                  </a:cubicBezTo>
                  <a:lnTo>
                    <a:pt x="715" y="6954"/>
                  </a:lnTo>
                  <a:lnTo>
                    <a:pt x="715" y="9121"/>
                  </a:lnTo>
                  <a:lnTo>
                    <a:pt x="525" y="9121"/>
                  </a:lnTo>
                  <a:cubicBezTo>
                    <a:pt x="429" y="9121"/>
                    <a:pt x="334" y="9193"/>
                    <a:pt x="334" y="9288"/>
                  </a:cubicBezTo>
                  <a:cubicBezTo>
                    <a:pt x="334" y="9407"/>
                    <a:pt x="406" y="9479"/>
                    <a:pt x="525" y="9479"/>
                  </a:cubicBezTo>
                  <a:lnTo>
                    <a:pt x="715" y="9479"/>
                  </a:lnTo>
                  <a:lnTo>
                    <a:pt x="715" y="10717"/>
                  </a:lnTo>
                  <a:lnTo>
                    <a:pt x="310" y="10717"/>
                  </a:lnTo>
                  <a:cubicBezTo>
                    <a:pt x="167" y="10717"/>
                    <a:pt x="1" y="10836"/>
                    <a:pt x="1" y="11003"/>
                  </a:cubicBezTo>
                  <a:lnTo>
                    <a:pt x="1" y="11574"/>
                  </a:lnTo>
                  <a:cubicBezTo>
                    <a:pt x="1" y="11717"/>
                    <a:pt x="120" y="11860"/>
                    <a:pt x="310" y="11860"/>
                  </a:cubicBezTo>
                  <a:lnTo>
                    <a:pt x="11598" y="11860"/>
                  </a:lnTo>
                  <a:cubicBezTo>
                    <a:pt x="11741" y="11860"/>
                    <a:pt x="11884" y="11741"/>
                    <a:pt x="11884" y="11574"/>
                  </a:cubicBezTo>
                  <a:lnTo>
                    <a:pt x="11884" y="11003"/>
                  </a:lnTo>
                  <a:cubicBezTo>
                    <a:pt x="11956" y="10741"/>
                    <a:pt x="11813" y="10598"/>
                    <a:pt x="11646" y="10598"/>
                  </a:cubicBezTo>
                  <a:lnTo>
                    <a:pt x="1120" y="10598"/>
                  </a:lnTo>
                  <a:lnTo>
                    <a:pt x="1120" y="10145"/>
                  </a:lnTo>
                  <a:lnTo>
                    <a:pt x="9479" y="10145"/>
                  </a:lnTo>
                  <a:cubicBezTo>
                    <a:pt x="9622" y="10145"/>
                    <a:pt x="9717" y="10026"/>
                    <a:pt x="9717" y="9907"/>
                  </a:cubicBezTo>
                  <a:lnTo>
                    <a:pt x="9717" y="8407"/>
                  </a:lnTo>
                  <a:cubicBezTo>
                    <a:pt x="9717" y="8335"/>
                    <a:pt x="9622" y="8240"/>
                    <a:pt x="9550" y="8240"/>
                  </a:cubicBezTo>
                  <a:lnTo>
                    <a:pt x="3144" y="8240"/>
                  </a:lnTo>
                  <a:cubicBezTo>
                    <a:pt x="3120" y="8240"/>
                    <a:pt x="3049" y="8264"/>
                    <a:pt x="3025" y="8288"/>
                  </a:cubicBezTo>
                  <a:cubicBezTo>
                    <a:pt x="2930" y="8455"/>
                    <a:pt x="3025" y="8597"/>
                    <a:pt x="3168" y="8597"/>
                  </a:cubicBezTo>
                  <a:lnTo>
                    <a:pt x="7121" y="8597"/>
                  </a:lnTo>
                  <a:lnTo>
                    <a:pt x="7121" y="9812"/>
                  </a:lnTo>
                  <a:lnTo>
                    <a:pt x="1120" y="9812"/>
                  </a:lnTo>
                  <a:lnTo>
                    <a:pt x="1120" y="8597"/>
                  </a:lnTo>
                  <a:lnTo>
                    <a:pt x="2334" y="8597"/>
                  </a:lnTo>
                  <a:cubicBezTo>
                    <a:pt x="2430" y="8597"/>
                    <a:pt x="2501" y="8526"/>
                    <a:pt x="2501" y="8455"/>
                  </a:cubicBezTo>
                  <a:cubicBezTo>
                    <a:pt x="2501" y="8335"/>
                    <a:pt x="2454" y="8240"/>
                    <a:pt x="2334" y="8240"/>
                  </a:cubicBezTo>
                  <a:lnTo>
                    <a:pt x="1072" y="8240"/>
                  </a:lnTo>
                  <a:lnTo>
                    <a:pt x="1072" y="7645"/>
                  </a:lnTo>
                  <a:lnTo>
                    <a:pt x="6121" y="7645"/>
                  </a:lnTo>
                  <a:cubicBezTo>
                    <a:pt x="6264" y="7645"/>
                    <a:pt x="6359" y="7526"/>
                    <a:pt x="6359" y="7407"/>
                  </a:cubicBezTo>
                  <a:lnTo>
                    <a:pt x="6359" y="5978"/>
                  </a:lnTo>
                  <a:cubicBezTo>
                    <a:pt x="6359" y="5835"/>
                    <a:pt x="6240" y="5740"/>
                    <a:pt x="6121" y="5740"/>
                  </a:cubicBezTo>
                  <a:lnTo>
                    <a:pt x="1072" y="5740"/>
                  </a:lnTo>
                  <a:lnTo>
                    <a:pt x="1072" y="5144"/>
                  </a:lnTo>
                  <a:lnTo>
                    <a:pt x="6312" y="5144"/>
                  </a:lnTo>
                  <a:cubicBezTo>
                    <a:pt x="6407" y="5144"/>
                    <a:pt x="6502" y="5073"/>
                    <a:pt x="6502" y="5001"/>
                  </a:cubicBezTo>
                  <a:cubicBezTo>
                    <a:pt x="6502" y="4882"/>
                    <a:pt x="6431" y="4787"/>
                    <a:pt x="6312" y="4787"/>
                  </a:cubicBezTo>
                  <a:lnTo>
                    <a:pt x="5811" y="4787"/>
                  </a:lnTo>
                  <a:lnTo>
                    <a:pt x="5811" y="3573"/>
                  </a:lnTo>
                  <a:lnTo>
                    <a:pt x="7550" y="3573"/>
                  </a:lnTo>
                  <a:lnTo>
                    <a:pt x="7550" y="4787"/>
                  </a:lnTo>
                  <a:lnTo>
                    <a:pt x="7097" y="4787"/>
                  </a:lnTo>
                  <a:cubicBezTo>
                    <a:pt x="7002" y="4787"/>
                    <a:pt x="6907" y="4835"/>
                    <a:pt x="6907" y="4930"/>
                  </a:cubicBezTo>
                  <a:cubicBezTo>
                    <a:pt x="6907" y="5049"/>
                    <a:pt x="6978" y="5144"/>
                    <a:pt x="7097" y="5144"/>
                  </a:cubicBezTo>
                  <a:lnTo>
                    <a:pt x="7669" y="5144"/>
                  </a:lnTo>
                  <a:cubicBezTo>
                    <a:pt x="7812" y="5144"/>
                    <a:pt x="7907" y="5025"/>
                    <a:pt x="7907" y="4906"/>
                  </a:cubicBezTo>
                  <a:lnTo>
                    <a:pt x="7907" y="3477"/>
                  </a:lnTo>
                  <a:cubicBezTo>
                    <a:pt x="7907" y="3334"/>
                    <a:pt x="7788" y="3239"/>
                    <a:pt x="7669" y="3239"/>
                  </a:cubicBezTo>
                  <a:lnTo>
                    <a:pt x="1072" y="3239"/>
                  </a:lnTo>
                  <a:lnTo>
                    <a:pt x="1072" y="2668"/>
                  </a:lnTo>
                  <a:lnTo>
                    <a:pt x="4835" y="2668"/>
                  </a:lnTo>
                  <a:cubicBezTo>
                    <a:pt x="4978" y="2668"/>
                    <a:pt x="5073" y="2549"/>
                    <a:pt x="5073" y="2430"/>
                  </a:cubicBezTo>
                  <a:lnTo>
                    <a:pt x="5073" y="1001"/>
                  </a:lnTo>
                  <a:cubicBezTo>
                    <a:pt x="5073" y="858"/>
                    <a:pt x="4954" y="763"/>
                    <a:pt x="4835" y="763"/>
                  </a:cubicBezTo>
                  <a:lnTo>
                    <a:pt x="1072" y="763"/>
                  </a:lnTo>
                  <a:lnTo>
                    <a:pt x="1072" y="167"/>
                  </a:lnTo>
                  <a:cubicBezTo>
                    <a:pt x="1072" y="72"/>
                    <a:pt x="1025"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4" name="Google Shape;22914;p98"/>
          <p:cNvGrpSpPr/>
          <p:nvPr/>
        </p:nvGrpSpPr>
        <p:grpSpPr>
          <a:xfrm>
            <a:off x="4030368" y="3995083"/>
            <a:ext cx="355755" cy="352205"/>
            <a:chOff x="4373264" y="4147483"/>
            <a:chExt cx="355755" cy="352205"/>
          </a:xfrm>
        </p:grpSpPr>
        <p:sp>
          <p:nvSpPr>
            <p:cNvPr id="22915" name="Google Shape;22915;p98"/>
            <p:cNvSpPr/>
            <p:nvPr/>
          </p:nvSpPr>
          <p:spPr>
            <a:xfrm>
              <a:off x="4576306" y="4151746"/>
              <a:ext cx="146302" cy="146869"/>
            </a:xfrm>
            <a:custGeom>
              <a:rect b="b" l="l" r="r" t="t"/>
              <a:pathLst>
                <a:path extrusionOk="0" h="4926" w="4907">
                  <a:moveTo>
                    <a:pt x="72" y="0"/>
                  </a:moveTo>
                  <a:cubicBezTo>
                    <a:pt x="25" y="0"/>
                    <a:pt x="1" y="24"/>
                    <a:pt x="1" y="72"/>
                  </a:cubicBezTo>
                  <a:lnTo>
                    <a:pt x="1" y="4906"/>
                  </a:lnTo>
                  <a:lnTo>
                    <a:pt x="4859" y="4906"/>
                  </a:lnTo>
                  <a:cubicBezTo>
                    <a:pt x="4866" y="4920"/>
                    <a:pt x="4873" y="4926"/>
                    <a:pt x="4879" y="4926"/>
                  </a:cubicBezTo>
                  <a:cubicBezTo>
                    <a:pt x="4895" y="4926"/>
                    <a:pt x="4907" y="4892"/>
                    <a:pt x="4907" y="4858"/>
                  </a:cubicBezTo>
                  <a:cubicBezTo>
                    <a:pt x="4883" y="2215"/>
                    <a:pt x="2740" y="72"/>
                    <a:pt x="7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98"/>
            <p:cNvSpPr/>
            <p:nvPr/>
          </p:nvSpPr>
          <p:spPr>
            <a:xfrm>
              <a:off x="4604005" y="4154579"/>
              <a:ext cx="118604" cy="143440"/>
            </a:xfrm>
            <a:custGeom>
              <a:rect b="b" l="l" r="r" t="t"/>
              <a:pathLst>
                <a:path extrusionOk="0" h="4811" w="3978">
                  <a:moveTo>
                    <a:pt x="1" y="0"/>
                  </a:moveTo>
                  <a:lnTo>
                    <a:pt x="1" y="0"/>
                  </a:lnTo>
                  <a:cubicBezTo>
                    <a:pt x="1954" y="715"/>
                    <a:pt x="3430" y="2596"/>
                    <a:pt x="3454" y="4811"/>
                  </a:cubicBezTo>
                  <a:lnTo>
                    <a:pt x="3930" y="4811"/>
                  </a:lnTo>
                  <a:cubicBezTo>
                    <a:pt x="3954" y="4811"/>
                    <a:pt x="3978" y="4787"/>
                    <a:pt x="3978" y="4763"/>
                  </a:cubicBezTo>
                  <a:cubicBezTo>
                    <a:pt x="3954" y="2406"/>
                    <a:pt x="2239" y="453"/>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98"/>
            <p:cNvSpPr/>
            <p:nvPr/>
          </p:nvSpPr>
          <p:spPr>
            <a:xfrm>
              <a:off x="4380360" y="4158842"/>
              <a:ext cx="337297" cy="337297"/>
            </a:xfrm>
            <a:custGeom>
              <a:rect b="b" l="l" r="r" t="t"/>
              <a:pathLst>
                <a:path extrusionOk="0" h="11313" w="11313">
                  <a:moveTo>
                    <a:pt x="5573" y="0"/>
                  </a:moveTo>
                  <a:cubicBezTo>
                    <a:pt x="2477" y="24"/>
                    <a:pt x="0" y="2572"/>
                    <a:pt x="0" y="5668"/>
                  </a:cubicBezTo>
                  <a:cubicBezTo>
                    <a:pt x="0" y="8788"/>
                    <a:pt x="2525" y="11312"/>
                    <a:pt x="5644" y="11312"/>
                  </a:cubicBezTo>
                  <a:cubicBezTo>
                    <a:pt x="8740" y="11312"/>
                    <a:pt x="11288" y="8812"/>
                    <a:pt x="11312" y="5739"/>
                  </a:cubicBezTo>
                  <a:cubicBezTo>
                    <a:pt x="11312" y="5716"/>
                    <a:pt x="11288" y="5692"/>
                    <a:pt x="11241" y="5692"/>
                  </a:cubicBezTo>
                  <a:lnTo>
                    <a:pt x="5692" y="5692"/>
                  </a:lnTo>
                  <a:lnTo>
                    <a:pt x="5692" y="191"/>
                  </a:lnTo>
                  <a:cubicBezTo>
                    <a:pt x="5620" y="119"/>
                    <a:pt x="5597" y="72"/>
                    <a:pt x="5573"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98"/>
            <p:cNvSpPr/>
            <p:nvPr/>
          </p:nvSpPr>
          <p:spPr>
            <a:xfrm>
              <a:off x="4466258" y="4327836"/>
              <a:ext cx="250685" cy="168306"/>
            </a:xfrm>
            <a:custGeom>
              <a:rect b="b" l="l" r="r" t="t"/>
              <a:pathLst>
                <a:path extrusionOk="0" h="5645" w="8408">
                  <a:moveTo>
                    <a:pt x="7955" y="0"/>
                  </a:moveTo>
                  <a:cubicBezTo>
                    <a:pt x="7836" y="3001"/>
                    <a:pt x="5335" y="5406"/>
                    <a:pt x="2287" y="5406"/>
                  </a:cubicBezTo>
                  <a:cubicBezTo>
                    <a:pt x="1453" y="5406"/>
                    <a:pt x="691" y="5239"/>
                    <a:pt x="1" y="4930"/>
                  </a:cubicBezTo>
                  <a:lnTo>
                    <a:pt x="1" y="4930"/>
                  </a:lnTo>
                  <a:cubicBezTo>
                    <a:pt x="810" y="5382"/>
                    <a:pt x="1763" y="5644"/>
                    <a:pt x="2739" y="5644"/>
                  </a:cubicBezTo>
                  <a:cubicBezTo>
                    <a:pt x="5835" y="5644"/>
                    <a:pt x="8360" y="3167"/>
                    <a:pt x="8407" y="71"/>
                  </a:cubicBezTo>
                  <a:cubicBezTo>
                    <a:pt x="8407" y="24"/>
                    <a:pt x="8360" y="0"/>
                    <a:pt x="8360"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98"/>
            <p:cNvSpPr/>
            <p:nvPr/>
          </p:nvSpPr>
          <p:spPr>
            <a:xfrm>
              <a:off x="4373264" y="4152432"/>
              <a:ext cx="347941" cy="347255"/>
            </a:xfrm>
            <a:custGeom>
              <a:rect b="b" l="l" r="r" t="t"/>
              <a:pathLst>
                <a:path extrusionOk="0" h="11647" w="11670">
                  <a:moveTo>
                    <a:pt x="5763" y="1"/>
                  </a:moveTo>
                  <a:cubicBezTo>
                    <a:pt x="4215" y="49"/>
                    <a:pt x="2786" y="644"/>
                    <a:pt x="1691" y="1739"/>
                  </a:cubicBezTo>
                  <a:cubicBezTo>
                    <a:pt x="619" y="2835"/>
                    <a:pt x="0" y="4287"/>
                    <a:pt x="0" y="5835"/>
                  </a:cubicBezTo>
                  <a:cubicBezTo>
                    <a:pt x="0" y="6693"/>
                    <a:pt x="167" y="7574"/>
                    <a:pt x="572" y="8336"/>
                  </a:cubicBezTo>
                  <a:cubicBezTo>
                    <a:pt x="590" y="8409"/>
                    <a:pt x="664" y="8440"/>
                    <a:pt x="740" y="8440"/>
                  </a:cubicBezTo>
                  <a:cubicBezTo>
                    <a:pt x="763" y="8440"/>
                    <a:pt x="787" y="8437"/>
                    <a:pt x="810" y="8431"/>
                  </a:cubicBezTo>
                  <a:cubicBezTo>
                    <a:pt x="881" y="8407"/>
                    <a:pt x="929" y="8288"/>
                    <a:pt x="881" y="8193"/>
                  </a:cubicBezTo>
                  <a:cubicBezTo>
                    <a:pt x="524" y="7455"/>
                    <a:pt x="357" y="6669"/>
                    <a:pt x="357" y="5835"/>
                  </a:cubicBezTo>
                  <a:cubicBezTo>
                    <a:pt x="357" y="4383"/>
                    <a:pt x="929" y="3002"/>
                    <a:pt x="1929" y="2001"/>
                  </a:cubicBezTo>
                  <a:cubicBezTo>
                    <a:pt x="2905" y="1001"/>
                    <a:pt x="4239" y="430"/>
                    <a:pt x="5644" y="358"/>
                  </a:cubicBezTo>
                  <a:lnTo>
                    <a:pt x="5644" y="5835"/>
                  </a:lnTo>
                  <a:cubicBezTo>
                    <a:pt x="5644" y="5931"/>
                    <a:pt x="5739" y="6026"/>
                    <a:pt x="5835" y="6026"/>
                  </a:cubicBezTo>
                  <a:lnTo>
                    <a:pt x="11312" y="6026"/>
                  </a:lnTo>
                  <a:cubicBezTo>
                    <a:pt x="11288" y="7431"/>
                    <a:pt x="10693" y="8765"/>
                    <a:pt x="9669" y="9741"/>
                  </a:cubicBezTo>
                  <a:cubicBezTo>
                    <a:pt x="8621" y="10741"/>
                    <a:pt x="7263" y="11313"/>
                    <a:pt x="5835" y="11313"/>
                  </a:cubicBezTo>
                  <a:cubicBezTo>
                    <a:pt x="3977" y="11313"/>
                    <a:pt x="2286" y="10384"/>
                    <a:pt x="1262" y="8884"/>
                  </a:cubicBezTo>
                  <a:cubicBezTo>
                    <a:pt x="1230" y="8820"/>
                    <a:pt x="1178" y="8799"/>
                    <a:pt x="1125" y="8799"/>
                  </a:cubicBezTo>
                  <a:cubicBezTo>
                    <a:pt x="1098" y="8799"/>
                    <a:pt x="1072" y="8804"/>
                    <a:pt x="1048" y="8812"/>
                  </a:cubicBezTo>
                  <a:cubicBezTo>
                    <a:pt x="953" y="8884"/>
                    <a:pt x="953" y="8955"/>
                    <a:pt x="976" y="9050"/>
                  </a:cubicBezTo>
                  <a:cubicBezTo>
                    <a:pt x="2072" y="10694"/>
                    <a:pt x="3858" y="11646"/>
                    <a:pt x="5835" y="11646"/>
                  </a:cubicBezTo>
                  <a:cubicBezTo>
                    <a:pt x="7383" y="11646"/>
                    <a:pt x="8835" y="11051"/>
                    <a:pt x="9931" y="9955"/>
                  </a:cubicBezTo>
                  <a:cubicBezTo>
                    <a:pt x="11026" y="8884"/>
                    <a:pt x="11622" y="7407"/>
                    <a:pt x="11669" y="5859"/>
                  </a:cubicBezTo>
                  <a:cubicBezTo>
                    <a:pt x="11669" y="5812"/>
                    <a:pt x="11622" y="5740"/>
                    <a:pt x="11598" y="5693"/>
                  </a:cubicBezTo>
                  <a:cubicBezTo>
                    <a:pt x="11582" y="5700"/>
                    <a:pt x="11563" y="5703"/>
                    <a:pt x="11544" y="5703"/>
                  </a:cubicBezTo>
                  <a:cubicBezTo>
                    <a:pt x="11505" y="5703"/>
                    <a:pt x="11463" y="5693"/>
                    <a:pt x="11431" y="5693"/>
                  </a:cubicBezTo>
                  <a:lnTo>
                    <a:pt x="6001" y="5693"/>
                  </a:lnTo>
                  <a:lnTo>
                    <a:pt x="6001" y="287"/>
                  </a:lnTo>
                  <a:cubicBezTo>
                    <a:pt x="6001" y="215"/>
                    <a:pt x="6001" y="191"/>
                    <a:pt x="5977" y="120"/>
                  </a:cubicBezTo>
                  <a:cubicBezTo>
                    <a:pt x="5930" y="72"/>
                    <a:pt x="5858" y="1"/>
                    <a:pt x="57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98"/>
            <p:cNvSpPr/>
            <p:nvPr/>
          </p:nvSpPr>
          <p:spPr>
            <a:xfrm>
              <a:off x="4571357" y="4147483"/>
              <a:ext cx="157662" cy="156946"/>
            </a:xfrm>
            <a:custGeom>
              <a:rect b="b" l="l" r="r" t="t"/>
              <a:pathLst>
                <a:path extrusionOk="0" h="5264" w="5288">
                  <a:moveTo>
                    <a:pt x="238" y="0"/>
                  </a:moveTo>
                  <a:cubicBezTo>
                    <a:pt x="143" y="0"/>
                    <a:pt x="24" y="48"/>
                    <a:pt x="0" y="167"/>
                  </a:cubicBezTo>
                  <a:lnTo>
                    <a:pt x="0" y="238"/>
                  </a:lnTo>
                  <a:lnTo>
                    <a:pt x="0" y="3382"/>
                  </a:lnTo>
                  <a:cubicBezTo>
                    <a:pt x="0" y="3429"/>
                    <a:pt x="24" y="3477"/>
                    <a:pt x="48" y="3477"/>
                  </a:cubicBezTo>
                  <a:cubicBezTo>
                    <a:pt x="89" y="3504"/>
                    <a:pt x="132" y="3516"/>
                    <a:pt x="172" y="3516"/>
                  </a:cubicBezTo>
                  <a:cubicBezTo>
                    <a:pt x="272" y="3516"/>
                    <a:pt x="358" y="3443"/>
                    <a:pt x="358" y="3358"/>
                  </a:cubicBezTo>
                  <a:lnTo>
                    <a:pt x="358" y="357"/>
                  </a:lnTo>
                  <a:cubicBezTo>
                    <a:pt x="1548" y="381"/>
                    <a:pt x="2668" y="881"/>
                    <a:pt x="3525" y="1762"/>
                  </a:cubicBezTo>
                  <a:cubicBezTo>
                    <a:pt x="4406" y="2620"/>
                    <a:pt x="4882" y="3715"/>
                    <a:pt x="4930" y="4930"/>
                  </a:cubicBezTo>
                  <a:lnTo>
                    <a:pt x="381" y="4930"/>
                  </a:lnTo>
                  <a:lnTo>
                    <a:pt x="381" y="4144"/>
                  </a:lnTo>
                  <a:cubicBezTo>
                    <a:pt x="381" y="4096"/>
                    <a:pt x="358" y="4049"/>
                    <a:pt x="310" y="4049"/>
                  </a:cubicBezTo>
                  <a:cubicBezTo>
                    <a:pt x="269" y="4021"/>
                    <a:pt x="228" y="4010"/>
                    <a:pt x="191" y="4010"/>
                  </a:cubicBezTo>
                  <a:cubicBezTo>
                    <a:pt x="97" y="4010"/>
                    <a:pt x="24" y="4083"/>
                    <a:pt x="24" y="4168"/>
                  </a:cubicBezTo>
                  <a:lnTo>
                    <a:pt x="24" y="5144"/>
                  </a:lnTo>
                  <a:cubicBezTo>
                    <a:pt x="24" y="5216"/>
                    <a:pt x="72" y="5263"/>
                    <a:pt x="143" y="5263"/>
                  </a:cubicBezTo>
                  <a:lnTo>
                    <a:pt x="5120" y="5263"/>
                  </a:lnTo>
                  <a:cubicBezTo>
                    <a:pt x="5239" y="5239"/>
                    <a:pt x="5287" y="5144"/>
                    <a:pt x="5263" y="5025"/>
                  </a:cubicBezTo>
                  <a:cubicBezTo>
                    <a:pt x="5239" y="3691"/>
                    <a:pt x="4692" y="2429"/>
                    <a:pt x="3739" y="1477"/>
                  </a:cubicBezTo>
                  <a:cubicBezTo>
                    <a:pt x="2787" y="524"/>
                    <a:pt x="1548" y="24"/>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1" name="Google Shape;22921;p98"/>
          <p:cNvGrpSpPr/>
          <p:nvPr/>
        </p:nvGrpSpPr>
        <p:grpSpPr>
          <a:xfrm>
            <a:off x="4767119" y="3995083"/>
            <a:ext cx="354321" cy="355037"/>
            <a:chOff x="4957614" y="4147483"/>
            <a:chExt cx="354321" cy="355037"/>
          </a:xfrm>
        </p:grpSpPr>
        <p:sp>
          <p:nvSpPr>
            <p:cNvPr id="22922" name="Google Shape;22922;p98"/>
            <p:cNvSpPr/>
            <p:nvPr/>
          </p:nvSpPr>
          <p:spPr>
            <a:xfrm>
              <a:off x="5049207" y="4280250"/>
              <a:ext cx="27012" cy="27012"/>
            </a:xfrm>
            <a:custGeom>
              <a:rect b="b" l="l" r="r" t="t"/>
              <a:pathLst>
                <a:path extrusionOk="0" h="906" w="906">
                  <a:moveTo>
                    <a:pt x="453" y="0"/>
                  </a:moveTo>
                  <a:cubicBezTo>
                    <a:pt x="215" y="0"/>
                    <a:pt x="0" y="215"/>
                    <a:pt x="0" y="453"/>
                  </a:cubicBezTo>
                  <a:cubicBezTo>
                    <a:pt x="0" y="691"/>
                    <a:pt x="215" y="905"/>
                    <a:pt x="453" y="905"/>
                  </a:cubicBezTo>
                  <a:cubicBezTo>
                    <a:pt x="691" y="905"/>
                    <a:pt x="905" y="691"/>
                    <a:pt x="905" y="453"/>
                  </a:cubicBezTo>
                  <a:cubicBezTo>
                    <a:pt x="905" y="215"/>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98"/>
            <p:cNvSpPr/>
            <p:nvPr/>
          </p:nvSpPr>
          <p:spPr>
            <a:xfrm>
              <a:off x="5129440" y="4296589"/>
              <a:ext cx="26297" cy="26297"/>
            </a:xfrm>
            <a:custGeom>
              <a:rect b="b" l="l" r="r" t="t"/>
              <a:pathLst>
                <a:path extrusionOk="0" h="882" w="882">
                  <a:moveTo>
                    <a:pt x="429" y="0"/>
                  </a:moveTo>
                  <a:cubicBezTo>
                    <a:pt x="191" y="0"/>
                    <a:pt x="0" y="191"/>
                    <a:pt x="0" y="429"/>
                  </a:cubicBezTo>
                  <a:cubicBezTo>
                    <a:pt x="0" y="691"/>
                    <a:pt x="191" y="881"/>
                    <a:pt x="429" y="881"/>
                  </a:cubicBezTo>
                  <a:cubicBezTo>
                    <a:pt x="691" y="881"/>
                    <a:pt x="882" y="691"/>
                    <a:pt x="882" y="429"/>
                  </a:cubicBezTo>
                  <a:cubicBezTo>
                    <a:pt x="882" y="191"/>
                    <a:pt x="691" y="0"/>
                    <a:pt x="429"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98"/>
            <p:cNvSpPr/>
            <p:nvPr/>
          </p:nvSpPr>
          <p:spPr>
            <a:xfrm>
              <a:off x="5172046" y="4239791"/>
              <a:ext cx="26297" cy="26297"/>
            </a:xfrm>
            <a:custGeom>
              <a:rect b="b" l="l" r="r" t="t"/>
              <a:pathLst>
                <a:path extrusionOk="0" h="882" w="882">
                  <a:moveTo>
                    <a:pt x="453" y="0"/>
                  </a:moveTo>
                  <a:cubicBezTo>
                    <a:pt x="191" y="0"/>
                    <a:pt x="0" y="191"/>
                    <a:pt x="0" y="453"/>
                  </a:cubicBezTo>
                  <a:cubicBezTo>
                    <a:pt x="0" y="691"/>
                    <a:pt x="191" y="881"/>
                    <a:pt x="453" y="881"/>
                  </a:cubicBezTo>
                  <a:cubicBezTo>
                    <a:pt x="691" y="881"/>
                    <a:pt x="881" y="691"/>
                    <a:pt x="881" y="453"/>
                  </a:cubicBezTo>
                  <a:cubicBezTo>
                    <a:pt x="881" y="191"/>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98"/>
            <p:cNvSpPr/>
            <p:nvPr/>
          </p:nvSpPr>
          <p:spPr>
            <a:xfrm>
              <a:off x="5208242" y="4190089"/>
              <a:ext cx="27012" cy="26297"/>
            </a:xfrm>
            <a:custGeom>
              <a:rect b="b" l="l" r="r" t="t"/>
              <a:pathLst>
                <a:path extrusionOk="0" h="882" w="906">
                  <a:moveTo>
                    <a:pt x="453" y="0"/>
                  </a:moveTo>
                  <a:cubicBezTo>
                    <a:pt x="191" y="0"/>
                    <a:pt x="1" y="191"/>
                    <a:pt x="1" y="429"/>
                  </a:cubicBezTo>
                  <a:cubicBezTo>
                    <a:pt x="1" y="691"/>
                    <a:pt x="191" y="881"/>
                    <a:pt x="453" y="881"/>
                  </a:cubicBezTo>
                  <a:cubicBezTo>
                    <a:pt x="691" y="881"/>
                    <a:pt x="906" y="691"/>
                    <a:pt x="906" y="429"/>
                  </a:cubicBezTo>
                  <a:cubicBezTo>
                    <a:pt x="906" y="191"/>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98"/>
            <p:cNvSpPr/>
            <p:nvPr/>
          </p:nvSpPr>
          <p:spPr>
            <a:xfrm>
              <a:off x="5272852" y="4168771"/>
              <a:ext cx="27012" cy="26297"/>
            </a:xfrm>
            <a:custGeom>
              <a:rect b="b" l="l" r="r" t="t"/>
              <a:pathLst>
                <a:path extrusionOk="0" h="882" w="906">
                  <a:moveTo>
                    <a:pt x="453" y="1"/>
                  </a:moveTo>
                  <a:cubicBezTo>
                    <a:pt x="215" y="1"/>
                    <a:pt x="1" y="191"/>
                    <a:pt x="1" y="453"/>
                  </a:cubicBezTo>
                  <a:cubicBezTo>
                    <a:pt x="1" y="691"/>
                    <a:pt x="215" y="882"/>
                    <a:pt x="453" y="882"/>
                  </a:cubicBezTo>
                  <a:cubicBezTo>
                    <a:pt x="692" y="882"/>
                    <a:pt x="906" y="691"/>
                    <a:pt x="906" y="453"/>
                  </a:cubicBezTo>
                  <a:cubicBezTo>
                    <a:pt x="906" y="191"/>
                    <a:pt x="692" y="1"/>
                    <a:pt x="45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98"/>
            <p:cNvSpPr/>
            <p:nvPr/>
          </p:nvSpPr>
          <p:spPr>
            <a:xfrm>
              <a:off x="5274999" y="4168771"/>
              <a:ext cx="24866" cy="26297"/>
            </a:xfrm>
            <a:custGeom>
              <a:rect b="b" l="l" r="r" t="t"/>
              <a:pathLst>
                <a:path extrusionOk="0" h="882" w="834">
                  <a:moveTo>
                    <a:pt x="381" y="1"/>
                  </a:moveTo>
                  <a:cubicBezTo>
                    <a:pt x="405" y="48"/>
                    <a:pt x="453" y="120"/>
                    <a:pt x="453" y="215"/>
                  </a:cubicBezTo>
                  <a:cubicBezTo>
                    <a:pt x="453" y="453"/>
                    <a:pt x="239" y="644"/>
                    <a:pt x="0" y="644"/>
                  </a:cubicBezTo>
                  <a:cubicBezTo>
                    <a:pt x="48" y="810"/>
                    <a:pt x="215" y="882"/>
                    <a:pt x="381" y="882"/>
                  </a:cubicBezTo>
                  <a:cubicBezTo>
                    <a:pt x="620" y="882"/>
                    <a:pt x="834" y="691"/>
                    <a:pt x="834" y="453"/>
                  </a:cubicBezTo>
                  <a:cubicBezTo>
                    <a:pt x="834" y="215"/>
                    <a:pt x="620" y="1"/>
                    <a:pt x="38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98"/>
            <p:cNvSpPr/>
            <p:nvPr/>
          </p:nvSpPr>
          <p:spPr>
            <a:xfrm>
              <a:off x="5210389" y="4190089"/>
              <a:ext cx="24866" cy="26297"/>
            </a:xfrm>
            <a:custGeom>
              <a:rect b="b" l="l" r="r" t="t"/>
              <a:pathLst>
                <a:path extrusionOk="0" h="882" w="834">
                  <a:moveTo>
                    <a:pt x="381" y="0"/>
                  </a:moveTo>
                  <a:cubicBezTo>
                    <a:pt x="405" y="48"/>
                    <a:pt x="429" y="119"/>
                    <a:pt x="429" y="214"/>
                  </a:cubicBezTo>
                  <a:cubicBezTo>
                    <a:pt x="429" y="453"/>
                    <a:pt x="238" y="643"/>
                    <a:pt x="0" y="643"/>
                  </a:cubicBezTo>
                  <a:cubicBezTo>
                    <a:pt x="48" y="810"/>
                    <a:pt x="191" y="881"/>
                    <a:pt x="381" y="881"/>
                  </a:cubicBezTo>
                  <a:cubicBezTo>
                    <a:pt x="619" y="881"/>
                    <a:pt x="834" y="691"/>
                    <a:pt x="834" y="453"/>
                  </a:cubicBezTo>
                  <a:cubicBezTo>
                    <a:pt x="834" y="214"/>
                    <a:pt x="643" y="0"/>
                    <a:pt x="38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98"/>
            <p:cNvSpPr/>
            <p:nvPr/>
          </p:nvSpPr>
          <p:spPr>
            <a:xfrm>
              <a:off x="5174879" y="4239791"/>
              <a:ext cx="24896" cy="26297"/>
            </a:xfrm>
            <a:custGeom>
              <a:rect b="b" l="l" r="r" t="t"/>
              <a:pathLst>
                <a:path extrusionOk="0" h="882" w="835">
                  <a:moveTo>
                    <a:pt x="382" y="0"/>
                  </a:moveTo>
                  <a:cubicBezTo>
                    <a:pt x="405" y="48"/>
                    <a:pt x="429" y="119"/>
                    <a:pt x="429" y="214"/>
                  </a:cubicBezTo>
                  <a:cubicBezTo>
                    <a:pt x="429" y="453"/>
                    <a:pt x="239" y="643"/>
                    <a:pt x="1" y="643"/>
                  </a:cubicBezTo>
                  <a:cubicBezTo>
                    <a:pt x="48" y="810"/>
                    <a:pt x="191" y="881"/>
                    <a:pt x="382" y="881"/>
                  </a:cubicBezTo>
                  <a:cubicBezTo>
                    <a:pt x="620" y="881"/>
                    <a:pt x="834" y="691"/>
                    <a:pt x="834" y="453"/>
                  </a:cubicBezTo>
                  <a:cubicBezTo>
                    <a:pt x="834" y="214"/>
                    <a:pt x="620" y="0"/>
                    <a:pt x="38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98"/>
            <p:cNvSpPr/>
            <p:nvPr/>
          </p:nvSpPr>
          <p:spPr>
            <a:xfrm>
              <a:off x="5130871" y="4296589"/>
              <a:ext cx="24866" cy="26297"/>
            </a:xfrm>
            <a:custGeom>
              <a:rect b="b" l="l" r="r" t="t"/>
              <a:pathLst>
                <a:path extrusionOk="0" h="882" w="834">
                  <a:moveTo>
                    <a:pt x="405" y="0"/>
                  </a:moveTo>
                  <a:cubicBezTo>
                    <a:pt x="429" y="48"/>
                    <a:pt x="453" y="119"/>
                    <a:pt x="453" y="215"/>
                  </a:cubicBezTo>
                  <a:cubicBezTo>
                    <a:pt x="453" y="453"/>
                    <a:pt x="238" y="643"/>
                    <a:pt x="0" y="643"/>
                  </a:cubicBezTo>
                  <a:cubicBezTo>
                    <a:pt x="72" y="810"/>
                    <a:pt x="214" y="881"/>
                    <a:pt x="405" y="881"/>
                  </a:cubicBezTo>
                  <a:cubicBezTo>
                    <a:pt x="643" y="881"/>
                    <a:pt x="834" y="691"/>
                    <a:pt x="834" y="453"/>
                  </a:cubicBezTo>
                  <a:cubicBezTo>
                    <a:pt x="834" y="215"/>
                    <a:pt x="643" y="0"/>
                    <a:pt x="40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98"/>
            <p:cNvSpPr/>
            <p:nvPr/>
          </p:nvSpPr>
          <p:spPr>
            <a:xfrm>
              <a:off x="5052040" y="4280250"/>
              <a:ext cx="24896" cy="27012"/>
            </a:xfrm>
            <a:custGeom>
              <a:rect b="b" l="l" r="r" t="t"/>
              <a:pathLst>
                <a:path extrusionOk="0" h="906" w="835">
                  <a:moveTo>
                    <a:pt x="382" y="0"/>
                  </a:moveTo>
                  <a:cubicBezTo>
                    <a:pt x="429" y="72"/>
                    <a:pt x="453" y="120"/>
                    <a:pt x="453" y="215"/>
                  </a:cubicBezTo>
                  <a:cubicBezTo>
                    <a:pt x="453" y="453"/>
                    <a:pt x="239" y="667"/>
                    <a:pt x="1" y="667"/>
                  </a:cubicBezTo>
                  <a:cubicBezTo>
                    <a:pt x="72" y="810"/>
                    <a:pt x="215" y="905"/>
                    <a:pt x="382" y="905"/>
                  </a:cubicBezTo>
                  <a:cubicBezTo>
                    <a:pt x="620" y="905"/>
                    <a:pt x="834" y="691"/>
                    <a:pt x="834" y="453"/>
                  </a:cubicBezTo>
                  <a:cubicBezTo>
                    <a:pt x="834" y="215"/>
                    <a:pt x="620" y="0"/>
                    <a:pt x="38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98"/>
            <p:cNvSpPr/>
            <p:nvPr/>
          </p:nvSpPr>
          <p:spPr>
            <a:xfrm>
              <a:off x="5272852" y="4269606"/>
              <a:ext cx="27012" cy="27012"/>
            </a:xfrm>
            <a:custGeom>
              <a:rect b="b" l="l" r="r" t="t"/>
              <a:pathLst>
                <a:path extrusionOk="0" h="906" w="906">
                  <a:moveTo>
                    <a:pt x="453" y="0"/>
                  </a:moveTo>
                  <a:cubicBezTo>
                    <a:pt x="215" y="0"/>
                    <a:pt x="1" y="215"/>
                    <a:pt x="1" y="453"/>
                  </a:cubicBezTo>
                  <a:cubicBezTo>
                    <a:pt x="1" y="691"/>
                    <a:pt x="215" y="905"/>
                    <a:pt x="453" y="905"/>
                  </a:cubicBezTo>
                  <a:cubicBezTo>
                    <a:pt x="692" y="905"/>
                    <a:pt x="906" y="691"/>
                    <a:pt x="906" y="453"/>
                  </a:cubicBezTo>
                  <a:cubicBezTo>
                    <a:pt x="906" y="215"/>
                    <a:pt x="692" y="0"/>
                    <a:pt x="45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98"/>
            <p:cNvSpPr/>
            <p:nvPr/>
          </p:nvSpPr>
          <p:spPr>
            <a:xfrm>
              <a:off x="5253711" y="4324973"/>
              <a:ext cx="26297" cy="26297"/>
            </a:xfrm>
            <a:custGeom>
              <a:rect b="b" l="l" r="r" t="t"/>
              <a:pathLst>
                <a:path extrusionOk="0" h="882" w="882">
                  <a:moveTo>
                    <a:pt x="429" y="1"/>
                  </a:moveTo>
                  <a:cubicBezTo>
                    <a:pt x="191" y="1"/>
                    <a:pt x="0" y="191"/>
                    <a:pt x="0" y="429"/>
                  </a:cubicBezTo>
                  <a:cubicBezTo>
                    <a:pt x="0" y="691"/>
                    <a:pt x="191" y="882"/>
                    <a:pt x="429" y="882"/>
                  </a:cubicBezTo>
                  <a:cubicBezTo>
                    <a:pt x="691" y="882"/>
                    <a:pt x="881" y="691"/>
                    <a:pt x="881" y="429"/>
                  </a:cubicBezTo>
                  <a:cubicBezTo>
                    <a:pt x="881" y="191"/>
                    <a:pt x="691" y="1"/>
                    <a:pt x="429"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98"/>
            <p:cNvSpPr/>
            <p:nvPr/>
          </p:nvSpPr>
          <p:spPr>
            <a:xfrm>
              <a:off x="5207557" y="4388182"/>
              <a:ext cx="26297" cy="26297"/>
            </a:xfrm>
            <a:custGeom>
              <a:rect b="b" l="l" r="r" t="t"/>
              <a:pathLst>
                <a:path extrusionOk="0" h="882" w="882">
                  <a:moveTo>
                    <a:pt x="453" y="0"/>
                  </a:moveTo>
                  <a:cubicBezTo>
                    <a:pt x="191" y="0"/>
                    <a:pt x="0" y="191"/>
                    <a:pt x="0" y="429"/>
                  </a:cubicBezTo>
                  <a:cubicBezTo>
                    <a:pt x="0" y="691"/>
                    <a:pt x="191" y="881"/>
                    <a:pt x="453" y="881"/>
                  </a:cubicBezTo>
                  <a:cubicBezTo>
                    <a:pt x="691" y="881"/>
                    <a:pt x="881" y="691"/>
                    <a:pt x="881" y="429"/>
                  </a:cubicBezTo>
                  <a:cubicBezTo>
                    <a:pt x="881" y="191"/>
                    <a:pt x="691" y="0"/>
                    <a:pt x="45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98"/>
            <p:cNvSpPr/>
            <p:nvPr/>
          </p:nvSpPr>
          <p:spPr>
            <a:xfrm>
              <a:off x="5122344" y="4364031"/>
              <a:ext cx="26297" cy="26297"/>
            </a:xfrm>
            <a:custGeom>
              <a:rect b="b" l="l" r="r" t="t"/>
              <a:pathLst>
                <a:path extrusionOk="0" h="882" w="882">
                  <a:moveTo>
                    <a:pt x="453" y="1"/>
                  </a:moveTo>
                  <a:cubicBezTo>
                    <a:pt x="191" y="1"/>
                    <a:pt x="0" y="191"/>
                    <a:pt x="0" y="453"/>
                  </a:cubicBezTo>
                  <a:cubicBezTo>
                    <a:pt x="0" y="691"/>
                    <a:pt x="191" y="882"/>
                    <a:pt x="453" y="882"/>
                  </a:cubicBezTo>
                  <a:cubicBezTo>
                    <a:pt x="691" y="882"/>
                    <a:pt x="881" y="691"/>
                    <a:pt x="881" y="453"/>
                  </a:cubicBezTo>
                  <a:cubicBezTo>
                    <a:pt x="881" y="191"/>
                    <a:pt x="691" y="1"/>
                    <a:pt x="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98"/>
            <p:cNvSpPr/>
            <p:nvPr/>
          </p:nvSpPr>
          <p:spPr>
            <a:xfrm>
              <a:off x="5042111" y="4374675"/>
              <a:ext cx="27012" cy="26297"/>
            </a:xfrm>
            <a:custGeom>
              <a:rect b="b" l="l" r="r" t="t"/>
              <a:pathLst>
                <a:path extrusionOk="0" h="882" w="906">
                  <a:moveTo>
                    <a:pt x="453" y="1"/>
                  </a:moveTo>
                  <a:cubicBezTo>
                    <a:pt x="215" y="1"/>
                    <a:pt x="0" y="191"/>
                    <a:pt x="0" y="453"/>
                  </a:cubicBezTo>
                  <a:cubicBezTo>
                    <a:pt x="0" y="691"/>
                    <a:pt x="215" y="882"/>
                    <a:pt x="453" y="882"/>
                  </a:cubicBezTo>
                  <a:cubicBezTo>
                    <a:pt x="691" y="882"/>
                    <a:pt x="905" y="691"/>
                    <a:pt x="905" y="453"/>
                  </a:cubicBezTo>
                  <a:cubicBezTo>
                    <a:pt x="905" y="191"/>
                    <a:pt x="691" y="1"/>
                    <a:pt x="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98"/>
            <p:cNvSpPr/>
            <p:nvPr/>
          </p:nvSpPr>
          <p:spPr>
            <a:xfrm>
              <a:off x="5274999" y="4269606"/>
              <a:ext cx="24866" cy="27012"/>
            </a:xfrm>
            <a:custGeom>
              <a:rect b="b" l="l" r="r" t="t"/>
              <a:pathLst>
                <a:path extrusionOk="0" h="906" w="834">
                  <a:moveTo>
                    <a:pt x="381" y="0"/>
                  </a:moveTo>
                  <a:cubicBezTo>
                    <a:pt x="405" y="72"/>
                    <a:pt x="453" y="119"/>
                    <a:pt x="453" y="215"/>
                  </a:cubicBezTo>
                  <a:cubicBezTo>
                    <a:pt x="453" y="453"/>
                    <a:pt x="239" y="667"/>
                    <a:pt x="0" y="667"/>
                  </a:cubicBezTo>
                  <a:cubicBezTo>
                    <a:pt x="48" y="810"/>
                    <a:pt x="215" y="905"/>
                    <a:pt x="381" y="905"/>
                  </a:cubicBezTo>
                  <a:cubicBezTo>
                    <a:pt x="620" y="905"/>
                    <a:pt x="834" y="691"/>
                    <a:pt x="834" y="453"/>
                  </a:cubicBezTo>
                  <a:cubicBezTo>
                    <a:pt x="834" y="215"/>
                    <a:pt x="620" y="0"/>
                    <a:pt x="38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98"/>
            <p:cNvSpPr/>
            <p:nvPr/>
          </p:nvSpPr>
          <p:spPr>
            <a:xfrm>
              <a:off x="5255112" y="4324973"/>
              <a:ext cx="24896" cy="26297"/>
            </a:xfrm>
            <a:custGeom>
              <a:rect b="b" l="l" r="r" t="t"/>
              <a:pathLst>
                <a:path extrusionOk="0" h="882" w="835">
                  <a:moveTo>
                    <a:pt x="405" y="1"/>
                  </a:moveTo>
                  <a:cubicBezTo>
                    <a:pt x="429" y="48"/>
                    <a:pt x="453" y="120"/>
                    <a:pt x="453" y="215"/>
                  </a:cubicBezTo>
                  <a:cubicBezTo>
                    <a:pt x="453" y="453"/>
                    <a:pt x="239" y="644"/>
                    <a:pt x="1" y="644"/>
                  </a:cubicBezTo>
                  <a:cubicBezTo>
                    <a:pt x="72" y="810"/>
                    <a:pt x="215" y="882"/>
                    <a:pt x="405" y="882"/>
                  </a:cubicBezTo>
                  <a:cubicBezTo>
                    <a:pt x="644" y="882"/>
                    <a:pt x="834" y="668"/>
                    <a:pt x="834" y="453"/>
                  </a:cubicBezTo>
                  <a:cubicBezTo>
                    <a:pt x="834" y="215"/>
                    <a:pt x="667" y="1"/>
                    <a:pt x="405"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98"/>
            <p:cNvSpPr/>
            <p:nvPr/>
          </p:nvSpPr>
          <p:spPr>
            <a:xfrm>
              <a:off x="5208958" y="4388182"/>
              <a:ext cx="24896" cy="26297"/>
            </a:xfrm>
            <a:custGeom>
              <a:rect b="b" l="l" r="r" t="t"/>
              <a:pathLst>
                <a:path extrusionOk="0" h="882" w="835">
                  <a:moveTo>
                    <a:pt x="406" y="0"/>
                  </a:moveTo>
                  <a:cubicBezTo>
                    <a:pt x="429" y="48"/>
                    <a:pt x="453" y="119"/>
                    <a:pt x="453" y="191"/>
                  </a:cubicBezTo>
                  <a:cubicBezTo>
                    <a:pt x="453" y="429"/>
                    <a:pt x="239" y="643"/>
                    <a:pt x="1" y="643"/>
                  </a:cubicBezTo>
                  <a:cubicBezTo>
                    <a:pt x="72" y="786"/>
                    <a:pt x="215" y="881"/>
                    <a:pt x="406" y="881"/>
                  </a:cubicBezTo>
                  <a:cubicBezTo>
                    <a:pt x="644" y="881"/>
                    <a:pt x="834" y="667"/>
                    <a:pt x="834" y="429"/>
                  </a:cubicBezTo>
                  <a:cubicBezTo>
                    <a:pt x="834" y="191"/>
                    <a:pt x="644" y="0"/>
                    <a:pt x="40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98"/>
            <p:cNvSpPr/>
            <p:nvPr/>
          </p:nvSpPr>
          <p:spPr>
            <a:xfrm>
              <a:off x="5123746" y="4364031"/>
              <a:ext cx="24896" cy="26297"/>
            </a:xfrm>
            <a:custGeom>
              <a:rect b="b" l="l" r="r" t="t"/>
              <a:pathLst>
                <a:path extrusionOk="0" h="882" w="835">
                  <a:moveTo>
                    <a:pt x="406" y="1"/>
                  </a:moveTo>
                  <a:cubicBezTo>
                    <a:pt x="430" y="48"/>
                    <a:pt x="453" y="120"/>
                    <a:pt x="453" y="215"/>
                  </a:cubicBezTo>
                  <a:cubicBezTo>
                    <a:pt x="453" y="453"/>
                    <a:pt x="239" y="644"/>
                    <a:pt x="1" y="644"/>
                  </a:cubicBezTo>
                  <a:cubicBezTo>
                    <a:pt x="72" y="810"/>
                    <a:pt x="215" y="882"/>
                    <a:pt x="406" y="882"/>
                  </a:cubicBezTo>
                  <a:cubicBezTo>
                    <a:pt x="644" y="882"/>
                    <a:pt x="834" y="691"/>
                    <a:pt x="834" y="453"/>
                  </a:cubicBezTo>
                  <a:cubicBezTo>
                    <a:pt x="834" y="215"/>
                    <a:pt x="668" y="1"/>
                    <a:pt x="406"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98"/>
            <p:cNvSpPr/>
            <p:nvPr/>
          </p:nvSpPr>
          <p:spPr>
            <a:xfrm>
              <a:off x="5044228" y="4374675"/>
              <a:ext cx="24896" cy="26297"/>
            </a:xfrm>
            <a:custGeom>
              <a:rect b="b" l="l" r="r" t="t"/>
              <a:pathLst>
                <a:path extrusionOk="0" h="882" w="835">
                  <a:moveTo>
                    <a:pt x="382" y="1"/>
                  </a:moveTo>
                  <a:cubicBezTo>
                    <a:pt x="406" y="48"/>
                    <a:pt x="453" y="120"/>
                    <a:pt x="453" y="215"/>
                  </a:cubicBezTo>
                  <a:cubicBezTo>
                    <a:pt x="453" y="453"/>
                    <a:pt x="239" y="644"/>
                    <a:pt x="1" y="644"/>
                  </a:cubicBezTo>
                  <a:cubicBezTo>
                    <a:pt x="48" y="810"/>
                    <a:pt x="215" y="882"/>
                    <a:pt x="382" y="882"/>
                  </a:cubicBezTo>
                  <a:cubicBezTo>
                    <a:pt x="620" y="882"/>
                    <a:pt x="834" y="691"/>
                    <a:pt x="834" y="453"/>
                  </a:cubicBezTo>
                  <a:cubicBezTo>
                    <a:pt x="834" y="215"/>
                    <a:pt x="620" y="1"/>
                    <a:pt x="382"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98"/>
            <p:cNvSpPr/>
            <p:nvPr/>
          </p:nvSpPr>
          <p:spPr>
            <a:xfrm>
              <a:off x="4963279" y="4471963"/>
              <a:ext cx="343707" cy="24180"/>
            </a:xfrm>
            <a:custGeom>
              <a:rect b="b" l="l" r="r" t="t"/>
              <a:pathLst>
                <a:path extrusionOk="0" h="811" w="11528">
                  <a:moveTo>
                    <a:pt x="120" y="0"/>
                  </a:moveTo>
                  <a:cubicBezTo>
                    <a:pt x="72" y="0"/>
                    <a:pt x="1" y="72"/>
                    <a:pt x="1" y="119"/>
                  </a:cubicBezTo>
                  <a:lnTo>
                    <a:pt x="1" y="691"/>
                  </a:lnTo>
                  <a:cubicBezTo>
                    <a:pt x="1" y="762"/>
                    <a:pt x="72" y="810"/>
                    <a:pt x="120" y="810"/>
                  </a:cubicBezTo>
                  <a:lnTo>
                    <a:pt x="11408" y="810"/>
                  </a:lnTo>
                  <a:cubicBezTo>
                    <a:pt x="11456" y="810"/>
                    <a:pt x="11527" y="762"/>
                    <a:pt x="11527" y="691"/>
                  </a:cubicBezTo>
                  <a:lnTo>
                    <a:pt x="11527" y="119"/>
                  </a:lnTo>
                  <a:cubicBezTo>
                    <a:pt x="11527" y="72"/>
                    <a:pt x="11456"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98"/>
            <p:cNvSpPr/>
            <p:nvPr/>
          </p:nvSpPr>
          <p:spPr>
            <a:xfrm>
              <a:off x="5289191" y="4471963"/>
              <a:ext cx="17800" cy="24180"/>
            </a:xfrm>
            <a:custGeom>
              <a:rect b="b" l="l" r="r" t="t"/>
              <a:pathLst>
                <a:path extrusionOk="0" h="811" w="597">
                  <a:moveTo>
                    <a:pt x="1" y="0"/>
                  </a:moveTo>
                  <a:cubicBezTo>
                    <a:pt x="48" y="0"/>
                    <a:pt x="120" y="72"/>
                    <a:pt x="120" y="119"/>
                  </a:cubicBezTo>
                  <a:lnTo>
                    <a:pt x="120" y="691"/>
                  </a:lnTo>
                  <a:cubicBezTo>
                    <a:pt x="120" y="739"/>
                    <a:pt x="48" y="810"/>
                    <a:pt x="1" y="810"/>
                  </a:cubicBezTo>
                  <a:lnTo>
                    <a:pt x="477" y="810"/>
                  </a:lnTo>
                  <a:cubicBezTo>
                    <a:pt x="525" y="810"/>
                    <a:pt x="596" y="762"/>
                    <a:pt x="596" y="691"/>
                  </a:cubicBezTo>
                  <a:lnTo>
                    <a:pt x="596" y="119"/>
                  </a:lnTo>
                  <a:cubicBezTo>
                    <a:pt x="596" y="72"/>
                    <a:pt x="525"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98"/>
            <p:cNvSpPr/>
            <p:nvPr/>
          </p:nvSpPr>
          <p:spPr>
            <a:xfrm>
              <a:off x="5002338" y="4163106"/>
              <a:ext cx="303934" cy="211597"/>
            </a:xfrm>
            <a:custGeom>
              <a:rect b="b" l="l" r="r" t="t"/>
              <a:pathLst>
                <a:path extrusionOk="0" h="7097" w="10194">
                  <a:moveTo>
                    <a:pt x="9526" y="334"/>
                  </a:moveTo>
                  <a:cubicBezTo>
                    <a:pt x="9669" y="334"/>
                    <a:pt x="9788" y="453"/>
                    <a:pt x="9788" y="595"/>
                  </a:cubicBezTo>
                  <a:cubicBezTo>
                    <a:pt x="9788" y="762"/>
                    <a:pt x="9669" y="881"/>
                    <a:pt x="9526" y="881"/>
                  </a:cubicBezTo>
                  <a:cubicBezTo>
                    <a:pt x="9384" y="881"/>
                    <a:pt x="9265" y="762"/>
                    <a:pt x="9265" y="595"/>
                  </a:cubicBezTo>
                  <a:cubicBezTo>
                    <a:pt x="9241" y="476"/>
                    <a:pt x="9384" y="334"/>
                    <a:pt x="9526" y="334"/>
                  </a:cubicBezTo>
                  <a:close/>
                  <a:moveTo>
                    <a:pt x="7359" y="1072"/>
                  </a:moveTo>
                  <a:cubicBezTo>
                    <a:pt x="7502" y="1072"/>
                    <a:pt x="7621" y="1191"/>
                    <a:pt x="7621" y="1358"/>
                  </a:cubicBezTo>
                  <a:cubicBezTo>
                    <a:pt x="7621" y="1500"/>
                    <a:pt x="7502" y="1619"/>
                    <a:pt x="7359" y="1619"/>
                  </a:cubicBezTo>
                  <a:cubicBezTo>
                    <a:pt x="7216" y="1619"/>
                    <a:pt x="7097" y="1500"/>
                    <a:pt x="7097" y="1358"/>
                  </a:cubicBezTo>
                  <a:cubicBezTo>
                    <a:pt x="7097" y="1191"/>
                    <a:pt x="7216" y="1072"/>
                    <a:pt x="7359" y="1072"/>
                  </a:cubicBezTo>
                  <a:close/>
                  <a:moveTo>
                    <a:pt x="6145" y="2739"/>
                  </a:moveTo>
                  <a:cubicBezTo>
                    <a:pt x="6288" y="2739"/>
                    <a:pt x="6407" y="2858"/>
                    <a:pt x="6407" y="3025"/>
                  </a:cubicBezTo>
                  <a:cubicBezTo>
                    <a:pt x="6407" y="3167"/>
                    <a:pt x="6288" y="3287"/>
                    <a:pt x="6145" y="3287"/>
                  </a:cubicBezTo>
                  <a:cubicBezTo>
                    <a:pt x="5978" y="3287"/>
                    <a:pt x="5859" y="3167"/>
                    <a:pt x="5859" y="3025"/>
                  </a:cubicBezTo>
                  <a:cubicBezTo>
                    <a:pt x="5859" y="2858"/>
                    <a:pt x="5978" y="2739"/>
                    <a:pt x="6145" y="2739"/>
                  </a:cubicBezTo>
                  <a:close/>
                  <a:moveTo>
                    <a:pt x="2025" y="4096"/>
                  </a:moveTo>
                  <a:cubicBezTo>
                    <a:pt x="2168" y="4096"/>
                    <a:pt x="2287" y="4215"/>
                    <a:pt x="2287" y="4358"/>
                  </a:cubicBezTo>
                  <a:cubicBezTo>
                    <a:pt x="2287" y="4501"/>
                    <a:pt x="2168" y="4620"/>
                    <a:pt x="2025" y="4620"/>
                  </a:cubicBezTo>
                  <a:cubicBezTo>
                    <a:pt x="1882" y="4620"/>
                    <a:pt x="1763" y="4501"/>
                    <a:pt x="1763" y="4358"/>
                  </a:cubicBezTo>
                  <a:cubicBezTo>
                    <a:pt x="1763" y="4239"/>
                    <a:pt x="1882" y="4096"/>
                    <a:pt x="2025" y="4096"/>
                  </a:cubicBezTo>
                  <a:close/>
                  <a:moveTo>
                    <a:pt x="4716" y="4644"/>
                  </a:moveTo>
                  <a:cubicBezTo>
                    <a:pt x="4859" y="4644"/>
                    <a:pt x="4978" y="4763"/>
                    <a:pt x="4978" y="4930"/>
                  </a:cubicBezTo>
                  <a:cubicBezTo>
                    <a:pt x="4978" y="5073"/>
                    <a:pt x="4859" y="5192"/>
                    <a:pt x="4716" y="5192"/>
                  </a:cubicBezTo>
                  <a:cubicBezTo>
                    <a:pt x="4549" y="5192"/>
                    <a:pt x="4430" y="5073"/>
                    <a:pt x="4430" y="4930"/>
                  </a:cubicBezTo>
                  <a:cubicBezTo>
                    <a:pt x="4406" y="4763"/>
                    <a:pt x="4525" y="4644"/>
                    <a:pt x="4716" y="4644"/>
                  </a:cubicBezTo>
                  <a:close/>
                  <a:moveTo>
                    <a:pt x="9526" y="0"/>
                  </a:moveTo>
                  <a:cubicBezTo>
                    <a:pt x="9169" y="0"/>
                    <a:pt x="8907" y="286"/>
                    <a:pt x="8907" y="643"/>
                  </a:cubicBezTo>
                  <a:lnTo>
                    <a:pt x="8907" y="691"/>
                  </a:lnTo>
                  <a:lnTo>
                    <a:pt x="7883" y="1024"/>
                  </a:lnTo>
                  <a:cubicBezTo>
                    <a:pt x="7764" y="834"/>
                    <a:pt x="7574" y="715"/>
                    <a:pt x="7336" y="715"/>
                  </a:cubicBezTo>
                  <a:cubicBezTo>
                    <a:pt x="7026" y="762"/>
                    <a:pt x="6764" y="1000"/>
                    <a:pt x="6740" y="1286"/>
                  </a:cubicBezTo>
                  <a:cubicBezTo>
                    <a:pt x="6740" y="1477"/>
                    <a:pt x="6764" y="1619"/>
                    <a:pt x="6883" y="1739"/>
                  </a:cubicBezTo>
                  <a:lnTo>
                    <a:pt x="6407" y="2429"/>
                  </a:lnTo>
                  <a:cubicBezTo>
                    <a:pt x="6337" y="2394"/>
                    <a:pt x="6255" y="2372"/>
                    <a:pt x="6178" y="2372"/>
                  </a:cubicBezTo>
                  <a:cubicBezTo>
                    <a:pt x="6150" y="2372"/>
                    <a:pt x="6123" y="2375"/>
                    <a:pt x="6097" y="2382"/>
                  </a:cubicBezTo>
                  <a:cubicBezTo>
                    <a:pt x="5811" y="2429"/>
                    <a:pt x="5573" y="2667"/>
                    <a:pt x="5549" y="2953"/>
                  </a:cubicBezTo>
                  <a:cubicBezTo>
                    <a:pt x="5502" y="3144"/>
                    <a:pt x="5573" y="3310"/>
                    <a:pt x="5692" y="3429"/>
                  </a:cubicBezTo>
                  <a:lnTo>
                    <a:pt x="5002" y="4382"/>
                  </a:lnTo>
                  <a:cubicBezTo>
                    <a:pt x="4906" y="4334"/>
                    <a:pt x="4835" y="4334"/>
                    <a:pt x="4716" y="4334"/>
                  </a:cubicBezTo>
                  <a:cubicBezTo>
                    <a:pt x="4430" y="4334"/>
                    <a:pt x="4240" y="4477"/>
                    <a:pt x="4121" y="4715"/>
                  </a:cubicBezTo>
                  <a:lnTo>
                    <a:pt x="2692" y="4382"/>
                  </a:lnTo>
                  <a:cubicBezTo>
                    <a:pt x="2692" y="4051"/>
                    <a:pt x="2406" y="3781"/>
                    <a:pt x="2060" y="3781"/>
                  </a:cubicBezTo>
                  <a:cubicBezTo>
                    <a:pt x="2033" y="3781"/>
                    <a:pt x="2005" y="3783"/>
                    <a:pt x="1977" y="3787"/>
                  </a:cubicBezTo>
                  <a:cubicBezTo>
                    <a:pt x="1668" y="3810"/>
                    <a:pt x="1430" y="4049"/>
                    <a:pt x="1406" y="4358"/>
                  </a:cubicBezTo>
                  <a:cubicBezTo>
                    <a:pt x="1382" y="4501"/>
                    <a:pt x="1430" y="4644"/>
                    <a:pt x="1501" y="4763"/>
                  </a:cubicBezTo>
                  <a:lnTo>
                    <a:pt x="24" y="6882"/>
                  </a:lnTo>
                  <a:cubicBezTo>
                    <a:pt x="1" y="6906"/>
                    <a:pt x="1" y="7002"/>
                    <a:pt x="96" y="7073"/>
                  </a:cubicBezTo>
                  <a:cubicBezTo>
                    <a:pt x="120" y="7097"/>
                    <a:pt x="144" y="7097"/>
                    <a:pt x="191" y="7097"/>
                  </a:cubicBezTo>
                  <a:cubicBezTo>
                    <a:pt x="239" y="7097"/>
                    <a:pt x="310" y="7073"/>
                    <a:pt x="334" y="7025"/>
                  </a:cubicBezTo>
                  <a:lnTo>
                    <a:pt x="1787" y="4954"/>
                  </a:lnTo>
                  <a:cubicBezTo>
                    <a:pt x="1882" y="4977"/>
                    <a:pt x="1977" y="5001"/>
                    <a:pt x="2049" y="5001"/>
                  </a:cubicBezTo>
                  <a:cubicBezTo>
                    <a:pt x="2287" y="5001"/>
                    <a:pt x="2501" y="4882"/>
                    <a:pt x="2596" y="4715"/>
                  </a:cubicBezTo>
                  <a:lnTo>
                    <a:pt x="4073" y="5049"/>
                  </a:lnTo>
                  <a:cubicBezTo>
                    <a:pt x="4141" y="5344"/>
                    <a:pt x="4404" y="5574"/>
                    <a:pt x="4718" y="5574"/>
                  </a:cubicBezTo>
                  <a:cubicBezTo>
                    <a:pt x="4733" y="5574"/>
                    <a:pt x="4748" y="5574"/>
                    <a:pt x="4764" y="5573"/>
                  </a:cubicBezTo>
                  <a:cubicBezTo>
                    <a:pt x="5073" y="5549"/>
                    <a:pt x="5264" y="5311"/>
                    <a:pt x="5335" y="5049"/>
                  </a:cubicBezTo>
                  <a:cubicBezTo>
                    <a:pt x="5359" y="4882"/>
                    <a:pt x="5335" y="4763"/>
                    <a:pt x="5240" y="4644"/>
                  </a:cubicBezTo>
                  <a:lnTo>
                    <a:pt x="5954" y="3644"/>
                  </a:lnTo>
                  <a:cubicBezTo>
                    <a:pt x="6050" y="3668"/>
                    <a:pt x="6097" y="3668"/>
                    <a:pt x="6192" y="3668"/>
                  </a:cubicBezTo>
                  <a:cubicBezTo>
                    <a:pt x="6502" y="3644"/>
                    <a:pt x="6740" y="3406"/>
                    <a:pt x="6764" y="3096"/>
                  </a:cubicBezTo>
                  <a:cubicBezTo>
                    <a:pt x="6764" y="2953"/>
                    <a:pt x="6740" y="2810"/>
                    <a:pt x="6645" y="2691"/>
                  </a:cubicBezTo>
                  <a:lnTo>
                    <a:pt x="7145" y="2001"/>
                  </a:lnTo>
                  <a:cubicBezTo>
                    <a:pt x="7216" y="2024"/>
                    <a:pt x="7264" y="2024"/>
                    <a:pt x="7359" y="2024"/>
                  </a:cubicBezTo>
                  <a:cubicBezTo>
                    <a:pt x="7717" y="2024"/>
                    <a:pt x="7979" y="1762"/>
                    <a:pt x="7979" y="1405"/>
                  </a:cubicBezTo>
                  <a:lnTo>
                    <a:pt x="9026" y="1048"/>
                  </a:lnTo>
                  <a:cubicBezTo>
                    <a:pt x="9131" y="1215"/>
                    <a:pt x="9308" y="1291"/>
                    <a:pt x="9511" y="1291"/>
                  </a:cubicBezTo>
                  <a:cubicBezTo>
                    <a:pt x="9540" y="1291"/>
                    <a:pt x="9569" y="1289"/>
                    <a:pt x="9598" y="1286"/>
                  </a:cubicBezTo>
                  <a:cubicBezTo>
                    <a:pt x="9884" y="1262"/>
                    <a:pt x="10122" y="1024"/>
                    <a:pt x="10146" y="715"/>
                  </a:cubicBezTo>
                  <a:cubicBezTo>
                    <a:pt x="10193" y="334"/>
                    <a:pt x="9884" y="0"/>
                    <a:pt x="95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98"/>
            <p:cNvSpPr/>
            <p:nvPr/>
          </p:nvSpPr>
          <p:spPr>
            <a:xfrm>
              <a:off x="5002338" y="4264627"/>
              <a:ext cx="302503" cy="181812"/>
            </a:xfrm>
            <a:custGeom>
              <a:rect b="b" l="l" r="r" t="t"/>
              <a:pathLst>
                <a:path extrusionOk="0" h="6098" w="10146">
                  <a:moveTo>
                    <a:pt x="9503" y="358"/>
                  </a:moveTo>
                  <a:cubicBezTo>
                    <a:pt x="9646" y="358"/>
                    <a:pt x="9765" y="477"/>
                    <a:pt x="9765" y="620"/>
                  </a:cubicBezTo>
                  <a:cubicBezTo>
                    <a:pt x="9765" y="763"/>
                    <a:pt x="9646" y="882"/>
                    <a:pt x="9503" y="882"/>
                  </a:cubicBezTo>
                  <a:cubicBezTo>
                    <a:pt x="9360" y="882"/>
                    <a:pt x="9241" y="763"/>
                    <a:pt x="9241" y="620"/>
                  </a:cubicBezTo>
                  <a:cubicBezTo>
                    <a:pt x="9241" y="477"/>
                    <a:pt x="9360" y="358"/>
                    <a:pt x="9503" y="358"/>
                  </a:cubicBezTo>
                  <a:close/>
                  <a:moveTo>
                    <a:pt x="4478" y="3549"/>
                  </a:moveTo>
                  <a:cubicBezTo>
                    <a:pt x="4621" y="3549"/>
                    <a:pt x="4740" y="3668"/>
                    <a:pt x="4740" y="3811"/>
                  </a:cubicBezTo>
                  <a:cubicBezTo>
                    <a:pt x="4764" y="3930"/>
                    <a:pt x="4621" y="4073"/>
                    <a:pt x="4478" y="4073"/>
                  </a:cubicBezTo>
                  <a:cubicBezTo>
                    <a:pt x="4311" y="4073"/>
                    <a:pt x="4192" y="3954"/>
                    <a:pt x="4192" y="3811"/>
                  </a:cubicBezTo>
                  <a:cubicBezTo>
                    <a:pt x="4192" y="3668"/>
                    <a:pt x="4311" y="3549"/>
                    <a:pt x="4478" y="3549"/>
                  </a:cubicBezTo>
                  <a:close/>
                  <a:moveTo>
                    <a:pt x="1787" y="3906"/>
                  </a:moveTo>
                  <a:cubicBezTo>
                    <a:pt x="1930" y="3906"/>
                    <a:pt x="2049" y="4025"/>
                    <a:pt x="2049" y="4168"/>
                  </a:cubicBezTo>
                  <a:cubicBezTo>
                    <a:pt x="2049" y="4287"/>
                    <a:pt x="1930" y="4430"/>
                    <a:pt x="1787" y="4430"/>
                  </a:cubicBezTo>
                  <a:cubicBezTo>
                    <a:pt x="1644" y="4430"/>
                    <a:pt x="1525" y="4311"/>
                    <a:pt x="1525" y="4168"/>
                  </a:cubicBezTo>
                  <a:cubicBezTo>
                    <a:pt x="1525" y="4025"/>
                    <a:pt x="1644" y="3906"/>
                    <a:pt x="1787" y="3906"/>
                  </a:cubicBezTo>
                  <a:close/>
                  <a:moveTo>
                    <a:pt x="7336" y="4335"/>
                  </a:moveTo>
                  <a:cubicBezTo>
                    <a:pt x="7478" y="4335"/>
                    <a:pt x="7597" y="4454"/>
                    <a:pt x="7597" y="4621"/>
                  </a:cubicBezTo>
                  <a:cubicBezTo>
                    <a:pt x="7597" y="4763"/>
                    <a:pt x="7478" y="4883"/>
                    <a:pt x="7336" y="4883"/>
                  </a:cubicBezTo>
                  <a:cubicBezTo>
                    <a:pt x="7169" y="4883"/>
                    <a:pt x="7050" y="4763"/>
                    <a:pt x="7050" y="4621"/>
                  </a:cubicBezTo>
                  <a:cubicBezTo>
                    <a:pt x="7050" y="4454"/>
                    <a:pt x="7169" y="4335"/>
                    <a:pt x="7336" y="4335"/>
                  </a:cubicBezTo>
                  <a:close/>
                  <a:moveTo>
                    <a:pt x="9526" y="1"/>
                  </a:moveTo>
                  <a:cubicBezTo>
                    <a:pt x="9169" y="1"/>
                    <a:pt x="8907" y="263"/>
                    <a:pt x="8907" y="620"/>
                  </a:cubicBezTo>
                  <a:cubicBezTo>
                    <a:pt x="8907" y="858"/>
                    <a:pt x="9026" y="1072"/>
                    <a:pt x="9193" y="1167"/>
                  </a:cubicBezTo>
                  <a:lnTo>
                    <a:pt x="8955" y="1834"/>
                  </a:lnTo>
                  <a:lnTo>
                    <a:pt x="8883" y="1834"/>
                  </a:lnTo>
                  <a:cubicBezTo>
                    <a:pt x="8788" y="1834"/>
                    <a:pt x="8693" y="1930"/>
                    <a:pt x="8693" y="2025"/>
                  </a:cubicBezTo>
                  <a:cubicBezTo>
                    <a:pt x="8693" y="2096"/>
                    <a:pt x="8788" y="2191"/>
                    <a:pt x="8883" y="2191"/>
                  </a:cubicBezTo>
                  <a:cubicBezTo>
                    <a:pt x="9026" y="2191"/>
                    <a:pt x="9145" y="2311"/>
                    <a:pt x="9145" y="2477"/>
                  </a:cubicBezTo>
                  <a:cubicBezTo>
                    <a:pt x="9145" y="2620"/>
                    <a:pt x="9026" y="2739"/>
                    <a:pt x="8883" y="2739"/>
                  </a:cubicBezTo>
                  <a:cubicBezTo>
                    <a:pt x="8764" y="2739"/>
                    <a:pt x="8645" y="2644"/>
                    <a:pt x="8598" y="2525"/>
                  </a:cubicBezTo>
                  <a:cubicBezTo>
                    <a:pt x="8578" y="2446"/>
                    <a:pt x="8509" y="2400"/>
                    <a:pt x="8446" y="2400"/>
                  </a:cubicBezTo>
                  <a:cubicBezTo>
                    <a:pt x="8432" y="2400"/>
                    <a:pt x="8419" y="2402"/>
                    <a:pt x="8407" y="2406"/>
                  </a:cubicBezTo>
                  <a:cubicBezTo>
                    <a:pt x="8312" y="2430"/>
                    <a:pt x="8240" y="2525"/>
                    <a:pt x="8288" y="2620"/>
                  </a:cubicBezTo>
                  <a:cubicBezTo>
                    <a:pt x="8312" y="2739"/>
                    <a:pt x="8360" y="2834"/>
                    <a:pt x="8455" y="2906"/>
                  </a:cubicBezTo>
                  <a:lnTo>
                    <a:pt x="7621" y="4025"/>
                  </a:lnTo>
                  <a:cubicBezTo>
                    <a:pt x="7526" y="3954"/>
                    <a:pt x="7455" y="3930"/>
                    <a:pt x="7336" y="3930"/>
                  </a:cubicBezTo>
                  <a:cubicBezTo>
                    <a:pt x="7050" y="3930"/>
                    <a:pt x="6859" y="4073"/>
                    <a:pt x="6764" y="4311"/>
                  </a:cubicBezTo>
                  <a:lnTo>
                    <a:pt x="5121" y="3787"/>
                  </a:lnTo>
                  <a:lnTo>
                    <a:pt x="5121" y="3739"/>
                  </a:lnTo>
                  <a:cubicBezTo>
                    <a:pt x="5121" y="3382"/>
                    <a:pt x="4859" y="3120"/>
                    <a:pt x="4502" y="3120"/>
                  </a:cubicBezTo>
                  <a:cubicBezTo>
                    <a:pt x="4192" y="3120"/>
                    <a:pt x="3930" y="3358"/>
                    <a:pt x="3882" y="3620"/>
                  </a:cubicBezTo>
                  <a:lnTo>
                    <a:pt x="2358" y="3811"/>
                  </a:lnTo>
                  <a:cubicBezTo>
                    <a:pt x="2239" y="3597"/>
                    <a:pt x="2025" y="3477"/>
                    <a:pt x="1787" y="3477"/>
                  </a:cubicBezTo>
                  <a:cubicBezTo>
                    <a:pt x="1430" y="3477"/>
                    <a:pt x="1168" y="3739"/>
                    <a:pt x="1168" y="4097"/>
                  </a:cubicBezTo>
                  <a:cubicBezTo>
                    <a:pt x="1168" y="4216"/>
                    <a:pt x="1191" y="4335"/>
                    <a:pt x="1263" y="4430"/>
                  </a:cubicBezTo>
                  <a:lnTo>
                    <a:pt x="72" y="5835"/>
                  </a:lnTo>
                  <a:cubicBezTo>
                    <a:pt x="1" y="5883"/>
                    <a:pt x="1" y="6002"/>
                    <a:pt x="96" y="6073"/>
                  </a:cubicBezTo>
                  <a:cubicBezTo>
                    <a:pt x="120" y="6097"/>
                    <a:pt x="144" y="6097"/>
                    <a:pt x="215" y="6097"/>
                  </a:cubicBezTo>
                  <a:cubicBezTo>
                    <a:pt x="263" y="6097"/>
                    <a:pt x="310" y="6073"/>
                    <a:pt x="334" y="6049"/>
                  </a:cubicBezTo>
                  <a:lnTo>
                    <a:pt x="1525" y="4644"/>
                  </a:lnTo>
                  <a:cubicBezTo>
                    <a:pt x="1620" y="4668"/>
                    <a:pt x="1692" y="4692"/>
                    <a:pt x="1787" y="4692"/>
                  </a:cubicBezTo>
                  <a:cubicBezTo>
                    <a:pt x="2120" y="4692"/>
                    <a:pt x="2382" y="4430"/>
                    <a:pt x="2406" y="4097"/>
                  </a:cubicBezTo>
                  <a:lnTo>
                    <a:pt x="3906" y="3930"/>
                  </a:lnTo>
                  <a:cubicBezTo>
                    <a:pt x="4002" y="4168"/>
                    <a:pt x="4240" y="4311"/>
                    <a:pt x="4502" y="4311"/>
                  </a:cubicBezTo>
                  <a:cubicBezTo>
                    <a:pt x="4716" y="4311"/>
                    <a:pt x="4906" y="4192"/>
                    <a:pt x="5026" y="4049"/>
                  </a:cubicBezTo>
                  <a:lnTo>
                    <a:pt x="6740" y="4621"/>
                  </a:lnTo>
                  <a:cubicBezTo>
                    <a:pt x="6788" y="4906"/>
                    <a:pt x="7026" y="5121"/>
                    <a:pt x="7359" y="5121"/>
                  </a:cubicBezTo>
                  <a:cubicBezTo>
                    <a:pt x="7717" y="5121"/>
                    <a:pt x="7979" y="4859"/>
                    <a:pt x="7979" y="4501"/>
                  </a:cubicBezTo>
                  <a:cubicBezTo>
                    <a:pt x="7979" y="4382"/>
                    <a:pt x="7955" y="4287"/>
                    <a:pt x="7883" y="4192"/>
                  </a:cubicBezTo>
                  <a:lnTo>
                    <a:pt x="8788" y="3001"/>
                  </a:lnTo>
                  <a:lnTo>
                    <a:pt x="8907" y="3001"/>
                  </a:lnTo>
                  <a:cubicBezTo>
                    <a:pt x="9265" y="3001"/>
                    <a:pt x="9526" y="2739"/>
                    <a:pt x="9526" y="2382"/>
                  </a:cubicBezTo>
                  <a:cubicBezTo>
                    <a:pt x="9526" y="2168"/>
                    <a:pt x="9431" y="2025"/>
                    <a:pt x="9288" y="1906"/>
                  </a:cubicBezTo>
                  <a:lnTo>
                    <a:pt x="9550" y="1167"/>
                  </a:lnTo>
                  <a:cubicBezTo>
                    <a:pt x="9585" y="1175"/>
                    <a:pt x="9619" y="1179"/>
                    <a:pt x="9652" y="1179"/>
                  </a:cubicBezTo>
                  <a:cubicBezTo>
                    <a:pt x="9936" y="1179"/>
                    <a:pt x="10146" y="918"/>
                    <a:pt x="10146" y="620"/>
                  </a:cubicBezTo>
                  <a:cubicBezTo>
                    <a:pt x="10146" y="263"/>
                    <a:pt x="9884" y="1"/>
                    <a:pt x="9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98"/>
            <p:cNvSpPr/>
            <p:nvPr/>
          </p:nvSpPr>
          <p:spPr>
            <a:xfrm>
              <a:off x="4957614" y="4147483"/>
              <a:ext cx="354321" cy="355037"/>
            </a:xfrm>
            <a:custGeom>
              <a:rect b="b" l="l" r="r" t="t"/>
              <a:pathLst>
                <a:path extrusionOk="0" h="11908" w="11884">
                  <a:moveTo>
                    <a:pt x="929" y="0"/>
                  </a:moveTo>
                  <a:cubicBezTo>
                    <a:pt x="810" y="0"/>
                    <a:pt x="715" y="48"/>
                    <a:pt x="715" y="167"/>
                  </a:cubicBezTo>
                  <a:lnTo>
                    <a:pt x="715" y="977"/>
                  </a:lnTo>
                  <a:lnTo>
                    <a:pt x="524" y="977"/>
                  </a:lnTo>
                  <a:cubicBezTo>
                    <a:pt x="429" y="977"/>
                    <a:pt x="334" y="1048"/>
                    <a:pt x="334" y="1119"/>
                  </a:cubicBezTo>
                  <a:cubicBezTo>
                    <a:pt x="334" y="1239"/>
                    <a:pt x="405" y="1334"/>
                    <a:pt x="524" y="1334"/>
                  </a:cubicBezTo>
                  <a:lnTo>
                    <a:pt x="715" y="1334"/>
                  </a:lnTo>
                  <a:lnTo>
                    <a:pt x="715" y="2239"/>
                  </a:lnTo>
                  <a:lnTo>
                    <a:pt x="524" y="2239"/>
                  </a:lnTo>
                  <a:cubicBezTo>
                    <a:pt x="429" y="2239"/>
                    <a:pt x="334" y="2286"/>
                    <a:pt x="334" y="2382"/>
                  </a:cubicBezTo>
                  <a:cubicBezTo>
                    <a:pt x="334" y="2501"/>
                    <a:pt x="405" y="2596"/>
                    <a:pt x="524" y="2596"/>
                  </a:cubicBezTo>
                  <a:lnTo>
                    <a:pt x="715" y="2596"/>
                  </a:lnTo>
                  <a:lnTo>
                    <a:pt x="715" y="3477"/>
                  </a:lnTo>
                  <a:lnTo>
                    <a:pt x="524" y="3477"/>
                  </a:lnTo>
                  <a:cubicBezTo>
                    <a:pt x="429" y="3477"/>
                    <a:pt x="334" y="3549"/>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8"/>
                  </a:lnTo>
                  <a:lnTo>
                    <a:pt x="524" y="5978"/>
                  </a:lnTo>
                  <a:cubicBezTo>
                    <a:pt x="429" y="5978"/>
                    <a:pt x="334" y="6049"/>
                    <a:pt x="334" y="6120"/>
                  </a:cubicBezTo>
                  <a:cubicBezTo>
                    <a:pt x="334" y="6240"/>
                    <a:pt x="405" y="6335"/>
                    <a:pt x="524" y="6335"/>
                  </a:cubicBezTo>
                  <a:lnTo>
                    <a:pt x="715" y="6335"/>
                  </a:lnTo>
                  <a:lnTo>
                    <a:pt x="715" y="7240"/>
                  </a:lnTo>
                  <a:lnTo>
                    <a:pt x="524" y="7240"/>
                  </a:lnTo>
                  <a:cubicBezTo>
                    <a:pt x="429" y="7240"/>
                    <a:pt x="334" y="7287"/>
                    <a:pt x="334" y="7383"/>
                  </a:cubicBezTo>
                  <a:cubicBezTo>
                    <a:pt x="334" y="7502"/>
                    <a:pt x="405" y="7597"/>
                    <a:pt x="524" y="7597"/>
                  </a:cubicBezTo>
                  <a:lnTo>
                    <a:pt x="715" y="7597"/>
                  </a:lnTo>
                  <a:lnTo>
                    <a:pt x="715" y="8478"/>
                  </a:lnTo>
                  <a:lnTo>
                    <a:pt x="524" y="8478"/>
                  </a:lnTo>
                  <a:cubicBezTo>
                    <a:pt x="429" y="8478"/>
                    <a:pt x="334" y="8550"/>
                    <a:pt x="334" y="8621"/>
                  </a:cubicBezTo>
                  <a:cubicBezTo>
                    <a:pt x="334" y="8740"/>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7"/>
                  </a:lnTo>
                  <a:lnTo>
                    <a:pt x="310" y="10717"/>
                  </a:lnTo>
                  <a:cubicBezTo>
                    <a:pt x="167" y="10717"/>
                    <a:pt x="0" y="10836"/>
                    <a:pt x="0" y="11002"/>
                  </a:cubicBezTo>
                  <a:lnTo>
                    <a:pt x="0" y="11693"/>
                  </a:lnTo>
                  <a:cubicBezTo>
                    <a:pt x="0" y="11788"/>
                    <a:pt x="96" y="11884"/>
                    <a:pt x="191" y="11884"/>
                  </a:cubicBezTo>
                  <a:lnTo>
                    <a:pt x="1548" y="11884"/>
                  </a:lnTo>
                  <a:cubicBezTo>
                    <a:pt x="1596" y="11884"/>
                    <a:pt x="1620" y="11884"/>
                    <a:pt x="1644" y="11836"/>
                  </a:cubicBezTo>
                  <a:cubicBezTo>
                    <a:pt x="1763" y="11693"/>
                    <a:pt x="1667" y="11550"/>
                    <a:pt x="1524" y="11550"/>
                  </a:cubicBezTo>
                  <a:lnTo>
                    <a:pt x="334" y="11550"/>
                  </a:lnTo>
                  <a:lnTo>
                    <a:pt x="334" y="11074"/>
                  </a:lnTo>
                  <a:lnTo>
                    <a:pt x="11503" y="11074"/>
                  </a:lnTo>
                  <a:lnTo>
                    <a:pt x="11503" y="11550"/>
                  </a:lnTo>
                  <a:lnTo>
                    <a:pt x="2310" y="11550"/>
                  </a:lnTo>
                  <a:cubicBezTo>
                    <a:pt x="2215" y="11550"/>
                    <a:pt x="2120" y="11598"/>
                    <a:pt x="2120" y="11693"/>
                  </a:cubicBezTo>
                  <a:cubicBezTo>
                    <a:pt x="2120" y="11812"/>
                    <a:pt x="2191" y="11907"/>
                    <a:pt x="2310" y="11907"/>
                  </a:cubicBezTo>
                  <a:lnTo>
                    <a:pt x="11550" y="11907"/>
                  </a:lnTo>
                  <a:cubicBezTo>
                    <a:pt x="11717" y="11907"/>
                    <a:pt x="11860" y="11788"/>
                    <a:pt x="11860" y="11598"/>
                  </a:cubicBezTo>
                  <a:lnTo>
                    <a:pt x="11860" y="11050"/>
                  </a:lnTo>
                  <a:cubicBezTo>
                    <a:pt x="11884" y="10836"/>
                    <a:pt x="11765" y="10717"/>
                    <a:pt x="11622" y="10717"/>
                  </a:cubicBezTo>
                  <a:lnTo>
                    <a:pt x="1096" y="10717"/>
                  </a:lnTo>
                  <a:lnTo>
                    <a:pt x="1096" y="167"/>
                  </a:lnTo>
                  <a:cubicBezTo>
                    <a:pt x="1096" y="95"/>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7" name="Google Shape;22947;p98"/>
          <p:cNvGrpSpPr/>
          <p:nvPr/>
        </p:nvGrpSpPr>
        <p:grpSpPr>
          <a:xfrm>
            <a:off x="5518778" y="3995083"/>
            <a:ext cx="355037" cy="352207"/>
            <a:chOff x="5556873" y="4147483"/>
            <a:chExt cx="355037" cy="352207"/>
          </a:xfrm>
        </p:grpSpPr>
        <p:sp>
          <p:nvSpPr>
            <p:cNvPr id="22948" name="Google Shape;22948;p98"/>
            <p:cNvSpPr/>
            <p:nvPr/>
          </p:nvSpPr>
          <p:spPr>
            <a:xfrm>
              <a:off x="5563283" y="4410901"/>
              <a:ext cx="343678" cy="83810"/>
            </a:xfrm>
            <a:custGeom>
              <a:rect b="b" l="l" r="r" t="t"/>
              <a:pathLst>
                <a:path extrusionOk="0" h="2811" w="11527">
                  <a:moveTo>
                    <a:pt x="191" y="0"/>
                  </a:moveTo>
                  <a:cubicBezTo>
                    <a:pt x="95" y="0"/>
                    <a:pt x="0" y="96"/>
                    <a:pt x="0" y="191"/>
                  </a:cubicBezTo>
                  <a:lnTo>
                    <a:pt x="0" y="1405"/>
                  </a:lnTo>
                  <a:lnTo>
                    <a:pt x="0" y="2620"/>
                  </a:lnTo>
                  <a:cubicBezTo>
                    <a:pt x="0" y="2715"/>
                    <a:pt x="95" y="2810"/>
                    <a:pt x="191" y="2810"/>
                  </a:cubicBezTo>
                  <a:lnTo>
                    <a:pt x="10455" y="2810"/>
                  </a:lnTo>
                  <a:cubicBezTo>
                    <a:pt x="10502" y="2810"/>
                    <a:pt x="10574" y="2763"/>
                    <a:pt x="10598" y="2715"/>
                  </a:cubicBezTo>
                  <a:lnTo>
                    <a:pt x="11503" y="1501"/>
                  </a:lnTo>
                  <a:cubicBezTo>
                    <a:pt x="11526" y="1453"/>
                    <a:pt x="11526" y="1382"/>
                    <a:pt x="11503" y="1310"/>
                  </a:cubicBezTo>
                  <a:lnTo>
                    <a:pt x="10598" y="96"/>
                  </a:lnTo>
                  <a:cubicBezTo>
                    <a:pt x="10574" y="24"/>
                    <a:pt x="10502" y="0"/>
                    <a:pt x="1045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98"/>
            <p:cNvSpPr/>
            <p:nvPr/>
          </p:nvSpPr>
          <p:spPr>
            <a:xfrm>
              <a:off x="5563283" y="4289493"/>
              <a:ext cx="343678" cy="83094"/>
            </a:xfrm>
            <a:custGeom>
              <a:rect b="b" l="l" r="r" t="t"/>
              <a:pathLst>
                <a:path extrusionOk="0" h="2787" w="11527">
                  <a:moveTo>
                    <a:pt x="191" y="0"/>
                  </a:moveTo>
                  <a:cubicBezTo>
                    <a:pt x="95" y="0"/>
                    <a:pt x="0" y="95"/>
                    <a:pt x="0" y="167"/>
                  </a:cubicBezTo>
                  <a:lnTo>
                    <a:pt x="0" y="1405"/>
                  </a:lnTo>
                  <a:lnTo>
                    <a:pt x="0" y="2620"/>
                  </a:lnTo>
                  <a:cubicBezTo>
                    <a:pt x="0" y="2715"/>
                    <a:pt x="95" y="2786"/>
                    <a:pt x="191" y="2786"/>
                  </a:cubicBezTo>
                  <a:lnTo>
                    <a:pt x="10455" y="2786"/>
                  </a:lnTo>
                  <a:cubicBezTo>
                    <a:pt x="10502" y="2786"/>
                    <a:pt x="10574" y="2763"/>
                    <a:pt x="10598" y="2715"/>
                  </a:cubicBezTo>
                  <a:lnTo>
                    <a:pt x="11503" y="1477"/>
                  </a:lnTo>
                  <a:cubicBezTo>
                    <a:pt x="11526" y="1453"/>
                    <a:pt x="11526" y="1357"/>
                    <a:pt x="11503" y="1310"/>
                  </a:cubicBezTo>
                  <a:lnTo>
                    <a:pt x="10598" y="95"/>
                  </a:lnTo>
                  <a:cubicBezTo>
                    <a:pt x="10574" y="24"/>
                    <a:pt x="10502" y="0"/>
                    <a:pt x="1045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98"/>
            <p:cNvSpPr/>
            <p:nvPr/>
          </p:nvSpPr>
          <p:spPr>
            <a:xfrm>
              <a:off x="5563283" y="4166654"/>
              <a:ext cx="343678" cy="83810"/>
            </a:xfrm>
            <a:custGeom>
              <a:rect b="b" l="l" r="r" t="t"/>
              <a:pathLst>
                <a:path extrusionOk="0" h="2811" w="11527">
                  <a:moveTo>
                    <a:pt x="191" y="0"/>
                  </a:moveTo>
                  <a:cubicBezTo>
                    <a:pt x="95" y="0"/>
                    <a:pt x="0" y="95"/>
                    <a:pt x="0" y="191"/>
                  </a:cubicBezTo>
                  <a:lnTo>
                    <a:pt x="0" y="1405"/>
                  </a:lnTo>
                  <a:lnTo>
                    <a:pt x="0" y="2620"/>
                  </a:lnTo>
                  <a:cubicBezTo>
                    <a:pt x="0" y="2715"/>
                    <a:pt x="95" y="2810"/>
                    <a:pt x="191" y="2810"/>
                  </a:cubicBezTo>
                  <a:lnTo>
                    <a:pt x="10455" y="2810"/>
                  </a:lnTo>
                  <a:cubicBezTo>
                    <a:pt x="10502" y="2810"/>
                    <a:pt x="10574" y="2786"/>
                    <a:pt x="10598" y="2715"/>
                  </a:cubicBezTo>
                  <a:lnTo>
                    <a:pt x="11503" y="1500"/>
                  </a:lnTo>
                  <a:cubicBezTo>
                    <a:pt x="11526" y="1477"/>
                    <a:pt x="11526" y="1381"/>
                    <a:pt x="11503" y="1310"/>
                  </a:cubicBezTo>
                  <a:lnTo>
                    <a:pt x="10598" y="95"/>
                  </a:lnTo>
                  <a:cubicBezTo>
                    <a:pt x="10574" y="24"/>
                    <a:pt x="10502" y="0"/>
                    <a:pt x="10455"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98"/>
            <p:cNvSpPr/>
            <p:nvPr/>
          </p:nvSpPr>
          <p:spPr>
            <a:xfrm>
              <a:off x="5860065" y="4411617"/>
              <a:ext cx="46183" cy="84526"/>
            </a:xfrm>
            <a:custGeom>
              <a:rect b="b" l="l" r="r" t="t"/>
              <a:pathLst>
                <a:path extrusionOk="0" h="2835" w="1549">
                  <a:moveTo>
                    <a:pt x="1" y="0"/>
                  </a:moveTo>
                  <a:cubicBezTo>
                    <a:pt x="48" y="0"/>
                    <a:pt x="120" y="48"/>
                    <a:pt x="143" y="95"/>
                  </a:cubicBezTo>
                  <a:lnTo>
                    <a:pt x="1025" y="1310"/>
                  </a:lnTo>
                  <a:cubicBezTo>
                    <a:pt x="1096" y="1381"/>
                    <a:pt x="1096" y="1477"/>
                    <a:pt x="1025" y="1524"/>
                  </a:cubicBezTo>
                  <a:lnTo>
                    <a:pt x="143" y="2739"/>
                  </a:lnTo>
                  <a:cubicBezTo>
                    <a:pt x="120" y="2810"/>
                    <a:pt x="48" y="2834"/>
                    <a:pt x="1" y="2834"/>
                  </a:cubicBezTo>
                  <a:lnTo>
                    <a:pt x="477" y="2834"/>
                  </a:lnTo>
                  <a:cubicBezTo>
                    <a:pt x="524" y="2834"/>
                    <a:pt x="596" y="2810"/>
                    <a:pt x="620" y="2739"/>
                  </a:cubicBezTo>
                  <a:lnTo>
                    <a:pt x="1501" y="1524"/>
                  </a:lnTo>
                  <a:cubicBezTo>
                    <a:pt x="1549" y="1429"/>
                    <a:pt x="1549" y="1358"/>
                    <a:pt x="1501" y="1310"/>
                  </a:cubicBezTo>
                  <a:lnTo>
                    <a:pt x="620" y="95"/>
                  </a:lnTo>
                  <a:cubicBezTo>
                    <a:pt x="596" y="48"/>
                    <a:pt x="524" y="0"/>
                    <a:pt x="47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98"/>
            <p:cNvSpPr/>
            <p:nvPr/>
          </p:nvSpPr>
          <p:spPr>
            <a:xfrm>
              <a:off x="5860065" y="4289493"/>
              <a:ext cx="46183" cy="84496"/>
            </a:xfrm>
            <a:custGeom>
              <a:rect b="b" l="l" r="r" t="t"/>
              <a:pathLst>
                <a:path extrusionOk="0" h="2834" w="1549">
                  <a:moveTo>
                    <a:pt x="1" y="0"/>
                  </a:moveTo>
                  <a:cubicBezTo>
                    <a:pt x="48" y="0"/>
                    <a:pt x="120" y="24"/>
                    <a:pt x="143" y="72"/>
                  </a:cubicBezTo>
                  <a:lnTo>
                    <a:pt x="1025" y="1310"/>
                  </a:lnTo>
                  <a:cubicBezTo>
                    <a:pt x="1096" y="1357"/>
                    <a:pt x="1096" y="1453"/>
                    <a:pt x="1025" y="1524"/>
                  </a:cubicBezTo>
                  <a:lnTo>
                    <a:pt x="143" y="2739"/>
                  </a:lnTo>
                  <a:cubicBezTo>
                    <a:pt x="120" y="2786"/>
                    <a:pt x="48" y="2834"/>
                    <a:pt x="1" y="2834"/>
                  </a:cubicBezTo>
                  <a:lnTo>
                    <a:pt x="477" y="2834"/>
                  </a:lnTo>
                  <a:cubicBezTo>
                    <a:pt x="524" y="2834"/>
                    <a:pt x="596" y="2786"/>
                    <a:pt x="620" y="2739"/>
                  </a:cubicBezTo>
                  <a:lnTo>
                    <a:pt x="1501" y="1524"/>
                  </a:lnTo>
                  <a:cubicBezTo>
                    <a:pt x="1549" y="1453"/>
                    <a:pt x="1549" y="1357"/>
                    <a:pt x="1501" y="1310"/>
                  </a:cubicBezTo>
                  <a:lnTo>
                    <a:pt x="620" y="72"/>
                  </a:lnTo>
                  <a:cubicBezTo>
                    <a:pt x="596" y="24"/>
                    <a:pt x="524"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98"/>
            <p:cNvSpPr/>
            <p:nvPr/>
          </p:nvSpPr>
          <p:spPr>
            <a:xfrm>
              <a:off x="5860065" y="4167369"/>
              <a:ext cx="46183" cy="83810"/>
            </a:xfrm>
            <a:custGeom>
              <a:rect b="b" l="l" r="r" t="t"/>
              <a:pathLst>
                <a:path extrusionOk="0" h="2811" w="1549">
                  <a:moveTo>
                    <a:pt x="1" y="0"/>
                  </a:moveTo>
                  <a:cubicBezTo>
                    <a:pt x="48" y="0"/>
                    <a:pt x="120" y="0"/>
                    <a:pt x="143" y="71"/>
                  </a:cubicBezTo>
                  <a:lnTo>
                    <a:pt x="1025" y="1286"/>
                  </a:lnTo>
                  <a:cubicBezTo>
                    <a:pt x="1096" y="1357"/>
                    <a:pt x="1096" y="1453"/>
                    <a:pt x="1025" y="1500"/>
                  </a:cubicBezTo>
                  <a:lnTo>
                    <a:pt x="143" y="2715"/>
                  </a:lnTo>
                  <a:cubicBezTo>
                    <a:pt x="120" y="2786"/>
                    <a:pt x="48" y="2810"/>
                    <a:pt x="1" y="2810"/>
                  </a:cubicBezTo>
                  <a:lnTo>
                    <a:pt x="477" y="2810"/>
                  </a:lnTo>
                  <a:cubicBezTo>
                    <a:pt x="524" y="2810"/>
                    <a:pt x="596" y="2786"/>
                    <a:pt x="620" y="2715"/>
                  </a:cubicBezTo>
                  <a:lnTo>
                    <a:pt x="1501" y="1500"/>
                  </a:lnTo>
                  <a:cubicBezTo>
                    <a:pt x="1549" y="1453"/>
                    <a:pt x="1549" y="1357"/>
                    <a:pt x="1501" y="1286"/>
                  </a:cubicBezTo>
                  <a:lnTo>
                    <a:pt x="620" y="71"/>
                  </a:lnTo>
                  <a:cubicBezTo>
                    <a:pt x="596" y="48"/>
                    <a:pt x="524" y="0"/>
                    <a:pt x="477"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98"/>
            <p:cNvSpPr/>
            <p:nvPr/>
          </p:nvSpPr>
          <p:spPr>
            <a:xfrm>
              <a:off x="5592383" y="4152432"/>
              <a:ext cx="55426" cy="64997"/>
            </a:xfrm>
            <a:custGeom>
              <a:rect b="b" l="l" r="r" t="t"/>
              <a:pathLst>
                <a:path extrusionOk="0" h="2180" w="1859">
                  <a:moveTo>
                    <a:pt x="191" y="1"/>
                  </a:moveTo>
                  <a:cubicBezTo>
                    <a:pt x="96" y="1"/>
                    <a:pt x="1" y="96"/>
                    <a:pt x="1" y="191"/>
                  </a:cubicBezTo>
                  <a:lnTo>
                    <a:pt x="1" y="1620"/>
                  </a:lnTo>
                  <a:cubicBezTo>
                    <a:pt x="1" y="1668"/>
                    <a:pt x="48" y="1763"/>
                    <a:pt x="120" y="1787"/>
                  </a:cubicBezTo>
                  <a:lnTo>
                    <a:pt x="882" y="2144"/>
                  </a:lnTo>
                  <a:cubicBezTo>
                    <a:pt x="882" y="2168"/>
                    <a:pt x="894" y="2180"/>
                    <a:pt x="914" y="2180"/>
                  </a:cubicBezTo>
                  <a:cubicBezTo>
                    <a:pt x="935" y="2180"/>
                    <a:pt x="965" y="2168"/>
                    <a:pt x="1001" y="2144"/>
                  </a:cubicBezTo>
                  <a:lnTo>
                    <a:pt x="1739" y="1787"/>
                  </a:lnTo>
                  <a:cubicBezTo>
                    <a:pt x="1787" y="1763"/>
                    <a:pt x="1858" y="1716"/>
                    <a:pt x="1858" y="1620"/>
                  </a:cubicBezTo>
                  <a:lnTo>
                    <a:pt x="1858" y="191"/>
                  </a:lnTo>
                  <a:cubicBezTo>
                    <a:pt x="1858" y="96"/>
                    <a:pt x="1763" y="1"/>
                    <a:pt x="1668"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98"/>
            <p:cNvSpPr/>
            <p:nvPr/>
          </p:nvSpPr>
          <p:spPr>
            <a:xfrm>
              <a:off x="5608722" y="4152432"/>
              <a:ext cx="38372" cy="64997"/>
            </a:xfrm>
            <a:custGeom>
              <a:rect b="b" l="l" r="r" t="t"/>
              <a:pathLst>
                <a:path extrusionOk="0" h="2180" w="1287">
                  <a:moveTo>
                    <a:pt x="762" y="1"/>
                  </a:moveTo>
                  <a:cubicBezTo>
                    <a:pt x="810" y="49"/>
                    <a:pt x="810" y="72"/>
                    <a:pt x="810" y="96"/>
                  </a:cubicBezTo>
                  <a:lnTo>
                    <a:pt x="810" y="1525"/>
                  </a:lnTo>
                  <a:cubicBezTo>
                    <a:pt x="810" y="1620"/>
                    <a:pt x="738" y="1668"/>
                    <a:pt x="691" y="1716"/>
                  </a:cubicBezTo>
                  <a:lnTo>
                    <a:pt x="0" y="2025"/>
                  </a:lnTo>
                  <a:lnTo>
                    <a:pt x="238" y="2144"/>
                  </a:lnTo>
                  <a:cubicBezTo>
                    <a:pt x="262" y="2168"/>
                    <a:pt x="292" y="2180"/>
                    <a:pt x="322" y="2180"/>
                  </a:cubicBezTo>
                  <a:cubicBezTo>
                    <a:pt x="352" y="2180"/>
                    <a:pt x="381" y="2168"/>
                    <a:pt x="405" y="2144"/>
                  </a:cubicBezTo>
                  <a:lnTo>
                    <a:pt x="1143" y="1787"/>
                  </a:lnTo>
                  <a:cubicBezTo>
                    <a:pt x="1239" y="1763"/>
                    <a:pt x="1286" y="1668"/>
                    <a:pt x="1286" y="1620"/>
                  </a:cubicBezTo>
                  <a:lnTo>
                    <a:pt x="1286" y="191"/>
                  </a:lnTo>
                  <a:cubicBezTo>
                    <a:pt x="1286" y="96"/>
                    <a:pt x="1191" y="1"/>
                    <a:pt x="1096"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98"/>
            <p:cNvSpPr/>
            <p:nvPr/>
          </p:nvSpPr>
          <p:spPr>
            <a:xfrm>
              <a:off x="5592383" y="4275271"/>
              <a:ext cx="55426" cy="64460"/>
            </a:xfrm>
            <a:custGeom>
              <a:rect b="b" l="l" r="r" t="t"/>
              <a:pathLst>
                <a:path extrusionOk="0" h="2162" w="1859">
                  <a:moveTo>
                    <a:pt x="191" y="1"/>
                  </a:moveTo>
                  <a:cubicBezTo>
                    <a:pt x="96" y="1"/>
                    <a:pt x="1" y="72"/>
                    <a:pt x="1" y="167"/>
                  </a:cubicBezTo>
                  <a:lnTo>
                    <a:pt x="1" y="1596"/>
                  </a:lnTo>
                  <a:cubicBezTo>
                    <a:pt x="1" y="1668"/>
                    <a:pt x="48" y="1739"/>
                    <a:pt x="120" y="1787"/>
                  </a:cubicBezTo>
                  <a:lnTo>
                    <a:pt x="882" y="2144"/>
                  </a:lnTo>
                  <a:cubicBezTo>
                    <a:pt x="882" y="2156"/>
                    <a:pt x="894" y="2162"/>
                    <a:pt x="914" y="2162"/>
                  </a:cubicBezTo>
                  <a:cubicBezTo>
                    <a:pt x="935" y="2162"/>
                    <a:pt x="965" y="2156"/>
                    <a:pt x="1001" y="2144"/>
                  </a:cubicBezTo>
                  <a:lnTo>
                    <a:pt x="1739" y="1787"/>
                  </a:lnTo>
                  <a:cubicBezTo>
                    <a:pt x="1787" y="1739"/>
                    <a:pt x="1858" y="1692"/>
                    <a:pt x="1858" y="1596"/>
                  </a:cubicBezTo>
                  <a:lnTo>
                    <a:pt x="1858" y="167"/>
                  </a:lnTo>
                  <a:cubicBezTo>
                    <a:pt x="1858" y="96"/>
                    <a:pt x="1763" y="1"/>
                    <a:pt x="1668" y="1"/>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98"/>
            <p:cNvSpPr/>
            <p:nvPr/>
          </p:nvSpPr>
          <p:spPr>
            <a:xfrm>
              <a:off x="5609438" y="4275152"/>
              <a:ext cx="38372" cy="64579"/>
            </a:xfrm>
            <a:custGeom>
              <a:rect b="b" l="l" r="r" t="t"/>
              <a:pathLst>
                <a:path extrusionOk="0" h="2166" w="1287">
                  <a:moveTo>
                    <a:pt x="1117" y="0"/>
                  </a:moveTo>
                  <a:cubicBezTo>
                    <a:pt x="1102" y="0"/>
                    <a:pt x="1087" y="2"/>
                    <a:pt x="1072" y="5"/>
                  </a:cubicBezTo>
                  <a:lnTo>
                    <a:pt x="786" y="5"/>
                  </a:lnTo>
                  <a:cubicBezTo>
                    <a:pt x="810" y="29"/>
                    <a:pt x="810" y="52"/>
                    <a:pt x="810" y="100"/>
                  </a:cubicBezTo>
                  <a:lnTo>
                    <a:pt x="810" y="1529"/>
                  </a:lnTo>
                  <a:cubicBezTo>
                    <a:pt x="810" y="1600"/>
                    <a:pt x="738" y="1672"/>
                    <a:pt x="691" y="1696"/>
                  </a:cubicBezTo>
                  <a:lnTo>
                    <a:pt x="0" y="2029"/>
                  </a:lnTo>
                  <a:lnTo>
                    <a:pt x="238" y="2148"/>
                  </a:lnTo>
                  <a:cubicBezTo>
                    <a:pt x="262" y="2160"/>
                    <a:pt x="292" y="2166"/>
                    <a:pt x="325" y="2166"/>
                  </a:cubicBezTo>
                  <a:cubicBezTo>
                    <a:pt x="357" y="2166"/>
                    <a:pt x="393" y="2160"/>
                    <a:pt x="429" y="2148"/>
                  </a:cubicBezTo>
                  <a:lnTo>
                    <a:pt x="1167" y="1791"/>
                  </a:lnTo>
                  <a:cubicBezTo>
                    <a:pt x="1262" y="1743"/>
                    <a:pt x="1286" y="1672"/>
                    <a:pt x="1286" y="1600"/>
                  </a:cubicBezTo>
                  <a:lnTo>
                    <a:pt x="1286" y="171"/>
                  </a:lnTo>
                  <a:cubicBezTo>
                    <a:pt x="1286" y="68"/>
                    <a:pt x="1214" y="0"/>
                    <a:pt x="1117"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98"/>
            <p:cNvSpPr/>
            <p:nvPr/>
          </p:nvSpPr>
          <p:spPr>
            <a:xfrm>
              <a:off x="5592383" y="4396709"/>
              <a:ext cx="55426" cy="64639"/>
            </a:xfrm>
            <a:custGeom>
              <a:rect b="b" l="l" r="r" t="t"/>
              <a:pathLst>
                <a:path extrusionOk="0" h="2168" w="1859">
                  <a:moveTo>
                    <a:pt x="191" y="0"/>
                  </a:moveTo>
                  <a:cubicBezTo>
                    <a:pt x="96" y="0"/>
                    <a:pt x="1" y="95"/>
                    <a:pt x="1" y="191"/>
                  </a:cubicBezTo>
                  <a:lnTo>
                    <a:pt x="1" y="1619"/>
                  </a:lnTo>
                  <a:cubicBezTo>
                    <a:pt x="1" y="1667"/>
                    <a:pt x="48" y="1762"/>
                    <a:pt x="120" y="1786"/>
                  </a:cubicBezTo>
                  <a:lnTo>
                    <a:pt x="882" y="2143"/>
                  </a:lnTo>
                  <a:cubicBezTo>
                    <a:pt x="882" y="2167"/>
                    <a:pt x="929" y="2167"/>
                    <a:pt x="1001" y="2167"/>
                  </a:cubicBezTo>
                  <a:lnTo>
                    <a:pt x="1739" y="1810"/>
                  </a:lnTo>
                  <a:cubicBezTo>
                    <a:pt x="1787" y="1786"/>
                    <a:pt x="1858" y="1738"/>
                    <a:pt x="1858" y="1643"/>
                  </a:cubicBezTo>
                  <a:lnTo>
                    <a:pt x="1858" y="191"/>
                  </a:lnTo>
                  <a:cubicBezTo>
                    <a:pt x="1858" y="95"/>
                    <a:pt x="1763" y="0"/>
                    <a:pt x="1668"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98"/>
            <p:cNvSpPr/>
            <p:nvPr/>
          </p:nvSpPr>
          <p:spPr>
            <a:xfrm>
              <a:off x="5609438" y="4396709"/>
              <a:ext cx="38372" cy="64460"/>
            </a:xfrm>
            <a:custGeom>
              <a:rect b="b" l="l" r="r" t="t"/>
              <a:pathLst>
                <a:path extrusionOk="0" h="2162" w="1287">
                  <a:moveTo>
                    <a:pt x="786" y="0"/>
                  </a:moveTo>
                  <a:cubicBezTo>
                    <a:pt x="810" y="24"/>
                    <a:pt x="810" y="71"/>
                    <a:pt x="810" y="95"/>
                  </a:cubicBezTo>
                  <a:lnTo>
                    <a:pt x="810" y="1524"/>
                  </a:lnTo>
                  <a:cubicBezTo>
                    <a:pt x="810" y="1619"/>
                    <a:pt x="738" y="1667"/>
                    <a:pt x="691" y="1691"/>
                  </a:cubicBezTo>
                  <a:lnTo>
                    <a:pt x="0" y="2024"/>
                  </a:lnTo>
                  <a:lnTo>
                    <a:pt x="238" y="2143"/>
                  </a:lnTo>
                  <a:cubicBezTo>
                    <a:pt x="262" y="2155"/>
                    <a:pt x="292" y="2161"/>
                    <a:pt x="325" y="2161"/>
                  </a:cubicBezTo>
                  <a:cubicBezTo>
                    <a:pt x="357" y="2161"/>
                    <a:pt x="393" y="2155"/>
                    <a:pt x="429" y="2143"/>
                  </a:cubicBezTo>
                  <a:lnTo>
                    <a:pt x="1167" y="1786"/>
                  </a:lnTo>
                  <a:cubicBezTo>
                    <a:pt x="1262" y="1762"/>
                    <a:pt x="1286" y="1667"/>
                    <a:pt x="1286" y="1619"/>
                  </a:cubicBezTo>
                  <a:lnTo>
                    <a:pt x="1286" y="191"/>
                  </a:lnTo>
                  <a:cubicBezTo>
                    <a:pt x="1286" y="95"/>
                    <a:pt x="1191" y="0"/>
                    <a:pt x="1072"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98"/>
            <p:cNvSpPr/>
            <p:nvPr/>
          </p:nvSpPr>
          <p:spPr>
            <a:xfrm>
              <a:off x="5558304" y="4147483"/>
              <a:ext cx="353606" cy="109361"/>
            </a:xfrm>
            <a:custGeom>
              <a:rect b="b" l="l" r="r" t="t"/>
              <a:pathLst>
                <a:path extrusionOk="0" h="3668" w="11860">
                  <a:moveTo>
                    <a:pt x="2787" y="357"/>
                  </a:moveTo>
                  <a:lnTo>
                    <a:pt x="2787" y="1786"/>
                  </a:lnTo>
                  <a:lnTo>
                    <a:pt x="2048" y="2143"/>
                  </a:lnTo>
                  <a:lnTo>
                    <a:pt x="1310" y="1786"/>
                  </a:lnTo>
                  <a:lnTo>
                    <a:pt x="1310" y="357"/>
                  </a:lnTo>
                  <a:close/>
                  <a:moveTo>
                    <a:pt x="1310" y="0"/>
                  </a:moveTo>
                  <a:cubicBezTo>
                    <a:pt x="1096" y="0"/>
                    <a:pt x="953" y="143"/>
                    <a:pt x="953" y="357"/>
                  </a:cubicBezTo>
                  <a:lnTo>
                    <a:pt x="953" y="476"/>
                  </a:lnTo>
                  <a:lnTo>
                    <a:pt x="358" y="476"/>
                  </a:lnTo>
                  <a:cubicBezTo>
                    <a:pt x="143" y="476"/>
                    <a:pt x="0" y="619"/>
                    <a:pt x="0" y="834"/>
                  </a:cubicBezTo>
                  <a:lnTo>
                    <a:pt x="0" y="3310"/>
                  </a:lnTo>
                  <a:cubicBezTo>
                    <a:pt x="0" y="3501"/>
                    <a:pt x="143" y="3668"/>
                    <a:pt x="358" y="3668"/>
                  </a:cubicBezTo>
                  <a:lnTo>
                    <a:pt x="10598" y="3668"/>
                  </a:lnTo>
                  <a:cubicBezTo>
                    <a:pt x="10717" y="3668"/>
                    <a:pt x="10788" y="3596"/>
                    <a:pt x="10884" y="3501"/>
                  </a:cubicBezTo>
                  <a:lnTo>
                    <a:pt x="11789" y="2286"/>
                  </a:lnTo>
                  <a:cubicBezTo>
                    <a:pt x="11860" y="2167"/>
                    <a:pt x="11860" y="2001"/>
                    <a:pt x="11789" y="1882"/>
                  </a:cubicBezTo>
                  <a:lnTo>
                    <a:pt x="10884" y="643"/>
                  </a:lnTo>
                  <a:cubicBezTo>
                    <a:pt x="10836" y="572"/>
                    <a:pt x="10598" y="500"/>
                    <a:pt x="10598" y="500"/>
                  </a:cubicBezTo>
                  <a:lnTo>
                    <a:pt x="9074" y="500"/>
                  </a:lnTo>
                  <a:cubicBezTo>
                    <a:pt x="8978" y="500"/>
                    <a:pt x="8931" y="572"/>
                    <a:pt x="8883" y="643"/>
                  </a:cubicBezTo>
                  <a:cubicBezTo>
                    <a:pt x="8859" y="762"/>
                    <a:pt x="8955" y="858"/>
                    <a:pt x="9074" y="858"/>
                  </a:cubicBezTo>
                  <a:lnTo>
                    <a:pt x="10622" y="858"/>
                  </a:lnTo>
                  <a:lnTo>
                    <a:pt x="11503" y="2072"/>
                  </a:lnTo>
                  <a:lnTo>
                    <a:pt x="10622" y="3310"/>
                  </a:lnTo>
                  <a:lnTo>
                    <a:pt x="358" y="3310"/>
                  </a:lnTo>
                  <a:lnTo>
                    <a:pt x="358" y="834"/>
                  </a:lnTo>
                  <a:lnTo>
                    <a:pt x="977" y="834"/>
                  </a:lnTo>
                  <a:lnTo>
                    <a:pt x="977" y="1786"/>
                  </a:lnTo>
                  <a:cubicBezTo>
                    <a:pt x="977" y="1929"/>
                    <a:pt x="1072" y="2048"/>
                    <a:pt x="1191" y="2120"/>
                  </a:cubicBezTo>
                  <a:lnTo>
                    <a:pt x="1929" y="2477"/>
                  </a:lnTo>
                  <a:cubicBezTo>
                    <a:pt x="1977" y="2501"/>
                    <a:pt x="2048" y="2501"/>
                    <a:pt x="2072" y="2501"/>
                  </a:cubicBezTo>
                  <a:cubicBezTo>
                    <a:pt x="2096" y="2501"/>
                    <a:pt x="2191" y="2501"/>
                    <a:pt x="2215" y="2477"/>
                  </a:cubicBezTo>
                  <a:lnTo>
                    <a:pt x="2977" y="2120"/>
                  </a:lnTo>
                  <a:cubicBezTo>
                    <a:pt x="3096" y="2048"/>
                    <a:pt x="3168" y="1929"/>
                    <a:pt x="3168" y="1786"/>
                  </a:cubicBezTo>
                  <a:lnTo>
                    <a:pt x="3168" y="834"/>
                  </a:lnTo>
                  <a:lnTo>
                    <a:pt x="8264" y="834"/>
                  </a:lnTo>
                  <a:cubicBezTo>
                    <a:pt x="8359" y="834"/>
                    <a:pt x="8407" y="762"/>
                    <a:pt x="8455" y="691"/>
                  </a:cubicBezTo>
                  <a:cubicBezTo>
                    <a:pt x="8478" y="572"/>
                    <a:pt x="8383" y="476"/>
                    <a:pt x="8264" y="476"/>
                  </a:cubicBezTo>
                  <a:lnTo>
                    <a:pt x="3144" y="476"/>
                  </a:lnTo>
                  <a:lnTo>
                    <a:pt x="3144" y="357"/>
                  </a:lnTo>
                  <a:cubicBezTo>
                    <a:pt x="3144" y="143"/>
                    <a:pt x="3001" y="0"/>
                    <a:pt x="2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98"/>
            <p:cNvSpPr/>
            <p:nvPr/>
          </p:nvSpPr>
          <p:spPr>
            <a:xfrm>
              <a:off x="5558304" y="4271008"/>
              <a:ext cx="353606" cy="107960"/>
            </a:xfrm>
            <a:custGeom>
              <a:rect b="b" l="l" r="r" t="t"/>
              <a:pathLst>
                <a:path extrusionOk="0" h="3621" w="11860">
                  <a:moveTo>
                    <a:pt x="2787" y="310"/>
                  </a:moveTo>
                  <a:lnTo>
                    <a:pt x="2787" y="1739"/>
                  </a:lnTo>
                  <a:lnTo>
                    <a:pt x="2048" y="2097"/>
                  </a:lnTo>
                  <a:lnTo>
                    <a:pt x="1310" y="1739"/>
                  </a:lnTo>
                  <a:lnTo>
                    <a:pt x="1310" y="310"/>
                  </a:lnTo>
                  <a:close/>
                  <a:moveTo>
                    <a:pt x="10598" y="787"/>
                  </a:moveTo>
                  <a:lnTo>
                    <a:pt x="11479" y="2025"/>
                  </a:lnTo>
                  <a:lnTo>
                    <a:pt x="10598" y="3240"/>
                  </a:lnTo>
                  <a:lnTo>
                    <a:pt x="310" y="3240"/>
                  </a:lnTo>
                  <a:lnTo>
                    <a:pt x="310" y="787"/>
                  </a:lnTo>
                  <a:lnTo>
                    <a:pt x="953" y="834"/>
                  </a:lnTo>
                  <a:lnTo>
                    <a:pt x="953" y="1787"/>
                  </a:lnTo>
                  <a:cubicBezTo>
                    <a:pt x="953" y="1930"/>
                    <a:pt x="1024" y="2049"/>
                    <a:pt x="1144" y="2097"/>
                  </a:cubicBezTo>
                  <a:lnTo>
                    <a:pt x="1906" y="2454"/>
                  </a:lnTo>
                  <a:cubicBezTo>
                    <a:pt x="1953" y="2501"/>
                    <a:pt x="2025" y="2501"/>
                    <a:pt x="2048" y="2501"/>
                  </a:cubicBezTo>
                  <a:cubicBezTo>
                    <a:pt x="2072" y="2501"/>
                    <a:pt x="2168" y="2501"/>
                    <a:pt x="2191" y="2454"/>
                  </a:cubicBezTo>
                  <a:lnTo>
                    <a:pt x="2930" y="2097"/>
                  </a:lnTo>
                  <a:cubicBezTo>
                    <a:pt x="3049" y="2049"/>
                    <a:pt x="3144" y="1930"/>
                    <a:pt x="3144" y="1787"/>
                  </a:cubicBezTo>
                  <a:lnTo>
                    <a:pt x="3144" y="787"/>
                  </a:lnTo>
                  <a:close/>
                  <a:moveTo>
                    <a:pt x="1310" y="1"/>
                  </a:moveTo>
                  <a:cubicBezTo>
                    <a:pt x="1096" y="1"/>
                    <a:pt x="953" y="144"/>
                    <a:pt x="953" y="358"/>
                  </a:cubicBezTo>
                  <a:lnTo>
                    <a:pt x="953" y="477"/>
                  </a:lnTo>
                  <a:lnTo>
                    <a:pt x="358" y="477"/>
                  </a:lnTo>
                  <a:cubicBezTo>
                    <a:pt x="143" y="477"/>
                    <a:pt x="0" y="620"/>
                    <a:pt x="0" y="834"/>
                  </a:cubicBezTo>
                  <a:lnTo>
                    <a:pt x="0" y="3287"/>
                  </a:lnTo>
                  <a:cubicBezTo>
                    <a:pt x="0" y="3454"/>
                    <a:pt x="143" y="3621"/>
                    <a:pt x="358" y="3621"/>
                  </a:cubicBezTo>
                  <a:lnTo>
                    <a:pt x="10598" y="3621"/>
                  </a:lnTo>
                  <a:cubicBezTo>
                    <a:pt x="10717" y="3621"/>
                    <a:pt x="10788" y="3573"/>
                    <a:pt x="10884" y="3478"/>
                  </a:cubicBezTo>
                  <a:lnTo>
                    <a:pt x="11789" y="2263"/>
                  </a:lnTo>
                  <a:cubicBezTo>
                    <a:pt x="11860" y="2144"/>
                    <a:pt x="11860" y="1954"/>
                    <a:pt x="11789" y="1835"/>
                  </a:cubicBezTo>
                  <a:lnTo>
                    <a:pt x="10884" y="620"/>
                  </a:lnTo>
                  <a:cubicBezTo>
                    <a:pt x="10836" y="525"/>
                    <a:pt x="10598" y="477"/>
                    <a:pt x="10598" y="477"/>
                  </a:cubicBezTo>
                  <a:lnTo>
                    <a:pt x="3144" y="477"/>
                  </a:lnTo>
                  <a:lnTo>
                    <a:pt x="3144" y="358"/>
                  </a:lnTo>
                  <a:cubicBezTo>
                    <a:pt x="3144" y="144"/>
                    <a:pt x="3001" y="1"/>
                    <a:pt x="2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98"/>
            <p:cNvSpPr/>
            <p:nvPr/>
          </p:nvSpPr>
          <p:spPr>
            <a:xfrm>
              <a:off x="5556873" y="4392445"/>
              <a:ext cx="355037" cy="107245"/>
            </a:xfrm>
            <a:custGeom>
              <a:rect b="b" l="l" r="r" t="t"/>
              <a:pathLst>
                <a:path extrusionOk="0" h="3597" w="11908">
                  <a:moveTo>
                    <a:pt x="2835" y="381"/>
                  </a:moveTo>
                  <a:lnTo>
                    <a:pt x="2835" y="1786"/>
                  </a:lnTo>
                  <a:lnTo>
                    <a:pt x="2096" y="2167"/>
                  </a:lnTo>
                  <a:lnTo>
                    <a:pt x="1358" y="1810"/>
                  </a:lnTo>
                  <a:lnTo>
                    <a:pt x="1358" y="381"/>
                  </a:lnTo>
                  <a:close/>
                  <a:moveTo>
                    <a:pt x="1358" y="0"/>
                  </a:moveTo>
                  <a:cubicBezTo>
                    <a:pt x="1144" y="0"/>
                    <a:pt x="1001" y="143"/>
                    <a:pt x="1001" y="357"/>
                  </a:cubicBezTo>
                  <a:lnTo>
                    <a:pt x="1001" y="476"/>
                  </a:lnTo>
                  <a:lnTo>
                    <a:pt x="191" y="476"/>
                  </a:lnTo>
                  <a:cubicBezTo>
                    <a:pt x="96" y="476"/>
                    <a:pt x="1" y="572"/>
                    <a:pt x="1" y="643"/>
                  </a:cubicBezTo>
                  <a:lnTo>
                    <a:pt x="1" y="1429"/>
                  </a:lnTo>
                  <a:cubicBezTo>
                    <a:pt x="1" y="1453"/>
                    <a:pt x="1" y="1477"/>
                    <a:pt x="48" y="1477"/>
                  </a:cubicBezTo>
                  <a:cubicBezTo>
                    <a:pt x="97" y="1517"/>
                    <a:pt x="149" y="1536"/>
                    <a:pt x="196" y="1536"/>
                  </a:cubicBezTo>
                  <a:cubicBezTo>
                    <a:pt x="286" y="1536"/>
                    <a:pt x="358" y="1467"/>
                    <a:pt x="358" y="1358"/>
                  </a:cubicBezTo>
                  <a:lnTo>
                    <a:pt x="358" y="810"/>
                  </a:lnTo>
                  <a:lnTo>
                    <a:pt x="977" y="810"/>
                  </a:lnTo>
                  <a:lnTo>
                    <a:pt x="977" y="1762"/>
                  </a:lnTo>
                  <a:cubicBezTo>
                    <a:pt x="977" y="1905"/>
                    <a:pt x="1072" y="2024"/>
                    <a:pt x="1192" y="2072"/>
                  </a:cubicBezTo>
                  <a:lnTo>
                    <a:pt x="1930" y="2429"/>
                  </a:lnTo>
                  <a:cubicBezTo>
                    <a:pt x="2001" y="2477"/>
                    <a:pt x="2049" y="2477"/>
                    <a:pt x="2096" y="2477"/>
                  </a:cubicBezTo>
                  <a:cubicBezTo>
                    <a:pt x="2120" y="2477"/>
                    <a:pt x="2216" y="2477"/>
                    <a:pt x="2239" y="2429"/>
                  </a:cubicBezTo>
                  <a:lnTo>
                    <a:pt x="2978" y="2072"/>
                  </a:lnTo>
                  <a:cubicBezTo>
                    <a:pt x="3097" y="2024"/>
                    <a:pt x="3192" y="1905"/>
                    <a:pt x="3192" y="1762"/>
                  </a:cubicBezTo>
                  <a:lnTo>
                    <a:pt x="3192" y="810"/>
                  </a:lnTo>
                  <a:lnTo>
                    <a:pt x="10622" y="810"/>
                  </a:lnTo>
                  <a:lnTo>
                    <a:pt x="11527" y="2024"/>
                  </a:lnTo>
                  <a:lnTo>
                    <a:pt x="10622" y="3239"/>
                  </a:lnTo>
                  <a:lnTo>
                    <a:pt x="358" y="3239"/>
                  </a:lnTo>
                  <a:lnTo>
                    <a:pt x="358" y="2143"/>
                  </a:lnTo>
                  <a:cubicBezTo>
                    <a:pt x="358" y="2048"/>
                    <a:pt x="310" y="2001"/>
                    <a:pt x="215" y="1953"/>
                  </a:cubicBezTo>
                  <a:cubicBezTo>
                    <a:pt x="203" y="1950"/>
                    <a:pt x="191" y="1949"/>
                    <a:pt x="179" y="1949"/>
                  </a:cubicBezTo>
                  <a:cubicBezTo>
                    <a:pt x="77" y="1949"/>
                    <a:pt x="1" y="2037"/>
                    <a:pt x="1" y="2143"/>
                  </a:cubicBezTo>
                  <a:lnTo>
                    <a:pt x="1" y="3239"/>
                  </a:lnTo>
                  <a:cubicBezTo>
                    <a:pt x="1" y="3453"/>
                    <a:pt x="144" y="3596"/>
                    <a:pt x="358" y="3596"/>
                  </a:cubicBezTo>
                  <a:lnTo>
                    <a:pt x="10622" y="3596"/>
                  </a:lnTo>
                  <a:cubicBezTo>
                    <a:pt x="10765" y="3596"/>
                    <a:pt x="10836" y="3548"/>
                    <a:pt x="10932" y="3453"/>
                  </a:cubicBezTo>
                  <a:lnTo>
                    <a:pt x="11813" y="2239"/>
                  </a:lnTo>
                  <a:cubicBezTo>
                    <a:pt x="11908" y="2120"/>
                    <a:pt x="11908" y="1929"/>
                    <a:pt x="11813" y="1810"/>
                  </a:cubicBezTo>
                  <a:lnTo>
                    <a:pt x="10932" y="619"/>
                  </a:lnTo>
                  <a:cubicBezTo>
                    <a:pt x="10884" y="524"/>
                    <a:pt x="10765" y="476"/>
                    <a:pt x="10646" y="476"/>
                  </a:cubicBezTo>
                  <a:lnTo>
                    <a:pt x="3192" y="476"/>
                  </a:lnTo>
                  <a:lnTo>
                    <a:pt x="3192" y="357"/>
                  </a:lnTo>
                  <a:cubicBezTo>
                    <a:pt x="3192" y="143"/>
                    <a:pt x="3049" y="0"/>
                    <a:pt x="2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3" name="Google Shape;22963;p98"/>
          <p:cNvGrpSpPr/>
          <p:nvPr/>
        </p:nvGrpSpPr>
        <p:grpSpPr>
          <a:xfrm>
            <a:off x="6273298" y="3995083"/>
            <a:ext cx="361447" cy="354083"/>
            <a:chOff x="6158994" y="4147483"/>
            <a:chExt cx="361447" cy="354083"/>
          </a:xfrm>
        </p:grpSpPr>
        <p:sp>
          <p:nvSpPr>
            <p:cNvPr id="22964" name="Google Shape;22964;p98"/>
            <p:cNvSpPr/>
            <p:nvPr/>
          </p:nvSpPr>
          <p:spPr>
            <a:xfrm>
              <a:off x="6163258" y="4152432"/>
              <a:ext cx="342962" cy="342992"/>
            </a:xfrm>
            <a:custGeom>
              <a:rect b="b" l="l" r="r" t="t"/>
              <a:pathLst>
                <a:path extrusionOk="0" h="11504" w="11503">
                  <a:moveTo>
                    <a:pt x="5740" y="1620"/>
                  </a:moveTo>
                  <a:cubicBezTo>
                    <a:pt x="8050" y="1620"/>
                    <a:pt x="9883" y="3454"/>
                    <a:pt x="9883" y="5764"/>
                  </a:cubicBezTo>
                  <a:cubicBezTo>
                    <a:pt x="9883" y="8050"/>
                    <a:pt x="8050" y="9884"/>
                    <a:pt x="5740" y="9884"/>
                  </a:cubicBezTo>
                  <a:cubicBezTo>
                    <a:pt x="3453" y="9884"/>
                    <a:pt x="1620" y="8050"/>
                    <a:pt x="1620" y="5764"/>
                  </a:cubicBezTo>
                  <a:cubicBezTo>
                    <a:pt x="1620" y="3454"/>
                    <a:pt x="3453" y="1620"/>
                    <a:pt x="5740" y="1620"/>
                  </a:cubicBezTo>
                  <a:close/>
                  <a:moveTo>
                    <a:pt x="5740" y="1"/>
                  </a:moveTo>
                  <a:cubicBezTo>
                    <a:pt x="2572" y="1"/>
                    <a:pt x="0" y="2597"/>
                    <a:pt x="0" y="5764"/>
                  </a:cubicBezTo>
                  <a:cubicBezTo>
                    <a:pt x="0" y="8907"/>
                    <a:pt x="2596" y="11503"/>
                    <a:pt x="5740" y="11503"/>
                  </a:cubicBezTo>
                  <a:cubicBezTo>
                    <a:pt x="8907" y="11503"/>
                    <a:pt x="11503" y="8907"/>
                    <a:pt x="11503" y="5764"/>
                  </a:cubicBezTo>
                  <a:cubicBezTo>
                    <a:pt x="11503" y="2597"/>
                    <a:pt x="8931" y="1"/>
                    <a:pt x="574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98"/>
            <p:cNvSpPr/>
            <p:nvPr/>
          </p:nvSpPr>
          <p:spPr>
            <a:xfrm>
              <a:off x="6254850" y="4165938"/>
              <a:ext cx="252086" cy="329486"/>
            </a:xfrm>
            <a:custGeom>
              <a:rect b="b" l="l" r="r" t="t"/>
              <a:pathLst>
                <a:path extrusionOk="0" h="11051" w="8455">
                  <a:moveTo>
                    <a:pt x="4906" y="0"/>
                  </a:moveTo>
                  <a:cubicBezTo>
                    <a:pt x="6716" y="953"/>
                    <a:pt x="7978" y="2882"/>
                    <a:pt x="7978" y="5097"/>
                  </a:cubicBezTo>
                  <a:cubicBezTo>
                    <a:pt x="7978" y="8288"/>
                    <a:pt x="5383" y="10836"/>
                    <a:pt x="2239" y="10836"/>
                  </a:cubicBezTo>
                  <a:cubicBezTo>
                    <a:pt x="1429" y="10836"/>
                    <a:pt x="691" y="10693"/>
                    <a:pt x="0" y="10383"/>
                  </a:cubicBezTo>
                  <a:lnTo>
                    <a:pt x="0" y="10383"/>
                  </a:lnTo>
                  <a:cubicBezTo>
                    <a:pt x="810" y="10812"/>
                    <a:pt x="1715" y="11050"/>
                    <a:pt x="2668" y="11050"/>
                  </a:cubicBezTo>
                  <a:cubicBezTo>
                    <a:pt x="5859" y="11050"/>
                    <a:pt x="8431" y="8454"/>
                    <a:pt x="8431" y="5311"/>
                  </a:cubicBezTo>
                  <a:cubicBezTo>
                    <a:pt x="8455" y="2930"/>
                    <a:pt x="7002" y="858"/>
                    <a:pt x="490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98"/>
            <p:cNvSpPr/>
            <p:nvPr/>
          </p:nvSpPr>
          <p:spPr>
            <a:xfrm>
              <a:off x="6163973" y="4324973"/>
              <a:ext cx="342962" cy="171168"/>
            </a:xfrm>
            <a:custGeom>
              <a:rect b="b" l="l" r="r" t="t"/>
              <a:pathLst>
                <a:path extrusionOk="0" h="5741" w="11503">
                  <a:moveTo>
                    <a:pt x="0" y="1"/>
                  </a:moveTo>
                  <a:cubicBezTo>
                    <a:pt x="0" y="3144"/>
                    <a:pt x="2596" y="5740"/>
                    <a:pt x="5763" y="5740"/>
                  </a:cubicBezTo>
                  <a:cubicBezTo>
                    <a:pt x="8907" y="5740"/>
                    <a:pt x="11503" y="3192"/>
                    <a:pt x="11503" y="1"/>
                  </a:cubicBezTo>
                  <a:lnTo>
                    <a:pt x="9859" y="1"/>
                  </a:lnTo>
                  <a:cubicBezTo>
                    <a:pt x="9859" y="2287"/>
                    <a:pt x="8026" y="4144"/>
                    <a:pt x="5716" y="4144"/>
                  </a:cubicBezTo>
                  <a:cubicBezTo>
                    <a:pt x="3429" y="4144"/>
                    <a:pt x="1596" y="2287"/>
                    <a:pt x="159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98"/>
            <p:cNvSpPr/>
            <p:nvPr/>
          </p:nvSpPr>
          <p:spPr>
            <a:xfrm>
              <a:off x="6254850" y="4324973"/>
              <a:ext cx="251370" cy="171168"/>
            </a:xfrm>
            <a:custGeom>
              <a:rect b="b" l="l" r="r" t="t"/>
              <a:pathLst>
                <a:path extrusionOk="0" h="5741" w="8431">
                  <a:moveTo>
                    <a:pt x="7978" y="1"/>
                  </a:moveTo>
                  <a:cubicBezTo>
                    <a:pt x="7859" y="3049"/>
                    <a:pt x="5335" y="5526"/>
                    <a:pt x="2239" y="5526"/>
                  </a:cubicBezTo>
                  <a:cubicBezTo>
                    <a:pt x="1429" y="5526"/>
                    <a:pt x="691" y="5383"/>
                    <a:pt x="0" y="5097"/>
                  </a:cubicBezTo>
                  <a:lnTo>
                    <a:pt x="0" y="5097"/>
                  </a:lnTo>
                  <a:cubicBezTo>
                    <a:pt x="810" y="5502"/>
                    <a:pt x="1715" y="5740"/>
                    <a:pt x="2668" y="5740"/>
                  </a:cubicBezTo>
                  <a:cubicBezTo>
                    <a:pt x="5859" y="5740"/>
                    <a:pt x="8431" y="3144"/>
                    <a:pt x="843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98"/>
            <p:cNvSpPr/>
            <p:nvPr/>
          </p:nvSpPr>
          <p:spPr>
            <a:xfrm>
              <a:off x="6158994" y="4147483"/>
              <a:ext cx="361447" cy="354083"/>
            </a:xfrm>
            <a:custGeom>
              <a:rect b="b" l="l" r="r" t="t"/>
              <a:pathLst>
                <a:path extrusionOk="0" h="11876" w="12123">
                  <a:moveTo>
                    <a:pt x="5899" y="1981"/>
                  </a:moveTo>
                  <a:cubicBezTo>
                    <a:pt x="8099" y="1981"/>
                    <a:pt x="9883" y="3767"/>
                    <a:pt x="9883" y="5954"/>
                  </a:cubicBezTo>
                  <a:cubicBezTo>
                    <a:pt x="9883" y="7740"/>
                    <a:pt x="8669" y="9312"/>
                    <a:pt x="6930" y="9788"/>
                  </a:cubicBezTo>
                  <a:cubicBezTo>
                    <a:pt x="6835" y="9812"/>
                    <a:pt x="6788" y="9907"/>
                    <a:pt x="6811" y="10002"/>
                  </a:cubicBezTo>
                  <a:cubicBezTo>
                    <a:pt x="6832" y="10064"/>
                    <a:pt x="6906" y="10126"/>
                    <a:pt x="6988" y="10126"/>
                  </a:cubicBezTo>
                  <a:cubicBezTo>
                    <a:pt x="7000" y="10126"/>
                    <a:pt x="7013" y="10124"/>
                    <a:pt x="7026" y="10121"/>
                  </a:cubicBezTo>
                  <a:cubicBezTo>
                    <a:pt x="8836" y="9645"/>
                    <a:pt x="10145" y="8002"/>
                    <a:pt x="10217" y="6120"/>
                  </a:cubicBezTo>
                  <a:lnTo>
                    <a:pt x="11479" y="6120"/>
                  </a:lnTo>
                  <a:cubicBezTo>
                    <a:pt x="11431" y="7526"/>
                    <a:pt x="10860" y="8859"/>
                    <a:pt x="9860" y="9883"/>
                  </a:cubicBezTo>
                  <a:cubicBezTo>
                    <a:pt x="8812" y="10931"/>
                    <a:pt x="7383" y="11526"/>
                    <a:pt x="5883" y="11526"/>
                  </a:cubicBezTo>
                  <a:cubicBezTo>
                    <a:pt x="4406" y="11526"/>
                    <a:pt x="3001" y="10931"/>
                    <a:pt x="1929" y="9883"/>
                  </a:cubicBezTo>
                  <a:cubicBezTo>
                    <a:pt x="929" y="8859"/>
                    <a:pt x="358" y="7526"/>
                    <a:pt x="286" y="6097"/>
                  </a:cubicBezTo>
                  <a:lnTo>
                    <a:pt x="1572" y="6097"/>
                  </a:lnTo>
                  <a:cubicBezTo>
                    <a:pt x="1667" y="8383"/>
                    <a:pt x="3573" y="10240"/>
                    <a:pt x="5883" y="10240"/>
                  </a:cubicBezTo>
                  <a:lnTo>
                    <a:pt x="6168" y="10240"/>
                  </a:lnTo>
                  <a:cubicBezTo>
                    <a:pt x="6240" y="10240"/>
                    <a:pt x="6335" y="10169"/>
                    <a:pt x="6335" y="10097"/>
                  </a:cubicBezTo>
                  <a:cubicBezTo>
                    <a:pt x="6335" y="9978"/>
                    <a:pt x="6240" y="9907"/>
                    <a:pt x="6168" y="9907"/>
                  </a:cubicBezTo>
                  <a:lnTo>
                    <a:pt x="5930" y="9907"/>
                  </a:lnTo>
                  <a:cubicBezTo>
                    <a:pt x="3430" y="9907"/>
                    <a:pt x="1453" y="7597"/>
                    <a:pt x="2072" y="4954"/>
                  </a:cubicBezTo>
                  <a:cubicBezTo>
                    <a:pt x="2382" y="3715"/>
                    <a:pt x="3692" y="2405"/>
                    <a:pt x="4930" y="2096"/>
                  </a:cubicBezTo>
                  <a:cubicBezTo>
                    <a:pt x="5259" y="2018"/>
                    <a:pt x="5583" y="1981"/>
                    <a:pt x="5899" y="1981"/>
                  </a:cubicBezTo>
                  <a:close/>
                  <a:moveTo>
                    <a:pt x="5930" y="0"/>
                  </a:moveTo>
                  <a:cubicBezTo>
                    <a:pt x="5002" y="0"/>
                    <a:pt x="4097" y="215"/>
                    <a:pt x="3311" y="619"/>
                  </a:cubicBezTo>
                  <a:cubicBezTo>
                    <a:pt x="3215" y="643"/>
                    <a:pt x="3192" y="762"/>
                    <a:pt x="3215" y="858"/>
                  </a:cubicBezTo>
                  <a:cubicBezTo>
                    <a:pt x="3234" y="930"/>
                    <a:pt x="3307" y="961"/>
                    <a:pt x="3384" y="961"/>
                  </a:cubicBezTo>
                  <a:cubicBezTo>
                    <a:pt x="3407" y="961"/>
                    <a:pt x="3431" y="958"/>
                    <a:pt x="3454" y="953"/>
                  </a:cubicBezTo>
                  <a:cubicBezTo>
                    <a:pt x="4216" y="572"/>
                    <a:pt x="5049" y="381"/>
                    <a:pt x="5930" y="381"/>
                  </a:cubicBezTo>
                  <a:cubicBezTo>
                    <a:pt x="7407" y="381"/>
                    <a:pt x="8812" y="977"/>
                    <a:pt x="9883" y="2024"/>
                  </a:cubicBezTo>
                  <a:cubicBezTo>
                    <a:pt x="10884" y="3025"/>
                    <a:pt x="11455" y="4382"/>
                    <a:pt x="11527" y="5811"/>
                  </a:cubicBezTo>
                  <a:lnTo>
                    <a:pt x="10241" y="5811"/>
                  </a:lnTo>
                  <a:cubicBezTo>
                    <a:pt x="10145" y="3501"/>
                    <a:pt x="8240" y="1667"/>
                    <a:pt x="5930" y="1667"/>
                  </a:cubicBezTo>
                  <a:cubicBezTo>
                    <a:pt x="3596" y="1667"/>
                    <a:pt x="1691" y="3501"/>
                    <a:pt x="1596" y="5811"/>
                  </a:cubicBezTo>
                  <a:lnTo>
                    <a:pt x="334" y="5811"/>
                  </a:lnTo>
                  <a:cubicBezTo>
                    <a:pt x="382" y="4049"/>
                    <a:pt x="1286" y="2382"/>
                    <a:pt x="2739" y="1358"/>
                  </a:cubicBezTo>
                  <a:lnTo>
                    <a:pt x="2763" y="1334"/>
                  </a:lnTo>
                  <a:cubicBezTo>
                    <a:pt x="2834" y="1286"/>
                    <a:pt x="2858" y="1191"/>
                    <a:pt x="2834" y="1096"/>
                  </a:cubicBezTo>
                  <a:cubicBezTo>
                    <a:pt x="2791" y="1038"/>
                    <a:pt x="2730" y="1006"/>
                    <a:pt x="2679" y="1006"/>
                  </a:cubicBezTo>
                  <a:cubicBezTo>
                    <a:pt x="2645" y="1006"/>
                    <a:pt x="2615" y="1020"/>
                    <a:pt x="2596" y="1048"/>
                  </a:cubicBezTo>
                  <a:lnTo>
                    <a:pt x="2549" y="1072"/>
                  </a:lnTo>
                  <a:cubicBezTo>
                    <a:pt x="953" y="2167"/>
                    <a:pt x="0" y="4025"/>
                    <a:pt x="0" y="5954"/>
                  </a:cubicBezTo>
                  <a:cubicBezTo>
                    <a:pt x="0" y="7907"/>
                    <a:pt x="953" y="9764"/>
                    <a:pt x="2644" y="10883"/>
                  </a:cubicBezTo>
                  <a:cubicBezTo>
                    <a:pt x="3263" y="11312"/>
                    <a:pt x="3977" y="11598"/>
                    <a:pt x="4740" y="11764"/>
                  </a:cubicBezTo>
                  <a:cubicBezTo>
                    <a:pt x="5134" y="11839"/>
                    <a:pt x="5526" y="11875"/>
                    <a:pt x="5912" y="11875"/>
                  </a:cubicBezTo>
                  <a:cubicBezTo>
                    <a:pt x="7505" y="11875"/>
                    <a:pt x="8991" y="11257"/>
                    <a:pt x="10122" y="10145"/>
                  </a:cubicBezTo>
                  <a:cubicBezTo>
                    <a:pt x="11479" y="8716"/>
                    <a:pt x="12122" y="6763"/>
                    <a:pt x="11717" y="4739"/>
                  </a:cubicBezTo>
                  <a:cubicBezTo>
                    <a:pt x="11574" y="3977"/>
                    <a:pt x="11289" y="3263"/>
                    <a:pt x="10860" y="2644"/>
                  </a:cubicBezTo>
                  <a:cubicBezTo>
                    <a:pt x="9693" y="953"/>
                    <a:pt x="7883" y="0"/>
                    <a:pt x="5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98"/>
            <p:cNvSpPr/>
            <p:nvPr/>
          </p:nvSpPr>
          <p:spPr>
            <a:xfrm>
              <a:off x="6376974" y="4286392"/>
              <a:ext cx="38372" cy="74836"/>
            </a:xfrm>
            <a:custGeom>
              <a:rect b="b" l="l" r="r" t="t"/>
              <a:pathLst>
                <a:path extrusionOk="0" h="2510" w="1287">
                  <a:moveTo>
                    <a:pt x="1104" y="0"/>
                  </a:moveTo>
                  <a:cubicBezTo>
                    <a:pt x="1038" y="0"/>
                    <a:pt x="984" y="31"/>
                    <a:pt x="929" y="104"/>
                  </a:cubicBezTo>
                  <a:lnTo>
                    <a:pt x="48" y="2247"/>
                  </a:lnTo>
                  <a:cubicBezTo>
                    <a:pt x="1" y="2366"/>
                    <a:pt x="72" y="2462"/>
                    <a:pt x="167" y="2509"/>
                  </a:cubicBezTo>
                  <a:lnTo>
                    <a:pt x="215" y="2509"/>
                  </a:lnTo>
                  <a:cubicBezTo>
                    <a:pt x="286" y="2509"/>
                    <a:pt x="334" y="2486"/>
                    <a:pt x="358" y="2390"/>
                  </a:cubicBezTo>
                  <a:lnTo>
                    <a:pt x="1263" y="247"/>
                  </a:lnTo>
                  <a:cubicBezTo>
                    <a:pt x="1287" y="152"/>
                    <a:pt x="1263" y="80"/>
                    <a:pt x="1167" y="9"/>
                  </a:cubicBezTo>
                  <a:cubicBezTo>
                    <a:pt x="1145" y="3"/>
                    <a:pt x="1124" y="0"/>
                    <a:pt x="11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98"/>
            <p:cNvSpPr/>
            <p:nvPr/>
          </p:nvSpPr>
          <p:spPr>
            <a:xfrm>
              <a:off x="6241344" y="4286631"/>
              <a:ext cx="50447" cy="78861"/>
            </a:xfrm>
            <a:custGeom>
              <a:rect b="b" l="l" r="r" t="t"/>
              <a:pathLst>
                <a:path extrusionOk="0" h="2645" w="1692">
                  <a:moveTo>
                    <a:pt x="596" y="1"/>
                  </a:moveTo>
                  <a:cubicBezTo>
                    <a:pt x="501" y="1"/>
                    <a:pt x="453" y="72"/>
                    <a:pt x="430" y="144"/>
                  </a:cubicBezTo>
                  <a:lnTo>
                    <a:pt x="239" y="1168"/>
                  </a:lnTo>
                  <a:cubicBezTo>
                    <a:pt x="239" y="1215"/>
                    <a:pt x="263" y="1287"/>
                    <a:pt x="311" y="1334"/>
                  </a:cubicBezTo>
                  <a:cubicBezTo>
                    <a:pt x="334" y="1358"/>
                    <a:pt x="364" y="1370"/>
                    <a:pt x="394" y="1370"/>
                  </a:cubicBezTo>
                  <a:cubicBezTo>
                    <a:pt x="424" y="1370"/>
                    <a:pt x="453" y="1358"/>
                    <a:pt x="477" y="1334"/>
                  </a:cubicBezTo>
                  <a:lnTo>
                    <a:pt x="501" y="1334"/>
                  </a:lnTo>
                  <a:cubicBezTo>
                    <a:pt x="596" y="1311"/>
                    <a:pt x="692" y="1287"/>
                    <a:pt x="858" y="1287"/>
                  </a:cubicBezTo>
                  <a:cubicBezTo>
                    <a:pt x="1025" y="1287"/>
                    <a:pt x="1144" y="1334"/>
                    <a:pt x="1215" y="1430"/>
                  </a:cubicBezTo>
                  <a:cubicBezTo>
                    <a:pt x="1311" y="1525"/>
                    <a:pt x="1382" y="1668"/>
                    <a:pt x="1382" y="1811"/>
                  </a:cubicBezTo>
                  <a:cubicBezTo>
                    <a:pt x="1382" y="2073"/>
                    <a:pt x="1144" y="2287"/>
                    <a:pt x="858" y="2287"/>
                  </a:cubicBezTo>
                  <a:cubicBezTo>
                    <a:pt x="596" y="2287"/>
                    <a:pt x="382" y="2120"/>
                    <a:pt x="358" y="1858"/>
                  </a:cubicBezTo>
                  <a:lnTo>
                    <a:pt x="358" y="1787"/>
                  </a:lnTo>
                  <a:cubicBezTo>
                    <a:pt x="358" y="1692"/>
                    <a:pt x="311" y="1644"/>
                    <a:pt x="215" y="1596"/>
                  </a:cubicBezTo>
                  <a:cubicBezTo>
                    <a:pt x="203" y="1594"/>
                    <a:pt x="191" y="1593"/>
                    <a:pt x="179" y="1593"/>
                  </a:cubicBezTo>
                  <a:cubicBezTo>
                    <a:pt x="77" y="1593"/>
                    <a:pt x="1" y="1680"/>
                    <a:pt x="1" y="1787"/>
                  </a:cubicBezTo>
                  <a:lnTo>
                    <a:pt x="1" y="1906"/>
                  </a:lnTo>
                  <a:cubicBezTo>
                    <a:pt x="72" y="2311"/>
                    <a:pt x="430" y="2644"/>
                    <a:pt x="834" y="2644"/>
                  </a:cubicBezTo>
                  <a:lnTo>
                    <a:pt x="858" y="2644"/>
                  </a:lnTo>
                  <a:cubicBezTo>
                    <a:pt x="1311" y="2644"/>
                    <a:pt x="1668" y="2287"/>
                    <a:pt x="1692" y="1835"/>
                  </a:cubicBezTo>
                  <a:cubicBezTo>
                    <a:pt x="1692" y="1596"/>
                    <a:pt x="1644" y="1358"/>
                    <a:pt x="1454" y="1215"/>
                  </a:cubicBezTo>
                  <a:cubicBezTo>
                    <a:pt x="1382" y="977"/>
                    <a:pt x="1144" y="906"/>
                    <a:pt x="906" y="906"/>
                  </a:cubicBezTo>
                  <a:cubicBezTo>
                    <a:pt x="811" y="906"/>
                    <a:pt x="715" y="906"/>
                    <a:pt x="668" y="930"/>
                  </a:cubicBezTo>
                  <a:lnTo>
                    <a:pt x="739" y="358"/>
                  </a:lnTo>
                  <a:lnTo>
                    <a:pt x="1430" y="358"/>
                  </a:lnTo>
                  <a:cubicBezTo>
                    <a:pt x="1525" y="358"/>
                    <a:pt x="1620" y="310"/>
                    <a:pt x="1620" y="215"/>
                  </a:cubicBezTo>
                  <a:cubicBezTo>
                    <a:pt x="1620" y="96"/>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98"/>
            <p:cNvSpPr/>
            <p:nvPr/>
          </p:nvSpPr>
          <p:spPr>
            <a:xfrm>
              <a:off x="6302406" y="4283798"/>
              <a:ext cx="49731" cy="80679"/>
            </a:xfrm>
            <a:custGeom>
              <a:rect b="b" l="l" r="r" t="t"/>
              <a:pathLst>
                <a:path extrusionOk="0" h="2706" w="1668">
                  <a:moveTo>
                    <a:pt x="862" y="313"/>
                  </a:moveTo>
                  <a:cubicBezTo>
                    <a:pt x="1122" y="313"/>
                    <a:pt x="1311" y="524"/>
                    <a:pt x="1311" y="786"/>
                  </a:cubicBezTo>
                  <a:lnTo>
                    <a:pt x="1311" y="1882"/>
                  </a:lnTo>
                  <a:cubicBezTo>
                    <a:pt x="1311" y="2144"/>
                    <a:pt x="1105" y="2356"/>
                    <a:pt x="854" y="2356"/>
                  </a:cubicBezTo>
                  <a:cubicBezTo>
                    <a:pt x="809" y="2356"/>
                    <a:pt x="762" y="2349"/>
                    <a:pt x="715" y="2334"/>
                  </a:cubicBezTo>
                  <a:cubicBezTo>
                    <a:pt x="525" y="2263"/>
                    <a:pt x="358" y="2096"/>
                    <a:pt x="358" y="1858"/>
                  </a:cubicBezTo>
                  <a:lnTo>
                    <a:pt x="358" y="810"/>
                  </a:lnTo>
                  <a:cubicBezTo>
                    <a:pt x="358" y="596"/>
                    <a:pt x="525" y="405"/>
                    <a:pt x="715" y="334"/>
                  </a:cubicBezTo>
                  <a:cubicBezTo>
                    <a:pt x="766" y="319"/>
                    <a:pt x="815" y="313"/>
                    <a:pt x="862" y="313"/>
                  </a:cubicBezTo>
                  <a:close/>
                  <a:moveTo>
                    <a:pt x="835" y="1"/>
                  </a:moveTo>
                  <a:cubicBezTo>
                    <a:pt x="406" y="1"/>
                    <a:pt x="1" y="358"/>
                    <a:pt x="1" y="834"/>
                  </a:cubicBezTo>
                  <a:lnTo>
                    <a:pt x="1" y="1882"/>
                  </a:lnTo>
                  <a:cubicBezTo>
                    <a:pt x="1" y="2263"/>
                    <a:pt x="287" y="2620"/>
                    <a:pt x="668" y="2692"/>
                  </a:cubicBezTo>
                  <a:cubicBezTo>
                    <a:pt x="720" y="2701"/>
                    <a:pt x="771" y="2706"/>
                    <a:pt x="821" y="2706"/>
                  </a:cubicBezTo>
                  <a:cubicBezTo>
                    <a:pt x="1277" y="2706"/>
                    <a:pt x="1644" y="2332"/>
                    <a:pt x="1644" y="1882"/>
                  </a:cubicBezTo>
                  <a:lnTo>
                    <a:pt x="1644" y="834"/>
                  </a:lnTo>
                  <a:cubicBezTo>
                    <a:pt x="1668" y="405"/>
                    <a:pt x="1311" y="1"/>
                    <a:pt x="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98"/>
            <p:cNvSpPr/>
            <p:nvPr/>
          </p:nvSpPr>
          <p:spPr>
            <a:xfrm>
              <a:off x="6366330" y="4290179"/>
              <a:ext cx="17770" cy="17800"/>
            </a:xfrm>
            <a:custGeom>
              <a:rect b="b" l="l" r="r" t="t"/>
              <a:pathLst>
                <a:path extrusionOk="0" h="597" w="596">
                  <a:moveTo>
                    <a:pt x="310" y="1"/>
                  </a:moveTo>
                  <a:cubicBezTo>
                    <a:pt x="143" y="1"/>
                    <a:pt x="0" y="144"/>
                    <a:pt x="0" y="310"/>
                  </a:cubicBezTo>
                  <a:cubicBezTo>
                    <a:pt x="0" y="453"/>
                    <a:pt x="143" y="596"/>
                    <a:pt x="310" y="596"/>
                  </a:cubicBezTo>
                  <a:cubicBezTo>
                    <a:pt x="477" y="596"/>
                    <a:pt x="596" y="453"/>
                    <a:pt x="596" y="310"/>
                  </a:cubicBezTo>
                  <a:cubicBezTo>
                    <a:pt x="596" y="144"/>
                    <a:pt x="477" y="1"/>
                    <a:pt x="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98"/>
            <p:cNvSpPr/>
            <p:nvPr/>
          </p:nvSpPr>
          <p:spPr>
            <a:xfrm>
              <a:off x="6410337" y="4340597"/>
              <a:ext cx="17800" cy="17800"/>
            </a:xfrm>
            <a:custGeom>
              <a:rect b="b" l="l" r="r" t="t"/>
              <a:pathLst>
                <a:path extrusionOk="0" h="597" w="597">
                  <a:moveTo>
                    <a:pt x="287" y="1"/>
                  </a:moveTo>
                  <a:cubicBezTo>
                    <a:pt x="120" y="1"/>
                    <a:pt x="1" y="120"/>
                    <a:pt x="1" y="310"/>
                  </a:cubicBezTo>
                  <a:cubicBezTo>
                    <a:pt x="1" y="453"/>
                    <a:pt x="120" y="596"/>
                    <a:pt x="287" y="596"/>
                  </a:cubicBezTo>
                  <a:cubicBezTo>
                    <a:pt x="477" y="596"/>
                    <a:pt x="596" y="477"/>
                    <a:pt x="596" y="310"/>
                  </a:cubicBezTo>
                  <a:cubicBezTo>
                    <a:pt x="596" y="120"/>
                    <a:pt x="477"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4" name="Google Shape;22974;p98"/>
          <p:cNvGrpSpPr/>
          <p:nvPr/>
        </p:nvGrpSpPr>
        <p:grpSpPr>
          <a:xfrm>
            <a:off x="6999405" y="3995798"/>
            <a:ext cx="354321" cy="354321"/>
            <a:chOff x="6732701" y="4148198"/>
            <a:chExt cx="354321" cy="354321"/>
          </a:xfrm>
        </p:grpSpPr>
        <p:sp>
          <p:nvSpPr>
            <p:cNvPr id="22975" name="Google Shape;22975;p98"/>
            <p:cNvSpPr/>
            <p:nvPr/>
          </p:nvSpPr>
          <p:spPr>
            <a:xfrm>
              <a:off x="6780286" y="4184036"/>
              <a:ext cx="277637" cy="225461"/>
            </a:xfrm>
            <a:custGeom>
              <a:rect b="b" l="l" r="r" t="t"/>
              <a:pathLst>
                <a:path extrusionOk="0" h="7562" w="9312">
                  <a:moveTo>
                    <a:pt x="8570" y="1"/>
                  </a:moveTo>
                  <a:cubicBezTo>
                    <a:pt x="8550" y="1"/>
                    <a:pt x="8526" y="13"/>
                    <a:pt x="8502" y="36"/>
                  </a:cubicBezTo>
                  <a:lnTo>
                    <a:pt x="7549" y="1942"/>
                  </a:lnTo>
                  <a:cubicBezTo>
                    <a:pt x="7537" y="1977"/>
                    <a:pt x="7514" y="1995"/>
                    <a:pt x="7490" y="1995"/>
                  </a:cubicBezTo>
                  <a:cubicBezTo>
                    <a:pt x="7466" y="1995"/>
                    <a:pt x="7442" y="1977"/>
                    <a:pt x="7430" y="1942"/>
                  </a:cubicBezTo>
                  <a:lnTo>
                    <a:pt x="6906" y="1037"/>
                  </a:lnTo>
                  <a:cubicBezTo>
                    <a:pt x="6883" y="1001"/>
                    <a:pt x="6859" y="983"/>
                    <a:pt x="6838" y="983"/>
                  </a:cubicBezTo>
                  <a:cubicBezTo>
                    <a:pt x="6817" y="983"/>
                    <a:pt x="6799" y="1001"/>
                    <a:pt x="6787" y="1037"/>
                  </a:cubicBezTo>
                  <a:lnTo>
                    <a:pt x="5573" y="3466"/>
                  </a:lnTo>
                  <a:cubicBezTo>
                    <a:pt x="5525" y="3513"/>
                    <a:pt x="5501" y="3513"/>
                    <a:pt x="5477" y="3513"/>
                  </a:cubicBezTo>
                  <a:lnTo>
                    <a:pt x="4739" y="3204"/>
                  </a:lnTo>
                  <a:cubicBezTo>
                    <a:pt x="4725" y="3197"/>
                    <a:pt x="4713" y="3194"/>
                    <a:pt x="4703" y="3194"/>
                  </a:cubicBezTo>
                  <a:cubicBezTo>
                    <a:pt x="4678" y="3194"/>
                    <a:pt x="4661" y="3211"/>
                    <a:pt x="4644" y="3227"/>
                  </a:cubicBezTo>
                  <a:lnTo>
                    <a:pt x="3715" y="5180"/>
                  </a:lnTo>
                  <a:cubicBezTo>
                    <a:pt x="3715" y="5197"/>
                    <a:pt x="3691" y="5214"/>
                    <a:pt x="3661" y="5214"/>
                  </a:cubicBezTo>
                  <a:cubicBezTo>
                    <a:pt x="3648" y="5214"/>
                    <a:pt x="3634" y="5211"/>
                    <a:pt x="3620" y="5204"/>
                  </a:cubicBezTo>
                  <a:lnTo>
                    <a:pt x="2667" y="4728"/>
                  </a:lnTo>
                  <a:cubicBezTo>
                    <a:pt x="2644" y="4728"/>
                    <a:pt x="2620" y="4728"/>
                    <a:pt x="2596" y="4752"/>
                  </a:cubicBezTo>
                  <a:lnTo>
                    <a:pt x="1881" y="5776"/>
                  </a:lnTo>
                  <a:lnTo>
                    <a:pt x="596" y="4609"/>
                  </a:lnTo>
                  <a:cubicBezTo>
                    <a:pt x="589" y="4602"/>
                    <a:pt x="577" y="4599"/>
                    <a:pt x="565" y="4599"/>
                  </a:cubicBezTo>
                  <a:cubicBezTo>
                    <a:pt x="534" y="4599"/>
                    <a:pt x="493" y="4616"/>
                    <a:pt x="476" y="4633"/>
                  </a:cubicBezTo>
                  <a:lnTo>
                    <a:pt x="0" y="5657"/>
                  </a:lnTo>
                  <a:lnTo>
                    <a:pt x="0" y="5680"/>
                  </a:lnTo>
                  <a:lnTo>
                    <a:pt x="0" y="7562"/>
                  </a:lnTo>
                  <a:lnTo>
                    <a:pt x="9312" y="7562"/>
                  </a:lnTo>
                  <a:lnTo>
                    <a:pt x="9312" y="1441"/>
                  </a:lnTo>
                  <a:cubicBezTo>
                    <a:pt x="9312" y="1418"/>
                    <a:pt x="9312" y="1418"/>
                    <a:pt x="9288" y="1418"/>
                  </a:cubicBezTo>
                  <a:lnTo>
                    <a:pt x="8621" y="36"/>
                  </a:lnTo>
                  <a:cubicBezTo>
                    <a:pt x="8609" y="13"/>
                    <a:pt x="8591" y="1"/>
                    <a:pt x="8570"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98"/>
            <p:cNvSpPr/>
            <p:nvPr/>
          </p:nvSpPr>
          <p:spPr>
            <a:xfrm>
              <a:off x="6780286" y="4212629"/>
              <a:ext cx="277637" cy="196868"/>
            </a:xfrm>
            <a:custGeom>
              <a:rect b="b" l="l" r="r" t="t"/>
              <a:pathLst>
                <a:path extrusionOk="0" h="6603" w="9312">
                  <a:moveTo>
                    <a:pt x="8481" y="0"/>
                  </a:moveTo>
                  <a:cubicBezTo>
                    <a:pt x="8460" y="0"/>
                    <a:pt x="8442" y="18"/>
                    <a:pt x="8430" y="54"/>
                  </a:cubicBezTo>
                  <a:lnTo>
                    <a:pt x="7406" y="1983"/>
                  </a:lnTo>
                  <a:cubicBezTo>
                    <a:pt x="7395" y="2007"/>
                    <a:pt x="7371" y="2018"/>
                    <a:pt x="7347" y="2018"/>
                  </a:cubicBezTo>
                  <a:cubicBezTo>
                    <a:pt x="7323" y="2018"/>
                    <a:pt x="7299" y="2007"/>
                    <a:pt x="7287" y="1983"/>
                  </a:cubicBezTo>
                  <a:lnTo>
                    <a:pt x="6763" y="1173"/>
                  </a:lnTo>
                  <a:cubicBezTo>
                    <a:pt x="6740" y="1137"/>
                    <a:pt x="6716" y="1119"/>
                    <a:pt x="6695" y="1119"/>
                  </a:cubicBezTo>
                  <a:cubicBezTo>
                    <a:pt x="6674" y="1119"/>
                    <a:pt x="6656" y="1137"/>
                    <a:pt x="6644" y="1173"/>
                  </a:cubicBezTo>
                  <a:lnTo>
                    <a:pt x="5335" y="3840"/>
                  </a:lnTo>
                  <a:cubicBezTo>
                    <a:pt x="5287" y="3888"/>
                    <a:pt x="5263" y="3888"/>
                    <a:pt x="5239" y="3888"/>
                  </a:cubicBezTo>
                  <a:lnTo>
                    <a:pt x="4501" y="3578"/>
                  </a:lnTo>
                  <a:cubicBezTo>
                    <a:pt x="4488" y="3572"/>
                    <a:pt x="4477" y="3569"/>
                    <a:pt x="4467" y="3569"/>
                  </a:cubicBezTo>
                  <a:cubicBezTo>
                    <a:pt x="4441" y="3569"/>
                    <a:pt x="4423" y="3591"/>
                    <a:pt x="4406" y="3626"/>
                  </a:cubicBezTo>
                  <a:lnTo>
                    <a:pt x="3429" y="5460"/>
                  </a:lnTo>
                  <a:cubicBezTo>
                    <a:pt x="3429" y="5476"/>
                    <a:pt x="3395" y="5504"/>
                    <a:pt x="3367" y="5504"/>
                  </a:cubicBezTo>
                  <a:cubicBezTo>
                    <a:pt x="3354" y="5504"/>
                    <a:pt x="3342" y="5498"/>
                    <a:pt x="3334" y="5483"/>
                  </a:cubicBezTo>
                  <a:lnTo>
                    <a:pt x="2429" y="5055"/>
                  </a:lnTo>
                  <a:cubicBezTo>
                    <a:pt x="2429" y="5007"/>
                    <a:pt x="2405" y="5007"/>
                    <a:pt x="2382" y="5007"/>
                  </a:cubicBezTo>
                  <a:lnTo>
                    <a:pt x="2358" y="5055"/>
                  </a:lnTo>
                  <a:lnTo>
                    <a:pt x="1786" y="5769"/>
                  </a:lnTo>
                  <a:cubicBezTo>
                    <a:pt x="1786" y="5781"/>
                    <a:pt x="1768" y="5787"/>
                    <a:pt x="1748" y="5787"/>
                  </a:cubicBezTo>
                  <a:cubicBezTo>
                    <a:pt x="1727" y="5787"/>
                    <a:pt x="1703" y="5781"/>
                    <a:pt x="1691" y="5769"/>
                  </a:cubicBezTo>
                  <a:lnTo>
                    <a:pt x="572" y="4817"/>
                  </a:lnTo>
                  <a:cubicBezTo>
                    <a:pt x="557" y="4802"/>
                    <a:pt x="542" y="4796"/>
                    <a:pt x="528" y="4796"/>
                  </a:cubicBezTo>
                  <a:cubicBezTo>
                    <a:pt x="497" y="4796"/>
                    <a:pt x="469" y="4824"/>
                    <a:pt x="453" y="4840"/>
                  </a:cubicBezTo>
                  <a:lnTo>
                    <a:pt x="0" y="5602"/>
                  </a:lnTo>
                  <a:lnTo>
                    <a:pt x="0" y="6603"/>
                  </a:lnTo>
                  <a:lnTo>
                    <a:pt x="9312" y="6603"/>
                  </a:lnTo>
                  <a:lnTo>
                    <a:pt x="9312" y="1387"/>
                  </a:lnTo>
                  <a:lnTo>
                    <a:pt x="8550" y="54"/>
                  </a:lnTo>
                  <a:cubicBezTo>
                    <a:pt x="8526" y="18"/>
                    <a:pt x="8502" y="0"/>
                    <a:pt x="848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98"/>
            <p:cNvSpPr/>
            <p:nvPr/>
          </p:nvSpPr>
          <p:spPr>
            <a:xfrm>
              <a:off x="6780286" y="4238896"/>
              <a:ext cx="277637" cy="233094"/>
            </a:xfrm>
            <a:custGeom>
              <a:rect b="b" l="l" r="r" t="t"/>
              <a:pathLst>
                <a:path extrusionOk="0" h="7818" w="9312">
                  <a:moveTo>
                    <a:pt x="8538" y="0"/>
                  </a:moveTo>
                  <a:cubicBezTo>
                    <a:pt x="8514" y="0"/>
                    <a:pt x="8490" y="18"/>
                    <a:pt x="8478" y="54"/>
                  </a:cubicBezTo>
                  <a:lnTo>
                    <a:pt x="7526" y="1959"/>
                  </a:lnTo>
                  <a:cubicBezTo>
                    <a:pt x="7514" y="1995"/>
                    <a:pt x="7490" y="2013"/>
                    <a:pt x="7466" y="2013"/>
                  </a:cubicBezTo>
                  <a:cubicBezTo>
                    <a:pt x="7442" y="2013"/>
                    <a:pt x="7418" y="1995"/>
                    <a:pt x="7406" y="1959"/>
                  </a:cubicBezTo>
                  <a:lnTo>
                    <a:pt x="6859" y="1030"/>
                  </a:lnTo>
                  <a:cubicBezTo>
                    <a:pt x="6847" y="1006"/>
                    <a:pt x="6829" y="995"/>
                    <a:pt x="6808" y="995"/>
                  </a:cubicBezTo>
                  <a:cubicBezTo>
                    <a:pt x="6787" y="995"/>
                    <a:pt x="6763" y="1006"/>
                    <a:pt x="6740" y="1030"/>
                  </a:cubicBezTo>
                  <a:lnTo>
                    <a:pt x="5525" y="3483"/>
                  </a:lnTo>
                  <a:cubicBezTo>
                    <a:pt x="5501" y="3507"/>
                    <a:pt x="5477" y="3507"/>
                    <a:pt x="5454" y="3507"/>
                  </a:cubicBezTo>
                  <a:lnTo>
                    <a:pt x="4692" y="3221"/>
                  </a:lnTo>
                  <a:cubicBezTo>
                    <a:pt x="4684" y="3206"/>
                    <a:pt x="4677" y="3201"/>
                    <a:pt x="4669" y="3201"/>
                  </a:cubicBezTo>
                  <a:cubicBezTo>
                    <a:pt x="4653" y="3201"/>
                    <a:pt x="4637" y="3229"/>
                    <a:pt x="4620" y="3245"/>
                  </a:cubicBezTo>
                  <a:lnTo>
                    <a:pt x="3691" y="5174"/>
                  </a:lnTo>
                  <a:cubicBezTo>
                    <a:pt x="3691" y="5190"/>
                    <a:pt x="3657" y="5218"/>
                    <a:pt x="3628" y="5218"/>
                  </a:cubicBezTo>
                  <a:cubicBezTo>
                    <a:pt x="3615" y="5218"/>
                    <a:pt x="3604" y="5213"/>
                    <a:pt x="3596" y="5198"/>
                  </a:cubicBezTo>
                  <a:lnTo>
                    <a:pt x="2644" y="4721"/>
                  </a:lnTo>
                  <a:cubicBezTo>
                    <a:pt x="2620" y="4721"/>
                    <a:pt x="2596" y="4721"/>
                    <a:pt x="2548" y="4769"/>
                  </a:cubicBezTo>
                  <a:lnTo>
                    <a:pt x="1905" y="5722"/>
                  </a:lnTo>
                  <a:cubicBezTo>
                    <a:pt x="1905" y="5734"/>
                    <a:pt x="1887" y="5740"/>
                    <a:pt x="1867" y="5740"/>
                  </a:cubicBezTo>
                  <a:cubicBezTo>
                    <a:pt x="1846" y="5740"/>
                    <a:pt x="1822" y="5734"/>
                    <a:pt x="1810" y="5722"/>
                  </a:cubicBezTo>
                  <a:lnTo>
                    <a:pt x="596" y="4602"/>
                  </a:lnTo>
                  <a:cubicBezTo>
                    <a:pt x="589" y="4596"/>
                    <a:pt x="579" y="4593"/>
                    <a:pt x="568" y="4593"/>
                  </a:cubicBezTo>
                  <a:cubicBezTo>
                    <a:pt x="537" y="4593"/>
                    <a:pt x="494" y="4615"/>
                    <a:pt x="476" y="4650"/>
                  </a:cubicBezTo>
                  <a:lnTo>
                    <a:pt x="0" y="5650"/>
                  </a:lnTo>
                  <a:lnTo>
                    <a:pt x="0" y="7817"/>
                  </a:lnTo>
                  <a:lnTo>
                    <a:pt x="9312" y="7817"/>
                  </a:lnTo>
                  <a:lnTo>
                    <a:pt x="9312" y="1459"/>
                  </a:lnTo>
                  <a:lnTo>
                    <a:pt x="8597" y="54"/>
                  </a:lnTo>
                  <a:cubicBezTo>
                    <a:pt x="8585" y="18"/>
                    <a:pt x="8561" y="0"/>
                    <a:pt x="85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98"/>
            <p:cNvSpPr/>
            <p:nvPr/>
          </p:nvSpPr>
          <p:spPr>
            <a:xfrm>
              <a:off x="7028081" y="4240119"/>
              <a:ext cx="29129" cy="231871"/>
            </a:xfrm>
            <a:custGeom>
              <a:rect b="b" l="l" r="r" t="t"/>
              <a:pathLst>
                <a:path extrusionOk="0" h="7777" w="977">
                  <a:moveTo>
                    <a:pt x="227" y="1"/>
                  </a:moveTo>
                  <a:cubicBezTo>
                    <a:pt x="203" y="1"/>
                    <a:pt x="179" y="13"/>
                    <a:pt x="167" y="37"/>
                  </a:cubicBezTo>
                  <a:lnTo>
                    <a:pt x="0" y="394"/>
                  </a:lnTo>
                  <a:lnTo>
                    <a:pt x="477" y="1394"/>
                  </a:lnTo>
                  <a:cubicBezTo>
                    <a:pt x="501" y="1394"/>
                    <a:pt x="501" y="1418"/>
                    <a:pt x="501" y="1442"/>
                  </a:cubicBezTo>
                  <a:lnTo>
                    <a:pt x="501" y="7776"/>
                  </a:lnTo>
                  <a:lnTo>
                    <a:pt x="977" y="7776"/>
                  </a:lnTo>
                  <a:lnTo>
                    <a:pt x="977" y="1418"/>
                  </a:lnTo>
                  <a:lnTo>
                    <a:pt x="286" y="37"/>
                  </a:lnTo>
                  <a:cubicBezTo>
                    <a:pt x="274" y="13"/>
                    <a:pt x="250" y="1"/>
                    <a:pt x="22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98"/>
            <p:cNvSpPr/>
            <p:nvPr/>
          </p:nvSpPr>
          <p:spPr>
            <a:xfrm>
              <a:off x="6736249" y="4471963"/>
              <a:ext cx="343678" cy="24180"/>
            </a:xfrm>
            <a:custGeom>
              <a:rect b="b" l="l" r="r" t="t"/>
              <a:pathLst>
                <a:path extrusionOk="0" h="811" w="11527">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98"/>
            <p:cNvSpPr/>
            <p:nvPr/>
          </p:nvSpPr>
          <p:spPr>
            <a:xfrm>
              <a:off x="7062160" y="4471963"/>
              <a:ext cx="17770" cy="24180"/>
            </a:xfrm>
            <a:custGeom>
              <a:rect b="b" l="l" r="r" t="t"/>
              <a:pathLst>
                <a:path extrusionOk="0" h="811" w="596">
                  <a:moveTo>
                    <a:pt x="0" y="0"/>
                  </a:moveTo>
                  <a:cubicBezTo>
                    <a:pt x="72" y="0"/>
                    <a:pt x="120" y="72"/>
                    <a:pt x="120" y="119"/>
                  </a:cubicBezTo>
                  <a:lnTo>
                    <a:pt x="120" y="691"/>
                  </a:lnTo>
                  <a:cubicBezTo>
                    <a:pt x="120" y="739"/>
                    <a:pt x="72" y="810"/>
                    <a:pt x="0" y="810"/>
                  </a:cubicBezTo>
                  <a:lnTo>
                    <a:pt x="477" y="810"/>
                  </a:lnTo>
                  <a:cubicBezTo>
                    <a:pt x="548" y="810"/>
                    <a:pt x="596" y="762"/>
                    <a:pt x="596" y="691"/>
                  </a:cubicBezTo>
                  <a:lnTo>
                    <a:pt x="596" y="119"/>
                  </a:lnTo>
                  <a:cubicBezTo>
                    <a:pt x="596" y="72"/>
                    <a:pt x="548"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98"/>
            <p:cNvSpPr/>
            <p:nvPr/>
          </p:nvSpPr>
          <p:spPr>
            <a:xfrm>
              <a:off x="6884640" y="4175867"/>
              <a:ext cx="17800" cy="10674"/>
            </a:xfrm>
            <a:custGeom>
              <a:rect b="b" l="l" r="r" t="t"/>
              <a:pathLst>
                <a:path extrusionOk="0" h="358" w="597">
                  <a:moveTo>
                    <a:pt x="191" y="1"/>
                  </a:moveTo>
                  <a:cubicBezTo>
                    <a:pt x="96" y="1"/>
                    <a:pt x="1" y="48"/>
                    <a:pt x="1" y="144"/>
                  </a:cubicBezTo>
                  <a:cubicBezTo>
                    <a:pt x="1" y="263"/>
                    <a:pt x="72" y="358"/>
                    <a:pt x="191" y="358"/>
                  </a:cubicBezTo>
                  <a:lnTo>
                    <a:pt x="430" y="358"/>
                  </a:lnTo>
                  <a:cubicBezTo>
                    <a:pt x="525" y="358"/>
                    <a:pt x="596" y="287"/>
                    <a:pt x="596" y="215"/>
                  </a:cubicBezTo>
                  <a:cubicBezTo>
                    <a:pt x="596" y="96"/>
                    <a:pt x="549" y="1"/>
                    <a:pt x="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98"/>
            <p:cNvSpPr/>
            <p:nvPr/>
          </p:nvSpPr>
          <p:spPr>
            <a:xfrm>
              <a:off x="6856256" y="4175867"/>
              <a:ext cx="19201" cy="10674"/>
            </a:xfrm>
            <a:custGeom>
              <a:rect b="b" l="l" r="r" t="t"/>
              <a:pathLst>
                <a:path extrusionOk="0" h="358" w="644">
                  <a:moveTo>
                    <a:pt x="215" y="1"/>
                  </a:moveTo>
                  <a:cubicBezTo>
                    <a:pt x="119" y="1"/>
                    <a:pt x="48" y="48"/>
                    <a:pt x="48" y="144"/>
                  </a:cubicBezTo>
                  <a:cubicBezTo>
                    <a:pt x="0" y="263"/>
                    <a:pt x="96" y="358"/>
                    <a:pt x="215" y="358"/>
                  </a:cubicBezTo>
                  <a:lnTo>
                    <a:pt x="453" y="358"/>
                  </a:lnTo>
                  <a:cubicBezTo>
                    <a:pt x="548" y="358"/>
                    <a:pt x="643" y="287"/>
                    <a:pt x="643" y="215"/>
                  </a:cubicBezTo>
                  <a:cubicBezTo>
                    <a:pt x="643"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98"/>
            <p:cNvSpPr/>
            <p:nvPr/>
          </p:nvSpPr>
          <p:spPr>
            <a:xfrm>
              <a:off x="6994718" y="4175867"/>
              <a:ext cx="17770" cy="10674"/>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215"/>
                  </a:cubicBezTo>
                  <a:cubicBezTo>
                    <a:pt x="595"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98"/>
            <p:cNvSpPr/>
            <p:nvPr/>
          </p:nvSpPr>
          <p:spPr>
            <a:xfrm>
              <a:off x="6940037" y="4175867"/>
              <a:ext cx="17770" cy="10674"/>
            </a:xfrm>
            <a:custGeom>
              <a:rect b="b" l="l" r="r" t="t"/>
              <a:pathLst>
                <a:path extrusionOk="0" h="358" w="596">
                  <a:moveTo>
                    <a:pt x="167" y="1"/>
                  </a:moveTo>
                  <a:cubicBezTo>
                    <a:pt x="96" y="1"/>
                    <a:pt x="0" y="48"/>
                    <a:pt x="0" y="144"/>
                  </a:cubicBezTo>
                  <a:cubicBezTo>
                    <a:pt x="0"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98"/>
            <p:cNvSpPr/>
            <p:nvPr/>
          </p:nvSpPr>
          <p:spPr>
            <a:xfrm>
              <a:off x="6967735" y="4175867"/>
              <a:ext cx="17054" cy="10674"/>
            </a:xfrm>
            <a:custGeom>
              <a:rect b="b" l="l" r="r" t="t"/>
              <a:pathLst>
                <a:path extrusionOk="0" h="358" w="572">
                  <a:moveTo>
                    <a:pt x="167" y="1"/>
                  </a:moveTo>
                  <a:cubicBezTo>
                    <a:pt x="72" y="1"/>
                    <a:pt x="0" y="48"/>
                    <a:pt x="0" y="144"/>
                  </a:cubicBezTo>
                  <a:cubicBezTo>
                    <a:pt x="0" y="263"/>
                    <a:pt x="72" y="358"/>
                    <a:pt x="167" y="358"/>
                  </a:cubicBezTo>
                  <a:lnTo>
                    <a:pt x="405" y="358"/>
                  </a:lnTo>
                  <a:cubicBezTo>
                    <a:pt x="500" y="358"/>
                    <a:pt x="572" y="287"/>
                    <a:pt x="572" y="215"/>
                  </a:cubicBezTo>
                  <a:cubicBezTo>
                    <a:pt x="572"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98"/>
            <p:cNvSpPr/>
            <p:nvPr/>
          </p:nvSpPr>
          <p:spPr>
            <a:xfrm>
              <a:off x="6912338" y="4175867"/>
              <a:ext cx="17770" cy="10674"/>
            </a:xfrm>
            <a:custGeom>
              <a:rect b="b" l="l" r="r" t="t"/>
              <a:pathLst>
                <a:path extrusionOk="0" h="358" w="596">
                  <a:moveTo>
                    <a:pt x="191" y="1"/>
                  </a:moveTo>
                  <a:cubicBezTo>
                    <a:pt x="96" y="1"/>
                    <a:pt x="1" y="48"/>
                    <a:pt x="1" y="144"/>
                  </a:cubicBezTo>
                  <a:cubicBezTo>
                    <a:pt x="1" y="263"/>
                    <a:pt x="72" y="358"/>
                    <a:pt x="191" y="358"/>
                  </a:cubicBezTo>
                  <a:lnTo>
                    <a:pt x="429" y="358"/>
                  </a:lnTo>
                  <a:cubicBezTo>
                    <a:pt x="501" y="358"/>
                    <a:pt x="596" y="287"/>
                    <a:pt x="596" y="215"/>
                  </a:cubicBezTo>
                  <a:cubicBezTo>
                    <a:pt x="596" y="96"/>
                    <a:pt x="525"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98"/>
            <p:cNvSpPr/>
            <p:nvPr/>
          </p:nvSpPr>
          <p:spPr>
            <a:xfrm>
              <a:off x="6774591" y="4175867"/>
              <a:ext cx="17084" cy="10674"/>
            </a:xfrm>
            <a:custGeom>
              <a:rect b="b" l="l" r="r" t="t"/>
              <a:pathLst>
                <a:path extrusionOk="0" h="358" w="573">
                  <a:moveTo>
                    <a:pt x="191" y="1"/>
                  </a:moveTo>
                  <a:cubicBezTo>
                    <a:pt x="96" y="1"/>
                    <a:pt x="1" y="48"/>
                    <a:pt x="1" y="144"/>
                  </a:cubicBezTo>
                  <a:cubicBezTo>
                    <a:pt x="1" y="263"/>
                    <a:pt x="96" y="358"/>
                    <a:pt x="191" y="358"/>
                  </a:cubicBezTo>
                  <a:lnTo>
                    <a:pt x="405" y="358"/>
                  </a:lnTo>
                  <a:cubicBezTo>
                    <a:pt x="477" y="358"/>
                    <a:pt x="572" y="287"/>
                    <a:pt x="572" y="215"/>
                  </a:cubicBezTo>
                  <a:cubicBezTo>
                    <a:pt x="572" y="96"/>
                    <a:pt x="501"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98"/>
            <p:cNvSpPr/>
            <p:nvPr/>
          </p:nvSpPr>
          <p:spPr>
            <a:xfrm>
              <a:off x="6801574" y="4175867"/>
              <a:ext cx="17770" cy="10674"/>
            </a:xfrm>
            <a:custGeom>
              <a:rect b="b" l="l" r="r" t="t"/>
              <a:pathLst>
                <a:path extrusionOk="0" h="358" w="596">
                  <a:moveTo>
                    <a:pt x="167" y="1"/>
                  </a:moveTo>
                  <a:cubicBezTo>
                    <a:pt x="96" y="1"/>
                    <a:pt x="1" y="48"/>
                    <a:pt x="1" y="144"/>
                  </a:cubicBezTo>
                  <a:cubicBezTo>
                    <a:pt x="1"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98"/>
            <p:cNvSpPr/>
            <p:nvPr/>
          </p:nvSpPr>
          <p:spPr>
            <a:xfrm>
              <a:off x="6829273" y="4175867"/>
              <a:ext cx="18485" cy="10674"/>
            </a:xfrm>
            <a:custGeom>
              <a:rect b="b" l="l" r="r" t="t"/>
              <a:pathLst>
                <a:path extrusionOk="0" h="358" w="620">
                  <a:moveTo>
                    <a:pt x="191" y="1"/>
                  </a:moveTo>
                  <a:cubicBezTo>
                    <a:pt x="119" y="1"/>
                    <a:pt x="24" y="48"/>
                    <a:pt x="24" y="144"/>
                  </a:cubicBezTo>
                  <a:cubicBezTo>
                    <a:pt x="0" y="263"/>
                    <a:pt x="72" y="358"/>
                    <a:pt x="191" y="358"/>
                  </a:cubicBezTo>
                  <a:lnTo>
                    <a:pt x="429" y="358"/>
                  </a:lnTo>
                  <a:cubicBezTo>
                    <a:pt x="524" y="358"/>
                    <a:pt x="620" y="287"/>
                    <a:pt x="620" y="215"/>
                  </a:cubicBezTo>
                  <a:cubicBezTo>
                    <a:pt x="620"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98"/>
            <p:cNvSpPr/>
            <p:nvPr/>
          </p:nvSpPr>
          <p:spPr>
            <a:xfrm>
              <a:off x="6912338" y="4247602"/>
              <a:ext cx="17770" cy="10674"/>
            </a:xfrm>
            <a:custGeom>
              <a:rect b="b" l="l" r="r" t="t"/>
              <a:pathLst>
                <a:path extrusionOk="0" h="358" w="596">
                  <a:moveTo>
                    <a:pt x="191" y="0"/>
                  </a:moveTo>
                  <a:cubicBezTo>
                    <a:pt x="96" y="0"/>
                    <a:pt x="1" y="95"/>
                    <a:pt x="1" y="214"/>
                  </a:cubicBezTo>
                  <a:cubicBezTo>
                    <a:pt x="24" y="310"/>
                    <a:pt x="120" y="357"/>
                    <a:pt x="215" y="357"/>
                  </a:cubicBezTo>
                  <a:lnTo>
                    <a:pt x="429" y="357"/>
                  </a:lnTo>
                  <a:cubicBezTo>
                    <a:pt x="501" y="357"/>
                    <a:pt x="596" y="286"/>
                    <a:pt x="596" y="214"/>
                  </a:cubicBezTo>
                  <a:cubicBezTo>
                    <a:pt x="596" y="95"/>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98"/>
            <p:cNvSpPr/>
            <p:nvPr/>
          </p:nvSpPr>
          <p:spPr>
            <a:xfrm>
              <a:off x="6773876" y="4247602"/>
              <a:ext cx="17800" cy="10674"/>
            </a:xfrm>
            <a:custGeom>
              <a:rect b="b" l="l" r="r" t="t"/>
              <a:pathLst>
                <a:path extrusionOk="0" h="358" w="597">
                  <a:moveTo>
                    <a:pt x="191" y="0"/>
                  </a:moveTo>
                  <a:cubicBezTo>
                    <a:pt x="96" y="0"/>
                    <a:pt x="1" y="95"/>
                    <a:pt x="1" y="214"/>
                  </a:cubicBezTo>
                  <a:cubicBezTo>
                    <a:pt x="72" y="310"/>
                    <a:pt x="120" y="357"/>
                    <a:pt x="215" y="357"/>
                  </a:cubicBezTo>
                  <a:lnTo>
                    <a:pt x="429" y="357"/>
                  </a:lnTo>
                  <a:cubicBezTo>
                    <a:pt x="501" y="357"/>
                    <a:pt x="596" y="286"/>
                    <a:pt x="596" y="214"/>
                  </a:cubicBezTo>
                  <a:cubicBezTo>
                    <a:pt x="596" y="95"/>
                    <a:pt x="525"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98"/>
            <p:cNvSpPr/>
            <p:nvPr/>
          </p:nvSpPr>
          <p:spPr>
            <a:xfrm>
              <a:off x="6829988" y="4247602"/>
              <a:ext cx="17770" cy="10674"/>
            </a:xfrm>
            <a:custGeom>
              <a:rect b="b" l="l" r="r" t="t"/>
              <a:pathLst>
                <a:path extrusionOk="0" h="358" w="596">
                  <a:moveTo>
                    <a:pt x="167" y="0"/>
                  </a:moveTo>
                  <a:cubicBezTo>
                    <a:pt x="95" y="0"/>
                    <a:pt x="0" y="95"/>
                    <a:pt x="0" y="214"/>
                  </a:cubicBezTo>
                  <a:cubicBezTo>
                    <a:pt x="24" y="310"/>
                    <a:pt x="119" y="357"/>
                    <a:pt x="214" y="357"/>
                  </a:cubicBezTo>
                  <a:lnTo>
                    <a:pt x="405" y="357"/>
                  </a:lnTo>
                  <a:cubicBezTo>
                    <a:pt x="500" y="357"/>
                    <a:pt x="596" y="286"/>
                    <a:pt x="596" y="214"/>
                  </a:cubicBezTo>
                  <a:cubicBezTo>
                    <a:pt x="596"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98"/>
            <p:cNvSpPr/>
            <p:nvPr/>
          </p:nvSpPr>
          <p:spPr>
            <a:xfrm>
              <a:off x="6857657" y="4247602"/>
              <a:ext cx="17800" cy="10674"/>
            </a:xfrm>
            <a:custGeom>
              <a:rect b="b" l="l" r="r" t="t"/>
              <a:pathLst>
                <a:path extrusionOk="0" h="358" w="597">
                  <a:moveTo>
                    <a:pt x="168" y="0"/>
                  </a:moveTo>
                  <a:cubicBezTo>
                    <a:pt x="72" y="0"/>
                    <a:pt x="1" y="95"/>
                    <a:pt x="1" y="214"/>
                  </a:cubicBezTo>
                  <a:cubicBezTo>
                    <a:pt x="25" y="310"/>
                    <a:pt x="120" y="357"/>
                    <a:pt x="191" y="357"/>
                  </a:cubicBezTo>
                  <a:lnTo>
                    <a:pt x="406" y="357"/>
                  </a:lnTo>
                  <a:cubicBezTo>
                    <a:pt x="501" y="357"/>
                    <a:pt x="596" y="286"/>
                    <a:pt x="596" y="214"/>
                  </a:cubicBezTo>
                  <a:cubicBezTo>
                    <a:pt x="596" y="95"/>
                    <a:pt x="525" y="0"/>
                    <a:pt x="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98"/>
            <p:cNvSpPr/>
            <p:nvPr/>
          </p:nvSpPr>
          <p:spPr>
            <a:xfrm>
              <a:off x="6801574" y="4247602"/>
              <a:ext cx="17770" cy="10674"/>
            </a:xfrm>
            <a:custGeom>
              <a:rect b="b" l="l" r="r" t="t"/>
              <a:pathLst>
                <a:path extrusionOk="0" h="358" w="596">
                  <a:moveTo>
                    <a:pt x="167" y="0"/>
                  </a:moveTo>
                  <a:cubicBezTo>
                    <a:pt x="96" y="0"/>
                    <a:pt x="1" y="95"/>
                    <a:pt x="1" y="214"/>
                  </a:cubicBezTo>
                  <a:cubicBezTo>
                    <a:pt x="48" y="310"/>
                    <a:pt x="120" y="357"/>
                    <a:pt x="215" y="357"/>
                  </a:cubicBezTo>
                  <a:lnTo>
                    <a:pt x="405" y="357"/>
                  </a:lnTo>
                  <a:cubicBezTo>
                    <a:pt x="501" y="357"/>
                    <a:pt x="596" y="286"/>
                    <a:pt x="596" y="214"/>
                  </a:cubicBezTo>
                  <a:cubicBezTo>
                    <a:pt x="596"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98"/>
            <p:cNvSpPr/>
            <p:nvPr/>
          </p:nvSpPr>
          <p:spPr>
            <a:xfrm>
              <a:off x="6884640" y="4247602"/>
              <a:ext cx="17800" cy="10674"/>
            </a:xfrm>
            <a:custGeom>
              <a:rect b="b" l="l" r="r" t="t"/>
              <a:pathLst>
                <a:path extrusionOk="0" h="358" w="597">
                  <a:moveTo>
                    <a:pt x="191" y="0"/>
                  </a:moveTo>
                  <a:cubicBezTo>
                    <a:pt x="96" y="0"/>
                    <a:pt x="1" y="95"/>
                    <a:pt x="1" y="214"/>
                  </a:cubicBezTo>
                  <a:cubicBezTo>
                    <a:pt x="49" y="310"/>
                    <a:pt x="120" y="357"/>
                    <a:pt x="215" y="357"/>
                  </a:cubicBezTo>
                  <a:lnTo>
                    <a:pt x="430" y="357"/>
                  </a:lnTo>
                  <a:cubicBezTo>
                    <a:pt x="525" y="357"/>
                    <a:pt x="596" y="286"/>
                    <a:pt x="596" y="214"/>
                  </a:cubicBezTo>
                  <a:cubicBezTo>
                    <a:pt x="596" y="95"/>
                    <a:pt x="549"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98"/>
            <p:cNvSpPr/>
            <p:nvPr/>
          </p:nvSpPr>
          <p:spPr>
            <a:xfrm>
              <a:off x="6732701" y="4148198"/>
              <a:ext cx="354321" cy="354321"/>
            </a:xfrm>
            <a:custGeom>
              <a:rect b="b" l="l" r="r" t="t"/>
              <a:pathLst>
                <a:path extrusionOk="0" h="11884" w="11884">
                  <a:moveTo>
                    <a:pt x="10169" y="1524"/>
                  </a:moveTo>
                  <a:lnTo>
                    <a:pt x="10741" y="2691"/>
                  </a:lnTo>
                  <a:lnTo>
                    <a:pt x="10741" y="3715"/>
                  </a:lnTo>
                  <a:lnTo>
                    <a:pt x="10384" y="3001"/>
                  </a:lnTo>
                  <a:cubicBezTo>
                    <a:pt x="10336" y="2929"/>
                    <a:pt x="10265" y="2858"/>
                    <a:pt x="10169" y="2858"/>
                  </a:cubicBezTo>
                  <a:cubicBezTo>
                    <a:pt x="10074" y="2858"/>
                    <a:pt x="9979" y="2929"/>
                    <a:pt x="9955" y="2977"/>
                  </a:cubicBezTo>
                  <a:lnTo>
                    <a:pt x="9074" y="4715"/>
                  </a:lnTo>
                  <a:lnTo>
                    <a:pt x="8621" y="3953"/>
                  </a:lnTo>
                  <a:cubicBezTo>
                    <a:pt x="8550" y="3882"/>
                    <a:pt x="8502" y="3834"/>
                    <a:pt x="8407" y="3834"/>
                  </a:cubicBezTo>
                  <a:cubicBezTo>
                    <a:pt x="8312" y="3834"/>
                    <a:pt x="8240" y="3906"/>
                    <a:pt x="8193" y="4001"/>
                  </a:cubicBezTo>
                  <a:lnTo>
                    <a:pt x="7050" y="6382"/>
                  </a:lnTo>
                  <a:lnTo>
                    <a:pt x="6383" y="6096"/>
                  </a:lnTo>
                  <a:cubicBezTo>
                    <a:pt x="6352" y="6084"/>
                    <a:pt x="6320" y="6078"/>
                    <a:pt x="6288" y="6078"/>
                  </a:cubicBezTo>
                  <a:cubicBezTo>
                    <a:pt x="6198" y="6078"/>
                    <a:pt x="6115" y="6127"/>
                    <a:pt x="6097" y="6216"/>
                  </a:cubicBezTo>
                  <a:lnTo>
                    <a:pt x="5216" y="8073"/>
                  </a:lnTo>
                  <a:lnTo>
                    <a:pt x="4359" y="7621"/>
                  </a:lnTo>
                  <a:cubicBezTo>
                    <a:pt x="4321" y="7606"/>
                    <a:pt x="4283" y="7598"/>
                    <a:pt x="4248" y="7598"/>
                  </a:cubicBezTo>
                  <a:cubicBezTo>
                    <a:pt x="4171" y="7598"/>
                    <a:pt x="4105" y="7635"/>
                    <a:pt x="4073" y="7716"/>
                  </a:cubicBezTo>
                  <a:lnTo>
                    <a:pt x="3477" y="8549"/>
                  </a:lnTo>
                  <a:lnTo>
                    <a:pt x="2334" y="7502"/>
                  </a:lnTo>
                  <a:cubicBezTo>
                    <a:pt x="2287" y="7430"/>
                    <a:pt x="2192" y="7430"/>
                    <a:pt x="2120" y="7430"/>
                  </a:cubicBezTo>
                  <a:cubicBezTo>
                    <a:pt x="2049" y="7430"/>
                    <a:pt x="1977" y="7502"/>
                    <a:pt x="1953" y="7597"/>
                  </a:cubicBezTo>
                  <a:lnTo>
                    <a:pt x="1810" y="7906"/>
                  </a:lnTo>
                  <a:lnTo>
                    <a:pt x="1763" y="6906"/>
                  </a:lnTo>
                  <a:lnTo>
                    <a:pt x="2192" y="6049"/>
                  </a:lnTo>
                  <a:lnTo>
                    <a:pt x="3382" y="7121"/>
                  </a:lnTo>
                  <a:cubicBezTo>
                    <a:pt x="3406" y="7144"/>
                    <a:pt x="3406" y="7144"/>
                    <a:pt x="3430" y="7144"/>
                  </a:cubicBezTo>
                  <a:cubicBezTo>
                    <a:pt x="3455" y="7151"/>
                    <a:pt x="3479" y="7154"/>
                    <a:pt x="3501" y="7154"/>
                  </a:cubicBezTo>
                  <a:cubicBezTo>
                    <a:pt x="3562" y="7154"/>
                    <a:pt x="3609" y="7132"/>
                    <a:pt x="3644" y="7097"/>
                  </a:cubicBezTo>
                  <a:lnTo>
                    <a:pt x="4311" y="6168"/>
                  </a:lnTo>
                  <a:lnTo>
                    <a:pt x="5168" y="6620"/>
                  </a:lnTo>
                  <a:cubicBezTo>
                    <a:pt x="5192" y="6632"/>
                    <a:pt x="5222" y="6638"/>
                    <a:pt x="5252" y="6638"/>
                  </a:cubicBezTo>
                  <a:cubicBezTo>
                    <a:pt x="5281" y="6638"/>
                    <a:pt x="5311" y="6632"/>
                    <a:pt x="5335" y="6620"/>
                  </a:cubicBezTo>
                  <a:cubicBezTo>
                    <a:pt x="5406" y="6573"/>
                    <a:pt x="5454" y="6549"/>
                    <a:pt x="5502" y="6501"/>
                  </a:cubicBezTo>
                  <a:lnTo>
                    <a:pt x="6359" y="4644"/>
                  </a:lnTo>
                  <a:lnTo>
                    <a:pt x="7002" y="4906"/>
                  </a:lnTo>
                  <a:cubicBezTo>
                    <a:pt x="7035" y="4925"/>
                    <a:pt x="7071" y="4934"/>
                    <a:pt x="7107" y="4934"/>
                  </a:cubicBezTo>
                  <a:cubicBezTo>
                    <a:pt x="7202" y="4934"/>
                    <a:pt x="7294" y="4873"/>
                    <a:pt x="7312" y="4787"/>
                  </a:cubicBezTo>
                  <a:lnTo>
                    <a:pt x="8431" y="2501"/>
                  </a:lnTo>
                  <a:lnTo>
                    <a:pt x="8883" y="3239"/>
                  </a:lnTo>
                  <a:cubicBezTo>
                    <a:pt x="8955" y="3334"/>
                    <a:pt x="9002" y="3358"/>
                    <a:pt x="9098" y="3358"/>
                  </a:cubicBezTo>
                  <a:cubicBezTo>
                    <a:pt x="9193" y="3358"/>
                    <a:pt x="9264" y="3310"/>
                    <a:pt x="9312" y="3239"/>
                  </a:cubicBezTo>
                  <a:lnTo>
                    <a:pt x="10169" y="1524"/>
                  </a:lnTo>
                  <a:close/>
                  <a:moveTo>
                    <a:pt x="10146" y="3334"/>
                  </a:moveTo>
                  <a:lnTo>
                    <a:pt x="10693" y="4501"/>
                  </a:lnTo>
                  <a:lnTo>
                    <a:pt x="10693" y="10669"/>
                  </a:lnTo>
                  <a:lnTo>
                    <a:pt x="1739" y="10669"/>
                  </a:lnTo>
                  <a:lnTo>
                    <a:pt x="1739" y="8716"/>
                  </a:lnTo>
                  <a:lnTo>
                    <a:pt x="1763" y="8716"/>
                  </a:lnTo>
                  <a:lnTo>
                    <a:pt x="2192" y="7859"/>
                  </a:lnTo>
                  <a:lnTo>
                    <a:pt x="3311" y="8883"/>
                  </a:lnTo>
                  <a:cubicBezTo>
                    <a:pt x="3382" y="8930"/>
                    <a:pt x="3430" y="8930"/>
                    <a:pt x="3501" y="8930"/>
                  </a:cubicBezTo>
                  <a:cubicBezTo>
                    <a:pt x="3549" y="8930"/>
                    <a:pt x="3620" y="8883"/>
                    <a:pt x="3668" y="8835"/>
                  </a:cubicBezTo>
                  <a:lnTo>
                    <a:pt x="4263" y="7978"/>
                  </a:lnTo>
                  <a:lnTo>
                    <a:pt x="5145" y="8430"/>
                  </a:lnTo>
                  <a:cubicBezTo>
                    <a:pt x="5168" y="8442"/>
                    <a:pt x="5198" y="8448"/>
                    <a:pt x="5228" y="8448"/>
                  </a:cubicBezTo>
                  <a:cubicBezTo>
                    <a:pt x="5258" y="8448"/>
                    <a:pt x="5287" y="8442"/>
                    <a:pt x="5311" y="8430"/>
                  </a:cubicBezTo>
                  <a:cubicBezTo>
                    <a:pt x="5383" y="8406"/>
                    <a:pt x="5430" y="8359"/>
                    <a:pt x="5454" y="8311"/>
                  </a:cubicBezTo>
                  <a:lnTo>
                    <a:pt x="6335" y="6454"/>
                  </a:lnTo>
                  <a:lnTo>
                    <a:pt x="6978" y="6739"/>
                  </a:lnTo>
                  <a:cubicBezTo>
                    <a:pt x="7009" y="6752"/>
                    <a:pt x="7041" y="6758"/>
                    <a:pt x="7073" y="6758"/>
                  </a:cubicBezTo>
                  <a:cubicBezTo>
                    <a:pt x="7165" y="6758"/>
                    <a:pt x="7252" y="6709"/>
                    <a:pt x="7288" y="6620"/>
                  </a:cubicBezTo>
                  <a:lnTo>
                    <a:pt x="8407" y="4310"/>
                  </a:lnTo>
                  <a:lnTo>
                    <a:pt x="8860" y="5072"/>
                  </a:lnTo>
                  <a:cubicBezTo>
                    <a:pt x="8907" y="5144"/>
                    <a:pt x="8979" y="5192"/>
                    <a:pt x="9074" y="5192"/>
                  </a:cubicBezTo>
                  <a:cubicBezTo>
                    <a:pt x="9145" y="5192"/>
                    <a:pt x="9241" y="5120"/>
                    <a:pt x="9264" y="5072"/>
                  </a:cubicBezTo>
                  <a:lnTo>
                    <a:pt x="10146" y="3334"/>
                  </a:lnTo>
                  <a:close/>
                  <a:moveTo>
                    <a:pt x="11479" y="11026"/>
                  </a:moveTo>
                  <a:lnTo>
                    <a:pt x="11479" y="11502"/>
                  </a:lnTo>
                  <a:lnTo>
                    <a:pt x="310" y="11502"/>
                  </a:lnTo>
                  <a:lnTo>
                    <a:pt x="310" y="11026"/>
                  </a:lnTo>
                  <a:close/>
                  <a:moveTo>
                    <a:pt x="929" y="0"/>
                  </a:moveTo>
                  <a:cubicBezTo>
                    <a:pt x="810" y="0"/>
                    <a:pt x="715" y="48"/>
                    <a:pt x="715" y="167"/>
                  </a:cubicBezTo>
                  <a:lnTo>
                    <a:pt x="715" y="976"/>
                  </a:lnTo>
                  <a:lnTo>
                    <a:pt x="524" y="976"/>
                  </a:lnTo>
                  <a:cubicBezTo>
                    <a:pt x="429" y="976"/>
                    <a:pt x="334" y="1048"/>
                    <a:pt x="334" y="1119"/>
                  </a:cubicBezTo>
                  <a:cubicBezTo>
                    <a:pt x="334" y="1238"/>
                    <a:pt x="405" y="1334"/>
                    <a:pt x="524" y="1334"/>
                  </a:cubicBezTo>
                  <a:lnTo>
                    <a:pt x="715" y="1334"/>
                  </a:lnTo>
                  <a:lnTo>
                    <a:pt x="715" y="2239"/>
                  </a:lnTo>
                  <a:lnTo>
                    <a:pt x="524" y="2239"/>
                  </a:lnTo>
                  <a:cubicBezTo>
                    <a:pt x="429" y="2239"/>
                    <a:pt x="334" y="2286"/>
                    <a:pt x="334" y="2381"/>
                  </a:cubicBezTo>
                  <a:cubicBezTo>
                    <a:pt x="334" y="2501"/>
                    <a:pt x="405" y="2596"/>
                    <a:pt x="524" y="2596"/>
                  </a:cubicBezTo>
                  <a:lnTo>
                    <a:pt x="715" y="2596"/>
                  </a:lnTo>
                  <a:lnTo>
                    <a:pt x="715" y="3477"/>
                  </a:lnTo>
                  <a:lnTo>
                    <a:pt x="524" y="3477"/>
                  </a:lnTo>
                  <a:cubicBezTo>
                    <a:pt x="429" y="3477"/>
                    <a:pt x="334" y="3548"/>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7"/>
                  </a:lnTo>
                  <a:lnTo>
                    <a:pt x="524" y="5977"/>
                  </a:lnTo>
                  <a:cubicBezTo>
                    <a:pt x="429" y="5977"/>
                    <a:pt x="334" y="6049"/>
                    <a:pt x="334" y="6144"/>
                  </a:cubicBezTo>
                  <a:cubicBezTo>
                    <a:pt x="334" y="6263"/>
                    <a:pt x="405" y="6335"/>
                    <a:pt x="524" y="6335"/>
                  </a:cubicBezTo>
                  <a:lnTo>
                    <a:pt x="715" y="6335"/>
                  </a:lnTo>
                  <a:lnTo>
                    <a:pt x="715" y="7240"/>
                  </a:lnTo>
                  <a:lnTo>
                    <a:pt x="524" y="7240"/>
                  </a:lnTo>
                  <a:cubicBezTo>
                    <a:pt x="429" y="7240"/>
                    <a:pt x="334" y="7287"/>
                    <a:pt x="334" y="7382"/>
                  </a:cubicBezTo>
                  <a:cubicBezTo>
                    <a:pt x="334" y="7502"/>
                    <a:pt x="405" y="7597"/>
                    <a:pt x="524" y="7597"/>
                  </a:cubicBezTo>
                  <a:lnTo>
                    <a:pt x="715" y="7597"/>
                  </a:lnTo>
                  <a:lnTo>
                    <a:pt x="715" y="8478"/>
                  </a:lnTo>
                  <a:lnTo>
                    <a:pt x="524" y="8478"/>
                  </a:lnTo>
                  <a:cubicBezTo>
                    <a:pt x="429" y="8478"/>
                    <a:pt x="334" y="8549"/>
                    <a:pt x="334" y="8645"/>
                  </a:cubicBezTo>
                  <a:cubicBezTo>
                    <a:pt x="334" y="8764"/>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6"/>
                  </a:lnTo>
                  <a:lnTo>
                    <a:pt x="310" y="10716"/>
                  </a:lnTo>
                  <a:cubicBezTo>
                    <a:pt x="167" y="10716"/>
                    <a:pt x="1" y="10836"/>
                    <a:pt x="1" y="11026"/>
                  </a:cubicBezTo>
                  <a:lnTo>
                    <a:pt x="1" y="11574"/>
                  </a:lnTo>
                  <a:cubicBezTo>
                    <a:pt x="1" y="11740"/>
                    <a:pt x="120" y="11883"/>
                    <a:pt x="310" y="11883"/>
                  </a:cubicBezTo>
                  <a:lnTo>
                    <a:pt x="11598" y="11883"/>
                  </a:lnTo>
                  <a:cubicBezTo>
                    <a:pt x="11741" y="11883"/>
                    <a:pt x="11884" y="11764"/>
                    <a:pt x="11884" y="11574"/>
                  </a:cubicBezTo>
                  <a:lnTo>
                    <a:pt x="11884" y="11026"/>
                  </a:lnTo>
                  <a:cubicBezTo>
                    <a:pt x="11836" y="10812"/>
                    <a:pt x="11717" y="10693"/>
                    <a:pt x="11527" y="10693"/>
                  </a:cubicBezTo>
                  <a:lnTo>
                    <a:pt x="11050" y="10693"/>
                  </a:lnTo>
                  <a:lnTo>
                    <a:pt x="11050" y="4501"/>
                  </a:lnTo>
                  <a:lnTo>
                    <a:pt x="11050" y="2691"/>
                  </a:lnTo>
                  <a:cubicBezTo>
                    <a:pt x="11050" y="2643"/>
                    <a:pt x="11050" y="2620"/>
                    <a:pt x="11027" y="2572"/>
                  </a:cubicBezTo>
                  <a:lnTo>
                    <a:pt x="10384" y="1191"/>
                  </a:lnTo>
                  <a:cubicBezTo>
                    <a:pt x="10336" y="1095"/>
                    <a:pt x="10265" y="1048"/>
                    <a:pt x="10169" y="1048"/>
                  </a:cubicBezTo>
                  <a:cubicBezTo>
                    <a:pt x="10169" y="1048"/>
                    <a:pt x="9979" y="1095"/>
                    <a:pt x="9955" y="1191"/>
                  </a:cubicBezTo>
                  <a:lnTo>
                    <a:pt x="9098" y="2929"/>
                  </a:lnTo>
                  <a:lnTo>
                    <a:pt x="8645" y="2167"/>
                  </a:lnTo>
                  <a:cubicBezTo>
                    <a:pt x="8598" y="2096"/>
                    <a:pt x="8526" y="2048"/>
                    <a:pt x="8431" y="2048"/>
                  </a:cubicBezTo>
                  <a:cubicBezTo>
                    <a:pt x="8359" y="2048"/>
                    <a:pt x="8264" y="2119"/>
                    <a:pt x="8240" y="2215"/>
                  </a:cubicBezTo>
                  <a:lnTo>
                    <a:pt x="7073" y="4596"/>
                  </a:lnTo>
                  <a:lnTo>
                    <a:pt x="6407" y="4310"/>
                  </a:lnTo>
                  <a:cubicBezTo>
                    <a:pt x="6376" y="4298"/>
                    <a:pt x="6344" y="4292"/>
                    <a:pt x="6312" y="4292"/>
                  </a:cubicBezTo>
                  <a:cubicBezTo>
                    <a:pt x="6222" y="4292"/>
                    <a:pt x="6139" y="4341"/>
                    <a:pt x="6121" y="4429"/>
                  </a:cubicBezTo>
                  <a:lnTo>
                    <a:pt x="5240" y="6287"/>
                  </a:lnTo>
                  <a:lnTo>
                    <a:pt x="4382" y="5835"/>
                  </a:lnTo>
                  <a:cubicBezTo>
                    <a:pt x="4345" y="5819"/>
                    <a:pt x="4307" y="5812"/>
                    <a:pt x="4272" y="5812"/>
                  </a:cubicBezTo>
                  <a:cubicBezTo>
                    <a:pt x="4195" y="5812"/>
                    <a:pt x="4129" y="5848"/>
                    <a:pt x="4097" y="5930"/>
                  </a:cubicBezTo>
                  <a:lnTo>
                    <a:pt x="3501" y="6763"/>
                  </a:lnTo>
                  <a:lnTo>
                    <a:pt x="2358" y="5715"/>
                  </a:lnTo>
                  <a:cubicBezTo>
                    <a:pt x="2311" y="5644"/>
                    <a:pt x="2215" y="5644"/>
                    <a:pt x="2144" y="5644"/>
                  </a:cubicBezTo>
                  <a:cubicBezTo>
                    <a:pt x="2072" y="5644"/>
                    <a:pt x="2001" y="5715"/>
                    <a:pt x="1977" y="5763"/>
                  </a:cubicBezTo>
                  <a:lnTo>
                    <a:pt x="1501" y="6787"/>
                  </a:lnTo>
                  <a:cubicBezTo>
                    <a:pt x="1477" y="6811"/>
                    <a:pt x="1477" y="6835"/>
                    <a:pt x="1501" y="6906"/>
                  </a:cubicBezTo>
                  <a:lnTo>
                    <a:pt x="1501" y="10716"/>
                  </a:lnTo>
                  <a:lnTo>
                    <a:pt x="1072" y="10716"/>
                  </a:lnTo>
                  <a:lnTo>
                    <a:pt x="1072" y="167"/>
                  </a:lnTo>
                  <a:cubicBezTo>
                    <a:pt x="1072" y="95"/>
                    <a:pt x="1025"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7" name="Google Shape;22997;p98"/>
          <p:cNvGrpSpPr/>
          <p:nvPr/>
        </p:nvGrpSpPr>
        <p:grpSpPr>
          <a:xfrm>
            <a:off x="7734039" y="3997199"/>
            <a:ext cx="357184" cy="352205"/>
            <a:chOff x="7391135" y="4149599"/>
            <a:chExt cx="357184" cy="352205"/>
          </a:xfrm>
        </p:grpSpPr>
        <p:sp>
          <p:nvSpPr>
            <p:cNvPr id="22998" name="Google Shape;22998;p98"/>
            <p:cNvSpPr/>
            <p:nvPr/>
          </p:nvSpPr>
          <p:spPr>
            <a:xfrm>
              <a:off x="7497635" y="4251836"/>
              <a:ext cx="144156" cy="144185"/>
            </a:xfrm>
            <a:custGeom>
              <a:rect b="b" l="l" r="r" t="t"/>
              <a:pathLst>
                <a:path extrusionOk="0" h="4836" w="4835">
                  <a:moveTo>
                    <a:pt x="2430" y="1"/>
                  </a:moveTo>
                  <a:cubicBezTo>
                    <a:pt x="1096" y="1"/>
                    <a:pt x="1" y="1096"/>
                    <a:pt x="1" y="2430"/>
                  </a:cubicBezTo>
                  <a:cubicBezTo>
                    <a:pt x="1" y="3740"/>
                    <a:pt x="1096" y="4835"/>
                    <a:pt x="2430" y="4835"/>
                  </a:cubicBezTo>
                  <a:cubicBezTo>
                    <a:pt x="3763" y="4835"/>
                    <a:pt x="4835" y="3740"/>
                    <a:pt x="4835" y="2430"/>
                  </a:cubicBezTo>
                  <a:cubicBezTo>
                    <a:pt x="4835" y="1096"/>
                    <a:pt x="3763" y="1"/>
                    <a:pt x="2430"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98"/>
            <p:cNvSpPr/>
            <p:nvPr/>
          </p:nvSpPr>
          <p:spPr>
            <a:xfrm>
              <a:off x="7533861" y="4256815"/>
              <a:ext cx="107930" cy="139206"/>
            </a:xfrm>
            <a:custGeom>
              <a:rect b="b" l="l" r="r" t="t"/>
              <a:pathLst>
                <a:path extrusionOk="0" h="4669" w="3620">
                  <a:moveTo>
                    <a:pt x="1977" y="1"/>
                  </a:moveTo>
                  <a:cubicBezTo>
                    <a:pt x="2667" y="405"/>
                    <a:pt x="3144" y="1191"/>
                    <a:pt x="3144" y="2049"/>
                  </a:cubicBezTo>
                  <a:cubicBezTo>
                    <a:pt x="3144" y="3382"/>
                    <a:pt x="2072" y="4454"/>
                    <a:pt x="738" y="4454"/>
                  </a:cubicBezTo>
                  <a:cubicBezTo>
                    <a:pt x="476" y="4454"/>
                    <a:pt x="238" y="4430"/>
                    <a:pt x="0" y="4335"/>
                  </a:cubicBezTo>
                  <a:lnTo>
                    <a:pt x="0" y="4335"/>
                  </a:lnTo>
                  <a:cubicBezTo>
                    <a:pt x="357" y="4549"/>
                    <a:pt x="762" y="4668"/>
                    <a:pt x="1215" y="4668"/>
                  </a:cubicBezTo>
                  <a:cubicBezTo>
                    <a:pt x="2548" y="4668"/>
                    <a:pt x="3620" y="3597"/>
                    <a:pt x="3620" y="2263"/>
                  </a:cubicBezTo>
                  <a:cubicBezTo>
                    <a:pt x="3620" y="1191"/>
                    <a:pt x="2929" y="286"/>
                    <a:pt x="19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98"/>
            <p:cNvSpPr/>
            <p:nvPr/>
          </p:nvSpPr>
          <p:spPr>
            <a:xfrm>
              <a:off x="7397515" y="4165938"/>
              <a:ext cx="172569" cy="200416"/>
            </a:xfrm>
            <a:custGeom>
              <a:rect b="b" l="l" r="r" t="t"/>
              <a:pathLst>
                <a:path extrusionOk="0" h="6722" w="5788">
                  <a:moveTo>
                    <a:pt x="5788" y="0"/>
                  </a:moveTo>
                  <a:cubicBezTo>
                    <a:pt x="3049" y="0"/>
                    <a:pt x="787" y="2120"/>
                    <a:pt x="596" y="4835"/>
                  </a:cubicBezTo>
                  <a:lnTo>
                    <a:pt x="191" y="4811"/>
                  </a:lnTo>
                  <a:cubicBezTo>
                    <a:pt x="72" y="4811"/>
                    <a:pt x="1" y="4954"/>
                    <a:pt x="72" y="5025"/>
                  </a:cubicBezTo>
                  <a:lnTo>
                    <a:pt x="1239" y="6668"/>
                  </a:lnTo>
                  <a:cubicBezTo>
                    <a:pt x="1263" y="6704"/>
                    <a:pt x="1299" y="6722"/>
                    <a:pt x="1334" y="6722"/>
                  </a:cubicBezTo>
                  <a:cubicBezTo>
                    <a:pt x="1370" y="6722"/>
                    <a:pt x="1406" y="6704"/>
                    <a:pt x="1430" y="6668"/>
                  </a:cubicBezTo>
                  <a:lnTo>
                    <a:pt x="2597" y="5025"/>
                  </a:lnTo>
                  <a:cubicBezTo>
                    <a:pt x="2668" y="4930"/>
                    <a:pt x="2597" y="4811"/>
                    <a:pt x="2478" y="4811"/>
                  </a:cubicBezTo>
                  <a:lnTo>
                    <a:pt x="2073" y="4811"/>
                  </a:lnTo>
                  <a:cubicBezTo>
                    <a:pt x="2239" y="2953"/>
                    <a:pt x="3859" y="1453"/>
                    <a:pt x="5788" y="1453"/>
                  </a:cubicBezTo>
                  <a:lnTo>
                    <a:pt x="5788"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98"/>
            <p:cNvSpPr/>
            <p:nvPr/>
          </p:nvSpPr>
          <p:spPr>
            <a:xfrm>
              <a:off x="7525334" y="4153714"/>
              <a:ext cx="200953" cy="171287"/>
            </a:xfrm>
            <a:custGeom>
              <a:rect b="b" l="l" r="r" t="t"/>
              <a:pathLst>
                <a:path extrusionOk="0" h="5745" w="6740">
                  <a:moveTo>
                    <a:pt x="1781" y="1"/>
                  </a:moveTo>
                  <a:cubicBezTo>
                    <a:pt x="1758" y="1"/>
                    <a:pt x="1735" y="10"/>
                    <a:pt x="1715" y="29"/>
                  </a:cubicBezTo>
                  <a:lnTo>
                    <a:pt x="72" y="1172"/>
                  </a:lnTo>
                  <a:cubicBezTo>
                    <a:pt x="0" y="1244"/>
                    <a:pt x="0" y="1339"/>
                    <a:pt x="72" y="1387"/>
                  </a:cubicBezTo>
                  <a:lnTo>
                    <a:pt x="1715" y="2554"/>
                  </a:lnTo>
                  <a:cubicBezTo>
                    <a:pt x="1735" y="2573"/>
                    <a:pt x="1758" y="2582"/>
                    <a:pt x="1781" y="2582"/>
                  </a:cubicBezTo>
                  <a:cubicBezTo>
                    <a:pt x="1843" y="2582"/>
                    <a:pt x="1906" y="2521"/>
                    <a:pt x="1906" y="2435"/>
                  </a:cubicBezTo>
                  <a:lnTo>
                    <a:pt x="1906" y="2030"/>
                  </a:lnTo>
                  <a:cubicBezTo>
                    <a:pt x="3787" y="2196"/>
                    <a:pt x="5287" y="3816"/>
                    <a:pt x="5287" y="5745"/>
                  </a:cubicBezTo>
                  <a:lnTo>
                    <a:pt x="6740" y="5745"/>
                  </a:lnTo>
                  <a:cubicBezTo>
                    <a:pt x="6740" y="3006"/>
                    <a:pt x="4620" y="744"/>
                    <a:pt x="1906" y="553"/>
                  </a:cubicBezTo>
                  <a:lnTo>
                    <a:pt x="1906" y="148"/>
                  </a:lnTo>
                  <a:cubicBezTo>
                    <a:pt x="1906" y="62"/>
                    <a:pt x="1843" y="1"/>
                    <a:pt x="178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98"/>
            <p:cNvSpPr/>
            <p:nvPr/>
          </p:nvSpPr>
          <p:spPr>
            <a:xfrm>
              <a:off x="7584279" y="4171603"/>
              <a:ext cx="142724" cy="146302"/>
            </a:xfrm>
            <a:custGeom>
              <a:rect b="b" l="l" r="r" t="t"/>
              <a:pathLst>
                <a:path extrusionOk="0" h="4907" w="4787">
                  <a:moveTo>
                    <a:pt x="0" y="1"/>
                  </a:moveTo>
                  <a:lnTo>
                    <a:pt x="0" y="191"/>
                  </a:lnTo>
                  <a:cubicBezTo>
                    <a:pt x="0" y="310"/>
                    <a:pt x="48" y="406"/>
                    <a:pt x="167" y="406"/>
                  </a:cubicBezTo>
                  <a:cubicBezTo>
                    <a:pt x="2572" y="668"/>
                    <a:pt x="4477" y="2525"/>
                    <a:pt x="4787" y="4907"/>
                  </a:cubicBezTo>
                  <a:cubicBezTo>
                    <a:pt x="4644" y="2287"/>
                    <a:pt x="2596" y="191"/>
                    <a:pt x="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98"/>
            <p:cNvSpPr/>
            <p:nvPr/>
          </p:nvSpPr>
          <p:spPr>
            <a:xfrm>
              <a:off x="7525334" y="4154728"/>
              <a:ext cx="56827" cy="45319"/>
            </a:xfrm>
            <a:custGeom>
              <a:rect b="b" l="l" r="r" t="t"/>
              <a:pathLst>
                <a:path extrusionOk="0" h="1520" w="1906">
                  <a:moveTo>
                    <a:pt x="1780" y="0"/>
                  </a:moveTo>
                  <a:cubicBezTo>
                    <a:pt x="1757" y="0"/>
                    <a:pt x="1734" y="6"/>
                    <a:pt x="1715" y="19"/>
                  </a:cubicBezTo>
                  <a:lnTo>
                    <a:pt x="72" y="1186"/>
                  </a:lnTo>
                  <a:cubicBezTo>
                    <a:pt x="0" y="1234"/>
                    <a:pt x="0" y="1329"/>
                    <a:pt x="72" y="1400"/>
                  </a:cubicBezTo>
                  <a:lnTo>
                    <a:pt x="215" y="1519"/>
                  </a:lnTo>
                  <a:lnTo>
                    <a:pt x="1739" y="448"/>
                  </a:lnTo>
                  <a:cubicBezTo>
                    <a:pt x="1760" y="416"/>
                    <a:pt x="1792" y="403"/>
                    <a:pt x="1822" y="403"/>
                  </a:cubicBezTo>
                  <a:cubicBezTo>
                    <a:pt x="1858" y="403"/>
                    <a:pt x="1892" y="422"/>
                    <a:pt x="1906" y="448"/>
                  </a:cubicBezTo>
                  <a:lnTo>
                    <a:pt x="1906" y="114"/>
                  </a:lnTo>
                  <a:cubicBezTo>
                    <a:pt x="1906" y="45"/>
                    <a:pt x="1842" y="0"/>
                    <a:pt x="178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98"/>
            <p:cNvSpPr/>
            <p:nvPr/>
          </p:nvSpPr>
          <p:spPr>
            <a:xfrm>
              <a:off x="7570772" y="4282039"/>
              <a:ext cx="172569" cy="199880"/>
            </a:xfrm>
            <a:custGeom>
              <a:rect b="b" l="l" r="r" t="t"/>
              <a:pathLst>
                <a:path extrusionOk="0" h="6704" w="5788">
                  <a:moveTo>
                    <a:pt x="4451" y="0"/>
                  </a:moveTo>
                  <a:cubicBezTo>
                    <a:pt x="4412" y="0"/>
                    <a:pt x="4370" y="12"/>
                    <a:pt x="4335" y="36"/>
                  </a:cubicBezTo>
                  <a:lnTo>
                    <a:pt x="3192" y="1679"/>
                  </a:lnTo>
                  <a:cubicBezTo>
                    <a:pt x="3120" y="1774"/>
                    <a:pt x="3192" y="1893"/>
                    <a:pt x="3311" y="1893"/>
                  </a:cubicBezTo>
                  <a:lnTo>
                    <a:pt x="3716" y="1893"/>
                  </a:lnTo>
                  <a:cubicBezTo>
                    <a:pt x="3549" y="3751"/>
                    <a:pt x="1930" y="5251"/>
                    <a:pt x="1" y="5251"/>
                  </a:cubicBezTo>
                  <a:lnTo>
                    <a:pt x="1" y="6704"/>
                  </a:lnTo>
                  <a:cubicBezTo>
                    <a:pt x="2739" y="6704"/>
                    <a:pt x="5002" y="4584"/>
                    <a:pt x="5192" y="1893"/>
                  </a:cubicBezTo>
                  <a:lnTo>
                    <a:pt x="5597" y="1893"/>
                  </a:lnTo>
                  <a:cubicBezTo>
                    <a:pt x="5716" y="1893"/>
                    <a:pt x="5787" y="1774"/>
                    <a:pt x="5716" y="1679"/>
                  </a:cubicBezTo>
                  <a:lnTo>
                    <a:pt x="4549" y="36"/>
                  </a:lnTo>
                  <a:cubicBezTo>
                    <a:pt x="4525" y="12"/>
                    <a:pt x="4490" y="0"/>
                    <a:pt x="445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98"/>
            <p:cNvSpPr/>
            <p:nvPr/>
          </p:nvSpPr>
          <p:spPr>
            <a:xfrm>
              <a:off x="7580015" y="4339195"/>
              <a:ext cx="146272" cy="142724"/>
            </a:xfrm>
            <a:custGeom>
              <a:rect b="b" l="l" r="r" t="t"/>
              <a:pathLst>
                <a:path extrusionOk="0" h="4787" w="4906">
                  <a:moveTo>
                    <a:pt x="4668" y="0"/>
                  </a:moveTo>
                  <a:cubicBezTo>
                    <a:pt x="4549" y="0"/>
                    <a:pt x="4453" y="95"/>
                    <a:pt x="4477" y="167"/>
                  </a:cubicBezTo>
                  <a:cubicBezTo>
                    <a:pt x="4215" y="2596"/>
                    <a:pt x="2382" y="4501"/>
                    <a:pt x="0" y="4787"/>
                  </a:cubicBezTo>
                  <a:cubicBezTo>
                    <a:pt x="2620" y="4644"/>
                    <a:pt x="4692" y="2596"/>
                    <a:pt x="490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98"/>
            <p:cNvSpPr/>
            <p:nvPr/>
          </p:nvSpPr>
          <p:spPr>
            <a:xfrm>
              <a:off x="7697159" y="4281503"/>
              <a:ext cx="46183" cy="57006"/>
            </a:xfrm>
            <a:custGeom>
              <a:rect b="b" l="l" r="r" t="t"/>
              <a:pathLst>
                <a:path extrusionOk="0" h="1912" w="1549">
                  <a:moveTo>
                    <a:pt x="215" y="0"/>
                  </a:moveTo>
                  <a:cubicBezTo>
                    <a:pt x="179" y="0"/>
                    <a:pt x="143" y="18"/>
                    <a:pt x="120" y="54"/>
                  </a:cubicBezTo>
                  <a:lnTo>
                    <a:pt x="1" y="197"/>
                  </a:lnTo>
                  <a:lnTo>
                    <a:pt x="1072" y="1721"/>
                  </a:lnTo>
                  <a:cubicBezTo>
                    <a:pt x="1120" y="1792"/>
                    <a:pt x="1096" y="1864"/>
                    <a:pt x="1072" y="1911"/>
                  </a:cubicBezTo>
                  <a:lnTo>
                    <a:pt x="1382" y="1911"/>
                  </a:lnTo>
                  <a:cubicBezTo>
                    <a:pt x="1477" y="1911"/>
                    <a:pt x="1548" y="1792"/>
                    <a:pt x="1477" y="1697"/>
                  </a:cubicBezTo>
                  <a:lnTo>
                    <a:pt x="310" y="54"/>
                  </a:lnTo>
                  <a:cubicBezTo>
                    <a:pt x="286" y="18"/>
                    <a:pt x="251" y="0"/>
                    <a:pt x="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98"/>
            <p:cNvSpPr/>
            <p:nvPr/>
          </p:nvSpPr>
          <p:spPr>
            <a:xfrm>
              <a:off x="7726259" y="4338480"/>
              <a:ext cx="2892" cy="1431"/>
            </a:xfrm>
            <a:custGeom>
              <a:rect b="b" l="l" r="r" t="t"/>
              <a:pathLst>
                <a:path extrusionOk="0" h="48" w="97">
                  <a:moveTo>
                    <a:pt x="1" y="0"/>
                  </a:moveTo>
                  <a:lnTo>
                    <a:pt x="1" y="48"/>
                  </a:lnTo>
                  <a:cubicBezTo>
                    <a:pt x="25" y="24"/>
                    <a:pt x="49" y="24"/>
                    <a:pt x="9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98"/>
            <p:cNvSpPr/>
            <p:nvPr/>
          </p:nvSpPr>
          <p:spPr>
            <a:xfrm>
              <a:off x="7414570" y="4322856"/>
              <a:ext cx="200953" cy="171287"/>
            </a:xfrm>
            <a:custGeom>
              <a:rect b="b" l="l" r="r" t="t"/>
              <a:pathLst>
                <a:path extrusionOk="0" h="5745" w="6740">
                  <a:moveTo>
                    <a:pt x="0" y="0"/>
                  </a:moveTo>
                  <a:cubicBezTo>
                    <a:pt x="0" y="2739"/>
                    <a:pt x="2120" y="5001"/>
                    <a:pt x="4835" y="5192"/>
                  </a:cubicBezTo>
                  <a:lnTo>
                    <a:pt x="4835" y="5597"/>
                  </a:lnTo>
                  <a:cubicBezTo>
                    <a:pt x="4835" y="5683"/>
                    <a:pt x="4897" y="5744"/>
                    <a:pt x="4959" y="5744"/>
                  </a:cubicBezTo>
                  <a:cubicBezTo>
                    <a:pt x="4982" y="5744"/>
                    <a:pt x="5006" y="5735"/>
                    <a:pt x="5025" y="5716"/>
                  </a:cubicBezTo>
                  <a:lnTo>
                    <a:pt x="6668" y="4573"/>
                  </a:lnTo>
                  <a:cubicBezTo>
                    <a:pt x="6740" y="4501"/>
                    <a:pt x="6740" y="4406"/>
                    <a:pt x="6668" y="4358"/>
                  </a:cubicBezTo>
                  <a:lnTo>
                    <a:pt x="5025" y="3191"/>
                  </a:lnTo>
                  <a:cubicBezTo>
                    <a:pt x="5007" y="3179"/>
                    <a:pt x="4985" y="3173"/>
                    <a:pt x="4963" y="3173"/>
                  </a:cubicBezTo>
                  <a:cubicBezTo>
                    <a:pt x="4900" y="3173"/>
                    <a:pt x="4835" y="3222"/>
                    <a:pt x="4835" y="3311"/>
                  </a:cubicBezTo>
                  <a:lnTo>
                    <a:pt x="4835" y="3739"/>
                  </a:lnTo>
                  <a:cubicBezTo>
                    <a:pt x="2953" y="3549"/>
                    <a:pt x="1453" y="1953"/>
                    <a:pt x="145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98"/>
            <p:cNvSpPr/>
            <p:nvPr/>
          </p:nvSpPr>
          <p:spPr>
            <a:xfrm>
              <a:off x="7397515" y="4255384"/>
              <a:ext cx="79546" cy="111687"/>
            </a:xfrm>
            <a:custGeom>
              <a:rect b="b" l="l" r="r" t="t"/>
              <a:pathLst>
                <a:path extrusionOk="0" h="3746" w="2668">
                  <a:moveTo>
                    <a:pt x="1072" y="1"/>
                  </a:moveTo>
                  <a:cubicBezTo>
                    <a:pt x="810" y="573"/>
                    <a:pt x="668" y="1192"/>
                    <a:pt x="596" y="1859"/>
                  </a:cubicBezTo>
                  <a:lnTo>
                    <a:pt x="191" y="1859"/>
                  </a:lnTo>
                  <a:cubicBezTo>
                    <a:pt x="72" y="1859"/>
                    <a:pt x="1" y="1978"/>
                    <a:pt x="72" y="2073"/>
                  </a:cubicBezTo>
                  <a:lnTo>
                    <a:pt x="1239" y="3692"/>
                  </a:lnTo>
                  <a:cubicBezTo>
                    <a:pt x="1263" y="3728"/>
                    <a:pt x="1299" y="3746"/>
                    <a:pt x="1334" y="3746"/>
                  </a:cubicBezTo>
                  <a:cubicBezTo>
                    <a:pt x="1370" y="3746"/>
                    <a:pt x="1406" y="3728"/>
                    <a:pt x="1430" y="3692"/>
                  </a:cubicBezTo>
                  <a:lnTo>
                    <a:pt x="2597" y="2073"/>
                  </a:lnTo>
                  <a:cubicBezTo>
                    <a:pt x="2668" y="1978"/>
                    <a:pt x="2597" y="1859"/>
                    <a:pt x="2478" y="1859"/>
                  </a:cubicBezTo>
                  <a:lnTo>
                    <a:pt x="2073" y="1859"/>
                  </a:lnTo>
                  <a:cubicBezTo>
                    <a:pt x="2096" y="1358"/>
                    <a:pt x="2239" y="882"/>
                    <a:pt x="2478" y="453"/>
                  </a:cubicBezTo>
                  <a:lnTo>
                    <a:pt x="1072"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98"/>
            <p:cNvSpPr/>
            <p:nvPr/>
          </p:nvSpPr>
          <p:spPr>
            <a:xfrm>
              <a:off x="7530313" y="4296589"/>
              <a:ext cx="80262" cy="10674"/>
            </a:xfrm>
            <a:custGeom>
              <a:rect b="b" l="l" r="r" t="t"/>
              <a:pathLst>
                <a:path extrusionOk="0" h="358" w="2692">
                  <a:moveTo>
                    <a:pt x="167" y="0"/>
                  </a:moveTo>
                  <a:cubicBezTo>
                    <a:pt x="72" y="0"/>
                    <a:pt x="0" y="48"/>
                    <a:pt x="0" y="143"/>
                  </a:cubicBezTo>
                  <a:cubicBezTo>
                    <a:pt x="0" y="262"/>
                    <a:pt x="48" y="357"/>
                    <a:pt x="167" y="357"/>
                  </a:cubicBezTo>
                  <a:lnTo>
                    <a:pt x="2524" y="357"/>
                  </a:lnTo>
                  <a:cubicBezTo>
                    <a:pt x="2620" y="357"/>
                    <a:pt x="2691" y="286"/>
                    <a:pt x="2691" y="215"/>
                  </a:cubicBezTo>
                  <a:cubicBezTo>
                    <a:pt x="2691" y="95"/>
                    <a:pt x="2620" y="0"/>
                    <a:pt x="2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98"/>
            <p:cNvSpPr/>
            <p:nvPr/>
          </p:nvSpPr>
          <p:spPr>
            <a:xfrm>
              <a:off x="7530313" y="4319308"/>
              <a:ext cx="80262" cy="10674"/>
            </a:xfrm>
            <a:custGeom>
              <a:rect b="b" l="l" r="r" t="t"/>
              <a:pathLst>
                <a:path extrusionOk="0" h="358" w="2692">
                  <a:moveTo>
                    <a:pt x="167" y="0"/>
                  </a:moveTo>
                  <a:cubicBezTo>
                    <a:pt x="72" y="0"/>
                    <a:pt x="0" y="72"/>
                    <a:pt x="0" y="167"/>
                  </a:cubicBezTo>
                  <a:cubicBezTo>
                    <a:pt x="0" y="286"/>
                    <a:pt x="48" y="357"/>
                    <a:pt x="167" y="357"/>
                  </a:cubicBezTo>
                  <a:lnTo>
                    <a:pt x="2524" y="357"/>
                  </a:lnTo>
                  <a:cubicBezTo>
                    <a:pt x="2620" y="357"/>
                    <a:pt x="2691" y="310"/>
                    <a:pt x="2691" y="215"/>
                  </a:cubicBezTo>
                  <a:cubicBezTo>
                    <a:pt x="2691" y="96"/>
                    <a:pt x="2620" y="0"/>
                    <a:pt x="2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98"/>
            <p:cNvSpPr/>
            <p:nvPr/>
          </p:nvSpPr>
          <p:spPr>
            <a:xfrm>
              <a:off x="7548053" y="4342028"/>
              <a:ext cx="44752" cy="10674"/>
            </a:xfrm>
            <a:custGeom>
              <a:rect b="b" l="l" r="r" t="t"/>
              <a:pathLst>
                <a:path extrusionOk="0" h="358" w="1501">
                  <a:moveTo>
                    <a:pt x="167" y="0"/>
                  </a:moveTo>
                  <a:cubicBezTo>
                    <a:pt x="72" y="0"/>
                    <a:pt x="0" y="48"/>
                    <a:pt x="0" y="143"/>
                  </a:cubicBezTo>
                  <a:cubicBezTo>
                    <a:pt x="0" y="262"/>
                    <a:pt x="48" y="358"/>
                    <a:pt x="167" y="358"/>
                  </a:cubicBezTo>
                  <a:lnTo>
                    <a:pt x="1334" y="358"/>
                  </a:lnTo>
                  <a:cubicBezTo>
                    <a:pt x="1429" y="358"/>
                    <a:pt x="1501" y="286"/>
                    <a:pt x="1501" y="191"/>
                  </a:cubicBezTo>
                  <a:cubicBezTo>
                    <a:pt x="1501" y="72"/>
                    <a:pt x="1453" y="0"/>
                    <a:pt x="1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98"/>
            <p:cNvSpPr/>
            <p:nvPr/>
          </p:nvSpPr>
          <p:spPr>
            <a:xfrm>
              <a:off x="7492656" y="4247602"/>
              <a:ext cx="154829" cy="154799"/>
            </a:xfrm>
            <a:custGeom>
              <a:rect b="b" l="l" r="r" t="t"/>
              <a:pathLst>
                <a:path extrusionOk="0" h="5192" w="5193">
                  <a:moveTo>
                    <a:pt x="2597" y="333"/>
                  </a:moveTo>
                  <a:cubicBezTo>
                    <a:pt x="3811" y="333"/>
                    <a:pt x="4835" y="1334"/>
                    <a:pt x="4835" y="2572"/>
                  </a:cubicBezTo>
                  <a:cubicBezTo>
                    <a:pt x="4835" y="3787"/>
                    <a:pt x="3835" y="4787"/>
                    <a:pt x="2597" y="4787"/>
                  </a:cubicBezTo>
                  <a:cubicBezTo>
                    <a:pt x="1382" y="4787"/>
                    <a:pt x="358" y="3787"/>
                    <a:pt x="358" y="2572"/>
                  </a:cubicBezTo>
                  <a:cubicBezTo>
                    <a:pt x="358" y="1334"/>
                    <a:pt x="1382" y="333"/>
                    <a:pt x="2597" y="333"/>
                  </a:cubicBezTo>
                  <a:close/>
                  <a:moveTo>
                    <a:pt x="2597" y="0"/>
                  </a:moveTo>
                  <a:cubicBezTo>
                    <a:pt x="1168" y="0"/>
                    <a:pt x="1" y="1167"/>
                    <a:pt x="1" y="2596"/>
                  </a:cubicBezTo>
                  <a:cubicBezTo>
                    <a:pt x="1" y="4025"/>
                    <a:pt x="1168" y="5192"/>
                    <a:pt x="2597" y="5192"/>
                  </a:cubicBezTo>
                  <a:cubicBezTo>
                    <a:pt x="4026" y="5192"/>
                    <a:pt x="5192" y="4025"/>
                    <a:pt x="5192" y="2596"/>
                  </a:cubicBezTo>
                  <a:cubicBezTo>
                    <a:pt x="5192" y="1167"/>
                    <a:pt x="4026" y="0"/>
                    <a:pt x="25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98"/>
            <p:cNvSpPr/>
            <p:nvPr/>
          </p:nvSpPr>
          <p:spPr>
            <a:xfrm>
              <a:off x="7391135" y="4149599"/>
              <a:ext cx="357184" cy="352205"/>
            </a:xfrm>
            <a:custGeom>
              <a:rect b="b" l="l" r="r" t="t"/>
              <a:pathLst>
                <a:path extrusionOk="0" h="11813" w="11980">
                  <a:moveTo>
                    <a:pt x="6287" y="382"/>
                  </a:moveTo>
                  <a:lnTo>
                    <a:pt x="6287" y="691"/>
                  </a:lnTo>
                  <a:cubicBezTo>
                    <a:pt x="6287" y="787"/>
                    <a:pt x="6359" y="882"/>
                    <a:pt x="6454" y="882"/>
                  </a:cubicBezTo>
                  <a:cubicBezTo>
                    <a:pt x="7716" y="977"/>
                    <a:pt x="8883" y="1525"/>
                    <a:pt x="9741" y="2454"/>
                  </a:cubicBezTo>
                  <a:cubicBezTo>
                    <a:pt x="10312" y="3073"/>
                    <a:pt x="10741" y="3835"/>
                    <a:pt x="10931" y="4621"/>
                  </a:cubicBezTo>
                  <a:lnTo>
                    <a:pt x="10765" y="4359"/>
                  </a:lnTo>
                  <a:cubicBezTo>
                    <a:pt x="10691" y="4266"/>
                    <a:pt x="10588" y="4231"/>
                    <a:pt x="10490" y="4231"/>
                  </a:cubicBezTo>
                  <a:cubicBezTo>
                    <a:pt x="10462" y="4231"/>
                    <a:pt x="10434" y="4234"/>
                    <a:pt x="10407" y="4240"/>
                  </a:cubicBezTo>
                  <a:cubicBezTo>
                    <a:pt x="10336" y="4263"/>
                    <a:pt x="10312" y="4311"/>
                    <a:pt x="10265" y="4359"/>
                  </a:cubicBezTo>
                  <a:lnTo>
                    <a:pt x="9860" y="4930"/>
                  </a:lnTo>
                  <a:cubicBezTo>
                    <a:pt x="9717" y="4311"/>
                    <a:pt x="9383" y="3740"/>
                    <a:pt x="8979" y="3263"/>
                  </a:cubicBezTo>
                  <a:cubicBezTo>
                    <a:pt x="8312" y="2549"/>
                    <a:pt x="7431" y="2096"/>
                    <a:pt x="6478" y="2001"/>
                  </a:cubicBezTo>
                  <a:cubicBezTo>
                    <a:pt x="6383" y="2001"/>
                    <a:pt x="6335" y="2049"/>
                    <a:pt x="6287" y="2120"/>
                  </a:cubicBezTo>
                  <a:lnTo>
                    <a:pt x="6287" y="2192"/>
                  </a:lnTo>
                  <a:lnTo>
                    <a:pt x="6287" y="2525"/>
                  </a:lnTo>
                  <a:lnTo>
                    <a:pt x="4787" y="1453"/>
                  </a:lnTo>
                  <a:lnTo>
                    <a:pt x="6287" y="382"/>
                  </a:lnTo>
                  <a:close/>
                  <a:moveTo>
                    <a:pt x="4954" y="882"/>
                  </a:moveTo>
                  <a:lnTo>
                    <a:pt x="4454" y="1239"/>
                  </a:lnTo>
                  <a:cubicBezTo>
                    <a:pt x="4430" y="1263"/>
                    <a:pt x="4359" y="1287"/>
                    <a:pt x="4359" y="1358"/>
                  </a:cubicBezTo>
                  <a:cubicBezTo>
                    <a:pt x="4311" y="1501"/>
                    <a:pt x="4335" y="1644"/>
                    <a:pt x="4454" y="1739"/>
                  </a:cubicBezTo>
                  <a:lnTo>
                    <a:pt x="4906" y="2025"/>
                  </a:lnTo>
                  <a:cubicBezTo>
                    <a:pt x="4430" y="2192"/>
                    <a:pt x="3977" y="2382"/>
                    <a:pt x="3596" y="2715"/>
                  </a:cubicBezTo>
                  <a:cubicBezTo>
                    <a:pt x="3501" y="2787"/>
                    <a:pt x="3501" y="2906"/>
                    <a:pt x="3549" y="2954"/>
                  </a:cubicBezTo>
                  <a:cubicBezTo>
                    <a:pt x="3590" y="2995"/>
                    <a:pt x="3648" y="3021"/>
                    <a:pt x="3698" y="3021"/>
                  </a:cubicBezTo>
                  <a:cubicBezTo>
                    <a:pt x="3735" y="3021"/>
                    <a:pt x="3767" y="3007"/>
                    <a:pt x="3787" y="2977"/>
                  </a:cubicBezTo>
                  <a:cubicBezTo>
                    <a:pt x="4239" y="2620"/>
                    <a:pt x="4740" y="2430"/>
                    <a:pt x="5287" y="2311"/>
                  </a:cubicBezTo>
                  <a:lnTo>
                    <a:pt x="6097" y="2858"/>
                  </a:lnTo>
                  <a:cubicBezTo>
                    <a:pt x="6151" y="2912"/>
                    <a:pt x="6218" y="2939"/>
                    <a:pt x="6288" y="2939"/>
                  </a:cubicBezTo>
                  <a:cubicBezTo>
                    <a:pt x="6311" y="2939"/>
                    <a:pt x="6335" y="2936"/>
                    <a:pt x="6359" y="2930"/>
                  </a:cubicBezTo>
                  <a:cubicBezTo>
                    <a:pt x="6478" y="2906"/>
                    <a:pt x="6573" y="2787"/>
                    <a:pt x="6573" y="2620"/>
                  </a:cubicBezTo>
                  <a:lnTo>
                    <a:pt x="6573" y="2430"/>
                  </a:lnTo>
                  <a:cubicBezTo>
                    <a:pt x="7359" y="2549"/>
                    <a:pt x="8121" y="2930"/>
                    <a:pt x="8645" y="3549"/>
                  </a:cubicBezTo>
                  <a:cubicBezTo>
                    <a:pt x="9121" y="4049"/>
                    <a:pt x="9431" y="4716"/>
                    <a:pt x="9550" y="5407"/>
                  </a:cubicBezTo>
                  <a:lnTo>
                    <a:pt x="9098" y="6026"/>
                  </a:lnTo>
                  <a:cubicBezTo>
                    <a:pt x="9002" y="6145"/>
                    <a:pt x="9002" y="6264"/>
                    <a:pt x="9098" y="6383"/>
                  </a:cubicBezTo>
                  <a:cubicBezTo>
                    <a:pt x="9145" y="6478"/>
                    <a:pt x="9240" y="6502"/>
                    <a:pt x="9360" y="6502"/>
                  </a:cubicBezTo>
                  <a:lnTo>
                    <a:pt x="9574" y="6502"/>
                  </a:lnTo>
                  <a:cubicBezTo>
                    <a:pt x="9455" y="7312"/>
                    <a:pt x="9074" y="8050"/>
                    <a:pt x="8431" y="8621"/>
                  </a:cubicBezTo>
                  <a:cubicBezTo>
                    <a:pt x="7955" y="9074"/>
                    <a:pt x="7359" y="9360"/>
                    <a:pt x="6740" y="9479"/>
                  </a:cubicBezTo>
                  <a:lnTo>
                    <a:pt x="5906" y="8883"/>
                  </a:lnTo>
                  <a:cubicBezTo>
                    <a:pt x="5850" y="8838"/>
                    <a:pt x="5789" y="8815"/>
                    <a:pt x="5727" y="8815"/>
                  </a:cubicBezTo>
                  <a:cubicBezTo>
                    <a:pt x="5658" y="8815"/>
                    <a:pt x="5588" y="8844"/>
                    <a:pt x="5525" y="8907"/>
                  </a:cubicBezTo>
                  <a:cubicBezTo>
                    <a:pt x="5454" y="8979"/>
                    <a:pt x="5406" y="9074"/>
                    <a:pt x="5406" y="9145"/>
                  </a:cubicBezTo>
                  <a:lnTo>
                    <a:pt x="5406" y="9336"/>
                  </a:lnTo>
                  <a:cubicBezTo>
                    <a:pt x="4597" y="9217"/>
                    <a:pt x="3858" y="8836"/>
                    <a:pt x="3311" y="8193"/>
                  </a:cubicBezTo>
                  <a:cubicBezTo>
                    <a:pt x="2834" y="7693"/>
                    <a:pt x="2549" y="7074"/>
                    <a:pt x="2430" y="6383"/>
                  </a:cubicBezTo>
                  <a:lnTo>
                    <a:pt x="2906" y="5692"/>
                  </a:lnTo>
                  <a:cubicBezTo>
                    <a:pt x="2953" y="5621"/>
                    <a:pt x="3001" y="5526"/>
                    <a:pt x="2953" y="5430"/>
                  </a:cubicBezTo>
                  <a:cubicBezTo>
                    <a:pt x="2930" y="5311"/>
                    <a:pt x="2811" y="5216"/>
                    <a:pt x="2668" y="5216"/>
                  </a:cubicBezTo>
                  <a:lnTo>
                    <a:pt x="2453" y="5216"/>
                  </a:lnTo>
                  <a:cubicBezTo>
                    <a:pt x="2453" y="5097"/>
                    <a:pt x="2692" y="4335"/>
                    <a:pt x="2953" y="3859"/>
                  </a:cubicBezTo>
                  <a:cubicBezTo>
                    <a:pt x="3025" y="3763"/>
                    <a:pt x="3049" y="3716"/>
                    <a:pt x="3120" y="3644"/>
                  </a:cubicBezTo>
                  <a:cubicBezTo>
                    <a:pt x="3144" y="3573"/>
                    <a:pt x="3192" y="3549"/>
                    <a:pt x="3239" y="3501"/>
                  </a:cubicBezTo>
                  <a:cubicBezTo>
                    <a:pt x="3287" y="3430"/>
                    <a:pt x="3287" y="3358"/>
                    <a:pt x="3239" y="3287"/>
                  </a:cubicBezTo>
                  <a:cubicBezTo>
                    <a:pt x="3204" y="3239"/>
                    <a:pt x="3150" y="3216"/>
                    <a:pt x="3096" y="3216"/>
                  </a:cubicBezTo>
                  <a:cubicBezTo>
                    <a:pt x="3043" y="3216"/>
                    <a:pt x="2989" y="3239"/>
                    <a:pt x="2953" y="3287"/>
                  </a:cubicBezTo>
                  <a:cubicBezTo>
                    <a:pt x="2549" y="3787"/>
                    <a:pt x="2287" y="4359"/>
                    <a:pt x="2120" y="4978"/>
                  </a:cubicBezTo>
                  <a:cubicBezTo>
                    <a:pt x="2120" y="5049"/>
                    <a:pt x="2072" y="5264"/>
                    <a:pt x="2072" y="5407"/>
                  </a:cubicBezTo>
                  <a:lnTo>
                    <a:pt x="2072" y="5430"/>
                  </a:lnTo>
                  <a:cubicBezTo>
                    <a:pt x="2072" y="5502"/>
                    <a:pt x="2096" y="5573"/>
                    <a:pt x="2191" y="5621"/>
                  </a:cubicBezTo>
                  <a:lnTo>
                    <a:pt x="2572" y="5621"/>
                  </a:lnTo>
                  <a:lnTo>
                    <a:pt x="1501" y="7121"/>
                  </a:lnTo>
                  <a:lnTo>
                    <a:pt x="429" y="5621"/>
                  </a:lnTo>
                  <a:lnTo>
                    <a:pt x="763" y="5621"/>
                  </a:lnTo>
                  <a:cubicBezTo>
                    <a:pt x="858" y="5621"/>
                    <a:pt x="929" y="5549"/>
                    <a:pt x="929" y="5454"/>
                  </a:cubicBezTo>
                  <a:cubicBezTo>
                    <a:pt x="929" y="5407"/>
                    <a:pt x="977" y="5025"/>
                    <a:pt x="1048" y="4692"/>
                  </a:cubicBezTo>
                  <a:cubicBezTo>
                    <a:pt x="1215" y="4025"/>
                    <a:pt x="1477" y="3406"/>
                    <a:pt x="1858" y="2882"/>
                  </a:cubicBezTo>
                  <a:cubicBezTo>
                    <a:pt x="2049" y="2596"/>
                    <a:pt x="2287" y="2358"/>
                    <a:pt x="2525" y="2120"/>
                  </a:cubicBezTo>
                  <a:cubicBezTo>
                    <a:pt x="3192" y="1477"/>
                    <a:pt x="4025" y="1048"/>
                    <a:pt x="4954" y="882"/>
                  </a:cubicBezTo>
                  <a:close/>
                  <a:moveTo>
                    <a:pt x="2215" y="6740"/>
                  </a:moveTo>
                  <a:cubicBezTo>
                    <a:pt x="2358" y="7359"/>
                    <a:pt x="2692" y="7931"/>
                    <a:pt x="3120" y="8407"/>
                  </a:cubicBezTo>
                  <a:cubicBezTo>
                    <a:pt x="3763" y="9122"/>
                    <a:pt x="4668" y="9574"/>
                    <a:pt x="5621" y="9669"/>
                  </a:cubicBezTo>
                  <a:cubicBezTo>
                    <a:pt x="5668" y="9669"/>
                    <a:pt x="5764" y="9622"/>
                    <a:pt x="5787" y="9550"/>
                  </a:cubicBezTo>
                  <a:lnTo>
                    <a:pt x="5787" y="9479"/>
                  </a:lnTo>
                  <a:lnTo>
                    <a:pt x="5787" y="9145"/>
                  </a:lnTo>
                  <a:lnTo>
                    <a:pt x="7312" y="10265"/>
                  </a:lnTo>
                  <a:lnTo>
                    <a:pt x="5787" y="11336"/>
                  </a:lnTo>
                  <a:lnTo>
                    <a:pt x="5787" y="11003"/>
                  </a:lnTo>
                  <a:cubicBezTo>
                    <a:pt x="5787" y="10908"/>
                    <a:pt x="5740" y="10812"/>
                    <a:pt x="5645" y="10812"/>
                  </a:cubicBezTo>
                  <a:cubicBezTo>
                    <a:pt x="4359" y="10741"/>
                    <a:pt x="3192" y="10169"/>
                    <a:pt x="2334" y="9241"/>
                  </a:cubicBezTo>
                  <a:cubicBezTo>
                    <a:pt x="1763" y="8621"/>
                    <a:pt x="1358" y="7883"/>
                    <a:pt x="1144" y="7074"/>
                  </a:cubicBezTo>
                  <a:lnTo>
                    <a:pt x="1144" y="7074"/>
                  </a:lnTo>
                  <a:lnTo>
                    <a:pt x="1334" y="7312"/>
                  </a:lnTo>
                  <a:cubicBezTo>
                    <a:pt x="1358" y="7359"/>
                    <a:pt x="1406" y="7407"/>
                    <a:pt x="1477" y="7431"/>
                  </a:cubicBezTo>
                  <a:cubicBezTo>
                    <a:pt x="1514" y="7443"/>
                    <a:pt x="1551" y="7449"/>
                    <a:pt x="1586" y="7449"/>
                  </a:cubicBezTo>
                  <a:cubicBezTo>
                    <a:pt x="1689" y="7449"/>
                    <a:pt x="1781" y="7400"/>
                    <a:pt x="1834" y="7312"/>
                  </a:cubicBezTo>
                  <a:lnTo>
                    <a:pt x="2215" y="6740"/>
                  </a:lnTo>
                  <a:close/>
                  <a:moveTo>
                    <a:pt x="6252" y="1"/>
                  </a:moveTo>
                  <a:cubicBezTo>
                    <a:pt x="6192" y="1"/>
                    <a:pt x="6133" y="24"/>
                    <a:pt x="6073" y="72"/>
                  </a:cubicBezTo>
                  <a:lnTo>
                    <a:pt x="5573" y="429"/>
                  </a:lnTo>
                  <a:cubicBezTo>
                    <a:pt x="4359" y="525"/>
                    <a:pt x="3192" y="1025"/>
                    <a:pt x="2310" y="1858"/>
                  </a:cubicBezTo>
                  <a:cubicBezTo>
                    <a:pt x="1477" y="2644"/>
                    <a:pt x="929" y="3620"/>
                    <a:pt x="691" y="4716"/>
                  </a:cubicBezTo>
                  <a:cubicBezTo>
                    <a:pt x="643" y="4954"/>
                    <a:pt x="596" y="5264"/>
                    <a:pt x="596" y="5264"/>
                  </a:cubicBezTo>
                  <a:lnTo>
                    <a:pt x="334" y="5264"/>
                  </a:lnTo>
                  <a:cubicBezTo>
                    <a:pt x="239" y="5264"/>
                    <a:pt x="167" y="5287"/>
                    <a:pt x="96" y="5383"/>
                  </a:cubicBezTo>
                  <a:cubicBezTo>
                    <a:pt x="0" y="5502"/>
                    <a:pt x="0" y="5645"/>
                    <a:pt x="72" y="5764"/>
                  </a:cubicBezTo>
                  <a:lnTo>
                    <a:pt x="572" y="6478"/>
                  </a:lnTo>
                  <a:cubicBezTo>
                    <a:pt x="691" y="7645"/>
                    <a:pt x="1191" y="8717"/>
                    <a:pt x="2001" y="9526"/>
                  </a:cubicBezTo>
                  <a:cubicBezTo>
                    <a:pt x="2906" y="10503"/>
                    <a:pt x="4097" y="11098"/>
                    <a:pt x="5406" y="11217"/>
                  </a:cubicBezTo>
                  <a:lnTo>
                    <a:pt x="5406" y="11479"/>
                  </a:lnTo>
                  <a:cubicBezTo>
                    <a:pt x="5406" y="11551"/>
                    <a:pt x="5454" y="11693"/>
                    <a:pt x="5525" y="11741"/>
                  </a:cubicBezTo>
                  <a:cubicBezTo>
                    <a:pt x="5573" y="11765"/>
                    <a:pt x="5645" y="11813"/>
                    <a:pt x="5692" y="11813"/>
                  </a:cubicBezTo>
                  <a:cubicBezTo>
                    <a:pt x="5764" y="11813"/>
                    <a:pt x="5811" y="11765"/>
                    <a:pt x="5883" y="11741"/>
                  </a:cubicBezTo>
                  <a:lnTo>
                    <a:pt x="6383" y="11384"/>
                  </a:lnTo>
                  <a:cubicBezTo>
                    <a:pt x="7264" y="11312"/>
                    <a:pt x="8169" y="11027"/>
                    <a:pt x="8907" y="10527"/>
                  </a:cubicBezTo>
                  <a:cubicBezTo>
                    <a:pt x="9741" y="9979"/>
                    <a:pt x="10431" y="9217"/>
                    <a:pt x="10836" y="8288"/>
                  </a:cubicBezTo>
                  <a:lnTo>
                    <a:pt x="10884" y="8264"/>
                  </a:lnTo>
                  <a:cubicBezTo>
                    <a:pt x="10908" y="8169"/>
                    <a:pt x="10908" y="8074"/>
                    <a:pt x="10812" y="8050"/>
                  </a:cubicBezTo>
                  <a:cubicBezTo>
                    <a:pt x="10779" y="8025"/>
                    <a:pt x="10743" y="8015"/>
                    <a:pt x="10708" y="8015"/>
                  </a:cubicBezTo>
                  <a:cubicBezTo>
                    <a:pt x="10643" y="8015"/>
                    <a:pt x="10581" y="8051"/>
                    <a:pt x="10550" y="8098"/>
                  </a:cubicBezTo>
                  <a:lnTo>
                    <a:pt x="10526" y="8169"/>
                  </a:lnTo>
                  <a:cubicBezTo>
                    <a:pt x="10122" y="9026"/>
                    <a:pt x="9479" y="9741"/>
                    <a:pt x="8693" y="10241"/>
                  </a:cubicBezTo>
                  <a:cubicBezTo>
                    <a:pt x="8169" y="10622"/>
                    <a:pt x="7597" y="10836"/>
                    <a:pt x="6978" y="10955"/>
                  </a:cubicBezTo>
                  <a:lnTo>
                    <a:pt x="7478" y="10598"/>
                  </a:lnTo>
                  <a:cubicBezTo>
                    <a:pt x="7550" y="10574"/>
                    <a:pt x="7573" y="10527"/>
                    <a:pt x="7597" y="10455"/>
                  </a:cubicBezTo>
                  <a:cubicBezTo>
                    <a:pt x="7669" y="10312"/>
                    <a:pt x="7597" y="10169"/>
                    <a:pt x="7478" y="10098"/>
                  </a:cubicBezTo>
                  <a:lnTo>
                    <a:pt x="7026" y="9812"/>
                  </a:lnTo>
                  <a:cubicBezTo>
                    <a:pt x="7597" y="9622"/>
                    <a:pt x="8145" y="9360"/>
                    <a:pt x="8574" y="8931"/>
                  </a:cubicBezTo>
                  <a:cubicBezTo>
                    <a:pt x="9312" y="8288"/>
                    <a:pt x="9741" y="7383"/>
                    <a:pt x="9836" y="6431"/>
                  </a:cubicBezTo>
                  <a:cubicBezTo>
                    <a:pt x="9836" y="6359"/>
                    <a:pt x="9812" y="6288"/>
                    <a:pt x="9717" y="6264"/>
                  </a:cubicBezTo>
                  <a:lnTo>
                    <a:pt x="9336" y="6264"/>
                  </a:lnTo>
                  <a:lnTo>
                    <a:pt x="10407" y="4740"/>
                  </a:lnTo>
                  <a:lnTo>
                    <a:pt x="11479" y="6264"/>
                  </a:lnTo>
                  <a:lnTo>
                    <a:pt x="11146" y="6264"/>
                  </a:lnTo>
                  <a:cubicBezTo>
                    <a:pt x="11050" y="6264"/>
                    <a:pt x="10955" y="6311"/>
                    <a:pt x="10955" y="6407"/>
                  </a:cubicBezTo>
                  <a:cubicBezTo>
                    <a:pt x="10931" y="6740"/>
                    <a:pt x="10884" y="7097"/>
                    <a:pt x="10788" y="7431"/>
                  </a:cubicBezTo>
                  <a:cubicBezTo>
                    <a:pt x="10765" y="7502"/>
                    <a:pt x="10812" y="7597"/>
                    <a:pt x="10908" y="7621"/>
                  </a:cubicBezTo>
                  <a:cubicBezTo>
                    <a:pt x="10928" y="7632"/>
                    <a:pt x="10949" y="7636"/>
                    <a:pt x="10969" y="7636"/>
                  </a:cubicBezTo>
                  <a:cubicBezTo>
                    <a:pt x="11041" y="7636"/>
                    <a:pt x="11103" y="7577"/>
                    <a:pt x="11122" y="7502"/>
                  </a:cubicBezTo>
                  <a:cubicBezTo>
                    <a:pt x="11217" y="7216"/>
                    <a:pt x="11265" y="6907"/>
                    <a:pt x="11289" y="6597"/>
                  </a:cubicBezTo>
                  <a:lnTo>
                    <a:pt x="11574" y="6597"/>
                  </a:lnTo>
                  <a:cubicBezTo>
                    <a:pt x="11693" y="6597"/>
                    <a:pt x="11765" y="6526"/>
                    <a:pt x="11836" y="6407"/>
                  </a:cubicBezTo>
                  <a:cubicBezTo>
                    <a:pt x="11979" y="6240"/>
                    <a:pt x="11979" y="6121"/>
                    <a:pt x="11884" y="6026"/>
                  </a:cubicBezTo>
                  <a:lnTo>
                    <a:pt x="11384" y="5311"/>
                  </a:lnTo>
                  <a:cubicBezTo>
                    <a:pt x="11265" y="4144"/>
                    <a:pt x="10765" y="3073"/>
                    <a:pt x="9955" y="2239"/>
                  </a:cubicBezTo>
                  <a:cubicBezTo>
                    <a:pt x="9074" y="1287"/>
                    <a:pt x="7883" y="691"/>
                    <a:pt x="6573" y="572"/>
                  </a:cubicBezTo>
                  <a:lnTo>
                    <a:pt x="6573" y="310"/>
                  </a:lnTo>
                  <a:cubicBezTo>
                    <a:pt x="6573" y="215"/>
                    <a:pt x="6526" y="96"/>
                    <a:pt x="6430" y="72"/>
                  </a:cubicBezTo>
                  <a:cubicBezTo>
                    <a:pt x="6371" y="24"/>
                    <a:pt x="6311" y="1"/>
                    <a:pt x="62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5" name="Google Shape;23015;p98"/>
          <p:cNvGrpSpPr/>
          <p:nvPr/>
        </p:nvGrpSpPr>
        <p:grpSpPr>
          <a:xfrm>
            <a:off x="1098212" y="3419945"/>
            <a:ext cx="291147" cy="355755"/>
            <a:chOff x="1745908" y="3572345"/>
            <a:chExt cx="291147" cy="355755"/>
          </a:xfrm>
        </p:grpSpPr>
        <p:sp>
          <p:nvSpPr>
            <p:cNvPr id="23016" name="Google Shape;23016;p98"/>
            <p:cNvSpPr/>
            <p:nvPr/>
          </p:nvSpPr>
          <p:spPr>
            <a:xfrm>
              <a:off x="1750172" y="3658272"/>
              <a:ext cx="118604" cy="265026"/>
            </a:xfrm>
            <a:custGeom>
              <a:rect b="b" l="l" r="r" t="t"/>
              <a:pathLst>
                <a:path extrusionOk="0" h="8889" w="3978">
                  <a:moveTo>
                    <a:pt x="1906" y="0"/>
                  </a:moveTo>
                  <a:cubicBezTo>
                    <a:pt x="1668" y="0"/>
                    <a:pt x="1" y="119"/>
                    <a:pt x="1" y="1905"/>
                  </a:cubicBezTo>
                  <a:lnTo>
                    <a:pt x="1" y="3763"/>
                  </a:lnTo>
                  <a:cubicBezTo>
                    <a:pt x="1" y="3787"/>
                    <a:pt x="1" y="3810"/>
                    <a:pt x="25" y="3810"/>
                  </a:cubicBezTo>
                  <a:cubicBezTo>
                    <a:pt x="150" y="3936"/>
                    <a:pt x="282" y="3988"/>
                    <a:pt x="400" y="3988"/>
                  </a:cubicBezTo>
                  <a:cubicBezTo>
                    <a:pt x="617" y="3988"/>
                    <a:pt x="787" y="3812"/>
                    <a:pt x="787" y="3596"/>
                  </a:cubicBezTo>
                  <a:lnTo>
                    <a:pt x="787" y="8526"/>
                  </a:lnTo>
                  <a:cubicBezTo>
                    <a:pt x="787" y="8549"/>
                    <a:pt x="834" y="8573"/>
                    <a:pt x="834" y="8597"/>
                  </a:cubicBezTo>
                  <a:cubicBezTo>
                    <a:pt x="1021" y="8792"/>
                    <a:pt x="1219" y="8872"/>
                    <a:pt x="1398" y="8872"/>
                  </a:cubicBezTo>
                  <a:cubicBezTo>
                    <a:pt x="1680" y="8872"/>
                    <a:pt x="1912" y="8671"/>
                    <a:pt x="1966" y="8405"/>
                  </a:cubicBezTo>
                  <a:lnTo>
                    <a:pt x="1966" y="8405"/>
                  </a:lnTo>
                  <a:cubicBezTo>
                    <a:pt x="2024" y="8680"/>
                    <a:pt x="2282" y="8888"/>
                    <a:pt x="2585" y="8888"/>
                  </a:cubicBezTo>
                  <a:cubicBezTo>
                    <a:pt x="2612" y="8888"/>
                    <a:pt x="2640" y="8886"/>
                    <a:pt x="2668" y="8883"/>
                  </a:cubicBezTo>
                  <a:cubicBezTo>
                    <a:pt x="2930" y="8811"/>
                    <a:pt x="3168" y="8549"/>
                    <a:pt x="3168" y="8288"/>
                  </a:cubicBezTo>
                  <a:lnTo>
                    <a:pt x="3168" y="3596"/>
                  </a:lnTo>
                  <a:cubicBezTo>
                    <a:pt x="3168" y="3809"/>
                    <a:pt x="3340" y="3984"/>
                    <a:pt x="3564" y="3984"/>
                  </a:cubicBezTo>
                  <a:cubicBezTo>
                    <a:pt x="3590" y="3984"/>
                    <a:pt x="3617" y="3982"/>
                    <a:pt x="3644" y="3977"/>
                  </a:cubicBezTo>
                  <a:cubicBezTo>
                    <a:pt x="3835" y="3953"/>
                    <a:pt x="3978" y="3787"/>
                    <a:pt x="3978" y="3596"/>
                  </a:cubicBezTo>
                  <a:lnTo>
                    <a:pt x="3978" y="2001"/>
                  </a:lnTo>
                  <a:cubicBezTo>
                    <a:pt x="3954" y="857"/>
                    <a:pt x="3073" y="0"/>
                    <a:pt x="195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98"/>
            <p:cNvSpPr/>
            <p:nvPr/>
          </p:nvSpPr>
          <p:spPr>
            <a:xfrm>
              <a:off x="1784251" y="3903921"/>
              <a:ext cx="17800" cy="17800"/>
            </a:xfrm>
            <a:custGeom>
              <a:rect b="b" l="l" r="r" t="t"/>
              <a:pathLst>
                <a:path extrusionOk="0" h="597" w="597">
                  <a:moveTo>
                    <a:pt x="358" y="1"/>
                  </a:moveTo>
                  <a:cubicBezTo>
                    <a:pt x="358" y="168"/>
                    <a:pt x="310" y="310"/>
                    <a:pt x="191" y="430"/>
                  </a:cubicBezTo>
                  <a:cubicBezTo>
                    <a:pt x="144" y="477"/>
                    <a:pt x="72" y="501"/>
                    <a:pt x="1" y="549"/>
                  </a:cubicBezTo>
                  <a:cubicBezTo>
                    <a:pt x="96" y="572"/>
                    <a:pt x="168" y="596"/>
                    <a:pt x="239" y="596"/>
                  </a:cubicBezTo>
                  <a:cubicBezTo>
                    <a:pt x="382" y="596"/>
                    <a:pt x="525" y="572"/>
                    <a:pt x="596" y="477"/>
                  </a:cubicBezTo>
                  <a:cubicBezTo>
                    <a:pt x="501" y="358"/>
                    <a:pt x="382" y="191"/>
                    <a:pt x="358"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98"/>
            <p:cNvSpPr/>
            <p:nvPr/>
          </p:nvSpPr>
          <p:spPr>
            <a:xfrm>
              <a:off x="1821192" y="3707975"/>
              <a:ext cx="24150" cy="213028"/>
            </a:xfrm>
            <a:custGeom>
              <a:rect b="b" l="l" r="r" t="t"/>
              <a:pathLst>
                <a:path extrusionOk="0" h="7145" w="810">
                  <a:moveTo>
                    <a:pt x="810" y="0"/>
                  </a:moveTo>
                  <a:cubicBezTo>
                    <a:pt x="548" y="0"/>
                    <a:pt x="357" y="214"/>
                    <a:pt x="357" y="453"/>
                  </a:cubicBezTo>
                  <a:lnTo>
                    <a:pt x="357" y="6549"/>
                  </a:lnTo>
                  <a:cubicBezTo>
                    <a:pt x="357" y="6787"/>
                    <a:pt x="215" y="7002"/>
                    <a:pt x="0" y="7073"/>
                  </a:cubicBezTo>
                  <a:cubicBezTo>
                    <a:pt x="48" y="7121"/>
                    <a:pt x="143" y="7144"/>
                    <a:pt x="238" y="7144"/>
                  </a:cubicBezTo>
                  <a:cubicBezTo>
                    <a:pt x="524" y="7144"/>
                    <a:pt x="810" y="6882"/>
                    <a:pt x="810" y="6549"/>
                  </a:cubicBezTo>
                  <a:lnTo>
                    <a:pt x="810"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98"/>
            <p:cNvSpPr/>
            <p:nvPr/>
          </p:nvSpPr>
          <p:spPr>
            <a:xfrm>
              <a:off x="1802020" y="3658272"/>
              <a:ext cx="66040" cy="117889"/>
            </a:xfrm>
            <a:custGeom>
              <a:rect b="b" l="l" r="r" t="t"/>
              <a:pathLst>
                <a:path extrusionOk="0" h="3954" w="2215">
                  <a:moveTo>
                    <a:pt x="0" y="0"/>
                  </a:moveTo>
                  <a:cubicBezTo>
                    <a:pt x="1000" y="119"/>
                    <a:pt x="1739" y="953"/>
                    <a:pt x="1739" y="1977"/>
                  </a:cubicBezTo>
                  <a:lnTo>
                    <a:pt x="1739" y="3572"/>
                  </a:lnTo>
                  <a:cubicBezTo>
                    <a:pt x="1739" y="3668"/>
                    <a:pt x="1667" y="3787"/>
                    <a:pt x="1620" y="3834"/>
                  </a:cubicBezTo>
                  <a:lnTo>
                    <a:pt x="1596" y="3882"/>
                  </a:lnTo>
                  <a:cubicBezTo>
                    <a:pt x="1643" y="3929"/>
                    <a:pt x="1739" y="3953"/>
                    <a:pt x="1834" y="3953"/>
                  </a:cubicBezTo>
                  <a:cubicBezTo>
                    <a:pt x="1929" y="3953"/>
                    <a:pt x="2024" y="3906"/>
                    <a:pt x="2096" y="3834"/>
                  </a:cubicBezTo>
                  <a:cubicBezTo>
                    <a:pt x="2191" y="3787"/>
                    <a:pt x="2215" y="3691"/>
                    <a:pt x="2215" y="3572"/>
                  </a:cubicBezTo>
                  <a:lnTo>
                    <a:pt x="2215" y="1977"/>
                  </a:lnTo>
                  <a:cubicBezTo>
                    <a:pt x="2215" y="857"/>
                    <a:pt x="1358" y="0"/>
                    <a:pt x="238"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98"/>
            <p:cNvSpPr/>
            <p:nvPr/>
          </p:nvSpPr>
          <p:spPr>
            <a:xfrm>
              <a:off x="1914901" y="3796019"/>
              <a:ext cx="113625" cy="124984"/>
            </a:xfrm>
            <a:custGeom>
              <a:rect b="b" l="l" r="r" t="t"/>
              <a:pathLst>
                <a:path extrusionOk="0" h="4192" w="3811">
                  <a:moveTo>
                    <a:pt x="72" y="0"/>
                  </a:moveTo>
                  <a:cubicBezTo>
                    <a:pt x="25" y="0"/>
                    <a:pt x="1" y="24"/>
                    <a:pt x="1" y="48"/>
                  </a:cubicBezTo>
                  <a:lnTo>
                    <a:pt x="1" y="4191"/>
                  </a:lnTo>
                  <a:lnTo>
                    <a:pt x="3811" y="4191"/>
                  </a:lnTo>
                  <a:lnTo>
                    <a:pt x="3811" y="48"/>
                  </a:lnTo>
                  <a:cubicBezTo>
                    <a:pt x="3811" y="24"/>
                    <a:pt x="3787" y="0"/>
                    <a:pt x="376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98"/>
            <p:cNvSpPr/>
            <p:nvPr/>
          </p:nvSpPr>
          <p:spPr>
            <a:xfrm>
              <a:off x="2012904" y="3796019"/>
              <a:ext cx="15623" cy="124984"/>
            </a:xfrm>
            <a:custGeom>
              <a:rect b="b" l="l" r="r" t="t"/>
              <a:pathLst>
                <a:path extrusionOk="0" h="4192" w="524">
                  <a:moveTo>
                    <a:pt x="0" y="0"/>
                  </a:moveTo>
                  <a:cubicBezTo>
                    <a:pt x="24" y="0"/>
                    <a:pt x="48" y="24"/>
                    <a:pt x="48" y="48"/>
                  </a:cubicBezTo>
                  <a:lnTo>
                    <a:pt x="48" y="4191"/>
                  </a:lnTo>
                  <a:lnTo>
                    <a:pt x="524" y="4191"/>
                  </a:lnTo>
                  <a:lnTo>
                    <a:pt x="524" y="48"/>
                  </a:lnTo>
                  <a:cubicBezTo>
                    <a:pt x="524" y="24"/>
                    <a:pt x="500" y="0"/>
                    <a:pt x="47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98"/>
            <p:cNvSpPr/>
            <p:nvPr/>
          </p:nvSpPr>
          <p:spPr>
            <a:xfrm>
              <a:off x="1779987" y="3578725"/>
              <a:ext cx="58974" cy="58259"/>
            </a:xfrm>
            <a:custGeom>
              <a:rect b="b" l="l" r="r" t="t"/>
              <a:pathLst>
                <a:path extrusionOk="0" h="1954" w="1978">
                  <a:moveTo>
                    <a:pt x="1001" y="1"/>
                  </a:moveTo>
                  <a:cubicBezTo>
                    <a:pt x="453" y="1"/>
                    <a:pt x="1" y="430"/>
                    <a:pt x="1" y="977"/>
                  </a:cubicBezTo>
                  <a:cubicBezTo>
                    <a:pt x="1" y="1525"/>
                    <a:pt x="453" y="1954"/>
                    <a:pt x="1001" y="1954"/>
                  </a:cubicBezTo>
                  <a:cubicBezTo>
                    <a:pt x="1525" y="1954"/>
                    <a:pt x="1978" y="1525"/>
                    <a:pt x="1978" y="977"/>
                  </a:cubicBezTo>
                  <a:cubicBezTo>
                    <a:pt x="1978" y="430"/>
                    <a:pt x="1525" y="1"/>
                    <a:pt x="10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98"/>
            <p:cNvSpPr/>
            <p:nvPr/>
          </p:nvSpPr>
          <p:spPr>
            <a:xfrm>
              <a:off x="1789230" y="3579441"/>
              <a:ext cx="49731" cy="57543"/>
            </a:xfrm>
            <a:custGeom>
              <a:rect b="b" l="l" r="r" t="t"/>
              <a:pathLst>
                <a:path extrusionOk="0" h="1930" w="1668">
                  <a:moveTo>
                    <a:pt x="929" y="1"/>
                  </a:moveTo>
                  <a:cubicBezTo>
                    <a:pt x="1120" y="167"/>
                    <a:pt x="1239" y="406"/>
                    <a:pt x="1239" y="715"/>
                  </a:cubicBezTo>
                  <a:cubicBezTo>
                    <a:pt x="1239" y="1239"/>
                    <a:pt x="810" y="1692"/>
                    <a:pt x="263" y="1692"/>
                  </a:cubicBezTo>
                  <a:cubicBezTo>
                    <a:pt x="167" y="1692"/>
                    <a:pt x="96" y="1692"/>
                    <a:pt x="1" y="1668"/>
                  </a:cubicBezTo>
                  <a:lnTo>
                    <a:pt x="1" y="1668"/>
                  </a:lnTo>
                  <a:cubicBezTo>
                    <a:pt x="167" y="1834"/>
                    <a:pt x="405" y="1930"/>
                    <a:pt x="691" y="1930"/>
                  </a:cubicBezTo>
                  <a:cubicBezTo>
                    <a:pt x="1215" y="1930"/>
                    <a:pt x="1668" y="1477"/>
                    <a:pt x="1668" y="953"/>
                  </a:cubicBezTo>
                  <a:cubicBezTo>
                    <a:pt x="1668" y="501"/>
                    <a:pt x="1358" y="120"/>
                    <a:pt x="929"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98"/>
            <p:cNvSpPr/>
            <p:nvPr/>
          </p:nvSpPr>
          <p:spPr>
            <a:xfrm>
              <a:off x="1909952" y="3791756"/>
              <a:ext cx="124984" cy="136344"/>
            </a:xfrm>
            <a:custGeom>
              <a:rect b="b" l="l" r="r" t="t"/>
              <a:pathLst>
                <a:path extrusionOk="0" h="4573" w="4192">
                  <a:moveTo>
                    <a:pt x="238" y="0"/>
                  </a:moveTo>
                  <a:cubicBezTo>
                    <a:pt x="119" y="0"/>
                    <a:pt x="0" y="119"/>
                    <a:pt x="0" y="238"/>
                  </a:cubicBezTo>
                  <a:lnTo>
                    <a:pt x="0" y="4406"/>
                  </a:lnTo>
                  <a:cubicBezTo>
                    <a:pt x="0" y="4477"/>
                    <a:pt x="95" y="4573"/>
                    <a:pt x="167" y="4573"/>
                  </a:cubicBezTo>
                  <a:lnTo>
                    <a:pt x="762" y="4573"/>
                  </a:lnTo>
                  <a:cubicBezTo>
                    <a:pt x="857" y="4573"/>
                    <a:pt x="929" y="4525"/>
                    <a:pt x="953" y="4430"/>
                  </a:cubicBezTo>
                  <a:cubicBezTo>
                    <a:pt x="976" y="4311"/>
                    <a:pt x="881" y="4215"/>
                    <a:pt x="762" y="4215"/>
                  </a:cubicBezTo>
                  <a:lnTo>
                    <a:pt x="357" y="4215"/>
                  </a:lnTo>
                  <a:lnTo>
                    <a:pt x="357" y="357"/>
                  </a:lnTo>
                  <a:lnTo>
                    <a:pt x="3834" y="357"/>
                  </a:lnTo>
                  <a:lnTo>
                    <a:pt x="3834" y="4215"/>
                  </a:lnTo>
                  <a:lnTo>
                    <a:pt x="1572" y="4215"/>
                  </a:lnTo>
                  <a:cubicBezTo>
                    <a:pt x="1477" y="4215"/>
                    <a:pt x="1429" y="4287"/>
                    <a:pt x="1405" y="4358"/>
                  </a:cubicBezTo>
                  <a:cubicBezTo>
                    <a:pt x="1357" y="4477"/>
                    <a:pt x="1453" y="4573"/>
                    <a:pt x="1572" y="4573"/>
                  </a:cubicBezTo>
                  <a:lnTo>
                    <a:pt x="4025" y="4573"/>
                  </a:lnTo>
                  <a:cubicBezTo>
                    <a:pt x="4096" y="4573"/>
                    <a:pt x="4191" y="4477"/>
                    <a:pt x="4191" y="4406"/>
                  </a:cubicBezTo>
                  <a:lnTo>
                    <a:pt x="4191" y="238"/>
                  </a:lnTo>
                  <a:cubicBezTo>
                    <a:pt x="4168" y="72"/>
                    <a:pt x="4072" y="0"/>
                    <a:pt x="3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98"/>
            <p:cNvSpPr/>
            <p:nvPr/>
          </p:nvSpPr>
          <p:spPr>
            <a:xfrm>
              <a:off x="1946148" y="3714295"/>
              <a:ext cx="35539" cy="54770"/>
            </a:xfrm>
            <a:custGeom>
              <a:rect b="b" l="l" r="r" t="t"/>
              <a:pathLst>
                <a:path extrusionOk="0" h="1837" w="1192">
                  <a:moveTo>
                    <a:pt x="557" y="325"/>
                  </a:moveTo>
                  <a:cubicBezTo>
                    <a:pt x="577" y="325"/>
                    <a:pt x="598" y="329"/>
                    <a:pt x="620" y="336"/>
                  </a:cubicBezTo>
                  <a:cubicBezTo>
                    <a:pt x="739" y="336"/>
                    <a:pt x="834" y="455"/>
                    <a:pt x="834" y="574"/>
                  </a:cubicBezTo>
                  <a:lnTo>
                    <a:pt x="834" y="1217"/>
                  </a:lnTo>
                  <a:cubicBezTo>
                    <a:pt x="834" y="1336"/>
                    <a:pt x="739" y="1455"/>
                    <a:pt x="620" y="1455"/>
                  </a:cubicBezTo>
                  <a:cubicBezTo>
                    <a:pt x="477" y="1455"/>
                    <a:pt x="358" y="1360"/>
                    <a:pt x="358" y="1217"/>
                  </a:cubicBezTo>
                  <a:lnTo>
                    <a:pt x="358" y="574"/>
                  </a:lnTo>
                  <a:cubicBezTo>
                    <a:pt x="358" y="432"/>
                    <a:pt x="444" y="325"/>
                    <a:pt x="557" y="325"/>
                  </a:cubicBezTo>
                  <a:close/>
                  <a:moveTo>
                    <a:pt x="614" y="1"/>
                  </a:moveTo>
                  <a:cubicBezTo>
                    <a:pt x="600" y="1"/>
                    <a:pt x="586" y="1"/>
                    <a:pt x="572" y="2"/>
                  </a:cubicBezTo>
                  <a:cubicBezTo>
                    <a:pt x="263" y="26"/>
                    <a:pt x="1" y="264"/>
                    <a:pt x="1" y="598"/>
                  </a:cubicBezTo>
                  <a:lnTo>
                    <a:pt x="1" y="1241"/>
                  </a:lnTo>
                  <a:cubicBezTo>
                    <a:pt x="1" y="1550"/>
                    <a:pt x="239" y="1812"/>
                    <a:pt x="572" y="1836"/>
                  </a:cubicBezTo>
                  <a:cubicBezTo>
                    <a:pt x="905" y="1836"/>
                    <a:pt x="1191" y="1574"/>
                    <a:pt x="1191" y="1217"/>
                  </a:cubicBezTo>
                  <a:lnTo>
                    <a:pt x="1191" y="598"/>
                  </a:lnTo>
                  <a:cubicBezTo>
                    <a:pt x="1191" y="256"/>
                    <a:pt x="929" y="1"/>
                    <a:pt x="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98"/>
            <p:cNvSpPr/>
            <p:nvPr/>
          </p:nvSpPr>
          <p:spPr>
            <a:xfrm>
              <a:off x="1902826" y="3714087"/>
              <a:ext cx="37686" cy="52832"/>
            </a:xfrm>
            <a:custGeom>
              <a:rect b="b" l="l" r="r" t="t"/>
              <a:pathLst>
                <a:path extrusionOk="0" h="1772" w="1264">
                  <a:moveTo>
                    <a:pt x="715" y="533"/>
                  </a:moveTo>
                  <a:lnTo>
                    <a:pt x="715" y="986"/>
                  </a:lnTo>
                  <a:lnTo>
                    <a:pt x="477" y="986"/>
                  </a:lnTo>
                  <a:cubicBezTo>
                    <a:pt x="572" y="843"/>
                    <a:pt x="644" y="652"/>
                    <a:pt x="715" y="533"/>
                  </a:cubicBezTo>
                  <a:close/>
                  <a:moveTo>
                    <a:pt x="811" y="1"/>
                  </a:moveTo>
                  <a:cubicBezTo>
                    <a:pt x="733" y="1"/>
                    <a:pt x="651" y="32"/>
                    <a:pt x="596" y="105"/>
                  </a:cubicBezTo>
                  <a:cubicBezTo>
                    <a:pt x="501" y="176"/>
                    <a:pt x="144" y="867"/>
                    <a:pt x="25" y="1081"/>
                  </a:cubicBezTo>
                  <a:cubicBezTo>
                    <a:pt x="1" y="1105"/>
                    <a:pt x="1" y="1129"/>
                    <a:pt x="1" y="1200"/>
                  </a:cubicBezTo>
                  <a:cubicBezTo>
                    <a:pt x="1" y="1272"/>
                    <a:pt x="72" y="1343"/>
                    <a:pt x="168" y="1343"/>
                  </a:cubicBezTo>
                  <a:lnTo>
                    <a:pt x="715" y="1343"/>
                  </a:lnTo>
                  <a:lnTo>
                    <a:pt x="715" y="1581"/>
                  </a:lnTo>
                  <a:cubicBezTo>
                    <a:pt x="715" y="1676"/>
                    <a:pt x="787" y="1772"/>
                    <a:pt x="882" y="1772"/>
                  </a:cubicBezTo>
                  <a:cubicBezTo>
                    <a:pt x="977" y="1772"/>
                    <a:pt x="1073" y="1676"/>
                    <a:pt x="1073" y="1581"/>
                  </a:cubicBezTo>
                  <a:lnTo>
                    <a:pt x="1073" y="1343"/>
                  </a:lnTo>
                  <a:cubicBezTo>
                    <a:pt x="1144" y="1343"/>
                    <a:pt x="1215" y="1295"/>
                    <a:pt x="1239" y="1200"/>
                  </a:cubicBezTo>
                  <a:cubicBezTo>
                    <a:pt x="1263" y="1081"/>
                    <a:pt x="1192" y="986"/>
                    <a:pt x="1073" y="986"/>
                  </a:cubicBezTo>
                  <a:lnTo>
                    <a:pt x="1073" y="248"/>
                  </a:lnTo>
                  <a:cubicBezTo>
                    <a:pt x="1073" y="129"/>
                    <a:pt x="977" y="33"/>
                    <a:pt x="882" y="9"/>
                  </a:cubicBezTo>
                  <a:cubicBezTo>
                    <a:pt x="860" y="4"/>
                    <a:pt x="836" y="1"/>
                    <a:pt x="8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98"/>
            <p:cNvSpPr/>
            <p:nvPr/>
          </p:nvSpPr>
          <p:spPr>
            <a:xfrm>
              <a:off x="2000114" y="3711970"/>
              <a:ext cx="29129" cy="55665"/>
            </a:xfrm>
            <a:custGeom>
              <a:rect b="b" l="l" r="r" t="t"/>
              <a:pathLst>
                <a:path extrusionOk="0" h="1867" w="977">
                  <a:moveTo>
                    <a:pt x="815" y="0"/>
                  </a:moveTo>
                  <a:cubicBezTo>
                    <a:pt x="744" y="0"/>
                    <a:pt x="680" y="31"/>
                    <a:pt x="643" y="104"/>
                  </a:cubicBezTo>
                  <a:lnTo>
                    <a:pt x="0" y="1605"/>
                  </a:lnTo>
                  <a:cubicBezTo>
                    <a:pt x="0" y="1747"/>
                    <a:pt x="48" y="1843"/>
                    <a:pt x="120" y="1867"/>
                  </a:cubicBezTo>
                  <a:lnTo>
                    <a:pt x="191" y="1867"/>
                  </a:lnTo>
                  <a:cubicBezTo>
                    <a:pt x="239" y="1867"/>
                    <a:pt x="310" y="1843"/>
                    <a:pt x="334" y="1747"/>
                  </a:cubicBezTo>
                  <a:lnTo>
                    <a:pt x="953" y="247"/>
                  </a:lnTo>
                  <a:cubicBezTo>
                    <a:pt x="977" y="176"/>
                    <a:pt x="953" y="80"/>
                    <a:pt x="882" y="9"/>
                  </a:cubicBezTo>
                  <a:cubicBezTo>
                    <a:pt x="859" y="3"/>
                    <a:pt x="83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98"/>
            <p:cNvSpPr/>
            <p:nvPr/>
          </p:nvSpPr>
          <p:spPr>
            <a:xfrm>
              <a:off x="1994419" y="3717903"/>
              <a:ext cx="12105" cy="12105"/>
            </a:xfrm>
            <a:custGeom>
              <a:rect b="b" l="l" r="r" t="t"/>
              <a:pathLst>
                <a:path extrusionOk="0" h="406" w="406">
                  <a:moveTo>
                    <a:pt x="191" y="1"/>
                  </a:moveTo>
                  <a:cubicBezTo>
                    <a:pt x="72" y="1"/>
                    <a:pt x="1" y="96"/>
                    <a:pt x="1" y="191"/>
                  </a:cubicBezTo>
                  <a:cubicBezTo>
                    <a:pt x="1" y="310"/>
                    <a:pt x="72" y="405"/>
                    <a:pt x="191" y="405"/>
                  </a:cubicBezTo>
                  <a:cubicBezTo>
                    <a:pt x="311" y="405"/>
                    <a:pt x="406" y="310"/>
                    <a:pt x="406" y="191"/>
                  </a:cubicBezTo>
                  <a:cubicBezTo>
                    <a:pt x="406" y="96"/>
                    <a:pt x="311"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98"/>
            <p:cNvSpPr/>
            <p:nvPr/>
          </p:nvSpPr>
          <p:spPr>
            <a:xfrm>
              <a:off x="2024264" y="3752698"/>
              <a:ext cx="12791" cy="12105"/>
            </a:xfrm>
            <a:custGeom>
              <a:rect b="b" l="l" r="r" t="t"/>
              <a:pathLst>
                <a:path extrusionOk="0" h="406" w="429">
                  <a:moveTo>
                    <a:pt x="214" y="0"/>
                  </a:moveTo>
                  <a:cubicBezTo>
                    <a:pt x="95" y="0"/>
                    <a:pt x="0" y="72"/>
                    <a:pt x="0" y="191"/>
                  </a:cubicBezTo>
                  <a:cubicBezTo>
                    <a:pt x="0" y="310"/>
                    <a:pt x="95" y="405"/>
                    <a:pt x="214" y="405"/>
                  </a:cubicBezTo>
                  <a:cubicBezTo>
                    <a:pt x="334" y="405"/>
                    <a:pt x="429" y="310"/>
                    <a:pt x="429" y="191"/>
                  </a:cubicBezTo>
                  <a:cubicBezTo>
                    <a:pt x="429" y="72"/>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98"/>
            <p:cNvSpPr/>
            <p:nvPr/>
          </p:nvSpPr>
          <p:spPr>
            <a:xfrm>
              <a:off x="1745908" y="3653293"/>
              <a:ext cx="128562" cy="274417"/>
            </a:xfrm>
            <a:custGeom>
              <a:rect b="b" l="l" r="r" t="t"/>
              <a:pathLst>
                <a:path extrusionOk="0" h="9204" w="4312">
                  <a:moveTo>
                    <a:pt x="2073" y="0"/>
                  </a:moveTo>
                  <a:cubicBezTo>
                    <a:pt x="1358" y="0"/>
                    <a:pt x="25" y="429"/>
                    <a:pt x="25" y="2048"/>
                  </a:cubicBezTo>
                  <a:lnTo>
                    <a:pt x="25" y="3025"/>
                  </a:lnTo>
                  <a:lnTo>
                    <a:pt x="25" y="3501"/>
                  </a:lnTo>
                  <a:cubicBezTo>
                    <a:pt x="25" y="3620"/>
                    <a:pt x="1" y="3739"/>
                    <a:pt x="25" y="3858"/>
                  </a:cubicBezTo>
                  <a:cubicBezTo>
                    <a:pt x="43" y="4139"/>
                    <a:pt x="312" y="4332"/>
                    <a:pt x="577" y="4332"/>
                  </a:cubicBezTo>
                  <a:cubicBezTo>
                    <a:pt x="649" y="4332"/>
                    <a:pt x="721" y="4318"/>
                    <a:pt x="787" y="4287"/>
                  </a:cubicBezTo>
                  <a:lnTo>
                    <a:pt x="787" y="8407"/>
                  </a:lnTo>
                  <a:cubicBezTo>
                    <a:pt x="787" y="8812"/>
                    <a:pt x="1073" y="9121"/>
                    <a:pt x="1406" y="9193"/>
                  </a:cubicBezTo>
                  <a:cubicBezTo>
                    <a:pt x="1452" y="9200"/>
                    <a:pt x="1497" y="9203"/>
                    <a:pt x="1541" y="9203"/>
                  </a:cubicBezTo>
                  <a:cubicBezTo>
                    <a:pt x="1792" y="9203"/>
                    <a:pt x="2006" y="9093"/>
                    <a:pt x="2168" y="8931"/>
                  </a:cubicBezTo>
                  <a:cubicBezTo>
                    <a:pt x="2310" y="9093"/>
                    <a:pt x="2521" y="9203"/>
                    <a:pt x="2771" y="9203"/>
                  </a:cubicBezTo>
                  <a:cubicBezTo>
                    <a:pt x="2815" y="9203"/>
                    <a:pt x="2860" y="9200"/>
                    <a:pt x="2906" y="9193"/>
                  </a:cubicBezTo>
                  <a:cubicBezTo>
                    <a:pt x="3263" y="9121"/>
                    <a:pt x="3525" y="8812"/>
                    <a:pt x="3525" y="8407"/>
                  </a:cubicBezTo>
                  <a:lnTo>
                    <a:pt x="3525" y="5549"/>
                  </a:lnTo>
                  <a:cubicBezTo>
                    <a:pt x="3525" y="5478"/>
                    <a:pt x="3478" y="5406"/>
                    <a:pt x="3383" y="5382"/>
                  </a:cubicBezTo>
                  <a:cubicBezTo>
                    <a:pt x="3361" y="5374"/>
                    <a:pt x="3340" y="5370"/>
                    <a:pt x="3321" y="5370"/>
                  </a:cubicBezTo>
                  <a:cubicBezTo>
                    <a:pt x="3232" y="5370"/>
                    <a:pt x="3168" y="5452"/>
                    <a:pt x="3168" y="5549"/>
                  </a:cubicBezTo>
                  <a:lnTo>
                    <a:pt x="3168" y="8407"/>
                  </a:lnTo>
                  <a:cubicBezTo>
                    <a:pt x="3168" y="8645"/>
                    <a:pt x="3001" y="8836"/>
                    <a:pt x="2763" y="8836"/>
                  </a:cubicBezTo>
                  <a:cubicBezTo>
                    <a:pt x="2525" y="8836"/>
                    <a:pt x="2311" y="8645"/>
                    <a:pt x="2311" y="8407"/>
                  </a:cubicBezTo>
                  <a:lnTo>
                    <a:pt x="2311" y="3358"/>
                  </a:lnTo>
                  <a:cubicBezTo>
                    <a:pt x="2311" y="3263"/>
                    <a:pt x="2216" y="3168"/>
                    <a:pt x="2120" y="3168"/>
                  </a:cubicBezTo>
                  <a:cubicBezTo>
                    <a:pt x="2049" y="3168"/>
                    <a:pt x="1954" y="3263"/>
                    <a:pt x="1954" y="3358"/>
                  </a:cubicBezTo>
                  <a:lnTo>
                    <a:pt x="1954" y="8407"/>
                  </a:lnTo>
                  <a:cubicBezTo>
                    <a:pt x="1954" y="8645"/>
                    <a:pt x="1739" y="8836"/>
                    <a:pt x="1525" y="8836"/>
                  </a:cubicBezTo>
                  <a:cubicBezTo>
                    <a:pt x="1287" y="8836"/>
                    <a:pt x="1144" y="8621"/>
                    <a:pt x="1144" y="8407"/>
                  </a:cubicBezTo>
                  <a:lnTo>
                    <a:pt x="1144" y="2025"/>
                  </a:lnTo>
                  <a:cubicBezTo>
                    <a:pt x="1144" y="1929"/>
                    <a:pt x="1096" y="1858"/>
                    <a:pt x="1001" y="1834"/>
                  </a:cubicBezTo>
                  <a:cubicBezTo>
                    <a:pt x="989" y="1832"/>
                    <a:pt x="976" y="1830"/>
                    <a:pt x="965" y="1830"/>
                  </a:cubicBezTo>
                  <a:cubicBezTo>
                    <a:pt x="863" y="1830"/>
                    <a:pt x="787" y="1918"/>
                    <a:pt x="787" y="2025"/>
                  </a:cubicBezTo>
                  <a:lnTo>
                    <a:pt x="787" y="3739"/>
                  </a:lnTo>
                  <a:cubicBezTo>
                    <a:pt x="787" y="3835"/>
                    <a:pt x="739" y="3954"/>
                    <a:pt x="620" y="3954"/>
                  </a:cubicBezTo>
                  <a:cubicBezTo>
                    <a:pt x="603" y="3956"/>
                    <a:pt x="586" y="3957"/>
                    <a:pt x="570" y="3957"/>
                  </a:cubicBezTo>
                  <a:cubicBezTo>
                    <a:pt x="430" y="3957"/>
                    <a:pt x="334" y="3867"/>
                    <a:pt x="334" y="3739"/>
                  </a:cubicBezTo>
                  <a:lnTo>
                    <a:pt x="334" y="2144"/>
                  </a:lnTo>
                  <a:cubicBezTo>
                    <a:pt x="334" y="1143"/>
                    <a:pt x="1144" y="358"/>
                    <a:pt x="2120" y="358"/>
                  </a:cubicBezTo>
                  <a:lnTo>
                    <a:pt x="2216" y="358"/>
                  </a:lnTo>
                  <a:cubicBezTo>
                    <a:pt x="3716" y="358"/>
                    <a:pt x="3954" y="1667"/>
                    <a:pt x="3954" y="2072"/>
                  </a:cubicBezTo>
                  <a:lnTo>
                    <a:pt x="3954" y="3858"/>
                  </a:lnTo>
                  <a:lnTo>
                    <a:pt x="3954" y="3882"/>
                  </a:lnTo>
                  <a:cubicBezTo>
                    <a:pt x="3883" y="3962"/>
                    <a:pt x="3803" y="3995"/>
                    <a:pt x="3730" y="3995"/>
                  </a:cubicBezTo>
                  <a:cubicBezTo>
                    <a:pt x="3605" y="3995"/>
                    <a:pt x="3502" y="3898"/>
                    <a:pt x="3502" y="3763"/>
                  </a:cubicBezTo>
                  <a:lnTo>
                    <a:pt x="3502" y="2072"/>
                  </a:lnTo>
                  <a:cubicBezTo>
                    <a:pt x="3502" y="1977"/>
                    <a:pt x="3430" y="1882"/>
                    <a:pt x="3359" y="1882"/>
                  </a:cubicBezTo>
                  <a:cubicBezTo>
                    <a:pt x="3240" y="1882"/>
                    <a:pt x="3144" y="1953"/>
                    <a:pt x="3144" y="2072"/>
                  </a:cubicBezTo>
                  <a:lnTo>
                    <a:pt x="3144" y="4787"/>
                  </a:lnTo>
                  <a:cubicBezTo>
                    <a:pt x="3144" y="4859"/>
                    <a:pt x="3192" y="4954"/>
                    <a:pt x="3287" y="4954"/>
                  </a:cubicBezTo>
                  <a:cubicBezTo>
                    <a:pt x="3406" y="4954"/>
                    <a:pt x="3502" y="4906"/>
                    <a:pt x="3502" y="4787"/>
                  </a:cubicBezTo>
                  <a:lnTo>
                    <a:pt x="3502" y="4263"/>
                  </a:lnTo>
                  <a:cubicBezTo>
                    <a:pt x="3571" y="4298"/>
                    <a:pt x="3654" y="4320"/>
                    <a:pt x="3740" y="4320"/>
                  </a:cubicBezTo>
                  <a:cubicBezTo>
                    <a:pt x="3771" y="4320"/>
                    <a:pt x="3803" y="4317"/>
                    <a:pt x="3835" y="4311"/>
                  </a:cubicBezTo>
                  <a:cubicBezTo>
                    <a:pt x="4097" y="4239"/>
                    <a:pt x="4311" y="4001"/>
                    <a:pt x="4311" y="3739"/>
                  </a:cubicBezTo>
                  <a:lnTo>
                    <a:pt x="4311" y="2144"/>
                  </a:lnTo>
                  <a:cubicBezTo>
                    <a:pt x="4264" y="429"/>
                    <a:pt x="3335" y="0"/>
                    <a:pt x="2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98"/>
            <p:cNvSpPr/>
            <p:nvPr/>
          </p:nvSpPr>
          <p:spPr>
            <a:xfrm>
              <a:off x="1775038" y="3572345"/>
              <a:ext cx="68902" cy="68902"/>
            </a:xfrm>
            <a:custGeom>
              <a:rect b="b" l="l" r="r" t="t"/>
              <a:pathLst>
                <a:path extrusionOk="0" h="2311" w="2311">
                  <a:moveTo>
                    <a:pt x="1167" y="358"/>
                  </a:moveTo>
                  <a:cubicBezTo>
                    <a:pt x="1596" y="358"/>
                    <a:pt x="1953" y="715"/>
                    <a:pt x="1953" y="1167"/>
                  </a:cubicBezTo>
                  <a:cubicBezTo>
                    <a:pt x="1953" y="1596"/>
                    <a:pt x="1596" y="1953"/>
                    <a:pt x="1167" y="1953"/>
                  </a:cubicBezTo>
                  <a:cubicBezTo>
                    <a:pt x="715" y="1953"/>
                    <a:pt x="357" y="1596"/>
                    <a:pt x="357" y="1167"/>
                  </a:cubicBezTo>
                  <a:cubicBezTo>
                    <a:pt x="357" y="715"/>
                    <a:pt x="715" y="358"/>
                    <a:pt x="1167" y="358"/>
                  </a:cubicBezTo>
                  <a:close/>
                  <a:moveTo>
                    <a:pt x="1167" y="1"/>
                  </a:moveTo>
                  <a:cubicBezTo>
                    <a:pt x="524" y="1"/>
                    <a:pt x="0" y="501"/>
                    <a:pt x="0" y="1167"/>
                  </a:cubicBezTo>
                  <a:cubicBezTo>
                    <a:pt x="0" y="1810"/>
                    <a:pt x="524" y="2311"/>
                    <a:pt x="1167" y="2311"/>
                  </a:cubicBezTo>
                  <a:cubicBezTo>
                    <a:pt x="1786" y="2311"/>
                    <a:pt x="2310" y="1810"/>
                    <a:pt x="2310" y="1167"/>
                  </a:cubicBezTo>
                  <a:cubicBezTo>
                    <a:pt x="2310" y="524"/>
                    <a:pt x="1810"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2" name="Google Shape;23032;p98"/>
          <p:cNvGrpSpPr/>
          <p:nvPr/>
        </p:nvGrpSpPr>
        <p:grpSpPr>
          <a:xfrm>
            <a:off x="4019694" y="1770530"/>
            <a:ext cx="356470" cy="353636"/>
            <a:chOff x="4362590" y="1922930"/>
            <a:chExt cx="356470" cy="353636"/>
          </a:xfrm>
        </p:grpSpPr>
        <p:sp>
          <p:nvSpPr>
            <p:cNvPr id="23033" name="Google Shape;23033;p98"/>
            <p:cNvSpPr/>
            <p:nvPr/>
          </p:nvSpPr>
          <p:spPr>
            <a:xfrm>
              <a:off x="4455614" y="2013121"/>
              <a:ext cx="172569" cy="171854"/>
            </a:xfrm>
            <a:custGeom>
              <a:rect b="b" l="l" r="r" t="t"/>
              <a:pathLst>
                <a:path extrusionOk="0" h="5764" w="5788">
                  <a:moveTo>
                    <a:pt x="2882" y="0"/>
                  </a:moveTo>
                  <a:cubicBezTo>
                    <a:pt x="1287" y="0"/>
                    <a:pt x="1" y="1286"/>
                    <a:pt x="1" y="2882"/>
                  </a:cubicBezTo>
                  <a:cubicBezTo>
                    <a:pt x="1" y="4477"/>
                    <a:pt x="1287" y="5763"/>
                    <a:pt x="2882" y="5763"/>
                  </a:cubicBezTo>
                  <a:cubicBezTo>
                    <a:pt x="4478" y="5763"/>
                    <a:pt x="5787" y="4477"/>
                    <a:pt x="5787" y="2882"/>
                  </a:cubicBezTo>
                  <a:cubicBezTo>
                    <a:pt x="5787" y="1286"/>
                    <a:pt x="4478" y="0"/>
                    <a:pt x="28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98"/>
            <p:cNvSpPr/>
            <p:nvPr/>
          </p:nvSpPr>
          <p:spPr>
            <a:xfrm>
              <a:off x="4501052" y="2018071"/>
              <a:ext cx="127131" cy="166904"/>
            </a:xfrm>
            <a:custGeom>
              <a:rect b="b" l="l" r="r" t="t"/>
              <a:pathLst>
                <a:path extrusionOk="0" h="5598" w="4264">
                  <a:moveTo>
                    <a:pt x="2287" y="1"/>
                  </a:moveTo>
                  <a:lnTo>
                    <a:pt x="2287" y="1"/>
                  </a:lnTo>
                  <a:cubicBezTo>
                    <a:pt x="3192" y="477"/>
                    <a:pt x="3811" y="1430"/>
                    <a:pt x="3811" y="2525"/>
                  </a:cubicBezTo>
                  <a:cubicBezTo>
                    <a:pt x="3811" y="4145"/>
                    <a:pt x="2501" y="5431"/>
                    <a:pt x="929" y="5431"/>
                  </a:cubicBezTo>
                  <a:cubicBezTo>
                    <a:pt x="596" y="5431"/>
                    <a:pt x="286" y="5359"/>
                    <a:pt x="1" y="5264"/>
                  </a:cubicBezTo>
                  <a:lnTo>
                    <a:pt x="1" y="5264"/>
                  </a:lnTo>
                  <a:cubicBezTo>
                    <a:pt x="405" y="5478"/>
                    <a:pt x="882" y="5597"/>
                    <a:pt x="1358" y="5597"/>
                  </a:cubicBezTo>
                  <a:cubicBezTo>
                    <a:pt x="2977" y="5597"/>
                    <a:pt x="4263" y="4288"/>
                    <a:pt x="4263" y="2716"/>
                  </a:cubicBezTo>
                  <a:cubicBezTo>
                    <a:pt x="4263" y="1454"/>
                    <a:pt x="3430" y="382"/>
                    <a:pt x="228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98"/>
            <p:cNvSpPr/>
            <p:nvPr/>
          </p:nvSpPr>
          <p:spPr>
            <a:xfrm>
              <a:off x="4555018" y="1929340"/>
              <a:ext cx="159063" cy="341531"/>
            </a:xfrm>
            <a:custGeom>
              <a:rect b="b" l="l" r="r" t="t"/>
              <a:pathLst>
                <a:path extrusionOk="0" h="11455" w="5335">
                  <a:moveTo>
                    <a:pt x="215" y="0"/>
                  </a:moveTo>
                  <a:cubicBezTo>
                    <a:pt x="143" y="0"/>
                    <a:pt x="120" y="24"/>
                    <a:pt x="120" y="72"/>
                  </a:cubicBezTo>
                  <a:lnTo>
                    <a:pt x="120" y="1596"/>
                  </a:lnTo>
                  <a:cubicBezTo>
                    <a:pt x="120" y="1643"/>
                    <a:pt x="143" y="1667"/>
                    <a:pt x="191" y="1667"/>
                  </a:cubicBezTo>
                  <a:cubicBezTo>
                    <a:pt x="2168" y="1953"/>
                    <a:pt x="3692" y="3668"/>
                    <a:pt x="3692" y="5739"/>
                  </a:cubicBezTo>
                  <a:cubicBezTo>
                    <a:pt x="3692" y="7859"/>
                    <a:pt x="2120" y="9621"/>
                    <a:pt x="72" y="9859"/>
                  </a:cubicBezTo>
                  <a:cubicBezTo>
                    <a:pt x="24" y="9859"/>
                    <a:pt x="1" y="9883"/>
                    <a:pt x="1" y="9907"/>
                  </a:cubicBezTo>
                  <a:lnTo>
                    <a:pt x="1" y="11407"/>
                  </a:lnTo>
                  <a:cubicBezTo>
                    <a:pt x="1" y="11431"/>
                    <a:pt x="72" y="11455"/>
                    <a:pt x="96" y="11455"/>
                  </a:cubicBezTo>
                  <a:cubicBezTo>
                    <a:pt x="3001" y="11193"/>
                    <a:pt x="5335" y="8716"/>
                    <a:pt x="5335" y="5716"/>
                  </a:cubicBezTo>
                  <a:cubicBezTo>
                    <a:pt x="5335" y="2763"/>
                    <a:pt x="3049" y="357"/>
                    <a:pt x="21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98"/>
            <p:cNvSpPr/>
            <p:nvPr/>
          </p:nvSpPr>
          <p:spPr>
            <a:xfrm>
              <a:off x="4554302" y="1954176"/>
              <a:ext cx="159093" cy="316009"/>
            </a:xfrm>
            <a:custGeom>
              <a:rect b="b" l="l" r="r" t="t"/>
              <a:pathLst>
                <a:path extrusionOk="0" h="10599" w="5336">
                  <a:moveTo>
                    <a:pt x="2525" y="1"/>
                  </a:moveTo>
                  <a:cubicBezTo>
                    <a:pt x="3954" y="1048"/>
                    <a:pt x="4883" y="2715"/>
                    <a:pt x="4883" y="4573"/>
                  </a:cubicBezTo>
                  <a:cubicBezTo>
                    <a:pt x="4883" y="7478"/>
                    <a:pt x="2763" y="9860"/>
                    <a:pt x="1" y="10265"/>
                  </a:cubicBezTo>
                  <a:lnTo>
                    <a:pt x="1" y="10527"/>
                  </a:lnTo>
                  <a:cubicBezTo>
                    <a:pt x="1" y="10574"/>
                    <a:pt x="48" y="10598"/>
                    <a:pt x="96" y="10598"/>
                  </a:cubicBezTo>
                  <a:cubicBezTo>
                    <a:pt x="3001" y="10336"/>
                    <a:pt x="5335" y="7859"/>
                    <a:pt x="5335" y="4859"/>
                  </a:cubicBezTo>
                  <a:cubicBezTo>
                    <a:pt x="5335" y="2811"/>
                    <a:pt x="4216" y="977"/>
                    <a:pt x="252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98"/>
            <p:cNvSpPr/>
            <p:nvPr/>
          </p:nvSpPr>
          <p:spPr>
            <a:xfrm>
              <a:off x="4369686" y="1929340"/>
              <a:ext cx="159093" cy="341531"/>
            </a:xfrm>
            <a:custGeom>
              <a:rect b="b" l="l" r="r" t="t"/>
              <a:pathLst>
                <a:path extrusionOk="0" h="11455" w="5336">
                  <a:moveTo>
                    <a:pt x="5121" y="0"/>
                  </a:moveTo>
                  <a:cubicBezTo>
                    <a:pt x="2287" y="357"/>
                    <a:pt x="1" y="2763"/>
                    <a:pt x="1" y="5716"/>
                  </a:cubicBezTo>
                  <a:cubicBezTo>
                    <a:pt x="1" y="8716"/>
                    <a:pt x="2311" y="11193"/>
                    <a:pt x="5240" y="11455"/>
                  </a:cubicBezTo>
                  <a:cubicBezTo>
                    <a:pt x="5264" y="11455"/>
                    <a:pt x="5335" y="11431"/>
                    <a:pt x="5335" y="11407"/>
                  </a:cubicBezTo>
                  <a:lnTo>
                    <a:pt x="5335" y="9907"/>
                  </a:lnTo>
                  <a:cubicBezTo>
                    <a:pt x="5335" y="9883"/>
                    <a:pt x="5288" y="9859"/>
                    <a:pt x="5264" y="9859"/>
                  </a:cubicBezTo>
                  <a:cubicBezTo>
                    <a:pt x="3216" y="9621"/>
                    <a:pt x="1620" y="7859"/>
                    <a:pt x="1620" y="5739"/>
                  </a:cubicBezTo>
                  <a:cubicBezTo>
                    <a:pt x="1620" y="3668"/>
                    <a:pt x="3144" y="1953"/>
                    <a:pt x="5145" y="1667"/>
                  </a:cubicBezTo>
                  <a:cubicBezTo>
                    <a:pt x="5169" y="1667"/>
                    <a:pt x="5193" y="1643"/>
                    <a:pt x="5193" y="1596"/>
                  </a:cubicBezTo>
                  <a:lnTo>
                    <a:pt x="5193" y="72"/>
                  </a:lnTo>
                  <a:lnTo>
                    <a:pt x="5216" y="72"/>
                  </a:lnTo>
                  <a:cubicBezTo>
                    <a:pt x="5216" y="24"/>
                    <a:pt x="5169" y="0"/>
                    <a:pt x="512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98"/>
            <p:cNvSpPr/>
            <p:nvPr/>
          </p:nvSpPr>
          <p:spPr>
            <a:xfrm>
              <a:off x="4548637" y="1922930"/>
              <a:ext cx="170423" cy="350803"/>
            </a:xfrm>
            <a:custGeom>
              <a:rect b="b" l="l" r="r" t="t"/>
              <a:pathLst>
                <a:path extrusionOk="0" h="11766" w="5716">
                  <a:moveTo>
                    <a:pt x="357" y="1"/>
                  </a:moveTo>
                  <a:cubicBezTo>
                    <a:pt x="310" y="1"/>
                    <a:pt x="215" y="1"/>
                    <a:pt x="191" y="72"/>
                  </a:cubicBezTo>
                  <a:cubicBezTo>
                    <a:pt x="119" y="120"/>
                    <a:pt x="119" y="239"/>
                    <a:pt x="119" y="239"/>
                  </a:cubicBezTo>
                  <a:lnTo>
                    <a:pt x="119" y="1739"/>
                  </a:lnTo>
                  <a:cubicBezTo>
                    <a:pt x="119" y="1739"/>
                    <a:pt x="191" y="1954"/>
                    <a:pt x="334" y="1977"/>
                  </a:cubicBezTo>
                  <a:cubicBezTo>
                    <a:pt x="1262" y="2120"/>
                    <a:pt x="2120" y="2597"/>
                    <a:pt x="2715" y="3287"/>
                  </a:cubicBezTo>
                  <a:cubicBezTo>
                    <a:pt x="3334" y="4002"/>
                    <a:pt x="3691" y="4907"/>
                    <a:pt x="3691" y="5883"/>
                  </a:cubicBezTo>
                  <a:cubicBezTo>
                    <a:pt x="3691" y="7860"/>
                    <a:pt x="2215" y="9550"/>
                    <a:pt x="215" y="9812"/>
                  </a:cubicBezTo>
                  <a:cubicBezTo>
                    <a:pt x="95" y="9812"/>
                    <a:pt x="0" y="10050"/>
                    <a:pt x="0" y="10050"/>
                  </a:cubicBezTo>
                  <a:lnTo>
                    <a:pt x="0" y="11527"/>
                  </a:lnTo>
                  <a:cubicBezTo>
                    <a:pt x="0" y="11527"/>
                    <a:pt x="48" y="11646"/>
                    <a:pt x="72" y="11717"/>
                  </a:cubicBezTo>
                  <a:cubicBezTo>
                    <a:pt x="119" y="11741"/>
                    <a:pt x="167" y="11765"/>
                    <a:pt x="238" y="11765"/>
                  </a:cubicBezTo>
                  <a:lnTo>
                    <a:pt x="286" y="11765"/>
                  </a:lnTo>
                  <a:cubicBezTo>
                    <a:pt x="1334" y="11670"/>
                    <a:pt x="2382" y="11289"/>
                    <a:pt x="3287" y="10646"/>
                  </a:cubicBezTo>
                  <a:cubicBezTo>
                    <a:pt x="3358" y="10574"/>
                    <a:pt x="3358" y="10455"/>
                    <a:pt x="3310" y="10408"/>
                  </a:cubicBezTo>
                  <a:cubicBezTo>
                    <a:pt x="3269" y="10352"/>
                    <a:pt x="3210" y="10329"/>
                    <a:pt x="3160" y="10329"/>
                  </a:cubicBezTo>
                  <a:cubicBezTo>
                    <a:pt x="3124" y="10329"/>
                    <a:pt x="3092" y="10340"/>
                    <a:pt x="3072" y="10360"/>
                  </a:cubicBezTo>
                  <a:cubicBezTo>
                    <a:pt x="2263" y="10955"/>
                    <a:pt x="357" y="11408"/>
                    <a:pt x="357" y="11408"/>
                  </a:cubicBezTo>
                  <a:lnTo>
                    <a:pt x="357" y="10122"/>
                  </a:lnTo>
                  <a:cubicBezTo>
                    <a:pt x="357" y="10122"/>
                    <a:pt x="4144" y="9860"/>
                    <a:pt x="4096" y="5883"/>
                  </a:cubicBezTo>
                  <a:cubicBezTo>
                    <a:pt x="4049" y="4835"/>
                    <a:pt x="3691" y="3811"/>
                    <a:pt x="3048" y="3049"/>
                  </a:cubicBezTo>
                  <a:cubicBezTo>
                    <a:pt x="2382" y="2311"/>
                    <a:pt x="524" y="1620"/>
                    <a:pt x="524" y="1620"/>
                  </a:cubicBezTo>
                  <a:lnTo>
                    <a:pt x="524" y="334"/>
                  </a:lnTo>
                  <a:cubicBezTo>
                    <a:pt x="524" y="334"/>
                    <a:pt x="2358" y="358"/>
                    <a:pt x="3906" y="2144"/>
                  </a:cubicBezTo>
                  <a:cubicBezTo>
                    <a:pt x="4835" y="3192"/>
                    <a:pt x="5358" y="4502"/>
                    <a:pt x="5358" y="5835"/>
                  </a:cubicBezTo>
                  <a:cubicBezTo>
                    <a:pt x="5358" y="7359"/>
                    <a:pt x="4763" y="8788"/>
                    <a:pt x="3691" y="9836"/>
                  </a:cubicBezTo>
                  <a:cubicBezTo>
                    <a:pt x="3644" y="9884"/>
                    <a:pt x="3644" y="10003"/>
                    <a:pt x="3691" y="10074"/>
                  </a:cubicBezTo>
                  <a:cubicBezTo>
                    <a:pt x="3727" y="10098"/>
                    <a:pt x="3775" y="10110"/>
                    <a:pt x="3819" y="10110"/>
                  </a:cubicBezTo>
                  <a:cubicBezTo>
                    <a:pt x="3864" y="10110"/>
                    <a:pt x="3906" y="10098"/>
                    <a:pt x="3930" y="10074"/>
                  </a:cubicBezTo>
                  <a:cubicBezTo>
                    <a:pt x="5097" y="8931"/>
                    <a:pt x="5716" y="7455"/>
                    <a:pt x="5716" y="5812"/>
                  </a:cubicBezTo>
                  <a:cubicBezTo>
                    <a:pt x="5597" y="4454"/>
                    <a:pt x="5073" y="3049"/>
                    <a:pt x="4096" y="1977"/>
                  </a:cubicBezTo>
                  <a:cubicBezTo>
                    <a:pt x="3096" y="906"/>
                    <a:pt x="1786" y="215"/>
                    <a:pt x="3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98"/>
            <p:cNvSpPr/>
            <p:nvPr/>
          </p:nvSpPr>
          <p:spPr>
            <a:xfrm>
              <a:off x="4362590" y="1923646"/>
              <a:ext cx="170452" cy="352920"/>
            </a:xfrm>
            <a:custGeom>
              <a:rect b="b" l="l" r="r" t="t"/>
              <a:pathLst>
                <a:path extrusionOk="0" h="11837" w="5717">
                  <a:moveTo>
                    <a:pt x="5145" y="382"/>
                  </a:moveTo>
                  <a:lnTo>
                    <a:pt x="5145" y="1644"/>
                  </a:lnTo>
                  <a:cubicBezTo>
                    <a:pt x="4168" y="1834"/>
                    <a:pt x="3311" y="2334"/>
                    <a:pt x="2644" y="3073"/>
                  </a:cubicBezTo>
                  <a:cubicBezTo>
                    <a:pt x="1954" y="3859"/>
                    <a:pt x="1596" y="4859"/>
                    <a:pt x="1596" y="5907"/>
                  </a:cubicBezTo>
                  <a:cubicBezTo>
                    <a:pt x="1596" y="8050"/>
                    <a:pt x="3192" y="9860"/>
                    <a:pt x="5288" y="10169"/>
                  </a:cubicBezTo>
                  <a:lnTo>
                    <a:pt x="5288" y="11455"/>
                  </a:lnTo>
                  <a:cubicBezTo>
                    <a:pt x="3954" y="11289"/>
                    <a:pt x="2716" y="10669"/>
                    <a:pt x="1787" y="9669"/>
                  </a:cubicBezTo>
                  <a:cubicBezTo>
                    <a:pt x="834" y="8621"/>
                    <a:pt x="287" y="7288"/>
                    <a:pt x="287" y="5883"/>
                  </a:cubicBezTo>
                  <a:cubicBezTo>
                    <a:pt x="287" y="4502"/>
                    <a:pt x="811" y="3192"/>
                    <a:pt x="1763" y="2192"/>
                  </a:cubicBezTo>
                  <a:cubicBezTo>
                    <a:pt x="2644" y="1215"/>
                    <a:pt x="3835" y="548"/>
                    <a:pt x="5145" y="382"/>
                  </a:cubicBezTo>
                  <a:close/>
                  <a:moveTo>
                    <a:pt x="5264" y="1"/>
                  </a:moveTo>
                  <a:cubicBezTo>
                    <a:pt x="3835" y="191"/>
                    <a:pt x="2525" y="882"/>
                    <a:pt x="1549" y="1977"/>
                  </a:cubicBezTo>
                  <a:cubicBezTo>
                    <a:pt x="572" y="3073"/>
                    <a:pt x="1" y="4478"/>
                    <a:pt x="1" y="5907"/>
                  </a:cubicBezTo>
                  <a:cubicBezTo>
                    <a:pt x="1" y="7407"/>
                    <a:pt x="572" y="8836"/>
                    <a:pt x="1573" y="9931"/>
                  </a:cubicBezTo>
                  <a:cubicBezTo>
                    <a:pt x="2597" y="11027"/>
                    <a:pt x="3954" y="11693"/>
                    <a:pt x="5407" y="11836"/>
                  </a:cubicBezTo>
                  <a:lnTo>
                    <a:pt x="5454" y="11836"/>
                  </a:lnTo>
                  <a:cubicBezTo>
                    <a:pt x="5502" y="11836"/>
                    <a:pt x="5573" y="11813"/>
                    <a:pt x="5621" y="11765"/>
                  </a:cubicBezTo>
                  <a:cubicBezTo>
                    <a:pt x="5692" y="11717"/>
                    <a:pt x="5716" y="11646"/>
                    <a:pt x="5716" y="11598"/>
                  </a:cubicBezTo>
                  <a:lnTo>
                    <a:pt x="5716" y="10098"/>
                  </a:lnTo>
                  <a:cubicBezTo>
                    <a:pt x="5645" y="9931"/>
                    <a:pt x="5573" y="9836"/>
                    <a:pt x="5454" y="9812"/>
                  </a:cubicBezTo>
                  <a:cubicBezTo>
                    <a:pt x="3454" y="9574"/>
                    <a:pt x="1954" y="7883"/>
                    <a:pt x="1954" y="5883"/>
                  </a:cubicBezTo>
                  <a:cubicBezTo>
                    <a:pt x="1954" y="4930"/>
                    <a:pt x="2311" y="4001"/>
                    <a:pt x="2954" y="3287"/>
                  </a:cubicBezTo>
                  <a:cubicBezTo>
                    <a:pt x="3573" y="2573"/>
                    <a:pt x="4407" y="2096"/>
                    <a:pt x="5335" y="1977"/>
                  </a:cubicBezTo>
                  <a:cubicBezTo>
                    <a:pt x="5454" y="1953"/>
                    <a:pt x="5526" y="1858"/>
                    <a:pt x="5526" y="1739"/>
                  </a:cubicBezTo>
                  <a:lnTo>
                    <a:pt x="5526" y="263"/>
                  </a:lnTo>
                  <a:cubicBezTo>
                    <a:pt x="5526" y="191"/>
                    <a:pt x="5502" y="96"/>
                    <a:pt x="5454" y="72"/>
                  </a:cubicBezTo>
                  <a:cubicBezTo>
                    <a:pt x="5383" y="1"/>
                    <a:pt x="5335"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98"/>
            <p:cNvSpPr/>
            <p:nvPr/>
          </p:nvSpPr>
          <p:spPr>
            <a:xfrm>
              <a:off x="4448518" y="2007427"/>
              <a:ext cx="181782" cy="183929"/>
            </a:xfrm>
            <a:custGeom>
              <a:rect b="b" l="l" r="r" t="t"/>
              <a:pathLst>
                <a:path extrusionOk="0" h="6169" w="6097">
                  <a:moveTo>
                    <a:pt x="3049" y="1"/>
                  </a:moveTo>
                  <a:cubicBezTo>
                    <a:pt x="2453" y="1"/>
                    <a:pt x="1882" y="191"/>
                    <a:pt x="1405" y="477"/>
                  </a:cubicBezTo>
                  <a:lnTo>
                    <a:pt x="1382" y="477"/>
                  </a:lnTo>
                  <a:cubicBezTo>
                    <a:pt x="1286" y="548"/>
                    <a:pt x="1263" y="620"/>
                    <a:pt x="1310" y="715"/>
                  </a:cubicBezTo>
                  <a:cubicBezTo>
                    <a:pt x="1358" y="779"/>
                    <a:pt x="1405" y="810"/>
                    <a:pt x="1460" y="810"/>
                  </a:cubicBezTo>
                  <a:cubicBezTo>
                    <a:pt x="1487" y="810"/>
                    <a:pt x="1517" y="802"/>
                    <a:pt x="1548" y="787"/>
                  </a:cubicBezTo>
                  <a:lnTo>
                    <a:pt x="1572" y="787"/>
                  </a:lnTo>
                  <a:cubicBezTo>
                    <a:pt x="2025" y="501"/>
                    <a:pt x="2501" y="358"/>
                    <a:pt x="3049" y="358"/>
                  </a:cubicBezTo>
                  <a:cubicBezTo>
                    <a:pt x="4525" y="358"/>
                    <a:pt x="5740" y="1572"/>
                    <a:pt x="5740" y="3073"/>
                  </a:cubicBezTo>
                  <a:cubicBezTo>
                    <a:pt x="5740" y="4549"/>
                    <a:pt x="4525" y="5788"/>
                    <a:pt x="3049" y="5788"/>
                  </a:cubicBezTo>
                  <a:cubicBezTo>
                    <a:pt x="1548" y="5788"/>
                    <a:pt x="334" y="4549"/>
                    <a:pt x="334" y="3073"/>
                  </a:cubicBezTo>
                  <a:cubicBezTo>
                    <a:pt x="334" y="2406"/>
                    <a:pt x="572" y="1787"/>
                    <a:pt x="1024" y="1287"/>
                  </a:cubicBezTo>
                  <a:cubicBezTo>
                    <a:pt x="1072" y="1215"/>
                    <a:pt x="1072" y="1096"/>
                    <a:pt x="977" y="1049"/>
                  </a:cubicBezTo>
                  <a:cubicBezTo>
                    <a:pt x="955" y="1015"/>
                    <a:pt x="917" y="998"/>
                    <a:pt x="876" y="998"/>
                  </a:cubicBezTo>
                  <a:cubicBezTo>
                    <a:pt x="829" y="998"/>
                    <a:pt x="777" y="1021"/>
                    <a:pt x="739" y="1072"/>
                  </a:cubicBezTo>
                  <a:cubicBezTo>
                    <a:pt x="262" y="1644"/>
                    <a:pt x="0" y="2358"/>
                    <a:pt x="0" y="3097"/>
                  </a:cubicBezTo>
                  <a:cubicBezTo>
                    <a:pt x="0" y="4787"/>
                    <a:pt x="1382" y="6169"/>
                    <a:pt x="3072" y="6169"/>
                  </a:cubicBezTo>
                  <a:cubicBezTo>
                    <a:pt x="4716" y="6121"/>
                    <a:pt x="6097" y="4764"/>
                    <a:pt x="6097" y="3073"/>
                  </a:cubicBezTo>
                  <a:cubicBezTo>
                    <a:pt x="6097" y="1358"/>
                    <a:pt x="4739" y="1"/>
                    <a:pt x="3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98"/>
            <p:cNvSpPr/>
            <p:nvPr/>
          </p:nvSpPr>
          <p:spPr>
            <a:xfrm>
              <a:off x="4498935" y="2072037"/>
              <a:ext cx="80262" cy="10704"/>
            </a:xfrm>
            <a:custGeom>
              <a:rect b="b" l="l" r="r" t="t"/>
              <a:pathLst>
                <a:path extrusionOk="0" h="359" w="2692">
                  <a:moveTo>
                    <a:pt x="215" y="1"/>
                  </a:moveTo>
                  <a:cubicBezTo>
                    <a:pt x="119" y="1"/>
                    <a:pt x="72" y="72"/>
                    <a:pt x="48" y="168"/>
                  </a:cubicBezTo>
                  <a:cubicBezTo>
                    <a:pt x="0" y="239"/>
                    <a:pt x="95" y="358"/>
                    <a:pt x="215" y="358"/>
                  </a:cubicBezTo>
                  <a:lnTo>
                    <a:pt x="2477" y="358"/>
                  </a:lnTo>
                  <a:cubicBezTo>
                    <a:pt x="2572" y="358"/>
                    <a:pt x="2620" y="310"/>
                    <a:pt x="2644" y="215"/>
                  </a:cubicBezTo>
                  <a:cubicBezTo>
                    <a:pt x="2691" y="96"/>
                    <a:pt x="2596"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98"/>
            <p:cNvSpPr/>
            <p:nvPr/>
          </p:nvSpPr>
          <p:spPr>
            <a:xfrm>
              <a:off x="4498935" y="2094756"/>
              <a:ext cx="80262" cy="10704"/>
            </a:xfrm>
            <a:custGeom>
              <a:rect b="b" l="l" r="r" t="t"/>
              <a:pathLst>
                <a:path extrusionOk="0" h="359" w="2692">
                  <a:moveTo>
                    <a:pt x="215" y="1"/>
                  </a:moveTo>
                  <a:cubicBezTo>
                    <a:pt x="119" y="1"/>
                    <a:pt x="72" y="49"/>
                    <a:pt x="48" y="144"/>
                  </a:cubicBezTo>
                  <a:cubicBezTo>
                    <a:pt x="0" y="215"/>
                    <a:pt x="95" y="358"/>
                    <a:pt x="215" y="358"/>
                  </a:cubicBezTo>
                  <a:lnTo>
                    <a:pt x="2477" y="358"/>
                  </a:lnTo>
                  <a:cubicBezTo>
                    <a:pt x="2572" y="358"/>
                    <a:pt x="2620" y="287"/>
                    <a:pt x="2644" y="191"/>
                  </a:cubicBezTo>
                  <a:cubicBezTo>
                    <a:pt x="2691" y="72"/>
                    <a:pt x="2596"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98"/>
            <p:cNvSpPr/>
            <p:nvPr/>
          </p:nvSpPr>
          <p:spPr>
            <a:xfrm>
              <a:off x="4515960" y="2116074"/>
              <a:ext cx="46183" cy="10674"/>
            </a:xfrm>
            <a:custGeom>
              <a:rect b="b" l="l" r="r" t="t"/>
              <a:pathLst>
                <a:path extrusionOk="0" h="358" w="1549">
                  <a:moveTo>
                    <a:pt x="215" y="0"/>
                  </a:moveTo>
                  <a:cubicBezTo>
                    <a:pt x="96" y="0"/>
                    <a:pt x="1" y="72"/>
                    <a:pt x="25" y="191"/>
                  </a:cubicBezTo>
                  <a:cubicBezTo>
                    <a:pt x="72" y="286"/>
                    <a:pt x="120" y="358"/>
                    <a:pt x="215" y="358"/>
                  </a:cubicBezTo>
                  <a:lnTo>
                    <a:pt x="1334" y="358"/>
                  </a:lnTo>
                  <a:cubicBezTo>
                    <a:pt x="1430" y="358"/>
                    <a:pt x="1501" y="286"/>
                    <a:pt x="1525" y="191"/>
                  </a:cubicBezTo>
                  <a:cubicBezTo>
                    <a:pt x="1549" y="72"/>
                    <a:pt x="1453" y="0"/>
                    <a:pt x="1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44" name="Google Shape;23044;p98"/>
          <p:cNvSpPr txBox="1"/>
          <p:nvPr/>
        </p:nvSpPr>
        <p:spPr>
          <a:xfrm>
            <a:off x="3125925" y="1188000"/>
            <a:ext cx="2892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Infographic Elements</a:t>
            </a:r>
            <a:endParaRPr sz="1600">
              <a:solidFill>
                <a:schemeClr val="lt1"/>
              </a:solidFill>
            </a:endParaRPr>
          </a:p>
        </p:txBody>
      </p:sp>
      <p:sp>
        <p:nvSpPr>
          <p:cNvPr id="23045" name="Google Shape;23045;p98"/>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049" name="Shape 23049"/>
        <p:cNvGrpSpPr/>
        <p:nvPr/>
      </p:nvGrpSpPr>
      <p:grpSpPr>
        <a:xfrm>
          <a:off x="0" y="0"/>
          <a:ext cx="0" cy="0"/>
          <a:chOff x="0" y="0"/>
          <a:chExt cx="0" cy="0"/>
        </a:xfrm>
      </p:grpSpPr>
      <p:pic>
        <p:nvPicPr>
          <p:cNvPr id="23050" name="Google Shape;23050;p9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ath Subject for Elementary - 5th Grade: Fractions I">
  <a:themeElements>
    <a:clrScheme name="Simple Light">
      <a:dk1>
        <a:srgbClr val="2C2C75"/>
      </a:dk1>
      <a:lt1>
        <a:srgbClr val="AEB4FF"/>
      </a:lt1>
      <a:dk2>
        <a:srgbClr val="19164B"/>
      </a:dk2>
      <a:lt2>
        <a:srgbClr val="FFBD39"/>
      </a:lt2>
      <a:accent1>
        <a:srgbClr val="FF92AF"/>
      </a:accent1>
      <a:accent2>
        <a:srgbClr val="B0EFDE"/>
      </a:accent2>
      <a:accent3>
        <a:srgbClr val="FAFAFA"/>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